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58299b740a9489f" /><Relationship Type="http://schemas.openxmlformats.org/officeDocument/2006/relationships/extended-properties" Target="/docProps/app.xml" Id="R4728a8daea644d48" /><Relationship Type="http://schemas.openxmlformats.org/officeDocument/2006/relationships/officeDocument" Target="/ppt/presentation.xml" Id="Rd88c4742c0c6471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766297325b54cae"/>
  </p:sldMasterIdLst>
  <p:notesMasterIdLst>
    <p:notesMasterId xmlns:r="http://schemas.openxmlformats.org/officeDocument/2006/relationships" r:id="R776604d91ac6478f"/>
  </p:notesMasterIdLst>
  <p:sldIdLst>
    <p:sldId xmlns:r="http://schemas.openxmlformats.org/officeDocument/2006/relationships" id="256" r:id="R4e8ecd119a394e75"/>
  </p:sldIdLst>
  <p:sldSz cx="130302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bda14361cb24b8b" /><Relationship Type="http://schemas.openxmlformats.org/officeDocument/2006/relationships/slideMaster" Target="/ppt/slideMasters/slideMaster1.xml" Id="R6766297325b54cae" /><Relationship Type="http://schemas.openxmlformats.org/officeDocument/2006/relationships/notesMaster" Target="/ppt/notesMasters/notesMaster1.xml" Id="R776604d91ac6478f" /><Relationship Type="http://schemas.openxmlformats.org/officeDocument/2006/relationships/presProps" Target="/ppt/presProps.xml" Id="Rd93db8784f0543e5" /><Relationship Type="http://schemas.openxmlformats.org/officeDocument/2006/relationships/tableStyles" Target="/ppt/tableStyles.xml" Id="Rf5ef02885b0e4152" /><Relationship Type="http://schemas.openxmlformats.org/officeDocument/2006/relationships/slide" Target="/ppt/slides/slide1.xml" Id="R4e8ecd119a394e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5f31acbd42b4c1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42893af6d44c96" /><Relationship Type="http://schemas.openxmlformats.org/officeDocument/2006/relationships/notesMaster" Target="/ppt/notesMasters/notesMaster1.xml" Id="R004abf3ddd244c62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素材ID：AI-071</ns1:t>
            </ns1:r>
          </ns1:p>
          <ns1:p>
            <ns1:r>
              <ns1:t>论文：Maximizing Local Entropy Where It Matters: Prefix-Aware Localized LLM Unlearning</ns1:t>
            </ns1:r>
          </ns1:p>
          <ns1:p>
            <ns1:r>
              <ns1:t>会议：ACL 2026</ns1:t>
            </ns1:r>
          </ns1:p>
          <ns1:p>
            <ns1:r>
              <ns1:t>奖项：Outstanding Paper</ns1:t>
            </ns1:r>
          </ns1:p>
          <ns1:p>
            <ns1:r>
              <ns1:t>图号：Figure 2，PDF第4页</ns1:t>
            </ns1:r>
          </ns1:p>
          <ns1:p>
            <ns1:r>
              <ns1:t>类型：方法细节</ns1:t>
            </ns1:r>
          </ns1:p>
          <ns1:p>
            <ns1:r>
              <ns1:t>借鉴点：左侧逐级标注普通/重要/起始词元，右侧四个分布图解释全局与局部熵优化的区别。</ns1:t>
            </ns1:r>
          </ns1:p>
          <ns1:p>
            <ns1:r>
              <ns1:t>论文URL：https://aclanthology.org/2026.acl-long.893/</ns1:t>
            </ns1:r>
          </ns1:p>
          <ns1:p>
            <ns1:r>
              <ns1:t>官方获奖URL：https://2026.aclweb.org/program/best_papers/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f8e250299b49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9c079039c2641a1" /><Relationship Type="http://schemas.openxmlformats.org/officeDocument/2006/relationships/slideLayout" Target="/ppt/slideLayouts/slideLayout1.xml" Id="R56d4f5dbb3e845c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d4f5dbb3e845c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1711be08f744d4" /><Relationship Type="http://schemas.openxmlformats.org/officeDocument/2006/relationships/image" Target="/ppt/media/image.png" Id="R050d8b6bd2d74f7a" /><Relationship Type="http://schemas.openxmlformats.org/officeDocument/2006/relationships/image" Target="/ppt/media/image2.png" Id="R43430ba92cf944b6" /><Relationship Type="http://schemas.openxmlformats.org/officeDocument/2006/relationships/image" Target="/ppt/media/image3.png" Id="Refda2a759c334279" /><Relationship Type="http://schemas.openxmlformats.org/officeDocument/2006/relationships/image" Target="/ppt/media/image4.png" Id="Ra78879ac95a440c1" /><Relationship Type="http://schemas.openxmlformats.org/officeDocument/2006/relationships/image" Target="/ppt/media/image5.png" Id="Ra1c99f16039042bd" /><Relationship Type="http://schemas.openxmlformats.org/officeDocument/2006/relationships/image" Target="/ppt/media/image6.png" Id="Rc0d1fa25dbd14e84" /><Relationship Type="http://schemas.openxmlformats.org/officeDocument/2006/relationships/image" Target="/ppt/media/image7.png" Id="Ra40fc46d885a44fc" /><Relationship Type="http://schemas.openxmlformats.org/officeDocument/2006/relationships/image" Target="/ppt/media/image8.png" Id="Rd7a856f63bfa4d8e" /><Relationship Type="http://schemas.openxmlformats.org/officeDocument/2006/relationships/image" Target="/ppt/media/image9.png" Id="R0b36e272ccc4477b" /><Relationship Type="http://schemas.openxmlformats.org/officeDocument/2006/relationships/image" Target="/ppt/media/image10.png" Id="R0b5a617e81c644ca" /><Relationship Type="http://schemas.openxmlformats.org/officeDocument/2006/relationships/image" Target="/ppt/media/image11.png" Id="R6a62673266cf4df4" /><Relationship Type="http://schemas.openxmlformats.org/officeDocument/2006/relationships/image" Target="/ppt/media/image12.png" Id="R22c6d36417414c6d" /><Relationship Type="http://schemas.openxmlformats.org/officeDocument/2006/relationships/notesSlide" Target="/ppt/notesSlides/notesSlide1.xml" Id="R78f63e31de3e44a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60EE37-8BAC-4672-A73F-53C02053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54" y="24776"/>
            <a:ext cx="12960175" cy="6751934"/>
          </a:xfrm>
          <a:custGeom xmlns:a="http://schemas.openxmlformats.org/drawingml/2006/main">
            <a:pathLst>
              <a:path w="12960175" h="6751934">
                <a:moveTo>
                  <a:pt x="12960175" y="6751934"/>
                </a:moveTo>
                <a:lnTo>
                  <a:pt x="0" y="6751934"/>
                </a:lnTo>
                <a:lnTo>
                  <a:pt x="0" y="0"/>
                </a:lnTo>
                <a:lnTo>
                  <a:pt x="12960175" y="0"/>
                </a:lnTo>
                <a:lnTo>
                  <a:pt x="12960175" y="67519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Text Question:WhatgenreistheauthorRavenMaraisparticularlynotedfor?">
            <a:extLst xmlns:a="http://schemas.openxmlformats.org/drawingml/2006/main">
              <a:ext uri="{FF2B5EF4-FFF2-40B4-BE49-F238E27FC236}">
                <a16:creationId xmlns:a16="http://schemas.microsoft.com/office/drawing/2014/main" id="{13D5B186-63FC-4A2C-996C-56769FE3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1409" y="198919"/>
            <a:ext cx="8123275" cy="236887"/>
          </a:xfrm>
          <a:custGeom xmlns:a="http://schemas.openxmlformats.org/drawingml/2006/main">
            <a:pathLst>
              <a:path w="8123275" h="236887">
                <a:moveTo>
                  <a:pt x="180684" y="204560"/>
                </a:moveTo>
                <a:cubicBezTo>
                  <a:pt x="180684" y="207780"/>
                  <a:pt x="180527" y="210373"/>
                  <a:pt x="180214" y="212340"/>
                </a:cubicBezTo>
                <a:cubicBezTo>
                  <a:pt x="179901" y="214308"/>
                  <a:pt x="179476" y="215828"/>
                  <a:pt x="178940" y="216901"/>
                </a:cubicBezTo>
                <a:cubicBezTo>
                  <a:pt x="178403" y="217974"/>
                  <a:pt x="177822" y="218667"/>
                  <a:pt x="177196" y="218980"/>
                </a:cubicBezTo>
                <a:cubicBezTo>
                  <a:pt x="176570" y="219293"/>
                  <a:pt x="175899" y="219450"/>
                  <a:pt x="175184" y="219450"/>
                </a:cubicBezTo>
                <a:cubicBezTo>
                  <a:pt x="172233" y="219450"/>
                  <a:pt x="168365" y="218641"/>
                  <a:pt x="163581" y="217022"/>
                </a:cubicBezTo>
                <a:cubicBezTo>
                  <a:pt x="158797" y="215407"/>
                  <a:pt x="153633" y="213096"/>
                  <a:pt x="148088" y="210089"/>
                </a:cubicBezTo>
                <a:cubicBezTo>
                  <a:pt x="142544" y="207082"/>
                  <a:pt x="136888" y="203401"/>
                  <a:pt x="131120" y="199044"/>
                </a:cubicBezTo>
                <a:cubicBezTo>
                  <a:pt x="125352" y="194690"/>
                  <a:pt x="120009" y="189685"/>
                  <a:pt x="115090" y="184029"/>
                </a:cubicBezTo>
                <a:cubicBezTo>
                  <a:pt x="110977" y="185909"/>
                  <a:pt x="105991" y="187543"/>
                  <a:pt x="100134" y="188929"/>
                </a:cubicBezTo>
                <a:cubicBezTo>
                  <a:pt x="94277" y="190318"/>
                  <a:pt x="87771" y="191012"/>
                  <a:pt x="80617" y="191012"/>
                </a:cubicBezTo>
                <a:cubicBezTo>
                  <a:pt x="67114" y="191012"/>
                  <a:pt x="55332" y="189288"/>
                  <a:pt x="45272" y="185840"/>
                </a:cubicBezTo>
                <a:cubicBezTo>
                  <a:pt x="35211" y="182391"/>
                  <a:pt x="26828" y="177041"/>
                  <a:pt x="20121" y="169789"/>
                </a:cubicBezTo>
                <a:cubicBezTo>
                  <a:pt x="13414" y="162535"/>
                  <a:pt x="8384" y="153287"/>
                  <a:pt x="5030" y="142048"/>
                </a:cubicBezTo>
                <a:cubicBezTo>
                  <a:pt x="1677" y="130808"/>
                  <a:pt x="0" y="117440"/>
                  <a:pt x="0" y="101945"/>
                </a:cubicBezTo>
                <a:cubicBezTo>
                  <a:pt x="0" y="87885"/>
                  <a:pt x="1789" y="75236"/>
                  <a:pt x="5366" y="63996"/>
                </a:cubicBezTo>
                <a:cubicBezTo>
                  <a:pt x="8943" y="52757"/>
                  <a:pt x="14263" y="43219"/>
                  <a:pt x="21328" y="35383"/>
                </a:cubicBezTo>
                <a:cubicBezTo>
                  <a:pt x="28393" y="27544"/>
                  <a:pt x="37134" y="21521"/>
                  <a:pt x="47552" y="17312"/>
                </a:cubicBezTo>
                <a:cubicBezTo>
                  <a:pt x="57970" y="13104"/>
                  <a:pt x="70065" y="10999"/>
                  <a:pt x="83836" y="10999"/>
                </a:cubicBezTo>
                <a:cubicBezTo>
                  <a:pt x="96803" y="10999"/>
                  <a:pt x="108272" y="12746"/>
                  <a:pt x="118243" y="16239"/>
                </a:cubicBezTo>
                <a:cubicBezTo>
                  <a:pt x="128213" y="19732"/>
                  <a:pt x="136619" y="25084"/>
                  <a:pt x="143460" y="32294"/>
                </a:cubicBezTo>
                <a:cubicBezTo>
                  <a:pt x="150301" y="39501"/>
                  <a:pt x="155488" y="48612"/>
                  <a:pt x="159020" y="59628"/>
                </a:cubicBezTo>
                <a:cubicBezTo>
                  <a:pt x="162553" y="70645"/>
                  <a:pt x="164319" y="83675"/>
                  <a:pt x="164319" y="98721"/>
                </a:cubicBezTo>
                <a:cubicBezTo>
                  <a:pt x="164319" y="106512"/>
                  <a:pt x="163805" y="113834"/>
                  <a:pt x="162776" y="120686"/>
                </a:cubicBezTo>
                <a:cubicBezTo>
                  <a:pt x="161748" y="127539"/>
                  <a:pt x="160250" y="133875"/>
                  <a:pt x="158283" y="139696"/>
                </a:cubicBezTo>
                <a:cubicBezTo>
                  <a:pt x="156315" y="145517"/>
                  <a:pt x="153901" y="150846"/>
                  <a:pt x="151039" y="155684"/>
                </a:cubicBezTo>
                <a:cubicBezTo>
                  <a:pt x="148178" y="160518"/>
                  <a:pt x="144914" y="164772"/>
                  <a:pt x="141247" y="168444"/>
                </a:cubicBezTo>
                <a:cubicBezTo>
                  <a:pt x="146792" y="173312"/>
                  <a:pt x="151710" y="177009"/>
                  <a:pt x="156002" y="179535"/>
                </a:cubicBezTo>
                <a:cubicBezTo>
                  <a:pt x="160295" y="182059"/>
                  <a:pt x="163894" y="183952"/>
                  <a:pt x="166800" y="185215"/>
                </a:cubicBezTo>
                <a:cubicBezTo>
                  <a:pt x="169707" y="186478"/>
                  <a:pt x="172032" y="187402"/>
                  <a:pt x="173776" y="187986"/>
                </a:cubicBezTo>
                <a:cubicBezTo>
                  <a:pt x="175519" y="188573"/>
                  <a:pt x="176883" y="189336"/>
                  <a:pt x="177867" y="190275"/>
                </a:cubicBezTo>
                <a:cubicBezTo>
                  <a:pt x="178850" y="191214"/>
                  <a:pt x="179566" y="192823"/>
                  <a:pt x="180013" y="195104"/>
                </a:cubicBezTo>
                <a:cubicBezTo>
                  <a:pt x="180460" y="197384"/>
                  <a:pt x="180684" y="200536"/>
                  <a:pt x="180684" y="204560"/>
                </a:cubicBezTo>
                <a:moveTo>
                  <a:pt x="127297" y="100536"/>
                </a:moveTo>
                <a:cubicBezTo>
                  <a:pt x="127297" y="91493"/>
                  <a:pt x="126581" y="83256"/>
                  <a:pt x="125151" y="75826"/>
                </a:cubicBezTo>
                <a:cubicBezTo>
                  <a:pt x="123720" y="68395"/>
                  <a:pt x="121283" y="62016"/>
                  <a:pt x="117840" y="56690"/>
                </a:cubicBezTo>
                <a:cubicBezTo>
                  <a:pt x="114397" y="51364"/>
                  <a:pt x="109814" y="47246"/>
                  <a:pt x="104091" y="44337"/>
                </a:cubicBezTo>
                <a:cubicBezTo>
                  <a:pt x="98368" y="41428"/>
                  <a:pt x="91214" y="39973"/>
                  <a:pt x="82629" y="39973"/>
                </a:cubicBezTo>
                <a:cubicBezTo>
                  <a:pt x="73955" y="39973"/>
                  <a:pt x="66711" y="41586"/>
                  <a:pt x="60899" y="44810"/>
                </a:cubicBezTo>
                <a:cubicBezTo>
                  <a:pt x="55086" y="48033"/>
                  <a:pt x="50391" y="52374"/>
                  <a:pt x="46814" y="57834"/>
                </a:cubicBezTo>
                <a:cubicBezTo>
                  <a:pt x="43237" y="63295"/>
                  <a:pt x="40711" y="69673"/>
                  <a:pt x="39235" y="76970"/>
                </a:cubicBezTo>
                <a:cubicBezTo>
                  <a:pt x="37760" y="84267"/>
                  <a:pt x="37022" y="91943"/>
                  <a:pt x="37022" y="100000"/>
                </a:cubicBezTo>
                <a:cubicBezTo>
                  <a:pt x="37022" y="109579"/>
                  <a:pt x="37737" y="118174"/>
                  <a:pt x="39168" y="125784"/>
                </a:cubicBezTo>
                <a:cubicBezTo>
                  <a:pt x="40599" y="133393"/>
                  <a:pt x="43014" y="139883"/>
                  <a:pt x="46412" y="145255"/>
                </a:cubicBezTo>
                <a:cubicBezTo>
                  <a:pt x="49810" y="150626"/>
                  <a:pt x="54371" y="154721"/>
                  <a:pt x="60094" y="157541"/>
                </a:cubicBezTo>
                <a:cubicBezTo>
                  <a:pt x="65817" y="160360"/>
                  <a:pt x="73016" y="161770"/>
                  <a:pt x="81690" y="161770"/>
                </a:cubicBezTo>
                <a:cubicBezTo>
                  <a:pt x="90364" y="161770"/>
                  <a:pt x="97608" y="160159"/>
                  <a:pt x="103420" y="156937"/>
                </a:cubicBezTo>
                <a:cubicBezTo>
                  <a:pt x="109233" y="153712"/>
                  <a:pt x="113928" y="149325"/>
                  <a:pt x="117505" y="143775"/>
                </a:cubicBezTo>
                <a:cubicBezTo>
                  <a:pt x="121082" y="138225"/>
                  <a:pt x="123608" y="131735"/>
                  <a:pt x="125084" y="124304"/>
                </a:cubicBezTo>
                <a:cubicBezTo>
                  <a:pt x="126559" y="116873"/>
                  <a:pt x="127297" y="108951"/>
                  <a:pt x="127297" y="100536"/>
                </a:cubicBezTo>
                <a:close/>
                <a:moveTo>
                  <a:pt x="305083" y="183232"/>
                </a:moveTo>
                <a:cubicBezTo>
                  <a:pt x="305083" y="184127"/>
                  <a:pt x="304860" y="184909"/>
                  <a:pt x="304413" y="185580"/>
                </a:cubicBezTo>
                <a:cubicBezTo>
                  <a:pt x="303965" y="186250"/>
                  <a:pt x="303183" y="186809"/>
                  <a:pt x="302065" y="187256"/>
                </a:cubicBezTo>
                <a:cubicBezTo>
                  <a:pt x="300947" y="187704"/>
                  <a:pt x="299472" y="188039"/>
                  <a:pt x="297639" y="188262"/>
                </a:cubicBezTo>
                <a:cubicBezTo>
                  <a:pt x="295805" y="188486"/>
                  <a:pt x="293503" y="188598"/>
                  <a:pt x="290731" y="188598"/>
                </a:cubicBezTo>
                <a:cubicBezTo>
                  <a:pt x="287780" y="188598"/>
                  <a:pt x="285387" y="188486"/>
                  <a:pt x="283554" y="188262"/>
                </a:cubicBezTo>
                <a:cubicBezTo>
                  <a:pt x="281721" y="188039"/>
                  <a:pt x="280268" y="187704"/>
                  <a:pt x="279195" y="187256"/>
                </a:cubicBezTo>
                <a:cubicBezTo>
                  <a:pt x="278122" y="186809"/>
                  <a:pt x="277361" y="186250"/>
                  <a:pt x="276914" y="185580"/>
                </a:cubicBezTo>
                <a:cubicBezTo>
                  <a:pt x="276467" y="184909"/>
                  <a:pt x="276244" y="184127"/>
                  <a:pt x="276244" y="183232"/>
                </a:cubicBezTo>
                <a:lnTo>
                  <a:pt x="276244" y="169416"/>
                </a:lnTo>
                <a:cubicBezTo>
                  <a:pt x="269626" y="176615"/>
                  <a:pt x="262897" y="182014"/>
                  <a:pt x="256056" y="185613"/>
                </a:cubicBezTo>
                <a:cubicBezTo>
                  <a:pt x="249215" y="189213"/>
                  <a:pt x="242128" y="191012"/>
                  <a:pt x="234795" y="191012"/>
                </a:cubicBezTo>
                <a:cubicBezTo>
                  <a:pt x="226568" y="191012"/>
                  <a:pt x="219660" y="189670"/>
                  <a:pt x="214071" y="186984"/>
                </a:cubicBezTo>
                <a:cubicBezTo>
                  <a:pt x="208482" y="184298"/>
                  <a:pt x="203966" y="180629"/>
                  <a:pt x="200523" y="175976"/>
                </a:cubicBezTo>
                <a:cubicBezTo>
                  <a:pt x="197080" y="171321"/>
                  <a:pt x="194621" y="165927"/>
                  <a:pt x="193145" y="159796"/>
                </a:cubicBezTo>
                <a:cubicBezTo>
                  <a:pt x="191670" y="153662"/>
                  <a:pt x="190932" y="146030"/>
                  <a:pt x="190932" y="136900"/>
                </a:cubicBezTo>
                <a:lnTo>
                  <a:pt x="190932" y="63586"/>
                </a:lnTo>
                <a:cubicBezTo>
                  <a:pt x="190932" y="62691"/>
                  <a:pt x="191178" y="61909"/>
                  <a:pt x="191670" y="61238"/>
                </a:cubicBezTo>
                <a:cubicBezTo>
                  <a:pt x="192162" y="60565"/>
                  <a:pt x="193056" y="60004"/>
                  <a:pt x="194352" y="59557"/>
                </a:cubicBezTo>
                <a:cubicBezTo>
                  <a:pt x="195649" y="59110"/>
                  <a:pt x="197393" y="58775"/>
                  <a:pt x="199584" y="58551"/>
                </a:cubicBezTo>
                <a:cubicBezTo>
                  <a:pt x="201775" y="58328"/>
                  <a:pt x="204480" y="58216"/>
                  <a:pt x="207699" y="58216"/>
                </a:cubicBezTo>
                <a:cubicBezTo>
                  <a:pt x="211008" y="58216"/>
                  <a:pt x="213735" y="58328"/>
                  <a:pt x="215882" y="58551"/>
                </a:cubicBezTo>
                <a:cubicBezTo>
                  <a:pt x="218028" y="58775"/>
                  <a:pt x="219749" y="59110"/>
                  <a:pt x="221046" y="59557"/>
                </a:cubicBezTo>
                <a:cubicBezTo>
                  <a:pt x="222343" y="60004"/>
                  <a:pt x="223259" y="60563"/>
                  <a:pt x="223796" y="61234"/>
                </a:cubicBezTo>
                <a:cubicBezTo>
                  <a:pt x="224332" y="61905"/>
                  <a:pt x="224601" y="62687"/>
                  <a:pt x="224601" y="63581"/>
                </a:cubicBezTo>
                <a:lnTo>
                  <a:pt x="224601" y="131187"/>
                </a:lnTo>
                <a:cubicBezTo>
                  <a:pt x="224601" y="137447"/>
                  <a:pt x="225003" y="142231"/>
                  <a:pt x="225808" y="145540"/>
                </a:cubicBezTo>
                <a:cubicBezTo>
                  <a:pt x="226613" y="148848"/>
                  <a:pt x="227842" y="151688"/>
                  <a:pt x="229497" y="154057"/>
                </a:cubicBezTo>
                <a:cubicBezTo>
                  <a:pt x="231151" y="156427"/>
                  <a:pt x="233252" y="158260"/>
                  <a:pt x="235801" y="159557"/>
                </a:cubicBezTo>
                <a:cubicBezTo>
                  <a:pt x="238350" y="160854"/>
                  <a:pt x="241323" y="161502"/>
                  <a:pt x="244721" y="161502"/>
                </a:cubicBezTo>
                <a:cubicBezTo>
                  <a:pt x="249014" y="161502"/>
                  <a:pt x="253328" y="159937"/>
                  <a:pt x="257666" y="156807"/>
                </a:cubicBezTo>
                <a:cubicBezTo>
                  <a:pt x="262003" y="153677"/>
                  <a:pt x="266630" y="149117"/>
                  <a:pt x="271549" y="143125"/>
                </a:cubicBezTo>
                <a:lnTo>
                  <a:pt x="271549" y="63581"/>
                </a:lnTo>
                <a:cubicBezTo>
                  <a:pt x="271549" y="62687"/>
                  <a:pt x="271795" y="61905"/>
                  <a:pt x="272287" y="61234"/>
                </a:cubicBezTo>
                <a:cubicBezTo>
                  <a:pt x="272778" y="60563"/>
                  <a:pt x="273673" y="60004"/>
                  <a:pt x="274969" y="59557"/>
                </a:cubicBezTo>
                <a:cubicBezTo>
                  <a:pt x="276266" y="59110"/>
                  <a:pt x="277987" y="58775"/>
                  <a:pt x="280134" y="58551"/>
                </a:cubicBezTo>
                <a:cubicBezTo>
                  <a:pt x="282280" y="58328"/>
                  <a:pt x="285007" y="58216"/>
                  <a:pt x="288316" y="58216"/>
                </a:cubicBezTo>
                <a:cubicBezTo>
                  <a:pt x="291625" y="58216"/>
                  <a:pt x="294352" y="58328"/>
                  <a:pt x="296498" y="58551"/>
                </a:cubicBezTo>
                <a:cubicBezTo>
                  <a:pt x="298645" y="58775"/>
                  <a:pt x="300344" y="59110"/>
                  <a:pt x="301596" y="59557"/>
                </a:cubicBezTo>
                <a:cubicBezTo>
                  <a:pt x="302848" y="60004"/>
                  <a:pt x="303742" y="60563"/>
                  <a:pt x="304278" y="61234"/>
                </a:cubicBezTo>
                <a:cubicBezTo>
                  <a:pt x="304815" y="61905"/>
                  <a:pt x="305083" y="62687"/>
                  <a:pt x="305083" y="63581"/>
                </a:cubicBezTo>
                <a:lnTo>
                  <a:pt x="305083" y="183232"/>
                </a:lnTo>
                <a:close/>
                <a:moveTo>
                  <a:pt x="447120" y="119898"/>
                </a:moveTo>
                <a:cubicBezTo>
                  <a:pt x="447120" y="124020"/>
                  <a:pt x="446203" y="127066"/>
                  <a:pt x="444370" y="129036"/>
                </a:cubicBezTo>
                <a:cubicBezTo>
                  <a:pt x="442537" y="131007"/>
                  <a:pt x="440011" y="131992"/>
                  <a:pt x="436791" y="131992"/>
                </a:cubicBezTo>
                <a:lnTo>
                  <a:pt x="363955" y="131992"/>
                </a:lnTo>
                <a:cubicBezTo>
                  <a:pt x="363955" y="137108"/>
                  <a:pt x="364558" y="141754"/>
                  <a:pt x="365765" y="145929"/>
                </a:cubicBezTo>
                <a:cubicBezTo>
                  <a:pt x="366973" y="150104"/>
                  <a:pt x="368895" y="153652"/>
                  <a:pt x="371533" y="156572"/>
                </a:cubicBezTo>
                <a:cubicBezTo>
                  <a:pt x="374171" y="159490"/>
                  <a:pt x="377570" y="161712"/>
                  <a:pt x="381728" y="163237"/>
                </a:cubicBezTo>
                <a:cubicBezTo>
                  <a:pt x="385886" y="164763"/>
                  <a:pt x="390872" y="165526"/>
                  <a:pt x="396684" y="165526"/>
                </a:cubicBezTo>
                <a:cubicBezTo>
                  <a:pt x="402586" y="165526"/>
                  <a:pt x="407773" y="165094"/>
                  <a:pt x="412244" y="164231"/>
                </a:cubicBezTo>
                <a:cubicBezTo>
                  <a:pt x="416716" y="163367"/>
                  <a:pt x="420583" y="162413"/>
                  <a:pt x="423847" y="161368"/>
                </a:cubicBezTo>
                <a:cubicBezTo>
                  <a:pt x="427111" y="160323"/>
                  <a:pt x="429816" y="159368"/>
                  <a:pt x="431963" y="158505"/>
                </a:cubicBezTo>
                <a:cubicBezTo>
                  <a:pt x="434109" y="157641"/>
                  <a:pt x="435853" y="157210"/>
                  <a:pt x="437194" y="157210"/>
                </a:cubicBezTo>
                <a:cubicBezTo>
                  <a:pt x="437999" y="157210"/>
                  <a:pt x="438669" y="157367"/>
                  <a:pt x="439206" y="157683"/>
                </a:cubicBezTo>
                <a:cubicBezTo>
                  <a:pt x="439743" y="157996"/>
                  <a:pt x="440190" y="158558"/>
                  <a:pt x="440547" y="159368"/>
                </a:cubicBezTo>
                <a:cubicBezTo>
                  <a:pt x="440905" y="160176"/>
                  <a:pt x="441151" y="161322"/>
                  <a:pt x="441285" y="162806"/>
                </a:cubicBezTo>
                <a:cubicBezTo>
                  <a:pt x="441419" y="164290"/>
                  <a:pt x="441486" y="166155"/>
                  <a:pt x="441486" y="168402"/>
                </a:cubicBezTo>
                <a:cubicBezTo>
                  <a:pt x="441486" y="170380"/>
                  <a:pt x="441442" y="172067"/>
                  <a:pt x="441352" y="173461"/>
                </a:cubicBezTo>
                <a:cubicBezTo>
                  <a:pt x="441263" y="174853"/>
                  <a:pt x="441129" y="176043"/>
                  <a:pt x="440950" y="177033"/>
                </a:cubicBezTo>
                <a:cubicBezTo>
                  <a:pt x="440771" y="178022"/>
                  <a:pt x="440503" y="178855"/>
                  <a:pt x="440145" y="179531"/>
                </a:cubicBezTo>
                <a:cubicBezTo>
                  <a:pt x="439787" y="180204"/>
                  <a:pt x="439318" y="180856"/>
                  <a:pt x="438736" y="181484"/>
                </a:cubicBezTo>
                <a:cubicBezTo>
                  <a:pt x="438155" y="182113"/>
                  <a:pt x="436568" y="182964"/>
                  <a:pt x="433975" y="184037"/>
                </a:cubicBezTo>
                <a:cubicBezTo>
                  <a:pt x="431381" y="185110"/>
                  <a:pt x="428073" y="186161"/>
                  <a:pt x="424048" y="187189"/>
                </a:cubicBezTo>
                <a:cubicBezTo>
                  <a:pt x="420024" y="188218"/>
                  <a:pt x="415419" y="189112"/>
                  <a:pt x="410232" y="189872"/>
                </a:cubicBezTo>
                <a:cubicBezTo>
                  <a:pt x="405046" y="190632"/>
                  <a:pt x="399501" y="191012"/>
                  <a:pt x="393599" y="191012"/>
                </a:cubicBezTo>
                <a:cubicBezTo>
                  <a:pt x="382957" y="191012"/>
                  <a:pt x="373635" y="189668"/>
                  <a:pt x="365631" y="186980"/>
                </a:cubicBezTo>
                <a:cubicBezTo>
                  <a:pt x="357628" y="184291"/>
                  <a:pt x="350943" y="180214"/>
                  <a:pt x="345578" y="174748"/>
                </a:cubicBezTo>
                <a:cubicBezTo>
                  <a:pt x="340212" y="169282"/>
                  <a:pt x="336210" y="162384"/>
                  <a:pt x="333572" y="154053"/>
                </a:cubicBezTo>
                <a:cubicBezTo>
                  <a:pt x="330934" y="145720"/>
                  <a:pt x="329615" y="135953"/>
                  <a:pt x="329615" y="124752"/>
                </a:cubicBezTo>
                <a:cubicBezTo>
                  <a:pt x="329615" y="114088"/>
                  <a:pt x="331001" y="104478"/>
                  <a:pt x="333774" y="95921"/>
                </a:cubicBezTo>
                <a:cubicBezTo>
                  <a:pt x="336546" y="87364"/>
                  <a:pt x="340570" y="80107"/>
                  <a:pt x="345846" y="74149"/>
                </a:cubicBezTo>
                <a:cubicBezTo>
                  <a:pt x="351122" y="68188"/>
                  <a:pt x="357538" y="63640"/>
                  <a:pt x="365095" y="60505"/>
                </a:cubicBezTo>
                <a:cubicBezTo>
                  <a:pt x="372651" y="57369"/>
                  <a:pt x="381169" y="55801"/>
                  <a:pt x="390648" y="55801"/>
                </a:cubicBezTo>
                <a:cubicBezTo>
                  <a:pt x="400664" y="55801"/>
                  <a:pt x="409226" y="57280"/>
                  <a:pt x="416335" y="60236"/>
                </a:cubicBezTo>
                <a:cubicBezTo>
                  <a:pt x="423445" y="63193"/>
                  <a:pt x="429280" y="67291"/>
                  <a:pt x="433840" y="72531"/>
                </a:cubicBezTo>
                <a:cubicBezTo>
                  <a:pt x="438401" y="77771"/>
                  <a:pt x="441755" y="83974"/>
                  <a:pt x="443901" y="91142"/>
                </a:cubicBezTo>
                <a:cubicBezTo>
                  <a:pt x="446047" y="98308"/>
                  <a:pt x="447120" y="106102"/>
                  <a:pt x="447120" y="114524"/>
                </a:cubicBezTo>
                <a:lnTo>
                  <a:pt x="447120" y="119898"/>
                </a:lnTo>
                <a:moveTo>
                  <a:pt x="414390" y="110261"/>
                </a:moveTo>
                <a:cubicBezTo>
                  <a:pt x="414659" y="100740"/>
                  <a:pt x="412758" y="93264"/>
                  <a:pt x="408690" y="87831"/>
                </a:cubicBezTo>
                <a:cubicBezTo>
                  <a:pt x="404621" y="82396"/>
                  <a:pt x="398339" y="79678"/>
                  <a:pt x="389843" y="79678"/>
                </a:cubicBezTo>
                <a:cubicBezTo>
                  <a:pt x="385551" y="79678"/>
                  <a:pt x="381817" y="80487"/>
                  <a:pt x="378643" y="82105"/>
                </a:cubicBezTo>
                <a:cubicBezTo>
                  <a:pt x="375468" y="83720"/>
                  <a:pt x="372830" y="85899"/>
                  <a:pt x="370729" y="88640"/>
                </a:cubicBezTo>
                <a:cubicBezTo>
                  <a:pt x="368627" y="91379"/>
                  <a:pt x="367017" y="94612"/>
                  <a:pt x="365900" y="98340"/>
                </a:cubicBezTo>
                <a:cubicBezTo>
                  <a:pt x="364782" y="102065"/>
                  <a:pt x="364133" y="106039"/>
                  <a:pt x="363955" y="110261"/>
                </a:cubicBezTo>
                <a:lnTo>
                  <a:pt x="414390" y="110261"/>
                </a:lnTo>
                <a:close/>
                <a:moveTo>
                  <a:pt x="558187" y="149480"/>
                </a:moveTo>
                <a:cubicBezTo>
                  <a:pt x="558187" y="156290"/>
                  <a:pt x="556912" y="162294"/>
                  <a:pt x="554364" y="167492"/>
                </a:cubicBezTo>
                <a:cubicBezTo>
                  <a:pt x="551815" y="172687"/>
                  <a:pt x="548216" y="177033"/>
                  <a:pt x="543566" y="180529"/>
                </a:cubicBezTo>
                <a:cubicBezTo>
                  <a:pt x="538916" y="184022"/>
                  <a:pt x="533416" y="186642"/>
                  <a:pt x="527067" y="188388"/>
                </a:cubicBezTo>
                <a:cubicBezTo>
                  <a:pt x="520718" y="190138"/>
                  <a:pt x="513832" y="191012"/>
                  <a:pt x="506410" y="191012"/>
                </a:cubicBezTo>
                <a:cubicBezTo>
                  <a:pt x="501938" y="191012"/>
                  <a:pt x="497668" y="190673"/>
                  <a:pt x="493599" y="189994"/>
                </a:cubicBezTo>
                <a:cubicBezTo>
                  <a:pt x="489531" y="189315"/>
                  <a:pt x="485886" y="188455"/>
                  <a:pt x="482667" y="187416"/>
                </a:cubicBezTo>
                <a:cubicBezTo>
                  <a:pt x="479448" y="186373"/>
                  <a:pt x="476765" y="185310"/>
                  <a:pt x="474619" y="184226"/>
                </a:cubicBezTo>
                <a:cubicBezTo>
                  <a:pt x="472473" y="183139"/>
                  <a:pt x="470908" y="182120"/>
                  <a:pt x="469924" y="181170"/>
                </a:cubicBezTo>
                <a:cubicBezTo>
                  <a:pt x="468940" y="180220"/>
                  <a:pt x="468180" y="178733"/>
                  <a:pt x="467644" y="176710"/>
                </a:cubicBezTo>
                <a:cubicBezTo>
                  <a:pt x="467107" y="174687"/>
                  <a:pt x="466839" y="171696"/>
                  <a:pt x="466839" y="167739"/>
                </a:cubicBezTo>
                <a:cubicBezTo>
                  <a:pt x="466839" y="165132"/>
                  <a:pt x="466928" y="163042"/>
                  <a:pt x="467107" y="161468"/>
                </a:cubicBezTo>
                <a:cubicBezTo>
                  <a:pt x="467286" y="159895"/>
                  <a:pt x="467554" y="158636"/>
                  <a:pt x="467912" y="157692"/>
                </a:cubicBezTo>
                <a:cubicBezTo>
                  <a:pt x="468270" y="156747"/>
                  <a:pt x="468717" y="156118"/>
                  <a:pt x="469253" y="155805"/>
                </a:cubicBezTo>
                <a:cubicBezTo>
                  <a:pt x="469790" y="155490"/>
                  <a:pt x="470461" y="155332"/>
                  <a:pt x="471265" y="155332"/>
                </a:cubicBezTo>
                <a:cubicBezTo>
                  <a:pt x="472249" y="155332"/>
                  <a:pt x="473702" y="155898"/>
                  <a:pt x="475625" y="157029"/>
                </a:cubicBezTo>
                <a:cubicBezTo>
                  <a:pt x="477548" y="158161"/>
                  <a:pt x="479940" y="159406"/>
                  <a:pt x="482801" y="160764"/>
                </a:cubicBezTo>
                <a:cubicBezTo>
                  <a:pt x="485663" y="162122"/>
                  <a:pt x="488994" y="163390"/>
                  <a:pt x="492795" y="164566"/>
                </a:cubicBezTo>
                <a:cubicBezTo>
                  <a:pt x="496595" y="165743"/>
                  <a:pt x="500910" y="166331"/>
                  <a:pt x="505739" y="166331"/>
                </a:cubicBezTo>
                <a:cubicBezTo>
                  <a:pt x="508779" y="166331"/>
                  <a:pt x="511484" y="166019"/>
                  <a:pt x="513854" y="165396"/>
                </a:cubicBezTo>
                <a:cubicBezTo>
                  <a:pt x="516224" y="164773"/>
                  <a:pt x="518281" y="163883"/>
                  <a:pt x="520025" y="162726"/>
                </a:cubicBezTo>
                <a:cubicBezTo>
                  <a:pt x="521768" y="161566"/>
                  <a:pt x="523087" y="160096"/>
                  <a:pt x="523982" y="158316"/>
                </a:cubicBezTo>
                <a:cubicBezTo>
                  <a:pt x="524876" y="156536"/>
                  <a:pt x="525323" y="154488"/>
                  <a:pt x="525323" y="152171"/>
                </a:cubicBezTo>
                <a:cubicBezTo>
                  <a:pt x="525323" y="149483"/>
                  <a:pt x="524496" y="147176"/>
                  <a:pt x="522841" y="145250"/>
                </a:cubicBezTo>
                <a:cubicBezTo>
                  <a:pt x="521187" y="143322"/>
                  <a:pt x="518996" y="141641"/>
                  <a:pt x="516269" y="140208"/>
                </a:cubicBezTo>
                <a:cubicBezTo>
                  <a:pt x="513541" y="138774"/>
                  <a:pt x="510456" y="137430"/>
                  <a:pt x="507013" y="136175"/>
                </a:cubicBezTo>
                <a:cubicBezTo>
                  <a:pt x="503570" y="134920"/>
                  <a:pt x="500038" y="133531"/>
                  <a:pt x="496416" y="132008"/>
                </a:cubicBezTo>
                <a:cubicBezTo>
                  <a:pt x="492795" y="130485"/>
                  <a:pt x="489262" y="128739"/>
                  <a:pt x="485819" y="126769"/>
                </a:cubicBezTo>
                <a:cubicBezTo>
                  <a:pt x="482377" y="124796"/>
                  <a:pt x="479291" y="122376"/>
                  <a:pt x="476564" y="119508"/>
                </a:cubicBezTo>
                <a:cubicBezTo>
                  <a:pt x="473836" y="116641"/>
                  <a:pt x="471646" y="113193"/>
                  <a:pt x="469991" y="109163"/>
                </a:cubicBezTo>
                <a:cubicBezTo>
                  <a:pt x="468337" y="105131"/>
                  <a:pt x="467510" y="100292"/>
                  <a:pt x="467510" y="94647"/>
                </a:cubicBezTo>
                <a:cubicBezTo>
                  <a:pt x="467510" y="88910"/>
                  <a:pt x="468627" y="83645"/>
                  <a:pt x="470863" y="78852"/>
                </a:cubicBezTo>
                <a:cubicBezTo>
                  <a:pt x="473099" y="74059"/>
                  <a:pt x="476318" y="69961"/>
                  <a:pt x="480521" y="66558"/>
                </a:cubicBezTo>
                <a:cubicBezTo>
                  <a:pt x="484724" y="63151"/>
                  <a:pt x="489844" y="60507"/>
                  <a:pt x="495880" y="58627"/>
                </a:cubicBezTo>
                <a:cubicBezTo>
                  <a:pt x="501916" y="56743"/>
                  <a:pt x="508690" y="55801"/>
                  <a:pt x="516202" y="55801"/>
                </a:cubicBezTo>
                <a:cubicBezTo>
                  <a:pt x="519957" y="55801"/>
                  <a:pt x="523602" y="56070"/>
                  <a:pt x="527134" y="56606"/>
                </a:cubicBezTo>
                <a:cubicBezTo>
                  <a:pt x="530666" y="57143"/>
                  <a:pt x="533863" y="57813"/>
                  <a:pt x="536725" y="58618"/>
                </a:cubicBezTo>
                <a:cubicBezTo>
                  <a:pt x="539586" y="59423"/>
                  <a:pt x="542001" y="60295"/>
                  <a:pt x="543968" y="61234"/>
                </a:cubicBezTo>
                <a:cubicBezTo>
                  <a:pt x="545936" y="62173"/>
                  <a:pt x="547344" y="62978"/>
                  <a:pt x="548194" y="63648"/>
                </a:cubicBezTo>
                <a:cubicBezTo>
                  <a:pt x="549043" y="64319"/>
                  <a:pt x="549647" y="64990"/>
                  <a:pt x="550004" y="65660"/>
                </a:cubicBezTo>
                <a:cubicBezTo>
                  <a:pt x="550362" y="66331"/>
                  <a:pt x="550630" y="67136"/>
                  <a:pt x="550809" y="68075"/>
                </a:cubicBezTo>
                <a:cubicBezTo>
                  <a:pt x="550988" y="69014"/>
                  <a:pt x="551145" y="70176"/>
                  <a:pt x="551279" y="71563"/>
                </a:cubicBezTo>
                <a:cubicBezTo>
                  <a:pt x="551413" y="72949"/>
                  <a:pt x="551480" y="74670"/>
                  <a:pt x="551480" y="76727"/>
                </a:cubicBezTo>
                <a:cubicBezTo>
                  <a:pt x="551480" y="79141"/>
                  <a:pt x="551413" y="81109"/>
                  <a:pt x="551279" y="82629"/>
                </a:cubicBezTo>
                <a:cubicBezTo>
                  <a:pt x="551145" y="84149"/>
                  <a:pt x="550921" y="85356"/>
                  <a:pt x="550608" y="86251"/>
                </a:cubicBezTo>
                <a:cubicBezTo>
                  <a:pt x="550295" y="87145"/>
                  <a:pt x="549870" y="87749"/>
                  <a:pt x="549334" y="88062"/>
                </a:cubicBezTo>
                <a:cubicBezTo>
                  <a:pt x="548797" y="88374"/>
                  <a:pt x="548171" y="88531"/>
                  <a:pt x="547456" y="88531"/>
                </a:cubicBezTo>
                <a:cubicBezTo>
                  <a:pt x="546651" y="88531"/>
                  <a:pt x="545399" y="88062"/>
                  <a:pt x="543700" y="87123"/>
                </a:cubicBezTo>
                <a:cubicBezTo>
                  <a:pt x="542001" y="86184"/>
                  <a:pt x="539877" y="85178"/>
                  <a:pt x="537328" y="84104"/>
                </a:cubicBezTo>
                <a:cubicBezTo>
                  <a:pt x="534780" y="83031"/>
                  <a:pt x="531829" y="82025"/>
                  <a:pt x="528475" y="81086"/>
                </a:cubicBezTo>
                <a:cubicBezTo>
                  <a:pt x="525122" y="80147"/>
                  <a:pt x="521299" y="79678"/>
                  <a:pt x="517006" y="79678"/>
                </a:cubicBezTo>
                <a:cubicBezTo>
                  <a:pt x="513966" y="79678"/>
                  <a:pt x="511328" y="79994"/>
                  <a:pt x="509092" y="80625"/>
                </a:cubicBezTo>
                <a:cubicBezTo>
                  <a:pt x="506857" y="81254"/>
                  <a:pt x="505023" y="82152"/>
                  <a:pt x="503593" y="83321"/>
                </a:cubicBezTo>
                <a:cubicBezTo>
                  <a:pt x="502162" y="84489"/>
                  <a:pt x="501089" y="85859"/>
                  <a:pt x="500373" y="87433"/>
                </a:cubicBezTo>
                <a:cubicBezTo>
                  <a:pt x="499658" y="89006"/>
                  <a:pt x="499300" y="90693"/>
                  <a:pt x="499300" y="92492"/>
                </a:cubicBezTo>
                <a:cubicBezTo>
                  <a:pt x="499300" y="95270"/>
                  <a:pt x="500150" y="97601"/>
                  <a:pt x="501849" y="99484"/>
                </a:cubicBezTo>
                <a:cubicBezTo>
                  <a:pt x="503548" y="101365"/>
                  <a:pt x="505784" y="103022"/>
                  <a:pt x="508556" y="104456"/>
                </a:cubicBezTo>
                <a:cubicBezTo>
                  <a:pt x="511328" y="105889"/>
                  <a:pt x="514480" y="107233"/>
                  <a:pt x="518012" y="108488"/>
                </a:cubicBezTo>
                <a:cubicBezTo>
                  <a:pt x="521545" y="109743"/>
                  <a:pt x="525122" y="111109"/>
                  <a:pt x="528744" y="112588"/>
                </a:cubicBezTo>
                <a:cubicBezTo>
                  <a:pt x="532365" y="114066"/>
                  <a:pt x="535942" y="115790"/>
                  <a:pt x="539475" y="117760"/>
                </a:cubicBezTo>
                <a:cubicBezTo>
                  <a:pt x="543007" y="119731"/>
                  <a:pt x="546159" y="122151"/>
                  <a:pt x="548931" y="125021"/>
                </a:cubicBezTo>
                <a:cubicBezTo>
                  <a:pt x="551703" y="127888"/>
                  <a:pt x="553939" y="131315"/>
                  <a:pt x="555638" y="135303"/>
                </a:cubicBezTo>
                <a:cubicBezTo>
                  <a:pt x="557337" y="139288"/>
                  <a:pt x="558187" y="144014"/>
                  <a:pt x="558187" y="149480"/>
                </a:cubicBezTo>
                <a:close/>
                <a:moveTo>
                  <a:pt x="653132" y="171336"/>
                </a:moveTo>
                <a:cubicBezTo>
                  <a:pt x="653132" y="175290"/>
                  <a:pt x="652886" y="178324"/>
                  <a:pt x="652394" y="180436"/>
                </a:cubicBezTo>
                <a:cubicBezTo>
                  <a:pt x="651903" y="182546"/>
                  <a:pt x="651254" y="184029"/>
                  <a:pt x="650449" y="184884"/>
                </a:cubicBezTo>
                <a:cubicBezTo>
                  <a:pt x="649645" y="185736"/>
                  <a:pt x="648460" y="186499"/>
                  <a:pt x="646895" y="187173"/>
                </a:cubicBezTo>
                <a:cubicBezTo>
                  <a:pt x="645330" y="187846"/>
                  <a:pt x="643497" y="188430"/>
                  <a:pt x="641395" y="188925"/>
                </a:cubicBezTo>
                <a:cubicBezTo>
                  <a:pt x="639294" y="189419"/>
                  <a:pt x="637013" y="189801"/>
                  <a:pt x="634554" y="190069"/>
                </a:cubicBezTo>
                <a:cubicBezTo>
                  <a:pt x="632095" y="190340"/>
                  <a:pt x="629613" y="190476"/>
                  <a:pt x="627109" y="190476"/>
                </a:cubicBezTo>
                <a:cubicBezTo>
                  <a:pt x="620403" y="190476"/>
                  <a:pt x="614590" y="189626"/>
                  <a:pt x="609672" y="187927"/>
                </a:cubicBezTo>
                <a:cubicBezTo>
                  <a:pt x="604753" y="186228"/>
                  <a:pt x="600684" y="183612"/>
                  <a:pt x="597465" y="180080"/>
                </a:cubicBezTo>
                <a:cubicBezTo>
                  <a:pt x="594246" y="176548"/>
                  <a:pt x="591876" y="172099"/>
                  <a:pt x="590356" y="166733"/>
                </a:cubicBezTo>
                <a:cubicBezTo>
                  <a:pt x="588835" y="161368"/>
                  <a:pt x="588075" y="155019"/>
                  <a:pt x="588075" y="147686"/>
                </a:cubicBezTo>
                <a:lnTo>
                  <a:pt x="588075" y="86385"/>
                </a:lnTo>
                <a:lnTo>
                  <a:pt x="573723" y="86385"/>
                </a:lnTo>
                <a:cubicBezTo>
                  <a:pt x="572024" y="86385"/>
                  <a:pt x="570727" y="85334"/>
                  <a:pt x="569833" y="83233"/>
                </a:cubicBezTo>
                <a:cubicBezTo>
                  <a:pt x="568938" y="81131"/>
                  <a:pt x="568491" y="77621"/>
                  <a:pt x="568491" y="72703"/>
                </a:cubicBezTo>
                <a:cubicBezTo>
                  <a:pt x="568491" y="70109"/>
                  <a:pt x="568603" y="67918"/>
                  <a:pt x="568827" y="66130"/>
                </a:cubicBezTo>
                <a:cubicBezTo>
                  <a:pt x="569050" y="64341"/>
                  <a:pt x="569385" y="62933"/>
                  <a:pt x="569833" y="61905"/>
                </a:cubicBezTo>
                <a:cubicBezTo>
                  <a:pt x="570280" y="60876"/>
                  <a:pt x="570839" y="60138"/>
                  <a:pt x="571509" y="59691"/>
                </a:cubicBezTo>
                <a:cubicBezTo>
                  <a:pt x="572180" y="59244"/>
                  <a:pt x="572962" y="59021"/>
                  <a:pt x="573857" y="59021"/>
                </a:cubicBezTo>
                <a:lnTo>
                  <a:pt x="588075" y="59021"/>
                </a:lnTo>
                <a:lnTo>
                  <a:pt x="588075" y="32218"/>
                </a:lnTo>
                <a:cubicBezTo>
                  <a:pt x="588075" y="31318"/>
                  <a:pt x="588321" y="30509"/>
                  <a:pt x="588813" y="29791"/>
                </a:cubicBezTo>
                <a:cubicBezTo>
                  <a:pt x="589305" y="29073"/>
                  <a:pt x="590199" y="28468"/>
                  <a:pt x="591496" y="27976"/>
                </a:cubicBezTo>
                <a:cubicBezTo>
                  <a:pt x="592793" y="27482"/>
                  <a:pt x="594536" y="27122"/>
                  <a:pt x="596727" y="26899"/>
                </a:cubicBezTo>
                <a:cubicBezTo>
                  <a:pt x="598918" y="26672"/>
                  <a:pt x="601623" y="26559"/>
                  <a:pt x="604843" y="26559"/>
                </a:cubicBezTo>
                <a:cubicBezTo>
                  <a:pt x="608151" y="26559"/>
                  <a:pt x="610901" y="26672"/>
                  <a:pt x="613092" y="26899"/>
                </a:cubicBezTo>
                <a:cubicBezTo>
                  <a:pt x="615283" y="27122"/>
                  <a:pt x="617004" y="27482"/>
                  <a:pt x="618256" y="27976"/>
                </a:cubicBezTo>
                <a:cubicBezTo>
                  <a:pt x="619508" y="28468"/>
                  <a:pt x="620403" y="29073"/>
                  <a:pt x="620939" y="29791"/>
                </a:cubicBezTo>
                <a:cubicBezTo>
                  <a:pt x="621476" y="30509"/>
                  <a:pt x="621744" y="31318"/>
                  <a:pt x="621744" y="32218"/>
                </a:cubicBezTo>
                <a:lnTo>
                  <a:pt x="621744" y="59021"/>
                </a:lnTo>
                <a:lnTo>
                  <a:pt x="647767" y="59021"/>
                </a:lnTo>
                <a:cubicBezTo>
                  <a:pt x="648661" y="59021"/>
                  <a:pt x="649443" y="59244"/>
                  <a:pt x="650114" y="59691"/>
                </a:cubicBezTo>
                <a:cubicBezTo>
                  <a:pt x="650785" y="60138"/>
                  <a:pt x="651344" y="60876"/>
                  <a:pt x="651791" y="61905"/>
                </a:cubicBezTo>
                <a:cubicBezTo>
                  <a:pt x="652238" y="62933"/>
                  <a:pt x="652573" y="64341"/>
                  <a:pt x="652797" y="66130"/>
                </a:cubicBezTo>
                <a:cubicBezTo>
                  <a:pt x="653020" y="67918"/>
                  <a:pt x="653132" y="70109"/>
                  <a:pt x="653132" y="72703"/>
                </a:cubicBezTo>
                <a:cubicBezTo>
                  <a:pt x="653132" y="77621"/>
                  <a:pt x="652685" y="81131"/>
                  <a:pt x="651791" y="83233"/>
                </a:cubicBezTo>
                <a:cubicBezTo>
                  <a:pt x="650897" y="85334"/>
                  <a:pt x="649600" y="86385"/>
                  <a:pt x="647901" y="86385"/>
                </a:cubicBezTo>
                <a:lnTo>
                  <a:pt x="621744" y="86385"/>
                </a:lnTo>
                <a:lnTo>
                  <a:pt x="621744" y="142488"/>
                </a:lnTo>
                <a:cubicBezTo>
                  <a:pt x="621744" y="149005"/>
                  <a:pt x="622772" y="153892"/>
                  <a:pt x="624829" y="157151"/>
                </a:cubicBezTo>
                <a:cubicBezTo>
                  <a:pt x="626886" y="160409"/>
                  <a:pt x="630552" y="162039"/>
                  <a:pt x="635828" y="162039"/>
                </a:cubicBezTo>
                <a:cubicBezTo>
                  <a:pt x="637617" y="162039"/>
                  <a:pt x="639227" y="161882"/>
                  <a:pt x="640657" y="161569"/>
                </a:cubicBezTo>
                <a:cubicBezTo>
                  <a:pt x="642088" y="161256"/>
                  <a:pt x="643363" y="160898"/>
                  <a:pt x="644480" y="160496"/>
                </a:cubicBezTo>
                <a:cubicBezTo>
                  <a:pt x="645598" y="160094"/>
                  <a:pt x="646537" y="159736"/>
                  <a:pt x="647297" y="159423"/>
                </a:cubicBezTo>
                <a:cubicBezTo>
                  <a:pt x="648057" y="159110"/>
                  <a:pt x="648750" y="158953"/>
                  <a:pt x="649376" y="158953"/>
                </a:cubicBezTo>
                <a:cubicBezTo>
                  <a:pt x="649913" y="158953"/>
                  <a:pt x="650427" y="159110"/>
                  <a:pt x="650919" y="159423"/>
                </a:cubicBezTo>
                <a:cubicBezTo>
                  <a:pt x="651411" y="159736"/>
                  <a:pt x="651791" y="160363"/>
                  <a:pt x="652059" y="161305"/>
                </a:cubicBezTo>
                <a:cubicBezTo>
                  <a:pt x="652327" y="162244"/>
                  <a:pt x="652573" y="163522"/>
                  <a:pt x="652797" y="165140"/>
                </a:cubicBezTo>
                <a:cubicBezTo>
                  <a:pt x="653020" y="166756"/>
                  <a:pt x="653132" y="168821"/>
                  <a:pt x="653132" y="171336"/>
                </a:cubicBezTo>
                <a:close/>
                <a:moveTo>
                  <a:pt x="709208" y="183232"/>
                </a:moveTo>
                <a:cubicBezTo>
                  <a:pt x="709208" y="184127"/>
                  <a:pt x="708940" y="184909"/>
                  <a:pt x="708403" y="185580"/>
                </a:cubicBezTo>
                <a:cubicBezTo>
                  <a:pt x="707867" y="186250"/>
                  <a:pt x="706950" y="186809"/>
                  <a:pt x="705654" y="187256"/>
                </a:cubicBezTo>
                <a:cubicBezTo>
                  <a:pt x="704357" y="187704"/>
                  <a:pt x="702635" y="188039"/>
                  <a:pt x="700489" y="188262"/>
                </a:cubicBezTo>
                <a:cubicBezTo>
                  <a:pt x="698343" y="188486"/>
                  <a:pt x="695616" y="188598"/>
                  <a:pt x="692307" y="188598"/>
                </a:cubicBezTo>
                <a:cubicBezTo>
                  <a:pt x="688998" y="188598"/>
                  <a:pt x="686271" y="188486"/>
                  <a:pt x="684124" y="188262"/>
                </a:cubicBezTo>
                <a:cubicBezTo>
                  <a:pt x="681978" y="188039"/>
                  <a:pt x="680257" y="187704"/>
                  <a:pt x="678960" y="187256"/>
                </a:cubicBezTo>
                <a:cubicBezTo>
                  <a:pt x="677663" y="186809"/>
                  <a:pt x="676747" y="186250"/>
                  <a:pt x="676210" y="185580"/>
                </a:cubicBezTo>
                <a:cubicBezTo>
                  <a:pt x="675674" y="184909"/>
                  <a:pt x="675405" y="184127"/>
                  <a:pt x="675405" y="183232"/>
                </a:cubicBezTo>
                <a:lnTo>
                  <a:pt x="675405" y="63850"/>
                </a:lnTo>
                <a:cubicBezTo>
                  <a:pt x="675405" y="62955"/>
                  <a:pt x="675674" y="62173"/>
                  <a:pt x="676210" y="61502"/>
                </a:cubicBezTo>
                <a:cubicBezTo>
                  <a:pt x="676747" y="60832"/>
                  <a:pt x="677663" y="60250"/>
                  <a:pt x="678960" y="59758"/>
                </a:cubicBezTo>
                <a:cubicBezTo>
                  <a:pt x="680257" y="59267"/>
                  <a:pt x="681978" y="58887"/>
                  <a:pt x="684124" y="58618"/>
                </a:cubicBezTo>
                <a:cubicBezTo>
                  <a:pt x="686271" y="58350"/>
                  <a:pt x="688998" y="58216"/>
                  <a:pt x="692307" y="58216"/>
                </a:cubicBezTo>
                <a:cubicBezTo>
                  <a:pt x="695616" y="58216"/>
                  <a:pt x="698343" y="58350"/>
                  <a:pt x="700489" y="58618"/>
                </a:cubicBezTo>
                <a:cubicBezTo>
                  <a:pt x="702635" y="58887"/>
                  <a:pt x="704357" y="59267"/>
                  <a:pt x="705654" y="59758"/>
                </a:cubicBezTo>
                <a:cubicBezTo>
                  <a:pt x="706950" y="60250"/>
                  <a:pt x="707867" y="60832"/>
                  <a:pt x="708403" y="61502"/>
                </a:cubicBezTo>
                <a:cubicBezTo>
                  <a:pt x="708940" y="62173"/>
                  <a:pt x="709208" y="62955"/>
                  <a:pt x="709208" y="63850"/>
                </a:cubicBezTo>
                <a:lnTo>
                  <a:pt x="709208" y="183232"/>
                </a:lnTo>
                <a:moveTo>
                  <a:pt x="711757" y="23072"/>
                </a:moveTo>
                <a:cubicBezTo>
                  <a:pt x="711757" y="29868"/>
                  <a:pt x="710371" y="34563"/>
                  <a:pt x="707599" y="37156"/>
                </a:cubicBezTo>
                <a:cubicBezTo>
                  <a:pt x="704826" y="39750"/>
                  <a:pt x="699684" y="41046"/>
                  <a:pt x="692173" y="41046"/>
                </a:cubicBezTo>
                <a:cubicBezTo>
                  <a:pt x="684572" y="41046"/>
                  <a:pt x="679452" y="39794"/>
                  <a:pt x="676814" y="37290"/>
                </a:cubicBezTo>
                <a:cubicBezTo>
                  <a:pt x="674176" y="34786"/>
                  <a:pt x="672857" y="30270"/>
                  <a:pt x="672857" y="23742"/>
                </a:cubicBezTo>
                <a:cubicBezTo>
                  <a:pt x="672857" y="16946"/>
                  <a:pt x="674221" y="12229"/>
                  <a:pt x="676948" y="9591"/>
                </a:cubicBezTo>
                <a:cubicBezTo>
                  <a:pt x="679675" y="6953"/>
                  <a:pt x="684840" y="5634"/>
                  <a:pt x="692441" y="5634"/>
                </a:cubicBezTo>
                <a:cubicBezTo>
                  <a:pt x="699953" y="5634"/>
                  <a:pt x="705050" y="6908"/>
                  <a:pt x="707733" y="9457"/>
                </a:cubicBezTo>
                <a:cubicBezTo>
                  <a:pt x="710415" y="12005"/>
                  <a:pt x="711757" y="16544"/>
                  <a:pt x="711757" y="23072"/>
                </a:cubicBezTo>
                <a:close/>
                <a:moveTo>
                  <a:pt x="860497" y="122195"/>
                </a:moveTo>
                <a:cubicBezTo>
                  <a:pt x="860497" y="132412"/>
                  <a:pt x="859156" y="141732"/>
                  <a:pt x="856473" y="150155"/>
                </a:cubicBezTo>
                <a:cubicBezTo>
                  <a:pt x="853791" y="158578"/>
                  <a:pt x="849722" y="165835"/>
                  <a:pt x="844267" y="171927"/>
                </a:cubicBezTo>
                <a:cubicBezTo>
                  <a:pt x="838812" y="178019"/>
                  <a:pt x="831971" y="182724"/>
                  <a:pt x="823744" y="186041"/>
                </a:cubicBezTo>
                <a:cubicBezTo>
                  <a:pt x="815517" y="189355"/>
                  <a:pt x="805903" y="191012"/>
                  <a:pt x="794904" y="191012"/>
                </a:cubicBezTo>
                <a:cubicBezTo>
                  <a:pt x="784262" y="191012"/>
                  <a:pt x="775007" y="189534"/>
                  <a:pt x="767138" y="186577"/>
                </a:cubicBezTo>
                <a:cubicBezTo>
                  <a:pt x="759268" y="183621"/>
                  <a:pt x="752740" y="179320"/>
                  <a:pt x="747553" y="173675"/>
                </a:cubicBezTo>
                <a:cubicBezTo>
                  <a:pt x="742367" y="168030"/>
                  <a:pt x="738521" y="161086"/>
                  <a:pt x="736018" y="152842"/>
                </a:cubicBezTo>
                <a:cubicBezTo>
                  <a:pt x="733514" y="144598"/>
                  <a:pt x="732262" y="135190"/>
                  <a:pt x="732262" y="124618"/>
                </a:cubicBezTo>
                <a:cubicBezTo>
                  <a:pt x="732262" y="114401"/>
                  <a:pt x="733625" y="105059"/>
                  <a:pt x="736353" y="96592"/>
                </a:cubicBezTo>
                <a:cubicBezTo>
                  <a:pt x="739080" y="88124"/>
                  <a:pt x="743172" y="80867"/>
                  <a:pt x="748627" y="74820"/>
                </a:cubicBezTo>
                <a:cubicBezTo>
                  <a:pt x="754081" y="68772"/>
                  <a:pt x="760900" y="64091"/>
                  <a:pt x="769083" y="60777"/>
                </a:cubicBezTo>
                <a:cubicBezTo>
                  <a:pt x="777265" y="57460"/>
                  <a:pt x="786856" y="55801"/>
                  <a:pt x="797855" y="55801"/>
                </a:cubicBezTo>
                <a:cubicBezTo>
                  <a:pt x="808586" y="55801"/>
                  <a:pt x="817886" y="57257"/>
                  <a:pt x="825756" y="60169"/>
                </a:cubicBezTo>
                <a:cubicBezTo>
                  <a:pt x="833625" y="63081"/>
                  <a:pt x="840131" y="67360"/>
                  <a:pt x="845273" y="73005"/>
                </a:cubicBezTo>
                <a:cubicBezTo>
                  <a:pt x="850415" y="78649"/>
                  <a:pt x="854238" y="85594"/>
                  <a:pt x="856742" y="93838"/>
                </a:cubicBezTo>
                <a:cubicBezTo>
                  <a:pt x="859246" y="102082"/>
                  <a:pt x="860497" y="111534"/>
                  <a:pt x="860497" y="122195"/>
                </a:cubicBezTo>
                <a:moveTo>
                  <a:pt x="825756" y="123541"/>
                </a:moveTo>
                <a:cubicBezTo>
                  <a:pt x="825756" y="117639"/>
                  <a:pt x="825286" y="112206"/>
                  <a:pt x="824347" y="107243"/>
                </a:cubicBezTo>
                <a:cubicBezTo>
                  <a:pt x="823408" y="102280"/>
                  <a:pt x="821821" y="97965"/>
                  <a:pt x="819585" y="94299"/>
                </a:cubicBezTo>
                <a:cubicBezTo>
                  <a:pt x="817350" y="90632"/>
                  <a:pt x="814376" y="87771"/>
                  <a:pt x="810665" y="85714"/>
                </a:cubicBezTo>
                <a:cubicBezTo>
                  <a:pt x="806954" y="83657"/>
                  <a:pt x="802282" y="82629"/>
                  <a:pt x="796648" y="82629"/>
                </a:cubicBezTo>
                <a:cubicBezTo>
                  <a:pt x="791640" y="82629"/>
                  <a:pt x="787258" y="83546"/>
                  <a:pt x="783502" y="85379"/>
                </a:cubicBezTo>
                <a:cubicBezTo>
                  <a:pt x="779746" y="87212"/>
                  <a:pt x="776661" y="89895"/>
                  <a:pt x="774247" y="93427"/>
                </a:cubicBezTo>
                <a:cubicBezTo>
                  <a:pt x="771832" y="96959"/>
                  <a:pt x="770022" y="101207"/>
                  <a:pt x="768814" y="106170"/>
                </a:cubicBezTo>
                <a:cubicBezTo>
                  <a:pt x="767607" y="111133"/>
                  <a:pt x="767003" y="116789"/>
                  <a:pt x="767003" y="123139"/>
                </a:cubicBezTo>
                <a:cubicBezTo>
                  <a:pt x="767003" y="129041"/>
                  <a:pt x="767495" y="134473"/>
                  <a:pt x="768479" y="139436"/>
                </a:cubicBezTo>
                <a:cubicBezTo>
                  <a:pt x="769463" y="144399"/>
                  <a:pt x="771050" y="148714"/>
                  <a:pt x="773241" y="152381"/>
                </a:cubicBezTo>
                <a:cubicBezTo>
                  <a:pt x="775432" y="156047"/>
                  <a:pt x="778405" y="158886"/>
                  <a:pt x="782161" y="160898"/>
                </a:cubicBezTo>
                <a:cubicBezTo>
                  <a:pt x="785917" y="162910"/>
                  <a:pt x="790567" y="163916"/>
                  <a:pt x="796111" y="163916"/>
                </a:cubicBezTo>
                <a:cubicBezTo>
                  <a:pt x="801209" y="163916"/>
                  <a:pt x="805635" y="163000"/>
                  <a:pt x="809391" y="161167"/>
                </a:cubicBezTo>
                <a:cubicBezTo>
                  <a:pt x="813147" y="159333"/>
                  <a:pt x="816232" y="156673"/>
                  <a:pt x="818646" y="153185"/>
                </a:cubicBezTo>
                <a:cubicBezTo>
                  <a:pt x="821061" y="149698"/>
                  <a:pt x="822849" y="145473"/>
                  <a:pt x="824012" y="140509"/>
                </a:cubicBezTo>
                <a:cubicBezTo>
                  <a:pt x="825175" y="135546"/>
                  <a:pt x="825756" y="129890"/>
                  <a:pt x="825756" y="123541"/>
                </a:cubicBezTo>
                <a:close/>
                <a:moveTo>
                  <a:pt x="999542" y="183228"/>
                </a:moveTo>
                <a:cubicBezTo>
                  <a:pt x="999542" y="184122"/>
                  <a:pt x="999273" y="184906"/>
                  <a:pt x="998737" y="185580"/>
                </a:cubicBezTo>
                <a:cubicBezTo>
                  <a:pt x="998200" y="186250"/>
                  <a:pt x="997306" y="186809"/>
                  <a:pt x="996054" y="187256"/>
                </a:cubicBezTo>
                <a:cubicBezTo>
                  <a:pt x="994802" y="187704"/>
                  <a:pt x="993081" y="188039"/>
                  <a:pt x="990890" y="188262"/>
                </a:cubicBezTo>
                <a:cubicBezTo>
                  <a:pt x="988699" y="188486"/>
                  <a:pt x="985994" y="188598"/>
                  <a:pt x="982774" y="188598"/>
                </a:cubicBezTo>
                <a:cubicBezTo>
                  <a:pt x="979466" y="188598"/>
                  <a:pt x="976716" y="188486"/>
                  <a:pt x="974525" y="188262"/>
                </a:cubicBezTo>
                <a:cubicBezTo>
                  <a:pt x="972334" y="188039"/>
                  <a:pt x="970613" y="187704"/>
                  <a:pt x="969361" y="187256"/>
                </a:cubicBezTo>
                <a:cubicBezTo>
                  <a:pt x="968109" y="186809"/>
                  <a:pt x="967214" y="186250"/>
                  <a:pt x="966678" y="185580"/>
                </a:cubicBezTo>
                <a:cubicBezTo>
                  <a:pt x="966141" y="184909"/>
                  <a:pt x="965873" y="184127"/>
                  <a:pt x="965873" y="183232"/>
                </a:cubicBezTo>
                <a:lnTo>
                  <a:pt x="965873" y="114956"/>
                </a:lnTo>
                <a:cubicBezTo>
                  <a:pt x="965873" y="109144"/>
                  <a:pt x="965448" y="104583"/>
                  <a:pt x="964599" y="101274"/>
                </a:cubicBezTo>
                <a:cubicBezTo>
                  <a:pt x="963749" y="97965"/>
                  <a:pt x="962520" y="95126"/>
                  <a:pt x="960910" y="92756"/>
                </a:cubicBezTo>
                <a:cubicBezTo>
                  <a:pt x="959300" y="90387"/>
                  <a:pt x="957221" y="88553"/>
                  <a:pt x="954673" y="87257"/>
                </a:cubicBezTo>
                <a:cubicBezTo>
                  <a:pt x="952124" y="85960"/>
                  <a:pt x="949151" y="85312"/>
                  <a:pt x="945752" y="85312"/>
                </a:cubicBezTo>
                <a:cubicBezTo>
                  <a:pt x="941460" y="85312"/>
                  <a:pt x="937123" y="86877"/>
                  <a:pt x="932741" y="90007"/>
                </a:cubicBezTo>
                <a:cubicBezTo>
                  <a:pt x="928359" y="93136"/>
                  <a:pt x="923798" y="97697"/>
                  <a:pt x="919059" y="103689"/>
                </a:cubicBezTo>
                <a:lnTo>
                  <a:pt x="919059" y="183232"/>
                </a:lnTo>
                <a:cubicBezTo>
                  <a:pt x="919059" y="184127"/>
                  <a:pt x="918791" y="184909"/>
                  <a:pt x="918254" y="185580"/>
                </a:cubicBezTo>
                <a:cubicBezTo>
                  <a:pt x="917718" y="186250"/>
                  <a:pt x="916801" y="186809"/>
                  <a:pt x="915504" y="187256"/>
                </a:cubicBezTo>
                <a:cubicBezTo>
                  <a:pt x="914208" y="187704"/>
                  <a:pt x="912486" y="188039"/>
                  <a:pt x="910340" y="188262"/>
                </a:cubicBezTo>
                <a:cubicBezTo>
                  <a:pt x="908194" y="188486"/>
                  <a:pt x="905466" y="188598"/>
                  <a:pt x="902158" y="188598"/>
                </a:cubicBezTo>
                <a:cubicBezTo>
                  <a:pt x="898849" y="188598"/>
                  <a:pt x="896121" y="188486"/>
                  <a:pt x="893975" y="188262"/>
                </a:cubicBezTo>
                <a:cubicBezTo>
                  <a:pt x="891829" y="188039"/>
                  <a:pt x="890108" y="187704"/>
                  <a:pt x="888811" y="187256"/>
                </a:cubicBezTo>
                <a:cubicBezTo>
                  <a:pt x="887514" y="186809"/>
                  <a:pt x="886598" y="186250"/>
                  <a:pt x="886061" y="185580"/>
                </a:cubicBezTo>
                <a:cubicBezTo>
                  <a:pt x="885524" y="184909"/>
                  <a:pt x="885256" y="184127"/>
                  <a:pt x="885256" y="183232"/>
                </a:cubicBezTo>
                <a:lnTo>
                  <a:pt x="885256" y="63581"/>
                </a:lnTo>
                <a:cubicBezTo>
                  <a:pt x="885256" y="62687"/>
                  <a:pt x="885480" y="61905"/>
                  <a:pt x="885927" y="61234"/>
                </a:cubicBezTo>
                <a:cubicBezTo>
                  <a:pt x="886374" y="60563"/>
                  <a:pt x="887179" y="60004"/>
                  <a:pt x="888341" y="59557"/>
                </a:cubicBezTo>
                <a:cubicBezTo>
                  <a:pt x="889504" y="59110"/>
                  <a:pt x="891002" y="58775"/>
                  <a:pt x="892835" y="58551"/>
                </a:cubicBezTo>
                <a:cubicBezTo>
                  <a:pt x="894668" y="58328"/>
                  <a:pt x="896971" y="58216"/>
                  <a:pt x="899743" y="58216"/>
                </a:cubicBezTo>
                <a:cubicBezTo>
                  <a:pt x="902605" y="58216"/>
                  <a:pt x="904974" y="58328"/>
                  <a:pt x="906852" y="58551"/>
                </a:cubicBezTo>
                <a:cubicBezTo>
                  <a:pt x="908730" y="58775"/>
                  <a:pt x="910184" y="59110"/>
                  <a:pt x="911212" y="59557"/>
                </a:cubicBezTo>
                <a:cubicBezTo>
                  <a:pt x="912240" y="60004"/>
                  <a:pt x="912978" y="60563"/>
                  <a:pt x="913425" y="61234"/>
                </a:cubicBezTo>
                <a:cubicBezTo>
                  <a:pt x="913872" y="61905"/>
                  <a:pt x="914096" y="62687"/>
                  <a:pt x="914096" y="63581"/>
                </a:cubicBezTo>
                <a:lnTo>
                  <a:pt x="914096" y="77398"/>
                </a:lnTo>
                <a:cubicBezTo>
                  <a:pt x="920713" y="70199"/>
                  <a:pt x="927443" y="64800"/>
                  <a:pt x="934284" y="61200"/>
                </a:cubicBezTo>
                <a:cubicBezTo>
                  <a:pt x="941125" y="57601"/>
                  <a:pt x="948256" y="55801"/>
                  <a:pt x="955679" y="55801"/>
                </a:cubicBezTo>
                <a:cubicBezTo>
                  <a:pt x="963816" y="55801"/>
                  <a:pt x="970680" y="57144"/>
                  <a:pt x="976269" y="59830"/>
                </a:cubicBezTo>
                <a:cubicBezTo>
                  <a:pt x="981858" y="62515"/>
                  <a:pt x="986374" y="66164"/>
                  <a:pt x="989817" y="70774"/>
                </a:cubicBezTo>
                <a:cubicBezTo>
                  <a:pt x="993260" y="75383"/>
                  <a:pt x="995741" y="80776"/>
                  <a:pt x="997261" y="86955"/>
                </a:cubicBezTo>
                <a:cubicBezTo>
                  <a:pt x="998782" y="93131"/>
                  <a:pt x="999542" y="100560"/>
                  <a:pt x="999542" y="109243"/>
                </a:cubicBezTo>
                <a:lnTo>
                  <a:pt x="999542" y="183228"/>
                </a:lnTo>
                <a:close/>
                <a:moveTo>
                  <a:pt x="1072632" y="81690"/>
                </a:moveTo>
                <a:cubicBezTo>
                  <a:pt x="1072632" y="85446"/>
                  <a:pt x="1072319" y="88576"/>
                  <a:pt x="1071693" y="91080"/>
                </a:cubicBezTo>
                <a:cubicBezTo>
                  <a:pt x="1071067" y="93584"/>
                  <a:pt x="1070016" y="95640"/>
                  <a:pt x="1068541" y="97250"/>
                </a:cubicBezTo>
                <a:cubicBezTo>
                  <a:pt x="1067065" y="98860"/>
                  <a:pt x="1065120" y="100000"/>
                  <a:pt x="1062706" y="100670"/>
                </a:cubicBezTo>
                <a:cubicBezTo>
                  <a:pt x="1060292" y="101341"/>
                  <a:pt x="1057251" y="101677"/>
                  <a:pt x="1053585" y="101677"/>
                </a:cubicBezTo>
                <a:cubicBezTo>
                  <a:pt x="1049918" y="101677"/>
                  <a:pt x="1046878" y="101341"/>
                  <a:pt x="1044463" y="100670"/>
                </a:cubicBezTo>
                <a:cubicBezTo>
                  <a:pt x="1042049" y="100000"/>
                  <a:pt x="1040104" y="98860"/>
                  <a:pt x="1038628" y="97250"/>
                </a:cubicBezTo>
                <a:cubicBezTo>
                  <a:pt x="1037153" y="95640"/>
                  <a:pt x="1036147" y="93584"/>
                  <a:pt x="1035610" y="91080"/>
                </a:cubicBezTo>
                <a:cubicBezTo>
                  <a:pt x="1035074" y="88576"/>
                  <a:pt x="1034805" y="85446"/>
                  <a:pt x="1034805" y="81690"/>
                </a:cubicBezTo>
                <a:cubicBezTo>
                  <a:pt x="1034805" y="77845"/>
                  <a:pt x="1035074" y="74625"/>
                  <a:pt x="1035610" y="72032"/>
                </a:cubicBezTo>
                <a:cubicBezTo>
                  <a:pt x="1036147" y="69439"/>
                  <a:pt x="1037153" y="67337"/>
                  <a:pt x="1038628" y="65728"/>
                </a:cubicBezTo>
                <a:cubicBezTo>
                  <a:pt x="1040104" y="64118"/>
                  <a:pt x="1042049" y="62955"/>
                  <a:pt x="1044463" y="62240"/>
                </a:cubicBezTo>
                <a:cubicBezTo>
                  <a:pt x="1046878" y="61525"/>
                  <a:pt x="1049918" y="61167"/>
                  <a:pt x="1053585" y="61167"/>
                </a:cubicBezTo>
                <a:cubicBezTo>
                  <a:pt x="1057251" y="61167"/>
                  <a:pt x="1060292" y="61525"/>
                  <a:pt x="1062706" y="62240"/>
                </a:cubicBezTo>
                <a:cubicBezTo>
                  <a:pt x="1065120" y="62955"/>
                  <a:pt x="1067065" y="64118"/>
                  <a:pt x="1068541" y="65728"/>
                </a:cubicBezTo>
                <a:cubicBezTo>
                  <a:pt x="1070016" y="67337"/>
                  <a:pt x="1071067" y="69439"/>
                  <a:pt x="1071693" y="72032"/>
                </a:cubicBezTo>
                <a:cubicBezTo>
                  <a:pt x="1072319" y="74625"/>
                  <a:pt x="1072632" y="77845"/>
                  <a:pt x="1072632" y="81690"/>
                </a:cubicBezTo>
                <a:moveTo>
                  <a:pt x="1072632" y="169550"/>
                </a:moveTo>
                <a:cubicBezTo>
                  <a:pt x="1072632" y="173306"/>
                  <a:pt x="1072319" y="176458"/>
                  <a:pt x="1071693" y="179007"/>
                </a:cubicBezTo>
                <a:cubicBezTo>
                  <a:pt x="1071067" y="181556"/>
                  <a:pt x="1070016" y="183635"/>
                  <a:pt x="1068541" y="185244"/>
                </a:cubicBezTo>
                <a:cubicBezTo>
                  <a:pt x="1067065" y="186854"/>
                  <a:pt x="1065120" y="187994"/>
                  <a:pt x="1062706" y="188665"/>
                </a:cubicBezTo>
                <a:cubicBezTo>
                  <a:pt x="1060292" y="189336"/>
                  <a:pt x="1057251" y="189671"/>
                  <a:pt x="1053585" y="189671"/>
                </a:cubicBezTo>
                <a:cubicBezTo>
                  <a:pt x="1049918" y="189671"/>
                  <a:pt x="1046878" y="189336"/>
                  <a:pt x="1044463" y="188665"/>
                </a:cubicBezTo>
                <a:cubicBezTo>
                  <a:pt x="1042049" y="187994"/>
                  <a:pt x="1040104" y="186854"/>
                  <a:pt x="1038628" y="185244"/>
                </a:cubicBezTo>
                <a:cubicBezTo>
                  <a:pt x="1037153" y="183635"/>
                  <a:pt x="1036147" y="181556"/>
                  <a:pt x="1035610" y="179007"/>
                </a:cubicBezTo>
                <a:cubicBezTo>
                  <a:pt x="1035074" y="176458"/>
                  <a:pt x="1034805" y="173306"/>
                  <a:pt x="1034805" y="169550"/>
                </a:cubicBezTo>
                <a:cubicBezTo>
                  <a:pt x="1034805" y="165794"/>
                  <a:pt x="1035074" y="162597"/>
                  <a:pt x="1035610" y="159959"/>
                </a:cubicBezTo>
                <a:cubicBezTo>
                  <a:pt x="1036147" y="157321"/>
                  <a:pt x="1037153" y="155198"/>
                  <a:pt x="1038628" y="153588"/>
                </a:cubicBezTo>
                <a:cubicBezTo>
                  <a:pt x="1040104" y="151978"/>
                  <a:pt x="1042049" y="150838"/>
                  <a:pt x="1044463" y="150167"/>
                </a:cubicBezTo>
                <a:cubicBezTo>
                  <a:pt x="1046878" y="149497"/>
                  <a:pt x="1049918" y="149161"/>
                  <a:pt x="1053585" y="149161"/>
                </a:cubicBezTo>
                <a:cubicBezTo>
                  <a:pt x="1057251" y="149161"/>
                  <a:pt x="1060292" y="149497"/>
                  <a:pt x="1062706" y="150167"/>
                </a:cubicBezTo>
                <a:cubicBezTo>
                  <a:pt x="1065120" y="150838"/>
                  <a:pt x="1067065" y="151978"/>
                  <a:pt x="1068541" y="153588"/>
                </a:cubicBezTo>
                <a:cubicBezTo>
                  <a:pt x="1070016" y="155198"/>
                  <a:pt x="1071067" y="157321"/>
                  <a:pt x="1071693" y="159959"/>
                </a:cubicBezTo>
                <a:cubicBezTo>
                  <a:pt x="1072319" y="162597"/>
                  <a:pt x="1072632" y="165794"/>
                  <a:pt x="1072632" y="169550"/>
                </a:cubicBezTo>
                <a:close/>
                <a:moveTo>
                  <a:pt x="1351547" y="178806"/>
                </a:moveTo>
                <a:cubicBezTo>
                  <a:pt x="1351010" y="180952"/>
                  <a:pt x="1350272" y="182673"/>
                  <a:pt x="1349333" y="183970"/>
                </a:cubicBezTo>
                <a:cubicBezTo>
                  <a:pt x="1348394" y="185267"/>
                  <a:pt x="1346986" y="186250"/>
                  <a:pt x="1345108" y="186921"/>
                </a:cubicBezTo>
                <a:cubicBezTo>
                  <a:pt x="1343230" y="187592"/>
                  <a:pt x="1340816" y="188039"/>
                  <a:pt x="1337865" y="188262"/>
                </a:cubicBezTo>
                <a:cubicBezTo>
                  <a:pt x="1334914" y="188486"/>
                  <a:pt x="1331158" y="188598"/>
                  <a:pt x="1326597" y="188598"/>
                </a:cubicBezTo>
                <a:cubicBezTo>
                  <a:pt x="1321500" y="188598"/>
                  <a:pt x="1317409" y="188486"/>
                  <a:pt x="1314323" y="188262"/>
                </a:cubicBezTo>
                <a:cubicBezTo>
                  <a:pt x="1311238" y="188039"/>
                  <a:pt x="1308801" y="187592"/>
                  <a:pt x="1307013" y="186921"/>
                </a:cubicBezTo>
                <a:cubicBezTo>
                  <a:pt x="1305224" y="186250"/>
                  <a:pt x="1303928" y="185267"/>
                  <a:pt x="1303123" y="183970"/>
                </a:cubicBezTo>
                <a:cubicBezTo>
                  <a:pt x="1302318" y="182673"/>
                  <a:pt x="1301692" y="180952"/>
                  <a:pt x="1301245" y="178806"/>
                </a:cubicBezTo>
                <a:lnTo>
                  <a:pt x="1273478" y="68813"/>
                </a:lnTo>
                <a:lnTo>
                  <a:pt x="1273210" y="68813"/>
                </a:lnTo>
                <a:lnTo>
                  <a:pt x="1246919" y="178806"/>
                </a:lnTo>
                <a:cubicBezTo>
                  <a:pt x="1246472" y="180863"/>
                  <a:pt x="1245846" y="182539"/>
                  <a:pt x="1245041" y="183836"/>
                </a:cubicBezTo>
                <a:cubicBezTo>
                  <a:pt x="1244236" y="185133"/>
                  <a:pt x="1242962" y="186139"/>
                  <a:pt x="1241218" y="186854"/>
                </a:cubicBezTo>
                <a:cubicBezTo>
                  <a:pt x="1239474" y="187569"/>
                  <a:pt x="1237105" y="188039"/>
                  <a:pt x="1234109" y="188262"/>
                </a:cubicBezTo>
                <a:cubicBezTo>
                  <a:pt x="1231113" y="188486"/>
                  <a:pt x="1227156" y="188598"/>
                  <a:pt x="1222238" y="188598"/>
                </a:cubicBezTo>
                <a:cubicBezTo>
                  <a:pt x="1217051" y="188598"/>
                  <a:pt x="1212915" y="188486"/>
                  <a:pt x="1209830" y="188262"/>
                </a:cubicBezTo>
                <a:cubicBezTo>
                  <a:pt x="1206745" y="188039"/>
                  <a:pt x="1204308" y="187592"/>
                  <a:pt x="1202520" y="186921"/>
                </a:cubicBezTo>
                <a:cubicBezTo>
                  <a:pt x="1200731" y="186250"/>
                  <a:pt x="1199434" y="185267"/>
                  <a:pt x="1198630" y="183970"/>
                </a:cubicBezTo>
                <a:cubicBezTo>
                  <a:pt x="1197825" y="182673"/>
                  <a:pt x="1197154" y="180952"/>
                  <a:pt x="1196617" y="178806"/>
                </a:cubicBezTo>
                <a:lnTo>
                  <a:pt x="1157181" y="27364"/>
                </a:lnTo>
                <a:cubicBezTo>
                  <a:pt x="1156376" y="24145"/>
                  <a:pt x="1155929" y="21619"/>
                  <a:pt x="1155840" y="19785"/>
                </a:cubicBezTo>
                <a:cubicBezTo>
                  <a:pt x="1155750" y="17952"/>
                  <a:pt x="1156264" y="16544"/>
                  <a:pt x="1157382" y="15560"/>
                </a:cubicBezTo>
                <a:cubicBezTo>
                  <a:pt x="1158500" y="14576"/>
                  <a:pt x="1160333" y="13973"/>
                  <a:pt x="1162882" y="13749"/>
                </a:cubicBezTo>
                <a:cubicBezTo>
                  <a:pt x="1165430" y="13526"/>
                  <a:pt x="1168985" y="13414"/>
                  <a:pt x="1173546" y="13414"/>
                </a:cubicBezTo>
                <a:cubicBezTo>
                  <a:pt x="1177749" y="13414"/>
                  <a:pt x="1181080" y="13481"/>
                  <a:pt x="1183539" y="13615"/>
                </a:cubicBezTo>
                <a:cubicBezTo>
                  <a:pt x="1185998" y="13749"/>
                  <a:pt x="1187854" y="14062"/>
                  <a:pt x="1189106" y="14554"/>
                </a:cubicBezTo>
                <a:cubicBezTo>
                  <a:pt x="1190358" y="15046"/>
                  <a:pt x="1191207" y="15761"/>
                  <a:pt x="1191654" y="16700"/>
                </a:cubicBezTo>
                <a:cubicBezTo>
                  <a:pt x="1192101" y="17639"/>
                  <a:pt x="1192459" y="18958"/>
                  <a:pt x="1192727" y="20657"/>
                </a:cubicBezTo>
                <a:lnTo>
                  <a:pt x="1223177" y="153588"/>
                </a:lnTo>
                <a:lnTo>
                  <a:pt x="1223311" y="153588"/>
                </a:lnTo>
                <a:lnTo>
                  <a:pt x="1254967" y="21596"/>
                </a:lnTo>
                <a:cubicBezTo>
                  <a:pt x="1255325" y="19897"/>
                  <a:pt x="1255795" y="18511"/>
                  <a:pt x="1256376" y="17438"/>
                </a:cubicBezTo>
                <a:cubicBezTo>
                  <a:pt x="1256957" y="16365"/>
                  <a:pt x="1257941" y="15538"/>
                  <a:pt x="1259327" y="14956"/>
                </a:cubicBezTo>
                <a:cubicBezTo>
                  <a:pt x="1260713" y="14375"/>
                  <a:pt x="1262613" y="13973"/>
                  <a:pt x="1265028" y="13749"/>
                </a:cubicBezTo>
                <a:cubicBezTo>
                  <a:pt x="1267442" y="13526"/>
                  <a:pt x="1270662" y="13414"/>
                  <a:pt x="1274686" y="13414"/>
                </a:cubicBezTo>
                <a:cubicBezTo>
                  <a:pt x="1278978" y="13414"/>
                  <a:pt x="1282399" y="13503"/>
                  <a:pt x="1284947" y="13682"/>
                </a:cubicBezTo>
                <a:cubicBezTo>
                  <a:pt x="1287496" y="13861"/>
                  <a:pt x="1289463" y="14241"/>
                  <a:pt x="1290849" y="14822"/>
                </a:cubicBezTo>
                <a:cubicBezTo>
                  <a:pt x="1292235" y="15404"/>
                  <a:pt x="1293241" y="16231"/>
                  <a:pt x="1293867" y="17304"/>
                </a:cubicBezTo>
                <a:cubicBezTo>
                  <a:pt x="1294493" y="18377"/>
                  <a:pt x="1294985" y="19808"/>
                  <a:pt x="1295343" y="21596"/>
                </a:cubicBezTo>
                <a:lnTo>
                  <a:pt x="1328073" y="153588"/>
                </a:lnTo>
                <a:lnTo>
                  <a:pt x="1328341" y="153588"/>
                </a:lnTo>
                <a:lnTo>
                  <a:pt x="1358790" y="21060"/>
                </a:lnTo>
                <a:cubicBezTo>
                  <a:pt x="1359058" y="19629"/>
                  <a:pt x="1359416" y="18399"/>
                  <a:pt x="1359863" y="17371"/>
                </a:cubicBezTo>
                <a:cubicBezTo>
                  <a:pt x="1360310" y="16342"/>
                  <a:pt x="1361160" y="15538"/>
                  <a:pt x="1362412" y="14956"/>
                </a:cubicBezTo>
                <a:cubicBezTo>
                  <a:pt x="1363664" y="14375"/>
                  <a:pt x="1365452" y="13973"/>
                  <a:pt x="1367777" y="13749"/>
                </a:cubicBezTo>
                <a:cubicBezTo>
                  <a:pt x="1370102" y="13526"/>
                  <a:pt x="1373366" y="13414"/>
                  <a:pt x="1377569" y="13414"/>
                </a:cubicBezTo>
                <a:cubicBezTo>
                  <a:pt x="1381504" y="13414"/>
                  <a:pt x="1384567" y="13526"/>
                  <a:pt x="1386758" y="13749"/>
                </a:cubicBezTo>
                <a:cubicBezTo>
                  <a:pt x="1388949" y="13973"/>
                  <a:pt x="1390536" y="14576"/>
                  <a:pt x="1391520" y="15560"/>
                </a:cubicBezTo>
                <a:cubicBezTo>
                  <a:pt x="1392503" y="16544"/>
                  <a:pt x="1392928" y="17997"/>
                  <a:pt x="1392794" y="19919"/>
                </a:cubicBezTo>
                <a:cubicBezTo>
                  <a:pt x="1392660" y="21842"/>
                  <a:pt x="1392190" y="24458"/>
                  <a:pt x="1391386" y="27767"/>
                </a:cubicBezTo>
                <a:lnTo>
                  <a:pt x="1351547" y="178806"/>
                </a:lnTo>
                <a:close/>
                <a:moveTo>
                  <a:pt x="1526077" y="183228"/>
                </a:moveTo>
                <a:cubicBezTo>
                  <a:pt x="1526077" y="184122"/>
                  <a:pt x="1525809" y="184906"/>
                  <a:pt x="1525273" y="185580"/>
                </a:cubicBezTo>
                <a:cubicBezTo>
                  <a:pt x="1524736" y="186250"/>
                  <a:pt x="1523842" y="186809"/>
                  <a:pt x="1522590" y="187256"/>
                </a:cubicBezTo>
                <a:cubicBezTo>
                  <a:pt x="1521338" y="187704"/>
                  <a:pt x="1519617" y="188039"/>
                  <a:pt x="1517426" y="188262"/>
                </a:cubicBezTo>
                <a:cubicBezTo>
                  <a:pt x="1515235" y="188486"/>
                  <a:pt x="1512530" y="188598"/>
                  <a:pt x="1509310" y="188598"/>
                </a:cubicBezTo>
                <a:cubicBezTo>
                  <a:pt x="1506002" y="188598"/>
                  <a:pt x="1503252" y="188486"/>
                  <a:pt x="1501061" y="188262"/>
                </a:cubicBezTo>
                <a:cubicBezTo>
                  <a:pt x="1498870" y="188039"/>
                  <a:pt x="1497148" y="187704"/>
                  <a:pt x="1495896" y="187256"/>
                </a:cubicBezTo>
                <a:cubicBezTo>
                  <a:pt x="1494645" y="186809"/>
                  <a:pt x="1493750" y="186250"/>
                  <a:pt x="1493214" y="185580"/>
                </a:cubicBezTo>
                <a:cubicBezTo>
                  <a:pt x="1492677" y="184909"/>
                  <a:pt x="1492409" y="184127"/>
                  <a:pt x="1492409" y="183232"/>
                </a:cubicBezTo>
                <a:lnTo>
                  <a:pt x="1492409" y="114956"/>
                </a:lnTo>
                <a:cubicBezTo>
                  <a:pt x="1492409" y="109144"/>
                  <a:pt x="1491984" y="104583"/>
                  <a:pt x="1491135" y="101274"/>
                </a:cubicBezTo>
                <a:cubicBezTo>
                  <a:pt x="1490285" y="97965"/>
                  <a:pt x="1489055" y="95126"/>
                  <a:pt x="1487446" y="92756"/>
                </a:cubicBezTo>
                <a:cubicBezTo>
                  <a:pt x="1485836" y="90387"/>
                  <a:pt x="1483757" y="88553"/>
                  <a:pt x="1481208" y="87257"/>
                </a:cubicBezTo>
                <a:cubicBezTo>
                  <a:pt x="1478660" y="85960"/>
                  <a:pt x="1475686" y="85312"/>
                  <a:pt x="1472288" y="85312"/>
                </a:cubicBezTo>
                <a:cubicBezTo>
                  <a:pt x="1467996" y="85312"/>
                  <a:pt x="1463659" y="86877"/>
                  <a:pt x="1459277" y="90007"/>
                </a:cubicBezTo>
                <a:cubicBezTo>
                  <a:pt x="1454895" y="93136"/>
                  <a:pt x="1450334" y="97697"/>
                  <a:pt x="1445595" y="103689"/>
                </a:cubicBezTo>
                <a:lnTo>
                  <a:pt x="1445595" y="183232"/>
                </a:lnTo>
                <a:cubicBezTo>
                  <a:pt x="1445595" y="184127"/>
                  <a:pt x="1445326" y="184909"/>
                  <a:pt x="1444790" y="185580"/>
                </a:cubicBezTo>
                <a:cubicBezTo>
                  <a:pt x="1444253" y="186250"/>
                  <a:pt x="1443337" y="186809"/>
                  <a:pt x="1442040" y="187256"/>
                </a:cubicBezTo>
                <a:cubicBezTo>
                  <a:pt x="1440743" y="187704"/>
                  <a:pt x="1439022" y="188039"/>
                  <a:pt x="1436876" y="188262"/>
                </a:cubicBezTo>
                <a:cubicBezTo>
                  <a:pt x="1434730" y="188486"/>
                  <a:pt x="1432002" y="188598"/>
                  <a:pt x="1428693" y="188598"/>
                </a:cubicBezTo>
                <a:cubicBezTo>
                  <a:pt x="1425385" y="188598"/>
                  <a:pt x="1422657" y="188486"/>
                  <a:pt x="1420511" y="188262"/>
                </a:cubicBezTo>
                <a:cubicBezTo>
                  <a:pt x="1418365" y="188039"/>
                  <a:pt x="1416643" y="187704"/>
                  <a:pt x="1415347" y="187256"/>
                </a:cubicBezTo>
                <a:cubicBezTo>
                  <a:pt x="1414050" y="186809"/>
                  <a:pt x="1413133" y="186250"/>
                  <a:pt x="1412597" y="185580"/>
                </a:cubicBezTo>
                <a:cubicBezTo>
                  <a:pt x="1412060" y="184909"/>
                  <a:pt x="1411792" y="184127"/>
                  <a:pt x="1411792" y="183232"/>
                </a:cubicBezTo>
                <a:lnTo>
                  <a:pt x="1411792" y="6841"/>
                </a:lnTo>
                <a:cubicBezTo>
                  <a:pt x="1411792" y="5947"/>
                  <a:pt x="1412060" y="5142"/>
                  <a:pt x="1412597" y="4427"/>
                </a:cubicBezTo>
                <a:cubicBezTo>
                  <a:pt x="1413133" y="3711"/>
                  <a:pt x="1414050" y="3108"/>
                  <a:pt x="1415347" y="2616"/>
                </a:cubicBezTo>
                <a:cubicBezTo>
                  <a:pt x="1416643" y="2124"/>
                  <a:pt x="1418365" y="1744"/>
                  <a:pt x="1420511" y="1476"/>
                </a:cubicBezTo>
                <a:cubicBezTo>
                  <a:pt x="1422657" y="1207"/>
                  <a:pt x="1425385" y="1073"/>
                  <a:pt x="1428693" y="1073"/>
                </a:cubicBezTo>
                <a:cubicBezTo>
                  <a:pt x="1432002" y="1073"/>
                  <a:pt x="1434730" y="1207"/>
                  <a:pt x="1436876" y="1476"/>
                </a:cubicBezTo>
                <a:cubicBezTo>
                  <a:pt x="1439022" y="1744"/>
                  <a:pt x="1440743" y="2124"/>
                  <a:pt x="1442040" y="2616"/>
                </a:cubicBezTo>
                <a:cubicBezTo>
                  <a:pt x="1443337" y="3105"/>
                  <a:pt x="1444253" y="3707"/>
                  <a:pt x="1444790" y="4422"/>
                </a:cubicBezTo>
                <a:cubicBezTo>
                  <a:pt x="1445326" y="5135"/>
                  <a:pt x="1445595" y="5938"/>
                  <a:pt x="1445595" y="6833"/>
                </a:cubicBezTo>
                <a:lnTo>
                  <a:pt x="1445595" y="72854"/>
                </a:lnTo>
                <a:cubicBezTo>
                  <a:pt x="1451407" y="67125"/>
                  <a:pt x="1457332" y="62851"/>
                  <a:pt x="1463368" y="60031"/>
                </a:cubicBezTo>
                <a:cubicBezTo>
                  <a:pt x="1469404" y="57211"/>
                  <a:pt x="1475686" y="55801"/>
                  <a:pt x="1482214" y="55801"/>
                </a:cubicBezTo>
                <a:cubicBezTo>
                  <a:pt x="1490352" y="55801"/>
                  <a:pt x="1497215" y="57144"/>
                  <a:pt x="1502805" y="59830"/>
                </a:cubicBezTo>
                <a:cubicBezTo>
                  <a:pt x="1508394" y="62515"/>
                  <a:pt x="1512910" y="66186"/>
                  <a:pt x="1516352" y="70842"/>
                </a:cubicBezTo>
                <a:cubicBezTo>
                  <a:pt x="1519795" y="75494"/>
                  <a:pt x="1522277" y="80933"/>
                  <a:pt x="1523797" y="87156"/>
                </a:cubicBezTo>
                <a:cubicBezTo>
                  <a:pt x="1525317" y="93377"/>
                  <a:pt x="1526077" y="100918"/>
                  <a:pt x="1526077" y="109779"/>
                </a:cubicBezTo>
                <a:lnTo>
                  <a:pt x="1526077" y="183228"/>
                </a:lnTo>
                <a:close/>
                <a:moveTo>
                  <a:pt x="1658725" y="183631"/>
                </a:moveTo>
                <a:cubicBezTo>
                  <a:pt x="1658725" y="184882"/>
                  <a:pt x="1658278" y="185868"/>
                  <a:pt x="1657384" y="186586"/>
                </a:cubicBezTo>
                <a:cubicBezTo>
                  <a:pt x="1656490" y="187301"/>
                  <a:pt x="1655081" y="187815"/>
                  <a:pt x="1653158" y="188128"/>
                </a:cubicBezTo>
                <a:cubicBezTo>
                  <a:pt x="1651236" y="188441"/>
                  <a:pt x="1648397" y="188598"/>
                  <a:pt x="1644641" y="188598"/>
                </a:cubicBezTo>
                <a:cubicBezTo>
                  <a:pt x="1640617" y="188598"/>
                  <a:pt x="1637688" y="188441"/>
                  <a:pt x="1635855" y="188128"/>
                </a:cubicBezTo>
                <a:cubicBezTo>
                  <a:pt x="1634021" y="187815"/>
                  <a:pt x="1632725" y="187301"/>
                  <a:pt x="1631965" y="186586"/>
                </a:cubicBezTo>
                <a:cubicBezTo>
                  <a:pt x="1631205" y="185870"/>
                  <a:pt x="1630825" y="184887"/>
                  <a:pt x="1630825" y="183635"/>
                </a:cubicBezTo>
                <a:lnTo>
                  <a:pt x="1630825" y="174111"/>
                </a:lnTo>
                <a:cubicBezTo>
                  <a:pt x="1625906" y="179387"/>
                  <a:pt x="1620295" y="183523"/>
                  <a:pt x="1613990" y="186519"/>
                </a:cubicBezTo>
                <a:cubicBezTo>
                  <a:pt x="1607686" y="189514"/>
                  <a:pt x="1600688" y="191012"/>
                  <a:pt x="1592998" y="191012"/>
                </a:cubicBezTo>
                <a:cubicBezTo>
                  <a:pt x="1586648" y="191012"/>
                  <a:pt x="1580813" y="190182"/>
                  <a:pt x="1575493" y="188522"/>
                </a:cubicBezTo>
                <a:cubicBezTo>
                  <a:pt x="1570172" y="186862"/>
                  <a:pt x="1565566" y="184395"/>
                  <a:pt x="1561676" y="181120"/>
                </a:cubicBezTo>
                <a:cubicBezTo>
                  <a:pt x="1557786" y="177844"/>
                  <a:pt x="1554768" y="173785"/>
                  <a:pt x="1552622" y="168942"/>
                </a:cubicBezTo>
                <a:cubicBezTo>
                  <a:pt x="1550476" y="164097"/>
                  <a:pt x="1549403" y="158443"/>
                  <a:pt x="1549403" y="151982"/>
                </a:cubicBezTo>
                <a:cubicBezTo>
                  <a:pt x="1549403" y="144982"/>
                  <a:pt x="1550767" y="138903"/>
                  <a:pt x="1553494" y="133744"/>
                </a:cubicBezTo>
                <a:cubicBezTo>
                  <a:pt x="1556222" y="128585"/>
                  <a:pt x="1560290" y="124323"/>
                  <a:pt x="1565701" y="120959"/>
                </a:cubicBezTo>
                <a:cubicBezTo>
                  <a:pt x="1571111" y="117594"/>
                  <a:pt x="1577840" y="115104"/>
                  <a:pt x="1585888" y="113489"/>
                </a:cubicBezTo>
                <a:cubicBezTo>
                  <a:pt x="1593937" y="111874"/>
                  <a:pt x="1603282" y="111066"/>
                  <a:pt x="1613923" y="111066"/>
                </a:cubicBezTo>
                <a:lnTo>
                  <a:pt x="1625593" y="111066"/>
                </a:lnTo>
                <a:lnTo>
                  <a:pt x="1625593" y="103856"/>
                </a:lnTo>
                <a:cubicBezTo>
                  <a:pt x="1625593" y="100117"/>
                  <a:pt x="1625213" y="96846"/>
                  <a:pt x="1624453" y="94043"/>
                </a:cubicBezTo>
                <a:cubicBezTo>
                  <a:pt x="1623693" y="91237"/>
                  <a:pt x="1622441" y="88900"/>
                  <a:pt x="1620697" y="87030"/>
                </a:cubicBezTo>
                <a:cubicBezTo>
                  <a:pt x="1618953" y="85161"/>
                  <a:pt x="1616628" y="83782"/>
                  <a:pt x="1613722" y="82893"/>
                </a:cubicBezTo>
                <a:cubicBezTo>
                  <a:pt x="1610816" y="82002"/>
                  <a:pt x="1607216" y="81556"/>
                  <a:pt x="1602924" y="81556"/>
                </a:cubicBezTo>
                <a:cubicBezTo>
                  <a:pt x="1597290" y="81556"/>
                  <a:pt x="1592260" y="82182"/>
                  <a:pt x="1587833" y="83434"/>
                </a:cubicBezTo>
                <a:cubicBezTo>
                  <a:pt x="1583407" y="84686"/>
                  <a:pt x="1579494" y="86072"/>
                  <a:pt x="1576096" y="87592"/>
                </a:cubicBezTo>
                <a:cubicBezTo>
                  <a:pt x="1572698" y="89112"/>
                  <a:pt x="1569859" y="90498"/>
                  <a:pt x="1567579" y="91750"/>
                </a:cubicBezTo>
                <a:cubicBezTo>
                  <a:pt x="1565298" y="93002"/>
                  <a:pt x="1563443" y="93628"/>
                  <a:pt x="1562012" y="93628"/>
                </a:cubicBezTo>
                <a:cubicBezTo>
                  <a:pt x="1561028" y="93628"/>
                  <a:pt x="1560156" y="93314"/>
                  <a:pt x="1559396" y="92685"/>
                </a:cubicBezTo>
                <a:cubicBezTo>
                  <a:pt x="1558636" y="92056"/>
                  <a:pt x="1558010" y="91158"/>
                  <a:pt x="1557518" y="89990"/>
                </a:cubicBezTo>
                <a:cubicBezTo>
                  <a:pt x="1557026" y="88822"/>
                  <a:pt x="1556646" y="87384"/>
                  <a:pt x="1556378" y="85676"/>
                </a:cubicBezTo>
                <a:cubicBezTo>
                  <a:pt x="1556110" y="83966"/>
                  <a:pt x="1555976" y="82078"/>
                  <a:pt x="1555976" y="80013"/>
                </a:cubicBezTo>
                <a:cubicBezTo>
                  <a:pt x="1555976" y="77227"/>
                  <a:pt x="1556199" y="75025"/>
                  <a:pt x="1556646" y="73407"/>
                </a:cubicBezTo>
                <a:cubicBezTo>
                  <a:pt x="1557093" y="71789"/>
                  <a:pt x="1557943" y="70329"/>
                  <a:pt x="1559195" y="69027"/>
                </a:cubicBezTo>
                <a:cubicBezTo>
                  <a:pt x="1560447" y="67721"/>
                  <a:pt x="1562638" y="66286"/>
                  <a:pt x="1565768" y="64722"/>
                </a:cubicBezTo>
                <a:cubicBezTo>
                  <a:pt x="1568898" y="63157"/>
                  <a:pt x="1572564" y="61703"/>
                  <a:pt x="1576767" y="60362"/>
                </a:cubicBezTo>
                <a:cubicBezTo>
                  <a:pt x="1580970" y="59021"/>
                  <a:pt x="1585553" y="57925"/>
                  <a:pt x="1590516" y="57076"/>
                </a:cubicBezTo>
                <a:cubicBezTo>
                  <a:pt x="1595479" y="56226"/>
                  <a:pt x="1600599" y="55801"/>
                  <a:pt x="1605875" y="55801"/>
                </a:cubicBezTo>
                <a:cubicBezTo>
                  <a:pt x="1615265" y="55801"/>
                  <a:pt x="1623290" y="56719"/>
                  <a:pt x="1629953" y="58555"/>
                </a:cubicBezTo>
                <a:cubicBezTo>
                  <a:pt x="1636615" y="60389"/>
                  <a:pt x="1642092" y="63208"/>
                  <a:pt x="1646385" y="67014"/>
                </a:cubicBezTo>
                <a:cubicBezTo>
                  <a:pt x="1650677" y="70818"/>
                  <a:pt x="1653807" y="75718"/>
                  <a:pt x="1655774" y="81715"/>
                </a:cubicBezTo>
                <a:cubicBezTo>
                  <a:pt x="1657742" y="87712"/>
                  <a:pt x="1658725" y="94828"/>
                  <a:pt x="1658725" y="103064"/>
                </a:cubicBezTo>
                <a:lnTo>
                  <a:pt x="1658725" y="183631"/>
                </a:lnTo>
                <a:moveTo>
                  <a:pt x="1625593" y="132260"/>
                </a:moveTo>
                <a:lnTo>
                  <a:pt x="1612716" y="132260"/>
                </a:lnTo>
                <a:cubicBezTo>
                  <a:pt x="1607261" y="132260"/>
                  <a:pt x="1602611" y="132665"/>
                  <a:pt x="1598766" y="133476"/>
                </a:cubicBezTo>
                <a:cubicBezTo>
                  <a:pt x="1594920" y="134286"/>
                  <a:pt x="1591790" y="135503"/>
                  <a:pt x="1589376" y="137127"/>
                </a:cubicBezTo>
                <a:cubicBezTo>
                  <a:pt x="1586961" y="138747"/>
                  <a:pt x="1585195" y="140708"/>
                  <a:pt x="1584077" y="143008"/>
                </a:cubicBezTo>
                <a:cubicBezTo>
                  <a:pt x="1582960" y="145305"/>
                  <a:pt x="1582401" y="147940"/>
                  <a:pt x="1582401" y="150913"/>
                </a:cubicBezTo>
                <a:cubicBezTo>
                  <a:pt x="1582401" y="155960"/>
                  <a:pt x="1583988" y="159926"/>
                  <a:pt x="1587163" y="162810"/>
                </a:cubicBezTo>
                <a:cubicBezTo>
                  <a:pt x="1590337" y="165694"/>
                  <a:pt x="1594741" y="167136"/>
                  <a:pt x="1600375" y="167136"/>
                </a:cubicBezTo>
                <a:cubicBezTo>
                  <a:pt x="1605115" y="167136"/>
                  <a:pt x="1609474" y="165920"/>
                  <a:pt x="1613454" y="163489"/>
                </a:cubicBezTo>
                <a:cubicBezTo>
                  <a:pt x="1617433" y="161055"/>
                  <a:pt x="1621480" y="157495"/>
                  <a:pt x="1625593" y="152808"/>
                </a:cubicBezTo>
                <a:lnTo>
                  <a:pt x="1625593" y="132260"/>
                </a:lnTo>
                <a:close/>
                <a:moveTo>
                  <a:pt x="1759620" y="171336"/>
                </a:moveTo>
                <a:cubicBezTo>
                  <a:pt x="1759620" y="175290"/>
                  <a:pt x="1759374" y="178324"/>
                  <a:pt x="1758883" y="180436"/>
                </a:cubicBezTo>
                <a:cubicBezTo>
                  <a:pt x="1758391" y="182546"/>
                  <a:pt x="1757742" y="184029"/>
                  <a:pt x="1756938" y="184884"/>
                </a:cubicBezTo>
                <a:cubicBezTo>
                  <a:pt x="1756133" y="185736"/>
                  <a:pt x="1754948" y="186499"/>
                  <a:pt x="1753383" y="187173"/>
                </a:cubicBezTo>
                <a:cubicBezTo>
                  <a:pt x="1751818" y="187846"/>
                  <a:pt x="1749985" y="188430"/>
                  <a:pt x="1747883" y="188925"/>
                </a:cubicBezTo>
                <a:cubicBezTo>
                  <a:pt x="1745782" y="189419"/>
                  <a:pt x="1743501" y="189801"/>
                  <a:pt x="1741042" y="190069"/>
                </a:cubicBezTo>
                <a:cubicBezTo>
                  <a:pt x="1738583" y="190340"/>
                  <a:pt x="1736101" y="190476"/>
                  <a:pt x="1733598" y="190476"/>
                </a:cubicBezTo>
                <a:cubicBezTo>
                  <a:pt x="1726891" y="190476"/>
                  <a:pt x="1721078" y="189626"/>
                  <a:pt x="1716160" y="187927"/>
                </a:cubicBezTo>
                <a:cubicBezTo>
                  <a:pt x="1711241" y="186228"/>
                  <a:pt x="1707172" y="183612"/>
                  <a:pt x="1703953" y="180080"/>
                </a:cubicBezTo>
                <a:cubicBezTo>
                  <a:pt x="1700734" y="176548"/>
                  <a:pt x="1698364" y="172099"/>
                  <a:pt x="1696844" y="166733"/>
                </a:cubicBezTo>
                <a:cubicBezTo>
                  <a:pt x="1695324" y="161368"/>
                  <a:pt x="1694563" y="155019"/>
                  <a:pt x="1694563" y="147686"/>
                </a:cubicBezTo>
                <a:lnTo>
                  <a:pt x="1694563" y="86385"/>
                </a:lnTo>
                <a:lnTo>
                  <a:pt x="1680211" y="86385"/>
                </a:lnTo>
                <a:cubicBezTo>
                  <a:pt x="1678512" y="86385"/>
                  <a:pt x="1677215" y="85334"/>
                  <a:pt x="1676321" y="83233"/>
                </a:cubicBezTo>
                <a:cubicBezTo>
                  <a:pt x="1675426" y="81131"/>
                  <a:pt x="1674979" y="77621"/>
                  <a:pt x="1674979" y="72703"/>
                </a:cubicBezTo>
                <a:cubicBezTo>
                  <a:pt x="1674979" y="70109"/>
                  <a:pt x="1675091" y="67918"/>
                  <a:pt x="1675315" y="66130"/>
                </a:cubicBezTo>
                <a:cubicBezTo>
                  <a:pt x="1675538" y="64341"/>
                  <a:pt x="1675874" y="62933"/>
                  <a:pt x="1676321" y="61905"/>
                </a:cubicBezTo>
                <a:cubicBezTo>
                  <a:pt x="1676768" y="60876"/>
                  <a:pt x="1677327" y="60138"/>
                  <a:pt x="1677997" y="59691"/>
                </a:cubicBezTo>
                <a:cubicBezTo>
                  <a:pt x="1678668" y="59244"/>
                  <a:pt x="1679451" y="59021"/>
                  <a:pt x="1680345" y="59021"/>
                </a:cubicBezTo>
                <a:lnTo>
                  <a:pt x="1694563" y="59021"/>
                </a:lnTo>
                <a:lnTo>
                  <a:pt x="1694563" y="32218"/>
                </a:lnTo>
                <a:cubicBezTo>
                  <a:pt x="1694563" y="31318"/>
                  <a:pt x="1694809" y="30509"/>
                  <a:pt x="1695301" y="29791"/>
                </a:cubicBezTo>
                <a:cubicBezTo>
                  <a:pt x="1695793" y="29073"/>
                  <a:pt x="1696687" y="28468"/>
                  <a:pt x="1697984" y="27976"/>
                </a:cubicBezTo>
                <a:cubicBezTo>
                  <a:pt x="1699281" y="27482"/>
                  <a:pt x="1701024" y="27122"/>
                  <a:pt x="1703215" y="26899"/>
                </a:cubicBezTo>
                <a:cubicBezTo>
                  <a:pt x="1705406" y="26672"/>
                  <a:pt x="1708111" y="26559"/>
                  <a:pt x="1711331" y="26559"/>
                </a:cubicBezTo>
                <a:cubicBezTo>
                  <a:pt x="1714639" y="26559"/>
                  <a:pt x="1717389" y="26672"/>
                  <a:pt x="1719580" y="26899"/>
                </a:cubicBezTo>
                <a:cubicBezTo>
                  <a:pt x="1721771" y="27122"/>
                  <a:pt x="1723492" y="27482"/>
                  <a:pt x="1724744" y="27976"/>
                </a:cubicBezTo>
                <a:cubicBezTo>
                  <a:pt x="1725996" y="28468"/>
                  <a:pt x="1726891" y="29073"/>
                  <a:pt x="1727427" y="29791"/>
                </a:cubicBezTo>
                <a:cubicBezTo>
                  <a:pt x="1727964" y="30509"/>
                  <a:pt x="1728232" y="31318"/>
                  <a:pt x="1728232" y="32218"/>
                </a:cubicBezTo>
                <a:lnTo>
                  <a:pt x="1728232" y="59021"/>
                </a:lnTo>
                <a:lnTo>
                  <a:pt x="1754255" y="59021"/>
                </a:lnTo>
                <a:cubicBezTo>
                  <a:pt x="1755149" y="59021"/>
                  <a:pt x="1755931" y="59244"/>
                  <a:pt x="1756602" y="59691"/>
                </a:cubicBezTo>
                <a:cubicBezTo>
                  <a:pt x="1757273" y="60138"/>
                  <a:pt x="1757832" y="60876"/>
                  <a:pt x="1758279" y="61905"/>
                </a:cubicBezTo>
                <a:cubicBezTo>
                  <a:pt x="1758726" y="62933"/>
                  <a:pt x="1759061" y="64341"/>
                  <a:pt x="1759285" y="66130"/>
                </a:cubicBezTo>
                <a:cubicBezTo>
                  <a:pt x="1759509" y="67918"/>
                  <a:pt x="1759620" y="70109"/>
                  <a:pt x="1759620" y="72703"/>
                </a:cubicBezTo>
                <a:cubicBezTo>
                  <a:pt x="1759620" y="77621"/>
                  <a:pt x="1759173" y="81131"/>
                  <a:pt x="1758279" y="83233"/>
                </a:cubicBezTo>
                <a:cubicBezTo>
                  <a:pt x="1757385" y="85334"/>
                  <a:pt x="1756088" y="86385"/>
                  <a:pt x="1754389" y="86385"/>
                </a:cubicBezTo>
                <a:lnTo>
                  <a:pt x="1728232" y="86385"/>
                </a:lnTo>
                <a:lnTo>
                  <a:pt x="1728232" y="142488"/>
                </a:lnTo>
                <a:cubicBezTo>
                  <a:pt x="1728232" y="149005"/>
                  <a:pt x="1729260" y="153892"/>
                  <a:pt x="1731317" y="157151"/>
                </a:cubicBezTo>
                <a:cubicBezTo>
                  <a:pt x="1733374" y="160409"/>
                  <a:pt x="1737040" y="162039"/>
                  <a:pt x="1742317" y="162039"/>
                </a:cubicBezTo>
                <a:cubicBezTo>
                  <a:pt x="1744105" y="162039"/>
                  <a:pt x="1745715" y="161882"/>
                  <a:pt x="1747145" y="161569"/>
                </a:cubicBezTo>
                <a:cubicBezTo>
                  <a:pt x="1748576" y="161256"/>
                  <a:pt x="1749851" y="160898"/>
                  <a:pt x="1750968" y="160496"/>
                </a:cubicBezTo>
                <a:cubicBezTo>
                  <a:pt x="1752086" y="160094"/>
                  <a:pt x="1753025" y="159736"/>
                  <a:pt x="1753785" y="159423"/>
                </a:cubicBezTo>
                <a:cubicBezTo>
                  <a:pt x="1754545" y="159110"/>
                  <a:pt x="1755238" y="158953"/>
                  <a:pt x="1755864" y="158953"/>
                </a:cubicBezTo>
                <a:cubicBezTo>
                  <a:pt x="1756401" y="158953"/>
                  <a:pt x="1756915" y="159110"/>
                  <a:pt x="1757407" y="159423"/>
                </a:cubicBezTo>
                <a:cubicBezTo>
                  <a:pt x="1757899" y="159736"/>
                  <a:pt x="1758279" y="160363"/>
                  <a:pt x="1758547" y="161305"/>
                </a:cubicBezTo>
                <a:cubicBezTo>
                  <a:pt x="1758815" y="162244"/>
                  <a:pt x="1759061" y="163522"/>
                  <a:pt x="1759285" y="165140"/>
                </a:cubicBezTo>
                <a:cubicBezTo>
                  <a:pt x="1759509" y="166756"/>
                  <a:pt x="1759620" y="168821"/>
                  <a:pt x="1759620" y="171336"/>
                </a:cubicBezTo>
                <a:close/>
                <a:moveTo>
                  <a:pt x="1952314" y="71898"/>
                </a:moveTo>
                <a:cubicBezTo>
                  <a:pt x="1952314" y="76190"/>
                  <a:pt x="1951822" y="79365"/>
                  <a:pt x="1950839" y="81422"/>
                </a:cubicBezTo>
                <a:cubicBezTo>
                  <a:pt x="1949855" y="83478"/>
                  <a:pt x="1948648" y="84507"/>
                  <a:pt x="1947217" y="84507"/>
                </a:cubicBezTo>
                <a:lnTo>
                  <a:pt x="1933132" y="84507"/>
                </a:lnTo>
                <a:cubicBezTo>
                  <a:pt x="1935100" y="86634"/>
                  <a:pt x="1936508" y="89049"/>
                  <a:pt x="1937358" y="91754"/>
                </a:cubicBezTo>
                <a:cubicBezTo>
                  <a:pt x="1938207" y="94460"/>
                  <a:pt x="1938632" y="97275"/>
                  <a:pt x="1938632" y="100201"/>
                </a:cubicBezTo>
                <a:cubicBezTo>
                  <a:pt x="1938632" y="107176"/>
                  <a:pt x="1937469" y="113369"/>
                  <a:pt x="1935144" y="118779"/>
                </a:cubicBezTo>
                <a:cubicBezTo>
                  <a:pt x="1932819" y="124189"/>
                  <a:pt x="1929488" y="128750"/>
                  <a:pt x="1925151" y="132461"/>
                </a:cubicBezTo>
                <a:cubicBezTo>
                  <a:pt x="1920814" y="136172"/>
                  <a:pt x="1915583" y="138989"/>
                  <a:pt x="1909457" y="140912"/>
                </a:cubicBezTo>
                <a:cubicBezTo>
                  <a:pt x="1903331" y="142834"/>
                  <a:pt x="1896513" y="143796"/>
                  <a:pt x="1889001" y="143796"/>
                </a:cubicBezTo>
                <a:cubicBezTo>
                  <a:pt x="1885156" y="143796"/>
                  <a:pt x="1881489" y="143326"/>
                  <a:pt x="1878002" y="142387"/>
                </a:cubicBezTo>
                <a:cubicBezTo>
                  <a:pt x="1874514" y="141448"/>
                  <a:pt x="1871831" y="140353"/>
                  <a:pt x="1869953" y="139101"/>
                </a:cubicBezTo>
                <a:cubicBezTo>
                  <a:pt x="1868880" y="140263"/>
                  <a:pt x="1867919" y="141650"/>
                  <a:pt x="1867069" y="143259"/>
                </a:cubicBezTo>
                <a:cubicBezTo>
                  <a:pt x="1866220" y="144869"/>
                  <a:pt x="1865795" y="146657"/>
                  <a:pt x="1865795" y="148625"/>
                </a:cubicBezTo>
                <a:cubicBezTo>
                  <a:pt x="1865795" y="151218"/>
                  <a:pt x="1866935" y="153342"/>
                  <a:pt x="1869216" y="154996"/>
                </a:cubicBezTo>
                <a:cubicBezTo>
                  <a:pt x="1871496" y="156651"/>
                  <a:pt x="1874693" y="157567"/>
                  <a:pt x="1878807" y="157746"/>
                </a:cubicBezTo>
                <a:lnTo>
                  <a:pt x="1907914" y="158823"/>
                </a:lnTo>
                <a:cubicBezTo>
                  <a:pt x="1914711" y="159092"/>
                  <a:pt x="1920769" y="160056"/>
                  <a:pt x="1926090" y="161716"/>
                </a:cubicBezTo>
                <a:cubicBezTo>
                  <a:pt x="1931411" y="163376"/>
                  <a:pt x="1935882" y="165709"/>
                  <a:pt x="1939504" y="168716"/>
                </a:cubicBezTo>
                <a:cubicBezTo>
                  <a:pt x="1943126" y="171723"/>
                  <a:pt x="1945898" y="175335"/>
                  <a:pt x="1947820" y="179552"/>
                </a:cubicBezTo>
                <a:cubicBezTo>
                  <a:pt x="1949743" y="183769"/>
                  <a:pt x="1950704" y="188568"/>
                  <a:pt x="1950704" y="193951"/>
                </a:cubicBezTo>
                <a:cubicBezTo>
                  <a:pt x="1950704" y="199872"/>
                  <a:pt x="1949408" y="205457"/>
                  <a:pt x="1946814" y="210705"/>
                </a:cubicBezTo>
                <a:cubicBezTo>
                  <a:pt x="1944221" y="215956"/>
                  <a:pt x="1940331" y="220511"/>
                  <a:pt x="1935144" y="224371"/>
                </a:cubicBezTo>
                <a:cubicBezTo>
                  <a:pt x="1929958" y="228230"/>
                  <a:pt x="1923452" y="231280"/>
                  <a:pt x="1915627" y="233521"/>
                </a:cubicBezTo>
                <a:cubicBezTo>
                  <a:pt x="1907803" y="235765"/>
                  <a:pt x="1898659" y="236887"/>
                  <a:pt x="1888196" y="236887"/>
                </a:cubicBezTo>
                <a:cubicBezTo>
                  <a:pt x="1878002" y="236887"/>
                  <a:pt x="1869305" y="236081"/>
                  <a:pt x="1862106" y="234469"/>
                </a:cubicBezTo>
                <a:cubicBezTo>
                  <a:pt x="1854908" y="232856"/>
                  <a:pt x="1849006" y="230617"/>
                  <a:pt x="1844400" y="227749"/>
                </a:cubicBezTo>
                <a:cubicBezTo>
                  <a:pt x="1839795" y="224885"/>
                  <a:pt x="1836441" y="221460"/>
                  <a:pt x="1834340" y="217475"/>
                </a:cubicBezTo>
                <a:cubicBezTo>
                  <a:pt x="1832238" y="213490"/>
                  <a:pt x="1831188" y="209125"/>
                  <a:pt x="1831188" y="204380"/>
                </a:cubicBezTo>
                <a:cubicBezTo>
                  <a:pt x="1831188" y="201423"/>
                  <a:pt x="1831568" y="198601"/>
                  <a:pt x="1832328" y="195913"/>
                </a:cubicBezTo>
                <a:cubicBezTo>
                  <a:pt x="1833088" y="193227"/>
                  <a:pt x="1834206" y="190652"/>
                  <a:pt x="1835681" y="188187"/>
                </a:cubicBezTo>
                <a:cubicBezTo>
                  <a:pt x="1837157" y="185725"/>
                  <a:pt x="1838968" y="183375"/>
                  <a:pt x="1841114" y="181136"/>
                </a:cubicBezTo>
                <a:cubicBezTo>
                  <a:pt x="1843260" y="178898"/>
                  <a:pt x="1845719" y="176749"/>
                  <a:pt x="1848491" y="174689"/>
                </a:cubicBezTo>
                <a:cubicBezTo>
                  <a:pt x="1844646" y="172624"/>
                  <a:pt x="1841673" y="169820"/>
                  <a:pt x="1839571" y="166276"/>
                </a:cubicBezTo>
                <a:cubicBezTo>
                  <a:pt x="1837470" y="162730"/>
                  <a:pt x="1836419" y="158847"/>
                  <a:pt x="1836419" y="154627"/>
                </a:cubicBezTo>
                <a:cubicBezTo>
                  <a:pt x="1836419" y="149332"/>
                  <a:pt x="1837626" y="144507"/>
                  <a:pt x="1840041" y="140153"/>
                </a:cubicBezTo>
                <a:cubicBezTo>
                  <a:pt x="1842455" y="135799"/>
                  <a:pt x="1845585" y="131871"/>
                  <a:pt x="1849430" y="128370"/>
                </a:cubicBezTo>
                <a:cubicBezTo>
                  <a:pt x="1846300" y="125240"/>
                  <a:pt x="1843797" y="121484"/>
                  <a:pt x="1841919" y="117102"/>
                </a:cubicBezTo>
                <a:cubicBezTo>
                  <a:pt x="1840041" y="112721"/>
                  <a:pt x="1839102" y="107266"/>
                  <a:pt x="1839102" y="100738"/>
                </a:cubicBezTo>
                <a:cubicBezTo>
                  <a:pt x="1839102" y="93762"/>
                  <a:pt x="1840331" y="87525"/>
                  <a:pt x="1842791" y="82025"/>
                </a:cubicBezTo>
                <a:cubicBezTo>
                  <a:pt x="1845250" y="76526"/>
                  <a:pt x="1848670" y="71876"/>
                  <a:pt x="1853052" y="68075"/>
                </a:cubicBezTo>
                <a:cubicBezTo>
                  <a:pt x="1857434" y="64274"/>
                  <a:pt x="1862665" y="61368"/>
                  <a:pt x="1868746" y="59356"/>
                </a:cubicBezTo>
                <a:cubicBezTo>
                  <a:pt x="1874827" y="57344"/>
                  <a:pt x="1881534" y="56338"/>
                  <a:pt x="1888867" y="56338"/>
                </a:cubicBezTo>
                <a:cubicBezTo>
                  <a:pt x="1892623" y="56338"/>
                  <a:pt x="1896222" y="56574"/>
                  <a:pt x="1899665" y="57046"/>
                </a:cubicBezTo>
                <a:cubicBezTo>
                  <a:pt x="1903108" y="57516"/>
                  <a:pt x="1906305" y="58174"/>
                  <a:pt x="1909256" y="59021"/>
                </a:cubicBezTo>
                <a:lnTo>
                  <a:pt x="1947217" y="59021"/>
                </a:lnTo>
                <a:cubicBezTo>
                  <a:pt x="1948737" y="59021"/>
                  <a:pt x="1949967" y="60004"/>
                  <a:pt x="1950906" y="61972"/>
                </a:cubicBezTo>
                <a:cubicBezTo>
                  <a:pt x="1951845" y="63939"/>
                  <a:pt x="1952314" y="67248"/>
                  <a:pt x="1952314" y="71898"/>
                </a:cubicBezTo>
                <a:moveTo>
                  <a:pt x="1908988" y="100000"/>
                </a:moveTo>
                <a:cubicBezTo>
                  <a:pt x="1908988" y="93584"/>
                  <a:pt x="1907199" y="88592"/>
                  <a:pt x="1903622" y="85027"/>
                </a:cubicBezTo>
                <a:cubicBezTo>
                  <a:pt x="1900045" y="81461"/>
                  <a:pt x="1894993" y="79678"/>
                  <a:pt x="1888464" y="79678"/>
                </a:cubicBezTo>
                <a:cubicBezTo>
                  <a:pt x="1885156" y="79678"/>
                  <a:pt x="1882249" y="80235"/>
                  <a:pt x="1879745" y="81350"/>
                </a:cubicBezTo>
                <a:cubicBezTo>
                  <a:pt x="1877242" y="82463"/>
                  <a:pt x="1875162" y="83977"/>
                  <a:pt x="1873508" y="85894"/>
                </a:cubicBezTo>
                <a:cubicBezTo>
                  <a:pt x="1871854" y="87811"/>
                  <a:pt x="1870624" y="90040"/>
                  <a:pt x="1869819" y="92580"/>
                </a:cubicBezTo>
                <a:cubicBezTo>
                  <a:pt x="1869014" y="95121"/>
                  <a:pt x="1868612" y="97773"/>
                  <a:pt x="1868612" y="100536"/>
                </a:cubicBezTo>
                <a:cubicBezTo>
                  <a:pt x="1868612" y="106595"/>
                  <a:pt x="1870401" y="111385"/>
                  <a:pt x="1873978" y="114906"/>
                </a:cubicBezTo>
                <a:cubicBezTo>
                  <a:pt x="1877555" y="118427"/>
                  <a:pt x="1882518" y="120188"/>
                  <a:pt x="1888867" y="120188"/>
                </a:cubicBezTo>
                <a:cubicBezTo>
                  <a:pt x="1892265" y="120188"/>
                  <a:pt x="1895216" y="119654"/>
                  <a:pt x="1897720" y="118586"/>
                </a:cubicBezTo>
                <a:cubicBezTo>
                  <a:pt x="1900224" y="117516"/>
                  <a:pt x="1902303" y="116045"/>
                  <a:pt x="1903957" y="114172"/>
                </a:cubicBezTo>
                <a:cubicBezTo>
                  <a:pt x="1905612" y="112300"/>
                  <a:pt x="1906864" y="110138"/>
                  <a:pt x="1907713" y="107688"/>
                </a:cubicBezTo>
                <a:cubicBezTo>
                  <a:pt x="1908563" y="105237"/>
                  <a:pt x="1908988" y="102674"/>
                  <a:pt x="1908988" y="100000"/>
                </a:cubicBezTo>
                <a:moveTo>
                  <a:pt x="1916902" y="195686"/>
                </a:moveTo>
                <a:cubicBezTo>
                  <a:pt x="1916902" y="191629"/>
                  <a:pt x="1915292" y="188518"/>
                  <a:pt x="1912073" y="186355"/>
                </a:cubicBezTo>
                <a:cubicBezTo>
                  <a:pt x="1908853" y="184189"/>
                  <a:pt x="1904427" y="183016"/>
                  <a:pt x="1898793" y="182834"/>
                </a:cubicBezTo>
                <a:lnTo>
                  <a:pt x="1874782" y="182159"/>
                </a:lnTo>
                <a:cubicBezTo>
                  <a:pt x="1872457" y="183872"/>
                  <a:pt x="1870602" y="185518"/>
                  <a:pt x="1869216" y="187097"/>
                </a:cubicBezTo>
                <a:cubicBezTo>
                  <a:pt x="1867830" y="188676"/>
                  <a:pt x="1866712" y="190187"/>
                  <a:pt x="1865862" y="191629"/>
                </a:cubicBezTo>
                <a:cubicBezTo>
                  <a:pt x="1865013" y="193073"/>
                  <a:pt x="1864454" y="194472"/>
                  <a:pt x="1864186" y="195825"/>
                </a:cubicBezTo>
                <a:cubicBezTo>
                  <a:pt x="1863917" y="197177"/>
                  <a:pt x="1863783" y="198574"/>
                  <a:pt x="1863783" y="200016"/>
                </a:cubicBezTo>
                <a:cubicBezTo>
                  <a:pt x="1863783" y="204527"/>
                  <a:pt x="1866041" y="207954"/>
                  <a:pt x="1870557" y="210299"/>
                </a:cubicBezTo>
                <a:cubicBezTo>
                  <a:pt x="1875073" y="212643"/>
                  <a:pt x="1881445" y="213816"/>
                  <a:pt x="1889672" y="213816"/>
                </a:cubicBezTo>
                <a:cubicBezTo>
                  <a:pt x="1894769" y="213816"/>
                  <a:pt x="1899061" y="213297"/>
                  <a:pt x="1902549" y="212261"/>
                </a:cubicBezTo>
                <a:cubicBezTo>
                  <a:pt x="1906037" y="211224"/>
                  <a:pt x="1908853" y="209848"/>
                  <a:pt x="1911000" y="208132"/>
                </a:cubicBezTo>
                <a:cubicBezTo>
                  <a:pt x="1913146" y="206419"/>
                  <a:pt x="1914666" y="204502"/>
                  <a:pt x="1915560" y="202381"/>
                </a:cubicBezTo>
                <a:cubicBezTo>
                  <a:pt x="1916455" y="200262"/>
                  <a:pt x="1916902" y="198031"/>
                  <a:pt x="1916902" y="195686"/>
                </a:cubicBezTo>
                <a:close/>
                <a:moveTo>
                  <a:pt x="2084723" y="119898"/>
                </a:moveTo>
                <a:cubicBezTo>
                  <a:pt x="2084723" y="124020"/>
                  <a:pt x="2083807" y="127066"/>
                  <a:pt x="2081974" y="129036"/>
                </a:cubicBezTo>
                <a:cubicBezTo>
                  <a:pt x="2080140" y="131007"/>
                  <a:pt x="2077614" y="131992"/>
                  <a:pt x="2074395" y="131992"/>
                </a:cubicBezTo>
                <a:lnTo>
                  <a:pt x="2001558" y="131992"/>
                </a:lnTo>
                <a:cubicBezTo>
                  <a:pt x="2001558" y="137108"/>
                  <a:pt x="2002161" y="141754"/>
                  <a:pt x="2003369" y="145929"/>
                </a:cubicBezTo>
                <a:cubicBezTo>
                  <a:pt x="2004576" y="150104"/>
                  <a:pt x="2006499" y="153652"/>
                  <a:pt x="2009137" y="156572"/>
                </a:cubicBezTo>
                <a:cubicBezTo>
                  <a:pt x="2011775" y="159490"/>
                  <a:pt x="2015173" y="161712"/>
                  <a:pt x="2019331" y="163237"/>
                </a:cubicBezTo>
                <a:cubicBezTo>
                  <a:pt x="2023489" y="164763"/>
                  <a:pt x="2028475" y="165526"/>
                  <a:pt x="2034288" y="165526"/>
                </a:cubicBezTo>
                <a:cubicBezTo>
                  <a:pt x="2040190" y="165526"/>
                  <a:pt x="2045376" y="165094"/>
                  <a:pt x="2049847" y="164231"/>
                </a:cubicBezTo>
                <a:cubicBezTo>
                  <a:pt x="2054319" y="163367"/>
                  <a:pt x="2058186" y="162413"/>
                  <a:pt x="2061450" y="161368"/>
                </a:cubicBezTo>
                <a:cubicBezTo>
                  <a:pt x="2064714" y="160323"/>
                  <a:pt x="2067420" y="159368"/>
                  <a:pt x="2069566" y="158505"/>
                </a:cubicBezTo>
                <a:cubicBezTo>
                  <a:pt x="2071712" y="157641"/>
                  <a:pt x="2073456" y="157210"/>
                  <a:pt x="2074797" y="157210"/>
                </a:cubicBezTo>
                <a:cubicBezTo>
                  <a:pt x="2075602" y="157210"/>
                  <a:pt x="2076273" y="157367"/>
                  <a:pt x="2076809" y="157683"/>
                </a:cubicBezTo>
                <a:cubicBezTo>
                  <a:pt x="2077346" y="157996"/>
                  <a:pt x="2077793" y="158558"/>
                  <a:pt x="2078151" y="159368"/>
                </a:cubicBezTo>
                <a:cubicBezTo>
                  <a:pt x="2078508" y="160176"/>
                  <a:pt x="2078754" y="161322"/>
                  <a:pt x="2078888" y="162806"/>
                </a:cubicBezTo>
                <a:cubicBezTo>
                  <a:pt x="2079022" y="164290"/>
                  <a:pt x="2079090" y="166155"/>
                  <a:pt x="2079090" y="168402"/>
                </a:cubicBezTo>
                <a:cubicBezTo>
                  <a:pt x="2079090" y="170380"/>
                  <a:pt x="2079045" y="172067"/>
                  <a:pt x="2078955" y="173461"/>
                </a:cubicBezTo>
                <a:cubicBezTo>
                  <a:pt x="2078866" y="174853"/>
                  <a:pt x="2078732" y="176043"/>
                  <a:pt x="2078553" y="177033"/>
                </a:cubicBezTo>
                <a:cubicBezTo>
                  <a:pt x="2078374" y="178022"/>
                  <a:pt x="2078106" y="178855"/>
                  <a:pt x="2077748" y="179531"/>
                </a:cubicBezTo>
                <a:cubicBezTo>
                  <a:pt x="2077390" y="180204"/>
                  <a:pt x="2076921" y="180856"/>
                  <a:pt x="2076340" y="181484"/>
                </a:cubicBezTo>
                <a:cubicBezTo>
                  <a:pt x="2075758" y="182113"/>
                  <a:pt x="2074171" y="182964"/>
                  <a:pt x="2071578" y="184037"/>
                </a:cubicBezTo>
                <a:cubicBezTo>
                  <a:pt x="2068985" y="185110"/>
                  <a:pt x="2065676" y="186161"/>
                  <a:pt x="2061652" y="187189"/>
                </a:cubicBezTo>
                <a:cubicBezTo>
                  <a:pt x="2057627" y="188218"/>
                  <a:pt x="2053022" y="189112"/>
                  <a:pt x="2047835" y="189872"/>
                </a:cubicBezTo>
                <a:cubicBezTo>
                  <a:pt x="2042649" y="190632"/>
                  <a:pt x="2037104" y="191012"/>
                  <a:pt x="2031202" y="191012"/>
                </a:cubicBezTo>
                <a:cubicBezTo>
                  <a:pt x="2020561" y="191012"/>
                  <a:pt x="2011238" y="189668"/>
                  <a:pt x="2003235" y="186980"/>
                </a:cubicBezTo>
                <a:cubicBezTo>
                  <a:pt x="1995231" y="184291"/>
                  <a:pt x="1988546" y="180214"/>
                  <a:pt x="1983181" y="174748"/>
                </a:cubicBezTo>
                <a:cubicBezTo>
                  <a:pt x="1977815" y="169282"/>
                  <a:pt x="1973814" y="162384"/>
                  <a:pt x="1971176" y="154053"/>
                </a:cubicBezTo>
                <a:cubicBezTo>
                  <a:pt x="1968538" y="145720"/>
                  <a:pt x="1967219" y="135953"/>
                  <a:pt x="1967219" y="124752"/>
                </a:cubicBezTo>
                <a:cubicBezTo>
                  <a:pt x="1967219" y="114088"/>
                  <a:pt x="1968605" y="104478"/>
                  <a:pt x="1971377" y="95921"/>
                </a:cubicBezTo>
                <a:cubicBezTo>
                  <a:pt x="1974149" y="87364"/>
                  <a:pt x="1978173" y="80107"/>
                  <a:pt x="1983449" y="74149"/>
                </a:cubicBezTo>
                <a:cubicBezTo>
                  <a:pt x="1988725" y="68188"/>
                  <a:pt x="1995142" y="63640"/>
                  <a:pt x="2002698" y="60505"/>
                </a:cubicBezTo>
                <a:cubicBezTo>
                  <a:pt x="2010254" y="57369"/>
                  <a:pt x="2018772" y="55801"/>
                  <a:pt x="2028251" y="55801"/>
                </a:cubicBezTo>
                <a:cubicBezTo>
                  <a:pt x="2038267" y="55801"/>
                  <a:pt x="2046829" y="57280"/>
                  <a:pt x="2053939" y="60236"/>
                </a:cubicBezTo>
                <a:cubicBezTo>
                  <a:pt x="2061048" y="63193"/>
                  <a:pt x="2066883" y="67291"/>
                  <a:pt x="2071444" y="72531"/>
                </a:cubicBezTo>
                <a:cubicBezTo>
                  <a:pt x="2076004" y="77771"/>
                  <a:pt x="2079358" y="83974"/>
                  <a:pt x="2081504" y="91142"/>
                </a:cubicBezTo>
                <a:cubicBezTo>
                  <a:pt x="2083650" y="98308"/>
                  <a:pt x="2084723" y="106102"/>
                  <a:pt x="2084723" y="114524"/>
                </a:cubicBezTo>
                <a:lnTo>
                  <a:pt x="2084723" y="119898"/>
                </a:lnTo>
                <a:moveTo>
                  <a:pt x="2051994" y="110261"/>
                </a:moveTo>
                <a:cubicBezTo>
                  <a:pt x="2052262" y="100740"/>
                  <a:pt x="2050362" y="93264"/>
                  <a:pt x="2046293" y="87831"/>
                </a:cubicBezTo>
                <a:cubicBezTo>
                  <a:pt x="2042224" y="82396"/>
                  <a:pt x="2035942" y="79678"/>
                  <a:pt x="2027446" y="79678"/>
                </a:cubicBezTo>
                <a:cubicBezTo>
                  <a:pt x="2023154" y="79678"/>
                  <a:pt x="2019421" y="80487"/>
                  <a:pt x="2016246" y="82105"/>
                </a:cubicBezTo>
                <a:cubicBezTo>
                  <a:pt x="2013071" y="83720"/>
                  <a:pt x="2010433" y="85899"/>
                  <a:pt x="2008332" y="88640"/>
                </a:cubicBezTo>
                <a:cubicBezTo>
                  <a:pt x="2006230" y="91379"/>
                  <a:pt x="2004621" y="94612"/>
                  <a:pt x="2003503" y="98340"/>
                </a:cubicBezTo>
                <a:cubicBezTo>
                  <a:pt x="2002385" y="102065"/>
                  <a:pt x="2001737" y="106039"/>
                  <a:pt x="2001558" y="110261"/>
                </a:cubicBezTo>
                <a:lnTo>
                  <a:pt x="2051994" y="110261"/>
                </a:lnTo>
                <a:close/>
                <a:moveTo>
                  <a:pt x="2225836" y="183228"/>
                </a:moveTo>
                <a:cubicBezTo>
                  <a:pt x="2225836" y="184122"/>
                  <a:pt x="2225568" y="184906"/>
                  <a:pt x="2225032" y="185580"/>
                </a:cubicBezTo>
                <a:cubicBezTo>
                  <a:pt x="2224495" y="186250"/>
                  <a:pt x="2223601" y="186809"/>
                  <a:pt x="2222349" y="187256"/>
                </a:cubicBezTo>
                <a:cubicBezTo>
                  <a:pt x="2221097" y="187704"/>
                  <a:pt x="2219375" y="188039"/>
                  <a:pt x="2217184" y="188262"/>
                </a:cubicBezTo>
                <a:cubicBezTo>
                  <a:pt x="2214994" y="188486"/>
                  <a:pt x="2212288" y="188598"/>
                  <a:pt x="2209069" y="188598"/>
                </a:cubicBezTo>
                <a:cubicBezTo>
                  <a:pt x="2205760" y="188598"/>
                  <a:pt x="2203011" y="188486"/>
                  <a:pt x="2200820" y="188262"/>
                </a:cubicBezTo>
                <a:cubicBezTo>
                  <a:pt x="2198629" y="188039"/>
                  <a:pt x="2196907" y="187704"/>
                  <a:pt x="2195655" y="187256"/>
                </a:cubicBezTo>
                <a:cubicBezTo>
                  <a:pt x="2194403" y="186809"/>
                  <a:pt x="2193509" y="186250"/>
                  <a:pt x="2192973" y="185580"/>
                </a:cubicBezTo>
                <a:cubicBezTo>
                  <a:pt x="2192436" y="184909"/>
                  <a:pt x="2192168" y="184127"/>
                  <a:pt x="2192168" y="183232"/>
                </a:cubicBezTo>
                <a:lnTo>
                  <a:pt x="2192168" y="114956"/>
                </a:lnTo>
                <a:cubicBezTo>
                  <a:pt x="2192168" y="109144"/>
                  <a:pt x="2191743" y="104583"/>
                  <a:pt x="2190893" y="101274"/>
                </a:cubicBezTo>
                <a:cubicBezTo>
                  <a:pt x="2190044" y="97965"/>
                  <a:pt x="2188814" y="95126"/>
                  <a:pt x="2187205" y="92756"/>
                </a:cubicBezTo>
                <a:cubicBezTo>
                  <a:pt x="2185595" y="90387"/>
                  <a:pt x="2183516" y="88553"/>
                  <a:pt x="2180967" y="87257"/>
                </a:cubicBezTo>
                <a:cubicBezTo>
                  <a:pt x="2178419" y="85960"/>
                  <a:pt x="2175445" y="85312"/>
                  <a:pt x="2172047" y="85312"/>
                </a:cubicBezTo>
                <a:cubicBezTo>
                  <a:pt x="2167755" y="85312"/>
                  <a:pt x="2163418" y="86877"/>
                  <a:pt x="2159036" y="90007"/>
                </a:cubicBezTo>
                <a:cubicBezTo>
                  <a:pt x="2154654" y="93136"/>
                  <a:pt x="2150093" y="97697"/>
                  <a:pt x="2145354" y="103689"/>
                </a:cubicBezTo>
                <a:lnTo>
                  <a:pt x="2145354" y="183232"/>
                </a:lnTo>
                <a:cubicBezTo>
                  <a:pt x="2145354" y="184127"/>
                  <a:pt x="2145085" y="184909"/>
                  <a:pt x="2144549" y="185580"/>
                </a:cubicBezTo>
                <a:cubicBezTo>
                  <a:pt x="2144012" y="186250"/>
                  <a:pt x="2143096" y="186809"/>
                  <a:pt x="2141799" y="187256"/>
                </a:cubicBezTo>
                <a:cubicBezTo>
                  <a:pt x="2140502" y="187704"/>
                  <a:pt x="2138781" y="188039"/>
                  <a:pt x="2136635" y="188262"/>
                </a:cubicBezTo>
                <a:cubicBezTo>
                  <a:pt x="2134488" y="188486"/>
                  <a:pt x="2131761" y="188598"/>
                  <a:pt x="2128452" y="188598"/>
                </a:cubicBezTo>
                <a:cubicBezTo>
                  <a:pt x="2125144" y="188598"/>
                  <a:pt x="2122416" y="188486"/>
                  <a:pt x="2120270" y="188262"/>
                </a:cubicBezTo>
                <a:cubicBezTo>
                  <a:pt x="2118124" y="188039"/>
                  <a:pt x="2116402" y="187704"/>
                  <a:pt x="2115106" y="187256"/>
                </a:cubicBezTo>
                <a:cubicBezTo>
                  <a:pt x="2113809" y="186809"/>
                  <a:pt x="2112892" y="186250"/>
                  <a:pt x="2112356" y="185580"/>
                </a:cubicBezTo>
                <a:cubicBezTo>
                  <a:pt x="2111819" y="184909"/>
                  <a:pt x="2111551" y="184127"/>
                  <a:pt x="2111551" y="183232"/>
                </a:cubicBezTo>
                <a:lnTo>
                  <a:pt x="2111551" y="63581"/>
                </a:lnTo>
                <a:cubicBezTo>
                  <a:pt x="2111551" y="62687"/>
                  <a:pt x="2111774" y="61905"/>
                  <a:pt x="2112222" y="61234"/>
                </a:cubicBezTo>
                <a:cubicBezTo>
                  <a:pt x="2112669" y="60563"/>
                  <a:pt x="2113474" y="60004"/>
                  <a:pt x="2114636" y="59557"/>
                </a:cubicBezTo>
                <a:cubicBezTo>
                  <a:pt x="2115799" y="59110"/>
                  <a:pt x="2117296" y="58775"/>
                  <a:pt x="2119130" y="58551"/>
                </a:cubicBezTo>
                <a:cubicBezTo>
                  <a:pt x="2120963" y="58328"/>
                  <a:pt x="2123266" y="58216"/>
                  <a:pt x="2126038" y="58216"/>
                </a:cubicBezTo>
                <a:cubicBezTo>
                  <a:pt x="2128899" y="58216"/>
                  <a:pt x="2131269" y="58328"/>
                  <a:pt x="2133147" y="58551"/>
                </a:cubicBezTo>
                <a:cubicBezTo>
                  <a:pt x="2135025" y="58775"/>
                  <a:pt x="2136478" y="59110"/>
                  <a:pt x="2137507" y="59557"/>
                </a:cubicBezTo>
                <a:cubicBezTo>
                  <a:pt x="2138535" y="60004"/>
                  <a:pt x="2139273" y="60563"/>
                  <a:pt x="2139720" y="61234"/>
                </a:cubicBezTo>
                <a:cubicBezTo>
                  <a:pt x="2140167" y="61905"/>
                  <a:pt x="2140391" y="62687"/>
                  <a:pt x="2140391" y="63581"/>
                </a:cubicBezTo>
                <a:lnTo>
                  <a:pt x="2140391" y="77398"/>
                </a:lnTo>
                <a:cubicBezTo>
                  <a:pt x="2147008" y="70199"/>
                  <a:pt x="2153737" y="64800"/>
                  <a:pt x="2160578" y="61200"/>
                </a:cubicBezTo>
                <a:cubicBezTo>
                  <a:pt x="2167419" y="57601"/>
                  <a:pt x="2174551" y="55801"/>
                  <a:pt x="2181973" y="55801"/>
                </a:cubicBezTo>
                <a:cubicBezTo>
                  <a:pt x="2190111" y="55801"/>
                  <a:pt x="2196974" y="57144"/>
                  <a:pt x="2202563" y="59830"/>
                </a:cubicBezTo>
                <a:cubicBezTo>
                  <a:pt x="2208153" y="62515"/>
                  <a:pt x="2212668" y="66164"/>
                  <a:pt x="2216111" y="70774"/>
                </a:cubicBezTo>
                <a:cubicBezTo>
                  <a:pt x="2219554" y="75383"/>
                  <a:pt x="2222036" y="80776"/>
                  <a:pt x="2223556" y="86955"/>
                </a:cubicBezTo>
                <a:cubicBezTo>
                  <a:pt x="2225076" y="93131"/>
                  <a:pt x="2225836" y="100560"/>
                  <a:pt x="2225836" y="109243"/>
                </a:cubicBezTo>
                <a:lnTo>
                  <a:pt x="2225836" y="183228"/>
                </a:lnTo>
                <a:close/>
                <a:moveTo>
                  <a:pt x="2333400" y="74581"/>
                </a:moveTo>
                <a:cubicBezTo>
                  <a:pt x="2333400" y="77800"/>
                  <a:pt x="2333310" y="80438"/>
                  <a:pt x="2333131" y="82495"/>
                </a:cubicBezTo>
                <a:cubicBezTo>
                  <a:pt x="2332953" y="84552"/>
                  <a:pt x="2332684" y="86161"/>
                  <a:pt x="2332327" y="87324"/>
                </a:cubicBezTo>
                <a:cubicBezTo>
                  <a:pt x="2331969" y="88486"/>
                  <a:pt x="2331499" y="89291"/>
                  <a:pt x="2330918" y="89738"/>
                </a:cubicBezTo>
                <a:cubicBezTo>
                  <a:pt x="2330337" y="90185"/>
                  <a:pt x="2329599" y="90409"/>
                  <a:pt x="2328705" y="90409"/>
                </a:cubicBezTo>
                <a:cubicBezTo>
                  <a:pt x="2327990" y="90409"/>
                  <a:pt x="2327185" y="90252"/>
                  <a:pt x="2326290" y="89939"/>
                </a:cubicBezTo>
                <a:cubicBezTo>
                  <a:pt x="2325396" y="89626"/>
                  <a:pt x="2324390" y="89291"/>
                  <a:pt x="2323272" y="88933"/>
                </a:cubicBezTo>
                <a:cubicBezTo>
                  <a:pt x="2322155" y="88576"/>
                  <a:pt x="2320925" y="88240"/>
                  <a:pt x="2319584" y="87927"/>
                </a:cubicBezTo>
                <a:cubicBezTo>
                  <a:pt x="2318242" y="87614"/>
                  <a:pt x="2316767" y="87458"/>
                  <a:pt x="2315157" y="87458"/>
                </a:cubicBezTo>
                <a:cubicBezTo>
                  <a:pt x="2313279" y="87458"/>
                  <a:pt x="2311401" y="87841"/>
                  <a:pt x="2309523" y="88606"/>
                </a:cubicBezTo>
                <a:cubicBezTo>
                  <a:pt x="2307645" y="89369"/>
                  <a:pt x="2305700" y="90561"/>
                  <a:pt x="2303688" y="92182"/>
                </a:cubicBezTo>
                <a:cubicBezTo>
                  <a:pt x="2301676" y="93803"/>
                  <a:pt x="2299575" y="95963"/>
                  <a:pt x="2297384" y="98663"/>
                </a:cubicBezTo>
                <a:cubicBezTo>
                  <a:pt x="2295193" y="101362"/>
                  <a:pt x="2292845" y="104692"/>
                  <a:pt x="2290341" y="108652"/>
                </a:cubicBezTo>
                <a:lnTo>
                  <a:pt x="2290341" y="183232"/>
                </a:lnTo>
                <a:cubicBezTo>
                  <a:pt x="2290341" y="184127"/>
                  <a:pt x="2290073" y="184909"/>
                  <a:pt x="2289537" y="185580"/>
                </a:cubicBezTo>
                <a:cubicBezTo>
                  <a:pt x="2289000" y="186250"/>
                  <a:pt x="2288083" y="186809"/>
                  <a:pt x="2286787" y="187256"/>
                </a:cubicBezTo>
                <a:cubicBezTo>
                  <a:pt x="2285490" y="187704"/>
                  <a:pt x="2283769" y="188039"/>
                  <a:pt x="2281623" y="188262"/>
                </a:cubicBezTo>
                <a:cubicBezTo>
                  <a:pt x="2279476" y="188486"/>
                  <a:pt x="2276749" y="188598"/>
                  <a:pt x="2273440" y="188598"/>
                </a:cubicBezTo>
                <a:cubicBezTo>
                  <a:pt x="2270131" y="188598"/>
                  <a:pt x="2267404" y="188486"/>
                  <a:pt x="2265258" y="188262"/>
                </a:cubicBezTo>
                <a:cubicBezTo>
                  <a:pt x="2263112" y="188039"/>
                  <a:pt x="2261390" y="187704"/>
                  <a:pt x="2260093" y="187256"/>
                </a:cubicBezTo>
                <a:cubicBezTo>
                  <a:pt x="2258797" y="186809"/>
                  <a:pt x="2257880" y="186250"/>
                  <a:pt x="2257344" y="185580"/>
                </a:cubicBezTo>
                <a:cubicBezTo>
                  <a:pt x="2256807" y="184909"/>
                  <a:pt x="2256539" y="184127"/>
                  <a:pt x="2256539" y="183232"/>
                </a:cubicBezTo>
                <a:lnTo>
                  <a:pt x="2256539" y="63581"/>
                </a:lnTo>
                <a:cubicBezTo>
                  <a:pt x="2256539" y="62687"/>
                  <a:pt x="2256762" y="61905"/>
                  <a:pt x="2257209" y="61234"/>
                </a:cubicBezTo>
                <a:cubicBezTo>
                  <a:pt x="2257657" y="60563"/>
                  <a:pt x="2258461" y="60004"/>
                  <a:pt x="2259624" y="59557"/>
                </a:cubicBezTo>
                <a:cubicBezTo>
                  <a:pt x="2260786" y="59110"/>
                  <a:pt x="2262284" y="58775"/>
                  <a:pt x="2264118" y="58551"/>
                </a:cubicBezTo>
                <a:cubicBezTo>
                  <a:pt x="2265951" y="58328"/>
                  <a:pt x="2268253" y="58216"/>
                  <a:pt x="2271026" y="58216"/>
                </a:cubicBezTo>
                <a:cubicBezTo>
                  <a:pt x="2273887" y="58216"/>
                  <a:pt x="2276257" y="58328"/>
                  <a:pt x="2278135" y="58551"/>
                </a:cubicBezTo>
                <a:cubicBezTo>
                  <a:pt x="2280013" y="58775"/>
                  <a:pt x="2281466" y="59110"/>
                  <a:pt x="2282494" y="59557"/>
                </a:cubicBezTo>
                <a:cubicBezTo>
                  <a:pt x="2283523" y="60004"/>
                  <a:pt x="2284261" y="60563"/>
                  <a:pt x="2284708" y="61234"/>
                </a:cubicBezTo>
                <a:cubicBezTo>
                  <a:pt x="2285155" y="61905"/>
                  <a:pt x="2285378" y="62687"/>
                  <a:pt x="2285378" y="63581"/>
                </a:cubicBezTo>
                <a:lnTo>
                  <a:pt x="2285378" y="78471"/>
                </a:lnTo>
                <a:cubicBezTo>
                  <a:pt x="2288508" y="73971"/>
                  <a:pt x="2291459" y="70260"/>
                  <a:pt x="2294231" y="67337"/>
                </a:cubicBezTo>
                <a:cubicBezTo>
                  <a:pt x="2297004" y="64414"/>
                  <a:pt x="2299642" y="62099"/>
                  <a:pt x="2302146" y="60391"/>
                </a:cubicBezTo>
                <a:cubicBezTo>
                  <a:pt x="2304650" y="58681"/>
                  <a:pt x="2307153" y="57489"/>
                  <a:pt x="2309657" y="56816"/>
                </a:cubicBezTo>
                <a:cubicBezTo>
                  <a:pt x="2312161" y="56139"/>
                  <a:pt x="2314665" y="55801"/>
                  <a:pt x="2317169" y="55801"/>
                </a:cubicBezTo>
                <a:cubicBezTo>
                  <a:pt x="2318332" y="55801"/>
                  <a:pt x="2319584" y="55868"/>
                  <a:pt x="2320925" y="56003"/>
                </a:cubicBezTo>
                <a:cubicBezTo>
                  <a:pt x="2322266" y="56137"/>
                  <a:pt x="2323652" y="56360"/>
                  <a:pt x="2325083" y="56673"/>
                </a:cubicBezTo>
                <a:cubicBezTo>
                  <a:pt x="2326514" y="56986"/>
                  <a:pt x="2327766" y="57344"/>
                  <a:pt x="2328839" y="57746"/>
                </a:cubicBezTo>
                <a:cubicBezTo>
                  <a:pt x="2329912" y="58149"/>
                  <a:pt x="2330695" y="58574"/>
                  <a:pt x="2331186" y="59021"/>
                </a:cubicBezTo>
                <a:cubicBezTo>
                  <a:pt x="2331678" y="59468"/>
                  <a:pt x="2332036" y="59960"/>
                  <a:pt x="2332260" y="60496"/>
                </a:cubicBezTo>
                <a:cubicBezTo>
                  <a:pt x="2332483" y="61033"/>
                  <a:pt x="2332684" y="61770"/>
                  <a:pt x="2332863" y="62709"/>
                </a:cubicBezTo>
                <a:cubicBezTo>
                  <a:pt x="2333042" y="63648"/>
                  <a:pt x="2333176" y="65057"/>
                  <a:pt x="2333266" y="66935"/>
                </a:cubicBezTo>
                <a:cubicBezTo>
                  <a:pt x="2333355" y="68813"/>
                  <a:pt x="2333400" y="71361"/>
                  <a:pt x="2333400" y="74581"/>
                </a:cubicBezTo>
                <a:close/>
                <a:moveTo>
                  <a:pt x="2463982" y="119898"/>
                </a:moveTo>
                <a:cubicBezTo>
                  <a:pt x="2463982" y="124020"/>
                  <a:pt x="2463065" y="127066"/>
                  <a:pt x="2461232" y="129036"/>
                </a:cubicBezTo>
                <a:cubicBezTo>
                  <a:pt x="2459399" y="131007"/>
                  <a:pt x="2456872" y="131992"/>
                  <a:pt x="2453653" y="131992"/>
                </a:cubicBezTo>
                <a:lnTo>
                  <a:pt x="2380816" y="131992"/>
                </a:lnTo>
                <a:cubicBezTo>
                  <a:pt x="2380816" y="137108"/>
                  <a:pt x="2381420" y="141754"/>
                  <a:pt x="2382627" y="145929"/>
                </a:cubicBezTo>
                <a:cubicBezTo>
                  <a:pt x="2383834" y="150104"/>
                  <a:pt x="2385757" y="153652"/>
                  <a:pt x="2388395" y="156572"/>
                </a:cubicBezTo>
                <a:cubicBezTo>
                  <a:pt x="2391033" y="159490"/>
                  <a:pt x="2394431" y="161712"/>
                  <a:pt x="2398589" y="163237"/>
                </a:cubicBezTo>
                <a:cubicBezTo>
                  <a:pt x="2402748" y="164763"/>
                  <a:pt x="2407733" y="165526"/>
                  <a:pt x="2413546" y="165526"/>
                </a:cubicBezTo>
                <a:cubicBezTo>
                  <a:pt x="2419448" y="165526"/>
                  <a:pt x="2424634" y="165094"/>
                  <a:pt x="2429106" y="164231"/>
                </a:cubicBezTo>
                <a:cubicBezTo>
                  <a:pt x="2433577" y="163367"/>
                  <a:pt x="2437445" y="162413"/>
                  <a:pt x="2440709" y="161368"/>
                </a:cubicBezTo>
                <a:cubicBezTo>
                  <a:pt x="2443973" y="160323"/>
                  <a:pt x="2446678" y="159368"/>
                  <a:pt x="2448824" y="158505"/>
                </a:cubicBezTo>
                <a:cubicBezTo>
                  <a:pt x="2450970" y="157641"/>
                  <a:pt x="2452714" y="157210"/>
                  <a:pt x="2454055" y="157210"/>
                </a:cubicBezTo>
                <a:cubicBezTo>
                  <a:pt x="2454860" y="157210"/>
                  <a:pt x="2455531" y="157367"/>
                  <a:pt x="2456067" y="157683"/>
                </a:cubicBezTo>
                <a:cubicBezTo>
                  <a:pt x="2456604" y="157996"/>
                  <a:pt x="2457051" y="158558"/>
                  <a:pt x="2457409" y="159368"/>
                </a:cubicBezTo>
                <a:cubicBezTo>
                  <a:pt x="2457767" y="160176"/>
                  <a:pt x="2458012" y="161322"/>
                  <a:pt x="2458147" y="162806"/>
                </a:cubicBezTo>
                <a:cubicBezTo>
                  <a:pt x="2458281" y="164290"/>
                  <a:pt x="2458348" y="166155"/>
                  <a:pt x="2458348" y="168402"/>
                </a:cubicBezTo>
                <a:cubicBezTo>
                  <a:pt x="2458348" y="170380"/>
                  <a:pt x="2458303" y="172067"/>
                  <a:pt x="2458214" y="173461"/>
                </a:cubicBezTo>
                <a:cubicBezTo>
                  <a:pt x="2458124" y="174853"/>
                  <a:pt x="2457990" y="176043"/>
                  <a:pt x="2457811" y="177033"/>
                </a:cubicBezTo>
                <a:cubicBezTo>
                  <a:pt x="2457632" y="178022"/>
                  <a:pt x="2457364" y="178855"/>
                  <a:pt x="2457006" y="179531"/>
                </a:cubicBezTo>
                <a:cubicBezTo>
                  <a:pt x="2456649" y="180204"/>
                  <a:pt x="2456179" y="180856"/>
                  <a:pt x="2455598" y="181484"/>
                </a:cubicBezTo>
                <a:cubicBezTo>
                  <a:pt x="2455017" y="182113"/>
                  <a:pt x="2453429" y="182964"/>
                  <a:pt x="2450836" y="184037"/>
                </a:cubicBezTo>
                <a:cubicBezTo>
                  <a:pt x="2448243" y="185110"/>
                  <a:pt x="2444934" y="186161"/>
                  <a:pt x="2440910" y="187189"/>
                </a:cubicBezTo>
                <a:cubicBezTo>
                  <a:pt x="2436886" y="188218"/>
                  <a:pt x="2432280" y="189112"/>
                  <a:pt x="2427094" y="189872"/>
                </a:cubicBezTo>
                <a:cubicBezTo>
                  <a:pt x="2421907" y="190632"/>
                  <a:pt x="2416363" y="191012"/>
                  <a:pt x="2410461" y="191012"/>
                </a:cubicBezTo>
                <a:cubicBezTo>
                  <a:pt x="2399819" y="191012"/>
                  <a:pt x="2390496" y="189668"/>
                  <a:pt x="2382493" y="186980"/>
                </a:cubicBezTo>
                <a:cubicBezTo>
                  <a:pt x="2374489" y="184291"/>
                  <a:pt x="2367805" y="180214"/>
                  <a:pt x="2362439" y="174748"/>
                </a:cubicBezTo>
                <a:cubicBezTo>
                  <a:pt x="2357074" y="169282"/>
                  <a:pt x="2353072" y="162384"/>
                  <a:pt x="2350434" y="154053"/>
                </a:cubicBezTo>
                <a:cubicBezTo>
                  <a:pt x="2347796" y="145720"/>
                  <a:pt x="2346477" y="135953"/>
                  <a:pt x="2346477" y="124752"/>
                </a:cubicBezTo>
                <a:cubicBezTo>
                  <a:pt x="2346477" y="114088"/>
                  <a:pt x="2347863" y="104478"/>
                  <a:pt x="2350635" y="95921"/>
                </a:cubicBezTo>
                <a:cubicBezTo>
                  <a:pt x="2353407" y="87364"/>
                  <a:pt x="2357431" y="80107"/>
                  <a:pt x="2362708" y="74149"/>
                </a:cubicBezTo>
                <a:cubicBezTo>
                  <a:pt x="2367984" y="68188"/>
                  <a:pt x="2374400" y="63640"/>
                  <a:pt x="2381956" y="60505"/>
                </a:cubicBezTo>
                <a:cubicBezTo>
                  <a:pt x="2389513" y="57369"/>
                  <a:pt x="2398030" y="55801"/>
                  <a:pt x="2407510" y="55801"/>
                </a:cubicBezTo>
                <a:cubicBezTo>
                  <a:pt x="2417525" y="55801"/>
                  <a:pt x="2426088" y="57280"/>
                  <a:pt x="2433197" y="60236"/>
                </a:cubicBezTo>
                <a:cubicBezTo>
                  <a:pt x="2440306" y="63193"/>
                  <a:pt x="2446141" y="67291"/>
                  <a:pt x="2450702" y="72531"/>
                </a:cubicBezTo>
                <a:cubicBezTo>
                  <a:pt x="2455263" y="77771"/>
                  <a:pt x="2458616" y="83974"/>
                  <a:pt x="2460762" y="91142"/>
                </a:cubicBezTo>
                <a:cubicBezTo>
                  <a:pt x="2462908" y="98308"/>
                  <a:pt x="2463982" y="106102"/>
                  <a:pt x="2463982" y="114524"/>
                </a:cubicBezTo>
                <a:lnTo>
                  <a:pt x="2463982" y="119898"/>
                </a:lnTo>
                <a:moveTo>
                  <a:pt x="2431252" y="110261"/>
                </a:moveTo>
                <a:cubicBezTo>
                  <a:pt x="2431520" y="100740"/>
                  <a:pt x="2429620" y="93264"/>
                  <a:pt x="2425551" y="87831"/>
                </a:cubicBezTo>
                <a:cubicBezTo>
                  <a:pt x="2421482" y="82396"/>
                  <a:pt x="2415200" y="79678"/>
                  <a:pt x="2406705" y="79678"/>
                </a:cubicBezTo>
                <a:cubicBezTo>
                  <a:pt x="2402412" y="79678"/>
                  <a:pt x="2398679" y="80487"/>
                  <a:pt x="2395504" y="82105"/>
                </a:cubicBezTo>
                <a:cubicBezTo>
                  <a:pt x="2392330" y="83720"/>
                  <a:pt x="2389692" y="85899"/>
                  <a:pt x="2387590" y="88640"/>
                </a:cubicBezTo>
                <a:cubicBezTo>
                  <a:pt x="2385489" y="91379"/>
                  <a:pt x="2383879" y="94612"/>
                  <a:pt x="2382761" y="98340"/>
                </a:cubicBezTo>
                <a:cubicBezTo>
                  <a:pt x="2381643" y="102065"/>
                  <a:pt x="2380995" y="106039"/>
                  <a:pt x="2380816" y="110261"/>
                </a:cubicBezTo>
                <a:lnTo>
                  <a:pt x="2431252" y="110261"/>
                </a:lnTo>
                <a:close/>
                <a:moveTo>
                  <a:pt x="2587186" y="183232"/>
                </a:moveTo>
                <a:cubicBezTo>
                  <a:pt x="2587186" y="184127"/>
                  <a:pt x="2586918" y="184909"/>
                  <a:pt x="2586381" y="185580"/>
                </a:cubicBezTo>
                <a:cubicBezTo>
                  <a:pt x="2585845" y="186250"/>
                  <a:pt x="2584928" y="186809"/>
                  <a:pt x="2583631" y="187256"/>
                </a:cubicBezTo>
                <a:cubicBezTo>
                  <a:pt x="2582335" y="187704"/>
                  <a:pt x="2580613" y="188039"/>
                  <a:pt x="2578467" y="188262"/>
                </a:cubicBezTo>
                <a:cubicBezTo>
                  <a:pt x="2576321" y="188486"/>
                  <a:pt x="2573593" y="188598"/>
                  <a:pt x="2570285" y="188598"/>
                </a:cubicBezTo>
                <a:cubicBezTo>
                  <a:pt x="2566976" y="188598"/>
                  <a:pt x="2564248" y="188486"/>
                  <a:pt x="2562102" y="188262"/>
                </a:cubicBezTo>
                <a:cubicBezTo>
                  <a:pt x="2559956" y="188039"/>
                  <a:pt x="2558235" y="187704"/>
                  <a:pt x="2556938" y="187256"/>
                </a:cubicBezTo>
                <a:cubicBezTo>
                  <a:pt x="2555641" y="186809"/>
                  <a:pt x="2554725" y="186250"/>
                  <a:pt x="2554188" y="185580"/>
                </a:cubicBezTo>
                <a:cubicBezTo>
                  <a:pt x="2553652" y="184909"/>
                  <a:pt x="2553383" y="184127"/>
                  <a:pt x="2553383" y="183232"/>
                </a:cubicBezTo>
                <a:lnTo>
                  <a:pt x="2553383" y="63850"/>
                </a:lnTo>
                <a:cubicBezTo>
                  <a:pt x="2553383" y="62955"/>
                  <a:pt x="2553652" y="62173"/>
                  <a:pt x="2554188" y="61502"/>
                </a:cubicBezTo>
                <a:cubicBezTo>
                  <a:pt x="2554725" y="60832"/>
                  <a:pt x="2555641" y="60250"/>
                  <a:pt x="2556938" y="59758"/>
                </a:cubicBezTo>
                <a:cubicBezTo>
                  <a:pt x="2558235" y="59267"/>
                  <a:pt x="2559956" y="58887"/>
                  <a:pt x="2562102" y="58618"/>
                </a:cubicBezTo>
                <a:cubicBezTo>
                  <a:pt x="2564248" y="58350"/>
                  <a:pt x="2566976" y="58216"/>
                  <a:pt x="2570285" y="58216"/>
                </a:cubicBezTo>
                <a:cubicBezTo>
                  <a:pt x="2573593" y="58216"/>
                  <a:pt x="2576321" y="58350"/>
                  <a:pt x="2578467" y="58618"/>
                </a:cubicBezTo>
                <a:cubicBezTo>
                  <a:pt x="2580613" y="58887"/>
                  <a:pt x="2582335" y="59267"/>
                  <a:pt x="2583631" y="59758"/>
                </a:cubicBezTo>
                <a:cubicBezTo>
                  <a:pt x="2584928" y="60250"/>
                  <a:pt x="2585845" y="60832"/>
                  <a:pt x="2586381" y="61502"/>
                </a:cubicBezTo>
                <a:cubicBezTo>
                  <a:pt x="2586918" y="62173"/>
                  <a:pt x="2587186" y="62955"/>
                  <a:pt x="2587186" y="63850"/>
                </a:cubicBezTo>
                <a:lnTo>
                  <a:pt x="2587186" y="183232"/>
                </a:lnTo>
                <a:moveTo>
                  <a:pt x="2589735" y="23072"/>
                </a:moveTo>
                <a:cubicBezTo>
                  <a:pt x="2589735" y="29868"/>
                  <a:pt x="2588349" y="34563"/>
                  <a:pt x="2585576" y="37156"/>
                </a:cubicBezTo>
                <a:cubicBezTo>
                  <a:pt x="2582804" y="39750"/>
                  <a:pt x="2577662" y="41046"/>
                  <a:pt x="2570151" y="41046"/>
                </a:cubicBezTo>
                <a:cubicBezTo>
                  <a:pt x="2562549" y="41046"/>
                  <a:pt x="2557430" y="39794"/>
                  <a:pt x="2554792" y="37290"/>
                </a:cubicBezTo>
                <a:cubicBezTo>
                  <a:pt x="2552154" y="34786"/>
                  <a:pt x="2550835" y="30270"/>
                  <a:pt x="2550835" y="23742"/>
                </a:cubicBezTo>
                <a:cubicBezTo>
                  <a:pt x="2550835" y="16946"/>
                  <a:pt x="2552198" y="12229"/>
                  <a:pt x="2554926" y="9591"/>
                </a:cubicBezTo>
                <a:cubicBezTo>
                  <a:pt x="2557653" y="6953"/>
                  <a:pt x="2562818" y="5634"/>
                  <a:pt x="2570419" y="5634"/>
                </a:cubicBezTo>
                <a:cubicBezTo>
                  <a:pt x="2577931" y="5634"/>
                  <a:pt x="2583028" y="6908"/>
                  <a:pt x="2585710" y="9457"/>
                </a:cubicBezTo>
                <a:cubicBezTo>
                  <a:pt x="2588393" y="12005"/>
                  <a:pt x="2589735" y="16544"/>
                  <a:pt x="2589735" y="23072"/>
                </a:cubicBezTo>
                <a:close/>
                <a:moveTo>
                  <a:pt x="2701722" y="149480"/>
                </a:moveTo>
                <a:cubicBezTo>
                  <a:pt x="2701722" y="156290"/>
                  <a:pt x="2700448" y="162294"/>
                  <a:pt x="2697899" y="167492"/>
                </a:cubicBezTo>
                <a:cubicBezTo>
                  <a:pt x="2695351" y="172687"/>
                  <a:pt x="2691751" y="177033"/>
                  <a:pt x="2687101" y="180529"/>
                </a:cubicBezTo>
                <a:cubicBezTo>
                  <a:pt x="2682451" y="184022"/>
                  <a:pt x="2676951" y="186642"/>
                  <a:pt x="2670602" y="188388"/>
                </a:cubicBezTo>
                <a:cubicBezTo>
                  <a:pt x="2664253" y="190138"/>
                  <a:pt x="2657367" y="191012"/>
                  <a:pt x="2649945" y="191012"/>
                </a:cubicBezTo>
                <a:cubicBezTo>
                  <a:pt x="2645474" y="191012"/>
                  <a:pt x="2641204" y="190673"/>
                  <a:pt x="2637135" y="189994"/>
                </a:cubicBezTo>
                <a:cubicBezTo>
                  <a:pt x="2633066" y="189315"/>
                  <a:pt x="2629422" y="188455"/>
                  <a:pt x="2626203" y="187416"/>
                </a:cubicBezTo>
                <a:cubicBezTo>
                  <a:pt x="2622983" y="186373"/>
                  <a:pt x="2620300" y="185310"/>
                  <a:pt x="2618154" y="184226"/>
                </a:cubicBezTo>
                <a:cubicBezTo>
                  <a:pt x="2616008" y="183139"/>
                  <a:pt x="2614443" y="182120"/>
                  <a:pt x="2613459" y="181170"/>
                </a:cubicBezTo>
                <a:cubicBezTo>
                  <a:pt x="2612476" y="180220"/>
                  <a:pt x="2611716" y="178733"/>
                  <a:pt x="2611179" y="176710"/>
                </a:cubicBezTo>
                <a:cubicBezTo>
                  <a:pt x="2610643" y="174687"/>
                  <a:pt x="2610374" y="171696"/>
                  <a:pt x="2610374" y="167739"/>
                </a:cubicBezTo>
                <a:cubicBezTo>
                  <a:pt x="2610374" y="165132"/>
                  <a:pt x="2610464" y="163042"/>
                  <a:pt x="2610643" y="161468"/>
                </a:cubicBezTo>
                <a:cubicBezTo>
                  <a:pt x="2610821" y="159895"/>
                  <a:pt x="2611090" y="158636"/>
                  <a:pt x="2611447" y="157692"/>
                </a:cubicBezTo>
                <a:cubicBezTo>
                  <a:pt x="2611805" y="156747"/>
                  <a:pt x="2612252" y="156118"/>
                  <a:pt x="2612789" y="155805"/>
                </a:cubicBezTo>
                <a:cubicBezTo>
                  <a:pt x="2613325" y="155490"/>
                  <a:pt x="2613996" y="155332"/>
                  <a:pt x="2614801" y="155332"/>
                </a:cubicBezTo>
                <a:cubicBezTo>
                  <a:pt x="2615784" y="155332"/>
                  <a:pt x="2617238" y="155898"/>
                  <a:pt x="2619160" y="157029"/>
                </a:cubicBezTo>
                <a:cubicBezTo>
                  <a:pt x="2621083" y="158161"/>
                  <a:pt x="2623475" y="159406"/>
                  <a:pt x="2626337" y="160764"/>
                </a:cubicBezTo>
                <a:cubicBezTo>
                  <a:pt x="2629198" y="162122"/>
                  <a:pt x="2632529" y="163390"/>
                  <a:pt x="2636330" y="164566"/>
                </a:cubicBezTo>
                <a:cubicBezTo>
                  <a:pt x="2640131" y="165743"/>
                  <a:pt x="2644445" y="166331"/>
                  <a:pt x="2649274" y="166331"/>
                </a:cubicBezTo>
                <a:cubicBezTo>
                  <a:pt x="2652315" y="166331"/>
                  <a:pt x="2655020" y="166019"/>
                  <a:pt x="2657390" y="165396"/>
                </a:cubicBezTo>
                <a:cubicBezTo>
                  <a:pt x="2659759" y="164773"/>
                  <a:pt x="2661816" y="163883"/>
                  <a:pt x="2663560" y="162726"/>
                </a:cubicBezTo>
                <a:cubicBezTo>
                  <a:pt x="2665304" y="161566"/>
                  <a:pt x="2666623" y="160096"/>
                  <a:pt x="2667517" y="158316"/>
                </a:cubicBezTo>
                <a:cubicBezTo>
                  <a:pt x="2668411" y="156536"/>
                  <a:pt x="2668858" y="154488"/>
                  <a:pt x="2668858" y="152171"/>
                </a:cubicBezTo>
                <a:cubicBezTo>
                  <a:pt x="2668858" y="149483"/>
                  <a:pt x="2668031" y="147176"/>
                  <a:pt x="2666377" y="145250"/>
                </a:cubicBezTo>
                <a:cubicBezTo>
                  <a:pt x="2664722" y="143322"/>
                  <a:pt x="2662532" y="141641"/>
                  <a:pt x="2659804" y="140208"/>
                </a:cubicBezTo>
                <a:cubicBezTo>
                  <a:pt x="2657077" y="138774"/>
                  <a:pt x="2653991" y="137430"/>
                  <a:pt x="2650549" y="136175"/>
                </a:cubicBezTo>
                <a:cubicBezTo>
                  <a:pt x="2647106" y="134920"/>
                  <a:pt x="2643573" y="133531"/>
                  <a:pt x="2639952" y="132008"/>
                </a:cubicBezTo>
                <a:cubicBezTo>
                  <a:pt x="2636330" y="130485"/>
                  <a:pt x="2632798" y="128739"/>
                  <a:pt x="2629355" y="126769"/>
                </a:cubicBezTo>
                <a:cubicBezTo>
                  <a:pt x="2625912" y="124796"/>
                  <a:pt x="2622827" y="122376"/>
                  <a:pt x="2620099" y="119508"/>
                </a:cubicBezTo>
                <a:cubicBezTo>
                  <a:pt x="2617372" y="116641"/>
                  <a:pt x="2615181" y="113193"/>
                  <a:pt x="2613527" y="109163"/>
                </a:cubicBezTo>
                <a:cubicBezTo>
                  <a:pt x="2611872" y="105131"/>
                  <a:pt x="2611045" y="100292"/>
                  <a:pt x="2611045" y="94647"/>
                </a:cubicBezTo>
                <a:cubicBezTo>
                  <a:pt x="2611045" y="88910"/>
                  <a:pt x="2612163" y="83645"/>
                  <a:pt x="2614398" y="78852"/>
                </a:cubicBezTo>
                <a:cubicBezTo>
                  <a:pt x="2616634" y="74059"/>
                  <a:pt x="2619853" y="69961"/>
                  <a:pt x="2624056" y="66558"/>
                </a:cubicBezTo>
                <a:cubicBezTo>
                  <a:pt x="2628259" y="63151"/>
                  <a:pt x="2633379" y="60507"/>
                  <a:pt x="2639415" y="58627"/>
                </a:cubicBezTo>
                <a:cubicBezTo>
                  <a:pt x="2645451" y="56743"/>
                  <a:pt x="2652225" y="55801"/>
                  <a:pt x="2659737" y="55801"/>
                </a:cubicBezTo>
                <a:cubicBezTo>
                  <a:pt x="2663493" y="55801"/>
                  <a:pt x="2667137" y="56070"/>
                  <a:pt x="2670669" y="56606"/>
                </a:cubicBezTo>
                <a:cubicBezTo>
                  <a:pt x="2674202" y="57143"/>
                  <a:pt x="2677398" y="57813"/>
                  <a:pt x="2680260" y="58618"/>
                </a:cubicBezTo>
                <a:cubicBezTo>
                  <a:pt x="2683122" y="59423"/>
                  <a:pt x="2685536" y="60295"/>
                  <a:pt x="2687504" y="61234"/>
                </a:cubicBezTo>
                <a:cubicBezTo>
                  <a:pt x="2689471" y="62173"/>
                  <a:pt x="2690879" y="62978"/>
                  <a:pt x="2691729" y="63648"/>
                </a:cubicBezTo>
                <a:cubicBezTo>
                  <a:pt x="2692578" y="64319"/>
                  <a:pt x="2693182" y="64990"/>
                  <a:pt x="2693540" y="65660"/>
                </a:cubicBezTo>
                <a:cubicBezTo>
                  <a:pt x="2693897" y="66331"/>
                  <a:pt x="2694166" y="67136"/>
                  <a:pt x="2694345" y="68075"/>
                </a:cubicBezTo>
                <a:cubicBezTo>
                  <a:pt x="2694523" y="69014"/>
                  <a:pt x="2694680" y="70176"/>
                  <a:pt x="2694814" y="71563"/>
                </a:cubicBezTo>
                <a:cubicBezTo>
                  <a:pt x="2694948" y="72949"/>
                  <a:pt x="2695015" y="74670"/>
                  <a:pt x="2695015" y="76727"/>
                </a:cubicBezTo>
                <a:cubicBezTo>
                  <a:pt x="2695015" y="79141"/>
                  <a:pt x="2694948" y="81109"/>
                  <a:pt x="2694814" y="82629"/>
                </a:cubicBezTo>
                <a:cubicBezTo>
                  <a:pt x="2694680" y="84149"/>
                  <a:pt x="2694456" y="85356"/>
                  <a:pt x="2694143" y="86251"/>
                </a:cubicBezTo>
                <a:cubicBezTo>
                  <a:pt x="2693830" y="87145"/>
                  <a:pt x="2693406" y="87749"/>
                  <a:pt x="2692869" y="88062"/>
                </a:cubicBezTo>
                <a:cubicBezTo>
                  <a:pt x="2692332" y="88374"/>
                  <a:pt x="2691707" y="88531"/>
                  <a:pt x="2690991" y="88531"/>
                </a:cubicBezTo>
                <a:cubicBezTo>
                  <a:pt x="2690186" y="88531"/>
                  <a:pt x="2688934" y="88062"/>
                  <a:pt x="2687235" y="87123"/>
                </a:cubicBezTo>
                <a:cubicBezTo>
                  <a:pt x="2685536" y="86184"/>
                  <a:pt x="2683412" y="85178"/>
                  <a:pt x="2680864" y="84104"/>
                </a:cubicBezTo>
                <a:cubicBezTo>
                  <a:pt x="2678315" y="83031"/>
                  <a:pt x="2675364" y="82025"/>
                  <a:pt x="2672011" y="81086"/>
                </a:cubicBezTo>
                <a:cubicBezTo>
                  <a:pt x="2668657" y="80147"/>
                  <a:pt x="2664834" y="79678"/>
                  <a:pt x="2660542" y="79678"/>
                </a:cubicBezTo>
                <a:cubicBezTo>
                  <a:pt x="2657501" y="79678"/>
                  <a:pt x="2654863" y="79994"/>
                  <a:pt x="2652628" y="80625"/>
                </a:cubicBezTo>
                <a:cubicBezTo>
                  <a:pt x="2650392" y="81254"/>
                  <a:pt x="2648559" y="82152"/>
                  <a:pt x="2647128" y="83321"/>
                </a:cubicBezTo>
                <a:cubicBezTo>
                  <a:pt x="2645697" y="84489"/>
                  <a:pt x="2644624" y="85859"/>
                  <a:pt x="2643909" y="87433"/>
                </a:cubicBezTo>
                <a:cubicBezTo>
                  <a:pt x="2643193" y="89006"/>
                  <a:pt x="2642836" y="90693"/>
                  <a:pt x="2642836" y="92492"/>
                </a:cubicBezTo>
                <a:cubicBezTo>
                  <a:pt x="2642836" y="95270"/>
                  <a:pt x="2643685" y="97601"/>
                  <a:pt x="2645384" y="99484"/>
                </a:cubicBezTo>
                <a:cubicBezTo>
                  <a:pt x="2647083" y="101365"/>
                  <a:pt x="2649319" y="103022"/>
                  <a:pt x="2652091" y="104456"/>
                </a:cubicBezTo>
                <a:cubicBezTo>
                  <a:pt x="2654863" y="105889"/>
                  <a:pt x="2658016" y="107233"/>
                  <a:pt x="2661548" y="108488"/>
                </a:cubicBezTo>
                <a:cubicBezTo>
                  <a:pt x="2665080" y="109743"/>
                  <a:pt x="2668657" y="111109"/>
                  <a:pt x="2672279" y="112588"/>
                </a:cubicBezTo>
                <a:cubicBezTo>
                  <a:pt x="2675901" y="114066"/>
                  <a:pt x="2679478" y="115790"/>
                  <a:pt x="2683010" y="117760"/>
                </a:cubicBezTo>
                <a:cubicBezTo>
                  <a:pt x="2686542" y="119731"/>
                  <a:pt x="2689694" y="122151"/>
                  <a:pt x="2692467" y="125021"/>
                </a:cubicBezTo>
                <a:cubicBezTo>
                  <a:pt x="2695239" y="127888"/>
                  <a:pt x="2697474" y="131315"/>
                  <a:pt x="2699174" y="135303"/>
                </a:cubicBezTo>
                <a:cubicBezTo>
                  <a:pt x="2700873" y="139288"/>
                  <a:pt x="2701722" y="144014"/>
                  <a:pt x="2701722" y="149480"/>
                </a:cubicBezTo>
                <a:close/>
                <a:moveTo>
                  <a:pt x="2859242" y="171336"/>
                </a:moveTo>
                <a:cubicBezTo>
                  <a:pt x="2859242" y="175290"/>
                  <a:pt x="2858996" y="178324"/>
                  <a:pt x="2858504" y="180436"/>
                </a:cubicBezTo>
                <a:cubicBezTo>
                  <a:pt x="2858012" y="182546"/>
                  <a:pt x="2857364" y="184029"/>
                  <a:pt x="2856559" y="184884"/>
                </a:cubicBezTo>
                <a:cubicBezTo>
                  <a:pt x="2855754" y="185736"/>
                  <a:pt x="2854569" y="186499"/>
                  <a:pt x="2853004" y="187173"/>
                </a:cubicBezTo>
                <a:cubicBezTo>
                  <a:pt x="2851439" y="187846"/>
                  <a:pt x="2849606" y="188430"/>
                  <a:pt x="2847505" y="188925"/>
                </a:cubicBezTo>
                <a:cubicBezTo>
                  <a:pt x="2845403" y="189419"/>
                  <a:pt x="2843123" y="189801"/>
                  <a:pt x="2840664" y="190069"/>
                </a:cubicBezTo>
                <a:cubicBezTo>
                  <a:pt x="2838204" y="190340"/>
                  <a:pt x="2835723" y="190476"/>
                  <a:pt x="2833219" y="190476"/>
                </a:cubicBezTo>
                <a:cubicBezTo>
                  <a:pt x="2826512" y="190476"/>
                  <a:pt x="2820699" y="189626"/>
                  <a:pt x="2815781" y="187927"/>
                </a:cubicBezTo>
                <a:cubicBezTo>
                  <a:pt x="2810863" y="186228"/>
                  <a:pt x="2806794" y="183612"/>
                  <a:pt x="2803575" y="180080"/>
                </a:cubicBezTo>
                <a:cubicBezTo>
                  <a:pt x="2800355" y="176548"/>
                  <a:pt x="2797985" y="172099"/>
                  <a:pt x="2796465" y="166733"/>
                </a:cubicBezTo>
                <a:cubicBezTo>
                  <a:pt x="2794945" y="161368"/>
                  <a:pt x="2794185" y="155019"/>
                  <a:pt x="2794185" y="147686"/>
                </a:cubicBezTo>
                <a:lnTo>
                  <a:pt x="2794185" y="86385"/>
                </a:lnTo>
                <a:lnTo>
                  <a:pt x="2779832" y="86385"/>
                </a:lnTo>
                <a:cubicBezTo>
                  <a:pt x="2778133" y="86385"/>
                  <a:pt x="2776836" y="85334"/>
                  <a:pt x="2775942" y="83233"/>
                </a:cubicBezTo>
                <a:cubicBezTo>
                  <a:pt x="2775048" y="81131"/>
                  <a:pt x="2774601" y="77621"/>
                  <a:pt x="2774601" y="72703"/>
                </a:cubicBezTo>
                <a:cubicBezTo>
                  <a:pt x="2774601" y="70109"/>
                  <a:pt x="2774713" y="67918"/>
                  <a:pt x="2774936" y="66130"/>
                </a:cubicBezTo>
                <a:cubicBezTo>
                  <a:pt x="2775160" y="64341"/>
                  <a:pt x="2775495" y="62933"/>
                  <a:pt x="2775942" y="61905"/>
                </a:cubicBezTo>
                <a:cubicBezTo>
                  <a:pt x="2776389" y="60876"/>
                  <a:pt x="2776948" y="60138"/>
                  <a:pt x="2777619" y="59691"/>
                </a:cubicBezTo>
                <a:cubicBezTo>
                  <a:pt x="2778290" y="59244"/>
                  <a:pt x="2779072" y="59021"/>
                  <a:pt x="2779966" y="59021"/>
                </a:cubicBezTo>
                <a:lnTo>
                  <a:pt x="2794185" y="59021"/>
                </a:lnTo>
                <a:lnTo>
                  <a:pt x="2794185" y="32218"/>
                </a:lnTo>
                <a:cubicBezTo>
                  <a:pt x="2794185" y="31318"/>
                  <a:pt x="2794431" y="30509"/>
                  <a:pt x="2794923" y="29791"/>
                </a:cubicBezTo>
                <a:cubicBezTo>
                  <a:pt x="2795414" y="29073"/>
                  <a:pt x="2796309" y="28468"/>
                  <a:pt x="2797605" y="27976"/>
                </a:cubicBezTo>
                <a:cubicBezTo>
                  <a:pt x="2798902" y="27482"/>
                  <a:pt x="2800646" y="27122"/>
                  <a:pt x="2802837" y="26899"/>
                </a:cubicBezTo>
                <a:cubicBezTo>
                  <a:pt x="2805028" y="26672"/>
                  <a:pt x="2807733" y="26559"/>
                  <a:pt x="2810952" y="26559"/>
                </a:cubicBezTo>
                <a:cubicBezTo>
                  <a:pt x="2814261" y="26559"/>
                  <a:pt x="2817011" y="26672"/>
                  <a:pt x="2819202" y="26899"/>
                </a:cubicBezTo>
                <a:cubicBezTo>
                  <a:pt x="2821392" y="27122"/>
                  <a:pt x="2823114" y="27482"/>
                  <a:pt x="2824366" y="27976"/>
                </a:cubicBezTo>
                <a:cubicBezTo>
                  <a:pt x="2825618" y="28468"/>
                  <a:pt x="2826512" y="29073"/>
                  <a:pt x="2827049" y="29791"/>
                </a:cubicBezTo>
                <a:cubicBezTo>
                  <a:pt x="2827585" y="30509"/>
                  <a:pt x="2827853" y="31318"/>
                  <a:pt x="2827853" y="32218"/>
                </a:cubicBezTo>
                <a:lnTo>
                  <a:pt x="2827853" y="59021"/>
                </a:lnTo>
                <a:lnTo>
                  <a:pt x="2853876" y="59021"/>
                </a:lnTo>
                <a:cubicBezTo>
                  <a:pt x="2854770" y="59021"/>
                  <a:pt x="2855553" y="59244"/>
                  <a:pt x="2856224" y="59691"/>
                </a:cubicBezTo>
                <a:cubicBezTo>
                  <a:pt x="2856894" y="60138"/>
                  <a:pt x="2857453" y="60876"/>
                  <a:pt x="2857900" y="61905"/>
                </a:cubicBezTo>
                <a:cubicBezTo>
                  <a:pt x="2858347" y="62933"/>
                  <a:pt x="2858683" y="64341"/>
                  <a:pt x="2858906" y="66130"/>
                </a:cubicBezTo>
                <a:cubicBezTo>
                  <a:pt x="2859130" y="67918"/>
                  <a:pt x="2859242" y="70109"/>
                  <a:pt x="2859242" y="72703"/>
                </a:cubicBezTo>
                <a:cubicBezTo>
                  <a:pt x="2859242" y="77621"/>
                  <a:pt x="2858795" y="81131"/>
                  <a:pt x="2857900" y="83233"/>
                </a:cubicBezTo>
                <a:cubicBezTo>
                  <a:pt x="2857006" y="85334"/>
                  <a:pt x="2855709" y="86385"/>
                  <a:pt x="2854010" y="86385"/>
                </a:cubicBezTo>
                <a:lnTo>
                  <a:pt x="2827853" y="86385"/>
                </a:lnTo>
                <a:lnTo>
                  <a:pt x="2827853" y="142488"/>
                </a:lnTo>
                <a:cubicBezTo>
                  <a:pt x="2827853" y="149005"/>
                  <a:pt x="2828882" y="153892"/>
                  <a:pt x="2830939" y="157151"/>
                </a:cubicBezTo>
                <a:cubicBezTo>
                  <a:pt x="2832995" y="160409"/>
                  <a:pt x="2836662" y="162039"/>
                  <a:pt x="2841938" y="162039"/>
                </a:cubicBezTo>
                <a:cubicBezTo>
                  <a:pt x="2843726" y="162039"/>
                  <a:pt x="2845336" y="161882"/>
                  <a:pt x="2846767" y="161569"/>
                </a:cubicBezTo>
                <a:cubicBezTo>
                  <a:pt x="2848198" y="161256"/>
                  <a:pt x="2849472" y="160898"/>
                  <a:pt x="2850590" y="160496"/>
                </a:cubicBezTo>
                <a:cubicBezTo>
                  <a:pt x="2851708" y="160094"/>
                  <a:pt x="2852647" y="159736"/>
                  <a:pt x="2853407" y="159423"/>
                </a:cubicBezTo>
                <a:cubicBezTo>
                  <a:pt x="2854167" y="159110"/>
                  <a:pt x="2854860" y="158953"/>
                  <a:pt x="2855486" y="158953"/>
                </a:cubicBezTo>
                <a:cubicBezTo>
                  <a:pt x="2856022" y="158953"/>
                  <a:pt x="2856537" y="159110"/>
                  <a:pt x="2857028" y="159423"/>
                </a:cubicBezTo>
                <a:cubicBezTo>
                  <a:pt x="2857520" y="159736"/>
                  <a:pt x="2857900" y="160363"/>
                  <a:pt x="2858169" y="161305"/>
                </a:cubicBezTo>
                <a:cubicBezTo>
                  <a:pt x="2858437" y="162244"/>
                  <a:pt x="2858683" y="163522"/>
                  <a:pt x="2858906" y="165140"/>
                </a:cubicBezTo>
                <a:cubicBezTo>
                  <a:pt x="2859130" y="166756"/>
                  <a:pt x="2859242" y="168821"/>
                  <a:pt x="2859242" y="171336"/>
                </a:cubicBezTo>
                <a:close/>
                <a:moveTo>
                  <a:pt x="2995800" y="183228"/>
                </a:moveTo>
                <a:cubicBezTo>
                  <a:pt x="2995800" y="184122"/>
                  <a:pt x="2995532" y="184906"/>
                  <a:pt x="2994995" y="185580"/>
                </a:cubicBezTo>
                <a:cubicBezTo>
                  <a:pt x="2994459" y="186250"/>
                  <a:pt x="2993564" y="186809"/>
                  <a:pt x="2992312" y="187256"/>
                </a:cubicBezTo>
                <a:cubicBezTo>
                  <a:pt x="2991060" y="187704"/>
                  <a:pt x="2989339" y="188039"/>
                  <a:pt x="2987148" y="188262"/>
                </a:cubicBezTo>
                <a:cubicBezTo>
                  <a:pt x="2984957" y="188486"/>
                  <a:pt x="2982252" y="188598"/>
                  <a:pt x="2979033" y="188598"/>
                </a:cubicBezTo>
                <a:cubicBezTo>
                  <a:pt x="2975724" y="188598"/>
                  <a:pt x="2972974" y="188486"/>
                  <a:pt x="2970783" y="188262"/>
                </a:cubicBezTo>
                <a:cubicBezTo>
                  <a:pt x="2968592" y="188039"/>
                  <a:pt x="2966871" y="187704"/>
                  <a:pt x="2965619" y="187256"/>
                </a:cubicBezTo>
                <a:cubicBezTo>
                  <a:pt x="2964367" y="186809"/>
                  <a:pt x="2963473" y="186250"/>
                  <a:pt x="2962936" y="185580"/>
                </a:cubicBezTo>
                <a:cubicBezTo>
                  <a:pt x="2962400" y="184909"/>
                  <a:pt x="2962131" y="184127"/>
                  <a:pt x="2962131" y="183232"/>
                </a:cubicBezTo>
                <a:lnTo>
                  <a:pt x="2962131" y="114956"/>
                </a:lnTo>
                <a:cubicBezTo>
                  <a:pt x="2962131" y="109144"/>
                  <a:pt x="2961707" y="104583"/>
                  <a:pt x="2960857" y="101274"/>
                </a:cubicBezTo>
                <a:cubicBezTo>
                  <a:pt x="2960008" y="97965"/>
                  <a:pt x="2958778" y="95126"/>
                  <a:pt x="2957168" y="92756"/>
                </a:cubicBezTo>
                <a:cubicBezTo>
                  <a:pt x="2955559" y="90387"/>
                  <a:pt x="2953480" y="88553"/>
                  <a:pt x="2950931" y="87257"/>
                </a:cubicBezTo>
                <a:cubicBezTo>
                  <a:pt x="2948382" y="85960"/>
                  <a:pt x="2945409" y="85312"/>
                  <a:pt x="2942011" y="85312"/>
                </a:cubicBezTo>
                <a:cubicBezTo>
                  <a:pt x="2937718" y="85312"/>
                  <a:pt x="2933381" y="86877"/>
                  <a:pt x="2928999" y="90007"/>
                </a:cubicBezTo>
                <a:cubicBezTo>
                  <a:pt x="2924618" y="93136"/>
                  <a:pt x="2920057" y="97697"/>
                  <a:pt x="2915317" y="103689"/>
                </a:cubicBezTo>
                <a:lnTo>
                  <a:pt x="2915317" y="183232"/>
                </a:lnTo>
                <a:cubicBezTo>
                  <a:pt x="2915317" y="184127"/>
                  <a:pt x="2915049" y="184909"/>
                  <a:pt x="2914512" y="185580"/>
                </a:cubicBezTo>
                <a:cubicBezTo>
                  <a:pt x="2913976" y="186250"/>
                  <a:pt x="2913059" y="186809"/>
                  <a:pt x="2911763" y="187256"/>
                </a:cubicBezTo>
                <a:cubicBezTo>
                  <a:pt x="2910466" y="187704"/>
                  <a:pt x="2908745" y="188039"/>
                  <a:pt x="2906598" y="188262"/>
                </a:cubicBezTo>
                <a:cubicBezTo>
                  <a:pt x="2904452" y="188486"/>
                  <a:pt x="2901725" y="188598"/>
                  <a:pt x="2898416" y="188598"/>
                </a:cubicBezTo>
                <a:cubicBezTo>
                  <a:pt x="2895107" y="188598"/>
                  <a:pt x="2892380" y="188486"/>
                  <a:pt x="2890234" y="188262"/>
                </a:cubicBezTo>
                <a:cubicBezTo>
                  <a:pt x="2888087" y="188039"/>
                  <a:pt x="2886366" y="187704"/>
                  <a:pt x="2885069" y="187256"/>
                </a:cubicBezTo>
                <a:cubicBezTo>
                  <a:pt x="2883773" y="186809"/>
                  <a:pt x="2882856" y="186250"/>
                  <a:pt x="2882319" y="185580"/>
                </a:cubicBezTo>
                <a:cubicBezTo>
                  <a:pt x="2881783" y="184909"/>
                  <a:pt x="2881515" y="184127"/>
                  <a:pt x="2881515" y="183232"/>
                </a:cubicBezTo>
                <a:lnTo>
                  <a:pt x="2881515" y="6841"/>
                </a:lnTo>
                <a:cubicBezTo>
                  <a:pt x="2881515" y="5947"/>
                  <a:pt x="2881783" y="5142"/>
                  <a:pt x="2882319" y="4427"/>
                </a:cubicBezTo>
                <a:cubicBezTo>
                  <a:pt x="2882856" y="3711"/>
                  <a:pt x="2883773" y="3108"/>
                  <a:pt x="2885069" y="2616"/>
                </a:cubicBezTo>
                <a:cubicBezTo>
                  <a:pt x="2886366" y="2124"/>
                  <a:pt x="2888087" y="1744"/>
                  <a:pt x="2890234" y="1476"/>
                </a:cubicBezTo>
                <a:cubicBezTo>
                  <a:pt x="2892380" y="1207"/>
                  <a:pt x="2895107" y="1073"/>
                  <a:pt x="2898416" y="1073"/>
                </a:cubicBezTo>
                <a:cubicBezTo>
                  <a:pt x="2901725" y="1073"/>
                  <a:pt x="2904452" y="1207"/>
                  <a:pt x="2906598" y="1476"/>
                </a:cubicBezTo>
                <a:cubicBezTo>
                  <a:pt x="2908745" y="1744"/>
                  <a:pt x="2910466" y="2124"/>
                  <a:pt x="2911763" y="2616"/>
                </a:cubicBezTo>
                <a:cubicBezTo>
                  <a:pt x="2913059" y="3105"/>
                  <a:pt x="2913976" y="3707"/>
                  <a:pt x="2914512" y="4422"/>
                </a:cubicBezTo>
                <a:cubicBezTo>
                  <a:pt x="2915049" y="5135"/>
                  <a:pt x="2915317" y="5938"/>
                  <a:pt x="2915317" y="6833"/>
                </a:cubicBezTo>
                <a:lnTo>
                  <a:pt x="2915317" y="72854"/>
                </a:lnTo>
                <a:cubicBezTo>
                  <a:pt x="2921130" y="67125"/>
                  <a:pt x="2927054" y="62851"/>
                  <a:pt x="2933091" y="60031"/>
                </a:cubicBezTo>
                <a:cubicBezTo>
                  <a:pt x="2939127" y="57211"/>
                  <a:pt x="2945409" y="55801"/>
                  <a:pt x="2951937" y="55801"/>
                </a:cubicBezTo>
                <a:cubicBezTo>
                  <a:pt x="2960075" y="55801"/>
                  <a:pt x="2966938" y="57144"/>
                  <a:pt x="2972527" y="59830"/>
                </a:cubicBezTo>
                <a:cubicBezTo>
                  <a:pt x="2978116" y="62515"/>
                  <a:pt x="2982632" y="66186"/>
                  <a:pt x="2986075" y="70842"/>
                </a:cubicBezTo>
                <a:cubicBezTo>
                  <a:pt x="2989518" y="75494"/>
                  <a:pt x="2991999" y="80933"/>
                  <a:pt x="2993520" y="87156"/>
                </a:cubicBezTo>
                <a:cubicBezTo>
                  <a:pt x="2995040" y="93377"/>
                  <a:pt x="2995800" y="100918"/>
                  <a:pt x="2995800" y="109779"/>
                </a:cubicBezTo>
                <a:lnTo>
                  <a:pt x="2995800" y="183228"/>
                </a:lnTo>
                <a:close/>
                <a:moveTo>
                  <a:pt x="3137033" y="119898"/>
                </a:moveTo>
                <a:cubicBezTo>
                  <a:pt x="3137033" y="124020"/>
                  <a:pt x="3136116" y="127066"/>
                  <a:pt x="3134283" y="129036"/>
                </a:cubicBezTo>
                <a:cubicBezTo>
                  <a:pt x="3132450" y="131007"/>
                  <a:pt x="3129923" y="131992"/>
                  <a:pt x="3126704" y="131992"/>
                </a:cubicBezTo>
                <a:lnTo>
                  <a:pt x="3053867" y="131992"/>
                </a:lnTo>
                <a:cubicBezTo>
                  <a:pt x="3053867" y="137108"/>
                  <a:pt x="3054471" y="141754"/>
                  <a:pt x="3055678" y="145929"/>
                </a:cubicBezTo>
                <a:cubicBezTo>
                  <a:pt x="3056885" y="150104"/>
                  <a:pt x="3058808" y="153652"/>
                  <a:pt x="3061446" y="156572"/>
                </a:cubicBezTo>
                <a:cubicBezTo>
                  <a:pt x="3064084" y="159490"/>
                  <a:pt x="3067482" y="161712"/>
                  <a:pt x="3071640" y="163237"/>
                </a:cubicBezTo>
                <a:cubicBezTo>
                  <a:pt x="3075799" y="164763"/>
                  <a:pt x="3080784" y="165526"/>
                  <a:pt x="3086597" y="165526"/>
                </a:cubicBezTo>
                <a:cubicBezTo>
                  <a:pt x="3092499" y="165526"/>
                  <a:pt x="3097685" y="165094"/>
                  <a:pt x="3102157" y="164231"/>
                </a:cubicBezTo>
                <a:cubicBezTo>
                  <a:pt x="3106628" y="163367"/>
                  <a:pt x="3110496" y="162413"/>
                  <a:pt x="3113760" y="161368"/>
                </a:cubicBezTo>
                <a:cubicBezTo>
                  <a:pt x="3117024" y="160323"/>
                  <a:pt x="3119729" y="159368"/>
                  <a:pt x="3121875" y="158505"/>
                </a:cubicBezTo>
                <a:cubicBezTo>
                  <a:pt x="3124021" y="157641"/>
                  <a:pt x="3125765" y="157210"/>
                  <a:pt x="3127106" y="157210"/>
                </a:cubicBezTo>
                <a:cubicBezTo>
                  <a:pt x="3127911" y="157210"/>
                  <a:pt x="3128582" y="157367"/>
                  <a:pt x="3129118" y="157683"/>
                </a:cubicBezTo>
                <a:cubicBezTo>
                  <a:pt x="3129655" y="157996"/>
                  <a:pt x="3130102" y="158558"/>
                  <a:pt x="3130460" y="159368"/>
                </a:cubicBezTo>
                <a:cubicBezTo>
                  <a:pt x="3130818" y="160176"/>
                  <a:pt x="3131063" y="161322"/>
                  <a:pt x="3131198" y="162806"/>
                </a:cubicBezTo>
                <a:cubicBezTo>
                  <a:pt x="3131332" y="164290"/>
                  <a:pt x="3131399" y="166155"/>
                  <a:pt x="3131399" y="168402"/>
                </a:cubicBezTo>
                <a:cubicBezTo>
                  <a:pt x="3131399" y="170380"/>
                  <a:pt x="3131354" y="172067"/>
                  <a:pt x="3131265" y="173461"/>
                </a:cubicBezTo>
                <a:cubicBezTo>
                  <a:pt x="3131175" y="174853"/>
                  <a:pt x="3131041" y="176043"/>
                  <a:pt x="3130862" y="177033"/>
                </a:cubicBezTo>
                <a:cubicBezTo>
                  <a:pt x="3130683" y="178022"/>
                  <a:pt x="3130415" y="178855"/>
                  <a:pt x="3130057" y="179531"/>
                </a:cubicBezTo>
                <a:cubicBezTo>
                  <a:pt x="3129700" y="180204"/>
                  <a:pt x="3129230" y="180856"/>
                  <a:pt x="3128649" y="181484"/>
                </a:cubicBezTo>
                <a:cubicBezTo>
                  <a:pt x="3128068" y="182113"/>
                  <a:pt x="3126480" y="182964"/>
                  <a:pt x="3123887" y="184037"/>
                </a:cubicBezTo>
                <a:cubicBezTo>
                  <a:pt x="3121294" y="185110"/>
                  <a:pt x="3117985" y="186161"/>
                  <a:pt x="3113961" y="187189"/>
                </a:cubicBezTo>
                <a:cubicBezTo>
                  <a:pt x="3109937" y="188218"/>
                  <a:pt x="3105331" y="189112"/>
                  <a:pt x="3100145" y="189872"/>
                </a:cubicBezTo>
                <a:cubicBezTo>
                  <a:pt x="3094958" y="190632"/>
                  <a:pt x="3089414" y="191012"/>
                  <a:pt x="3083512" y="191012"/>
                </a:cubicBezTo>
                <a:cubicBezTo>
                  <a:pt x="3072870" y="191012"/>
                  <a:pt x="3063547" y="189668"/>
                  <a:pt x="3055544" y="186980"/>
                </a:cubicBezTo>
                <a:cubicBezTo>
                  <a:pt x="3047540" y="184291"/>
                  <a:pt x="3040856" y="180214"/>
                  <a:pt x="3035490" y="174748"/>
                </a:cubicBezTo>
                <a:cubicBezTo>
                  <a:pt x="3030125" y="169282"/>
                  <a:pt x="3026123" y="162384"/>
                  <a:pt x="3023485" y="154053"/>
                </a:cubicBezTo>
                <a:cubicBezTo>
                  <a:pt x="3020847" y="145720"/>
                  <a:pt x="3019528" y="135953"/>
                  <a:pt x="3019528" y="124752"/>
                </a:cubicBezTo>
                <a:cubicBezTo>
                  <a:pt x="3019528" y="114088"/>
                  <a:pt x="3020914" y="104478"/>
                  <a:pt x="3023686" y="95921"/>
                </a:cubicBezTo>
                <a:cubicBezTo>
                  <a:pt x="3026458" y="87364"/>
                  <a:pt x="3030482" y="80107"/>
                  <a:pt x="3035758" y="74149"/>
                </a:cubicBezTo>
                <a:cubicBezTo>
                  <a:pt x="3041035" y="68188"/>
                  <a:pt x="3047451" y="63640"/>
                  <a:pt x="3055007" y="60505"/>
                </a:cubicBezTo>
                <a:cubicBezTo>
                  <a:pt x="3062564" y="57369"/>
                  <a:pt x="3071081" y="55801"/>
                  <a:pt x="3080561" y="55801"/>
                </a:cubicBezTo>
                <a:cubicBezTo>
                  <a:pt x="3090576" y="55801"/>
                  <a:pt x="3099139" y="57280"/>
                  <a:pt x="3106248" y="60236"/>
                </a:cubicBezTo>
                <a:cubicBezTo>
                  <a:pt x="3113357" y="63193"/>
                  <a:pt x="3119192" y="67291"/>
                  <a:pt x="3123753" y="72531"/>
                </a:cubicBezTo>
                <a:cubicBezTo>
                  <a:pt x="3128314" y="77771"/>
                  <a:pt x="3131667" y="83974"/>
                  <a:pt x="3133813" y="91142"/>
                </a:cubicBezTo>
                <a:cubicBezTo>
                  <a:pt x="3135959" y="98308"/>
                  <a:pt x="3137033" y="106102"/>
                  <a:pt x="3137033" y="114524"/>
                </a:cubicBezTo>
                <a:lnTo>
                  <a:pt x="3137033" y="119898"/>
                </a:lnTo>
                <a:moveTo>
                  <a:pt x="3104303" y="110261"/>
                </a:moveTo>
                <a:cubicBezTo>
                  <a:pt x="3104571" y="100740"/>
                  <a:pt x="3102671" y="93264"/>
                  <a:pt x="3098602" y="87831"/>
                </a:cubicBezTo>
                <a:cubicBezTo>
                  <a:pt x="3094533" y="82396"/>
                  <a:pt x="3088251" y="79678"/>
                  <a:pt x="3079756" y="79678"/>
                </a:cubicBezTo>
                <a:cubicBezTo>
                  <a:pt x="3075463" y="79678"/>
                  <a:pt x="3071730" y="80487"/>
                  <a:pt x="3068555" y="82105"/>
                </a:cubicBezTo>
                <a:cubicBezTo>
                  <a:pt x="3065381" y="83720"/>
                  <a:pt x="3062743" y="85899"/>
                  <a:pt x="3060641" y="88640"/>
                </a:cubicBezTo>
                <a:cubicBezTo>
                  <a:pt x="3058540" y="91379"/>
                  <a:pt x="3056930" y="94612"/>
                  <a:pt x="3055812" y="98340"/>
                </a:cubicBezTo>
                <a:cubicBezTo>
                  <a:pt x="3054694" y="102065"/>
                  <a:pt x="3054046" y="106039"/>
                  <a:pt x="3053867" y="110261"/>
                </a:cubicBezTo>
                <a:lnTo>
                  <a:pt x="3104303" y="110261"/>
                </a:lnTo>
                <a:close/>
                <a:moveTo>
                  <a:pt x="3328378" y="183631"/>
                </a:moveTo>
                <a:cubicBezTo>
                  <a:pt x="3328378" y="184882"/>
                  <a:pt x="3327931" y="185868"/>
                  <a:pt x="3327037" y="186586"/>
                </a:cubicBezTo>
                <a:cubicBezTo>
                  <a:pt x="3326143" y="187301"/>
                  <a:pt x="3324734" y="187815"/>
                  <a:pt x="3322812" y="188128"/>
                </a:cubicBezTo>
                <a:cubicBezTo>
                  <a:pt x="3320889" y="188441"/>
                  <a:pt x="3318050" y="188598"/>
                  <a:pt x="3314294" y="188598"/>
                </a:cubicBezTo>
                <a:cubicBezTo>
                  <a:pt x="3310270" y="188598"/>
                  <a:pt x="3307341" y="188441"/>
                  <a:pt x="3305508" y="188128"/>
                </a:cubicBezTo>
                <a:cubicBezTo>
                  <a:pt x="3303675" y="187815"/>
                  <a:pt x="3302378" y="187301"/>
                  <a:pt x="3301618" y="186586"/>
                </a:cubicBezTo>
                <a:cubicBezTo>
                  <a:pt x="3300858" y="185870"/>
                  <a:pt x="3300478" y="184887"/>
                  <a:pt x="3300478" y="183635"/>
                </a:cubicBezTo>
                <a:lnTo>
                  <a:pt x="3300478" y="174111"/>
                </a:lnTo>
                <a:cubicBezTo>
                  <a:pt x="3295559" y="179387"/>
                  <a:pt x="3289948" y="183523"/>
                  <a:pt x="3283643" y="186519"/>
                </a:cubicBezTo>
                <a:cubicBezTo>
                  <a:pt x="3277339" y="189514"/>
                  <a:pt x="3270341" y="191012"/>
                  <a:pt x="3262651" y="191012"/>
                </a:cubicBezTo>
                <a:cubicBezTo>
                  <a:pt x="3256302" y="191012"/>
                  <a:pt x="3250467" y="190182"/>
                  <a:pt x="3245146" y="188522"/>
                </a:cubicBezTo>
                <a:cubicBezTo>
                  <a:pt x="3239825" y="186862"/>
                  <a:pt x="3235220" y="184395"/>
                  <a:pt x="3231330" y="181120"/>
                </a:cubicBezTo>
                <a:cubicBezTo>
                  <a:pt x="3227440" y="177844"/>
                  <a:pt x="3224422" y="173785"/>
                  <a:pt x="3222275" y="168942"/>
                </a:cubicBezTo>
                <a:cubicBezTo>
                  <a:pt x="3220129" y="164097"/>
                  <a:pt x="3219056" y="158443"/>
                  <a:pt x="3219056" y="151982"/>
                </a:cubicBezTo>
                <a:cubicBezTo>
                  <a:pt x="3219056" y="144982"/>
                  <a:pt x="3220420" y="138903"/>
                  <a:pt x="3223147" y="133744"/>
                </a:cubicBezTo>
                <a:cubicBezTo>
                  <a:pt x="3225875" y="128585"/>
                  <a:pt x="3229944" y="124323"/>
                  <a:pt x="3235354" y="120959"/>
                </a:cubicBezTo>
                <a:cubicBezTo>
                  <a:pt x="3240764" y="117594"/>
                  <a:pt x="3247493" y="115104"/>
                  <a:pt x="3255542" y="113489"/>
                </a:cubicBezTo>
                <a:cubicBezTo>
                  <a:pt x="3263590" y="111874"/>
                  <a:pt x="3272935" y="111066"/>
                  <a:pt x="3283576" y="111066"/>
                </a:cubicBezTo>
                <a:lnTo>
                  <a:pt x="3295246" y="111066"/>
                </a:lnTo>
                <a:lnTo>
                  <a:pt x="3295246" y="103856"/>
                </a:lnTo>
                <a:cubicBezTo>
                  <a:pt x="3295246" y="100117"/>
                  <a:pt x="3294866" y="96846"/>
                  <a:pt x="3294106" y="94043"/>
                </a:cubicBezTo>
                <a:cubicBezTo>
                  <a:pt x="3293346" y="91237"/>
                  <a:pt x="3292094" y="88900"/>
                  <a:pt x="3290350" y="87030"/>
                </a:cubicBezTo>
                <a:cubicBezTo>
                  <a:pt x="3288607" y="85161"/>
                  <a:pt x="3286282" y="83782"/>
                  <a:pt x="3283375" y="82893"/>
                </a:cubicBezTo>
                <a:cubicBezTo>
                  <a:pt x="3280469" y="82002"/>
                  <a:pt x="3276870" y="81556"/>
                  <a:pt x="3272577" y="81556"/>
                </a:cubicBezTo>
                <a:cubicBezTo>
                  <a:pt x="3266943" y="81556"/>
                  <a:pt x="3261913" y="82182"/>
                  <a:pt x="3257487" y="83434"/>
                </a:cubicBezTo>
                <a:cubicBezTo>
                  <a:pt x="3253060" y="84686"/>
                  <a:pt x="3249148" y="86072"/>
                  <a:pt x="3245750" y="87592"/>
                </a:cubicBezTo>
                <a:cubicBezTo>
                  <a:pt x="3242351" y="89112"/>
                  <a:pt x="3239512" y="90498"/>
                  <a:pt x="3237232" y="91750"/>
                </a:cubicBezTo>
                <a:cubicBezTo>
                  <a:pt x="3234951" y="93002"/>
                  <a:pt x="3233096" y="93628"/>
                  <a:pt x="3231665" y="93628"/>
                </a:cubicBezTo>
                <a:cubicBezTo>
                  <a:pt x="3230681" y="93628"/>
                  <a:pt x="3229809" y="93314"/>
                  <a:pt x="3229049" y="92685"/>
                </a:cubicBezTo>
                <a:cubicBezTo>
                  <a:pt x="3228289" y="92056"/>
                  <a:pt x="3227663" y="91158"/>
                  <a:pt x="3227171" y="89990"/>
                </a:cubicBezTo>
                <a:cubicBezTo>
                  <a:pt x="3226680" y="88822"/>
                  <a:pt x="3226300" y="87384"/>
                  <a:pt x="3226031" y="85676"/>
                </a:cubicBezTo>
                <a:cubicBezTo>
                  <a:pt x="3225763" y="83966"/>
                  <a:pt x="3225629" y="82078"/>
                  <a:pt x="3225629" y="80013"/>
                </a:cubicBezTo>
                <a:cubicBezTo>
                  <a:pt x="3225629" y="77227"/>
                  <a:pt x="3225852" y="75025"/>
                  <a:pt x="3226300" y="73407"/>
                </a:cubicBezTo>
                <a:cubicBezTo>
                  <a:pt x="3226747" y="71789"/>
                  <a:pt x="3227596" y="70329"/>
                  <a:pt x="3228848" y="69027"/>
                </a:cubicBezTo>
                <a:cubicBezTo>
                  <a:pt x="3230100" y="67721"/>
                  <a:pt x="3232291" y="66286"/>
                  <a:pt x="3235421" y="64722"/>
                </a:cubicBezTo>
                <a:cubicBezTo>
                  <a:pt x="3238551" y="63157"/>
                  <a:pt x="3242217" y="61703"/>
                  <a:pt x="3246420" y="60362"/>
                </a:cubicBezTo>
                <a:cubicBezTo>
                  <a:pt x="3250623" y="59021"/>
                  <a:pt x="3255206" y="57925"/>
                  <a:pt x="3260169" y="57076"/>
                </a:cubicBezTo>
                <a:cubicBezTo>
                  <a:pt x="3265132" y="56226"/>
                  <a:pt x="3270252" y="55801"/>
                  <a:pt x="3275528" y="55801"/>
                </a:cubicBezTo>
                <a:cubicBezTo>
                  <a:pt x="3284918" y="55801"/>
                  <a:pt x="3292944" y="56719"/>
                  <a:pt x="3299606" y="58555"/>
                </a:cubicBezTo>
                <a:cubicBezTo>
                  <a:pt x="3306268" y="60389"/>
                  <a:pt x="3311745" y="63208"/>
                  <a:pt x="3316038" y="67014"/>
                </a:cubicBezTo>
                <a:cubicBezTo>
                  <a:pt x="3320330" y="70818"/>
                  <a:pt x="3323460" y="75718"/>
                  <a:pt x="3325427" y="81715"/>
                </a:cubicBezTo>
                <a:cubicBezTo>
                  <a:pt x="3327395" y="87712"/>
                  <a:pt x="3328378" y="94828"/>
                  <a:pt x="3328378" y="103064"/>
                </a:cubicBezTo>
                <a:lnTo>
                  <a:pt x="3328378" y="183631"/>
                </a:lnTo>
                <a:moveTo>
                  <a:pt x="3295246" y="132260"/>
                </a:moveTo>
                <a:lnTo>
                  <a:pt x="3282369" y="132260"/>
                </a:lnTo>
                <a:cubicBezTo>
                  <a:pt x="3276914" y="132260"/>
                  <a:pt x="3272264" y="132665"/>
                  <a:pt x="3268419" y="133476"/>
                </a:cubicBezTo>
                <a:cubicBezTo>
                  <a:pt x="3264574" y="134286"/>
                  <a:pt x="3261444" y="135503"/>
                  <a:pt x="3259029" y="137127"/>
                </a:cubicBezTo>
                <a:cubicBezTo>
                  <a:pt x="3256615" y="138747"/>
                  <a:pt x="3254849" y="140708"/>
                  <a:pt x="3253731" y="143008"/>
                </a:cubicBezTo>
                <a:cubicBezTo>
                  <a:pt x="3252613" y="145305"/>
                  <a:pt x="3252054" y="147940"/>
                  <a:pt x="3252054" y="150913"/>
                </a:cubicBezTo>
                <a:cubicBezTo>
                  <a:pt x="3252054" y="155960"/>
                  <a:pt x="3253641" y="159926"/>
                  <a:pt x="3256816" y="162810"/>
                </a:cubicBezTo>
                <a:cubicBezTo>
                  <a:pt x="3259991" y="165694"/>
                  <a:pt x="3264395" y="167136"/>
                  <a:pt x="3270028" y="167136"/>
                </a:cubicBezTo>
                <a:cubicBezTo>
                  <a:pt x="3274768" y="167136"/>
                  <a:pt x="3279128" y="165920"/>
                  <a:pt x="3283107" y="163489"/>
                </a:cubicBezTo>
                <a:cubicBezTo>
                  <a:pt x="3287086" y="161055"/>
                  <a:pt x="3291133" y="157495"/>
                  <a:pt x="3295246" y="152808"/>
                </a:cubicBezTo>
                <a:lnTo>
                  <a:pt x="3295246" y="132260"/>
                </a:lnTo>
                <a:close/>
                <a:moveTo>
                  <a:pt x="3471930" y="183232"/>
                </a:moveTo>
                <a:cubicBezTo>
                  <a:pt x="3471930" y="184127"/>
                  <a:pt x="3471706" y="184909"/>
                  <a:pt x="3471259" y="185580"/>
                </a:cubicBezTo>
                <a:cubicBezTo>
                  <a:pt x="3470812" y="186250"/>
                  <a:pt x="3470029" y="186809"/>
                  <a:pt x="3468912" y="187256"/>
                </a:cubicBezTo>
                <a:cubicBezTo>
                  <a:pt x="3467794" y="187704"/>
                  <a:pt x="3466318" y="188039"/>
                  <a:pt x="3464485" y="188262"/>
                </a:cubicBezTo>
                <a:cubicBezTo>
                  <a:pt x="3462652" y="188486"/>
                  <a:pt x="3460349" y="188598"/>
                  <a:pt x="3457577" y="188598"/>
                </a:cubicBezTo>
                <a:cubicBezTo>
                  <a:pt x="3454626" y="188598"/>
                  <a:pt x="3452234" y="188486"/>
                  <a:pt x="3450401" y="188262"/>
                </a:cubicBezTo>
                <a:cubicBezTo>
                  <a:pt x="3448567" y="188039"/>
                  <a:pt x="3447114" y="187704"/>
                  <a:pt x="3446041" y="187256"/>
                </a:cubicBezTo>
                <a:cubicBezTo>
                  <a:pt x="3444968" y="186809"/>
                  <a:pt x="3444208" y="186250"/>
                  <a:pt x="3443761" y="185580"/>
                </a:cubicBezTo>
                <a:cubicBezTo>
                  <a:pt x="3443314" y="184909"/>
                  <a:pt x="3443090" y="184127"/>
                  <a:pt x="3443090" y="183232"/>
                </a:cubicBezTo>
                <a:lnTo>
                  <a:pt x="3443090" y="169416"/>
                </a:lnTo>
                <a:cubicBezTo>
                  <a:pt x="3436473" y="176615"/>
                  <a:pt x="3429743" y="182014"/>
                  <a:pt x="3422902" y="185613"/>
                </a:cubicBezTo>
                <a:cubicBezTo>
                  <a:pt x="3416061" y="189213"/>
                  <a:pt x="3408974" y="191012"/>
                  <a:pt x="3401641" y="191012"/>
                </a:cubicBezTo>
                <a:cubicBezTo>
                  <a:pt x="3393414" y="191012"/>
                  <a:pt x="3386506" y="189670"/>
                  <a:pt x="3380917" y="186984"/>
                </a:cubicBezTo>
                <a:cubicBezTo>
                  <a:pt x="3375328" y="184298"/>
                  <a:pt x="3370812" y="180629"/>
                  <a:pt x="3367369" y="175976"/>
                </a:cubicBezTo>
                <a:cubicBezTo>
                  <a:pt x="3363926" y="171321"/>
                  <a:pt x="3361467" y="165927"/>
                  <a:pt x="3359992" y="159796"/>
                </a:cubicBezTo>
                <a:cubicBezTo>
                  <a:pt x="3358516" y="153662"/>
                  <a:pt x="3357778" y="146030"/>
                  <a:pt x="3357778" y="136900"/>
                </a:cubicBezTo>
                <a:lnTo>
                  <a:pt x="3357778" y="63586"/>
                </a:lnTo>
                <a:cubicBezTo>
                  <a:pt x="3357778" y="62691"/>
                  <a:pt x="3358024" y="61909"/>
                  <a:pt x="3358516" y="61238"/>
                </a:cubicBezTo>
                <a:cubicBezTo>
                  <a:pt x="3359008" y="60565"/>
                  <a:pt x="3359902" y="60004"/>
                  <a:pt x="3361199" y="59557"/>
                </a:cubicBezTo>
                <a:cubicBezTo>
                  <a:pt x="3362496" y="59110"/>
                  <a:pt x="3364239" y="58775"/>
                  <a:pt x="3366430" y="58551"/>
                </a:cubicBezTo>
                <a:cubicBezTo>
                  <a:pt x="3368621" y="58328"/>
                  <a:pt x="3371326" y="58216"/>
                  <a:pt x="3374546" y="58216"/>
                </a:cubicBezTo>
                <a:cubicBezTo>
                  <a:pt x="3377854" y="58216"/>
                  <a:pt x="3380582" y="58328"/>
                  <a:pt x="3382728" y="58551"/>
                </a:cubicBezTo>
                <a:cubicBezTo>
                  <a:pt x="3384874" y="58775"/>
                  <a:pt x="3386596" y="59110"/>
                  <a:pt x="3387892" y="59557"/>
                </a:cubicBezTo>
                <a:cubicBezTo>
                  <a:pt x="3389189" y="60004"/>
                  <a:pt x="3390106" y="60563"/>
                  <a:pt x="3390642" y="61234"/>
                </a:cubicBezTo>
                <a:cubicBezTo>
                  <a:pt x="3391179" y="61905"/>
                  <a:pt x="3391447" y="62687"/>
                  <a:pt x="3391447" y="63581"/>
                </a:cubicBezTo>
                <a:lnTo>
                  <a:pt x="3391447" y="131187"/>
                </a:lnTo>
                <a:cubicBezTo>
                  <a:pt x="3391447" y="137447"/>
                  <a:pt x="3391849" y="142231"/>
                  <a:pt x="3392654" y="145540"/>
                </a:cubicBezTo>
                <a:cubicBezTo>
                  <a:pt x="3393459" y="148848"/>
                  <a:pt x="3394689" y="151688"/>
                  <a:pt x="3396343" y="154057"/>
                </a:cubicBezTo>
                <a:cubicBezTo>
                  <a:pt x="3397997" y="156427"/>
                  <a:pt x="3400099" y="158260"/>
                  <a:pt x="3402647" y="159557"/>
                </a:cubicBezTo>
                <a:cubicBezTo>
                  <a:pt x="3405196" y="160854"/>
                  <a:pt x="3408169" y="161502"/>
                  <a:pt x="3411568" y="161502"/>
                </a:cubicBezTo>
                <a:cubicBezTo>
                  <a:pt x="3415860" y="161502"/>
                  <a:pt x="3420175" y="159937"/>
                  <a:pt x="3424512" y="156807"/>
                </a:cubicBezTo>
                <a:cubicBezTo>
                  <a:pt x="3428849" y="153677"/>
                  <a:pt x="3433477" y="149117"/>
                  <a:pt x="3438395" y="143125"/>
                </a:cubicBezTo>
                <a:lnTo>
                  <a:pt x="3438395" y="63581"/>
                </a:lnTo>
                <a:cubicBezTo>
                  <a:pt x="3438395" y="62687"/>
                  <a:pt x="3438641" y="61905"/>
                  <a:pt x="3439133" y="61234"/>
                </a:cubicBezTo>
                <a:cubicBezTo>
                  <a:pt x="3439625" y="60563"/>
                  <a:pt x="3440519" y="60004"/>
                  <a:pt x="3441816" y="59557"/>
                </a:cubicBezTo>
                <a:cubicBezTo>
                  <a:pt x="3443112" y="59110"/>
                  <a:pt x="3444834" y="58775"/>
                  <a:pt x="3446980" y="58551"/>
                </a:cubicBezTo>
                <a:cubicBezTo>
                  <a:pt x="3449126" y="58328"/>
                  <a:pt x="3451854" y="58216"/>
                  <a:pt x="3455162" y="58216"/>
                </a:cubicBezTo>
                <a:cubicBezTo>
                  <a:pt x="3458471" y="58216"/>
                  <a:pt x="3461199" y="58328"/>
                  <a:pt x="3463345" y="58551"/>
                </a:cubicBezTo>
                <a:cubicBezTo>
                  <a:pt x="3465491" y="58775"/>
                  <a:pt x="3467190" y="59110"/>
                  <a:pt x="3468442" y="59557"/>
                </a:cubicBezTo>
                <a:cubicBezTo>
                  <a:pt x="3469694" y="60004"/>
                  <a:pt x="3470588" y="60563"/>
                  <a:pt x="3471125" y="61234"/>
                </a:cubicBezTo>
                <a:cubicBezTo>
                  <a:pt x="3471661" y="61905"/>
                  <a:pt x="3471930" y="62687"/>
                  <a:pt x="3471930" y="63581"/>
                </a:cubicBezTo>
                <a:lnTo>
                  <a:pt x="3471930" y="183232"/>
                </a:lnTo>
                <a:close/>
                <a:moveTo>
                  <a:pt x="3574262" y="171336"/>
                </a:moveTo>
                <a:cubicBezTo>
                  <a:pt x="3574262" y="175290"/>
                  <a:pt x="3574016" y="178324"/>
                  <a:pt x="3573524" y="180436"/>
                </a:cubicBezTo>
                <a:cubicBezTo>
                  <a:pt x="3573032" y="182546"/>
                  <a:pt x="3572384" y="184029"/>
                  <a:pt x="3571579" y="184884"/>
                </a:cubicBezTo>
                <a:cubicBezTo>
                  <a:pt x="3570774" y="185736"/>
                  <a:pt x="3569589" y="186499"/>
                  <a:pt x="3568025" y="187173"/>
                </a:cubicBezTo>
                <a:cubicBezTo>
                  <a:pt x="3566460" y="187846"/>
                  <a:pt x="3564626" y="188430"/>
                  <a:pt x="3562525" y="188925"/>
                </a:cubicBezTo>
                <a:cubicBezTo>
                  <a:pt x="3560423" y="189419"/>
                  <a:pt x="3558143" y="189801"/>
                  <a:pt x="3555684" y="190069"/>
                </a:cubicBezTo>
                <a:cubicBezTo>
                  <a:pt x="3553225" y="190340"/>
                  <a:pt x="3550743" y="190476"/>
                  <a:pt x="3548239" y="190476"/>
                </a:cubicBezTo>
                <a:cubicBezTo>
                  <a:pt x="3541532" y="190476"/>
                  <a:pt x="3535720" y="189626"/>
                  <a:pt x="3530801" y="187927"/>
                </a:cubicBezTo>
                <a:cubicBezTo>
                  <a:pt x="3525883" y="186228"/>
                  <a:pt x="3521814" y="183612"/>
                  <a:pt x="3518595" y="180080"/>
                </a:cubicBezTo>
                <a:cubicBezTo>
                  <a:pt x="3515375" y="176548"/>
                  <a:pt x="3513006" y="172099"/>
                  <a:pt x="3511485" y="166733"/>
                </a:cubicBezTo>
                <a:cubicBezTo>
                  <a:pt x="3509965" y="161368"/>
                  <a:pt x="3509205" y="155019"/>
                  <a:pt x="3509205" y="147686"/>
                </a:cubicBezTo>
                <a:lnTo>
                  <a:pt x="3509205" y="86385"/>
                </a:lnTo>
                <a:lnTo>
                  <a:pt x="3494852" y="86385"/>
                </a:lnTo>
                <a:cubicBezTo>
                  <a:pt x="3493153" y="86385"/>
                  <a:pt x="3491857" y="85334"/>
                  <a:pt x="3490962" y="83233"/>
                </a:cubicBezTo>
                <a:cubicBezTo>
                  <a:pt x="3490068" y="81131"/>
                  <a:pt x="3489621" y="77621"/>
                  <a:pt x="3489621" y="72703"/>
                </a:cubicBezTo>
                <a:cubicBezTo>
                  <a:pt x="3489621" y="70109"/>
                  <a:pt x="3489733" y="67918"/>
                  <a:pt x="3489956" y="66130"/>
                </a:cubicBezTo>
                <a:cubicBezTo>
                  <a:pt x="3490180" y="64341"/>
                  <a:pt x="3490515" y="62933"/>
                  <a:pt x="3490962" y="61905"/>
                </a:cubicBezTo>
                <a:cubicBezTo>
                  <a:pt x="3491409" y="60876"/>
                  <a:pt x="3491968" y="60138"/>
                  <a:pt x="3492639" y="59691"/>
                </a:cubicBezTo>
                <a:cubicBezTo>
                  <a:pt x="3493310" y="59244"/>
                  <a:pt x="3494092" y="59021"/>
                  <a:pt x="3494986" y="59021"/>
                </a:cubicBezTo>
                <a:lnTo>
                  <a:pt x="3509205" y="59021"/>
                </a:lnTo>
                <a:lnTo>
                  <a:pt x="3509205" y="32218"/>
                </a:lnTo>
                <a:cubicBezTo>
                  <a:pt x="3509205" y="31318"/>
                  <a:pt x="3509451" y="30509"/>
                  <a:pt x="3509943" y="29791"/>
                </a:cubicBezTo>
                <a:cubicBezTo>
                  <a:pt x="3510435" y="29073"/>
                  <a:pt x="3511329" y="28468"/>
                  <a:pt x="3512626" y="27976"/>
                </a:cubicBezTo>
                <a:cubicBezTo>
                  <a:pt x="3513922" y="27482"/>
                  <a:pt x="3515666" y="27122"/>
                  <a:pt x="3517857" y="26899"/>
                </a:cubicBezTo>
                <a:cubicBezTo>
                  <a:pt x="3520048" y="26672"/>
                  <a:pt x="3522753" y="26559"/>
                  <a:pt x="3525972" y="26559"/>
                </a:cubicBezTo>
                <a:cubicBezTo>
                  <a:pt x="3529281" y="26559"/>
                  <a:pt x="3532031" y="26672"/>
                  <a:pt x="3534222" y="26899"/>
                </a:cubicBezTo>
                <a:cubicBezTo>
                  <a:pt x="3536413" y="27122"/>
                  <a:pt x="3538134" y="27482"/>
                  <a:pt x="3539386" y="27976"/>
                </a:cubicBezTo>
                <a:cubicBezTo>
                  <a:pt x="3540638" y="28468"/>
                  <a:pt x="3541532" y="29073"/>
                  <a:pt x="3542069" y="29791"/>
                </a:cubicBezTo>
                <a:cubicBezTo>
                  <a:pt x="3542605" y="30509"/>
                  <a:pt x="3542874" y="31318"/>
                  <a:pt x="3542874" y="32218"/>
                </a:cubicBezTo>
                <a:lnTo>
                  <a:pt x="3542874" y="59021"/>
                </a:lnTo>
                <a:lnTo>
                  <a:pt x="3568896" y="59021"/>
                </a:lnTo>
                <a:cubicBezTo>
                  <a:pt x="3569791" y="59021"/>
                  <a:pt x="3570573" y="59244"/>
                  <a:pt x="3571244" y="59691"/>
                </a:cubicBezTo>
                <a:cubicBezTo>
                  <a:pt x="3571915" y="60138"/>
                  <a:pt x="3572473" y="60876"/>
                  <a:pt x="3572921" y="61905"/>
                </a:cubicBezTo>
                <a:cubicBezTo>
                  <a:pt x="3573368" y="62933"/>
                  <a:pt x="3573703" y="64341"/>
                  <a:pt x="3573927" y="66130"/>
                </a:cubicBezTo>
                <a:cubicBezTo>
                  <a:pt x="3574150" y="67918"/>
                  <a:pt x="3574262" y="70109"/>
                  <a:pt x="3574262" y="72703"/>
                </a:cubicBezTo>
                <a:cubicBezTo>
                  <a:pt x="3574262" y="77621"/>
                  <a:pt x="3573815" y="81131"/>
                  <a:pt x="3572921" y="83233"/>
                </a:cubicBezTo>
                <a:cubicBezTo>
                  <a:pt x="3572026" y="85334"/>
                  <a:pt x="3570730" y="86385"/>
                  <a:pt x="3569031" y="86385"/>
                </a:cubicBezTo>
                <a:lnTo>
                  <a:pt x="3542874" y="86385"/>
                </a:lnTo>
                <a:lnTo>
                  <a:pt x="3542874" y="142488"/>
                </a:lnTo>
                <a:cubicBezTo>
                  <a:pt x="3542874" y="149005"/>
                  <a:pt x="3543902" y="153892"/>
                  <a:pt x="3545959" y="157151"/>
                </a:cubicBezTo>
                <a:cubicBezTo>
                  <a:pt x="3548016" y="160409"/>
                  <a:pt x="3551682" y="162039"/>
                  <a:pt x="3556958" y="162039"/>
                </a:cubicBezTo>
                <a:cubicBezTo>
                  <a:pt x="3558747" y="162039"/>
                  <a:pt x="3560356" y="161882"/>
                  <a:pt x="3561787" y="161569"/>
                </a:cubicBezTo>
                <a:cubicBezTo>
                  <a:pt x="3563218" y="161256"/>
                  <a:pt x="3564492" y="160898"/>
                  <a:pt x="3565610" y="160496"/>
                </a:cubicBezTo>
                <a:cubicBezTo>
                  <a:pt x="3566728" y="160094"/>
                  <a:pt x="3567667" y="159736"/>
                  <a:pt x="3568427" y="159423"/>
                </a:cubicBezTo>
                <a:cubicBezTo>
                  <a:pt x="3569187" y="159110"/>
                  <a:pt x="3569880" y="158953"/>
                  <a:pt x="3570506" y="158953"/>
                </a:cubicBezTo>
                <a:cubicBezTo>
                  <a:pt x="3571043" y="158953"/>
                  <a:pt x="3571557" y="159110"/>
                  <a:pt x="3572049" y="159423"/>
                </a:cubicBezTo>
                <a:cubicBezTo>
                  <a:pt x="3572541" y="159736"/>
                  <a:pt x="3572921" y="160363"/>
                  <a:pt x="3573189" y="161305"/>
                </a:cubicBezTo>
                <a:cubicBezTo>
                  <a:pt x="3573457" y="162244"/>
                  <a:pt x="3573703" y="163522"/>
                  <a:pt x="3573927" y="165140"/>
                </a:cubicBezTo>
                <a:cubicBezTo>
                  <a:pt x="3574150" y="166756"/>
                  <a:pt x="3574262" y="168821"/>
                  <a:pt x="3574262" y="171336"/>
                </a:cubicBezTo>
                <a:close/>
                <a:moveTo>
                  <a:pt x="3710821" y="183228"/>
                </a:moveTo>
                <a:cubicBezTo>
                  <a:pt x="3710821" y="184122"/>
                  <a:pt x="3710552" y="184906"/>
                  <a:pt x="3710016" y="185580"/>
                </a:cubicBezTo>
                <a:cubicBezTo>
                  <a:pt x="3709479" y="186250"/>
                  <a:pt x="3708585" y="186809"/>
                  <a:pt x="3707333" y="187256"/>
                </a:cubicBezTo>
                <a:cubicBezTo>
                  <a:pt x="3706081" y="187704"/>
                  <a:pt x="3704360" y="188039"/>
                  <a:pt x="3702169" y="188262"/>
                </a:cubicBezTo>
                <a:cubicBezTo>
                  <a:pt x="3699978" y="188486"/>
                  <a:pt x="3697273" y="188598"/>
                  <a:pt x="3694053" y="188598"/>
                </a:cubicBezTo>
                <a:cubicBezTo>
                  <a:pt x="3690745" y="188598"/>
                  <a:pt x="3687995" y="188486"/>
                  <a:pt x="3685804" y="188262"/>
                </a:cubicBezTo>
                <a:cubicBezTo>
                  <a:pt x="3683613" y="188039"/>
                  <a:pt x="3681891" y="187704"/>
                  <a:pt x="3680640" y="187256"/>
                </a:cubicBezTo>
                <a:cubicBezTo>
                  <a:pt x="3679388" y="186809"/>
                  <a:pt x="3678493" y="186250"/>
                  <a:pt x="3677957" y="185580"/>
                </a:cubicBezTo>
                <a:cubicBezTo>
                  <a:pt x="3677420" y="184909"/>
                  <a:pt x="3677152" y="184127"/>
                  <a:pt x="3677152" y="183232"/>
                </a:cubicBezTo>
                <a:lnTo>
                  <a:pt x="3677152" y="114956"/>
                </a:lnTo>
                <a:cubicBezTo>
                  <a:pt x="3677152" y="109144"/>
                  <a:pt x="3676727" y="104583"/>
                  <a:pt x="3675878" y="101274"/>
                </a:cubicBezTo>
                <a:cubicBezTo>
                  <a:pt x="3675028" y="97965"/>
                  <a:pt x="3673798" y="95126"/>
                  <a:pt x="3672189" y="92756"/>
                </a:cubicBezTo>
                <a:cubicBezTo>
                  <a:pt x="3670579" y="90387"/>
                  <a:pt x="3668500" y="88553"/>
                  <a:pt x="3665951" y="87257"/>
                </a:cubicBezTo>
                <a:cubicBezTo>
                  <a:pt x="3663403" y="85960"/>
                  <a:pt x="3660429" y="85312"/>
                  <a:pt x="3657031" y="85312"/>
                </a:cubicBezTo>
                <a:cubicBezTo>
                  <a:pt x="3652739" y="85312"/>
                  <a:pt x="3648402" y="86877"/>
                  <a:pt x="3644020" y="90007"/>
                </a:cubicBezTo>
                <a:cubicBezTo>
                  <a:pt x="3639638" y="93136"/>
                  <a:pt x="3635077" y="97697"/>
                  <a:pt x="3630338" y="103689"/>
                </a:cubicBezTo>
                <a:lnTo>
                  <a:pt x="3630338" y="183232"/>
                </a:lnTo>
                <a:cubicBezTo>
                  <a:pt x="3630338" y="184127"/>
                  <a:pt x="3630070" y="184909"/>
                  <a:pt x="3629533" y="185580"/>
                </a:cubicBezTo>
                <a:cubicBezTo>
                  <a:pt x="3628996" y="186250"/>
                  <a:pt x="3628080" y="186809"/>
                  <a:pt x="3626783" y="187256"/>
                </a:cubicBezTo>
                <a:cubicBezTo>
                  <a:pt x="3625487" y="187704"/>
                  <a:pt x="3623765" y="188039"/>
                  <a:pt x="3621619" y="188262"/>
                </a:cubicBezTo>
                <a:cubicBezTo>
                  <a:pt x="3619473" y="188486"/>
                  <a:pt x="3616745" y="188598"/>
                  <a:pt x="3613436" y="188598"/>
                </a:cubicBezTo>
                <a:cubicBezTo>
                  <a:pt x="3610128" y="188598"/>
                  <a:pt x="3607400" y="188486"/>
                  <a:pt x="3605254" y="188262"/>
                </a:cubicBezTo>
                <a:cubicBezTo>
                  <a:pt x="3603108" y="188039"/>
                  <a:pt x="3601386" y="187704"/>
                  <a:pt x="3600090" y="187256"/>
                </a:cubicBezTo>
                <a:cubicBezTo>
                  <a:pt x="3598793" y="186809"/>
                  <a:pt x="3597876" y="186250"/>
                  <a:pt x="3597340" y="185580"/>
                </a:cubicBezTo>
                <a:cubicBezTo>
                  <a:pt x="3596803" y="184909"/>
                  <a:pt x="3596535" y="184127"/>
                  <a:pt x="3596535" y="183232"/>
                </a:cubicBezTo>
                <a:lnTo>
                  <a:pt x="3596535" y="6841"/>
                </a:lnTo>
                <a:cubicBezTo>
                  <a:pt x="3596535" y="5947"/>
                  <a:pt x="3596803" y="5142"/>
                  <a:pt x="3597340" y="4427"/>
                </a:cubicBezTo>
                <a:cubicBezTo>
                  <a:pt x="3597876" y="3711"/>
                  <a:pt x="3598793" y="3108"/>
                  <a:pt x="3600090" y="2616"/>
                </a:cubicBezTo>
                <a:cubicBezTo>
                  <a:pt x="3601386" y="2124"/>
                  <a:pt x="3603108" y="1744"/>
                  <a:pt x="3605254" y="1476"/>
                </a:cubicBezTo>
                <a:cubicBezTo>
                  <a:pt x="3607400" y="1207"/>
                  <a:pt x="3610128" y="1073"/>
                  <a:pt x="3613436" y="1073"/>
                </a:cubicBezTo>
                <a:cubicBezTo>
                  <a:pt x="3616745" y="1073"/>
                  <a:pt x="3619473" y="1207"/>
                  <a:pt x="3621619" y="1476"/>
                </a:cubicBezTo>
                <a:cubicBezTo>
                  <a:pt x="3623765" y="1744"/>
                  <a:pt x="3625487" y="2124"/>
                  <a:pt x="3626783" y="2616"/>
                </a:cubicBezTo>
                <a:cubicBezTo>
                  <a:pt x="3628080" y="3105"/>
                  <a:pt x="3628996" y="3707"/>
                  <a:pt x="3629533" y="4422"/>
                </a:cubicBezTo>
                <a:cubicBezTo>
                  <a:pt x="3630070" y="5135"/>
                  <a:pt x="3630338" y="5938"/>
                  <a:pt x="3630338" y="6833"/>
                </a:cubicBezTo>
                <a:lnTo>
                  <a:pt x="3630338" y="72854"/>
                </a:lnTo>
                <a:cubicBezTo>
                  <a:pt x="3636150" y="67125"/>
                  <a:pt x="3642075" y="62851"/>
                  <a:pt x="3648111" y="60031"/>
                </a:cubicBezTo>
                <a:cubicBezTo>
                  <a:pt x="3654147" y="57211"/>
                  <a:pt x="3660429" y="55801"/>
                  <a:pt x="3666957" y="55801"/>
                </a:cubicBezTo>
                <a:cubicBezTo>
                  <a:pt x="3675095" y="55801"/>
                  <a:pt x="3681959" y="57144"/>
                  <a:pt x="3687548" y="59830"/>
                </a:cubicBezTo>
                <a:cubicBezTo>
                  <a:pt x="3693137" y="62515"/>
                  <a:pt x="3697653" y="66186"/>
                  <a:pt x="3701096" y="70842"/>
                </a:cubicBezTo>
                <a:cubicBezTo>
                  <a:pt x="3704538" y="75494"/>
                  <a:pt x="3707020" y="80933"/>
                  <a:pt x="3708540" y="87156"/>
                </a:cubicBezTo>
                <a:cubicBezTo>
                  <a:pt x="3710060" y="93377"/>
                  <a:pt x="3710821" y="100918"/>
                  <a:pt x="3710821" y="109779"/>
                </a:cubicBezTo>
                <a:lnTo>
                  <a:pt x="3710821" y="183228"/>
                </a:lnTo>
                <a:close/>
                <a:moveTo>
                  <a:pt x="3862516" y="122195"/>
                </a:moveTo>
                <a:cubicBezTo>
                  <a:pt x="3862516" y="132412"/>
                  <a:pt x="3861174" y="141732"/>
                  <a:pt x="3858491" y="150155"/>
                </a:cubicBezTo>
                <a:cubicBezTo>
                  <a:pt x="3855809" y="158578"/>
                  <a:pt x="3851740" y="165835"/>
                  <a:pt x="3846285" y="171927"/>
                </a:cubicBezTo>
                <a:cubicBezTo>
                  <a:pt x="3840830" y="178019"/>
                  <a:pt x="3833989" y="182724"/>
                  <a:pt x="3825762" y="186041"/>
                </a:cubicBezTo>
                <a:cubicBezTo>
                  <a:pt x="3817535" y="189355"/>
                  <a:pt x="3807921" y="191012"/>
                  <a:pt x="3796922" y="191012"/>
                </a:cubicBezTo>
                <a:cubicBezTo>
                  <a:pt x="3786281" y="191012"/>
                  <a:pt x="3777025" y="189534"/>
                  <a:pt x="3769156" y="186577"/>
                </a:cubicBezTo>
                <a:cubicBezTo>
                  <a:pt x="3761286" y="183621"/>
                  <a:pt x="3754758" y="179320"/>
                  <a:pt x="3749571" y="173675"/>
                </a:cubicBezTo>
                <a:cubicBezTo>
                  <a:pt x="3744385" y="168030"/>
                  <a:pt x="3740540" y="161086"/>
                  <a:pt x="3738036" y="152842"/>
                </a:cubicBezTo>
                <a:cubicBezTo>
                  <a:pt x="3735532" y="144598"/>
                  <a:pt x="3734280" y="135190"/>
                  <a:pt x="3734280" y="124618"/>
                </a:cubicBezTo>
                <a:cubicBezTo>
                  <a:pt x="3734280" y="114401"/>
                  <a:pt x="3735643" y="105059"/>
                  <a:pt x="3738371" y="96592"/>
                </a:cubicBezTo>
                <a:cubicBezTo>
                  <a:pt x="3741098" y="88124"/>
                  <a:pt x="3745190" y="80867"/>
                  <a:pt x="3750645" y="74820"/>
                </a:cubicBezTo>
                <a:cubicBezTo>
                  <a:pt x="3756100" y="68772"/>
                  <a:pt x="3762918" y="64091"/>
                  <a:pt x="3771101" y="60777"/>
                </a:cubicBezTo>
                <a:cubicBezTo>
                  <a:pt x="3779283" y="57460"/>
                  <a:pt x="3788874" y="55801"/>
                  <a:pt x="3799873" y="55801"/>
                </a:cubicBezTo>
                <a:cubicBezTo>
                  <a:pt x="3810604" y="55801"/>
                  <a:pt x="3819904" y="57257"/>
                  <a:pt x="3827774" y="60169"/>
                </a:cubicBezTo>
                <a:cubicBezTo>
                  <a:pt x="3835643" y="63081"/>
                  <a:pt x="3842149" y="67360"/>
                  <a:pt x="3847291" y="73005"/>
                </a:cubicBezTo>
                <a:cubicBezTo>
                  <a:pt x="3852433" y="78649"/>
                  <a:pt x="3856256" y="85594"/>
                  <a:pt x="3858760" y="93838"/>
                </a:cubicBezTo>
                <a:cubicBezTo>
                  <a:pt x="3861264" y="102082"/>
                  <a:pt x="3862516" y="111534"/>
                  <a:pt x="3862516" y="122195"/>
                </a:cubicBezTo>
                <a:moveTo>
                  <a:pt x="3827774" y="123541"/>
                </a:moveTo>
                <a:cubicBezTo>
                  <a:pt x="3827774" y="117639"/>
                  <a:pt x="3827304" y="112206"/>
                  <a:pt x="3826365" y="107243"/>
                </a:cubicBezTo>
                <a:cubicBezTo>
                  <a:pt x="3825426" y="102280"/>
                  <a:pt x="3823839" y="97965"/>
                  <a:pt x="3821604" y="94299"/>
                </a:cubicBezTo>
                <a:cubicBezTo>
                  <a:pt x="3819368" y="90632"/>
                  <a:pt x="3816394" y="87771"/>
                  <a:pt x="3812683" y="85714"/>
                </a:cubicBezTo>
                <a:cubicBezTo>
                  <a:pt x="3808972" y="83657"/>
                  <a:pt x="3804300" y="82629"/>
                  <a:pt x="3798666" y="82629"/>
                </a:cubicBezTo>
                <a:cubicBezTo>
                  <a:pt x="3793658" y="82629"/>
                  <a:pt x="3789276" y="83546"/>
                  <a:pt x="3785520" y="85379"/>
                </a:cubicBezTo>
                <a:cubicBezTo>
                  <a:pt x="3781765" y="87212"/>
                  <a:pt x="3778679" y="89895"/>
                  <a:pt x="3776265" y="93427"/>
                </a:cubicBezTo>
                <a:cubicBezTo>
                  <a:pt x="3773850" y="96959"/>
                  <a:pt x="3772040" y="101207"/>
                  <a:pt x="3770832" y="106170"/>
                </a:cubicBezTo>
                <a:cubicBezTo>
                  <a:pt x="3769625" y="111133"/>
                  <a:pt x="3769021" y="116789"/>
                  <a:pt x="3769021" y="123139"/>
                </a:cubicBezTo>
                <a:cubicBezTo>
                  <a:pt x="3769021" y="129041"/>
                  <a:pt x="3769513" y="134473"/>
                  <a:pt x="3770497" y="139436"/>
                </a:cubicBezTo>
                <a:cubicBezTo>
                  <a:pt x="3771481" y="144399"/>
                  <a:pt x="3773068" y="148714"/>
                  <a:pt x="3775259" y="152381"/>
                </a:cubicBezTo>
                <a:cubicBezTo>
                  <a:pt x="3777450" y="156047"/>
                  <a:pt x="3780423" y="158886"/>
                  <a:pt x="3784179" y="160898"/>
                </a:cubicBezTo>
                <a:cubicBezTo>
                  <a:pt x="3787935" y="162910"/>
                  <a:pt x="3792585" y="163916"/>
                  <a:pt x="3798129" y="163916"/>
                </a:cubicBezTo>
                <a:cubicBezTo>
                  <a:pt x="3803227" y="163916"/>
                  <a:pt x="3807653" y="163000"/>
                  <a:pt x="3811409" y="161167"/>
                </a:cubicBezTo>
                <a:cubicBezTo>
                  <a:pt x="3815165" y="159333"/>
                  <a:pt x="3818250" y="156673"/>
                  <a:pt x="3820665" y="153185"/>
                </a:cubicBezTo>
                <a:cubicBezTo>
                  <a:pt x="3823079" y="149698"/>
                  <a:pt x="3824868" y="145473"/>
                  <a:pt x="3826030" y="140509"/>
                </a:cubicBezTo>
                <a:cubicBezTo>
                  <a:pt x="3827193" y="135546"/>
                  <a:pt x="3827774" y="129890"/>
                  <a:pt x="3827774" y="123541"/>
                </a:cubicBezTo>
                <a:close/>
                <a:moveTo>
                  <a:pt x="3964135" y="74581"/>
                </a:moveTo>
                <a:cubicBezTo>
                  <a:pt x="3964135" y="77800"/>
                  <a:pt x="3964046" y="80438"/>
                  <a:pt x="3963867" y="82495"/>
                </a:cubicBezTo>
                <a:cubicBezTo>
                  <a:pt x="3963688" y="84552"/>
                  <a:pt x="3963420" y="86161"/>
                  <a:pt x="3963062" y="87324"/>
                </a:cubicBezTo>
                <a:cubicBezTo>
                  <a:pt x="3962704" y="88486"/>
                  <a:pt x="3962235" y="89291"/>
                  <a:pt x="3961654" y="89738"/>
                </a:cubicBezTo>
                <a:cubicBezTo>
                  <a:pt x="3961072" y="90185"/>
                  <a:pt x="3960335" y="90409"/>
                  <a:pt x="3959440" y="90409"/>
                </a:cubicBezTo>
                <a:cubicBezTo>
                  <a:pt x="3958725" y="90409"/>
                  <a:pt x="3957920" y="90252"/>
                  <a:pt x="3957026" y="89939"/>
                </a:cubicBezTo>
                <a:cubicBezTo>
                  <a:pt x="3956132" y="89626"/>
                  <a:pt x="3955126" y="89291"/>
                  <a:pt x="3954008" y="88933"/>
                </a:cubicBezTo>
                <a:cubicBezTo>
                  <a:pt x="3952890" y="88576"/>
                  <a:pt x="3951660" y="88240"/>
                  <a:pt x="3950319" y="87927"/>
                </a:cubicBezTo>
                <a:cubicBezTo>
                  <a:pt x="3948978" y="87614"/>
                  <a:pt x="3947502" y="87458"/>
                  <a:pt x="3945893" y="87458"/>
                </a:cubicBezTo>
                <a:cubicBezTo>
                  <a:pt x="3944015" y="87458"/>
                  <a:pt x="3942137" y="87841"/>
                  <a:pt x="3940259" y="88606"/>
                </a:cubicBezTo>
                <a:cubicBezTo>
                  <a:pt x="3938381" y="89369"/>
                  <a:pt x="3936436" y="90561"/>
                  <a:pt x="3934424" y="92182"/>
                </a:cubicBezTo>
                <a:cubicBezTo>
                  <a:pt x="3932412" y="93803"/>
                  <a:pt x="3930310" y="95963"/>
                  <a:pt x="3928119" y="98663"/>
                </a:cubicBezTo>
                <a:cubicBezTo>
                  <a:pt x="3925928" y="101362"/>
                  <a:pt x="3923581" y="104692"/>
                  <a:pt x="3921077" y="108652"/>
                </a:cubicBezTo>
                <a:lnTo>
                  <a:pt x="3921077" y="183232"/>
                </a:lnTo>
                <a:cubicBezTo>
                  <a:pt x="3921077" y="184127"/>
                  <a:pt x="3920809" y="184909"/>
                  <a:pt x="3920272" y="185580"/>
                </a:cubicBezTo>
                <a:cubicBezTo>
                  <a:pt x="3919736" y="186250"/>
                  <a:pt x="3918819" y="186809"/>
                  <a:pt x="3917522" y="187256"/>
                </a:cubicBezTo>
                <a:cubicBezTo>
                  <a:pt x="3916226" y="187704"/>
                  <a:pt x="3914504" y="188039"/>
                  <a:pt x="3912358" y="188262"/>
                </a:cubicBezTo>
                <a:cubicBezTo>
                  <a:pt x="3910212" y="188486"/>
                  <a:pt x="3907484" y="188598"/>
                  <a:pt x="3904176" y="188598"/>
                </a:cubicBezTo>
                <a:cubicBezTo>
                  <a:pt x="3900867" y="188598"/>
                  <a:pt x="3898139" y="188486"/>
                  <a:pt x="3895993" y="188262"/>
                </a:cubicBezTo>
                <a:cubicBezTo>
                  <a:pt x="3893847" y="188039"/>
                  <a:pt x="3892126" y="187704"/>
                  <a:pt x="3890829" y="187256"/>
                </a:cubicBezTo>
                <a:cubicBezTo>
                  <a:pt x="3889532" y="186809"/>
                  <a:pt x="3888616" y="186250"/>
                  <a:pt x="3888079" y="185580"/>
                </a:cubicBezTo>
                <a:cubicBezTo>
                  <a:pt x="3887543" y="184909"/>
                  <a:pt x="3887274" y="184127"/>
                  <a:pt x="3887274" y="183232"/>
                </a:cubicBezTo>
                <a:lnTo>
                  <a:pt x="3887274" y="63581"/>
                </a:lnTo>
                <a:cubicBezTo>
                  <a:pt x="3887274" y="62687"/>
                  <a:pt x="3887498" y="61905"/>
                  <a:pt x="3887945" y="61234"/>
                </a:cubicBezTo>
                <a:cubicBezTo>
                  <a:pt x="3888392" y="60563"/>
                  <a:pt x="3889197" y="60004"/>
                  <a:pt x="3890359" y="59557"/>
                </a:cubicBezTo>
                <a:cubicBezTo>
                  <a:pt x="3891522" y="59110"/>
                  <a:pt x="3893020" y="58775"/>
                  <a:pt x="3894853" y="58551"/>
                </a:cubicBezTo>
                <a:cubicBezTo>
                  <a:pt x="3896686" y="58328"/>
                  <a:pt x="3898989" y="58216"/>
                  <a:pt x="3901761" y="58216"/>
                </a:cubicBezTo>
                <a:cubicBezTo>
                  <a:pt x="3904623" y="58216"/>
                  <a:pt x="3906993" y="58328"/>
                  <a:pt x="3908870" y="58551"/>
                </a:cubicBezTo>
                <a:cubicBezTo>
                  <a:pt x="3910748" y="58775"/>
                  <a:pt x="3912202" y="59110"/>
                  <a:pt x="3913230" y="59557"/>
                </a:cubicBezTo>
                <a:cubicBezTo>
                  <a:pt x="3914258" y="60004"/>
                  <a:pt x="3914996" y="60563"/>
                  <a:pt x="3915443" y="61234"/>
                </a:cubicBezTo>
                <a:cubicBezTo>
                  <a:pt x="3915890" y="61905"/>
                  <a:pt x="3916114" y="62687"/>
                  <a:pt x="3916114" y="63581"/>
                </a:cubicBezTo>
                <a:lnTo>
                  <a:pt x="3916114" y="78471"/>
                </a:lnTo>
                <a:cubicBezTo>
                  <a:pt x="3919244" y="73971"/>
                  <a:pt x="3922195" y="70260"/>
                  <a:pt x="3924967" y="67337"/>
                </a:cubicBezTo>
                <a:cubicBezTo>
                  <a:pt x="3927739" y="64414"/>
                  <a:pt x="3930377" y="62099"/>
                  <a:pt x="3932881" y="60391"/>
                </a:cubicBezTo>
                <a:cubicBezTo>
                  <a:pt x="3935385" y="58681"/>
                  <a:pt x="3937889" y="57489"/>
                  <a:pt x="3940393" y="56816"/>
                </a:cubicBezTo>
                <a:cubicBezTo>
                  <a:pt x="3942897" y="56139"/>
                  <a:pt x="3945401" y="55801"/>
                  <a:pt x="3947905" y="55801"/>
                </a:cubicBezTo>
                <a:cubicBezTo>
                  <a:pt x="3949067" y="55801"/>
                  <a:pt x="3950319" y="55868"/>
                  <a:pt x="3951660" y="56003"/>
                </a:cubicBezTo>
                <a:cubicBezTo>
                  <a:pt x="3953002" y="56137"/>
                  <a:pt x="3954388" y="56360"/>
                  <a:pt x="3955819" y="56673"/>
                </a:cubicBezTo>
                <a:cubicBezTo>
                  <a:pt x="3957250" y="56986"/>
                  <a:pt x="3958501" y="57344"/>
                  <a:pt x="3959575" y="57746"/>
                </a:cubicBezTo>
                <a:cubicBezTo>
                  <a:pt x="3960648" y="58149"/>
                  <a:pt x="3961430" y="58574"/>
                  <a:pt x="3961922" y="59021"/>
                </a:cubicBezTo>
                <a:cubicBezTo>
                  <a:pt x="3962414" y="59468"/>
                  <a:pt x="3962772" y="59960"/>
                  <a:pt x="3962995" y="60496"/>
                </a:cubicBezTo>
                <a:cubicBezTo>
                  <a:pt x="3963219" y="61033"/>
                  <a:pt x="3963420" y="61770"/>
                  <a:pt x="3963599" y="62709"/>
                </a:cubicBezTo>
                <a:cubicBezTo>
                  <a:pt x="3963778" y="63648"/>
                  <a:pt x="3963912" y="65057"/>
                  <a:pt x="3964001" y="66935"/>
                </a:cubicBezTo>
                <a:cubicBezTo>
                  <a:pt x="3964091" y="68813"/>
                  <a:pt x="3964135" y="71361"/>
                  <a:pt x="3964135" y="74581"/>
                </a:cubicBezTo>
                <a:close/>
                <a:moveTo>
                  <a:pt x="4177546" y="183237"/>
                </a:moveTo>
                <a:cubicBezTo>
                  <a:pt x="4177546" y="184220"/>
                  <a:pt x="4177367" y="185047"/>
                  <a:pt x="4177010" y="185718"/>
                </a:cubicBezTo>
                <a:cubicBezTo>
                  <a:pt x="4176652" y="186386"/>
                  <a:pt x="4175802" y="186943"/>
                  <a:pt x="4174461" y="187391"/>
                </a:cubicBezTo>
                <a:cubicBezTo>
                  <a:pt x="4173120" y="187838"/>
                  <a:pt x="4171152" y="188151"/>
                  <a:pt x="4168559" y="188330"/>
                </a:cubicBezTo>
                <a:cubicBezTo>
                  <a:pt x="4165965" y="188508"/>
                  <a:pt x="4162433" y="188598"/>
                  <a:pt x="4157962" y="188598"/>
                </a:cubicBezTo>
                <a:cubicBezTo>
                  <a:pt x="4154206" y="188598"/>
                  <a:pt x="4151210" y="188508"/>
                  <a:pt x="4148975" y="188330"/>
                </a:cubicBezTo>
                <a:cubicBezTo>
                  <a:pt x="4146739" y="188151"/>
                  <a:pt x="4144973" y="187817"/>
                  <a:pt x="4143676" y="187328"/>
                </a:cubicBezTo>
                <a:cubicBezTo>
                  <a:pt x="4142380" y="186836"/>
                  <a:pt x="4141463" y="186211"/>
                  <a:pt x="4140926" y="185454"/>
                </a:cubicBezTo>
                <a:cubicBezTo>
                  <a:pt x="4140390" y="184694"/>
                  <a:pt x="4139943" y="183779"/>
                  <a:pt x="4139585" y="182708"/>
                </a:cubicBezTo>
                <a:lnTo>
                  <a:pt x="4124025" y="144014"/>
                </a:lnTo>
                <a:cubicBezTo>
                  <a:pt x="4122147" y="139640"/>
                  <a:pt x="4120314" y="135757"/>
                  <a:pt x="4118525" y="132365"/>
                </a:cubicBezTo>
                <a:cubicBezTo>
                  <a:pt x="4116737" y="128972"/>
                  <a:pt x="4114747" y="126138"/>
                  <a:pt x="4112556" y="123864"/>
                </a:cubicBezTo>
                <a:cubicBezTo>
                  <a:pt x="4110365" y="121586"/>
                  <a:pt x="4107839" y="119868"/>
                  <a:pt x="4104977" y="118708"/>
                </a:cubicBezTo>
                <a:cubicBezTo>
                  <a:pt x="4102116" y="117548"/>
                  <a:pt x="4098807" y="116968"/>
                  <a:pt x="4095051" y="116968"/>
                </a:cubicBezTo>
                <a:lnTo>
                  <a:pt x="4084052" y="116968"/>
                </a:lnTo>
                <a:lnTo>
                  <a:pt x="4084052" y="182977"/>
                </a:lnTo>
                <a:cubicBezTo>
                  <a:pt x="4084052" y="183868"/>
                  <a:pt x="4083761" y="184672"/>
                  <a:pt x="4083180" y="185387"/>
                </a:cubicBezTo>
                <a:cubicBezTo>
                  <a:pt x="4082599" y="186100"/>
                  <a:pt x="4081637" y="186679"/>
                  <a:pt x="4080296" y="187127"/>
                </a:cubicBezTo>
                <a:cubicBezTo>
                  <a:pt x="4078955" y="187571"/>
                  <a:pt x="4077166" y="187927"/>
                  <a:pt x="4074931" y="188195"/>
                </a:cubicBezTo>
                <a:cubicBezTo>
                  <a:pt x="4072695" y="188464"/>
                  <a:pt x="4069833" y="188598"/>
                  <a:pt x="4066346" y="188598"/>
                </a:cubicBezTo>
                <a:cubicBezTo>
                  <a:pt x="4062948" y="188598"/>
                  <a:pt x="4060108" y="188464"/>
                  <a:pt x="4057828" y="188195"/>
                </a:cubicBezTo>
                <a:cubicBezTo>
                  <a:pt x="4055548" y="187927"/>
                  <a:pt x="4053737" y="187569"/>
                  <a:pt x="4052395" y="187122"/>
                </a:cubicBezTo>
                <a:cubicBezTo>
                  <a:pt x="4051054" y="186675"/>
                  <a:pt x="4050115" y="186094"/>
                  <a:pt x="4049579" y="185379"/>
                </a:cubicBezTo>
                <a:cubicBezTo>
                  <a:pt x="4049042" y="184663"/>
                  <a:pt x="4048774" y="183858"/>
                  <a:pt x="4048774" y="182964"/>
                </a:cubicBezTo>
                <a:lnTo>
                  <a:pt x="4048774" y="25352"/>
                </a:lnTo>
                <a:cubicBezTo>
                  <a:pt x="4048774" y="21417"/>
                  <a:pt x="4049780" y="18578"/>
                  <a:pt x="4051792" y="16834"/>
                </a:cubicBezTo>
                <a:cubicBezTo>
                  <a:pt x="4053804" y="15091"/>
                  <a:pt x="4056285" y="14219"/>
                  <a:pt x="4059236" y="14219"/>
                </a:cubicBezTo>
                <a:lnTo>
                  <a:pt x="4104173" y="14219"/>
                </a:lnTo>
                <a:cubicBezTo>
                  <a:pt x="4108733" y="14219"/>
                  <a:pt x="4112489" y="14308"/>
                  <a:pt x="4115440" y="14487"/>
                </a:cubicBezTo>
                <a:cubicBezTo>
                  <a:pt x="4118391" y="14666"/>
                  <a:pt x="4121074" y="14889"/>
                  <a:pt x="4123488" y="15158"/>
                </a:cubicBezTo>
                <a:cubicBezTo>
                  <a:pt x="4130464" y="16144"/>
                  <a:pt x="4136746" y="17846"/>
                  <a:pt x="4142335" y="20263"/>
                </a:cubicBezTo>
                <a:cubicBezTo>
                  <a:pt x="4147924" y="22678"/>
                  <a:pt x="4152663" y="25833"/>
                  <a:pt x="4156553" y="29728"/>
                </a:cubicBezTo>
                <a:cubicBezTo>
                  <a:pt x="4160443" y="33621"/>
                  <a:pt x="4163417" y="38231"/>
                  <a:pt x="4165474" y="43557"/>
                </a:cubicBezTo>
                <a:cubicBezTo>
                  <a:pt x="4167530" y="48881"/>
                  <a:pt x="4168559" y="54988"/>
                  <a:pt x="4168559" y="61879"/>
                </a:cubicBezTo>
                <a:cubicBezTo>
                  <a:pt x="4168559" y="67698"/>
                  <a:pt x="4167821" y="73002"/>
                  <a:pt x="4166346" y="77792"/>
                </a:cubicBezTo>
                <a:cubicBezTo>
                  <a:pt x="4164870" y="82579"/>
                  <a:pt x="4162701" y="86853"/>
                  <a:pt x="4159840" y="90614"/>
                </a:cubicBezTo>
                <a:cubicBezTo>
                  <a:pt x="4156978" y="94373"/>
                  <a:pt x="4153446" y="97640"/>
                  <a:pt x="4149243" y="100415"/>
                </a:cubicBezTo>
                <a:cubicBezTo>
                  <a:pt x="4145040" y="103187"/>
                  <a:pt x="4140256" y="105424"/>
                  <a:pt x="4134890" y="107126"/>
                </a:cubicBezTo>
                <a:cubicBezTo>
                  <a:pt x="4137484" y="108378"/>
                  <a:pt x="4139920" y="109897"/>
                  <a:pt x="4142201" y="111682"/>
                </a:cubicBezTo>
                <a:cubicBezTo>
                  <a:pt x="4144481" y="113468"/>
                  <a:pt x="4146627" y="115634"/>
                  <a:pt x="4148639" y="118180"/>
                </a:cubicBezTo>
                <a:cubicBezTo>
                  <a:pt x="4150651" y="120725"/>
                  <a:pt x="4152552" y="123629"/>
                  <a:pt x="4154340" y="126890"/>
                </a:cubicBezTo>
                <a:cubicBezTo>
                  <a:pt x="4156129" y="130151"/>
                  <a:pt x="4157872" y="133836"/>
                  <a:pt x="4159572" y="137944"/>
                </a:cubicBezTo>
                <a:lnTo>
                  <a:pt x="4174193" y="172116"/>
                </a:lnTo>
                <a:cubicBezTo>
                  <a:pt x="4175534" y="175511"/>
                  <a:pt x="4176428" y="177991"/>
                  <a:pt x="4176875" y="179556"/>
                </a:cubicBezTo>
                <a:cubicBezTo>
                  <a:pt x="4177322" y="181118"/>
                  <a:pt x="4177546" y="182345"/>
                  <a:pt x="4177546" y="183237"/>
                </a:cubicBezTo>
                <a:moveTo>
                  <a:pt x="4132073" y="65526"/>
                </a:moveTo>
                <a:cubicBezTo>
                  <a:pt x="4132073" y="59820"/>
                  <a:pt x="4130777" y="55005"/>
                  <a:pt x="4128183" y="51081"/>
                </a:cubicBezTo>
                <a:cubicBezTo>
                  <a:pt x="4125590" y="47155"/>
                  <a:pt x="4121342" y="44390"/>
                  <a:pt x="4115440" y="42786"/>
                </a:cubicBezTo>
                <a:cubicBezTo>
                  <a:pt x="4113652" y="42339"/>
                  <a:pt x="4111617" y="41982"/>
                  <a:pt x="4109337" y="41717"/>
                </a:cubicBezTo>
                <a:cubicBezTo>
                  <a:pt x="4107057" y="41449"/>
                  <a:pt x="4103904" y="41314"/>
                  <a:pt x="4099880" y="41314"/>
                </a:cubicBezTo>
                <a:lnTo>
                  <a:pt x="4084052" y="41314"/>
                </a:lnTo>
                <a:lnTo>
                  <a:pt x="4084052" y="90409"/>
                </a:lnTo>
                <a:lnTo>
                  <a:pt x="4102026" y="90409"/>
                </a:lnTo>
                <a:cubicBezTo>
                  <a:pt x="4107034" y="90409"/>
                  <a:pt x="4111416" y="89807"/>
                  <a:pt x="4115172" y="88602"/>
                </a:cubicBezTo>
                <a:cubicBezTo>
                  <a:pt x="4118928" y="87398"/>
                  <a:pt x="4122058" y="85704"/>
                  <a:pt x="4124562" y="83522"/>
                </a:cubicBezTo>
                <a:cubicBezTo>
                  <a:pt x="4127066" y="81336"/>
                  <a:pt x="4128943" y="78728"/>
                  <a:pt x="4130195" y="75696"/>
                </a:cubicBezTo>
                <a:cubicBezTo>
                  <a:pt x="4131447" y="72664"/>
                  <a:pt x="4132073" y="69274"/>
                  <a:pt x="4132073" y="65526"/>
                </a:cubicBezTo>
                <a:close/>
                <a:moveTo>
                  <a:pt x="4298273" y="183631"/>
                </a:moveTo>
                <a:cubicBezTo>
                  <a:pt x="4298273" y="184882"/>
                  <a:pt x="4297826" y="185868"/>
                  <a:pt x="4296931" y="186586"/>
                </a:cubicBezTo>
                <a:cubicBezTo>
                  <a:pt x="4296037" y="187301"/>
                  <a:pt x="4294629" y="187815"/>
                  <a:pt x="4292706" y="188128"/>
                </a:cubicBezTo>
                <a:cubicBezTo>
                  <a:pt x="4290783" y="188441"/>
                  <a:pt x="4287944" y="188598"/>
                  <a:pt x="4284188" y="188598"/>
                </a:cubicBezTo>
                <a:cubicBezTo>
                  <a:pt x="4280164" y="188598"/>
                  <a:pt x="4277236" y="188441"/>
                  <a:pt x="4275402" y="188128"/>
                </a:cubicBezTo>
                <a:cubicBezTo>
                  <a:pt x="4273569" y="187815"/>
                  <a:pt x="4272272" y="187301"/>
                  <a:pt x="4271512" y="186586"/>
                </a:cubicBezTo>
                <a:cubicBezTo>
                  <a:pt x="4270752" y="185870"/>
                  <a:pt x="4270372" y="184887"/>
                  <a:pt x="4270372" y="183635"/>
                </a:cubicBezTo>
                <a:lnTo>
                  <a:pt x="4270372" y="174111"/>
                </a:lnTo>
                <a:cubicBezTo>
                  <a:pt x="4265454" y="179387"/>
                  <a:pt x="4259842" y="183523"/>
                  <a:pt x="4253538" y="186519"/>
                </a:cubicBezTo>
                <a:cubicBezTo>
                  <a:pt x="4247233" y="189514"/>
                  <a:pt x="4240236" y="191012"/>
                  <a:pt x="4232545" y="191012"/>
                </a:cubicBezTo>
                <a:cubicBezTo>
                  <a:pt x="4226196" y="191012"/>
                  <a:pt x="4220361" y="190182"/>
                  <a:pt x="4215040" y="188522"/>
                </a:cubicBezTo>
                <a:cubicBezTo>
                  <a:pt x="4209719" y="186862"/>
                  <a:pt x="4205114" y="184395"/>
                  <a:pt x="4201224" y="181120"/>
                </a:cubicBezTo>
                <a:cubicBezTo>
                  <a:pt x="4197334" y="177844"/>
                  <a:pt x="4194316" y="173785"/>
                  <a:pt x="4192170" y="168942"/>
                </a:cubicBezTo>
                <a:cubicBezTo>
                  <a:pt x="4190024" y="164097"/>
                  <a:pt x="4188950" y="158443"/>
                  <a:pt x="4188950" y="151982"/>
                </a:cubicBezTo>
                <a:cubicBezTo>
                  <a:pt x="4188950" y="144982"/>
                  <a:pt x="4190314" y="138903"/>
                  <a:pt x="4193042" y="133744"/>
                </a:cubicBezTo>
                <a:cubicBezTo>
                  <a:pt x="4195769" y="128585"/>
                  <a:pt x="4199838" y="124323"/>
                  <a:pt x="4205248" y="120959"/>
                </a:cubicBezTo>
                <a:cubicBezTo>
                  <a:pt x="4210658" y="117594"/>
                  <a:pt x="4217388" y="115104"/>
                  <a:pt x="4225436" y="113489"/>
                </a:cubicBezTo>
                <a:cubicBezTo>
                  <a:pt x="4233484" y="111874"/>
                  <a:pt x="4242829" y="111066"/>
                  <a:pt x="4253471" y="111066"/>
                </a:cubicBezTo>
                <a:lnTo>
                  <a:pt x="4265141" y="111066"/>
                </a:lnTo>
                <a:lnTo>
                  <a:pt x="4265141" y="103856"/>
                </a:lnTo>
                <a:cubicBezTo>
                  <a:pt x="4265141" y="100117"/>
                  <a:pt x="4264761" y="96846"/>
                  <a:pt x="4264001" y="94043"/>
                </a:cubicBezTo>
                <a:cubicBezTo>
                  <a:pt x="4263240" y="91237"/>
                  <a:pt x="4261989" y="88900"/>
                  <a:pt x="4260245" y="87030"/>
                </a:cubicBezTo>
                <a:cubicBezTo>
                  <a:pt x="4258501" y="85161"/>
                  <a:pt x="4256176" y="83782"/>
                  <a:pt x="4253270" y="82893"/>
                </a:cubicBezTo>
                <a:cubicBezTo>
                  <a:pt x="4250363" y="82002"/>
                  <a:pt x="4246764" y="81556"/>
                  <a:pt x="4242471" y="81556"/>
                </a:cubicBezTo>
                <a:cubicBezTo>
                  <a:pt x="4236838" y="81556"/>
                  <a:pt x="4231808" y="82182"/>
                  <a:pt x="4227381" y="83434"/>
                </a:cubicBezTo>
                <a:cubicBezTo>
                  <a:pt x="4222954" y="84686"/>
                  <a:pt x="4219042" y="86072"/>
                  <a:pt x="4215644" y="87592"/>
                </a:cubicBezTo>
                <a:cubicBezTo>
                  <a:pt x="4212246" y="89112"/>
                  <a:pt x="4209406" y="90498"/>
                  <a:pt x="4207126" y="91750"/>
                </a:cubicBezTo>
                <a:cubicBezTo>
                  <a:pt x="4204846" y="93002"/>
                  <a:pt x="4202990" y="93628"/>
                  <a:pt x="4201559" y="93628"/>
                </a:cubicBezTo>
                <a:cubicBezTo>
                  <a:pt x="4200576" y="93628"/>
                  <a:pt x="4199704" y="93314"/>
                  <a:pt x="4198944" y="92685"/>
                </a:cubicBezTo>
                <a:cubicBezTo>
                  <a:pt x="4198184" y="92056"/>
                  <a:pt x="4197558" y="91158"/>
                  <a:pt x="4197066" y="89990"/>
                </a:cubicBezTo>
                <a:cubicBezTo>
                  <a:pt x="4196574" y="88822"/>
                  <a:pt x="4196194" y="87384"/>
                  <a:pt x="4195926" y="85676"/>
                </a:cubicBezTo>
                <a:cubicBezTo>
                  <a:pt x="4195657" y="83966"/>
                  <a:pt x="4195523" y="82078"/>
                  <a:pt x="4195523" y="80013"/>
                </a:cubicBezTo>
                <a:cubicBezTo>
                  <a:pt x="4195523" y="77227"/>
                  <a:pt x="4195747" y="75025"/>
                  <a:pt x="4196194" y="73407"/>
                </a:cubicBezTo>
                <a:cubicBezTo>
                  <a:pt x="4196641" y="71789"/>
                  <a:pt x="4197491" y="70329"/>
                  <a:pt x="4198743" y="69027"/>
                </a:cubicBezTo>
                <a:cubicBezTo>
                  <a:pt x="4199994" y="67721"/>
                  <a:pt x="4202185" y="66286"/>
                  <a:pt x="4205315" y="64722"/>
                </a:cubicBezTo>
                <a:cubicBezTo>
                  <a:pt x="4208445" y="63157"/>
                  <a:pt x="4212112" y="61703"/>
                  <a:pt x="4216315" y="60362"/>
                </a:cubicBezTo>
                <a:cubicBezTo>
                  <a:pt x="4220518" y="59021"/>
                  <a:pt x="4225101" y="57925"/>
                  <a:pt x="4230064" y="57076"/>
                </a:cubicBezTo>
                <a:cubicBezTo>
                  <a:pt x="4235027" y="56226"/>
                  <a:pt x="4240146" y="55801"/>
                  <a:pt x="4245423" y="55801"/>
                </a:cubicBezTo>
                <a:cubicBezTo>
                  <a:pt x="4254812" y="55801"/>
                  <a:pt x="4262838" y="56719"/>
                  <a:pt x="4269500" y="58555"/>
                </a:cubicBezTo>
                <a:cubicBezTo>
                  <a:pt x="4276162" y="60389"/>
                  <a:pt x="4281640" y="63208"/>
                  <a:pt x="4285932" y="67014"/>
                </a:cubicBezTo>
                <a:cubicBezTo>
                  <a:pt x="4290225" y="70818"/>
                  <a:pt x="4293354" y="75718"/>
                  <a:pt x="4295322" y="81715"/>
                </a:cubicBezTo>
                <a:cubicBezTo>
                  <a:pt x="4297289" y="87712"/>
                  <a:pt x="4298273" y="94828"/>
                  <a:pt x="4298273" y="103064"/>
                </a:cubicBezTo>
                <a:lnTo>
                  <a:pt x="4298273" y="183631"/>
                </a:lnTo>
                <a:moveTo>
                  <a:pt x="4265141" y="132260"/>
                </a:moveTo>
                <a:lnTo>
                  <a:pt x="4252264" y="132260"/>
                </a:lnTo>
                <a:cubicBezTo>
                  <a:pt x="4246809" y="132260"/>
                  <a:pt x="4242158" y="132665"/>
                  <a:pt x="4238313" y="133476"/>
                </a:cubicBezTo>
                <a:cubicBezTo>
                  <a:pt x="4234468" y="134286"/>
                  <a:pt x="4231338" y="135503"/>
                  <a:pt x="4228924" y="137127"/>
                </a:cubicBezTo>
                <a:cubicBezTo>
                  <a:pt x="4226509" y="138747"/>
                  <a:pt x="4224743" y="140708"/>
                  <a:pt x="4223625" y="143008"/>
                </a:cubicBezTo>
                <a:cubicBezTo>
                  <a:pt x="4222507" y="145305"/>
                  <a:pt x="4221948" y="147940"/>
                  <a:pt x="4221948" y="150913"/>
                </a:cubicBezTo>
                <a:cubicBezTo>
                  <a:pt x="4221948" y="155960"/>
                  <a:pt x="4223536" y="159926"/>
                  <a:pt x="4226710" y="162810"/>
                </a:cubicBezTo>
                <a:cubicBezTo>
                  <a:pt x="4229885" y="165694"/>
                  <a:pt x="4234289" y="167136"/>
                  <a:pt x="4239923" y="167136"/>
                </a:cubicBezTo>
                <a:cubicBezTo>
                  <a:pt x="4244662" y="167136"/>
                  <a:pt x="4249022" y="165920"/>
                  <a:pt x="4253001" y="163489"/>
                </a:cubicBezTo>
                <a:cubicBezTo>
                  <a:pt x="4256981" y="161055"/>
                  <a:pt x="4261027" y="157495"/>
                  <a:pt x="4265141" y="152808"/>
                </a:cubicBezTo>
                <a:lnTo>
                  <a:pt x="4265141" y="132260"/>
                </a:lnTo>
                <a:close/>
                <a:moveTo>
                  <a:pt x="4438471" y="63447"/>
                </a:moveTo>
                <a:cubicBezTo>
                  <a:pt x="4438471" y="63894"/>
                  <a:pt x="4438449" y="64431"/>
                  <a:pt x="4438404" y="65057"/>
                </a:cubicBezTo>
                <a:cubicBezTo>
                  <a:pt x="4438359" y="65683"/>
                  <a:pt x="4438270" y="66376"/>
                  <a:pt x="4438136" y="67136"/>
                </a:cubicBezTo>
                <a:cubicBezTo>
                  <a:pt x="4438001" y="67896"/>
                  <a:pt x="4437823" y="68768"/>
                  <a:pt x="4437599" y="69752"/>
                </a:cubicBezTo>
                <a:cubicBezTo>
                  <a:pt x="4437375" y="70735"/>
                  <a:pt x="4437085" y="71853"/>
                  <a:pt x="4436727" y="73105"/>
                </a:cubicBezTo>
                <a:lnTo>
                  <a:pt x="4400778" y="181354"/>
                </a:lnTo>
                <a:cubicBezTo>
                  <a:pt x="4400331" y="182875"/>
                  <a:pt x="4399727" y="184104"/>
                  <a:pt x="4398967" y="185043"/>
                </a:cubicBezTo>
                <a:cubicBezTo>
                  <a:pt x="4398207" y="185982"/>
                  <a:pt x="4396955" y="186720"/>
                  <a:pt x="4395211" y="187256"/>
                </a:cubicBezTo>
                <a:cubicBezTo>
                  <a:pt x="4393468" y="187793"/>
                  <a:pt x="4391098" y="188151"/>
                  <a:pt x="4388102" y="188330"/>
                </a:cubicBezTo>
                <a:cubicBezTo>
                  <a:pt x="4385106" y="188508"/>
                  <a:pt x="4381194" y="188598"/>
                  <a:pt x="4376365" y="188598"/>
                </a:cubicBezTo>
                <a:cubicBezTo>
                  <a:pt x="4371626" y="188598"/>
                  <a:pt x="4367758" y="188486"/>
                  <a:pt x="4364762" y="188262"/>
                </a:cubicBezTo>
                <a:cubicBezTo>
                  <a:pt x="4361766" y="188039"/>
                  <a:pt x="4359419" y="187659"/>
                  <a:pt x="4357720" y="187122"/>
                </a:cubicBezTo>
                <a:cubicBezTo>
                  <a:pt x="4356021" y="186586"/>
                  <a:pt x="4354791" y="185848"/>
                  <a:pt x="4354031" y="184909"/>
                </a:cubicBezTo>
                <a:cubicBezTo>
                  <a:pt x="4353271" y="183970"/>
                  <a:pt x="4352667" y="182785"/>
                  <a:pt x="4352220" y="181354"/>
                </a:cubicBezTo>
                <a:lnTo>
                  <a:pt x="4316271" y="73105"/>
                </a:lnTo>
                <a:cubicBezTo>
                  <a:pt x="4315735" y="71317"/>
                  <a:pt x="4315310" y="69707"/>
                  <a:pt x="4314997" y="68276"/>
                </a:cubicBezTo>
                <a:cubicBezTo>
                  <a:pt x="4314684" y="66845"/>
                  <a:pt x="4314505" y="65817"/>
                  <a:pt x="4314460" y="65191"/>
                </a:cubicBezTo>
                <a:cubicBezTo>
                  <a:pt x="4314416" y="64565"/>
                  <a:pt x="4314393" y="63984"/>
                  <a:pt x="4314393" y="63447"/>
                </a:cubicBezTo>
                <a:cubicBezTo>
                  <a:pt x="4314393" y="62553"/>
                  <a:pt x="4314639" y="61770"/>
                  <a:pt x="4315131" y="61100"/>
                </a:cubicBezTo>
                <a:cubicBezTo>
                  <a:pt x="4315623" y="60429"/>
                  <a:pt x="4316495" y="59870"/>
                  <a:pt x="4317747" y="59423"/>
                </a:cubicBezTo>
                <a:cubicBezTo>
                  <a:pt x="4318999" y="58976"/>
                  <a:pt x="4320720" y="58663"/>
                  <a:pt x="4322911" y="58484"/>
                </a:cubicBezTo>
                <a:cubicBezTo>
                  <a:pt x="4325102" y="58305"/>
                  <a:pt x="4327852" y="58216"/>
                  <a:pt x="4331161" y="58216"/>
                </a:cubicBezTo>
                <a:cubicBezTo>
                  <a:pt x="4334827" y="58216"/>
                  <a:pt x="4337778" y="58328"/>
                  <a:pt x="4340014" y="58551"/>
                </a:cubicBezTo>
                <a:cubicBezTo>
                  <a:pt x="4342249" y="58775"/>
                  <a:pt x="4344015" y="59088"/>
                  <a:pt x="4345312" y="59490"/>
                </a:cubicBezTo>
                <a:cubicBezTo>
                  <a:pt x="4346609" y="59893"/>
                  <a:pt x="4347525" y="60474"/>
                  <a:pt x="4348062" y="61234"/>
                </a:cubicBezTo>
                <a:cubicBezTo>
                  <a:pt x="4348599" y="61994"/>
                  <a:pt x="4349046" y="62911"/>
                  <a:pt x="4349403" y="63984"/>
                </a:cubicBezTo>
                <a:lnTo>
                  <a:pt x="4376633" y="151844"/>
                </a:lnTo>
                <a:lnTo>
                  <a:pt x="4377438" y="155198"/>
                </a:lnTo>
                <a:lnTo>
                  <a:pt x="4378243" y="151844"/>
                </a:lnTo>
                <a:lnTo>
                  <a:pt x="4405071" y="63984"/>
                </a:lnTo>
                <a:cubicBezTo>
                  <a:pt x="4405339" y="62911"/>
                  <a:pt x="4405764" y="61994"/>
                  <a:pt x="4406345" y="61234"/>
                </a:cubicBezTo>
                <a:cubicBezTo>
                  <a:pt x="4406926" y="60474"/>
                  <a:pt x="4407843" y="59893"/>
                  <a:pt x="4409095" y="59490"/>
                </a:cubicBezTo>
                <a:cubicBezTo>
                  <a:pt x="4410347" y="59088"/>
                  <a:pt x="4412023" y="58775"/>
                  <a:pt x="4414125" y="58551"/>
                </a:cubicBezTo>
                <a:cubicBezTo>
                  <a:pt x="4416226" y="58328"/>
                  <a:pt x="4418976" y="58216"/>
                  <a:pt x="4422374" y="58216"/>
                </a:cubicBezTo>
                <a:cubicBezTo>
                  <a:pt x="4425683" y="58216"/>
                  <a:pt x="4428388" y="58305"/>
                  <a:pt x="4430490" y="58484"/>
                </a:cubicBezTo>
                <a:cubicBezTo>
                  <a:pt x="4432591" y="58663"/>
                  <a:pt x="4434223" y="58976"/>
                  <a:pt x="4435386" y="59423"/>
                </a:cubicBezTo>
                <a:cubicBezTo>
                  <a:pt x="4436548" y="59870"/>
                  <a:pt x="4437353" y="60429"/>
                  <a:pt x="4437800" y="61100"/>
                </a:cubicBezTo>
                <a:cubicBezTo>
                  <a:pt x="4438247" y="61770"/>
                  <a:pt x="4438471" y="62553"/>
                  <a:pt x="4438471" y="63447"/>
                </a:cubicBezTo>
                <a:close/>
                <a:moveTo>
                  <a:pt x="4564020" y="119898"/>
                </a:moveTo>
                <a:cubicBezTo>
                  <a:pt x="4564020" y="124020"/>
                  <a:pt x="4563104" y="127066"/>
                  <a:pt x="4561271" y="129036"/>
                </a:cubicBezTo>
                <a:cubicBezTo>
                  <a:pt x="4559437" y="131007"/>
                  <a:pt x="4556911" y="131992"/>
                  <a:pt x="4553692" y="131992"/>
                </a:cubicBezTo>
                <a:lnTo>
                  <a:pt x="4480855" y="131992"/>
                </a:lnTo>
                <a:cubicBezTo>
                  <a:pt x="4480855" y="137108"/>
                  <a:pt x="4481459" y="141754"/>
                  <a:pt x="4482666" y="145929"/>
                </a:cubicBezTo>
                <a:cubicBezTo>
                  <a:pt x="4483873" y="150104"/>
                  <a:pt x="4485796" y="153652"/>
                  <a:pt x="4488434" y="156572"/>
                </a:cubicBezTo>
                <a:cubicBezTo>
                  <a:pt x="4491072" y="159490"/>
                  <a:pt x="4494470" y="161712"/>
                  <a:pt x="4498628" y="163237"/>
                </a:cubicBezTo>
                <a:cubicBezTo>
                  <a:pt x="4502786" y="164763"/>
                  <a:pt x="4507772" y="165526"/>
                  <a:pt x="4513585" y="165526"/>
                </a:cubicBezTo>
                <a:cubicBezTo>
                  <a:pt x="4519487" y="165526"/>
                  <a:pt x="4524673" y="165094"/>
                  <a:pt x="4529145" y="164231"/>
                </a:cubicBezTo>
                <a:cubicBezTo>
                  <a:pt x="4533616" y="163367"/>
                  <a:pt x="4537483" y="162413"/>
                  <a:pt x="4540747" y="161368"/>
                </a:cubicBezTo>
                <a:cubicBezTo>
                  <a:pt x="4544011" y="160323"/>
                  <a:pt x="4546717" y="159368"/>
                  <a:pt x="4548863" y="158505"/>
                </a:cubicBezTo>
                <a:cubicBezTo>
                  <a:pt x="4551009" y="157641"/>
                  <a:pt x="4552753" y="157210"/>
                  <a:pt x="4554094" y="157210"/>
                </a:cubicBezTo>
                <a:cubicBezTo>
                  <a:pt x="4554899" y="157210"/>
                  <a:pt x="4555570" y="157367"/>
                  <a:pt x="4556106" y="157683"/>
                </a:cubicBezTo>
                <a:cubicBezTo>
                  <a:pt x="4556643" y="157996"/>
                  <a:pt x="4557090" y="158558"/>
                  <a:pt x="4557448" y="159368"/>
                </a:cubicBezTo>
                <a:cubicBezTo>
                  <a:pt x="4557805" y="160176"/>
                  <a:pt x="4558051" y="161322"/>
                  <a:pt x="4558185" y="162806"/>
                </a:cubicBezTo>
                <a:cubicBezTo>
                  <a:pt x="4558319" y="164290"/>
                  <a:pt x="4558387" y="166155"/>
                  <a:pt x="4558387" y="168402"/>
                </a:cubicBezTo>
                <a:cubicBezTo>
                  <a:pt x="4558387" y="170380"/>
                  <a:pt x="4558342" y="172067"/>
                  <a:pt x="4558252" y="173461"/>
                </a:cubicBezTo>
                <a:cubicBezTo>
                  <a:pt x="4558163" y="174853"/>
                  <a:pt x="4558029" y="176043"/>
                  <a:pt x="4557850" y="177033"/>
                </a:cubicBezTo>
                <a:cubicBezTo>
                  <a:pt x="4557671" y="178022"/>
                  <a:pt x="4557403" y="178855"/>
                  <a:pt x="4557045" y="179531"/>
                </a:cubicBezTo>
                <a:cubicBezTo>
                  <a:pt x="4556687" y="180204"/>
                  <a:pt x="4556218" y="180856"/>
                  <a:pt x="4555637" y="181484"/>
                </a:cubicBezTo>
                <a:cubicBezTo>
                  <a:pt x="4555055" y="182113"/>
                  <a:pt x="4553468" y="182964"/>
                  <a:pt x="4550875" y="184037"/>
                </a:cubicBezTo>
                <a:cubicBezTo>
                  <a:pt x="4548282" y="185110"/>
                  <a:pt x="4544973" y="186161"/>
                  <a:pt x="4540949" y="187189"/>
                </a:cubicBezTo>
                <a:cubicBezTo>
                  <a:pt x="4536925" y="188218"/>
                  <a:pt x="4532319" y="189112"/>
                  <a:pt x="4527132" y="189872"/>
                </a:cubicBezTo>
                <a:cubicBezTo>
                  <a:pt x="4521946" y="190632"/>
                  <a:pt x="4516401" y="191012"/>
                  <a:pt x="4510499" y="191012"/>
                </a:cubicBezTo>
                <a:cubicBezTo>
                  <a:pt x="4499858" y="191012"/>
                  <a:pt x="4490535" y="189668"/>
                  <a:pt x="4482532" y="186980"/>
                </a:cubicBezTo>
                <a:cubicBezTo>
                  <a:pt x="4474528" y="184291"/>
                  <a:pt x="4467844" y="180214"/>
                  <a:pt x="4462478" y="174748"/>
                </a:cubicBezTo>
                <a:cubicBezTo>
                  <a:pt x="4457112" y="169282"/>
                  <a:pt x="4453111" y="162384"/>
                  <a:pt x="4450473" y="154053"/>
                </a:cubicBezTo>
                <a:cubicBezTo>
                  <a:pt x="4447835" y="145720"/>
                  <a:pt x="4446516" y="135953"/>
                  <a:pt x="4446516" y="124752"/>
                </a:cubicBezTo>
                <a:cubicBezTo>
                  <a:pt x="4446516" y="114088"/>
                  <a:pt x="4447902" y="104478"/>
                  <a:pt x="4450674" y="95921"/>
                </a:cubicBezTo>
                <a:cubicBezTo>
                  <a:pt x="4453446" y="87364"/>
                  <a:pt x="4457470" y="80107"/>
                  <a:pt x="4462746" y="74149"/>
                </a:cubicBezTo>
                <a:cubicBezTo>
                  <a:pt x="4468022" y="68188"/>
                  <a:pt x="4474439" y="63640"/>
                  <a:pt x="4481995" y="60505"/>
                </a:cubicBezTo>
                <a:cubicBezTo>
                  <a:pt x="4489551" y="57369"/>
                  <a:pt x="4498069" y="55801"/>
                  <a:pt x="4507548" y="55801"/>
                </a:cubicBezTo>
                <a:cubicBezTo>
                  <a:pt x="4517564" y="55801"/>
                  <a:pt x="4526126" y="57280"/>
                  <a:pt x="4533236" y="60236"/>
                </a:cubicBezTo>
                <a:cubicBezTo>
                  <a:pt x="4540345" y="63193"/>
                  <a:pt x="4546180" y="67291"/>
                  <a:pt x="4550741" y="72531"/>
                </a:cubicBezTo>
                <a:cubicBezTo>
                  <a:pt x="4555301" y="77771"/>
                  <a:pt x="4558655" y="83974"/>
                  <a:pt x="4560801" y="91142"/>
                </a:cubicBezTo>
                <a:cubicBezTo>
                  <a:pt x="4562947" y="98308"/>
                  <a:pt x="4564020" y="106102"/>
                  <a:pt x="4564020" y="114524"/>
                </a:cubicBezTo>
                <a:lnTo>
                  <a:pt x="4564020" y="119898"/>
                </a:lnTo>
                <a:moveTo>
                  <a:pt x="4531291" y="110261"/>
                </a:moveTo>
                <a:cubicBezTo>
                  <a:pt x="4531559" y="100740"/>
                  <a:pt x="4529659" y="93264"/>
                  <a:pt x="4525590" y="87831"/>
                </a:cubicBezTo>
                <a:cubicBezTo>
                  <a:pt x="4521521" y="82396"/>
                  <a:pt x="4515239" y="79678"/>
                  <a:pt x="4506743" y="79678"/>
                </a:cubicBezTo>
                <a:cubicBezTo>
                  <a:pt x="4502451" y="79678"/>
                  <a:pt x="4498718" y="80487"/>
                  <a:pt x="4495543" y="82105"/>
                </a:cubicBezTo>
                <a:cubicBezTo>
                  <a:pt x="4492368" y="83720"/>
                  <a:pt x="4489730" y="85899"/>
                  <a:pt x="4487629" y="88640"/>
                </a:cubicBezTo>
                <a:cubicBezTo>
                  <a:pt x="4485527" y="91379"/>
                  <a:pt x="4483918" y="94612"/>
                  <a:pt x="4482800" y="98340"/>
                </a:cubicBezTo>
                <a:cubicBezTo>
                  <a:pt x="4481682" y="102065"/>
                  <a:pt x="4481034" y="106039"/>
                  <a:pt x="4480855" y="110261"/>
                </a:cubicBezTo>
                <a:lnTo>
                  <a:pt x="4531291" y="110261"/>
                </a:lnTo>
                <a:close/>
                <a:moveTo>
                  <a:pt x="4705134" y="183228"/>
                </a:moveTo>
                <a:cubicBezTo>
                  <a:pt x="4705134" y="184122"/>
                  <a:pt x="4704866" y="184906"/>
                  <a:pt x="4704329" y="185580"/>
                </a:cubicBezTo>
                <a:cubicBezTo>
                  <a:pt x="4703793" y="186250"/>
                  <a:pt x="4702898" y="186809"/>
                  <a:pt x="4701646" y="187256"/>
                </a:cubicBezTo>
                <a:cubicBezTo>
                  <a:pt x="4700394" y="187704"/>
                  <a:pt x="4698673" y="188039"/>
                  <a:pt x="4696482" y="188262"/>
                </a:cubicBezTo>
                <a:cubicBezTo>
                  <a:pt x="4694291" y="188486"/>
                  <a:pt x="4691586" y="188598"/>
                  <a:pt x="4688367" y="188598"/>
                </a:cubicBezTo>
                <a:cubicBezTo>
                  <a:pt x="4685058" y="188598"/>
                  <a:pt x="4682308" y="188486"/>
                  <a:pt x="4680117" y="188262"/>
                </a:cubicBezTo>
                <a:cubicBezTo>
                  <a:pt x="4677926" y="188039"/>
                  <a:pt x="4676205" y="187704"/>
                  <a:pt x="4674953" y="187256"/>
                </a:cubicBezTo>
                <a:cubicBezTo>
                  <a:pt x="4673701" y="186809"/>
                  <a:pt x="4672807" y="186250"/>
                  <a:pt x="4672270" y="185580"/>
                </a:cubicBezTo>
                <a:cubicBezTo>
                  <a:pt x="4671734" y="184909"/>
                  <a:pt x="4671465" y="184127"/>
                  <a:pt x="4671465" y="183232"/>
                </a:cubicBezTo>
                <a:lnTo>
                  <a:pt x="4671465" y="114956"/>
                </a:lnTo>
                <a:cubicBezTo>
                  <a:pt x="4671465" y="109144"/>
                  <a:pt x="4671041" y="104583"/>
                  <a:pt x="4670191" y="101274"/>
                </a:cubicBezTo>
                <a:cubicBezTo>
                  <a:pt x="4669342" y="97965"/>
                  <a:pt x="4668112" y="95126"/>
                  <a:pt x="4666502" y="92756"/>
                </a:cubicBezTo>
                <a:cubicBezTo>
                  <a:pt x="4664893" y="90387"/>
                  <a:pt x="4662813" y="88553"/>
                  <a:pt x="4660265" y="87257"/>
                </a:cubicBezTo>
                <a:cubicBezTo>
                  <a:pt x="4657716" y="85960"/>
                  <a:pt x="4654743" y="85312"/>
                  <a:pt x="4651345" y="85312"/>
                </a:cubicBezTo>
                <a:cubicBezTo>
                  <a:pt x="4647052" y="85312"/>
                  <a:pt x="4642715" y="86877"/>
                  <a:pt x="4638333" y="90007"/>
                </a:cubicBezTo>
                <a:cubicBezTo>
                  <a:pt x="4633951" y="93136"/>
                  <a:pt x="4629391" y="97697"/>
                  <a:pt x="4624651" y="103689"/>
                </a:cubicBezTo>
                <a:lnTo>
                  <a:pt x="4624651" y="183232"/>
                </a:lnTo>
                <a:cubicBezTo>
                  <a:pt x="4624651" y="184127"/>
                  <a:pt x="4624383" y="184909"/>
                  <a:pt x="4623846" y="185580"/>
                </a:cubicBezTo>
                <a:cubicBezTo>
                  <a:pt x="4623310" y="186250"/>
                  <a:pt x="4622393" y="186809"/>
                  <a:pt x="4621097" y="187256"/>
                </a:cubicBezTo>
                <a:cubicBezTo>
                  <a:pt x="4619800" y="187704"/>
                  <a:pt x="4618078" y="188039"/>
                  <a:pt x="4615932" y="188262"/>
                </a:cubicBezTo>
                <a:cubicBezTo>
                  <a:pt x="4613786" y="188486"/>
                  <a:pt x="4611059" y="188598"/>
                  <a:pt x="4607750" y="188598"/>
                </a:cubicBezTo>
                <a:cubicBezTo>
                  <a:pt x="4604441" y="188598"/>
                  <a:pt x="4601714" y="188486"/>
                  <a:pt x="4599567" y="188262"/>
                </a:cubicBezTo>
                <a:cubicBezTo>
                  <a:pt x="4597421" y="188039"/>
                  <a:pt x="4595700" y="187704"/>
                  <a:pt x="4594403" y="187256"/>
                </a:cubicBezTo>
                <a:cubicBezTo>
                  <a:pt x="4593106" y="186809"/>
                  <a:pt x="4592190" y="186250"/>
                  <a:pt x="4591653" y="185580"/>
                </a:cubicBezTo>
                <a:cubicBezTo>
                  <a:pt x="4591117" y="184909"/>
                  <a:pt x="4590848" y="184127"/>
                  <a:pt x="4590848" y="183232"/>
                </a:cubicBezTo>
                <a:lnTo>
                  <a:pt x="4590848" y="63581"/>
                </a:lnTo>
                <a:cubicBezTo>
                  <a:pt x="4590848" y="62687"/>
                  <a:pt x="4591072" y="61905"/>
                  <a:pt x="4591519" y="61234"/>
                </a:cubicBezTo>
                <a:cubicBezTo>
                  <a:pt x="4591966" y="60563"/>
                  <a:pt x="4592771" y="60004"/>
                  <a:pt x="4593934" y="59557"/>
                </a:cubicBezTo>
                <a:cubicBezTo>
                  <a:pt x="4595096" y="59110"/>
                  <a:pt x="4596594" y="58775"/>
                  <a:pt x="4598427" y="58551"/>
                </a:cubicBezTo>
                <a:cubicBezTo>
                  <a:pt x="4600261" y="58328"/>
                  <a:pt x="4602563" y="58216"/>
                  <a:pt x="4605335" y="58216"/>
                </a:cubicBezTo>
                <a:cubicBezTo>
                  <a:pt x="4608197" y="58216"/>
                  <a:pt x="4610567" y="58328"/>
                  <a:pt x="4612445" y="58551"/>
                </a:cubicBezTo>
                <a:cubicBezTo>
                  <a:pt x="4614323" y="58775"/>
                  <a:pt x="4615776" y="59110"/>
                  <a:pt x="4616804" y="59557"/>
                </a:cubicBezTo>
                <a:cubicBezTo>
                  <a:pt x="4617833" y="60004"/>
                  <a:pt x="4618570" y="60563"/>
                  <a:pt x="4619017" y="61234"/>
                </a:cubicBezTo>
                <a:cubicBezTo>
                  <a:pt x="4619465" y="61905"/>
                  <a:pt x="4619688" y="62687"/>
                  <a:pt x="4619688" y="63581"/>
                </a:cubicBezTo>
                <a:lnTo>
                  <a:pt x="4619688" y="77398"/>
                </a:lnTo>
                <a:cubicBezTo>
                  <a:pt x="4626306" y="70199"/>
                  <a:pt x="4633035" y="64800"/>
                  <a:pt x="4639876" y="61200"/>
                </a:cubicBezTo>
                <a:cubicBezTo>
                  <a:pt x="4646717" y="57601"/>
                  <a:pt x="4653849" y="55801"/>
                  <a:pt x="4661271" y="55801"/>
                </a:cubicBezTo>
                <a:cubicBezTo>
                  <a:pt x="4669409" y="55801"/>
                  <a:pt x="4676272" y="57144"/>
                  <a:pt x="4681861" y="59830"/>
                </a:cubicBezTo>
                <a:cubicBezTo>
                  <a:pt x="4687450" y="62515"/>
                  <a:pt x="4691966" y="66164"/>
                  <a:pt x="4695409" y="70774"/>
                </a:cubicBezTo>
                <a:cubicBezTo>
                  <a:pt x="4698852" y="75383"/>
                  <a:pt x="4701333" y="80776"/>
                  <a:pt x="4702854" y="86955"/>
                </a:cubicBezTo>
                <a:cubicBezTo>
                  <a:pt x="4704374" y="93131"/>
                  <a:pt x="4705134" y="100560"/>
                  <a:pt x="4705134" y="109243"/>
                </a:cubicBezTo>
                <a:lnTo>
                  <a:pt x="4705134" y="183228"/>
                </a:lnTo>
                <a:close/>
                <a:moveTo>
                  <a:pt x="5002702" y="182964"/>
                </a:moveTo>
                <a:cubicBezTo>
                  <a:pt x="5002702" y="183858"/>
                  <a:pt x="5002456" y="184663"/>
                  <a:pt x="5001965" y="185379"/>
                </a:cubicBezTo>
                <a:cubicBezTo>
                  <a:pt x="5001473" y="186094"/>
                  <a:pt x="5000579" y="186675"/>
                  <a:pt x="4999282" y="187122"/>
                </a:cubicBezTo>
                <a:cubicBezTo>
                  <a:pt x="4997985" y="187569"/>
                  <a:pt x="4996264" y="187927"/>
                  <a:pt x="4994118" y="188195"/>
                </a:cubicBezTo>
                <a:cubicBezTo>
                  <a:pt x="4991971" y="188464"/>
                  <a:pt x="4989244" y="188598"/>
                  <a:pt x="4985935" y="188598"/>
                </a:cubicBezTo>
                <a:cubicBezTo>
                  <a:pt x="4982716" y="188598"/>
                  <a:pt x="4980033" y="188464"/>
                  <a:pt x="4977887" y="188195"/>
                </a:cubicBezTo>
                <a:cubicBezTo>
                  <a:pt x="4975741" y="187927"/>
                  <a:pt x="4974042" y="187569"/>
                  <a:pt x="4972790" y="187122"/>
                </a:cubicBezTo>
                <a:cubicBezTo>
                  <a:pt x="4971538" y="186675"/>
                  <a:pt x="4970643" y="186095"/>
                  <a:pt x="4970107" y="185383"/>
                </a:cubicBezTo>
                <a:cubicBezTo>
                  <a:pt x="4969570" y="184667"/>
                  <a:pt x="4969302" y="183862"/>
                  <a:pt x="4969302" y="182968"/>
                </a:cubicBezTo>
                <a:lnTo>
                  <a:pt x="4969302" y="41851"/>
                </a:lnTo>
                <a:lnTo>
                  <a:pt x="4969034" y="41851"/>
                </a:lnTo>
                <a:lnTo>
                  <a:pt x="4918732" y="182830"/>
                </a:lnTo>
                <a:cubicBezTo>
                  <a:pt x="4918374" y="183992"/>
                  <a:pt x="4917793" y="184954"/>
                  <a:pt x="4916988" y="185714"/>
                </a:cubicBezTo>
                <a:cubicBezTo>
                  <a:pt x="4916183" y="186474"/>
                  <a:pt x="4915088" y="187078"/>
                  <a:pt x="4913702" y="187525"/>
                </a:cubicBezTo>
                <a:cubicBezTo>
                  <a:pt x="4912316" y="187972"/>
                  <a:pt x="4910550" y="188262"/>
                  <a:pt x="4908403" y="188397"/>
                </a:cubicBezTo>
                <a:cubicBezTo>
                  <a:pt x="4906257" y="188531"/>
                  <a:pt x="4903664" y="188598"/>
                  <a:pt x="4900623" y="188598"/>
                </a:cubicBezTo>
                <a:cubicBezTo>
                  <a:pt x="4897583" y="188598"/>
                  <a:pt x="4894990" y="188486"/>
                  <a:pt x="4892843" y="188262"/>
                </a:cubicBezTo>
                <a:cubicBezTo>
                  <a:pt x="4890697" y="188039"/>
                  <a:pt x="4888931" y="187681"/>
                  <a:pt x="4887545" y="187189"/>
                </a:cubicBezTo>
                <a:cubicBezTo>
                  <a:pt x="4886159" y="186698"/>
                  <a:pt x="4885063" y="186094"/>
                  <a:pt x="4884259" y="185379"/>
                </a:cubicBezTo>
                <a:cubicBezTo>
                  <a:pt x="4883454" y="184663"/>
                  <a:pt x="4882917" y="183814"/>
                  <a:pt x="4882649" y="182830"/>
                </a:cubicBezTo>
                <a:lnTo>
                  <a:pt x="4834091" y="41851"/>
                </a:lnTo>
                <a:lnTo>
                  <a:pt x="4833823" y="41851"/>
                </a:lnTo>
                <a:lnTo>
                  <a:pt x="4833823" y="182968"/>
                </a:lnTo>
                <a:cubicBezTo>
                  <a:pt x="4833823" y="183862"/>
                  <a:pt x="4833577" y="184667"/>
                  <a:pt x="4833085" y="185383"/>
                </a:cubicBezTo>
                <a:cubicBezTo>
                  <a:pt x="4832593" y="186095"/>
                  <a:pt x="4831677" y="186675"/>
                  <a:pt x="4830335" y="187122"/>
                </a:cubicBezTo>
                <a:cubicBezTo>
                  <a:pt x="4828994" y="187569"/>
                  <a:pt x="4827272" y="187927"/>
                  <a:pt x="4825171" y="188195"/>
                </a:cubicBezTo>
                <a:cubicBezTo>
                  <a:pt x="4823069" y="188464"/>
                  <a:pt x="4820364" y="188598"/>
                  <a:pt x="4817056" y="188598"/>
                </a:cubicBezTo>
                <a:cubicBezTo>
                  <a:pt x="4813836" y="188598"/>
                  <a:pt x="4811154" y="188464"/>
                  <a:pt x="4809007" y="188195"/>
                </a:cubicBezTo>
                <a:cubicBezTo>
                  <a:pt x="4806861" y="187927"/>
                  <a:pt x="4805140" y="187569"/>
                  <a:pt x="4803843" y="187122"/>
                </a:cubicBezTo>
                <a:cubicBezTo>
                  <a:pt x="4802546" y="186675"/>
                  <a:pt x="4801652" y="186094"/>
                  <a:pt x="4801160" y="185379"/>
                </a:cubicBezTo>
                <a:cubicBezTo>
                  <a:pt x="4800668" y="184663"/>
                  <a:pt x="4800423" y="183858"/>
                  <a:pt x="4800423" y="182964"/>
                </a:cubicBezTo>
                <a:lnTo>
                  <a:pt x="4800423" y="28303"/>
                </a:lnTo>
                <a:cubicBezTo>
                  <a:pt x="4800423" y="23742"/>
                  <a:pt x="4801630" y="20255"/>
                  <a:pt x="4804044" y="17840"/>
                </a:cubicBezTo>
                <a:cubicBezTo>
                  <a:pt x="4806459" y="15426"/>
                  <a:pt x="4809678" y="14219"/>
                  <a:pt x="4813702" y="14219"/>
                </a:cubicBezTo>
                <a:lnTo>
                  <a:pt x="4836774" y="14219"/>
                </a:lnTo>
                <a:cubicBezTo>
                  <a:pt x="4840887" y="14219"/>
                  <a:pt x="4844420" y="14554"/>
                  <a:pt x="4847371" y="15225"/>
                </a:cubicBezTo>
                <a:cubicBezTo>
                  <a:pt x="4850322" y="15895"/>
                  <a:pt x="4852870" y="17013"/>
                  <a:pt x="4855017" y="18578"/>
                </a:cubicBezTo>
                <a:cubicBezTo>
                  <a:pt x="4857163" y="20143"/>
                  <a:pt x="4858951" y="22200"/>
                  <a:pt x="4860382" y="24748"/>
                </a:cubicBezTo>
                <a:cubicBezTo>
                  <a:pt x="4861813" y="27297"/>
                  <a:pt x="4863065" y="30449"/>
                  <a:pt x="4864138" y="34205"/>
                </a:cubicBezTo>
                <a:lnTo>
                  <a:pt x="4901697" y="137625"/>
                </a:lnTo>
                <a:lnTo>
                  <a:pt x="4902233" y="137625"/>
                </a:lnTo>
                <a:lnTo>
                  <a:pt x="4941133" y="34473"/>
                </a:lnTo>
                <a:cubicBezTo>
                  <a:pt x="4942296" y="30718"/>
                  <a:pt x="4943570" y="27543"/>
                  <a:pt x="4944956" y="24950"/>
                </a:cubicBezTo>
                <a:cubicBezTo>
                  <a:pt x="4946342" y="22356"/>
                  <a:pt x="4947952" y="20255"/>
                  <a:pt x="4949785" y="18645"/>
                </a:cubicBezTo>
                <a:cubicBezTo>
                  <a:pt x="4951618" y="17036"/>
                  <a:pt x="4953787" y="15895"/>
                  <a:pt x="4956291" y="15225"/>
                </a:cubicBezTo>
                <a:cubicBezTo>
                  <a:pt x="4958795" y="14554"/>
                  <a:pt x="4961701" y="14219"/>
                  <a:pt x="4965010" y="14219"/>
                </a:cubicBezTo>
                <a:lnTo>
                  <a:pt x="4988752" y="14219"/>
                </a:lnTo>
                <a:cubicBezTo>
                  <a:pt x="4991167" y="14219"/>
                  <a:pt x="4993246" y="14532"/>
                  <a:pt x="4994989" y="15158"/>
                </a:cubicBezTo>
                <a:cubicBezTo>
                  <a:pt x="4996733" y="15784"/>
                  <a:pt x="4998164" y="16700"/>
                  <a:pt x="4999282" y="17907"/>
                </a:cubicBezTo>
                <a:cubicBezTo>
                  <a:pt x="5000400" y="19115"/>
                  <a:pt x="5001249" y="20590"/>
                  <a:pt x="5001831" y="22334"/>
                </a:cubicBezTo>
                <a:cubicBezTo>
                  <a:pt x="5002412" y="24078"/>
                  <a:pt x="5002702" y="26067"/>
                  <a:pt x="5002702" y="28303"/>
                </a:cubicBezTo>
                <a:lnTo>
                  <a:pt x="5002702" y="182964"/>
                </a:lnTo>
                <a:close/>
                <a:moveTo>
                  <a:pt x="5136151" y="183631"/>
                </a:moveTo>
                <a:cubicBezTo>
                  <a:pt x="5136151" y="184882"/>
                  <a:pt x="5135704" y="185868"/>
                  <a:pt x="5134810" y="186586"/>
                </a:cubicBezTo>
                <a:cubicBezTo>
                  <a:pt x="5133916" y="187301"/>
                  <a:pt x="5132507" y="187815"/>
                  <a:pt x="5130585" y="188128"/>
                </a:cubicBezTo>
                <a:cubicBezTo>
                  <a:pt x="5128662" y="188441"/>
                  <a:pt x="5125823" y="188598"/>
                  <a:pt x="5122067" y="188598"/>
                </a:cubicBezTo>
                <a:cubicBezTo>
                  <a:pt x="5118043" y="188598"/>
                  <a:pt x="5115114" y="188441"/>
                  <a:pt x="5113281" y="188128"/>
                </a:cubicBezTo>
                <a:cubicBezTo>
                  <a:pt x="5111448" y="187815"/>
                  <a:pt x="5110151" y="187301"/>
                  <a:pt x="5109391" y="186586"/>
                </a:cubicBezTo>
                <a:cubicBezTo>
                  <a:pt x="5108631" y="185870"/>
                  <a:pt x="5108251" y="184887"/>
                  <a:pt x="5108251" y="183635"/>
                </a:cubicBezTo>
                <a:lnTo>
                  <a:pt x="5108251" y="174111"/>
                </a:lnTo>
                <a:cubicBezTo>
                  <a:pt x="5103332" y="179387"/>
                  <a:pt x="5097721" y="183523"/>
                  <a:pt x="5091416" y="186519"/>
                </a:cubicBezTo>
                <a:cubicBezTo>
                  <a:pt x="5085112" y="189514"/>
                  <a:pt x="5078114" y="191012"/>
                  <a:pt x="5070424" y="191012"/>
                </a:cubicBezTo>
                <a:cubicBezTo>
                  <a:pt x="5064075" y="191012"/>
                  <a:pt x="5058240" y="190182"/>
                  <a:pt x="5052919" y="188522"/>
                </a:cubicBezTo>
                <a:cubicBezTo>
                  <a:pt x="5047598" y="186862"/>
                  <a:pt x="5042993" y="184395"/>
                  <a:pt x="5039103" y="181120"/>
                </a:cubicBezTo>
                <a:cubicBezTo>
                  <a:pt x="5035213" y="177844"/>
                  <a:pt x="5032194" y="173785"/>
                  <a:pt x="5030048" y="168942"/>
                </a:cubicBezTo>
                <a:cubicBezTo>
                  <a:pt x="5027902" y="164097"/>
                  <a:pt x="5026829" y="158443"/>
                  <a:pt x="5026829" y="151982"/>
                </a:cubicBezTo>
                <a:cubicBezTo>
                  <a:pt x="5026829" y="144982"/>
                  <a:pt x="5028193" y="138903"/>
                  <a:pt x="5030920" y="133744"/>
                </a:cubicBezTo>
                <a:cubicBezTo>
                  <a:pt x="5033648" y="128585"/>
                  <a:pt x="5037716" y="124323"/>
                  <a:pt x="5043127" y="120959"/>
                </a:cubicBezTo>
                <a:cubicBezTo>
                  <a:pt x="5048537" y="117594"/>
                  <a:pt x="5055266" y="115104"/>
                  <a:pt x="5063314" y="113489"/>
                </a:cubicBezTo>
                <a:cubicBezTo>
                  <a:pt x="5071363" y="111874"/>
                  <a:pt x="5080708" y="111066"/>
                  <a:pt x="5091349" y="111066"/>
                </a:cubicBezTo>
                <a:lnTo>
                  <a:pt x="5103019" y="111066"/>
                </a:lnTo>
                <a:lnTo>
                  <a:pt x="5103019" y="103856"/>
                </a:lnTo>
                <a:cubicBezTo>
                  <a:pt x="5103019" y="100117"/>
                  <a:pt x="5102639" y="96846"/>
                  <a:pt x="5101879" y="94043"/>
                </a:cubicBezTo>
                <a:cubicBezTo>
                  <a:pt x="5101119" y="91237"/>
                  <a:pt x="5099867" y="88900"/>
                  <a:pt x="5098123" y="87030"/>
                </a:cubicBezTo>
                <a:cubicBezTo>
                  <a:pt x="5096379" y="85161"/>
                  <a:pt x="5094054" y="83782"/>
                  <a:pt x="5091148" y="82893"/>
                </a:cubicBezTo>
                <a:cubicBezTo>
                  <a:pt x="5088242" y="82002"/>
                  <a:pt x="5084642" y="81556"/>
                  <a:pt x="5080350" y="81556"/>
                </a:cubicBezTo>
                <a:cubicBezTo>
                  <a:pt x="5074716" y="81556"/>
                  <a:pt x="5069686" y="82182"/>
                  <a:pt x="5065259" y="83434"/>
                </a:cubicBezTo>
                <a:cubicBezTo>
                  <a:pt x="5060833" y="84686"/>
                  <a:pt x="5056920" y="86072"/>
                  <a:pt x="5053522" y="87592"/>
                </a:cubicBezTo>
                <a:cubicBezTo>
                  <a:pt x="5050124" y="89112"/>
                  <a:pt x="5047285" y="90498"/>
                  <a:pt x="5045005" y="91750"/>
                </a:cubicBezTo>
                <a:cubicBezTo>
                  <a:pt x="5042724" y="93002"/>
                  <a:pt x="5040869" y="93628"/>
                  <a:pt x="5039438" y="93628"/>
                </a:cubicBezTo>
                <a:cubicBezTo>
                  <a:pt x="5038454" y="93628"/>
                  <a:pt x="5037582" y="93314"/>
                  <a:pt x="5036822" y="92685"/>
                </a:cubicBezTo>
                <a:cubicBezTo>
                  <a:pt x="5036062" y="92056"/>
                  <a:pt x="5035436" y="91158"/>
                  <a:pt x="5034944" y="89990"/>
                </a:cubicBezTo>
                <a:cubicBezTo>
                  <a:pt x="5034452" y="88822"/>
                  <a:pt x="5034072" y="87384"/>
                  <a:pt x="5033804" y="85676"/>
                </a:cubicBezTo>
                <a:cubicBezTo>
                  <a:pt x="5033536" y="83966"/>
                  <a:pt x="5033402" y="82078"/>
                  <a:pt x="5033402" y="80013"/>
                </a:cubicBezTo>
                <a:cubicBezTo>
                  <a:pt x="5033402" y="77227"/>
                  <a:pt x="5033625" y="75025"/>
                  <a:pt x="5034072" y="73407"/>
                </a:cubicBezTo>
                <a:cubicBezTo>
                  <a:pt x="5034519" y="71789"/>
                  <a:pt x="5035369" y="70329"/>
                  <a:pt x="5036621" y="69027"/>
                </a:cubicBezTo>
                <a:cubicBezTo>
                  <a:pt x="5037873" y="67721"/>
                  <a:pt x="5040064" y="66286"/>
                  <a:pt x="5043194" y="64722"/>
                </a:cubicBezTo>
                <a:cubicBezTo>
                  <a:pt x="5046324" y="63157"/>
                  <a:pt x="5049990" y="61703"/>
                  <a:pt x="5054193" y="60362"/>
                </a:cubicBezTo>
                <a:cubicBezTo>
                  <a:pt x="5058396" y="59021"/>
                  <a:pt x="5062979" y="57925"/>
                  <a:pt x="5067942" y="57076"/>
                </a:cubicBezTo>
                <a:cubicBezTo>
                  <a:pt x="5072905" y="56226"/>
                  <a:pt x="5078025" y="55801"/>
                  <a:pt x="5083301" y="55801"/>
                </a:cubicBezTo>
                <a:cubicBezTo>
                  <a:pt x="5092691" y="55801"/>
                  <a:pt x="5100717" y="56719"/>
                  <a:pt x="5107379" y="58555"/>
                </a:cubicBezTo>
                <a:cubicBezTo>
                  <a:pt x="5114041" y="60389"/>
                  <a:pt x="5119518" y="63208"/>
                  <a:pt x="5123811" y="67014"/>
                </a:cubicBezTo>
                <a:cubicBezTo>
                  <a:pt x="5128103" y="70818"/>
                  <a:pt x="5131233" y="75718"/>
                  <a:pt x="5133200" y="81715"/>
                </a:cubicBezTo>
                <a:cubicBezTo>
                  <a:pt x="5135168" y="87712"/>
                  <a:pt x="5136151" y="94828"/>
                  <a:pt x="5136151" y="103064"/>
                </a:cubicBezTo>
                <a:lnTo>
                  <a:pt x="5136151" y="183631"/>
                </a:lnTo>
                <a:moveTo>
                  <a:pt x="5103019" y="132260"/>
                </a:moveTo>
                <a:lnTo>
                  <a:pt x="5090142" y="132260"/>
                </a:lnTo>
                <a:cubicBezTo>
                  <a:pt x="5084687" y="132260"/>
                  <a:pt x="5080037" y="132665"/>
                  <a:pt x="5076192" y="133476"/>
                </a:cubicBezTo>
                <a:cubicBezTo>
                  <a:pt x="5072346" y="134286"/>
                  <a:pt x="5069216" y="135503"/>
                  <a:pt x="5066802" y="137127"/>
                </a:cubicBezTo>
                <a:cubicBezTo>
                  <a:pt x="5064388" y="138747"/>
                  <a:pt x="5062621" y="140708"/>
                  <a:pt x="5061504" y="143008"/>
                </a:cubicBezTo>
                <a:cubicBezTo>
                  <a:pt x="5060386" y="145305"/>
                  <a:pt x="5059827" y="147940"/>
                  <a:pt x="5059827" y="150913"/>
                </a:cubicBezTo>
                <a:cubicBezTo>
                  <a:pt x="5059827" y="155960"/>
                  <a:pt x="5061414" y="159926"/>
                  <a:pt x="5064589" y="162810"/>
                </a:cubicBezTo>
                <a:cubicBezTo>
                  <a:pt x="5067763" y="165694"/>
                  <a:pt x="5072167" y="167136"/>
                  <a:pt x="5077801" y="167136"/>
                </a:cubicBezTo>
                <a:cubicBezTo>
                  <a:pt x="5082541" y="167136"/>
                  <a:pt x="5086900" y="165920"/>
                  <a:pt x="5090880" y="163489"/>
                </a:cubicBezTo>
                <a:cubicBezTo>
                  <a:pt x="5094859" y="161055"/>
                  <a:pt x="5098906" y="157495"/>
                  <a:pt x="5103019" y="152808"/>
                </a:cubicBezTo>
                <a:lnTo>
                  <a:pt x="5103019" y="132260"/>
                </a:lnTo>
                <a:close/>
                <a:moveTo>
                  <a:pt x="5243084" y="74581"/>
                </a:moveTo>
                <a:cubicBezTo>
                  <a:pt x="5243084" y="77800"/>
                  <a:pt x="5242994" y="80438"/>
                  <a:pt x="5242815" y="82495"/>
                </a:cubicBezTo>
                <a:cubicBezTo>
                  <a:pt x="5242637" y="84552"/>
                  <a:pt x="5242368" y="86161"/>
                  <a:pt x="5242011" y="87324"/>
                </a:cubicBezTo>
                <a:cubicBezTo>
                  <a:pt x="5241653" y="88486"/>
                  <a:pt x="5241183" y="89291"/>
                  <a:pt x="5240602" y="89738"/>
                </a:cubicBezTo>
                <a:cubicBezTo>
                  <a:pt x="5240021" y="90185"/>
                  <a:pt x="5239283" y="90409"/>
                  <a:pt x="5238389" y="90409"/>
                </a:cubicBezTo>
                <a:cubicBezTo>
                  <a:pt x="5237673" y="90409"/>
                  <a:pt x="5236869" y="90252"/>
                  <a:pt x="5235974" y="89939"/>
                </a:cubicBezTo>
                <a:cubicBezTo>
                  <a:pt x="5235080" y="89626"/>
                  <a:pt x="5234074" y="89291"/>
                  <a:pt x="5232956" y="88933"/>
                </a:cubicBezTo>
                <a:cubicBezTo>
                  <a:pt x="5231838" y="88576"/>
                  <a:pt x="5230609" y="88240"/>
                  <a:pt x="5229267" y="87927"/>
                </a:cubicBezTo>
                <a:cubicBezTo>
                  <a:pt x="5227926" y="87614"/>
                  <a:pt x="5226451" y="87458"/>
                  <a:pt x="5224841" y="87458"/>
                </a:cubicBezTo>
                <a:cubicBezTo>
                  <a:pt x="5222963" y="87458"/>
                  <a:pt x="5221085" y="87841"/>
                  <a:pt x="5219207" y="88606"/>
                </a:cubicBezTo>
                <a:cubicBezTo>
                  <a:pt x="5217329" y="89369"/>
                  <a:pt x="5215384" y="90561"/>
                  <a:pt x="5213372" y="92182"/>
                </a:cubicBezTo>
                <a:cubicBezTo>
                  <a:pt x="5211360" y="93803"/>
                  <a:pt x="5209259" y="95963"/>
                  <a:pt x="5207068" y="98663"/>
                </a:cubicBezTo>
                <a:cubicBezTo>
                  <a:pt x="5204877" y="101362"/>
                  <a:pt x="5202529" y="104692"/>
                  <a:pt x="5200025" y="108652"/>
                </a:cubicBezTo>
                <a:lnTo>
                  <a:pt x="5200025" y="183232"/>
                </a:lnTo>
                <a:cubicBezTo>
                  <a:pt x="5200025" y="184127"/>
                  <a:pt x="5199757" y="184909"/>
                  <a:pt x="5199221" y="185580"/>
                </a:cubicBezTo>
                <a:cubicBezTo>
                  <a:pt x="5198684" y="186250"/>
                  <a:pt x="5197767" y="186809"/>
                  <a:pt x="5196471" y="187256"/>
                </a:cubicBezTo>
                <a:cubicBezTo>
                  <a:pt x="5195174" y="187704"/>
                  <a:pt x="5193453" y="188039"/>
                  <a:pt x="5191306" y="188262"/>
                </a:cubicBezTo>
                <a:cubicBezTo>
                  <a:pt x="5189160" y="188486"/>
                  <a:pt x="5186433" y="188598"/>
                  <a:pt x="5183124" y="188598"/>
                </a:cubicBezTo>
                <a:cubicBezTo>
                  <a:pt x="5179815" y="188598"/>
                  <a:pt x="5177088" y="188486"/>
                  <a:pt x="5174942" y="188262"/>
                </a:cubicBezTo>
                <a:cubicBezTo>
                  <a:pt x="5172795" y="188039"/>
                  <a:pt x="5171074" y="187704"/>
                  <a:pt x="5169777" y="187256"/>
                </a:cubicBezTo>
                <a:cubicBezTo>
                  <a:pt x="5168481" y="186809"/>
                  <a:pt x="5167564" y="186250"/>
                  <a:pt x="5167028" y="185580"/>
                </a:cubicBezTo>
                <a:cubicBezTo>
                  <a:pt x="5166491" y="184909"/>
                  <a:pt x="5166223" y="184127"/>
                  <a:pt x="5166223" y="183232"/>
                </a:cubicBezTo>
                <a:lnTo>
                  <a:pt x="5166223" y="63581"/>
                </a:lnTo>
                <a:cubicBezTo>
                  <a:pt x="5166223" y="62687"/>
                  <a:pt x="5166446" y="61905"/>
                  <a:pt x="5166893" y="61234"/>
                </a:cubicBezTo>
                <a:cubicBezTo>
                  <a:pt x="5167341" y="60563"/>
                  <a:pt x="5168145" y="60004"/>
                  <a:pt x="5169308" y="59557"/>
                </a:cubicBezTo>
                <a:cubicBezTo>
                  <a:pt x="5170470" y="59110"/>
                  <a:pt x="5171968" y="58775"/>
                  <a:pt x="5173801" y="58551"/>
                </a:cubicBezTo>
                <a:cubicBezTo>
                  <a:pt x="5175635" y="58328"/>
                  <a:pt x="5177937" y="58216"/>
                  <a:pt x="5180710" y="58216"/>
                </a:cubicBezTo>
                <a:cubicBezTo>
                  <a:pt x="5183571" y="58216"/>
                  <a:pt x="5185941" y="58328"/>
                  <a:pt x="5187819" y="58551"/>
                </a:cubicBezTo>
                <a:cubicBezTo>
                  <a:pt x="5189697" y="58775"/>
                  <a:pt x="5191150" y="59110"/>
                  <a:pt x="5192178" y="59557"/>
                </a:cubicBezTo>
                <a:cubicBezTo>
                  <a:pt x="5193207" y="60004"/>
                  <a:pt x="5193945" y="60563"/>
                  <a:pt x="5194392" y="61234"/>
                </a:cubicBezTo>
                <a:cubicBezTo>
                  <a:pt x="5194839" y="61905"/>
                  <a:pt x="5195062" y="62687"/>
                  <a:pt x="5195062" y="63581"/>
                </a:cubicBezTo>
                <a:lnTo>
                  <a:pt x="5195062" y="78471"/>
                </a:lnTo>
                <a:cubicBezTo>
                  <a:pt x="5198192" y="73971"/>
                  <a:pt x="5201143" y="70260"/>
                  <a:pt x="5203915" y="67337"/>
                </a:cubicBezTo>
                <a:cubicBezTo>
                  <a:pt x="5206688" y="64414"/>
                  <a:pt x="5209326" y="62099"/>
                  <a:pt x="5211830" y="60391"/>
                </a:cubicBezTo>
                <a:cubicBezTo>
                  <a:pt x="5214333" y="58681"/>
                  <a:pt x="5216837" y="57489"/>
                  <a:pt x="5219341" y="56816"/>
                </a:cubicBezTo>
                <a:cubicBezTo>
                  <a:pt x="5221845" y="56139"/>
                  <a:pt x="5224349" y="55801"/>
                  <a:pt x="5226853" y="55801"/>
                </a:cubicBezTo>
                <a:cubicBezTo>
                  <a:pt x="5228016" y="55801"/>
                  <a:pt x="5229267" y="55868"/>
                  <a:pt x="5230609" y="56003"/>
                </a:cubicBezTo>
                <a:cubicBezTo>
                  <a:pt x="5231950" y="56137"/>
                  <a:pt x="5233336" y="56360"/>
                  <a:pt x="5234767" y="56673"/>
                </a:cubicBezTo>
                <a:cubicBezTo>
                  <a:pt x="5236198" y="56986"/>
                  <a:pt x="5237450" y="57344"/>
                  <a:pt x="5238523" y="57746"/>
                </a:cubicBezTo>
                <a:cubicBezTo>
                  <a:pt x="5239596" y="58149"/>
                  <a:pt x="5240379" y="58574"/>
                  <a:pt x="5240870" y="59021"/>
                </a:cubicBezTo>
                <a:cubicBezTo>
                  <a:pt x="5241362" y="59468"/>
                  <a:pt x="5241720" y="59960"/>
                  <a:pt x="5241944" y="60496"/>
                </a:cubicBezTo>
                <a:cubicBezTo>
                  <a:pt x="5242167" y="61033"/>
                  <a:pt x="5242368" y="61770"/>
                  <a:pt x="5242547" y="62709"/>
                </a:cubicBezTo>
                <a:cubicBezTo>
                  <a:pt x="5242726" y="63648"/>
                  <a:pt x="5242860" y="65057"/>
                  <a:pt x="5242950" y="66935"/>
                </a:cubicBezTo>
                <a:cubicBezTo>
                  <a:pt x="5243039" y="68813"/>
                  <a:pt x="5243084" y="71361"/>
                  <a:pt x="5243084" y="74581"/>
                </a:cubicBezTo>
                <a:close/>
                <a:moveTo>
                  <a:pt x="5365080" y="183631"/>
                </a:moveTo>
                <a:cubicBezTo>
                  <a:pt x="5365080" y="184882"/>
                  <a:pt x="5364633" y="185868"/>
                  <a:pt x="5363738" y="186586"/>
                </a:cubicBezTo>
                <a:cubicBezTo>
                  <a:pt x="5362844" y="187301"/>
                  <a:pt x="5361436" y="187815"/>
                  <a:pt x="5359513" y="188128"/>
                </a:cubicBezTo>
                <a:cubicBezTo>
                  <a:pt x="5357591" y="188441"/>
                  <a:pt x="5354751" y="188598"/>
                  <a:pt x="5350995" y="188598"/>
                </a:cubicBezTo>
                <a:cubicBezTo>
                  <a:pt x="5346971" y="188598"/>
                  <a:pt x="5344043" y="188441"/>
                  <a:pt x="5342209" y="188128"/>
                </a:cubicBezTo>
                <a:cubicBezTo>
                  <a:pt x="5340376" y="187815"/>
                  <a:pt x="5339079" y="187301"/>
                  <a:pt x="5338319" y="186586"/>
                </a:cubicBezTo>
                <a:cubicBezTo>
                  <a:pt x="5337559" y="185870"/>
                  <a:pt x="5337179" y="184887"/>
                  <a:pt x="5337179" y="183635"/>
                </a:cubicBezTo>
                <a:lnTo>
                  <a:pt x="5337179" y="174111"/>
                </a:lnTo>
                <a:cubicBezTo>
                  <a:pt x="5332261" y="179387"/>
                  <a:pt x="5326649" y="183523"/>
                  <a:pt x="5320345" y="186519"/>
                </a:cubicBezTo>
                <a:cubicBezTo>
                  <a:pt x="5314040" y="189514"/>
                  <a:pt x="5307043" y="191012"/>
                  <a:pt x="5299352" y="191012"/>
                </a:cubicBezTo>
                <a:cubicBezTo>
                  <a:pt x="5293003" y="191012"/>
                  <a:pt x="5287168" y="190182"/>
                  <a:pt x="5281847" y="188522"/>
                </a:cubicBezTo>
                <a:cubicBezTo>
                  <a:pt x="5276527" y="186862"/>
                  <a:pt x="5271921" y="184395"/>
                  <a:pt x="5268031" y="181120"/>
                </a:cubicBezTo>
                <a:cubicBezTo>
                  <a:pt x="5264141" y="177844"/>
                  <a:pt x="5261123" y="173785"/>
                  <a:pt x="5258977" y="168942"/>
                </a:cubicBezTo>
                <a:cubicBezTo>
                  <a:pt x="5256831" y="164097"/>
                  <a:pt x="5255758" y="158443"/>
                  <a:pt x="5255758" y="151982"/>
                </a:cubicBezTo>
                <a:cubicBezTo>
                  <a:pt x="5255758" y="144982"/>
                  <a:pt x="5257121" y="138903"/>
                  <a:pt x="5259849" y="133744"/>
                </a:cubicBezTo>
                <a:cubicBezTo>
                  <a:pt x="5262576" y="128585"/>
                  <a:pt x="5266645" y="124323"/>
                  <a:pt x="5272055" y="120959"/>
                </a:cubicBezTo>
                <a:cubicBezTo>
                  <a:pt x="5277465" y="117594"/>
                  <a:pt x="5284195" y="115104"/>
                  <a:pt x="5292243" y="113489"/>
                </a:cubicBezTo>
                <a:cubicBezTo>
                  <a:pt x="5300291" y="111874"/>
                  <a:pt x="5309636" y="111066"/>
                  <a:pt x="5320278" y="111066"/>
                </a:cubicBezTo>
                <a:lnTo>
                  <a:pt x="5331948" y="111066"/>
                </a:lnTo>
                <a:lnTo>
                  <a:pt x="5331948" y="103856"/>
                </a:lnTo>
                <a:cubicBezTo>
                  <a:pt x="5331948" y="100117"/>
                  <a:pt x="5331568" y="96846"/>
                  <a:pt x="5330808" y="94043"/>
                </a:cubicBezTo>
                <a:cubicBezTo>
                  <a:pt x="5330048" y="91237"/>
                  <a:pt x="5328796" y="88900"/>
                  <a:pt x="5327052" y="87030"/>
                </a:cubicBezTo>
                <a:cubicBezTo>
                  <a:pt x="5325308" y="85161"/>
                  <a:pt x="5322983" y="83782"/>
                  <a:pt x="5320077" y="82893"/>
                </a:cubicBezTo>
                <a:cubicBezTo>
                  <a:pt x="5317170" y="82002"/>
                  <a:pt x="5313571" y="81556"/>
                  <a:pt x="5309279" y="81556"/>
                </a:cubicBezTo>
                <a:cubicBezTo>
                  <a:pt x="5303645" y="81556"/>
                  <a:pt x="5298615" y="82182"/>
                  <a:pt x="5294188" y="83434"/>
                </a:cubicBezTo>
                <a:cubicBezTo>
                  <a:pt x="5289761" y="84686"/>
                  <a:pt x="5285849" y="86072"/>
                  <a:pt x="5282451" y="87592"/>
                </a:cubicBezTo>
                <a:cubicBezTo>
                  <a:pt x="5279053" y="89112"/>
                  <a:pt x="5276214" y="90498"/>
                  <a:pt x="5273933" y="91750"/>
                </a:cubicBezTo>
                <a:cubicBezTo>
                  <a:pt x="5271653" y="93002"/>
                  <a:pt x="5269797" y="93628"/>
                  <a:pt x="5268366" y="93628"/>
                </a:cubicBezTo>
                <a:cubicBezTo>
                  <a:pt x="5267383" y="93628"/>
                  <a:pt x="5266511" y="93314"/>
                  <a:pt x="5265751" y="92685"/>
                </a:cubicBezTo>
                <a:cubicBezTo>
                  <a:pt x="5264991" y="92056"/>
                  <a:pt x="5264365" y="91158"/>
                  <a:pt x="5263873" y="89990"/>
                </a:cubicBezTo>
                <a:cubicBezTo>
                  <a:pt x="5263381" y="88822"/>
                  <a:pt x="5263001" y="87384"/>
                  <a:pt x="5262733" y="85676"/>
                </a:cubicBezTo>
                <a:cubicBezTo>
                  <a:pt x="5262464" y="83966"/>
                  <a:pt x="5262330" y="82078"/>
                  <a:pt x="5262330" y="80013"/>
                </a:cubicBezTo>
                <a:cubicBezTo>
                  <a:pt x="5262330" y="77227"/>
                  <a:pt x="5262554" y="75025"/>
                  <a:pt x="5263001" y="73407"/>
                </a:cubicBezTo>
                <a:cubicBezTo>
                  <a:pt x="5263448" y="71789"/>
                  <a:pt x="5264298" y="70329"/>
                  <a:pt x="5265550" y="69027"/>
                </a:cubicBezTo>
                <a:cubicBezTo>
                  <a:pt x="5266802" y="67721"/>
                  <a:pt x="5268992" y="66286"/>
                  <a:pt x="5272122" y="64722"/>
                </a:cubicBezTo>
                <a:cubicBezTo>
                  <a:pt x="5275252" y="63157"/>
                  <a:pt x="5278919" y="61703"/>
                  <a:pt x="5283122" y="60362"/>
                </a:cubicBezTo>
                <a:cubicBezTo>
                  <a:pt x="5287325" y="59021"/>
                  <a:pt x="5291908" y="57925"/>
                  <a:pt x="5296871" y="57076"/>
                </a:cubicBezTo>
                <a:cubicBezTo>
                  <a:pt x="5301834" y="56226"/>
                  <a:pt x="5306953" y="55801"/>
                  <a:pt x="5312230" y="55801"/>
                </a:cubicBezTo>
                <a:cubicBezTo>
                  <a:pt x="5321619" y="55801"/>
                  <a:pt x="5329645" y="56719"/>
                  <a:pt x="5336307" y="58555"/>
                </a:cubicBezTo>
                <a:cubicBezTo>
                  <a:pt x="5342969" y="60389"/>
                  <a:pt x="5348447" y="63208"/>
                  <a:pt x="5352739" y="67014"/>
                </a:cubicBezTo>
                <a:cubicBezTo>
                  <a:pt x="5357032" y="70818"/>
                  <a:pt x="5360161" y="75718"/>
                  <a:pt x="5362129" y="81715"/>
                </a:cubicBezTo>
                <a:cubicBezTo>
                  <a:pt x="5364096" y="87712"/>
                  <a:pt x="5365080" y="94828"/>
                  <a:pt x="5365080" y="103064"/>
                </a:cubicBezTo>
                <a:lnTo>
                  <a:pt x="5365080" y="183631"/>
                </a:lnTo>
                <a:moveTo>
                  <a:pt x="5331948" y="132260"/>
                </a:moveTo>
                <a:lnTo>
                  <a:pt x="5319071" y="132260"/>
                </a:lnTo>
                <a:cubicBezTo>
                  <a:pt x="5313616" y="132260"/>
                  <a:pt x="5308966" y="132665"/>
                  <a:pt x="5305120" y="133476"/>
                </a:cubicBezTo>
                <a:cubicBezTo>
                  <a:pt x="5301275" y="134286"/>
                  <a:pt x="5298145" y="135503"/>
                  <a:pt x="5295731" y="137127"/>
                </a:cubicBezTo>
                <a:cubicBezTo>
                  <a:pt x="5293316" y="138747"/>
                  <a:pt x="5291550" y="140708"/>
                  <a:pt x="5290432" y="143008"/>
                </a:cubicBezTo>
                <a:cubicBezTo>
                  <a:pt x="5289314" y="145305"/>
                  <a:pt x="5288755" y="147940"/>
                  <a:pt x="5288755" y="150913"/>
                </a:cubicBezTo>
                <a:cubicBezTo>
                  <a:pt x="5288755" y="155960"/>
                  <a:pt x="5290343" y="159926"/>
                  <a:pt x="5293517" y="162810"/>
                </a:cubicBezTo>
                <a:cubicBezTo>
                  <a:pt x="5296692" y="165694"/>
                  <a:pt x="5301096" y="167136"/>
                  <a:pt x="5306730" y="167136"/>
                </a:cubicBezTo>
                <a:cubicBezTo>
                  <a:pt x="5311469" y="167136"/>
                  <a:pt x="5315829" y="165920"/>
                  <a:pt x="5319808" y="163489"/>
                </a:cubicBezTo>
                <a:cubicBezTo>
                  <a:pt x="5323788" y="161055"/>
                  <a:pt x="5327834" y="157495"/>
                  <a:pt x="5331948" y="152808"/>
                </a:cubicBezTo>
                <a:lnTo>
                  <a:pt x="5331948" y="132260"/>
                </a:lnTo>
                <a:close/>
                <a:moveTo>
                  <a:pt x="5428954" y="183232"/>
                </a:moveTo>
                <a:cubicBezTo>
                  <a:pt x="5428954" y="184127"/>
                  <a:pt x="5428686" y="184909"/>
                  <a:pt x="5428150" y="185580"/>
                </a:cubicBezTo>
                <a:cubicBezTo>
                  <a:pt x="5427613" y="186250"/>
                  <a:pt x="5426696" y="186809"/>
                  <a:pt x="5425400" y="187256"/>
                </a:cubicBezTo>
                <a:cubicBezTo>
                  <a:pt x="5424103" y="187704"/>
                  <a:pt x="5422382" y="188039"/>
                  <a:pt x="5420235" y="188262"/>
                </a:cubicBezTo>
                <a:cubicBezTo>
                  <a:pt x="5418089" y="188486"/>
                  <a:pt x="5415362" y="188598"/>
                  <a:pt x="5412053" y="188598"/>
                </a:cubicBezTo>
                <a:cubicBezTo>
                  <a:pt x="5408744" y="188598"/>
                  <a:pt x="5406017" y="188486"/>
                  <a:pt x="5403871" y="188262"/>
                </a:cubicBezTo>
                <a:cubicBezTo>
                  <a:pt x="5401724" y="188039"/>
                  <a:pt x="5400003" y="187704"/>
                  <a:pt x="5398706" y="187256"/>
                </a:cubicBezTo>
                <a:cubicBezTo>
                  <a:pt x="5397410" y="186809"/>
                  <a:pt x="5396493" y="186250"/>
                  <a:pt x="5395956" y="185580"/>
                </a:cubicBezTo>
                <a:cubicBezTo>
                  <a:pt x="5395420" y="184909"/>
                  <a:pt x="5395152" y="184127"/>
                  <a:pt x="5395152" y="183232"/>
                </a:cubicBezTo>
                <a:lnTo>
                  <a:pt x="5395152" y="63850"/>
                </a:lnTo>
                <a:cubicBezTo>
                  <a:pt x="5395152" y="62955"/>
                  <a:pt x="5395420" y="62173"/>
                  <a:pt x="5395956" y="61502"/>
                </a:cubicBezTo>
                <a:cubicBezTo>
                  <a:pt x="5396493" y="60832"/>
                  <a:pt x="5397410" y="60250"/>
                  <a:pt x="5398706" y="59758"/>
                </a:cubicBezTo>
                <a:cubicBezTo>
                  <a:pt x="5400003" y="59267"/>
                  <a:pt x="5401724" y="58887"/>
                  <a:pt x="5403871" y="58618"/>
                </a:cubicBezTo>
                <a:cubicBezTo>
                  <a:pt x="5406017" y="58350"/>
                  <a:pt x="5408744" y="58216"/>
                  <a:pt x="5412053" y="58216"/>
                </a:cubicBezTo>
                <a:cubicBezTo>
                  <a:pt x="5415362" y="58216"/>
                  <a:pt x="5418089" y="58350"/>
                  <a:pt x="5420235" y="58618"/>
                </a:cubicBezTo>
                <a:cubicBezTo>
                  <a:pt x="5422382" y="58887"/>
                  <a:pt x="5424103" y="59267"/>
                  <a:pt x="5425400" y="59758"/>
                </a:cubicBezTo>
                <a:cubicBezTo>
                  <a:pt x="5426696" y="60250"/>
                  <a:pt x="5427613" y="60832"/>
                  <a:pt x="5428150" y="61502"/>
                </a:cubicBezTo>
                <a:cubicBezTo>
                  <a:pt x="5428686" y="62173"/>
                  <a:pt x="5428954" y="62955"/>
                  <a:pt x="5428954" y="63850"/>
                </a:cubicBezTo>
                <a:lnTo>
                  <a:pt x="5428954" y="183232"/>
                </a:lnTo>
                <a:moveTo>
                  <a:pt x="5431503" y="23072"/>
                </a:moveTo>
                <a:cubicBezTo>
                  <a:pt x="5431503" y="29868"/>
                  <a:pt x="5430117" y="34563"/>
                  <a:pt x="5427345" y="37156"/>
                </a:cubicBezTo>
                <a:cubicBezTo>
                  <a:pt x="5424573" y="39750"/>
                  <a:pt x="5419431" y="41046"/>
                  <a:pt x="5411919" y="41046"/>
                </a:cubicBezTo>
                <a:cubicBezTo>
                  <a:pt x="5404318" y="41046"/>
                  <a:pt x="5399198" y="39794"/>
                  <a:pt x="5396560" y="37290"/>
                </a:cubicBezTo>
                <a:cubicBezTo>
                  <a:pt x="5393922" y="34786"/>
                  <a:pt x="5392603" y="30270"/>
                  <a:pt x="5392603" y="23742"/>
                </a:cubicBezTo>
                <a:cubicBezTo>
                  <a:pt x="5392603" y="16946"/>
                  <a:pt x="5393967" y="12229"/>
                  <a:pt x="5396694" y="9591"/>
                </a:cubicBezTo>
                <a:cubicBezTo>
                  <a:pt x="5399422" y="6953"/>
                  <a:pt x="5404586" y="5634"/>
                  <a:pt x="5412187" y="5634"/>
                </a:cubicBezTo>
                <a:cubicBezTo>
                  <a:pt x="5419699" y="5634"/>
                  <a:pt x="5424796" y="6908"/>
                  <a:pt x="5427479" y="9457"/>
                </a:cubicBezTo>
                <a:cubicBezTo>
                  <a:pt x="5430162" y="12005"/>
                  <a:pt x="5431503" y="16544"/>
                  <a:pt x="5431503" y="23072"/>
                </a:cubicBezTo>
                <a:close/>
                <a:moveTo>
                  <a:pt x="5543490" y="149480"/>
                </a:moveTo>
                <a:cubicBezTo>
                  <a:pt x="5543490" y="156290"/>
                  <a:pt x="5542216" y="162294"/>
                  <a:pt x="5539667" y="167492"/>
                </a:cubicBezTo>
                <a:cubicBezTo>
                  <a:pt x="5537119" y="172687"/>
                  <a:pt x="5533519" y="177033"/>
                  <a:pt x="5528869" y="180529"/>
                </a:cubicBezTo>
                <a:cubicBezTo>
                  <a:pt x="5524219" y="184022"/>
                  <a:pt x="5518719" y="186642"/>
                  <a:pt x="5512370" y="188388"/>
                </a:cubicBezTo>
                <a:cubicBezTo>
                  <a:pt x="5506021" y="190138"/>
                  <a:pt x="5499135" y="191012"/>
                  <a:pt x="5491713" y="191012"/>
                </a:cubicBezTo>
                <a:cubicBezTo>
                  <a:pt x="5487242" y="191012"/>
                  <a:pt x="5482972" y="190673"/>
                  <a:pt x="5478903" y="189994"/>
                </a:cubicBezTo>
                <a:cubicBezTo>
                  <a:pt x="5474834" y="189315"/>
                  <a:pt x="5471190" y="188455"/>
                  <a:pt x="5467971" y="187416"/>
                </a:cubicBezTo>
                <a:cubicBezTo>
                  <a:pt x="5464751" y="186373"/>
                  <a:pt x="5462069" y="185310"/>
                  <a:pt x="5459922" y="184226"/>
                </a:cubicBezTo>
                <a:cubicBezTo>
                  <a:pt x="5457776" y="183139"/>
                  <a:pt x="5456211" y="182120"/>
                  <a:pt x="5455227" y="181170"/>
                </a:cubicBezTo>
                <a:cubicBezTo>
                  <a:pt x="5454244" y="180220"/>
                  <a:pt x="5453484" y="178733"/>
                  <a:pt x="5452947" y="176710"/>
                </a:cubicBezTo>
                <a:cubicBezTo>
                  <a:pt x="5452411" y="174687"/>
                  <a:pt x="5452142" y="171696"/>
                  <a:pt x="5452142" y="167739"/>
                </a:cubicBezTo>
                <a:cubicBezTo>
                  <a:pt x="5452142" y="165132"/>
                  <a:pt x="5452232" y="163042"/>
                  <a:pt x="5452411" y="161468"/>
                </a:cubicBezTo>
                <a:cubicBezTo>
                  <a:pt x="5452589" y="159895"/>
                  <a:pt x="5452858" y="158636"/>
                  <a:pt x="5453215" y="157692"/>
                </a:cubicBezTo>
                <a:cubicBezTo>
                  <a:pt x="5453573" y="156747"/>
                  <a:pt x="5454020" y="156118"/>
                  <a:pt x="5454557" y="155805"/>
                </a:cubicBezTo>
                <a:cubicBezTo>
                  <a:pt x="5455093" y="155490"/>
                  <a:pt x="5455764" y="155332"/>
                  <a:pt x="5456569" y="155332"/>
                </a:cubicBezTo>
                <a:cubicBezTo>
                  <a:pt x="5457553" y="155332"/>
                  <a:pt x="5459006" y="155898"/>
                  <a:pt x="5460928" y="157029"/>
                </a:cubicBezTo>
                <a:cubicBezTo>
                  <a:pt x="5462851" y="158161"/>
                  <a:pt x="5465243" y="159406"/>
                  <a:pt x="5468105" y="160764"/>
                </a:cubicBezTo>
                <a:cubicBezTo>
                  <a:pt x="5470966" y="162122"/>
                  <a:pt x="5474297" y="163390"/>
                  <a:pt x="5478098" y="164566"/>
                </a:cubicBezTo>
                <a:cubicBezTo>
                  <a:pt x="5481899" y="165743"/>
                  <a:pt x="5486213" y="166331"/>
                  <a:pt x="5491042" y="166331"/>
                </a:cubicBezTo>
                <a:cubicBezTo>
                  <a:pt x="5494083" y="166331"/>
                  <a:pt x="5496788" y="166019"/>
                  <a:pt x="5499158" y="165396"/>
                </a:cubicBezTo>
                <a:cubicBezTo>
                  <a:pt x="5501527" y="164773"/>
                  <a:pt x="5503584" y="163883"/>
                  <a:pt x="5505328" y="162726"/>
                </a:cubicBezTo>
                <a:cubicBezTo>
                  <a:pt x="5507072" y="161566"/>
                  <a:pt x="5508391" y="160096"/>
                  <a:pt x="5509285" y="158316"/>
                </a:cubicBezTo>
                <a:cubicBezTo>
                  <a:pt x="5510179" y="156536"/>
                  <a:pt x="5510626" y="154488"/>
                  <a:pt x="5510626" y="152171"/>
                </a:cubicBezTo>
                <a:cubicBezTo>
                  <a:pt x="5510626" y="149483"/>
                  <a:pt x="5509799" y="147176"/>
                  <a:pt x="5508145" y="145250"/>
                </a:cubicBezTo>
                <a:cubicBezTo>
                  <a:pt x="5506490" y="143322"/>
                  <a:pt x="5504300" y="141641"/>
                  <a:pt x="5501572" y="140208"/>
                </a:cubicBezTo>
                <a:cubicBezTo>
                  <a:pt x="5498845" y="138774"/>
                  <a:pt x="5495759" y="137430"/>
                  <a:pt x="5492317" y="136175"/>
                </a:cubicBezTo>
                <a:cubicBezTo>
                  <a:pt x="5488874" y="134920"/>
                  <a:pt x="5485341" y="133531"/>
                  <a:pt x="5481720" y="132008"/>
                </a:cubicBezTo>
                <a:cubicBezTo>
                  <a:pt x="5478098" y="130485"/>
                  <a:pt x="5474566" y="128739"/>
                  <a:pt x="5471123" y="126769"/>
                </a:cubicBezTo>
                <a:cubicBezTo>
                  <a:pt x="5467680" y="124796"/>
                  <a:pt x="5464595" y="122376"/>
                  <a:pt x="5461867" y="119508"/>
                </a:cubicBezTo>
                <a:cubicBezTo>
                  <a:pt x="5459140" y="116641"/>
                  <a:pt x="5456949" y="113193"/>
                  <a:pt x="5455295" y="109163"/>
                </a:cubicBezTo>
                <a:cubicBezTo>
                  <a:pt x="5453640" y="105131"/>
                  <a:pt x="5452813" y="100292"/>
                  <a:pt x="5452813" y="94647"/>
                </a:cubicBezTo>
                <a:cubicBezTo>
                  <a:pt x="5452813" y="88910"/>
                  <a:pt x="5453931" y="83645"/>
                  <a:pt x="5456166" y="78852"/>
                </a:cubicBezTo>
                <a:cubicBezTo>
                  <a:pt x="5458402" y="74059"/>
                  <a:pt x="5461621" y="69961"/>
                  <a:pt x="5465824" y="66558"/>
                </a:cubicBezTo>
                <a:cubicBezTo>
                  <a:pt x="5470027" y="63151"/>
                  <a:pt x="5475147" y="60507"/>
                  <a:pt x="5481183" y="58627"/>
                </a:cubicBezTo>
                <a:cubicBezTo>
                  <a:pt x="5487219" y="56743"/>
                  <a:pt x="5493993" y="55801"/>
                  <a:pt x="5501505" y="55801"/>
                </a:cubicBezTo>
                <a:cubicBezTo>
                  <a:pt x="5505261" y="55801"/>
                  <a:pt x="5508905" y="56070"/>
                  <a:pt x="5512437" y="56606"/>
                </a:cubicBezTo>
                <a:cubicBezTo>
                  <a:pt x="5515970" y="57143"/>
                  <a:pt x="5519167" y="57813"/>
                  <a:pt x="5522028" y="58618"/>
                </a:cubicBezTo>
                <a:cubicBezTo>
                  <a:pt x="5524890" y="59423"/>
                  <a:pt x="5527304" y="60295"/>
                  <a:pt x="5529272" y="61234"/>
                </a:cubicBezTo>
                <a:cubicBezTo>
                  <a:pt x="5531239" y="62173"/>
                  <a:pt x="5532647" y="62978"/>
                  <a:pt x="5533497" y="63648"/>
                </a:cubicBezTo>
                <a:cubicBezTo>
                  <a:pt x="5534346" y="64319"/>
                  <a:pt x="5534950" y="64990"/>
                  <a:pt x="5535308" y="65660"/>
                </a:cubicBezTo>
                <a:cubicBezTo>
                  <a:pt x="5535665" y="66331"/>
                  <a:pt x="5535934" y="67136"/>
                  <a:pt x="5536113" y="68075"/>
                </a:cubicBezTo>
                <a:cubicBezTo>
                  <a:pt x="5536291" y="69014"/>
                  <a:pt x="5536448" y="70176"/>
                  <a:pt x="5536582" y="71563"/>
                </a:cubicBezTo>
                <a:cubicBezTo>
                  <a:pt x="5536716" y="72949"/>
                  <a:pt x="5536783" y="74670"/>
                  <a:pt x="5536783" y="76727"/>
                </a:cubicBezTo>
                <a:cubicBezTo>
                  <a:pt x="5536783" y="79141"/>
                  <a:pt x="5536716" y="81109"/>
                  <a:pt x="5536582" y="82629"/>
                </a:cubicBezTo>
                <a:cubicBezTo>
                  <a:pt x="5536448" y="84149"/>
                  <a:pt x="5536224" y="85356"/>
                  <a:pt x="5535911" y="86251"/>
                </a:cubicBezTo>
                <a:cubicBezTo>
                  <a:pt x="5535598" y="87145"/>
                  <a:pt x="5535174" y="87749"/>
                  <a:pt x="5534637" y="88062"/>
                </a:cubicBezTo>
                <a:cubicBezTo>
                  <a:pt x="5534101" y="88374"/>
                  <a:pt x="5533475" y="88531"/>
                  <a:pt x="5532759" y="88531"/>
                </a:cubicBezTo>
                <a:cubicBezTo>
                  <a:pt x="5531954" y="88531"/>
                  <a:pt x="5530702" y="88062"/>
                  <a:pt x="5529003" y="87123"/>
                </a:cubicBezTo>
                <a:cubicBezTo>
                  <a:pt x="5527304" y="86184"/>
                  <a:pt x="5525180" y="85178"/>
                  <a:pt x="5522632" y="84104"/>
                </a:cubicBezTo>
                <a:cubicBezTo>
                  <a:pt x="5520083" y="83031"/>
                  <a:pt x="5517132" y="82025"/>
                  <a:pt x="5513779" y="81086"/>
                </a:cubicBezTo>
                <a:cubicBezTo>
                  <a:pt x="5510425" y="80147"/>
                  <a:pt x="5506602" y="79678"/>
                  <a:pt x="5502310" y="79678"/>
                </a:cubicBezTo>
                <a:cubicBezTo>
                  <a:pt x="5499269" y="79678"/>
                  <a:pt x="5496631" y="79994"/>
                  <a:pt x="5494396" y="80625"/>
                </a:cubicBezTo>
                <a:cubicBezTo>
                  <a:pt x="5492160" y="81254"/>
                  <a:pt x="5490327" y="82152"/>
                  <a:pt x="5488896" y="83321"/>
                </a:cubicBezTo>
                <a:cubicBezTo>
                  <a:pt x="5487465" y="84489"/>
                  <a:pt x="5486392" y="85859"/>
                  <a:pt x="5485677" y="87433"/>
                </a:cubicBezTo>
                <a:cubicBezTo>
                  <a:pt x="5484961" y="89006"/>
                  <a:pt x="5484604" y="90693"/>
                  <a:pt x="5484604" y="92492"/>
                </a:cubicBezTo>
                <a:cubicBezTo>
                  <a:pt x="5484604" y="95270"/>
                  <a:pt x="5485453" y="97601"/>
                  <a:pt x="5487152" y="99484"/>
                </a:cubicBezTo>
                <a:cubicBezTo>
                  <a:pt x="5488851" y="101365"/>
                  <a:pt x="5491087" y="103022"/>
                  <a:pt x="5493859" y="104456"/>
                </a:cubicBezTo>
                <a:cubicBezTo>
                  <a:pt x="5496631" y="105889"/>
                  <a:pt x="5499784" y="107233"/>
                  <a:pt x="5503316" y="108488"/>
                </a:cubicBezTo>
                <a:cubicBezTo>
                  <a:pt x="5506848" y="109743"/>
                  <a:pt x="5510425" y="111109"/>
                  <a:pt x="5514047" y="112588"/>
                </a:cubicBezTo>
                <a:cubicBezTo>
                  <a:pt x="5517669" y="114066"/>
                  <a:pt x="5521246" y="115790"/>
                  <a:pt x="5524778" y="117760"/>
                </a:cubicBezTo>
                <a:cubicBezTo>
                  <a:pt x="5528310" y="119731"/>
                  <a:pt x="5531462" y="122151"/>
                  <a:pt x="5534235" y="125021"/>
                </a:cubicBezTo>
                <a:cubicBezTo>
                  <a:pt x="5537007" y="127888"/>
                  <a:pt x="5539242" y="131315"/>
                  <a:pt x="5540942" y="135303"/>
                </a:cubicBezTo>
                <a:cubicBezTo>
                  <a:pt x="5542641" y="139288"/>
                  <a:pt x="5543490" y="144014"/>
                  <a:pt x="5543490" y="149480"/>
                </a:cubicBezTo>
                <a:close/>
                <a:moveTo>
                  <a:pt x="5750639" y="121659"/>
                </a:moveTo>
                <a:cubicBezTo>
                  <a:pt x="5750639" y="132323"/>
                  <a:pt x="5749499" y="141933"/>
                  <a:pt x="5747219" y="150490"/>
                </a:cubicBezTo>
                <a:cubicBezTo>
                  <a:pt x="5744938" y="159047"/>
                  <a:pt x="5741607" y="166327"/>
                  <a:pt x="5737226" y="172329"/>
                </a:cubicBezTo>
                <a:cubicBezTo>
                  <a:pt x="5732844" y="178332"/>
                  <a:pt x="5727389" y="182947"/>
                  <a:pt x="5720861" y="186175"/>
                </a:cubicBezTo>
                <a:cubicBezTo>
                  <a:pt x="5714333" y="189400"/>
                  <a:pt x="5706866" y="191012"/>
                  <a:pt x="5698460" y="191012"/>
                </a:cubicBezTo>
                <a:cubicBezTo>
                  <a:pt x="5694972" y="191012"/>
                  <a:pt x="5691775" y="190676"/>
                  <a:pt x="5688869" y="190002"/>
                </a:cubicBezTo>
                <a:cubicBezTo>
                  <a:pt x="5685963" y="189331"/>
                  <a:pt x="5683146" y="188302"/>
                  <a:pt x="5680418" y="186913"/>
                </a:cubicBezTo>
                <a:cubicBezTo>
                  <a:pt x="5677691" y="185524"/>
                  <a:pt x="5674986" y="183800"/>
                  <a:pt x="5672303" y="181740"/>
                </a:cubicBezTo>
                <a:cubicBezTo>
                  <a:pt x="5669620" y="179678"/>
                  <a:pt x="5666848" y="177258"/>
                  <a:pt x="5663986" y="174480"/>
                </a:cubicBezTo>
                <a:lnTo>
                  <a:pt x="5663986" y="230847"/>
                </a:lnTo>
                <a:cubicBezTo>
                  <a:pt x="5663986" y="231741"/>
                  <a:pt x="5663718" y="232546"/>
                  <a:pt x="5663181" y="233262"/>
                </a:cubicBezTo>
                <a:cubicBezTo>
                  <a:pt x="5662645" y="233980"/>
                  <a:pt x="5661728" y="234585"/>
                  <a:pt x="5660432" y="235077"/>
                </a:cubicBezTo>
                <a:cubicBezTo>
                  <a:pt x="5659135" y="235568"/>
                  <a:pt x="5657414" y="235948"/>
                  <a:pt x="5655267" y="236217"/>
                </a:cubicBezTo>
                <a:cubicBezTo>
                  <a:pt x="5653121" y="236485"/>
                  <a:pt x="5650394" y="236619"/>
                  <a:pt x="5647085" y="236619"/>
                </a:cubicBezTo>
                <a:cubicBezTo>
                  <a:pt x="5643776" y="236619"/>
                  <a:pt x="5641049" y="236485"/>
                  <a:pt x="5638903" y="236217"/>
                </a:cubicBezTo>
                <a:cubicBezTo>
                  <a:pt x="5636756" y="235948"/>
                  <a:pt x="5635035" y="235568"/>
                  <a:pt x="5633738" y="235077"/>
                </a:cubicBezTo>
                <a:cubicBezTo>
                  <a:pt x="5632442" y="234585"/>
                  <a:pt x="5631525" y="233980"/>
                  <a:pt x="5630988" y="233262"/>
                </a:cubicBezTo>
                <a:cubicBezTo>
                  <a:pt x="5630452" y="232546"/>
                  <a:pt x="5630184" y="231741"/>
                  <a:pt x="5630184" y="230847"/>
                </a:cubicBezTo>
                <a:lnTo>
                  <a:pt x="5630184" y="63586"/>
                </a:lnTo>
                <a:cubicBezTo>
                  <a:pt x="5630184" y="62691"/>
                  <a:pt x="5630407" y="61909"/>
                  <a:pt x="5630854" y="61238"/>
                </a:cubicBezTo>
                <a:cubicBezTo>
                  <a:pt x="5631301" y="60565"/>
                  <a:pt x="5632084" y="60004"/>
                  <a:pt x="5633202" y="59557"/>
                </a:cubicBezTo>
                <a:cubicBezTo>
                  <a:pt x="5634319" y="59110"/>
                  <a:pt x="5635795" y="58775"/>
                  <a:pt x="5637628" y="58551"/>
                </a:cubicBezTo>
                <a:cubicBezTo>
                  <a:pt x="5639461" y="58328"/>
                  <a:pt x="5641764" y="58216"/>
                  <a:pt x="5644536" y="58216"/>
                </a:cubicBezTo>
                <a:cubicBezTo>
                  <a:pt x="5647219" y="58216"/>
                  <a:pt x="5649477" y="58328"/>
                  <a:pt x="5651310" y="58551"/>
                </a:cubicBezTo>
                <a:cubicBezTo>
                  <a:pt x="5653143" y="58772"/>
                  <a:pt x="5654619" y="59106"/>
                  <a:pt x="5655737" y="59553"/>
                </a:cubicBezTo>
                <a:cubicBezTo>
                  <a:pt x="5656855" y="59997"/>
                  <a:pt x="5657637" y="60553"/>
                  <a:pt x="5658084" y="61221"/>
                </a:cubicBezTo>
                <a:cubicBezTo>
                  <a:pt x="5658531" y="61886"/>
                  <a:pt x="5658755" y="62665"/>
                  <a:pt x="5658755" y="63556"/>
                </a:cubicBezTo>
                <a:lnTo>
                  <a:pt x="5658755" y="77574"/>
                </a:lnTo>
                <a:cubicBezTo>
                  <a:pt x="5662242" y="73991"/>
                  <a:pt x="5665663" y="70833"/>
                  <a:pt x="5669016" y="68100"/>
                </a:cubicBezTo>
                <a:cubicBezTo>
                  <a:pt x="5672370" y="65367"/>
                  <a:pt x="5675790" y="63083"/>
                  <a:pt x="5679278" y="61247"/>
                </a:cubicBezTo>
                <a:cubicBezTo>
                  <a:pt x="5682766" y="59408"/>
                  <a:pt x="5686365" y="58041"/>
                  <a:pt x="5690076" y="57147"/>
                </a:cubicBezTo>
                <a:cubicBezTo>
                  <a:pt x="5693787" y="56250"/>
                  <a:pt x="5697744" y="55801"/>
                  <a:pt x="5701947" y="55801"/>
                </a:cubicBezTo>
                <a:cubicBezTo>
                  <a:pt x="5710711" y="55801"/>
                  <a:pt x="5718178" y="57527"/>
                  <a:pt x="5724348" y="60978"/>
                </a:cubicBezTo>
                <a:cubicBezTo>
                  <a:pt x="5730519" y="64427"/>
                  <a:pt x="5735549" y="69152"/>
                  <a:pt x="5739439" y="75155"/>
                </a:cubicBezTo>
                <a:cubicBezTo>
                  <a:pt x="5743329" y="81158"/>
                  <a:pt x="5746168" y="88147"/>
                  <a:pt x="5747957" y="96122"/>
                </a:cubicBezTo>
                <a:cubicBezTo>
                  <a:pt x="5749745" y="104098"/>
                  <a:pt x="5750639" y="112610"/>
                  <a:pt x="5750639" y="121659"/>
                </a:cubicBezTo>
                <a:moveTo>
                  <a:pt x="5715495" y="124145"/>
                </a:moveTo>
                <a:cubicBezTo>
                  <a:pt x="5715495" y="119039"/>
                  <a:pt x="5715115" y="114135"/>
                  <a:pt x="5714355" y="109431"/>
                </a:cubicBezTo>
                <a:cubicBezTo>
                  <a:pt x="5713595" y="104728"/>
                  <a:pt x="5712298" y="100541"/>
                  <a:pt x="5710465" y="96868"/>
                </a:cubicBezTo>
                <a:cubicBezTo>
                  <a:pt x="5708632" y="93196"/>
                  <a:pt x="5706217" y="90264"/>
                  <a:pt x="5703222" y="88070"/>
                </a:cubicBezTo>
                <a:cubicBezTo>
                  <a:pt x="5700226" y="85873"/>
                  <a:pt x="5696492" y="84775"/>
                  <a:pt x="5692021" y="84775"/>
                </a:cubicBezTo>
                <a:cubicBezTo>
                  <a:pt x="5689785" y="84775"/>
                  <a:pt x="5687572" y="85110"/>
                  <a:pt x="5685381" y="85781"/>
                </a:cubicBezTo>
                <a:cubicBezTo>
                  <a:pt x="5683190" y="86449"/>
                  <a:pt x="5680955" y="87542"/>
                  <a:pt x="5678674" y="89059"/>
                </a:cubicBezTo>
                <a:cubicBezTo>
                  <a:pt x="5676394" y="90577"/>
                  <a:pt x="5674047" y="92541"/>
                  <a:pt x="5671632" y="94953"/>
                </a:cubicBezTo>
                <a:cubicBezTo>
                  <a:pt x="5669218" y="97362"/>
                  <a:pt x="5666669" y="100350"/>
                  <a:pt x="5663986" y="103919"/>
                </a:cubicBezTo>
                <a:lnTo>
                  <a:pt x="5663986" y="143431"/>
                </a:lnTo>
                <a:cubicBezTo>
                  <a:pt x="5668726" y="149453"/>
                  <a:pt x="5673242" y="154105"/>
                  <a:pt x="5677534" y="157386"/>
                </a:cubicBezTo>
                <a:cubicBezTo>
                  <a:pt x="5681827" y="160666"/>
                  <a:pt x="5686298" y="162307"/>
                  <a:pt x="5690948" y="162307"/>
                </a:cubicBezTo>
                <a:cubicBezTo>
                  <a:pt x="5695330" y="162307"/>
                  <a:pt x="5699063" y="161188"/>
                  <a:pt x="5702149" y="158949"/>
                </a:cubicBezTo>
                <a:cubicBezTo>
                  <a:pt x="5705234" y="156708"/>
                  <a:pt x="5707760" y="153774"/>
                  <a:pt x="5709727" y="150146"/>
                </a:cubicBezTo>
                <a:cubicBezTo>
                  <a:pt x="5711695" y="146519"/>
                  <a:pt x="5713148" y="142421"/>
                  <a:pt x="5714087" y="137852"/>
                </a:cubicBezTo>
                <a:cubicBezTo>
                  <a:pt x="5715026" y="133283"/>
                  <a:pt x="5715495" y="128714"/>
                  <a:pt x="5715495" y="124145"/>
                </a:cubicBezTo>
                <a:close/>
                <a:moveTo>
                  <a:pt x="5877117" y="183631"/>
                </a:moveTo>
                <a:cubicBezTo>
                  <a:pt x="5877117" y="184882"/>
                  <a:pt x="5876670" y="185868"/>
                  <a:pt x="5875776" y="186586"/>
                </a:cubicBezTo>
                <a:cubicBezTo>
                  <a:pt x="5874882" y="187301"/>
                  <a:pt x="5873473" y="187815"/>
                  <a:pt x="5871551" y="188128"/>
                </a:cubicBezTo>
                <a:cubicBezTo>
                  <a:pt x="5869628" y="188441"/>
                  <a:pt x="5866789" y="188598"/>
                  <a:pt x="5863033" y="188598"/>
                </a:cubicBezTo>
                <a:cubicBezTo>
                  <a:pt x="5859009" y="188598"/>
                  <a:pt x="5856080" y="188441"/>
                  <a:pt x="5854247" y="188128"/>
                </a:cubicBezTo>
                <a:cubicBezTo>
                  <a:pt x="5852414" y="187815"/>
                  <a:pt x="5851117" y="187301"/>
                  <a:pt x="5850357" y="186586"/>
                </a:cubicBezTo>
                <a:cubicBezTo>
                  <a:pt x="5849597" y="185870"/>
                  <a:pt x="5849217" y="184887"/>
                  <a:pt x="5849217" y="183635"/>
                </a:cubicBezTo>
                <a:lnTo>
                  <a:pt x="5849217" y="174111"/>
                </a:lnTo>
                <a:cubicBezTo>
                  <a:pt x="5844298" y="179387"/>
                  <a:pt x="5838687" y="183523"/>
                  <a:pt x="5832382" y="186519"/>
                </a:cubicBezTo>
                <a:cubicBezTo>
                  <a:pt x="5826078" y="189514"/>
                  <a:pt x="5819080" y="191012"/>
                  <a:pt x="5811390" y="191012"/>
                </a:cubicBezTo>
                <a:cubicBezTo>
                  <a:pt x="5805041" y="191012"/>
                  <a:pt x="5799206" y="190182"/>
                  <a:pt x="5793885" y="188522"/>
                </a:cubicBezTo>
                <a:cubicBezTo>
                  <a:pt x="5788564" y="186862"/>
                  <a:pt x="5783959" y="184395"/>
                  <a:pt x="5780069" y="181120"/>
                </a:cubicBezTo>
                <a:cubicBezTo>
                  <a:pt x="5776179" y="177844"/>
                  <a:pt x="5773160" y="173785"/>
                  <a:pt x="5771014" y="168942"/>
                </a:cubicBezTo>
                <a:cubicBezTo>
                  <a:pt x="5768868" y="164097"/>
                  <a:pt x="5767795" y="158443"/>
                  <a:pt x="5767795" y="151982"/>
                </a:cubicBezTo>
                <a:cubicBezTo>
                  <a:pt x="5767795" y="144982"/>
                  <a:pt x="5769159" y="138903"/>
                  <a:pt x="5771886" y="133744"/>
                </a:cubicBezTo>
                <a:cubicBezTo>
                  <a:pt x="5774614" y="128585"/>
                  <a:pt x="5778682" y="124323"/>
                  <a:pt x="5784093" y="120959"/>
                </a:cubicBezTo>
                <a:cubicBezTo>
                  <a:pt x="5789503" y="117594"/>
                  <a:pt x="5796232" y="115104"/>
                  <a:pt x="5804280" y="113489"/>
                </a:cubicBezTo>
                <a:cubicBezTo>
                  <a:pt x="5812329" y="111874"/>
                  <a:pt x="5821674" y="111066"/>
                  <a:pt x="5832315" y="111066"/>
                </a:cubicBezTo>
                <a:lnTo>
                  <a:pt x="5843985" y="111066"/>
                </a:lnTo>
                <a:lnTo>
                  <a:pt x="5843985" y="103856"/>
                </a:lnTo>
                <a:cubicBezTo>
                  <a:pt x="5843985" y="100117"/>
                  <a:pt x="5843605" y="96846"/>
                  <a:pt x="5842845" y="94043"/>
                </a:cubicBezTo>
                <a:cubicBezTo>
                  <a:pt x="5842085" y="91237"/>
                  <a:pt x="5840833" y="88900"/>
                  <a:pt x="5839089" y="87030"/>
                </a:cubicBezTo>
                <a:cubicBezTo>
                  <a:pt x="5837345" y="85161"/>
                  <a:pt x="5835020" y="83782"/>
                  <a:pt x="5832114" y="82893"/>
                </a:cubicBezTo>
                <a:cubicBezTo>
                  <a:pt x="5829208" y="82002"/>
                  <a:pt x="5825608" y="81556"/>
                  <a:pt x="5821316" y="81556"/>
                </a:cubicBezTo>
                <a:cubicBezTo>
                  <a:pt x="5815682" y="81556"/>
                  <a:pt x="5810652" y="82182"/>
                  <a:pt x="5806225" y="83434"/>
                </a:cubicBezTo>
                <a:cubicBezTo>
                  <a:pt x="5801799" y="84686"/>
                  <a:pt x="5797887" y="86072"/>
                  <a:pt x="5794488" y="87592"/>
                </a:cubicBezTo>
                <a:cubicBezTo>
                  <a:pt x="5791090" y="89112"/>
                  <a:pt x="5788251" y="90498"/>
                  <a:pt x="5785971" y="91750"/>
                </a:cubicBezTo>
                <a:cubicBezTo>
                  <a:pt x="5783690" y="93002"/>
                  <a:pt x="5781835" y="93628"/>
                  <a:pt x="5780404" y="93628"/>
                </a:cubicBezTo>
                <a:cubicBezTo>
                  <a:pt x="5779420" y="93628"/>
                  <a:pt x="5778548" y="93314"/>
                  <a:pt x="5777788" y="92685"/>
                </a:cubicBezTo>
                <a:cubicBezTo>
                  <a:pt x="5777028" y="92056"/>
                  <a:pt x="5776402" y="91158"/>
                  <a:pt x="5775910" y="89990"/>
                </a:cubicBezTo>
                <a:cubicBezTo>
                  <a:pt x="5775418" y="88822"/>
                  <a:pt x="5775038" y="87384"/>
                  <a:pt x="5774770" y="85676"/>
                </a:cubicBezTo>
                <a:cubicBezTo>
                  <a:pt x="5774502" y="83966"/>
                  <a:pt x="5774368" y="82078"/>
                  <a:pt x="5774368" y="80013"/>
                </a:cubicBezTo>
                <a:cubicBezTo>
                  <a:pt x="5774368" y="77227"/>
                  <a:pt x="5774591" y="75025"/>
                  <a:pt x="5775038" y="73407"/>
                </a:cubicBezTo>
                <a:cubicBezTo>
                  <a:pt x="5775486" y="71789"/>
                  <a:pt x="5776335" y="70329"/>
                  <a:pt x="5777587" y="69027"/>
                </a:cubicBezTo>
                <a:cubicBezTo>
                  <a:pt x="5778839" y="67721"/>
                  <a:pt x="5781030" y="66286"/>
                  <a:pt x="5784160" y="64722"/>
                </a:cubicBezTo>
                <a:cubicBezTo>
                  <a:pt x="5787290" y="63157"/>
                  <a:pt x="5790956" y="61703"/>
                  <a:pt x="5795159" y="60362"/>
                </a:cubicBezTo>
                <a:cubicBezTo>
                  <a:pt x="5799362" y="59021"/>
                  <a:pt x="5803945" y="57925"/>
                  <a:pt x="5808908" y="57076"/>
                </a:cubicBezTo>
                <a:cubicBezTo>
                  <a:pt x="5813871" y="56226"/>
                  <a:pt x="5818991" y="55801"/>
                  <a:pt x="5824267" y="55801"/>
                </a:cubicBezTo>
                <a:cubicBezTo>
                  <a:pt x="5833657" y="55801"/>
                  <a:pt x="5841683" y="56719"/>
                  <a:pt x="5848345" y="58555"/>
                </a:cubicBezTo>
                <a:cubicBezTo>
                  <a:pt x="5855007" y="60389"/>
                  <a:pt x="5860484" y="63208"/>
                  <a:pt x="5864777" y="67014"/>
                </a:cubicBezTo>
                <a:cubicBezTo>
                  <a:pt x="5869069" y="70818"/>
                  <a:pt x="5872199" y="75718"/>
                  <a:pt x="5874166" y="81715"/>
                </a:cubicBezTo>
                <a:cubicBezTo>
                  <a:pt x="5876134" y="87712"/>
                  <a:pt x="5877117" y="94828"/>
                  <a:pt x="5877117" y="103064"/>
                </a:cubicBezTo>
                <a:lnTo>
                  <a:pt x="5877117" y="183631"/>
                </a:lnTo>
                <a:moveTo>
                  <a:pt x="5843985" y="132260"/>
                </a:moveTo>
                <a:lnTo>
                  <a:pt x="5831108" y="132260"/>
                </a:lnTo>
                <a:cubicBezTo>
                  <a:pt x="5825653" y="132260"/>
                  <a:pt x="5821003" y="132665"/>
                  <a:pt x="5817158" y="133476"/>
                </a:cubicBezTo>
                <a:cubicBezTo>
                  <a:pt x="5813312" y="134286"/>
                  <a:pt x="5810183" y="135503"/>
                  <a:pt x="5807768" y="137127"/>
                </a:cubicBezTo>
                <a:cubicBezTo>
                  <a:pt x="5805354" y="138747"/>
                  <a:pt x="5803587" y="140708"/>
                  <a:pt x="5802470" y="143008"/>
                </a:cubicBezTo>
                <a:cubicBezTo>
                  <a:pt x="5801352" y="145305"/>
                  <a:pt x="5800793" y="147940"/>
                  <a:pt x="5800793" y="150913"/>
                </a:cubicBezTo>
                <a:cubicBezTo>
                  <a:pt x="5800793" y="155960"/>
                  <a:pt x="5802380" y="159926"/>
                  <a:pt x="5805555" y="162810"/>
                </a:cubicBezTo>
                <a:cubicBezTo>
                  <a:pt x="5808729" y="165694"/>
                  <a:pt x="5813134" y="167136"/>
                  <a:pt x="5818767" y="167136"/>
                </a:cubicBezTo>
                <a:cubicBezTo>
                  <a:pt x="5823507" y="167136"/>
                  <a:pt x="5827866" y="165920"/>
                  <a:pt x="5831846" y="163489"/>
                </a:cubicBezTo>
                <a:cubicBezTo>
                  <a:pt x="5835825" y="161055"/>
                  <a:pt x="5839872" y="157495"/>
                  <a:pt x="5843985" y="152808"/>
                </a:cubicBezTo>
                <a:lnTo>
                  <a:pt x="5843985" y="132260"/>
                </a:lnTo>
                <a:close/>
                <a:moveTo>
                  <a:pt x="5984049" y="74581"/>
                </a:moveTo>
                <a:cubicBezTo>
                  <a:pt x="5984049" y="77800"/>
                  <a:pt x="5983959" y="80438"/>
                  <a:pt x="5983780" y="82495"/>
                </a:cubicBezTo>
                <a:cubicBezTo>
                  <a:pt x="5983601" y="84552"/>
                  <a:pt x="5983333" y="86161"/>
                  <a:pt x="5982975" y="87324"/>
                </a:cubicBezTo>
                <a:cubicBezTo>
                  <a:pt x="5982618" y="88486"/>
                  <a:pt x="5982148" y="89291"/>
                  <a:pt x="5981567" y="89738"/>
                </a:cubicBezTo>
                <a:cubicBezTo>
                  <a:pt x="5980986" y="90185"/>
                  <a:pt x="5980248" y="90409"/>
                  <a:pt x="5979354" y="90409"/>
                </a:cubicBezTo>
                <a:cubicBezTo>
                  <a:pt x="5978638" y="90409"/>
                  <a:pt x="5977834" y="90252"/>
                  <a:pt x="5976939" y="89939"/>
                </a:cubicBezTo>
                <a:cubicBezTo>
                  <a:pt x="5976045" y="89626"/>
                  <a:pt x="5975039" y="89291"/>
                  <a:pt x="5973921" y="88933"/>
                </a:cubicBezTo>
                <a:cubicBezTo>
                  <a:pt x="5972803" y="88576"/>
                  <a:pt x="5971574" y="88240"/>
                  <a:pt x="5970232" y="87927"/>
                </a:cubicBezTo>
                <a:cubicBezTo>
                  <a:pt x="5968891" y="87614"/>
                  <a:pt x="5967415" y="87458"/>
                  <a:pt x="5965806" y="87458"/>
                </a:cubicBezTo>
                <a:cubicBezTo>
                  <a:pt x="5963928" y="87458"/>
                  <a:pt x="5962050" y="87841"/>
                  <a:pt x="5960172" y="88606"/>
                </a:cubicBezTo>
                <a:cubicBezTo>
                  <a:pt x="5958294" y="89369"/>
                  <a:pt x="5956349" y="90561"/>
                  <a:pt x="5954337" y="92182"/>
                </a:cubicBezTo>
                <a:cubicBezTo>
                  <a:pt x="5952325" y="93803"/>
                  <a:pt x="5950223" y="95963"/>
                  <a:pt x="5948033" y="98663"/>
                </a:cubicBezTo>
                <a:cubicBezTo>
                  <a:pt x="5945842" y="101362"/>
                  <a:pt x="5943494" y="104692"/>
                  <a:pt x="5940990" y="108652"/>
                </a:cubicBezTo>
                <a:lnTo>
                  <a:pt x="5940990" y="183232"/>
                </a:lnTo>
                <a:cubicBezTo>
                  <a:pt x="5940990" y="184127"/>
                  <a:pt x="5940722" y="184909"/>
                  <a:pt x="5940186" y="185580"/>
                </a:cubicBezTo>
                <a:cubicBezTo>
                  <a:pt x="5939649" y="186250"/>
                  <a:pt x="5938732" y="186809"/>
                  <a:pt x="5937436" y="187256"/>
                </a:cubicBezTo>
                <a:cubicBezTo>
                  <a:pt x="5936139" y="187704"/>
                  <a:pt x="5934418" y="188039"/>
                  <a:pt x="5932271" y="188262"/>
                </a:cubicBezTo>
                <a:cubicBezTo>
                  <a:pt x="5930125" y="188486"/>
                  <a:pt x="5927398" y="188598"/>
                  <a:pt x="5924089" y="188598"/>
                </a:cubicBezTo>
                <a:cubicBezTo>
                  <a:pt x="5920780" y="188598"/>
                  <a:pt x="5918053" y="188486"/>
                  <a:pt x="5915907" y="188262"/>
                </a:cubicBezTo>
                <a:cubicBezTo>
                  <a:pt x="5913760" y="188039"/>
                  <a:pt x="5912039" y="187704"/>
                  <a:pt x="5910742" y="187256"/>
                </a:cubicBezTo>
                <a:cubicBezTo>
                  <a:pt x="5909446" y="186809"/>
                  <a:pt x="5908529" y="186250"/>
                  <a:pt x="5907992" y="185580"/>
                </a:cubicBezTo>
                <a:cubicBezTo>
                  <a:pt x="5907456" y="184909"/>
                  <a:pt x="5907188" y="184127"/>
                  <a:pt x="5907188" y="183232"/>
                </a:cubicBezTo>
                <a:lnTo>
                  <a:pt x="5907188" y="63581"/>
                </a:lnTo>
                <a:cubicBezTo>
                  <a:pt x="5907188" y="62687"/>
                  <a:pt x="5907411" y="61905"/>
                  <a:pt x="5907858" y="61234"/>
                </a:cubicBezTo>
                <a:cubicBezTo>
                  <a:pt x="5908305" y="60563"/>
                  <a:pt x="5909110" y="60004"/>
                  <a:pt x="5910273" y="59557"/>
                </a:cubicBezTo>
                <a:cubicBezTo>
                  <a:pt x="5911435" y="59110"/>
                  <a:pt x="5912933" y="58775"/>
                  <a:pt x="5914766" y="58551"/>
                </a:cubicBezTo>
                <a:cubicBezTo>
                  <a:pt x="5916600" y="58328"/>
                  <a:pt x="5918902" y="58216"/>
                  <a:pt x="5921674" y="58216"/>
                </a:cubicBezTo>
                <a:cubicBezTo>
                  <a:pt x="5924536" y="58216"/>
                  <a:pt x="5926906" y="58328"/>
                  <a:pt x="5928784" y="58551"/>
                </a:cubicBezTo>
                <a:cubicBezTo>
                  <a:pt x="5930662" y="58775"/>
                  <a:pt x="5932115" y="59110"/>
                  <a:pt x="5933143" y="59557"/>
                </a:cubicBezTo>
                <a:cubicBezTo>
                  <a:pt x="5934172" y="60004"/>
                  <a:pt x="5934909" y="60563"/>
                  <a:pt x="5935357" y="61234"/>
                </a:cubicBezTo>
                <a:cubicBezTo>
                  <a:pt x="5935804" y="61905"/>
                  <a:pt x="5936027" y="62687"/>
                  <a:pt x="5936027" y="63581"/>
                </a:cubicBezTo>
                <a:lnTo>
                  <a:pt x="5936027" y="78471"/>
                </a:lnTo>
                <a:cubicBezTo>
                  <a:pt x="5939157" y="73971"/>
                  <a:pt x="5942108" y="70260"/>
                  <a:pt x="5944880" y="67337"/>
                </a:cubicBezTo>
                <a:cubicBezTo>
                  <a:pt x="5947653" y="64414"/>
                  <a:pt x="5950291" y="62099"/>
                  <a:pt x="5952794" y="60391"/>
                </a:cubicBezTo>
                <a:cubicBezTo>
                  <a:pt x="5955298" y="58681"/>
                  <a:pt x="5957802" y="57489"/>
                  <a:pt x="5960306" y="56816"/>
                </a:cubicBezTo>
                <a:cubicBezTo>
                  <a:pt x="5962810" y="56139"/>
                  <a:pt x="5965314" y="55801"/>
                  <a:pt x="5967818" y="55801"/>
                </a:cubicBezTo>
                <a:cubicBezTo>
                  <a:pt x="5968980" y="55801"/>
                  <a:pt x="5970232" y="55868"/>
                  <a:pt x="5971574" y="56003"/>
                </a:cubicBezTo>
                <a:cubicBezTo>
                  <a:pt x="5972915" y="56137"/>
                  <a:pt x="5974301" y="56360"/>
                  <a:pt x="5975732" y="56673"/>
                </a:cubicBezTo>
                <a:cubicBezTo>
                  <a:pt x="5977163" y="56986"/>
                  <a:pt x="5978415" y="57344"/>
                  <a:pt x="5979488" y="57746"/>
                </a:cubicBezTo>
                <a:cubicBezTo>
                  <a:pt x="5980561" y="58149"/>
                  <a:pt x="5981343" y="58574"/>
                  <a:pt x="5981835" y="59021"/>
                </a:cubicBezTo>
                <a:cubicBezTo>
                  <a:pt x="5982327" y="59468"/>
                  <a:pt x="5982685" y="59960"/>
                  <a:pt x="5982908" y="60496"/>
                </a:cubicBezTo>
                <a:cubicBezTo>
                  <a:pt x="5983132" y="61033"/>
                  <a:pt x="5983333" y="61770"/>
                  <a:pt x="5983512" y="62709"/>
                </a:cubicBezTo>
                <a:cubicBezTo>
                  <a:pt x="5983691" y="63648"/>
                  <a:pt x="5983825" y="65057"/>
                  <a:pt x="5983914" y="66935"/>
                </a:cubicBezTo>
                <a:cubicBezTo>
                  <a:pt x="5984004" y="68813"/>
                  <a:pt x="5984049" y="71361"/>
                  <a:pt x="5984049" y="74581"/>
                </a:cubicBezTo>
                <a:close/>
                <a:moveTo>
                  <a:pt x="6074924" y="171336"/>
                </a:moveTo>
                <a:cubicBezTo>
                  <a:pt x="6074924" y="175290"/>
                  <a:pt x="6074679" y="178324"/>
                  <a:pt x="6074187" y="180436"/>
                </a:cubicBezTo>
                <a:cubicBezTo>
                  <a:pt x="6073695" y="182546"/>
                  <a:pt x="6073047" y="184029"/>
                  <a:pt x="6072242" y="184884"/>
                </a:cubicBezTo>
                <a:cubicBezTo>
                  <a:pt x="6071437" y="185736"/>
                  <a:pt x="6070252" y="186499"/>
                  <a:pt x="6068687" y="187173"/>
                </a:cubicBezTo>
                <a:cubicBezTo>
                  <a:pt x="6067122" y="187846"/>
                  <a:pt x="6065289" y="188430"/>
                  <a:pt x="6063187" y="188925"/>
                </a:cubicBezTo>
                <a:cubicBezTo>
                  <a:pt x="6061086" y="189419"/>
                  <a:pt x="6058806" y="189801"/>
                  <a:pt x="6056346" y="190069"/>
                </a:cubicBezTo>
                <a:cubicBezTo>
                  <a:pt x="6053887" y="190340"/>
                  <a:pt x="6051406" y="190476"/>
                  <a:pt x="6048902" y="190476"/>
                </a:cubicBezTo>
                <a:cubicBezTo>
                  <a:pt x="6042195" y="190476"/>
                  <a:pt x="6036382" y="189626"/>
                  <a:pt x="6031464" y="187927"/>
                </a:cubicBezTo>
                <a:cubicBezTo>
                  <a:pt x="6026545" y="186228"/>
                  <a:pt x="6022477" y="183612"/>
                  <a:pt x="6019257" y="180080"/>
                </a:cubicBezTo>
                <a:cubicBezTo>
                  <a:pt x="6016038" y="176548"/>
                  <a:pt x="6013668" y="172099"/>
                  <a:pt x="6012148" y="166733"/>
                </a:cubicBezTo>
                <a:cubicBezTo>
                  <a:pt x="6010628" y="161368"/>
                  <a:pt x="6009868" y="155019"/>
                  <a:pt x="6009868" y="147686"/>
                </a:cubicBezTo>
                <a:lnTo>
                  <a:pt x="6009868" y="86385"/>
                </a:lnTo>
                <a:lnTo>
                  <a:pt x="5995515" y="86385"/>
                </a:lnTo>
                <a:cubicBezTo>
                  <a:pt x="5993816" y="86385"/>
                  <a:pt x="5992519" y="85334"/>
                  <a:pt x="5991625" y="83233"/>
                </a:cubicBezTo>
                <a:cubicBezTo>
                  <a:pt x="5990731" y="81131"/>
                  <a:pt x="5990284" y="77621"/>
                  <a:pt x="5990284" y="72703"/>
                </a:cubicBezTo>
                <a:cubicBezTo>
                  <a:pt x="5990284" y="70109"/>
                  <a:pt x="5990395" y="67918"/>
                  <a:pt x="5990619" y="66130"/>
                </a:cubicBezTo>
                <a:cubicBezTo>
                  <a:pt x="5990842" y="64341"/>
                  <a:pt x="5991178" y="62933"/>
                  <a:pt x="5991625" y="61905"/>
                </a:cubicBezTo>
                <a:cubicBezTo>
                  <a:pt x="5992072" y="60876"/>
                  <a:pt x="5992631" y="60138"/>
                  <a:pt x="5993302" y="59691"/>
                </a:cubicBezTo>
                <a:cubicBezTo>
                  <a:pt x="5993972" y="59244"/>
                  <a:pt x="5994755" y="59021"/>
                  <a:pt x="5995649" y="59021"/>
                </a:cubicBezTo>
                <a:lnTo>
                  <a:pt x="6009868" y="59021"/>
                </a:lnTo>
                <a:lnTo>
                  <a:pt x="6009868" y="32218"/>
                </a:lnTo>
                <a:cubicBezTo>
                  <a:pt x="6009868" y="31318"/>
                  <a:pt x="6010114" y="30509"/>
                  <a:pt x="6010605" y="29791"/>
                </a:cubicBezTo>
                <a:cubicBezTo>
                  <a:pt x="6011097" y="29073"/>
                  <a:pt x="6011991" y="28468"/>
                  <a:pt x="6013288" y="27976"/>
                </a:cubicBezTo>
                <a:cubicBezTo>
                  <a:pt x="6014585" y="27482"/>
                  <a:pt x="6016329" y="27122"/>
                  <a:pt x="6018520" y="26899"/>
                </a:cubicBezTo>
                <a:cubicBezTo>
                  <a:pt x="6020710" y="26672"/>
                  <a:pt x="6023416" y="26559"/>
                  <a:pt x="6026635" y="26559"/>
                </a:cubicBezTo>
                <a:cubicBezTo>
                  <a:pt x="6029944" y="26559"/>
                  <a:pt x="6032693" y="26672"/>
                  <a:pt x="6034884" y="26899"/>
                </a:cubicBezTo>
                <a:cubicBezTo>
                  <a:pt x="6037075" y="27122"/>
                  <a:pt x="6038797" y="27482"/>
                  <a:pt x="6040049" y="27976"/>
                </a:cubicBezTo>
                <a:cubicBezTo>
                  <a:pt x="6041301" y="28468"/>
                  <a:pt x="6042195" y="29073"/>
                  <a:pt x="6042731" y="29791"/>
                </a:cubicBezTo>
                <a:cubicBezTo>
                  <a:pt x="6043268" y="30509"/>
                  <a:pt x="6043536" y="31318"/>
                  <a:pt x="6043536" y="32218"/>
                </a:cubicBezTo>
                <a:lnTo>
                  <a:pt x="6043536" y="59021"/>
                </a:lnTo>
                <a:lnTo>
                  <a:pt x="6069559" y="59021"/>
                </a:lnTo>
                <a:cubicBezTo>
                  <a:pt x="6070453" y="59021"/>
                  <a:pt x="6071236" y="59244"/>
                  <a:pt x="6071906" y="59691"/>
                </a:cubicBezTo>
                <a:cubicBezTo>
                  <a:pt x="6072577" y="60138"/>
                  <a:pt x="6073136" y="60876"/>
                  <a:pt x="6073583" y="61905"/>
                </a:cubicBezTo>
                <a:cubicBezTo>
                  <a:pt x="6074030" y="62933"/>
                  <a:pt x="6074366" y="64341"/>
                  <a:pt x="6074589" y="66130"/>
                </a:cubicBezTo>
                <a:cubicBezTo>
                  <a:pt x="6074813" y="67918"/>
                  <a:pt x="6074924" y="70109"/>
                  <a:pt x="6074924" y="72703"/>
                </a:cubicBezTo>
                <a:cubicBezTo>
                  <a:pt x="6074924" y="77621"/>
                  <a:pt x="6074477" y="81131"/>
                  <a:pt x="6073583" y="83233"/>
                </a:cubicBezTo>
                <a:cubicBezTo>
                  <a:pt x="6072689" y="85334"/>
                  <a:pt x="6071392" y="86385"/>
                  <a:pt x="6069693" y="86385"/>
                </a:cubicBezTo>
                <a:lnTo>
                  <a:pt x="6043536" y="86385"/>
                </a:lnTo>
                <a:lnTo>
                  <a:pt x="6043536" y="142488"/>
                </a:lnTo>
                <a:cubicBezTo>
                  <a:pt x="6043536" y="149005"/>
                  <a:pt x="6044565" y="153892"/>
                  <a:pt x="6046621" y="157151"/>
                </a:cubicBezTo>
                <a:cubicBezTo>
                  <a:pt x="6048678" y="160409"/>
                  <a:pt x="6052345" y="162039"/>
                  <a:pt x="6057621" y="162039"/>
                </a:cubicBezTo>
                <a:cubicBezTo>
                  <a:pt x="6059409" y="162039"/>
                  <a:pt x="6061019" y="161882"/>
                  <a:pt x="6062450" y="161569"/>
                </a:cubicBezTo>
                <a:cubicBezTo>
                  <a:pt x="6063880" y="161256"/>
                  <a:pt x="6065155" y="160898"/>
                  <a:pt x="6066273" y="160496"/>
                </a:cubicBezTo>
                <a:cubicBezTo>
                  <a:pt x="6067390" y="160094"/>
                  <a:pt x="6068329" y="159736"/>
                  <a:pt x="6069089" y="159423"/>
                </a:cubicBezTo>
                <a:cubicBezTo>
                  <a:pt x="6069850" y="159110"/>
                  <a:pt x="6070543" y="158953"/>
                  <a:pt x="6071169" y="158953"/>
                </a:cubicBezTo>
                <a:cubicBezTo>
                  <a:pt x="6071705" y="158953"/>
                  <a:pt x="6072219" y="159110"/>
                  <a:pt x="6072711" y="159423"/>
                </a:cubicBezTo>
                <a:cubicBezTo>
                  <a:pt x="6073203" y="159736"/>
                  <a:pt x="6073583" y="160363"/>
                  <a:pt x="6073851" y="161305"/>
                </a:cubicBezTo>
                <a:cubicBezTo>
                  <a:pt x="6074120" y="162244"/>
                  <a:pt x="6074366" y="163522"/>
                  <a:pt x="6074589" y="165140"/>
                </a:cubicBezTo>
                <a:cubicBezTo>
                  <a:pt x="6074813" y="166756"/>
                  <a:pt x="6074924" y="168821"/>
                  <a:pt x="6074924" y="171336"/>
                </a:cubicBezTo>
                <a:close/>
                <a:moveTo>
                  <a:pt x="6131000" y="183232"/>
                </a:moveTo>
                <a:cubicBezTo>
                  <a:pt x="6131000" y="184127"/>
                  <a:pt x="6130732" y="184909"/>
                  <a:pt x="6130195" y="185580"/>
                </a:cubicBezTo>
                <a:cubicBezTo>
                  <a:pt x="6129658" y="186250"/>
                  <a:pt x="6128742" y="186809"/>
                  <a:pt x="6127445" y="187256"/>
                </a:cubicBezTo>
                <a:cubicBezTo>
                  <a:pt x="6126148" y="187704"/>
                  <a:pt x="6124427" y="188039"/>
                  <a:pt x="6122281" y="188262"/>
                </a:cubicBezTo>
                <a:cubicBezTo>
                  <a:pt x="6120135" y="188486"/>
                  <a:pt x="6117407" y="188598"/>
                  <a:pt x="6114098" y="188598"/>
                </a:cubicBezTo>
                <a:cubicBezTo>
                  <a:pt x="6110790" y="188598"/>
                  <a:pt x="6108062" y="188486"/>
                  <a:pt x="6105916" y="188262"/>
                </a:cubicBezTo>
                <a:cubicBezTo>
                  <a:pt x="6103770" y="188039"/>
                  <a:pt x="6102048" y="187704"/>
                  <a:pt x="6100752" y="187256"/>
                </a:cubicBezTo>
                <a:cubicBezTo>
                  <a:pt x="6099455" y="186809"/>
                  <a:pt x="6098538" y="186250"/>
                  <a:pt x="6098002" y="185580"/>
                </a:cubicBezTo>
                <a:cubicBezTo>
                  <a:pt x="6097465" y="184909"/>
                  <a:pt x="6097197" y="184127"/>
                  <a:pt x="6097197" y="183232"/>
                </a:cubicBezTo>
                <a:lnTo>
                  <a:pt x="6097197" y="63850"/>
                </a:lnTo>
                <a:cubicBezTo>
                  <a:pt x="6097197" y="62955"/>
                  <a:pt x="6097465" y="62173"/>
                  <a:pt x="6098002" y="61502"/>
                </a:cubicBezTo>
                <a:cubicBezTo>
                  <a:pt x="6098538" y="60832"/>
                  <a:pt x="6099455" y="60250"/>
                  <a:pt x="6100752" y="59758"/>
                </a:cubicBezTo>
                <a:cubicBezTo>
                  <a:pt x="6102048" y="59267"/>
                  <a:pt x="6103770" y="58887"/>
                  <a:pt x="6105916" y="58618"/>
                </a:cubicBezTo>
                <a:cubicBezTo>
                  <a:pt x="6108062" y="58350"/>
                  <a:pt x="6110790" y="58216"/>
                  <a:pt x="6114098" y="58216"/>
                </a:cubicBezTo>
                <a:cubicBezTo>
                  <a:pt x="6117407" y="58216"/>
                  <a:pt x="6120135" y="58350"/>
                  <a:pt x="6122281" y="58618"/>
                </a:cubicBezTo>
                <a:cubicBezTo>
                  <a:pt x="6124427" y="58887"/>
                  <a:pt x="6126148" y="59267"/>
                  <a:pt x="6127445" y="59758"/>
                </a:cubicBezTo>
                <a:cubicBezTo>
                  <a:pt x="6128742" y="60250"/>
                  <a:pt x="6129658" y="60832"/>
                  <a:pt x="6130195" y="61502"/>
                </a:cubicBezTo>
                <a:cubicBezTo>
                  <a:pt x="6130732" y="62173"/>
                  <a:pt x="6131000" y="62955"/>
                  <a:pt x="6131000" y="63850"/>
                </a:cubicBezTo>
                <a:lnTo>
                  <a:pt x="6131000" y="183232"/>
                </a:lnTo>
                <a:moveTo>
                  <a:pt x="6133548" y="23072"/>
                </a:moveTo>
                <a:cubicBezTo>
                  <a:pt x="6133548" y="29868"/>
                  <a:pt x="6132162" y="34563"/>
                  <a:pt x="6129390" y="37156"/>
                </a:cubicBezTo>
                <a:cubicBezTo>
                  <a:pt x="6126618" y="39750"/>
                  <a:pt x="6121476" y="41046"/>
                  <a:pt x="6113964" y="41046"/>
                </a:cubicBezTo>
                <a:cubicBezTo>
                  <a:pt x="6106363" y="41046"/>
                  <a:pt x="6101244" y="39794"/>
                  <a:pt x="6098606" y="37290"/>
                </a:cubicBezTo>
                <a:cubicBezTo>
                  <a:pt x="6095967" y="34786"/>
                  <a:pt x="6094648" y="30270"/>
                  <a:pt x="6094648" y="23742"/>
                </a:cubicBezTo>
                <a:cubicBezTo>
                  <a:pt x="6094648" y="16946"/>
                  <a:pt x="6096012" y="12229"/>
                  <a:pt x="6098740" y="9591"/>
                </a:cubicBezTo>
                <a:cubicBezTo>
                  <a:pt x="6101467" y="6953"/>
                  <a:pt x="6106631" y="5634"/>
                  <a:pt x="6114233" y="5634"/>
                </a:cubicBezTo>
                <a:cubicBezTo>
                  <a:pt x="6121744" y="5634"/>
                  <a:pt x="6126842" y="6908"/>
                  <a:pt x="6129524" y="9457"/>
                </a:cubicBezTo>
                <a:cubicBezTo>
                  <a:pt x="6132207" y="12005"/>
                  <a:pt x="6133548" y="16544"/>
                  <a:pt x="6133548" y="23072"/>
                </a:cubicBezTo>
                <a:close/>
                <a:moveTo>
                  <a:pt x="6251841" y="164185"/>
                </a:moveTo>
                <a:cubicBezTo>
                  <a:pt x="6251841" y="166510"/>
                  <a:pt x="6251774" y="168455"/>
                  <a:pt x="6251639" y="170020"/>
                </a:cubicBezTo>
                <a:cubicBezTo>
                  <a:pt x="6251505" y="171585"/>
                  <a:pt x="6251327" y="172904"/>
                  <a:pt x="6251103" y="173977"/>
                </a:cubicBezTo>
                <a:cubicBezTo>
                  <a:pt x="6250879" y="175050"/>
                  <a:pt x="6250611" y="175922"/>
                  <a:pt x="6250298" y="176592"/>
                </a:cubicBezTo>
                <a:cubicBezTo>
                  <a:pt x="6249985" y="177263"/>
                  <a:pt x="6249292" y="178113"/>
                  <a:pt x="6248219" y="179141"/>
                </a:cubicBezTo>
                <a:cubicBezTo>
                  <a:pt x="6247146" y="180170"/>
                  <a:pt x="6245313" y="181421"/>
                  <a:pt x="6242719" y="182897"/>
                </a:cubicBezTo>
                <a:cubicBezTo>
                  <a:pt x="6240126" y="184372"/>
                  <a:pt x="6237175" y="185692"/>
                  <a:pt x="6233866" y="186854"/>
                </a:cubicBezTo>
                <a:cubicBezTo>
                  <a:pt x="6230557" y="188017"/>
                  <a:pt x="6226958" y="188956"/>
                  <a:pt x="6223068" y="189671"/>
                </a:cubicBezTo>
                <a:cubicBezTo>
                  <a:pt x="6219178" y="190386"/>
                  <a:pt x="6215176" y="190744"/>
                  <a:pt x="6211063" y="190744"/>
                </a:cubicBezTo>
                <a:cubicBezTo>
                  <a:pt x="6201852" y="190744"/>
                  <a:pt x="6193692" y="189313"/>
                  <a:pt x="6186583" y="186452"/>
                </a:cubicBezTo>
                <a:cubicBezTo>
                  <a:pt x="6179473" y="183590"/>
                  <a:pt x="6173504" y="179365"/>
                  <a:pt x="6168675" y="173776"/>
                </a:cubicBezTo>
                <a:cubicBezTo>
                  <a:pt x="6163846" y="168187"/>
                  <a:pt x="6160202" y="161368"/>
                  <a:pt x="6157743" y="153320"/>
                </a:cubicBezTo>
                <a:cubicBezTo>
                  <a:pt x="6155284" y="145271"/>
                  <a:pt x="6154054" y="136061"/>
                  <a:pt x="6154054" y="125687"/>
                </a:cubicBezTo>
                <a:cubicBezTo>
                  <a:pt x="6154054" y="113704"/>
                  <a:pt x="6155552" y="103353"/>
                  <a:pt x="6158548" y="94634"/>
                </a:cubicBezTo>
                <a:cubicBezTo>
                  <a:pt x="6161544" y="85915"/>
                  <a:pt x="6165724" y="78694"/>
                  <a:pt x="6171090" y="72971"/>
                </a:cubicBezTo>
                <a:cubicBezTo>
                  <a:pt x="6176455" y="67248"/>
                  <a:pt x="6182804" y="63000"/>
                  <a:pt x="6190137" y="60228"/>
                </a:cubicBezTo>
                <a:cubicBezTo>
                  <a:pt x="6197470" y="57456"/>
                  <a:pt x="6205518" y="56070"/>
                  <a:pt x="6214282" y="56070"/>
                </a:cubicBezTo>
                <a:cubicBezTo>
                  <a:pt x="6217859" y="56070"/>
                  <a:pt x="6221369" y="56383"/>
                  <a:pt x="6224812" y="57009"/>
                </a:cubicBezTo>
                <a:cubicBezTo>
                  <a:pt x="6228255" y="57635"/>
                  <a:pt x="6231474" y="58484"/>
                  <a:pt x="6234470" y="59557"/>
                </a:cubicBezTo>
                <a:cubicBezTo>
                  <a:pt x="6237466" y="60630"/>
                  <a:pt x="6240148" y="61838"/>
                  <a:pt x="6242518" y="63179"/>
                </a:cubicBezTo>
                <a:cubicBezTo>
                  <a:pt x="6244888" y="64520"/>
                  <a:pt x="6246565" y="65683"/>
                  <a:pt x="6247548" y="66667"/>
                </a:cubicBezTo>
                <a:cubicBezTo>
                  <a:pt x="6248532" y="67650"/>
                  <a:pt x="6249225" y="68477"/>
                  <a:pt x="6249627" y="69148"/>
                </a:cubicBezTo>
                <a:cubicBezTo>
                  <a:pt x="6250030" y="69819"/>
                  <a:pt x="6250343" y="70691"/>
                  <a:pt x="6250566" y="71764"/>
                </a:cubicBezTo>
                <a:cubicBezTo>
                  <a:pt x="6250790" y="72837"/>
                  <a:pt x="6250969" y="74156"/>
                  <a:pt x="6251103" y="75721"/>
                </a:cubicBezTo>
                <a:cubicBezTo>
                  <a:pt x="6251237" y="77286"/>
                  <a:pt x="6251304" y="79186"/>
                  <a:pt x="6251304" y="81422"/>
                </a:cubicBezTo>
                <a:cubicBezTo>
                  <a:pt x="6251304" y="86608"/>
                  <a:pt x="6250857" y="90252"/>
                  <a:pt x="6249963" y="92354"/>
                </a:cubicBezTo>
                <a:cubicBezTo>
                  <a:pt x="6249069" y="94455"/>
                  <a:pt x="6247906" y="95506"/>
                  <a:pt x="6246475" y="95506"/>
                </a:cubicBezTo>
                <a:cubicBezTo>
                  <a:pt x="6244955" y="95506"/>
                  <a:pt x="6243345" y="94880"/>
                  <a:pt x="6241646" y="93628"/>
                </a:cubicBezTo>
                <a:cubicBezTo>
                  <a:pt x="6239947" y="92376"/>
                  <a:pt x="6237935" y="90990"/>
                  <a:pt x="6235610" y="89470"/>
                </a:cubicBezTo>
                <a:cubicBezTo>
                  <a:pt x="6233285" y="87950"/>
                  <a:pt x="6230513" y="86564"/>
                  <a:pt x="6227293" y="85312"/>
                </a:cubicBezTo>
                <a:cubicBezTo>
                  <a:pt x="6224074" y="84060"/>
                  <a:pt x="6220229" y="83434"/>
                  <a:pt x="6215758" y="83434"/>
                </a:cubicBezTo>
                <a:cubicBezTo>
                  <a:pt x="6206994" y="83434"/>
                  <a:pt x="6200287" y="86810"/>
                  <a:pt x="6195637" y="93561"/>
                </a:cubicBezTo>
                <a:cubicBezTo>
                  <a:pt x="6190987" y="100313"/>
                  <a:pt x="6188662" y="110217"/>
                  <a:pt x="6188662" y="123273"/>
                </a:cubicBezTo>
                <a:cubicBezTo>
                  <a:pt x="6188662" y="129711"/>
                  <a:pt x="6189243" y="135390"/>
                  <a:pt x="6190406" y="140308"/>
                </a:cubicBezTo>
                <a:cubicBezTo>
                  <a:pt x="6191568" y="145227"/>
                  <a:pt x="6193290" y="149340"/>
                  <a:pt x="6195570" y="152649"/>
                </a:cubicBezTo>
                <a:cubicBezTo>
                  <a:pt x="6197850" y="155958"/>
                  <a:pt x="6200712" y="158439"/>
                  <a:pt x="6204155" y="160094"/>
                </a:cubicBezTo>
                <a:cubicBezTo>
                  <a:pt x="6207598" y="161748"/>
                  <a:pt x="6211599" y="162575"/>
                  <a:pt x="6216160" y="162575"/>
                </a:cubicBezTo>
                <a:cubicBezTo>
                  <a:pt x="6220810" y="162575"/>
                  <a:pt x="6224812" y="161882"/>
                  <a:pt x="6228165" y="160496"/>
                </a:cubicBezTo>
                <a:cubicBezTo>
                  <a:pt x="6231519" y="159110"/>
                  <a:pt x="6234447" y="157567"/>
                  <a:pt x="6236951" y="155868"/>
                </a:cubicBezTo>
                <a:cubicBezTo>
                  <a:pt x="6239455" y="154169"/>
                  <a:pt x="6241557" y="152627"/>
                  <a:pt x="6243256" y="151240"/>
                </a:cubicBezTo>
                <a:cubicBezTo>
                  <a:pt x="6244955" y="149854"/>
                  <a:pt x="6246386" y="149161"/>
                  <a:pt x="6247548" y="149161"/>
                </a:cubicBezTo>
                <a:cubicBezTo>
                  <a:pt x="6248353" y="149161"/>
                  <a:pt x="6249024" y="149385"/>
                  <a:pt x="6249560" y="149832"/>
                </a:cubicBezTo>
                <a:cubicBezTo>
                  <a:pt x="6250097" y="150279"/>
                  <a:pt x="6250522" y="151106"/>
                  <a:pt x="6250835" y="152314"/>
                </a:cubicBezTo>
                <a:cubicBezTo>
                  <a:pt x="6251148" y="153521"/>
                  <a:pt x="6251394" y="155063"/>
                  <a:pt x="6251572" y="156941"/>
                </a:cubicBezTo>
                <a:cubicBezTo>
                  <a:pt x="6251751" y="158819"/>
                  <a:pt x="6251841" y="161234"/>
                  <a:pt x="6251841" y="164185"/>
                </a:cubicBezTo>
                <a:close/>
                <a:moveTo>
                  <a:pt x="6391533" y="183232"/>
                </a:moveTo>
                <a:cubicBezTo>
                  <a:pt x="6391533" y="184127"/>
                  <a:pt x="6391310" y="184909"/>
                  <a:pt x="6390862" y="185580"/>
                </a:cubicBezTo>
                <a:cubicBezTo>
                  <a:pt x="6390415" y="186250"/>
                  <a:pt x="6389633" y="186809"/>
                  <a:pt x="6388515" y="187256"/>
                </a:cubicBezTo>
                <a:cubicBezTo>
                  <a:pt x="6387397" y="187704"/>
                  <a:pt x="6385922" y="188039"/>
                  <a:pt x="6384088" y="188262"/>
                </a:cubicBezTo>
                <a:cubicBezTo>
                  <a:pt x="6382255" y="188486"/>
                  <a:pt x="6379953" y="188598"/>
                  <a:pt x="6377180" y="188598"/>
                </a:cubicBezTo>
                <a:cubicBezTo>
                  <a:pt x="6374229" y="188598"/>
                  <a:pt x="6371837" y="188486"/>
                  <a:pt x="6370004" y="188262"/>
                </a:cubicBezTo>
                <a:cubicBezTo>
                  <a:pt x="6368171" y="188039"/>
                  <a:pt x="6366718" y="187704"/>
                  <a:pt x="6365645" y="187256"/>
                </a:cubicBezTo>
                <a:cubicBezTo>
                  <a:pt x="6364571" y="186809"/>
                  <a:pt x="6363811" y="186250"/>
                  <a:pt x="6363364" y="185580"/>
                </a:cubicBezTo>
                <a:cubicBezTo>
                  <a:pt x="6362917" y="184909"/>
                  <a:pt x="6362694" y="184127"/>
                  <a:pt x="6362694" y="183232"/>
                </a:cubicBezTo>
                <a:lnTo>
                  <a:pt x="6362694" y="169416"/>
                </a:lnTo>
                <a:cubicBezTo>
                  <a:pt x="6356076" y="176615"/>
                  <a:pt x="6349347" y="182014"/>
                  <a:pt x="6342506" y="185613"/>
                </a:cubicBezTo>
                <a:cubicBezTo>
                  <a:pt x="6335665" y="189213"/>
                  <a:pt x="6328578" y="191012"/>
                  <a:pt x="6321245" y="191012"/>
                </a:cubicBezTo>
                <a:cubicBezTo>
                  <a:pt x="6313018" y="191012"/>
                  <a:pt x="6306110" y="189670"/>
                  <a:pt x="6300521" y="186984"/>
                </a:cubicBezTo>
                <a:cubicBezTo>
                  <a:pt x="6294932" y="184298"/>
                  <a:pt x="6290416" y="180629"/>
                  <a:pt x="6286973" y="175976"/>
                </a:cubicBezTo>
                <a:cubicBezTo>
                  <a:pt x="6283530" y="171321"/>
                  <a:pt x="6281071" y="165927"/>
                  <a:pt x="6279595" y="159796"/>
                </a:cubicBezTo>
                <a:cubicBezTo>
                  <a:pt x="6278120" y="153662"/>
                  <a:pt x="6277382" y="146030"/>
                  <a:pt x="6277382" y="136900"/>
                </a:cubicBezTo>
                <a:lnTo>
                  <a:pt x="6277382" y="63586"/>
                </a:lnTo>
                <a:cubicBezTo>
                  <a:pt x="6277382" y="62691"/>
                  <a:pt x="6277628" y="61909"/>
                  <a:pt x="6278120" y="61238"/>
                </a:cubicBezTo>
                <a:cubicBezTo>
                  <a:pt x="6278611" y="60565"/>
                  <a:pt x="6279506" y="60004"/>
                  <a:pt x="6280802" y="59557"/>
                </a:cubicBezTo>
                <a:cubicBezTo>
                  <a:pt x="6282099" y="59110"/>
                  <a:pt x="6283843" y="58775"/>
                  <a:pt x="6286034" y="58551"/>
                </a:cubicBezTo>
                <a:cubicBezTo>
                  <a:pt x="6288225" y="58328"/>
                  <a:pt x="6290930" y="58216"/>
                  <a:pt x="6294149" y="58216"/>
                </a:cubicBezTo>
                <a:cubicBezTo>
                  <a:pt x="6297458" y="58216"/>
                  <a:pt x="6300185" y="58328"/>
                  <a:pt x="6302331" y="58551"/>
                </a:cubicBezTo>
                <a:cubicBezTo>
                  <a:pt x="6304478" y="58775"/>
                  <a:pt x="6306199" y="59110"/>
                  <a:pt x="6307496" y="59557"/>
                </a:cubicBezTo>
                <a:cubicBezTo>
                  <a:pt x="6308792" y="60004"/>
                  <a:pt x="6309709" y="60563"/>
                  <a:pt x="6310246" y="61234"/>
                </a:cubicBezTo>
                <a:cubicBezTo>
                  <a:pt x="6310782" y="61905"/>
                  <a:pt x="6311050" y="62687"/>
                  <a:pt x="6311050" y="63581"/>
                </a:cubicBezTo>
                <a:lnTo>
                  <a:pt x="6311050" y="131187"/>
                </a:lnTo>
                <a:cubicBezTo>
                  <a:pt x="6311050" y="137447"/>
                  <a:pt x="6311453" y="142231"/>
                  <a:pt x="6312258" y="145540"/>
                </a:cubicBezTo>
                <a:cubicBezTo>
                  <a:pt x="6313062" y="148848"/>
                  <a:pt x="6314292" y="151688"/>
                  <a:pt x="6315946" y="154057"/>
                </a:cubicBezTo>
                <a:cubicBezTo>
                  <a:pt x="6317601" y="156427"/>
                  <a:pt x="6319702" y="158260"/>
                  <a:pt x="6322251" y="159557"/>
                </a:cubicBezTo>
                <a:cubicBezTo>
                  <a:pt x="6324800" y="160854"/>
                  <a:pt x="6327773" y="161502"/>
                  <a:pt x="6331171" y="161502"/>
                </a:cubicBezTo>
                <a:cubicBezTo>
                  <a:pt x="6335464" y="161502"/>
                  <a:pt x="6339778" y="159937"/>
                  <a:pt x="6344115" y="156807"/>
                </a:cubicBezTo>
                <a:cubicBezTo>
                  <a:pt x="6348453" y="153677"/>
                  <a:pt x="6353080" y="149117"/>
                  <a:pt x="6357999" y="143125"/>
                </a:cubicBezTo>
                <a:lnTo>
                  <a:pt x="6357999" y="63581"/>
                </a:lnTo>
                <a:cubicBezTo>
                  <a:pt x="6357999" y="62687"/>
                  <a:pt x="6358245" y="61905"/>
                  <a:pt x="6358736" y="61234"/>
                </a:cubicBezTo>
                <a:cubicBezTo>
                  <a:pt x="6359228" y="60563"/>
                  <a:pt x="6360123" y="60004"/>
                  <a:pt x="6361419" y="59557"/>
                </a:cubicBezTo>
                <a:cubicBezTo>
                  <a:pt x="6362716" y="59110"/>
                  <a:pt x="6364437" y="58775"/>
                  <a:pt x="6366584" y="58551"/>
                </a:cubicBezTo>
                <a:cubicBezTo>
                  <a:pt x="6368730" y="58328"/>
                  <a:pt x="6371457" y="58216"/>
                  <a:pt x="6374766" y="58216"/>
                </a:cubicBezTo>
                <a:cubicBezTo>
                  <a:pt x="6378075" y="58216"/>
                  <a:pt x="6380802" y="58328"/>
                  <a:pt x="6382948" y="58551"/>
                </a:cubicBezTo>
                <a:cubicBezTo>
                  <a:pt x="6385095" y="58775"/>
                  <a:pt x="6386794" y="59110"/>
                  <a:pt x="6388046" y="59557"/>
                </a:cubicBezTo>
                <a:cubicBezTo>
                  <a:pt x="6389298" y="60004"/>
                  <a:pt x="6390192" y="60563"/>
                  <a:pt x="6390728" y="61234"/>
                </a:cubicBezTo>
                <a:cubicBezTo>
                  <a:pt x="6391265" y="61905"/>
                  <a:pt x="6391533" y="62687"/>
                  <a:pt x="6391533" y="63581"/>
                </a:cubicBezTo>
                <a:lnTo>
                  <a:pt x="6391533" y="183232"/>
                </a:lnTo>
                <a:close/>
                <a:moveTo>
                  <a:pt x="6456843" y="183232"/>
                </a:moveTo>
                <a:cubicBezTo>
                  <a:pt x="6456843" y="184127"/>
                  <a:pt x="6456575" y="184909"/>
                  <a:pt x="6456039" y="185580"/>
                </a:cubicBezTo>
                <a:cubicBezTo>
                  <a:pt x="6455502" y="186250"/>
                  <a:pt x="6454585" y="186809"/>
                  <a:pt x="6453289" y="187256"/>
                </a:cubicBezTo>
                <a:cubicBezTo>
                  <a:pt x="6451992" y="187704"/>
                  <a:pt x="6450271" y="188039"/>
                  <a:pt x="6448124" y="188262"/>
                </a:cubicBezTo>
                <a:cubicBezTo>
                  <a:pt x="6445978" y="188486"/>
                  <a:pt x="6443251" y="188598"/>
                  <a:pt x="6439942" y="188598"/>
                </a:cubicBezTo>
                <a:cubicBezTo>
                  <a:pt x="6436633" y="188598"/>
                  <a:pt x="6433906" y="188486"/>
                  <a:pt x="6431760" y="188262"/>
                </a:cubicBezTo>
                <a:cubicBezTo>
                  <a:pt x="6429613" y="188039"/>
                  <a:pt x="6427892" y="187704"/>
                  <a:pt x="6426595" y="187256"/>
                </a:cubicBezTo>
                <a:cubicBezTo>
                  <a:pt x="6425299" y="186809"/>
                  <a:pt x="6424382" y="186250"/>
                  <a:pt x="6423845" y="185580"/>
                </a:cubicBezTo>
                <a:cubicBezTo>
                  <a:pt x="6423309" y="184909"/>
                  <a:pt x="6423041" y="184127"/>
                  <a:pt x="6423041" y="183232"/>
                </a:cubicBezTo>
                <a:lnTo>
                  <a:pt x="6423041" y="6841"/>
                </a:lnTo>
                <a:cubicBezTo>
                  <a:pt x="6423041" y="5947"/>
                  <a:pt x="6423309" y="5142"/>
                  <a:pt x="6423845" y="4427"/>
                </a:cubicBezTo>
                <a:cubicBezTo>
                  <a:pt x="6424382" y="3711"/>
                  <a:pt x="6425299" y="3108"/>
                  <a:pt x="6426595" y="2616"/>
                </a:cubicBezTo>
                <a:cubicBezTo>
                  <a:pt x="6427892" y="2124"/>
                  <a:pt x="6429613" y="1744"/>
                  <a:pt x="6431760" y="1476"/>
                </a:cubicBezTo>
                <a:cubicBezTo>
                  <a:pt x="6433906" y="1207"/>
                  <a:pt x="6436633" y="1073"/>
                  <a:pt x="6439942" y="1073"/>
                </a:cubicBezTo>
                <a:cubicBezTo>
                  <a:pt x="6443251" y="1073"/>
                  <a:pt x="6445978" y="1207"/>
                  <a:pt x="6448124" y="1476"/>
                </a:cubicBezTo>
                <a:cubicBezTo>
                  <a:pt x="6450271" y="1744"/>
                  <a:pt x="6451992" y="2124"/>
                  <a:pt x="6453289" y="2616"/>
                </a:cubicBezTo>
                <a:cubicBezTo>
                  <a:pt x="6454585" y="3108"/>
                  <a:pt x="6455502" y="3711"/>
                  <a:pt x="6456039" y="4427"/>
                </a:cubicBezTo>
                <a:cubicBezTo>
                  <a:pt x="6456575" y="5142"/>
                  <a:pt x="6456843" y="5947"/>
                  <a:pt x="6456843" y="6841"/>
                </a:cubicBezTo>
                <a:lnTo>
                  <a:pt x="6456843" y="183232"/>
                </a:lnTo>
                <a:close/>
                <a:moveTo>
                  <a:pt x="6589085" y="183631"/>
                </a:moveTo>
                <a:cubicBezTo>
                  <a:pt x="6589085" y="184882"/>
                  <a:pt x="6588638" y="185868"/>
                  <a:pt x="6587743" y="186586"/>
                </a:cubicBezTo>
                <a:cubicBezTo>
                  <a:pt x="6586849" y="187301"/>
                  <a:pt x="6585441" y="187815"/>
                  <a:pt x="6583518" y="188128"/>
                </a:cubicBezTo>
                <a:cubicBezTo>
                  <a:pt x="6581595" y="188441"/>
                  <a:pt x="6578756" y="188598"/>
                  <a:pt x="6575000" y="188598"/>
                </a:cubicBezTo>
                <a:cubicBezTo>
                  <a:pt x="6570976" y="188598"/>
                  <a:pt x="6568048" y="188441"/>
                  <a:pt x="6566214" y="188128"/>
                </a:cubicBezTo>
                <a:cubicBezTo>
                  <a:pt x="6564381" y="187815"/>
                  <a:pt x="6563084" y="187301"/>
                  <a:pt x="6562324" y="186586"/>
                </a:cubicBezTo>
                <a:cubicBezTo>
                  <a:pt x="6561564" y="185870"/>
                  <a:pt x="6561184" y="184887"/>
                  <a:pt x="6561184" y="183635"/>
                </a:cubicBezTo>
                <a:lnTo>
                  <a:pt x="6561184" y="174111"/>
                </a:lnTo>
                <a:cubicBezTo>
                  <a:pt x="6556266" y="179387"/>
                  <a:pt x="6550654" y="183523"/>
                  <a:pt x="6544350" y="186519"/>
                </a:cubicBezTo>
                <a:cubicBezTo>
                  <a:pt x="6538045" y="189514"/>
                  <a:pt x="6531048" y="191012"/>
                  <a:pt x="6523357" y="191012"/>
                </a:cubicBezTo>
                <a:cubicBezTo>
                  <a:pt x="6517008" y="191012"/>
                  <a:pt x="6511173" y="190182"/>
                  <a:pt x="6505852" y="188522"/>
                </a:cubicBezTo>
                <a:cubicBezTo>
                  <a:pt x="6500532" y="186862"/>
                  <a:pt x="6495926" y="184395"/>
                  <a:pt x="6492036" y="181120"/>
                </a:cubicBezTo>
                <a:cubicBezTo>
                  <a:pt x="6488146" y="177844"/>
                  <a:pt x="6485128" y="173785"/>
                  <a:pt x="6482982" y="168942"/>
                </a:cubicBezTo>
                <a:cubicBezTo>
                  <a:pt x="6480836" y="164097"/>
                  <a:pt x="6479762" y="158443"/>
                  <a:pt x="6479762" y="151982"/>
                </a:cubicBezTo>
                <a:cubicBezTo>
                  <a:pt x="6479762" y="144982"/>
                  <a:pt x="6481126" y="138903"/>
                  <a:pt x="6483854" y="133744"/>
                </a:cubicBezTo>
                <a:cubicBezTo>
                  <a:pt x="6486581" y="128585"/>
                  <a:pt x="6490650" y="124323"/>
                  <a:pt x="6496060" y="120959"/>
                </a:cubicBezTo>
                <a:cubicBezTo>
                  <a:pt x="6501470" y="117594"/>
                  <a:pt x="6508200" y="115104"/>
                  <a:pt x="6516248" y="113489"/>
                </a:cubicBezTo>
                <a:cubicBezTo>
                  <a:pt x="6524296" y="111874"/>
                  <a:pt x="6533641" y="111066"/>
                  <a:pt x="6544283" y="111066"/>
                </a:cubicBezTo>
                <a:lnTo>
                  <a:pt x="6555953" y="111066"/>
                </a:lnTo>
                <a:lnTo>
                  <a:pt x="6555953" y="103856"/>
                </a:lnTo>
                <a:cubicBezTo>
                  <a:pt x="6555953" y="100117"/>
                  <a:pt x="6555573" y="96846"/>
                  <a:pt x="6554813" y="94043"/>
                </a:cubicBezTo>
                <a:cubicBezTo>
                  <a:pt x="6554053" y="91237"/>
                  <a:pt x="6552801" y="88900"/>
                  <a:pt x="6551057" y="87030"/>
                </a:cubicBezTo>
                <a:cubicBezTo>
                  <a:pt x="6549313" y="85161"/>
                  <a:pt x="6546988" y="83782"/>
                  <a:pt x="6544082" y="82893"/>
                </a:cubicBezTo>
                <a:cubicBezTo>
                  <a:pt x="6541175" y="82002"/>
                  <a:pt x="6537576" y="81556"/>
                  <a:pt x="6533283" y="81556"/>
                </a:cubicBezTo>
                <a:cubicBezTo>
                  <a:pt x="6527650" y="81556"/>
                  <a:pt x="6522620" y="82182"/>
                  <a:pt x="6518193" y="83434"/>
                </a:cubicBezTo>
                <a:cubicBezTo>
                  <a:pt x="6513766" y="84686"/>
                  <a:pt x="6509854" y="86072"/>
                  <a:pt x="6506456" y="87592"/>
                </a:cubicBezTo>
                <a:cubicBezTo>
                  <a:pt x="6503058" y="89112"/>
                  <a:pt x="6500219" y="90498"/>
                  <a:pt x="6497938" y="91750"/>
                </a:cubicBezTo>
                <a:cubicBezTo>
                  <a:pt x="6495658" y="93002"/>
                  <a:pt x="6493802" y="93628"/>
                  <a:pt x="6492371" y="93628"/>
                </a:cubicBezTo>
                <a:cubicBezTo>
                  <a:pt x="6491388" y="93628"/>
                  <a:pt x="6490516" y="93314"/>
                  <a:pt x="6489756" y="92685"/>
                </a:cubicBezTo>
                <a:cubicBezTo>
                  <a:pt x="6488996" y="92056"/>
                  <a:pt x="6488370" y="91158"/>
                  <a:pt x="6487878" y="89990"/>
                </a:cubicBezTo>
                <a:cubicBezTo>
                  <a:pt x="6487386" y="88822"/>
                  <a:pt x="6487006" y="87384"/>
                  <a:pt x="6486738" y="85676"/>
                </a:cubicBezTo>
                <a:cubicBezTo>
                  <a:pt x="6486469" y="83966"/>
                  <a:pt x="6486335" y="82078"/>
                  <a:pt x="6486335" y="80013"/>
                </a:cubicBezTo>
                <a:cubicBezTo>
                  <a:pt x="6486335" y="77227"/>
                  <a:pt x="6486559" y="75025"/>
                  <a:pt x="6487006" y="73407"/>
                </a:cubicBezTo>
                <a:cubicBezTo>
                  <a:pt x="6487453" y="71789"/>
                  <a:pt x="6488303" y="70329"/>
                  <a:pt x="6489555" y="69027"/>
                </a:cubicBezTo>
                <a:cubicBezTo>
                  <a:pt x="6490807" y="67721"/>
                  <a:pt x="6492997" y="66286"/>
                  <a:pt x="6496127" y="64722"/>
                </a:cubicBezTo>
                <a:cubicBezTo>
                  <a:pt x="6499257" y="63157"/>
                  <a:pt x="6502924" y="61703"/>
                  <a:pt x="6507127" y="60362"/>
                </a:cubicBezTo>
                <a:cubicBezTo>
                  <a:pt x="6511330" y="59021"/>
                  <a:pt x="6515913" y="57925"/>
                  <a:pt x="6520876" y="57076"/>
                </a:cubicBezTo>
                <a:cubicBezTo>
                  <a:pt x="6525839" y="56226"/>
                  <a:pt x="6530958" y="55801"/>
                  <a:pt x="6536235" y="55801"/>
                </a:cubicBezTo>
                <a:cubicBezTo>
                  <a:pt x="6545624" y="55801"/>
                  <a:pt x="6553650" y="56719"/>
                  <a:pt x="6560312" y="58555"/>
                </a:cubicBezTo>
                <a:cubicBezTo>
                  <a:pt x="6566974" y="60389"/>
                  <a:pt x="6572452" y="63208"/>
                  <a:pt x="6576744" y="67014"/>
                </a:cubicBezTo>
                <a:cubicBezTo>
                  <a:pt x="6581037" y="70818"/>
                  <a:pt x="6584166" y="75718"/>
                  <a:pt x="6586134" y="81715"/>
                </a:cubicBezTo>
                <a:cubicBezTo>
                  <a:pt x="6588101" y="87712"/>
                  <a:pt x="6589085" y="94828"/>
                  <a:pt x="6589085" y="103064"/>
                </a:cubicBezTo>
                <a:lnTo>
                  <a:pt x="6589085" y="183631"/>
                </a:lnTo>
                <a:moveTo>
                  <a:pt x="6555953" y="132260"/>
                </a:moveTo>
                <a:lnTo>
                  <a:pt x="6543076" y="132260"/>
                </a:lnTo>
                <a:cubicBezTo>
                  <a:pt x="6537621" y="132260"/>
                  <a:pt x="6532971" y="132665"/>
                  <a:pt x="6529125" y="133476"/>
                </a:cubicBezTo>
                <a:cubicBezTo>
                  <a:pt x="6525280" y="134286"/>
                  <a:pt x="6522150" y="135503"/>
                  <a:pt x="6519736" y="137127"/>
                </a:cubicBezTo>
                <a:cubicBezTo>
                  <a:pt x="6517321" y="138747"/>
                  <a:pt x="6515555" y="140708"/>
                  <a:pt x="6514437" y="143008"/>
                </a:cubicBezTo>
                <a:cubicBezTo>
                  <a:pt x="6513319" y="145305"/>
                  <a:pt x="6512760" y="147940"/>
                  <a:pt x="6512760" y="150913"/>
                </a:cubicBezTo>
                <a:cubicBezTo>
                  <a:pt x="6512760" y="155960"/>
                  <a:pt x="6514348" y="159926"/>
                  <a:pt x="6517522" y="162810"/>
                </a:cubicBezTo>
                <a:cubicBezTo>
                  <a:pt x="6520697" y="165694"/>
                  <a:pt x="6525101" y="167136"/>
                  <a:pt x="6530735" y="167136"/>
                </a:cubicBezTo>
                <a:cubicBezTo>
                  <a:pt x="6535474" y="167136"/>
                  <a:pt x="6539834" y="165920"/>
                  <a:pt x="6543813" y="163489"/>
                </a:cubicBezTo>
                <a:cubicBezTo>
                  <a:pt x="6547793" y="161055"/>
                  <a:pt x="6551839" y="157495"/>
                  <a:pt x="6555953" y="152808"/>
                </a:cubicBezTo>
                <a:lnTo>
                  <a:pt x="6555953" y="132260"/>
                </a:lnTo>
                <a:close/>
                <a:moveTo>
                  <a:pt x="6696017" y="74581"/>
                </a:moveTo>
                <a:cubicBezTo>
                  <a:pt x="6696017" y="77800"/>
                  <a:pt x="6695928" y="80438"/>
                  <a:pt x="6695749" y="82495"/>
                </a:cubicBezTo>
                <a:cubicBezTo>
                  <a:pt x="6695570" y="84552"/>
                  <a:pt x="6695302" y="86161"/>
                  <a:pt x="6694944" y="87324"/>
                </a:cubicBezTo>
                <a:cubicBezTo>
                  <a:pt x="6694586" y="88486"/>
                  <a:pt x="6694117" y="89291"/>
                  <a:pt x="6693536" y="89738"/>
                </a:cubicBezTo>
                <a:cubicBezTo>
                  <a:pt x="6692954" y="90185"/>
                  <a:pt x="6692217" y="90409"/>
                  <a:pt x="6691322" y="90409"/>
                </a:cubicBezTo>
                <a:cubicBezTo>
                  <a:pt x="6690607" y="90409"/>
                  <a:pt x="6689802" y="90252"/>
                  <a:pt x="6688908" y="89939"/>
                </a:cubicBezTo>
                <a:cubicBezTo>
                  <a:pt x="6688014" y="89626"/>
                  <a:pt x="6687008" y="89291"/>
                  <a:pt x="6685890" y="88933"/>
                </a:cubicBezTo>
                <a:cubicBezTo>
                  <a:pt x="6684772" y="88576"/>
                  <a:pt x="6683542" y="88240"/>
                  <a:pt x="6682201" y="87927"/>
                </a:cubicBezTo>
                <a:cubicBezTo>
                  <a:pt x="6680860" y="87614"/>
                  <a:pt x="6679384" y="87458"/>
                  <a:pt x="6677775" y="87458"/>
                </a:cubicBezTo>
                <a:cubicBezTo>
                  <a:pt x="6675897" y="87458"/>
                  <a:pt x="6674019" y="87841"/>
                  <a:pt x="6672141" y="88606"/>
                </a:cubicBezTo>
                <a:cubicBezTo>
                  <a:pt x="6670263" y="89369"/>
                  <a:pt x="6668318" y="90561"/>
                  <a:pt x="6666306" y="92182"/>
                </a:cubicBezTo>
                <a:cubicBezTo>
                  <a:pt x="6664294" y="93803"/>
                  <a:pt x="6662192" y="95963"/>
                  <a:pt x="6660001" y="98663"/>
                </a:cubicBezTo>
                <a:cubicBezTo>
                  <a:pt x="6657810" y="101362"/>
                  <a:pt x="6655463" y="104692"/>
                  <a:pt x="6652959" y="108652"/>
                </a:cubicBezTo>
                <a:lnTo>
                  <a:pt x="6652959" y="183232"/>
                </a:lnTo>
                <a:cubicBezTo>
                  <a:pt x="6652959" y="184127"/>
                  <a:pt x="6652691" y="184909"/>
                  <a:pt x="6652154" y="185580"/>
                </a:cubicBezTo>
                <a:cubicBezTo>
                  <a:pt x="6651618" y="186250"/>
                  <a:pt x="6650701" y="186809"/>
                  <a:pt x="6649404" y="187256"/>
                </a:cubicBezTo>
                <a:cubicBezTo>
                  <a:pt x="6648108" y="187704"/>
                  <a:pt x="6646386" y="188039"/>
                  <a:pt x="6644240" y="188262"/>
                </a:cubicBezTo>
                <a:cubicBezTo>
                  <a:pt x="6642094" y="188486"/>
                  <a:pt x="6639366" y="188598"/>
                  <a:pt x="6636058" y="188598"/>
                </a:cubicBezTo>
                <a:cubicBezTo>
                  <a:pt x="6632749" y="188598"/>
                  <a:pt x="6630021" y="188486"/>
                  <a:pt x="6627875" y="188262"/>
                </a:cubicBezTo>
                <a:cubicBezTo>
                  <a:pt x="6625729" y="188039"/>
                  <a:pt x="6624008" y="187704"/>
                  <a:pt x="6622711" y="187256"/>
                </a:cubicBezTo>
                <a:cubicBezTo>
                  <a:pt x="6621414" y="186809"/>
                  <a:pt x="6620498" y="186250"/>
                  <a:pt x="6619961" y="185580"/>
                </a:cubicBezTo>
                <a:cubicBezTo>
                  <a:pt x="6619425" y="184909"/>
                  <a:pt x="6619156" y="184127"/>
                  <a:pt x="6619156" y="183232"/>
                </a:cubicBezTo>
                <a:lnTo>
                  <a:pt x="6619156" y="63581"/>
                </a:lnTo>
                <a:cubicBezTo>
                  <a:pt x="6619156" y="62687"/>
                  <a:pt x="6619380" y="61905"/>
                  <a:pt x="6619827" y="61234"/>
                </a:cubicBezTo>
                <a:cubicBezTo>
                  <a:pt x="6620274" y="60563"/>
                  <a:pt x="6621079" y="60004"/>
                  <a:pt x="6622241" y="59557"/>
                </a:cubicBezTo>
                <a:cubicBezTo>
                  <a:pt x="6623404" y="59110"/>
                  <a:pt x="6624902" y="58775"/>
                  <a:pt x="6626735" y="58551"/>
                </a:cubicBezTo>
                <a:cubicBezTo>
                  <a:pt x="6628568" y="58328"/>
                  <a:pt x="6630871" y="58216"/>
                  <a:pt x="6633643" y="58216"/>
                </a:cubicBezTo>
                <a:cubicBezTo>
                  <a:pt x="6636505" y="58216"/>
                  <a:pt x="6638875" y="58328"/>
                  <a:pt x="6640752" y="58551"/>
                </a:cubicBezTo>
                <a:cubicBezTo>
                  <a:pt x="6642630" y="58775"/>
                  <a:pt x="6644084" y="59110"/>
                  <a:pt x="6645112" y="59557"/>
                </a:cubicBezTo>
                <a:cubicBezTo>
                  <a:pt x="6646140" y="60004"/>
                  <a:pt x="6646878" y="60563"/>
                  <a:pt x="6647325" y="61234"/>
                </a:cubicBezTo>
                <a:cubicBezTo>
                  <a:pt x="6647772" y="61905"/>
                  <a:pt x="6647996" y="62687"/>
                  <a:pt x="6647996" y="63581"/>
                </a:cubicBezTo>
                <a:lnTo>
                  <a:pt x="6647996" y="78471"/>
                </a:lnTo>
                <a:cubicBezTo>
                  <a:pt x="6651126" y="73971"/>
                  <a:pt x="6654077" y="70260"/>
                  <a:pt x="6656849" y="67337"/>
                </a:cubicBezTo>
                <a:cubicBezTo>
                  <a:pt x="6659621" y="64414"/>
                  <a:pt x="6662259" y="62099"/>
                  <a:pt x="6664763" y="60391"/>
                </a:cubicBezTo>
                <a:cubicBezTo>
                  <a:pt x="6667267" y="58681"/>
                  <a:pt x="6669771" y="57489"/>
                  <a:pt x="6672275" y="56816"/>
                </a:cubicBezTo>
                <a:cubicBezTo>
                  <a:pt x="6674779" y="56139"/>
                  <a:pt x="6677283" y="55801"/>
                  <a:pt x="6679787" y="55801"/>
                </a:cubicBezTo>
                <a:cubicBezTo>
                  <a:pt x="6680949" y="55801"/>
                  <a:pt x="6682201" y="55868"/>
                  <a:pt x="6683542" y="56003"/>
                </a:cubicBezTo>
                <a:cubicBezTo>
                  <a:pt x="6684884" y="56137"/>
                  <a:pt x="6686270" y="56360"/>
                  <a:pt x="6687701" y="56673"/>
                </a:cubicBezTo>
                <a:cubicBezTo>
                  <a:pt x="6689132" y="56986"/>
                  <a:pt x="6690383" y="57344"/>
                  <a:pt x="6691457" y="57746"/>
                </a:cubicBezTo>
                <a:cubicBezTo>
                  <a:pt x="6692530" y="58149"/>
                  <a:pt x="6693312" y="58574"/>
                  <a:pt x="6693804" y="59021"/>
                </a:cubicBezTo>
                <a:cubicBezTo>
                  <a:pt x="6694296" y="59468"/>
                  <a:pt x="6694654" y="59960"/>
                  <a:pt x="6694877" y="60496"/>
                </a:cubicBezTo>
                <a:cubicBezTo>
                  <a:pt x="6695101" y="61033"/>
                  <a:pt x="6695302" y="61770"/>
                  <a:pt x="6695481" y="62709"/>
                </a:cubicBezTo>
                <a:cubicBezTo>
                  <a:pt x="6695660" y="63648"/>
                  <a:pt x="6695794" y="65057"/>
                  <a:pt x="6695883" y="66935"/>
                </a:cubicBezTo>
                <a:cubicBezTo>
                  <a:pt x="6695973" y="68813"/>
                  <a:pt x="6696017" y="71361"/>
                  <a:pt x="6696017" y="74581"/>
                </a:cubicBezTo>
                <a:close/>
                <a:moveTo>
                  <a:pt x="6749872" y="183232"/>
                </a:moveTo>
                <a:cubicBezTo>
                  <a:pt x="6749872" y="184127"/>
                  <a:pt x="6749604" y="184909"/>
                  <a:pt x="6749067" y="185580"/>
                </a:cubicBezTo>
                <a:cubicBezTo>
                  <a:pt x="6748531" y="186250"/>
                  <a:pt x="6747614" y="186809"/>
                  <a:pt x="6746318" y="187256"/>
                </a:cubicBezTo>
                <a:cubicBezTo>
                  <a:pt x="6745021" y="187704"/>
                  <a:pt x="6743300" y="188039"/>
                  <a:pt x="6741153" y="188262"/>
                </a:cubicBezTo>
                <a:cubicBezTo>
                  <a:pt x="6739007" y="188486"/>
                  <a:pt x="6736280" y="188598"/>
                  <a:pt x="6732971" y="188598"/>
                </a:cubicBezTo>
                <a:cubicBezTo>
                  <a:pt x="6729662" y="188598"/>
                  <a:pt x="6726935" y="188486"/>
                  <a:pt x="6724789" y="188262"/>
                </a:cubicBezTo>
                <a:cubicBezTo>
                  <a:pt x="6722642" y="188039"/>
                  <a:pt x="6720921" y="187704"/>
                  <a:pt x="6719624" y="187256"/>
                </a:cubicBezTo>
                <a:cubicBezTo>
                  <a:pt x="6718328" y="186809"/>
                  <a:pt x="6717411" y="186250"/>
                  <a:pt x="6716874" y="185580"/>
                </a:cubicBezTo>
                <a:cubicBezTo>
                  <a:pt x="6716338" y="184909"/>
                  <a:pt x="6716070" y="184127"/>
                  <a:pt x="6716070" y="183232"/>
                </a:cubicBezTo>
                <a:lnTo>
                  <a:pt x="6716070" y="6841"/>
                </a:lnTo>
                <a:cubicBezTo>
                  <a:pt x="6716070" y="5947"/>
                  <a:pt x="6716338" y="5142"/>
                  <a:pt x="6716874" y="4427"/>
                </a:cubicBezTo>
                <a:cubicBezTo>
                  <a:pt x="6717411" y="3711"/>
                  <a:pt x="6718328" y="3108"/>
                  <a:pt x="6719624" y="2616"/>
                </a:cubicBezTo>
                <a:cubicBezTo>
                  <a:pt x="6720921" y="2124"/>
                  <a:pt x="6722642" y="1744"/>
                  <a:pt x="6724789" y="1476"/>
                </a:cubicBezTo>
                <a:cubicBezTo>
                  <a:pt x="6726935" y="1207"/>
                  <a:pt x="6729662" y="1073"/>
                  <a:pt x="6732971" y="1073"/>
                </a:cubicBezTo>
                <a:cubicBezTo>
                  <a:pt x="6736280" y="1073"/>
                  <a:pt x="6739007" y="1207"/>
                  <a:pt x="6741153" y="1476"/>
                </a:cubicBezTo>
                <a:cubicBezTo>
                  <a:pt x="6743300" y="1744"/>
                  <a:pt x="6745021" y="2124"/>
                  <a:pt x="6746318" y="2616"/>
                </a:cubicBezTo>
                <a:cubicBezTo>
                  <a:pt x="6747614" y="3108"/>
                  <a:pt x="6748531" y="3711"/>
                  <a:pt x="6749067" y="4427"/>
                </a:cubicBezTo>
                <a:cubicBezTo>
                  <a:pt x="6749604" y="5142"/>
                  <a:pt x="6749872" y="5947"/>
                  <a:pt x="6749872" y="6841"/>
                </a:cubicBezTo>
                <a:lnTo>
                  <a:pt x="6749872" y="183232"/>
                </a:lnTo>
                <a:close/>
                <a:moveTo>
                  <a:pt x="6849519" y="187793"/>
                </a:moveTo>
                <a:lnTo>
                  <a:pt x="6835032" y="230298"/>
                </a:lnTo>
                <a:cubicBezTo>
                  <a:pt x="6834227" y="232539"/>
                  <a:pt x="6832036" y="234153"/>
                  <a:pt x="6828459" y="235139"/>
                </a:cubicBezTo>
                <a:cubicBezTo>
                  <a:pt x="6824882" y="236126"/>
                  <a:pt x="6819651" y="236619"/>
                  <a:pt x="6812765" y="236619"/>
                </a:cubicBezTo>
                <a:cubicBezTo>
                  <a:pt x="6809188" y="236619"/>
                  <a:pt x="6806326" y="236461"/>
                  <a:pt x="6804180" y="236146"/>
                </a:cubicBezTo>
                <a:cubicBezTo>
                  <a:pt x="6802034" y="235833"/>
                  <a:pt x="6800424" y="235317"/>
                  <a:pt x="6799351" y="234599"/>
                </a:cubicBezTo>
                <a:cubicBezTo>
                  <a:pt x="6798278" y="233883"/>
                  <a:pt x="6797697" y="232988"/>
                  <a:pt x="6797607" y="231912"/>
                </a:cubicBezTo>
                <a:cubicBezTo>
                  <a:pt x="6797518" y="230836"/>
                  <a:pt x="6797786" y="229535"/>
                  <a:pt x="6798412" y="228009"/>
                </a:cubicBezTo>
                <a:lnTo>
                  <a:pt x="6814375" y="187793"/>
                </a:lnTo>
                <a:cubicBezTo>
                  <a:pt x="6813212" y="187256"/>
                  <a:pt x="6812161" y="186429"/>
                  <a:pt x="6811222" y="185311"/>
                </a:cubicBezTo>
                <a:cubicBezTo>
                  <a:pt x="6810284" y="184194"/>
                  <a:pt x="6809590" y="183009"/>
                  <a:pt x="6809143" y="181757"/>
                </a:cubicBezTo>
                <a:lnTo>
                  <a:pt x="6767963" y="71764"/>
                </a:lnTo>
                <a:cubicBezTo>
                  <a:pt x="6766800" y="68634"/>
                  <a:pt x="6766219" y="66242"/>
                  <a:pt x="6766219" y="64587"/>
                </a:cubicBezTo>
                <a:cubicBezTo>
                  <a:pt x="6766219" y="62933"/>
                  <a:pt x="6766756" y="61636"/>
                  <a:pt x="6767829" y="60697"/>
                </a:cubicBezTo>
                <a:cubicBezTo>
                  <a:pt x="6768902" y="59758"/>
                  <a:pt x="6770713" y="59110"/>
                  <a:pt x="6773261" y="58752"/>
                </a:cubicBezTo>
                <a:cubicBezTo>
                  <a:pt x="6775810" y="58395"/>
                  <a:pt x="6779186" y="58216"/>
                  <a:pt x="6783389" y="58216"/>
                </a:cubicBezTo>
                <a:cubicBezTo>
                  <a:pt x="6787234" y="58216"/>
                  <a:pt x="6790275" y="58283"/>
                  <a:pt x="6792510" y="58417"/>
                </a:cubicBezTo>
                <a:cubicBezTo>
                  <a:pt x="6794746" y="58551"/>
                  <a:pt x="6796490" y="58887"/>
                  <a:pt x="6797742" y="59423"/>
                </a:cubicBezTo>
                <a:cubicBezTo>
                  <a:pt x="6798994" y="59960"/>
                  <a:pt x="6799933" y="60787"/>
                  <a:pt x="6800559" y="61905"/>
                </a:cubicBezTo>
                <a:cubicBezTo>
                  <a:pt x="6801184" y="63022"/>
                  <a:pt x="6801810" y="64610"/>
                  <a:pt x="6802436" y="66667"/>
                </a:cubicBezTo>
                <a:lnTo>
                  <a:pt x="6830605" y="146747"/>
                </a:lnTo>
                <a:lnTo>
                  <a:pt x="6831008" y="146747"/>
                </a:lnTo>
                <a:lnTo>
                  <a:pt x="6856762" y="65057"/>
                </a:lnTo>
                <a:cubicBezTo>
                  <a:pt x="6857299" y="62732"/>
                  <a:pt x="6857992" y="61189"/>
                  <a:pt x="6858841" y="60429"/>
                </a:cubicBezTo>
                <a:cubicBezTo>
                  <a:pt x="6859691" y="59669"/>
                  <a:pt x="6861099" y="59110"/>
                  <a:pt x="6863067" y="58752"/>
                </a:cubicBezTo>
                <a:cubicBezTo>
                  <a:pt x="6865034" y="58395"/>
                  <a:pt x="6868477" y="58216"/>
                  <a:pt x="6873395" y="58216"/>
                </a:cubicBezTo>
                <a:cubicBezTo>
                  <a:pt x="6877241" y="58216"/>
                  <a:pt x="6880438" y="58395"/>
                  <a:pt x="6882986" y="58752"/>
                </a:cubicBezTo>
                <a:cubicBezTo>
                  <a:pt x="6885535" y="59110"/>
                  <a:pt x="6887413" y="59781"/>
                  <a:pt x="6888620" y="60764"/>
                </a:cubicBezTo>
                <a:cubicBezTo>
                  <a:pt x="6889827" y="61748"/>
                  <a:pt x="6890431" y="63067"/>
                  <a:pt x="6890431" y="64722"/>
                </a:cubicBezTo>
                <a:cubicBezTo>
                  <a:pt x="6890431" y="66376"/>
                  <a:pt x="6890073" y="68321"/>
                  <a:pt x="6889358" y="70557"/>
                </a:cubicBezTo>
                <a:lnTo>
                  <a:pt x="6849519" y="187793"/>
                </a:lnTo>
                <a:close/>
                <a:moveTo>
                  <a:pt x="7082176" y="183228"/>
                </a:moveTo>
                <a:cubicBezTo>
                  <a:pt x="7082176" y="184122"/>
                  <a:pt x="7081907" y="184906"/>
                  <a:pt x="7081371" y="185580"/>
                </a:cubicBezTo>
                <a:cubicBezTo>
                  <a:pt x="7080834" y="186250"/>
                  <a:pt x="7079940" y="186809"/>
                  <a:pt x="7078688" y="187256"/>
                </a:cubicBezTo>
                <a:cubicBezTo>
                  <a:pt x="7077436" y="187704"/>
                  <a:pt x="7075715" y="188039"/>
                  <a:pt x="7073524" y="188262"/>
                </a:cubicBezTo>
                <a:cubicBezTo>
                  <a:pt x="7071333" y="188486"/>
                  <a:pt x="7068628" y="188598"/>
                  <a:pt x="7065408" y="188598"/>
                </a:cubicBezTo>
                <a:cubicBezTo>
                  <a:pt x="7062100" y="188598"/>
                  <a:pt x="7059350" y="188486"/>
                  <a:pt x="7057159" y="188262"/>
                </a:cubicBezTo>
                <a:cubicBezTo>
                  <a:pt x="7054968" y="188039"/>
                  <a:pt x="7053247" y="187704"/>
                  <a:pt x="7051995" y="187256"/>
                </a:cubicBezTo>
                <a:cubicBezTo>
                  <a:pt x="7050743" y="186809"/>
                  <a:pt x="7049848" y="186250"/>
                  <a:pt x="7049312" y="185580"/>
                </a:cubicBezTo>
                <a:cubicBezTo>
                  <a:pt x="7048775" y="184909"/>
                  <a:pt x="7048507" y="184127"/>
                  <a:pt x="7048507" y="183232"/>
                </a:cubicBezTo>
                <a:lnTo>
                  <a:pt x="7048507" y="114956"/>
                </a:lnTo>
                <a:cubicBezTo>
                  <a:pt x="7048507" y="109144"/>
                  <a:pt x="7048082" y="104583"/>
                  <a:pt x="7047233" y="101274"/>
                </a:cubicBezTo>
                <a:cubicBezTo>
                  <a:pt x="7046383" y="97965"/>
                  <a:pt x="7045154" y="95126"/>
                  <a:pt x="7043544" y="92756"/>
                </a:cubicBezTo>
                <a:cubicBezTo>
                  <a:pt x="7041934" y="90387"/>
                  <a:pt x="7039855" y="88553"/>
                  <a:pt x="7037307" y="87257"/>
                </a:cubicBezTo>
                <a:cubicBezTo>
                  <a:pt x="7034758" y="85960"/>
                  <a:pt x="7031784" y="85312"/>
                  <a:pt x="7028386" y="85312"/>
                </a:cubicBezTo>
                <a:cubicBezTo>
                  <a:pt x="7024094" y="85312"/>
                  <a:pt x="7019757" y="86877"/>
                  <a:pt x="7015375" y="90007"/>
                </a:cubicBezTo>
                <a:cubicBezTo>
                  <a:pt x="7010993" y="93136"/>
                  <a:pt x="7006432" y="97697"/>
                  <a:pt x="7001693" y="103689"/>
                </a:cubicBezTo>
                <a:lnTo>
                  <a:pt x="7001693" y="183232"/>
                </a:lnTo>
                <a:cubicBezTo>
                  <a:pt x="7001693" y="184127"/>
                  <a:pt x="7001425" y="184909"/>
                  <a:pt x="7000888" y="185580"/>
                </a:cubicBezTo>
                <a:cubicBezTo>
                  <a:pt x="7000352" y="186250"/>
                  <a:pt x="6999435" y="186809"/>
                  <a:pt x="6998138" y="187256"/>
                </a:cubicBezTo>
                <a:cubicBezTo>
                  <a:pt x="6996842" y="187704"/>
                  <a:pt x="6995120" y="188039"/>
                  <a:pt x="6992974" y="188262"/>
                </a:cubicBezTo>
                <a:cubicBezTo>
                  <a:pt x="6990828" y="188486"/>
                  <a:pt x="6988100" y="188598"/>
                  <a:pt x="6984792" y="188598"/>
                </a:cubicBezTo>
                <a:cubicBezTo>
                  <a:pt x="6981483" y="188598"/>
                  <a:pt x="6978755" y="188486"/>
                  <a:pt x="6976609" y="188262"/>
                </a:cubicBezTo>
                <a:cubicBezTo>
                  <a:pt x="6974463" y="188039"/>
                  <a:pt x="6972741" y="187704"/>
                  <a:pt x="6971445" y="187256"/>
                </a:cubicBezTo>
                <a:cubicBezTo>
                  <a:pt x="6970148" y="186809"/>
                  <a:pt x="6969232" y="186250"/>
                  <a:pt x="6968695" y="185580"/>
                </a:cubicBezTo>
                <a:cubicBezTo>
                  <a:pt x="6968158" y="184909"/>
                  <a:pt x="6967890" y="184127"/>
                  <a:pt x="6967890" y="183232"/>
                </a:cubicBezTo>
                <a:lnTo>
                  <a:pt x="6967890" y="63581"/>
                </a:lnTo>
                <a:cubicBezTo>
                  <a:pt x="6967890" y="62687"/>
                  <a:pt x="6968114" y="61905"/>
                  <a:pt x="6968561" y="61234"/>
                </a:cubicBezTo>
                <a:cubicBezTo>
                  <a:pt x="6969008" y="60563"/>
                  <a:pt x="6969813" y="60004"/>
                  <a:pt x="6970975" y="59557"/>
                </a:cubicBezTo>
                <a:cubicBezTo>
                  <a:pt x="6972138" y="59110"/>
                  <a:pt x="6973636" y="58775"/>
                  <a:pt x="6975469" y="58551"/>
                </a:cubicBezTo>
                <a:cubicBezTo>
                  <a:pt x="6977302" y="58328"/>
                  <a:pt x="6979605" y="58216"/>
                  <a:pt x="6982377" y="58216"/>
                </a:cubicBezTo>
                <a:cubicBezTo>
                  <a:pt x="6985239" y="58216"/>
                  <a:pt x="6987608" y="58328"/>
                  <a:pt x="6989486" y="58551"/>
                </a:cubicBezTo>
                <a:cubicBezTo>
                  <a:pt x="6991364" y="58775"/>
                  <a:pt x="6992817" y="59110"/>
                  <a:pt x="6993846" y="59557"/>
                </a:cubicBezTo>
                <a:cubicBezTo>
                  <a:pt x="6994874" y="60004"/>
                  <a:pt x="6995612" y="60563"/>
                  <a:pt x="6996059" y="61234"/>
                </a:cubicBezTo>
                <a:cubicBezTo>
                  <a:pt x="6996506" y="61905"/>
                  <a:pt x="6996730" y="62687"/>
                  <a:pt x="6996730" y="63581"/>
                </a:cubicBezTo>
                <a:lnTo>
                  <a:pt x="6996730" y="77398"/>
                </a:lnTo>
                <a:cubicBezTo>
                  <a:pt x="7003347" y="70199"/>
                  <a:pt x="7010077" y="64800"/>
                  <a:pt x="7016918" y="61200"/>
                </a:cubicBezTo>
                <a:cubicBezTo>
                  <a:pt x="7023759" y="57601"/>
                  <a:pt x="7030890" y="55801"/>
                  <a:pt x="7038313" y="55801"/>
                </a:cubicBezTo>
                <a:cubicBezTo>
                  <a:pt x="7046450" y="55801"/>
                  <a:pt x="7053314" y="57144"/>
                  <a:pt x="7058903" y="59830"/>
                </a:cubicBezTo>
                <a:cubicBezTo>
                  <a:pt x="7064492" y="62515"/>
                  <a:pt x="7069008" y="66164"/>
                  <a:pt x="7072451" y="70774"/>
                </a:cubicBezTo>
                <a:cubicBezTo>
                  <a:pt x="7075893" y="75383"/>
                  <a:pt x="7078375" y="80776"/>
                  <a:pt x="7079895" y="86955"/>
                </a:cubicBezTo>
                <a:cubicBezTo>
                  <a:pt x="7081416" y="93131"/>
                  <a:pt x="7082176" y="100560"/>
                  <a:pt x="7082176" y="109243"/>
                </a:cubicBezTo>
                <a:lnTo>
                  <a:pt x="7082176" y="183228"/>
                </a:lnTo>
                <a:close/>
                <a:moveTo>
                  <a:pt x="7233871" y="122195"/>
                </a:moveTo>
                <a:cubicBezTo>
                  <a:pt x="7233871" y="132412"/>
                  <a:pt x="7232529" y="141732"/>
                  <a:pt x="7229846" y="150155"/>
                </a:cubicBezTo>
                <a:cubicBezTo>
                  <a:pt x="7227164" y="158578"/>
                  <a:pt x="7223095" y="165835"/>
                  <a:pt x="7217640" y="171927"/>
                </a:cubicBezTo>
                <a:cubicBezTo>
                  <a:pt x="7212185" y="178019"/>
                  <a:pt x="7205344" y="182724"/>
                  <a:pt x="7197117" y="186041"/>
                </a:cubicBezTo>
                <a:cubicBezTo>
                  <a:pt x="7188890" y="189355"/>
                  <a:pt x="7179277" y="191012"/>
                  <a:pt x="7168277" y="191012"/>
                </a:cubicBezTo>
                <a:cubicBezTo>
                  <a:pt x="7157636" y="191012"/>
                  <a:pt x="7148380" y="189534"/>
                  <a:pt x="7140511" y="186577"/>
                </a:cubicBezTo>
                <a:cubicBezTo>
                  <a:pt x="7132641" y="183621"/>
                  <a:pt x="7126113" y="179320"/>
                  <a:pt x="7120927" y="173675"/>
                </a:cubicBezTo>
                <a:cubicBezTo>
                  <a:pt x="7115740" y="168030"/>
                  <a:pt x="7111895" y="161086"/>
                  <a:pt x="7109391" y="152842"/>
                </a:cubicBezTo>
                <a:cubicBezTo>
                  <a:pt x="7106887" y="144598"/>
                  <a:pt x="7105635" y="135190"/>
                  <a:pt x="7105635" y="124618"/>
                </a:cubicBezTo>
                <a:cubicBezTo>
                  <a:pt x="7105635" y="114401"/>
                  <a:pt x="7106999" y="105059"/>
                  <a:pt x="7109726" y="96592"/>
                </a:cubicBezTo>
                <a:cubicBezTo>
                  <a:pt x="7112454" y="88124"/>
                  <a:pt x="7116545" y="80867"/>
                  <a:pt x="7122000" y="74820"/>
                </a:cubicBezTo>
                <a:cubicBezTo>
                  <a:pt x="7127455" y="68772"/>
                  <a:pt x="7134273" y="64091"/>
                  <a:pt x="7142456" y="60777"/>
                </a:cubicBezTo>
                <a:cubicBezTo>
                  <a:pt x="7150638" y="57460"/>
                  <a:pt x="7160229" y="55801"/>
                  <a:pt x="7171228" y="55801"/>
                </a:cubicBezTo>
                <a:cubicBezTo>
                  <a:pt x="7181959" y="55801"/>
                  <a:pt x="7191260" y="57257"/>
                  <a:pt x="7199129" y="60169"/>
                </a:cubicBezTo>
                <a:cubicBezTo>
                  <a:pt x="7206998" y="63081"/>
                  <a:pt x="7213504" y="67360"/>
                  <a:pt x="7218646" y="73005"/>
                </a:cubicBezTo>
                <a:cubicBezTo>
                  <a:pt x="7223788" y="78649"/>
                  <a:pt x="7227611" y="85594"/>
                  <a:pt x="7230115" y="93838"/>
                </a:cubicBezTo>
                <a:cubicBezTo>
                  <a:pt x="7232619" y="102082"/>
                  <a:pt x="7233871" y="111534"/>
                  <a:pt x="7233871" y="122195"/>
                </a:cubicBezTo>
                <a:moveTo>
                  <a:pt x="7199129" y="123541"/>
                </a:moveTo>
                <a:cubicBezTo>
                  <a:pt x="7199129" y="117639"/>
                  <a:pt x="7198659" y="112206"/>
                  <a:pt x="7197720" y="107243"/>
                </a:cubicBezTo>
                <a:cubicBezTo>
                  <a:pt x="7196782" y="102280"/>
                  <a:pt x="7195194" y="97965"/>
                  <a:pt x="7192959" y="94299"/>
                </a:cubicBezTo>
                <a:cubicBezTo>
                  <a:pt x="7190723" y="90632"/>
                  <a:pt x="7187750" y="87771"/>
                  <a:pt x="7184038" y="85714"/>
                </a:cubicBezTo>
                <a:cubicBezTo>
                  <a:pt x="7180327" y="83657"/>
                  <a:pt x="7175655" y="82629"/>
                  <a:pt x="7170021" y="82629"/>
                </a:cubicBezTo>
                <a:cubicBezTo>
                  <a:pt x="7165013" y="82629"/>
                  <a:pt x="7160631" y="83546"/>
                  <a:pt x="7156876" y="85379"/>
                </a:cubicBezTo>
                <a:cubicBezTo>
                  <a:pt x="7153120" y="87212"/>
                  <a:pt x="7150034" y="89895"/>
                  <a:pt x="7147620" y="93427"/>
                </a:cubicBezTo>
                <a:cubicBezTo>
                  <a:pt x="7145206" y="96959"/>
                  <a:pt x="7143395" y="101207"/>
                  <a:pt x="7142187" y="106170"/>
                </a:cubicBezTo>
                <a:cubicBezTo>
                  <a:pt x="7140980" y="111133"/>
                  <a:pt x="7140377" y="116789"/>
                  <a:pt x="7140377" y="123139"/>
                </a:cubicBezTo>
                <a:cubicBezTo>
                  <a:pt x="7140377" y="129041"/>
                  <a:pt x="7140868" y="134473"/>
                  <a:pt x="7141852" y="139436"/>
                </a:cubicBezTo>
                <a:cubicBezTo>
                  <a:pt x="7142836" y="144399"/>
                  <a:pt x="7144423" y="148714"/>
                  <a:pt x="7146614" y="152381"/>
                </a:cubicBezTo>
                <a:cubicBezTo>
                  <a:pt x="7148805" y="156047"/>
                  <a:pt x="7151778" y="158886"/>
                  <a:pt x="7155534" y="160898"/>
                </a:cubicBezTo>
                <a:cubicBezTo>
                  <a:pt x="7159290" y="162910"/>
                  <a:pt x="7163940" y="163916"/>
                  <a:pt x="7169484" y="163916"/>
                </a:cubicBezTo>
                <a:cubicBezTo>
                  <a:pt x="7174582" y="163916"/>
                  <a:pt x="7179008" y="163000"/>
                  <a:pt x="7182764" y="161167"/>
                </a:cubicBezTo>
                <a:cubicBezTo>
                  <a:pt x="7186520" y="159333"/>
                  <a:pt x="7189605" y="156673"/>
                  <a:pt x="7192020" y="153185"/>
                </a:cubicBezTo>
                <a:cubicBezTo>
                  <a:pt x="7194434" y="149698"/>
                  <a:pt x="7196223" y="145473"/>
                  <a:pt x="7197385" y="140509"/>
                </a:cubicBezTo>
                <a:cubicBezTo>
                  <a:pt x="7198548" y="135546"/>
                  <a:pt x="7199129" y="129890"/>
                  <a:pt x="7199129" y="123541"/>
                </a:cubicBezTo>
                <a:close/>
                <a:moveTo>
                  <a:pt x="7329455" y="171336"/>
                </a:moveTo>
                <a:cubicBezTo>
                  <a:pt x="7329455" y="175290"/>
                  <a:pt x="7329209" y="178324"/>
                  <a:pt x="7328717" y="180436"/>
                </a:cubicBezTo>
                <a:cubicBezTo>
                  <a:pt x="7328225" y="182546"/>
                  <a:pt x="7327577" y="184029"/>
                  <a:pt x="7326772" y="184884"/>
                </a:cubicBezTo>
                <a:cubicBezTo>
                  <a:pt x="7325967" y="185736"/>
                  <a:pt x="7324782" y="186499"/>
                  <a:pt x="7323217" y="187173"/>
                </a:cubicBezTo>
                <a:cubicBezTo>
                  <a:pt x="7321652" y="187846"/>
                  <a:pt x="7319819" y="188430"/>
                  <a:pt x="7317718" y="188925"/>
                </a:cubicBezTo>
                <a:cubicBezTo>
                  <a:pt x="7315616" y="189419"/>
                  <a:pt x="7313336" y="189801"/>
                  <a:pt x="7310877" y="190069"/>
                </a:cubicBezTo>
                <a:cubicBezTo>
                  <a:pt x="7308417" y="190340"/>
                  <a:pt x="7305936" y="190476"/>
                  <a:pt x="7303432" y="190476"/>
                </a:cubicBezTo>
                <a:cubicBezTo>
                  <a:pt x="7296725" y="190476"/>
                  <a:pt x="7290912" y="189626"/>
                  <a:pt x="7285994" y="187927"/>
                </a:cubicBezTo>
                <a:cubicBezTo>
                  <a:pt x="7281076" y="186228"/>
                  <a:pt x="7277007" y="183612"/>
                  <a:pt x="7273788" y="180080"/>
                </a:cubicBezTo>
                <a:cubicBezTo>
                  <a:pt x="7270568" y="176548"/>
                  <a:pt x="7268198" y="172099"/>
                  <a:pt x="7266678" y="166733"/>
                </a:cubicBezTo>
                <a:cubicBezTo>
                  <a:pt x="7265158" y="161368"/>
                  <a:pt x="7264398" y="155019"/>
                  <a:pt x="7264398" y="147686"/>
                </a:cubicBezTo>
                <a:lnTo>
                  <a:pt x="7264398" y="86385"/>
                </a:lnTo>
                <a:lnTo>
                  <a:pt x="7250045" y="86385"/>
                </a:lnTo>
                <a:cubicBezTo>
                  <a:pt x="7248346" y="86385"/>
                  <a:pt x="7247049" y="85334"/>
                  <a:pt x="7246155" y="83233"/>
                </a:cubicBezTo>
                <a:cubicBezTo>
                  <a:pt x="7245261" y="81131"/>
                  <a:pt x="7244814" y="77621"/>
                  <a:pt x="7244814" y="72703"/>
                </a:cubicBezTo>
                <a:cubicBezTo>
                  <a:pt x="7244814" y="70109"/>
                  <a:pt x="7244926" y="67918"/>
                  <a:pt x="7245149" y="66130"/>
                </a:cubicBezTo>
                <a:cubicBezTo>
                  <a:pt x="7245373" y="64341"/>
                  <a:pt x="7245708" y="62933"/>
                  <a:pt x="7246155" y="61905"/>
                </a:cubicBezTo>
                <a:cubicBezTo>
                  <a:pt x="7246602" y="60876"/>
                  <a:pt x="7247161" y="60138"/>
                  <a:pt x="7247832" y="59691"/>
                </a:cubicBezTo>
                <a:cubicBezTo>
                  <a:pt x="7248503" y="59244"/>
                  <a:pt x="7249285" y="59021"/>
                  <a:pt x="7250179" y="59021"/>
                </a:cubicBezTo>
                <a:lnTo>
                  <a:pt x="7264398" y="59021"/>
                </a:lnTo>
                <a:lnTo>
                  <a:pt x="7264398" y="32218"/>
                </a:lnTo>
                <a:cubicBezTo>
                  <a:pt x="7264398" y="31318"/>
                  <a:pt x="7264644" y="30509"/>
                  <a:pt x="7265136" y="29791"/>
                </a:cubicBezTo>
                <a:cubicBezTo>
                  <a:pt x="7265627" y="29073"/>
                  <a:pt x="7266522" y="28468"/>
                  <a:pt x="7267818" y="27976"/>
                </a:cubicBezTo>
                <a:cubicBezTo>
                  <a:pt x="7269115" y="27482"/>
                  <a:pt x="7270859" y="27122"/>
                  <a:pt x="7273050" y="26899"/>
                </a:cubicBezTo>
                <a:cubicBezTo>
                  <a:pt x="7275241" y="26672"/>
                  <a:pt x="7277946" y="26559"/>
                  <a:pt x="7281165" y="26559"/>
                </a:cubicBezTo>
                <a:cubicBezTo>
                  <a:pt x="7284474" y="26559"/>
                  <a:pt x="7287224" y="26672"/>
                  <a:pt x="7289415" y="26899"/>
                </a:cubicBezTo>
                <a:cubicBezTo>
                  <a:pt x="7291605" y="27122"/>
                  <a:pt x="7293327" y="27482"/>
                  <a:pt x="7294579" y="27976"/>
                </a:cubicBezTo>
                <a:cubicBezTo>
                  <a:pt x="7295831" y="28468"/>
                  <a:pt x="7296725" y="29073"/>
                  <a:pt x="7297262" y="29791"/>
                </a:cubicBezTo>
                <a:cubicBezTo>
                  <a:pt x="7297798" y="30509"/>
                  <a:pt x="7298066" y="31318"/>
                  <a:pt x="7298066" y="32218"/>
                </a:cubicBezTo>
                <a:lnTo>
                  <a:pt x="7298066" y="59021"/>
                </a:lnTo>
                <a:lnTo>
                  <a:pt x="7324089" y="59021"/>
                </a:lnTo>
                <a:cubicBezTo>
                  <a:pt x="7324983" y="59021"/>
                  <a:pt x="7325766" y="59244"/>
                  <a:pt x="7326437" y="59691"/>
                </a:cubicBezTo>
                <a:cubicBezTo>
                  <a:pt x="7327107" y="60138"/>
                  <a:pt x="7327666" y="60876"/>
                  <a:pt x="7328113" y="61905"/>
                </a:cubicBezTo>
                <a:cubicBezTo>
                  <a:pt x="7328560" y="62933"/>
                  <a:pt x="7328896" y="64341"/>
                  <a:pt x="7329119" y="66130"/>
                </a:cubicBezTo>
                <a:cubicBezTo>
                  <a:pt x="7329343" y="67918"/>
                  <a:pt x="7329455" y="70109"/>
                  <a:pt x="7329455" y="72703"/>
                </a:cubicBezTo>
                <a:cubicBezTo>
                  <a:pt x="7329455" y="77621"/>
                  <a:pt x="7329008" y="81131"/>
                  <a:pt x="7328113" y="83233"/>
                </a:cubicBezTo>
                <a:cubicBezTo>
                  <a:pt x="7327219" y="85334"/>
                  <a:pt x="7325922" y="86385"/>
                  <a:pt x="7324223" y="86385"/>
                </a:cubicBezTo>
                <a:lnTo>
                  <a:pt x="7298066" y="86385"/>
                </a:lnTo>
                <a:lnTo>
                  <a:pt x="7298066" y="142488"/>
                </a:lnTo>
                <a:cubicBezTo>
                  <a:pt x="7298066" y="149005"/>
                  <a:pt x="7299095" y="153892"/>
                  <a:pt x="7301152" y="157151"/>
                </a:cubicBezTo>
                <a:cubicBezTo>
                  <a:pt x="7303208" y="160409"/>
                  <a:pt x="7306875" y="162039"/>
                  <a:pt x="7312151" y="162039"/>
                </a:cubicBezTo>
                <a:cubicBezTo>
                  <a:pt x="7313939" y="162039"/>
                  <a:pt x="7315549" y="161882"/>
                  <a:pt x="7316980" y="161569"/>
                </a:cubicBezTo>
                <a:cubicBezTo>
                  <a:pt x="7318411" y="161256"/>
                  <a:pt x="7319685" y="160898"/>
                  <a:pt x="7320803" y="160496"/>
                </a:cubicBezTo>
                <a:cubicBezTo>
                  <a:pt x="7321921" y="160094"/>
                  <a:pt x="7322860" y="159736"/>
                  <a:pt x="7323620" y="159423"/>
                </a:cubicBezTo>
                <a:cubicBezTo>
                  <a:pt x="7324380" y="159110"/>
                  <a:pt x="7325073" y="158953"/>
                  <a:pt x="7325699" y="158953"/>
                </a:cubicBezTo>
                <a:cubicBezTo>
                  <a:pt x="7326235" y="158953"/>
                  <a:pt x="7326750" y="159110"/>
                  <a:pt x="7327241" y="159423"/>
                </a:cubicBezTo>
                <a:cubicBezTo>
                  <a:pt x="7327733" y="159736"/>
                  <a:pt x="7328113" y="160363"/>
                  <a:pt x="7328382" y="161305"/>
                </a:cubicBezTo>
                <a:cubicBezTo>
                  <a:pt x="7328650" y="162244"/>
                  <a:pt x="7328896" y="163522"/>
                  <a:pt x="7329119" y="165140"/>
                </a:cubicBezTo>
                <a:cubicBezTo>
                  <a:pt x="7329343" y="166756"/>
                  <a:pt x="7329455" y="168821"/>
                  <a:pt x="7329455" y="171336"/>
                </a:cubicBezTo>
                <a:close/>
                <a:moveTo>
                  <a:pt x="7462257" y="119898"/>
                </a:moveTo>
                <a:cubicBezTo>
                  <a:pt x="7462257" y="124020"/>
                  <a:pt x="7461340" y="127066"/>
                  <a:pt x="7459507" y="129036"/>
                </a:cubicBezTo>
                <a:cubicBezTo>
                  <a:pt x="7457674" y="131007"/>
                  <a:pt x="7455148" y="131992"/>
                  <a:pt x="7451928" y="131992"/>
                </a:cubicBezTo>
                <a:lnTo>
                  <a:pt x="7379091" y="131992"/>
                </a:lnTo>
                <a:cubicBezTo>
                  <a:pt x="7379091" y="137108"/>
                  <a:pt x="7379695" y="141754"/>
                  <a:pt x="7380902" y="145929"/>
                </a:cubicBezTo>
                <a:cubicBezTo>
                  <a:pt x="7382110" y="150104"/>
                  <a:pt x="7384032" y="153652"/>
                  <a:pt x="7386670" y="156572"/>
                </a:cubicBezTo>
                <a:cubicBezTo>
                  <a:pt x="7389308" y="159490"/>
                  <a:pt x="7392706" y="161712"/>
                  <a:pt x="7396865" y="163237"/>
                </a:cubicBezTo>
                <a:cubicBezTo>
                  <a:pt x="7401023" y="164763"/>
                  <a:pt x="7406008" y="165526"/>
                  <a:pt x="7411821" y="165526"/>
                </a:cubicBezTo>
                <a:cubicBezTo>
                  <a:pt x="7417723" y="165526"/>
                  <a:pt x="7422910" y="165094"/>
                  <a:pt x="7427381" y="164231"/>
                </a:cubicBezTo>
                <a:cubicBezTo>
                  <a:pt x="7431852" y="163367"/>
                  <a:pt x="7435720" y="162413"/>
                  <a:pt x="7438984" y="161368"/>
                </a:cubicBezTo>
                <a:cubicBezTo>
                  <a:pt x="7442248" y="160323"/>
                  <a:pt x="7444953" y="159368"/>
                  <a:pt x="7447099" y="158505"/>
                </a:cubicBezTo>
                <a:cubicBezTo>
                  <a:pt x="7449246" y="157641"/>
                  <a:pt x="7450989" y="157210"/>
                  <a:pt x="7452331" y="157210"/>
                </a:cubicBezTo>
                <a:cubicBezTo>
                  <a:pt x="7453136" y="157210"/>
                  <a:pt x="7453806" y="157367"/>
                  <a:pt x="7454343" y="157683"/>
                </a:cubicBezTo>
                <a:cubicBezTo>
                  <a:pt x="7454879" y="157996"/>
                  <a:pt x="7455326" y="158558"/>
                  <a:pt x="7455684" y="159368"/>
                </a:cubicBezTo>
                <a:cubicBezTo>
                  <a:pt x="7456042" y="160176"/>
                  <a:pt x="7456288" y="161322"/>
                  <a:pt x="7456422" y="162806"/>
                </a:cubicBezTo>
                <a:cubicBezTo>
                  <a:pt x="7456556" y="164290"/>
                  <a:pt x="7456623" y="166155"/>
                  <a:pt x="7456623" y="168402"/>
                </a:cubicBezTo>
                <a:cubicBezTo>
                  <a:pt x="7456623" y="170380"/>
                  <a:pt x="7456578" y="172067"/>
                  <a:pt x="7456489" y="173461"/>
                </a:cubicBezTo>
                <a:cubicBezTo>
                  <a:pt x="7456400" y="174853"/>
                  <a:pt x="7456265" y="176043"/>
                  <a:pt x="7456087" y="177033"/>
                </a:cubicBezTo>
                <a:cubicBezTo>
                  <a:pt x="7455908" y="178022"/>
                  <a:pt x="7455639" y="178855"/>
                  <a:pt x="7455282" y="179531"/>
                </a:cubicBezTo>
                <a:cubicBezTo>
                  <a:pt x="7454924" y="180204"/>
                  <a:pt x="7454455" y="180856"/>
                  <a:pt x="7453873" y="181484"/>
                </a:cubicBezTo>
                <a:cubicBezTo>
                  <a:pt x="7453292" y="182113"/>
                  <a:pt x="7451705" y="182964"/>
                  <a:pt x="7449111" y="184037"/>
                </a:cubicBezTo>
                <a:cubicBezTo>
                  <a:pt x="7446518" y="185110"/>
                  <a:pt x="7443209" y="186161"/>
                  <a:pt x="7439185" y="187189"/>
                </a:cubicBezTo>
                <a:cubicBezTo>
                  <a:pt x="7435161" y="188218"/>
                  <a:pt x="7430556" y="189112"/>
                  <a:pt x="7425369" y="189872"/>
                </a:cubicBezTo>
                <a:cubicBezTo>
                  <a:pt x="7420182" y="190632"/>
                  <a:pt x="7414638" y="191012"/>
                  <a:pt x="7408736" y="191012"/>
                </a:cubicBezTo>
                <a:cubicBezTo>
                  <a:pt x="7398094" y="191012"/>
                  <a:pt x="7388772" y="189668"/>
                  <a:pt x="7380768" y="186980"/>
                </a:cubicBezTo>
                <a:cubicBezTo>
                  <a:pt x="7372765" y="184291"/>
                  <a:pt x="7366080" y="180214"/>
                  <a:pt x="7360715" y="174748"/>
                </a:cubicBezTo>
                <a:cubicBezTo>
                  <a:pt x="7355349" y="169282"/>
                  <a:pt x="7351347" y="162384"/>
                  <a:pt x="7348709" y="154053"/>
                </a:cubicBezTo>
                <a:cubicBezTo>
                  <a:pt x="7346071" y="145720"/>
                  <a:pt x="7344752" y="135953"/>
                  <a:pt x="7344752" y="124752"/>
                </a:cubicBezTo>
                <a:cubicBezTo>
                  <a:pt x="7344752" y="114088"/>
                  <a:pt x="7346138" y="104478"/>
                  <a:pt x="7348910" y="95921"/>
                </a:cubicBezTo>
                <a:cubicBezTo>
                  <a:pt x="7351683" y="87364"/>
                  <a:pt x="7355707" y="80107"/>
                  <a:pt x="7360983" y="74149"/>
                </a:cubicBezTo>
                <a:cubicBezTo>
                  <a:pt x="7366259" y="68188"/>
                  <a:pt x="7372675" y="63640"/>
                  <a:pt x="7380232" y="60505"/>
                </a:cubicBezTo>
                <a:cubicBezTo>
                  <a:pt x="7387788" y="57369"/>
                  <a:pt x="7396306" y="55801"/>
                  <a:pt x="7405785" y="55801"/>
                </a:cubicBezTo>
                <a:cubicBezTo>
                  <a:pt x="7415800" y="55801"/>
                  <a:pt x="7424363" y="57280"/>
                  <a:pt x="7431472" y="60236"/>
                </a:cubicBezTo>
                <a:cubicBezTo>
                  <a:pt x="7438582" y="63193"/>
                  <a:pt x="7444417" y="67291"/>
                  <a:pt x="7448977" y="72531"/>
                </a:cubicBezTo>
                <a:cubicBezTo>
                  <a:pt x="7453538" y="77771"/>
                  <a:pt x="7456891" y="83974"/>
                  <a:pt x="7459038" y="91142"/>
                </a:cubicBezTo>
                <a:cubicBezTo>
                  <a:pt x="7461184" y="98308"/>
                  <a:pt x="7462257" y="106102"/>
                  <a:pt x="7462257" y="114524"/>
                </a:cubicBezTo>
                <a:lnTo>
                  <a:pt x="7462257" y="119898"/>
                </a:lnTo>
                <a:moveTo>
                  <a:pt x="7429527" y="110261"/>
                </a:moveTo>
                <a:cubicBezTo>
                  <a:pt x="7429796" y="100740"/>
                  <a:pt x="7427895" y="93264"/>
                  <a:pt x="7423826" y="87831"/>
                </a:cubicBezTo>
                <a:cubicBezTo>
                  <a:pt x="7419758" y="82396"/>
                  <a:pt x="7413475" y="79678"/>
                  <a:pt x="7404980" y="79678"/>
                </a:cubicBezTo>
                <a:cubicBezTo>
                  <a:pt x="7400688" y="79678"/>
                  <a:pt x="7396954" y="80487"/>
                  <a:pt x="7393779" y="82105"/>
                </a:cubicBezTo>
                <a:cubicBezTo>
                  <a:pt x="7390605" y="83720"/>
                  <a:pt x="7387967" y="85899"/>
                  <a:pt x="7385865" y="88640"/>
                </a:cubicBezTo>
                <a:cubicBezTo>
                  <a:pt x="7383764" y="91379"/>
                  <a:pt x="7382154" y="94612"/>
                  <a:pt x="7381036" y="98340"/>
                </a:cubicBezTo>
                <a:cubicBezTo>
                  <a:pt x="7379919" y="102065"/>
                  <a:pt x="7379270" y="106039"/>
                  <a:pt x="7379091" y="110261"/>
                </a:cubicBezTo>
                <a:lnTo>
                  <a:pt x="7429527" y="110261"/>
                </a:lnTo>
                <a:close/>
                <a:moveTo>
                  <a:pt x="7602565" y="183228"/>
                </a:moveTo>
                <a:cubicBezTo>
                  <a:pt x="7602565" y="184212"/>
                  <a:pt x="7602341" y="185040"/>
                  <a:pt x="7601894" y="185714"/>
                </a:cubicBezTo>
                <a:cubicBezTo>
                  <a:pt x="7601447" y="186385"/>
                  <a:pt x="7600687" y="186943"/>
                  <a:pt x="7599613" y="187391"/>
                </a:cubicBezTo>
                <a:cubicBezTo>
                  <a:pt x="7598540" y="187838"/>
                  <a:pt x="7597087" y="188151"/>
                  <a:pt x="7595254" y="188330"/>
                </a:cubicBezTo>
                <a:cubicBezTo>
                  <a:pt x="7593421" y="188508"/>
                  <a:pt x="7591163" y="188598"/>
                  <a:pt x="7588480" y="188598"/>
                </a:cubicBezTo>
                <a:cubicBezTo>
                  <a:pt x="7585618" y="188598"/>
                  <a:pt x="7583293" y="188508"/>
                  <a:pt x="7581505" y="188330"/>
                </a:cubicBezTo>
                <a:cubicBezTo>
                  <a:pt x="7579716" y="188154"/>
                  <a:pt x="7578263" y="187843"/>
                  <a:pt x="7577145" y="187399"/>
                </a:cubicBezTo>
                <a:cubicBezTo>
                  <a:pt x="7576028" y="186952"/>
                  <a:pt x="7575223" y="186396"/>
                  <a:pt x="7574731" y="185731"/>
                </a:cubicBezTo>
                <a:cubicBezTo>
                  <a:pt x="7574239" y="185063"/>
                  <a:pt x="7573993" y="184238"/>
                  <a:pt x="7573993" y="183257"/>
                </a:cubicBezTo>
                <a:lnTo>
                  <a:pt x="7573993" y="170045"/>
                </a:lnTo>
                <a:cubicBezTo>
                  <a:pt x="7567823" y="176676"/>
                  <a:pt x="7561362" y="181829"/>
                  <a:pt x="7554610" y="185504"/>
                </a:cubicBezTo>
                <a:cubicBezTo>
                  <a:pt x="7547859" y="189176"/>
                  <a:pt x="7540369" y="191012"/>
                  <a:pt x="7532142" y="191012"/>
                </a:cubicBezTo>
                <a:cubicBezTo>
                  <a:pt x="7523021" y="191012"/>
                  <a:pt x="7515308" y="189243"/>
                  <a:pt x="7509003" y="185705"/>
                </a:cubicBezTo>
                <a:cubicBezTo>
                  <a:pt x="7502699" y="182165"/>
                  <a:pt x="7497557" y="177393"/>
                  <a:pt x="7493577" y="171390"/>
                </a:cubicBezTo>
                <a:cubicBezTo>
                  <a:pt x="7489598" y="165385"/>
                  <a:pt x="7486714" y="158374"/>
                  <a:pt x="7484926" y="150356"/>
                </a:cubicBezTo>
                <a:cubicBezTo>
                  <a:pt x="7483137" y="142336"/>
                  <a:pt x="7482243" y="133891"/>
                  <a:pt x="7482243" y="125021"/>
                </a:cubicBezTo>
                <a:cubicBezTo>
                  <a:pt x="7482243" y="114357"/>
                  <a:pt x="7483383" y="104769"/>
                  <a:pt x="7485663" y="96256"/>
                </a:cubicBezTo>
                <a:cubicBezTo>
                  <a:pt x="7487944" y="87744"/>
                  <a:pt x="7491275" y="80487"/>
                  <a:pt x="7495657" y="74484"/>
                </a:cubicBezTo>
                <a:cubicBezTo>
                  <a:pt x="7500038" y="68482"/>
                  <a:pt x="7505493" y="63868"/>
                  <a:pt x="7512021" y="60643"/>
                </a:cubicBezTo>
                <a:cubicBezTo>
                  <a:pt x="7518549" y="57415"/>
                  <a:pt x="7526061" y="55801"/>
                  <a:pt x="7534557" y="55801"/>
                </a:cubicBezTo>
                <a:cubicBezTo>
                  <a:pt x="7541264" y="55801"/>
                  <a:pt x="7547344" y="57168"/>
                  <a:pt x="7552799" y="59901"/>
                </a:cubicBezTo>
                <a:cubicBezTo>
                  <a:pt x="7558254" y="62634"/>
                  <a:pt x="7563665" y="66644"/>
                  <a:pt x="7569030" y="71931"/>
                </a:cubicBezTo>
                <a:lnTo>
                  <a:pt x="7569030" y="7113"/>
                </a:lnTo>
                <a:cubicBezTo>
                  <a:pt x="7569030" y="6216"/>
                  <a:pt x="7569276" y="5410"/>
                  <a:pt x="7569768" y="4695"/>
                </a:cubicBezTo>
                <a:cubicBezTo>
                  <a:pt x="7570260" y="3979"/>
                  <a:pt x="7571154" y="3376"/>
                  <a:pt x="7572451" y="2884"/>
                </a:cubicBezTo>
                <a:cubicBezTo>
                  <a:pt x="7573747" y="2392"/>
                  <a:pt x="7575469" y="2012"/>
                  <a:pt x="7577615" y="1744"/>
                </a:cubicBezTo>
                <a:cubicBezTo>
                  <a:pt x="7579761" y="1476"/>
                  <a:pt x="7582489" y="1341"/>
                  <a:pt x="7585797" y="1341"/>
                </a:cubicBezTo>
                <a:cubicBezTo>
                  <a:pt x="7589106" y="1341"/>
                  <a:pt x="7591833" y="1476"/>
                  <a:pt x="7593980" y="1744"/>
                </a:cubicBezTo>
                <a:cubicBezTo>
                  <a:pt x="7596126" y="2012"/>
                  <a:pt x="7597825" y="2392"/>
                  <a:pt x="7599077" y="2884"/>
                </a:cubicBezTo>
                <a:cubicBezTo>
                  <a:pt x="7600329" y="3376"/>
                  <a:pt x="7601223" y="3981"/>
                  <a:pt x="7601760" y="4699"/>
                </a:cubicBezTo>
                <a:cubicBezTo>
                  <a:pt x="7602296" y="5414"/>
                  <a:pt x="7602565" y="6219"/>
                  <a:pt x="7602565" y="7113"/>
                </a:cubicBezTo>
                <a:lnTo>
                  <a:pt x="7602565" y="183228"/>
                </a:lnTo>
                <a:moveTo>
                  <a:pt x="7569030" y="103244"/>
                </a:moveTo>
                <a:cubicBezTo>
                  <a:pt x="7564201" y="97177"/>
                  <a:pt x="7559573" y="92538"/>
                  <a:pt x="7555147" y="89327"/>
                </a:cubicBezTo>
                <a:cubicBezTo>
                  <a:pt x="7550720" y="86114"/>
                  <a:pt x="7546092" y="84507"/>
                  <a:pt x="7541264" y="84507"/>
                </a:cubicBezTo>
                <a:cubicBezTo>
                  <a:pt x="7536882" y="84507"/>
                  <a:pt x="7533103" y="85602"/>
                  <a:pt x="7529929" y="87793"/>
                </a:cubicBezTo>
                <a:cubicBezTo>
                  <a:pt x="7526754" y="89984"/>
                  <a:pt x="7524206" y="92913"/>
                  <a:pt x="7522283" y="96579"/>
                </a:cubicBezTo>
                <a:cubicBezTo>
                  <a:pt x="7520360" y="100246"/>
                  <a:pt x="7518930" y="104337"/>
                  <a:pt x="7517991" y="108853"/>
                </a:cubicBezTo>
                <a:cubicBezTo>
                  <a:pt x="7517052" y="113369"/>
                  <a:pt x="7516582" y="117997"/>
                  <a:pt x="7516582" y="122736"/>
                </a:cubicBezTo>
                <a:cubicBezTo>
                  <a:pt x="7516582" y="127744"/>
                  <a:pt x="7516985" y="132618"/>
                  <a:pt x="7517789" y="137357"/>
                </a:cubicBezTo>
                <a:cubicBezTo>
                  <a:pt x="7518594" y="142097"/>
                  <a:pt x="7519913" y="146322"/>
                  <a:pt x="7521746" y="150033"/>
                </a:cubicBezTo>
                <a:cubicBezTo>
                  <a:pt x="7523580" y="153744"/>
                  <a:pt x="7526017" y="156718"/>
                  <a:pt x="7529057" y="158953"/>
                </a:cubicBezTo>
                <a:cubicBezTo>
                  <a:pt x="7532097" y="161189"/>
                  <a:pt x="7535943" y="162307"/>
                  <a:pt x="7540593" y="162307"/>
                </a:cubicBezTo>
                <a:cubicBezTo>
                  <a:pt x="7542918" y="162307"/>
                  <a:pt x="7545176" y="161973"/>
                  <a:pt x="7547367" y="161305"/>
                </a:cubicBezTo>
                <a:cubicBezTo>
                  <a:pt x="7549558" y="160634"/>
                  <a:pt x="7551793" y="159540"/>
                  <a:pt x="7554074" y="158023"/>
                </a:cubicBezTo>
                <a:cubicBezTo>
                  <a:pt x="7556354" y="156505"/>
                  <a:pt x="7558701" y="154520"/>
                  <a:pt x="7561116" y="152066"/>
                </a:cubicBezTo>
                <a:cubicBezTo>
                  <a:pt x="7563530" y="149610"/>
                  <a:pt x="7566168" y="146597"/>
                  <a:pt x="7569030" y="143029"/>
                </a:cubicBezTo>
                <a:lnTo>
                  <a:pt x="7569030" y="103244"/>
                </a:lnTo>
                <a:close/>
                <a:moveTo>
                  <a:pt x="7768812" y="17974"/>
                </a:moveTo>
                <a:cubicBezTo>
                  <a:pt x="7768812" y="20568"/>
                  <a:pt x="7768722" y="22647"/>
                  <a:pt x="7768543" y="24212"/>
                </a:cubicBezTo>
                <a:cubicBezTo>
                  <a:pt x="7768365" y="25777"/>
                  <a:pt x="7768096" y="26984"/>
                  <a:pt x="7767739" y="27834"/>
                </a:cubicBezTo>
                <a:cubicBezTo>
                  <a:pt x="7767381" y="28683"/>
                  <a:pt x="7766978" y="29264"/>
                  <a:pt x="7766531" y="29577"/>
                </a:cubicBezTo>
                <a:cubicBezTo>
                  <a:pt x="7766084" y="29890"/>
                  <a:pt x="7765592" y="30047"/>
                  <a:pt x="7765056" y="30047"/>
                </a:cubicBezTo>
                <a:cubicBezTo>
                  <a:pt x="7764430" y="30047"/>
                  <a:pt x="7763737" y="29890"/>
                  <a:pt x="7762977" y="29577"/>
                </a:cubicBezTo>
                <a:cubicBezTo>
                  <a:pt x="7762217" y="29264"/>
                  <a:pt x="7761278" y="28929"/>
                  <a:pt x="7760160" y="28571"/>
                </a:cubicBezTo>
                <a:cubicBezTo>
                  <a:pt x="7759042" y="28214"/>
                  <a:pt x="7757723" y="27878"/>
                  <a:pt x="7756203" y="27565"/>
                </a:cubicBezTo>
                <a:cubicBezTo>
                  <a:pt x="7754683" y="27252"/>
                  <a:pt x="7752894" y="27096"/>
                  <a:pt x="7750837" y="27096"/>
                </a:cubicBezTo>
                <a:cubicBezTo>
                  <a:pt x="7748423" y="27096"/>
                  <a:pt x="7746344" y="27476"/>
                  <a:pt x="7744600" y="28236"/>
                </a:cubicBezTo>
                <a:cubicBezTo>
                  <a:pt x="7742856" y="28996"/>
                  <a:pt x="7741403" y="30203"/>
                  <a:pt x="7740240" y="31858"/>
                </a:cubicBezTo>
                <a:cubicBezTo>
                  <a:pt x="7739078" y="33512"/>
                  <a:pt x="7738228" y="35658"/>
                  <a:pt x="7737692" y="38296"/>
                </a:cubicBezTo>
                <a:cubicBezTo>
                  <a:pt x="7737155" y="40934"/>
                  <a:pt x="7736887" y="44176"/>
                  <a:pt x="7736887" y="48021"/>
                </a:cubicBezTo>
                <a:lnTo>
                  <a:pt x="7736887" y="59021"/>
                </a:lnTo>
                <a:lnTo>
                  <a:pt x="7758751" y="59021"/>
                </a:lnTo>
                <a:cubicBezTo>
                  <a:pt x="7759556" y="59021"/>
                  <a:pt x="7760294" y="59244"/>
                  <a:pt x="7760965" y="59691"/>
                </a:cubicBezTo>
                <a:cubicBezTo>
                  <a:pt x="7761635" y="60138"/>
                  <a:pt x="7762194" y="60876"/>
                  <a:pt x="7762641" y="61905"/>
                </a:cubicBezTo>
                <a:cubicBezTo>
                  <a:pt x="7763088" y="62933"/>
                  <a:pt x="7763424" y="64341"/>
                  <a:pt x="7763647" y="66130"/>
                </a:cubicBezTo>
                <a:cubicBezTo>
                  <a:pt x="7763871" y="67918"/>
                  <a:pt x="7763983" y="70109"/>
                  <a:pt x="7763983" y="72703"/>
                </a:cubicBezTo>
                <a:cubicBezTo>
                  <a:pt x="7763983" y="77621"/>
                  <a:pt x="7763536" y="81131"/>
                  <a:pt x="7762641" y="83233"/>
                </a:cubicBezTo>
                <a:cubicBezTo>
                  <a:pt x="7761747" y="85334"/>
                  <a:pt x="7760450" y="86385"/>
                  <a:pt x="7758751" y="86385"/>
                </a:cubicBezTo>
                <a:lnTo>
                  <a:pt x="7736887" y="86385"/>
                </a:lnTo>
                <a:lnTo>
                  <a:pt x="7736887" y="183232"/>
                </a:lnTo>
                <a:cubicBezTo>
                  <a:pt x="7736887" y="184127"/>
                  <a:pt x="7736619" y="184909"/>
                  <a:pt x="7736082" y="185580"/>
                </a:cubicBezTo>
                <a:cubicBezTo>
                  <a:pt x="7735546" y="186250"/>
                  <a:pt x="7734651" y="186809"/>
                  <a:pt x="7733399" y="187256"/>
                </a:cubicBezTo>
                <a:cubicBezTo>
                  <a:pt x="7732147" y="187704"/>
                  <a:pt x="7730404" y="188039"/>
                  <a:pt x="7728168" y="188262"/>
                </a:cubicBezTo>
                <a:cubicBezTo>
                  <a:pt x="7725932" y="188486"/>
                  <a:pt x="7723205" y="188598"/>
                  <a:pt x="7719986" y="188598"/>
                </a:cubicBezTo>
                <a:cubicBezTo>
                  <a:pt x="7716766" y="188598"/>
                  <a:pt x="7714061" y="188486"/>
                  <a:pt x="7711870" y="188262"/>
                </a:cubicBezTo>
                <a:cubicBezTo>
                  <a:pt x="7709679" y="188039"/>
                  <a:pt x="7707935" y="187704"/>
                  <a:pt x="7706639" y="187256"/>
                </a:cubicBezTo>
                <a:cubicBezTo>
                  <a:pt x="7705342" y="186809"/>
                  <a:pt x="7704448" y="186250"/>
                  <a:pt x="7703956" y="185580"/>
                </a:cubicBezTo>
                <a:cubicBezTo>
                  <a:pt x="7703464" y="184909"/>
                  <a:pt x="7703218" y="184127"/>
                  <a:pt x="7703218" y="183232"/>
                </a:cubicBezTo>
                <a:lnTo>
                  <a:pt x="7703218" y="86385"/>
                </a:lnTo>
                <a:lnTo>
                  <a:pt x="7688195" y="86385"/>
                </a:lnTo>
                <a:cubicBezTo>
                  <a:pt x="7686496" y="86385"/>
                  <a:pt x="7685221" y="85334"/>
                  <a:pt x="7684372" y="83233"/>
                </a:cubicBezTo>
                <a:cubicBezTo>
                  <a:pt x="7683522" y="81131"/>
                  <a:pt x="7683098" y="77621"/>
                  <a:pt x="7683098" y="72703"/>
                </a:cubicBezTo>
                <a:cubicBezTo>
                  <a:pt x="7683098" y="70109"/>
                  <a:pt x="7683209" y="67918"/>
                  <a:pt x="7683433" y="66130"/>
                </a:cubicBezTo>
                <a:cubicBezTo>
                  <a:pt x="7683657" y="64341"/>
                  <a:pt x="7683970" y="62933"/>
                  <a:pt x="7684372" y="61905"/>
                </a:cubicBezTo>
                <a:cubicBezTo>
                  <a:pt x="7684774" y="60876"/>
                  <a:pt x="7685311" y="60138"/>
                  <a:pt x="7685982" y="59691"/>
                </a:cubicBezTo>
                <a:cubicBezTo>
                  <a:pt x="7686652" y="59244"/>
                  <a:pt x="7687435" y="59021"/>
                  <a:pt x="7688329" y="59021"/>
                </a:cubicBezTo>
                <a:lnTo>
                  <a:pt x="7703218" y="59021"/>
                </a:lnTo>
                <a:lnTo>
                  <a:pt x="7703218" y="48960"/>
                </a:lnTo>
                <a:cubicBezTo>
                  <a:pt x="7703218" y="40823"/>
                  <a:pt x="7704023" y="33691"/>
                  <a:pt x="7705633" y="27565"/>
                </a:cubicBezTo>
                <a:cubicBezTo>
                  <a:pt x="7707242" y="21440"/>
                  <a:pt x="7709769" y="16342"/>
                  <a:pt x="7713212" y="12274"/>
                </a:cubicBezTo>
                <a:cubicBezTo>
                  <a:pt x="7716654" y="8205"/>
                  <a:pt x="7721036" y="5142"/>
                  <a:pt x="7726357" y="3085"/>
                </a:cubicBezTo>
                <a:cubicBezTo>
                  <a:pt x="7731678" y="1028"/>
                  <a:pt x="7737960" y="0"/>
                  <a:pt x="7745203" y="0"/>
                </a:cubicBezTo>
                <a:cubicBezTo>
                  <a:pt x="7748691" y="0"/>
                  <a:pt x="7752000" y="291"/>
                  <a:pt x="7755130" y="872"/>
                </a:cubicBezTo>
                <a:cubicBezTo>
                  <a:pt x="7758260" y="1453"/>
                  <a:pt x="7760719" y="2079"/>
                  <a:pt x="7762507" y="2750"/>
                </a:cubicBezTo>
                <a:cubicBezTo>
                  <a:pt x="7764296" y="3421"/>
                  <a:pt x="7765503" y="4046"/>
                  <a:pt x="7766129" y="4628"/>
                </a:cubicBezTo>
                <a:cubicBezTo>
                  <a:pt x="7766755" y="5209"/>
                  <a:pt x="7767269" y="6059"/>
                  <a:pt x="7767672" y="7176"/>
                </a:cubicBezTo>
                <a:cubicBezTo>
                  <a:pt x="7768074" y="8294"/>
                  <a:pt x="7768365" y="9725"/>
                  <a:pt x="7768543" y="11469"/>
                </a:cubicBezTo>
                <a:cubicBezTo>
                  <a:pt x="7768722" y="13213"/>
                  <a:pt x="7768812" y="15381"/>
                  <a:pt x="7768812" y="17974"/>
                </a:cubicBezTo>
                <a:close/>
                <a:moveTo>
                  <a:pt x="7902341" y="122195"/>
                </a:moveTo>
                <a:cubicBezTo>
                  <a:pt x="7902341" y="132412"/>
                  <a:pt x="7901000" y="141732"/>
                  <a:pt x="7898317" y="150155"/>
                </a:cubicBezTo>
                <a:cubicBezTo>
                  <a:pt x="7895634" y="158578"/>
                  <a:pt x="7891566" y="165835"/>
                  <a:pt x="7886111" y="171927"/>
                </a:cubicBezTo>
                <a:cubicBezTo>
                  <a:pt x="7880656" y="178019"/>
                  <a:pt x="7873815" y="182724"/>
                  <a:pt x="7865588" y="186041"/>
                </a:cubicBezTo>
                <a:cubicBezTo>
                  <a:pt x="7857360" y="189355"/>
                  <a:pt x="7847747" y="191012"/>
                  <a:pt x="7836748" y="191012"/>
                </a:cubicBezTo>
                <a:cubicBezTo>
                  <a:pt x="7826106" y="191012"/>
                  <a:pt x="7816851" y="189534"/>
                  <a:pt x="7808981" y="186577"/>
                </a:cubicBezTo>
                <a:cubicBezTo>
                  <a:pt x="7801112" y="183621"/>
                  <a:pt x="7794584" y="179320"/>
                  <a:pt x="7789397" y="173675"/>
                </a:cubicBezTo>
                <a:cubicBezTo>
                  <a:pt x="7784211" y="168030"/>
                  <a:pt x="7780365" y="161086"/>
                  <a:pt x="7777861" y="152842"/>
                </a:cubicBezTo>
                <a:cubicBezTo>
                  <a:pt x="7775357" y="144598"/>
                  <a:pt x="7774106" y="135190"/>
                  <a:pt x="7774106" y="124618"/>
                </a:cubicBezTo>
                <a:cubicBezTo>
                  <a:pt x="7774106" y="114401"/>
                  <a:pt x="7775469" y="105059"/>
                  <a:pt x="7778197" y="96592"/>
                </a:cubicBezTo>
                <a:cubicBezTo>
                  <a:pt x="7780924" y="88124"/>
                  <a:pt x="7785015" y="80867"/>
                  <a:pt x="7790470" y="74820"/>
                </a:cubicBezTo>
                <a:cubicBezTo>
                  <a:pt x="7795925" y="68772"/>
                  <a:pt x="7802744" y="64091"/>
                  <a:pt x="7810926" y="60777"/>
                </a:cubicBezTo>
                <a:cubicBezTo>
                  <a:pt x="7819109" y="57460"/>
                  <a:pt x="7828700" y="55801"/>
                  <a:pt x="7839699" y="55801"/>
                </a:cubicBezTo>
                <a:cubicBezTo>
                  <a:pt x="7850430" y="55801"/>
                  <a:pt x="7859730" y="57257"/>
                  <a:pt x="7867600" y="60169"/>
                </a:cubicBezTo>
                <a:cubicBezTo>
                  <a:pt x="7875469" y="63081"/>
                  <a:pt x="7881975" y="67360"/>
                  <a:pt x="7887117" y="73005"/>
                </a:cubicBezTo>
                <a:cubicBezTo>
                  <a:pt x="7892259" y="78649"/>
                  <a:pt x="7896082" y="85594"/>
                  <a:pt x="7898585" y="93838"/>
                </a:cubicBezTo>
                <a:cubicBezTo>
                  <a:pt x="7901089" y="102082"/>
                  <a:pt x="7902341" y="111534"/>
                  <a:pt x="7902341" y="122195"/>
                </a:cubicBezTo>
                <a:moveTo>
                  <a:pt x="7867600" y="123541"/>
                </a:moveTo>
                <a:cubicBezTo>
                  <a:pt x="7867600" y="117639"/>
                  <a:pt x="7867130" y="112206"/>
                  <a:pt x="7866191" y="107243"/>
                </a:cubicBezTo>
                <a:cubicBezTo>
                  <a:pt x="7865252" y="102280"/>
                  <a:pt x="7863665" y="97965"/>
                  <a:pt x="7861429" y="94299"/>
                </a:cubicBezTo>
                <a:cubicBezTo>
                  <a:pt x="7859194" y="90632"/>
                  <a:pt x="7856220" y="87771"/>
                  <a:pt x="7852509" y="85714"/>
                </a:cubicBezTo>
                <a:cubicBezTo>
                  <a:pt x="7848798" y="83657"/>
                  <a:pt x="7844125" y="82629"/>
                  <a:pt x="7838492" y="82629"/>
                </a:cubicBezTo>
                <a:cubicBezTo>
                  <a:pt x="7833484" y="82629"/>
                  <a:pt x="7829102" y="83546"/>
                  <a:pt x="7825346" y="85379"/>
                </a:cubicBezTo>
                <a:cubicBezTo>
                  <a:pt x="7821590" y="87212"/>
                  <a:pt x="7818505" y="89895"/>
                  <a:pt x="7816091" y="93427"/>
                </a:cubicBezTo>
                <a:cubicBezTo>
                  <a:pt x="7813676" y="96959"/>
                  <a:pt x="7811865" y="101207"/>
                  <a:pt x="7810658" y="106170"/>
                </a:cubicBezTo>
                <a:cubicBezTo>
                  <a:pt x="7809451" y="111133"/>
                  <a:pt x="7808847" y="116789"/>
                  <a:pt x="7808847" y="123139"/>
                </a:cubicBezTo>
                <a:cubicBezTo>
                  <a:pt x="7808847" y="129041"/>
                  <a:pt x="7809339" y="134473"/>
                  <a:pt x="7810323" y="139436"/>
                </a:cubicBezTo>
                <a:cubicBezTo>
                  <a:pt x="7811306" y="144399"/>
                  <a:pt x="7812894" y="148714"/>
                  <a:pt x="7815085" y="152381"/>
                </a:cubicBezTo>
                <a:cubicBezTo>
                  <a:pt x="7817276" y="156047"/>
                  <a:pt x="7820249" y="158886"/>
                  <a:pt x="7824005" y="160898"/>
                </a:cubicBezTo>
                <a:cubicBezTo>
                  <a:pt x="7827761" y="162910"/>
                  <a:pt x="7832411" y="163916"/>
                  <a:pt x="7837955" y="163916"/>
                </a:cubicBezTo>
                <a:cubicBezTo>
                  <a:pt x="7843052" y="163916"/>
                  <a:pt x="7847479" y="163000"/>
                  <a:pt x="7851235" y="161167"/>
                </a:cubicBezTo>
                <a:cubicBezTo>
                  <a:pt x="7854991" y="159333"/>
                  <a:pt x="7858076" y="156673"/>
                  <a:pt x="7860490" y="153185"/>
                </a:cubicBezTo>
                <a:cubicBezTo>
                  <a:pt x="7862905" y="149698"/>
                  <a:pt x="7864693" y="145473"/>
                  <a:pt x="7865856" y="140509"/>
                </a:cubicBezTo>
                <a:cubicBezTo>
                  <a:pt x="7867018" y="135546"/>
                  <a:pt x="7867600" y="129890"/>
                  <a:pt x="7867600" y="123541"/>
                </a:cubicBezTo>
                <a:close/>
                <a:moveTo>
                  <a:pt x="8003961" y="74581"/>
                </a:moveTo>
                <a:cubicBezTo>
                  <a:pt x="8003961" y="77800"/>
                  <a:pt x="8003871" y="80438"/>
                  <a:pt x="8003692" y="82495"/>
                </a:cubicBezTo>
                <a:cubicBezTo>
                  <a:pt x="8003514" y="84552"/>
                  <a:pt x="8003245" y="86161"/>
                  <a:pt x="8002888" y="87324"/>
                </a:cubicBezTo>
                <a:cubicBezTo>
                  <a:pt x="8002530" y="88486"/>
                  <a:pt x="8002060" y="89291"/>
                  <a:pt x="8001479" y="89738"/>
                </a:cubicBezTo>
                <a:cubicBezTo>
                  <a:pt x="8000898" y="90185"/>
                  <a:pt x="8000160" y="90409"/>
                  <a:pt x="7999266" y="90409"/>
                </a:cubicBezTo>
                <a:cubicBezTo>
                  <a:pt x="7998551" y="90409"/>
                  <a:pt x="7997746" y="90252"/>
                  <a:pt x="7996851" y="89939"/>
                </a:cubicBezTo>
                <a:cubicBezTo>
                  <a:pt x="7995957" y="89626"/>
                  <a:pt x="7994951" y="89291"/>
                  <a:pt x="7993833" y="88933"/>
                </a:cubicBezTo>
                <a:cubicBezTo>
                  <a:pt x="7992716" y="88576"/>
                  <a:pt x="7991486" y="88240"/>
                  <a:pt x="7990145" y="87927"/>
                </a:cubicBezTo>
                <a:cubicBezTo>
                  <a:pt x="7988803" y="87614"/>
                  <a:pt x="7987328" y="87458"/>
                  <a:pt x="7985718" y="87458"/>
                </a:cubicBezTo>
                <a:cubicBezTo>
                  <a:pt x="7983840" y="87458"/>
                  <a:pt x="7981962" y="87841"/>
                  <a:pt x="7980084" y="88606"/>
                </a:cubicBezTo>
                <a:cubicBezTo>
                  <a:pt x="7978206" y="89369"/>
                  <a:pt x="7976261" y="90561"/>
                  <a:pt x="7974249" y="92182"/>
                </a:cubicBezTo>
                <a:cubicBezTo>
                  <a:pt x="7972237" y="93803"/>
                  <a:pt x="7970136" y="95963"/>
                  <a:pt x="7967945" y="98663"/>
                </a:cubicBezTo>
                <a:cubicBezTo>
                  <a:pt x="7965754" y="101362"/>
                  <a:pt x="7963406" y="104692"/>
                  <a:pt x="7960903" y="108652"/>
                </a:cubicBezTo>
                <a:lnTo>
                  <a:pt x="7960903" y="183232"/>
                </a:lnTo>
                <a:cubicBezTo>
                  <a:pt x="7960903" y="184127"/>
                  <a:pt x="7960634" y="184909"/>
                  <a:pt x="7960098" y="185580"/>
                </a:cubicBezTo>
                <a:cubicBezTo>
                  <a:pt x="7959561" y="186250"/>
                  <a:pt x="7958645" y="186809"/>
                  <a:pt x="7957348" y="187256"/>
                </a:cubicBezTo>
                <a:cubicBezTo>
                  <a:pt x="7956051" y="187704"/>
                  <a:pt x="7954330" y="188039"/>
                  <a:pt x="7952184" y="188262"/>
                </a:cubicBezTo>
                <a:cubicBezTo>
                  <a:pt x="7950037" y="188486"/>
                  <a:pt x="7947310" y="188598"/>
                  <a:pt x="7944001" y="188598"/>
                </a:cubicBezTo>
                <a:cubicBezTo>
                  <a:pt x="7940692" y="188598"/>
                  <a:pt x="7937965" y="188486"/>
                  <a:pt x="7935819" y="188262"/>
                </a:cubicBezTo>
                <a:cubicBezTo>
                  <a:pt x="7933673" y="188039"/>
                  <a:pt x="7931951" y="187704"/>
                  <a:pt x="7930654" y="187256"/>
                </a:cubicBezTo>
                <a:cubicBezTo>
                  <a:pt x="7929358" y="186809"/>
                  <a:pt x="7928441" y="186250"/>
                  <a:pt x="7927905" y="185580"/>
                </a:cubicBezTo>
                <a:cubicBezTo>
                  <a:pt x="7927368" y="184909"/>
                  <a:pt x="7927100" y="184127"/>
                  <a:pt x="7927100" y="183232"/>
                </a:cubicBezTo>
                <a:lnTo>
                  <a:pt x="7927100" y="63581"/>
                </a:lnTo>
                <a:cubicBezTo>
                  <a:pt x="7927100" y="62687"/>
                  <a:pt x="7927323" y="61905"/>
                  <a:pt x="7927770" y="61234"/>
                </a:cubicBezTo>
                <a:cubicBezTo>
                  <a:pt x="7928218" y="60563"/>
                  <a:pt x="7929022" y="60004"/>
                  <a:pt x="7930185" y="59557"/>
                </a:cubicBezTo>
                <a:cubicBezTo>
                  <a:pt x="7931347" y="59110"/>
                  <a:pt x="7932845" y="58775"/>
                  <a:pt x="7934679" y="58551"/>
                </a:cubicBezTo>
                <a:cubicBezTo>
                  <a:pt x="7936512" y="58328"/>
                  <a:pt x="7938814" y="58216"/>
                  <a:pt x="7941587" y="58216"/>
                </a:cubicBezTo>
                <a:cubicBezTo>
                  <a:pt x="7944448" y="58216"/>
                  <a:pt x="7946818" y="58328"/>
                  <a:pt x="7948696" y="58551"/>
                </a:cubicBezTo>
                <a:cubicBezTo>
                  <a:pt x="7950574" y="58775"/>
                  <a:pt x="7952027" y="59110"/>
                  <a:pt x="7953055" y="59557"/>
                </a:cubicBezTo>
                <a:cubicBezTo>
                  <a:pt x="7954084" y="60004"/>
                  <a:pt x="7954822" y="60563"/>
                  <a:pt x="7955269" y="61234"/>
                </a:cubicBezTo>
                <a:cubicBezTo>
                  <a:pt x="7955716" y="61905"/>
                  <a:pt x="7955939" y="62687"/>
                  <a:pt x="7955939" y="63581"/>
                </a:cubicBezTo>
                <a:lnTo>
                  <a:pt x="7955939" y="78471"/>
                </a:lnTo>
                <a:cubicBezTo>
                  <a:pt x="7959069" y="73971"/>
                  <a:pt x="7962020" y="70260"/>
                  <a:pt x="7964793" y="67337"/>
                </a:cubicBezTo>
                <a:cubicBezTo>
                  <a:pt x="7967565" y="64414"/>
                  <a:pt x="7970203" y="62099"/>
                  <a:pt x="7972707" y="60391"/>
                </a:cubicBezTo>
                <a:cubicBezTo>
                  <a:pt x="7975211" y="58681"/>
                  <a:pt x="7977714" y="57489"/>
                  <a:pt x="7980218" y="56816"/>
                </a:cubicBezTo>
                <a:cubicBezTo>
                  <a:pt x="7982722" y="56139"/>
                  <a:pt x="7985226" y="55801"/>
                  <a:pt x="7987730" y="55801"/>
                </a:cubicBezTo>
                <a:cubicBezTo>
                  <a:pt x="7988893" y="55801"/>
                  <a:pt x="7990145" y="55868"/>
                  <a:pt x="7991486" y="56003"/>
                </a:cubicBezTo>
                <a:cubicBezTo>
                  <a:pt x="7992827" y="56137"/>
                  <a:pt x="7994213" y="56360"/>
                  <a:pt x="7995644" y="56673"/>
                </a:cubicBezTo>
                <a:cubicBezTo>
                  <a:pt x="7997075" y="56986"/>
                  <a:pt x="7998327" y="57344"/>
                  <a:pt x="7999400" y="57746"/>
                </a:cubicBezTo>
                <a:cubicBezTo>
                  <a:pt x="8000473" y="58149"/>
                  <a:pt x="8001256" y="58574"/>
                  <a:pt x="8001747" y="59021"/>
                </a:cubicBezTo>
                <a:cubicBezTo>
                  <a:pt x="8002239" y="59468"/>
                  <a:pt x="8002597" y="59960"/>
                  <a:pt x="8002821" y="60496"/>
                </a:cubicBezTo>
                <a:cubicBezTo>
                  <a:pt x="8003044" y="61033"/>
                  <a:pt x="8003245" y="61770"/>
                  <a:pt x="8003424" y="62709"/>
                </a:cubicBezTo>
                <a:cubicBezTo>
                  <a:pt x="8003603" y="63648"/>
                  <a:pt x="8003737" y="65057"/>
                  <a:pt x="8003827" y="66935"/>
                </a:cubicBezTo>
                <a:cubicBezTo>
                  <a:pt x="8003916" y="68813"/>
                  <a:pt x="8003961" y="71361"/>
                  <a:pt x="8003961" y="74581"/>
                </a:cubicBezTo>
                <a:close/>
                <a:moveTo>
                  <a:pt x="8123275" y="55265"/>
                </a:moveTo>
                <a:cubicBezTo>
                  <a:pt x="8123275" y="62598"/>
                  <a:pt x="8122224" y="69215"/>
                  <a:pt x="8120123" y="75117"/>
                </a:cubicBezTo>
                <a:cubicBezTo>
                  <a:pt x="8118021" y="81019"/>
                  <a:pt x="8115070" y="86117"/>
                  <a:pt x="8111270" y="90409"/>
                </a:cubicBezTo>
                <a:cubicBezTo>
                  <a:pt x="8107469" y="94701"/>
                  <a:pt x="8102908" y="98144"/>
                  <a:pt x="8097588" y="100738"/>
                </a:cubicBezTo>
                <a:cubicBezTo>
                  <a:pt x="8092267" y="103331"/>
                  <a:pt x="8086387" y="104985"/>
                  <a:pt x="8079949" y="105701"/>
                </a:cubicBezTo>
                <a:lnTo>
                  <a:pt x="8078875" y="131744"/>
                </a:lnTo>
                <a:cubicBezTo>
                  <a:pt x="8078786" y="133346"/>
                  <a:pt x="8077512" y="134547"/>
                  <a:pt x="8075052" y="135349"/>
                </a:cubicBezTo>
                <a:cubicBezTo>
                  <a:pt x="8072593" y="136151"/>
                  <a:pt x="8069039" y="136552"/>
                  <a:pt x="8064389" y="136552"/>
                </a:cubicBezTo>
                <a:cubicBezTo>
                  <a:pt x="8061437" y="136552"/>
                  <a:pt x="8058956" y="136485"/>
                  <a:pt x="8056944" y="136351"/>
                </a:cubicBezTo>
                <a:cubicBezTo>
                  <a:pt x="8054932" y="136217"/>
                  <a:pt x="8053344" y="135972"/>
                  <a:pt x="8052182" y="135618"/>
                </a:cubicBezTo>
                <a:cubicBezTo>
                  <a:pt x="8051019" y="135260"/>
                  <a:pt x="8050170" y="134769"/>
                  <a:pt x="8049633" y="134146"/>
                </a:cubicBezTo>
                <a:cubicBezTo>
                  <a:pt x="8049097" y="133520"/>
                  <a:pt x="8048784" y="132717"/>
                  <a:pt x="8048694" y="131736"/>
                </a:cubicBezTo>
                <a:lnTo>
                  <a:pt x="8047487" y="100163"/>
                </a:lnTo>
                <a:cubicBezTo>
                  <a:pt x="8047398" y="97310"/>
                  <a:pt x="8047532" y="94992"/>
                  <a:pt x="8047890" y="93209"/>
                </a:cubicBezTo>
                <a:cubicBezTo>
                  <a:pt x="8048247" y="91423"/>
                  <a:pt x="8048896" y="89995"/>
                  <a:pt x="8049835" y="88925"/>
                </a:cubicBezTo>
                <a:cubicBezTo>
                  <a:pt x="8050774" y="87855"/>
                  <a:pt x="8051958" y="87120"/>
                  <a:pt x="8053389" y="86720"/>
                </a:cubicBezTo>
                <a:cubicBezTo>
                  <a:pt x="8054820" y="86318"/>
                  <a:pt x="8056519" y="86117"/>
                  <a:pt x="8058486" y="86117"/>
                </a:cubicBezTo>
                <a:lnTo>
                  <a:pt x="8060364" y="86117"/>
                </a:lnTo>
                <a:cubicBezTo>
                  <a:pt x="8065104" y="86117"/>
                  <a:pt x="8069195" y="85356"/>
                  <a:pt x="8072638" y="83836"/>
                </a:cubicBezTo>
                <a:cubicBezTo>
                  <a:pt x="8076081" y="82316"/>
                  <a:pt x="8078920" y="80304"/>
                  <a:pt x="8081156" y="77800"/>
                </a:cubicBezTo>
                <a:cubicBezTo>
                  <a:pt x="8083391" y="75296"/>
                  <a:pt x="8085023" y="72345"/>
                  <a:pt x="8086052" y="68947"/>
                </a:cubicBezTo>
                <a:cubicBezTo>
                  <a:pt x="8087080" y="65549"/>
                  <a:pt x="8087594" y="61927"/>
                  <a:pt x="8087594" y="58082"/>
                </a:cubicBezTo>
                <a:cubicBezTo>
                  <a:pt x="8087594" y="53789"/>
                  <a:pt x="8086991" y="49855"/>
                  <a:pt x="8085784" y="46278"/>
                </a:cubicBezTo>
                <a:cubicBezTo>
                  <a:pt x="8084576" y="42701"/>
                  <a:pt x="8082743" y="39615"/>
                  <a:pt x="8080284" y="37022"/>
                </a:cubicBezTo>
                <a:cubicBezTo>
                  <a:pt x="8077825" y="34429"/>
                  <a:pt x="8074739" y="32439"/>
                  <a:pt x="8071028" y="31053"/>
                </a:cubicBezTo>
                <a:cubicBezTo>
                  <a:pt x="8067317" y="29667"/>
                  <a:pt x="8062958" y="28974"/>
                  <a:pt x="8057950" y="28974"/>
                </a:cubicBezTo>
                <a:cubicBezTo>
                  <a:pt x="8053389" y="28974"/>
                  <a:pt x="8049365" y="29421"/>
                  <a:pt x="8045877" y="30315"/>
                </a:cubicBezTo>
                <a:cubicBezTo>
                  <a:pt x="8042390" y="31209"/>
                  <a:pt x="8039394" y="32193"/>
                  <a:pt x="8036890" y="33266"/>
                </a:cubicBezTo>
                <a:cubicBezTo>
                  <a:pt x="8034386" y="34339"/>
                  <a:pt x="8032307" y="35323"/>
                  <a:pt x="8030653" y="36217"/>
                </a:cubicBezTo>
                <a:cubicBezTo>
                  <a:pt x="8028998" y="37111"/>
                  <a:pt x="8027724" y="37559"/>
                  <a:pt x="8026830" y="37559"/>
                </a:cubicBezTo>
                <a:cubicBezTo>
                  <a:pt x="8026204" y="37559"/>
                  <a:pt x="8025623" y="37357"/>
                  <a:pt x="8025086" y="36955"/>
                </a:cubicBezTo>
                <a:cubicBezTo>
                  <a:pt x="8024550" y="36553"/>
                  <a:pt x="8024102" y="35815"/>
                  <a:pt x="8023745" y="34742"/>
                </a:cubicBezTo>
                <a:cubicBezTo>
                  <a:pt x="8023387" y="33669"/>
                  <a:pt x="8023096" y="32148"/>
                  <a:pt x="8022873" y="30181"/>
                </a:cubicBezTo>
                <a:cubicBezTo>
                  <a:pt x="8022649" y="28214"/>
                  <a:pt x="8022538" y="25710"/>
                  <a:pt x="8022538" y="22669"/>
                </a:cubicBezTo>
                <a:cubicBezTo>
                  <a:pt x="8022538" y="19539"/>
                  <a:pt x="8022672" y="17259"/>
                  <a:pt x="8022940" y="15828"/>
                </a:cubicBezTo>
                <a:cubicBezTo>
                  <a:pt x="8023208" y="14397"/>
                  <a:pt x="8023789" y="13235"/>
                  <a:pt x="8024684" y="12341"/>
                </a:cubicBezTo>
                <a:cubicBezTo>
                  <a:pt x="8025578" y="11446"/>
                  <a:pt x="8027277" y="10396"/>
                  <a:pt x="8029781" y="9188"/>
                </a:cubicBezTo>
                <a:cubicBezTo>
                  <a:pt x="8032285" y="7981"/>
                  <a:pt x="8035281" y="6863"/>
                  <a:pt x="8038768" y="5835"/>
                </a:cubicBezTo>
                <a:cubicBezTo>
                  <a:pt x="8042256" y="4807"/>
                  <a:pt x="8046146" y="3935"/>
                  <a:pt x="8050438" y="3219"/>
                </a:cubicBezTo>
                <a:cubicBezTo>
                  <a:pt x="8054731" y="2504"/>
                  <a:pt x="8059202" y="2146"/>
                  <a:pt x="8063852" y="2146"/>
                </a:cubicBezTo>
                <a:cubicBezTo>
                  <a:pt x="8074404" y="2146"/>
                  <a:pt x="8083436" y="3599"/>
                  <a:pt x="8090948" y="6506"/>
                </a:cubicBezTo>
                <a:cubicBezTo>
                  <a:pt x="8098460" y="9412"/>
                  <a:pt x="8104608" y="13324"/>
                  <a:pt x="8109392" y="18243"/>
                </a:cubicBezTo>
                <a:cubicBezTo>
                  <a:pt x="8114176" y="23161"/>
                  <a:pt x="8117686" y="28795"/>
                  <a:pt x="8119922" y="35144"/>
                </a:cubicBezTo>
                <a:cubicBezTo>
                  <a:pt x="8122157" y="41493"/>
                  <a:pt x="8123275" y="48200"/>
                  <a:pt x="8123275" y="55265"/>
                </a:cubicBezTo>
                <a:moveTo>
                  <a:pt x="8083570" y="170288"/>
                </a:moveTo>
                <a:cubicBezTo>
                  <a:pt x="8083570" y="173968"/>
                  <a:pt x="8083280" y="177065"/>
                  <a:pt x="8082698" y="179577"/>
                </a:cubicBezTo>
                <a:cubicBezTo>
                  <a:pt x="8082117" y="182089"/>
                  <a:pt x="8081089" y="184108"/>
                  <a:pt x="8079613" y="185634"/>
                </a:cubicBezTo>
                <a:cubicBezTo>
                  <a:pt x="8078138" y="187157"/>
                  <a:pt x="8076170" y="188256"/>
                  <a:pt x="8073711" y="188929"/>
                </a:cubicBezTo>
                <a:cubicBezTo>
                  <a:pt x="8071252" y="189602"/>
                  <a:pt x="8068234" y="189939"/>
                  <a:pt x="8064657" y="189939"/>
                </a:cubicBezTo>
                <a:cubicBezTo>
                  <a:pt x="8060901" y="189939"/>
                  <a:pt x="8057816" y="189602"/>
                  <a:pt x="8055401" y="188929"/>
                </a:cubicBezTo>
                <a:cubicBezTo>
                  <a:pt x="8052987" y="188256"/>
                  <a:pt x="8051042" y="187157"/>
                  <a:pt x="8049566" y="185634"/>
                </a:cubicBezTo>
                <a:cubicBezTo>
                  <a:pt x="8048091" y="184108"/>
                  <a:pt x="8047062" y="182089"/>
                  <a:pt x="8046481" y="179577"/>
                </a:cubicBezTo>
                <a:cubicBezTo>
                  <a:pt x="8045900" y="177065"/>
                  <a:pt x="8045609" y="173968"/>
                  <a:pt x="8045609" y="170288"/>
                </a:cubicBezTo>
                <a:cubicBezTo>
                  <a:pt x="8045609" y="166521"/>
                  <a:pt x="8045900" y="163359"/>
                  <a:pt x="8046481" y="160802"/>
                </a:cubicBezTo>
                <a:cubicBezTo>
                  <a:pt x="8047062" y="158242"/>
                  <a:pt x="8048091" y="156178"/>
                  <a:pt x="8049566" y="154611"/>
                </a:cubicBezTo>
                <a:cubicBezTo>
                  <a:pt x="8051042" y="153040"/>
                  <a:pt x="8052987" y="151918"/>
                  <a:pt x="8055401" y="151245"/>
                </a:cubicBezTo>
                <a:cubicBezTo>
                  <a:pt x="8057816" y="150571"/>
                  <a:pt x="8060901" y="150234"/>
                  <a:pt x="8064657" y="150234"/>
                </a:cubicBezTo>
                <a:cubicBezTo>
                  <a:pt x="8068234" y="150234"/>
                  <a:pt x="8071252" y="150571"/>
                  <a:pt x="8073711" y="151245"/>
                </a:cubicBezTo>
                <a:cubicBezTo>
                  <a:pt x="8076170" y="151918"/>
                  <a:pt x="8078138" y="153040"/>
                  <a:pt x="8079613" y="154611"/>
                </a:cubicBezTo>
                <a:cubicBezTo>
                  <a:pt x="8081089" y="156178"/>
                  <a:pt x="8082117" y="158242"/>
                  <a:pt x="8082698" y="160802"/>
                </a:cubicBezTo>
                <a:cubicBezTo>
                  <a:pt x="8083280" y="163359"/>
                  <a:pt x="8083570" y="166521"/>
                  <a:pt x="8083570" y="17028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D696C9-CC85-4259-AB3B-0A882A293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678" y="423341"/>
            <a:ext cx="8146043" cy="10"/>
          </a:xfrm>
          <a:custGeom xmlns:a="http://schemas.openxmlformats.org/drawingml/2006/main">
            <a:pathLst>
              <a:path w="8146043" h="1" fill="none">
                <a:moveTo>
                  <a:pt x="0" y="0"/>
                </a:moveTo>
                <a:lnTo>
                  <a:pt x="8146043" y="0"/>
                </a:lnTo>
              </a:path>
            </a:pathLst>
          </a:custGeom>
          <a:noFill xmlns:a="http://schemas.openxmlformats.org/drawingml/2006/main"/>
          <a:ln xmlns:a="http://schemas.openxmlformats.org/drawingml/2006/main" w="14651" cap="flat">
            <a:solidFill>
              <a:srgbClr val="000000"/>
            </a:solidFill>
            <a:bevel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0d8b6bd2d74f7a"/>
          <a:stretch xmlns:a="http://schemas.openxmlformats.org/drawingml/2006/main"/>
        </p:blipFill>
        <p:spPr>
          <a:xfrm xmlns:a="http://schemas.openxmlformats.org/drawingml/2006/main">
            <a:off x="2079546" y="43166"/>
            <a:ext cx="344129" cy="472509"/>
          </a:xfrm>
          <a:prstGeom xmlns:a="http://schemas.openxmlformats.org/drawingml/2006/main" prst="rect">
            <a:avLst/>
          </a:prstGeom>
        </p:spPr>
      </p:pic>
      <p:sp>
        <p:nvSpPr>
          <p:cNvPr id="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BAD284E-123C-4806-B26D-3592787B4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2186" y="1676343"/>
            <a:ext cx="2970578" cy="2182453"/>
          </a:xfrm>
          <a:custGeom xmlns:a="http://schemas.openxmlformats.org/drawingml/2006/main">
            <a:pathLst>
              <a:path w="2970578" h="2182453">
                <a:moveTo>
                  <a:pt x="0" y="75546"/>
                </a:moveTo>
                <a:cubicBezTo>
                  <a:pt x="153" y="33500"/>
                  <a:pt x="33653" y="0"/>
                  <a:pt x="75089" y="458"/>
                </a:cubicBezTo>
                <a:lnTo>
                  <a:pt x="2895489" y="458"/>
                </a:lnTo>
                <a:cubicBezTo>
                  <a:pt x="2936620" y="0"/>
                  <a:pt x="2970120" y="33500"/>
                  <a:pt x="2970578" y="75546"/>
                </a:cubicBezTo>
                <a:lnTo>
                  <a:pt x="2970578" y="2108433"/>
                </a:lnTo>
                <a:cubicBezTo>
                  <a:pt x="2970120" y="2148953"/>
                  <a:pt x="2936620" y="2182453"/>
                  <a:pt x="2895489" y="2181690"/>
                </a:cubicBezTo>
                <a:lnTo>
                  <a:pt x="75089" y="2181690"/>
                </a:lnTo>
                <a:cubicBezTo>
                  <a:pt x="33653" y="2182453"/>
                  <a:pt x="153" y="2148953"/>
                  <a:pt x="0" y="2108433"/>
                </a:cubicBezTo>
                <a:lnTo>
                  <a:pt x="0" y="75546"/>
                </a:lnTo>
              </a:path>
            </a:pathLst>
          </a:custGeom>
          <a:solidFill xmlns:a="http://schemas.openxmlformats.org/drawingml/2006/main">
            <a:srgbClr val="DBEEF4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DED124-07AF-4A5D-90B4-2A11C5CC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761" y="1671765"/>
            <a:ext cx="2979124" cy="2191610"/>
          </a:xfrm>
          <a:custGeom xmlns:a="http://schemas.openxmlformats.org/drawingml/2006/main">
            <a:pathLst>
              <a:path w="2979124" h="2191610">
                <a:moveTo>
                  <a:pt x="107" y="2116399"/>
                </a:moveTo>
                <a:lnTo>
                  <a:pt x="397" y="2120199"/>
                </a:lnTo>
                <a:lnTo>
                  <a:pt x="427" y="2120428"/>
                </a:lnTo>
                <a:lnTo>
                  <a:pt x="900" y="2124168"/>
                </a:lnTo>
                <a:lnTo>
                  <a:pt x="931" y="2124396"/>
                </a:lnTo>
                <a:lnTo>
                  <a:pt x="1587" y="2128075"/>
                </a:lnTo>
                <a:lnTo>
                  <a:pt x="1633" y="2128304"/>
                </a:lnTo>
                <a:lnTo>
                  <a:pt x="2472" y="2131921"/>
                </a:lnTo>
                <a:lnTo>
                  <a:pt x="2533" y="2132150"/>
                </a:lnTo>
                <a:lnTo>
                  <a:pt x="3541" y="2135706"/>
                </a:lnTo>
                <a:lnTo>
                  <a:pt x="3648" y="2136026"/>
                </a:lnTo>
                <a:lnTo>
                  <a:pt x="6166" y="2142894"/>
                </a:lnTo>
                <a:lnTo>
                  <a:pt x="6334" y="2143306"/>
                </a:lnTo>
                <a:lnTo>
                  <a:pt x="9493" y="2149853"/>
                </a:lnTo>
                <a:lnTo>
                  <a:pt x="9691" y="2150250"/>
                </a:lnTo>
                <a:lnTo>
                  <a:pt x="13446" y="2156416"/>
                </a:lnTo>
                <a:lnTo>
                  <a:pt x="13690" y="2156782"/>
                </a:lnTo>
                <a:lnTo>
                  <a:pt x="17994" y="2162536"/>
                </a:lnTo>
                <a:lnTo>
                  <a:pt x="18284" y="2162872"/>
                </a:lnTo>
                <a:lnTo>
                  <a:pt x="23107" y="2168198"/>
                </a:lnTo>
                <a:lnTo>
                  <a:pt x="23412" y="2168503"/>
                </a:lnTo>
                <a:lnTo>
                  <a:pt x="28738" y="2173326"/>
                </a:lnTo>
                <a:lnTo>
                  <a:pt x="29074" y="2173616"/>
                </a:lnTo>
                <a:lnTo>
                  <a:pt x="34828" y="2177920"/>
                </a:lnTo>
                <a:lnTo>
                  <a:pt x="35194" y="2178164"/>
                </a:lnTo>
                <a:lnTo>
                  <a:pt x="41360" y="2181919"/>
                </a:lnTo>
                <a:lnTo>
                  <a:pt x="41757" y="2182117"/>
                </a:lnTo>
                <a:lnTo>
                  <a:pt x="48304" y="2185276"/>
                </a:lnTo>
                <a:lnTo>
                  <a:pt x="48716" y="2185444"/>
                </a:lnTo>
                <a:lnTo>
                  <a:pt x="55584" y="2187962"/>
                </a:lnTo>
                <a:lnTo>
                  <a:pt x="55904" y="2188069"/>
                </a:lnTo>
                <a:lnTo>
                  <a:pt x="59460" y="2189076"/>
                </a:lnTo>
                <a:lnTo>
                  <a:pt x="59689" y="2189137"/>
                </a:lnTo>
                <a:lnTo>
                  <a:pt x="63306" y="2189977"/>
                </a:lnTo>
                <a:lnTo>
                  <a:pt x="63520" y="2190023"/>
                </a:lnTo>
                <a:lnTo>
                  <a:pt x="67213" y="2190679"/>
                </a:lnTo>
                <a:lnTo>
                  <a:pt x="67442" y="2190709"/>
                </a:lnTo>
                <a:lnTo>
                  <a:pt x="71182" y="2191183"/>
                </a:lnTo>
                <a:lnTo>
                  <a:pt x="71410" y="2191213"/>
                </a:lnTo>
                <a:lnTo>
                  <a:pt x="75211" y="2191503"/>
                </a:lnTo>
                <a:lnTo>
                  <a:pt x="75455" y="2191518"/>
                </a:lnTo>
                <a:lnTo>
                  <a:pt x="79301" y="2191610"/>
                </a:lnTo>
                <a:lnTo>
                  <a:pt x="79408" y="2191610"/>
                </a:lnTo>
                <a:lnTo>
                  <a:pt x="2899717" y="2191610"/>
                </a:lnTo>
                <a:lnTo>
                  <a:pt x="2899823" y="2191610"/>
                </a:lnTo>
                <a:lnTo>
                  <a:pt x="2903669" y="2191518"/>
                </a:lnTo>
                <a:lnTo>
                  <a:pt x="2903914" y="2191503"/>
                </a:lnTo>
                <a:lnTo>
                  <a:pt x="2907714" y="2191213"/>
                </a:lnTo>
                <a:lnTo>
                  <a:pt x="2907943" y="2191183"/>
                </a:lnTo>
                <a:lnTo>
                  <a:pt x="2911682" y="2190709"/>
                </a:lnTo>
                <a:lnTo>
                  <a:pt x="2911911" y="2190679"/>
                </a:lnTo>
                <a:lnTo>
                  <a:pt x="2915589" y="2190023"/>
                </a:lnTo>
                <a:lnTo>
                  <a:pt x="2915818" y="2189977"/>
                </a:lnTo>
                <a:lnTo>
                  <a:pt x="2919435" y="2189137"/>
                </a:lnTo>
                <a:lnTo>
                  <a:pt x="2919664" y="2189076"/>
                </a:lnTo>
                <a:lnTo>
                  <a:pt x="2923220" y="2188069"/>
                </a:lnTo>
                <a:lnTo>
                  <a:pt x="2923540" y="2187962"/>
                </a:lnTo>
                <a:lnTo>
                  <a:pt x="2930408" y="2185444"/>
                </a:lnTo>
                <a:lnTo>
                  <a:pt x="2930820" y="2185276"/>
                </a:lnTo>
                <a:lnTo>
                  <a:pt x="2937368" y="2182117"/>
                </a:lnTo>
                <a:lnTo>
                  <a:pt x="2937765" y="2181919"/>
                </a:lnTo>
                <a:lnTo>
                  <a:pt x="2943930" y="2178164"/>
                </a:lnTo>
                <a:lnTo>
                  <a:pt x="2944297" y="2177920"/>
                </a:lnTo>
                <a:lnTo>
                  <a:pt x="2950050" y="2173616"/>
                </a:lnTo>
                <a:lnTo>
                  <a:pt x="2950386" y="2173326"/>
                </a:lnTo>
                <a:lnTo>
                  <a:pt x="2955713" y="2168503"/>
                </a:lnTo>
                <a:lnTo>
                  <a:pt x="2956018" y="2168198"/>
                </a:lnTo>
                <a:lnTo>
                  <a:pt x="2960841" y="2162872"/>
                </a:lnTo>
                <a:lnTo>
                  <a:pt x="2961131" y="2162536"/>
                </a:lnTo>
                <a:lnTo>
                  <a:pt x="2965434" y="2156782"/>
                </a:lnTo>
                <a:lnTo>
                  <a:pt x="2965679" y="2156416"/>
                </a:lnTo>
                <a:lnTo>
                  <a:pt x="2969433" y="2150250"/>
                </a:lnTo>
                <a:lnTo>
                  <a:pt x="2969631" y="2149853"/>
                </a:lnTo>
                <a:lnTo>
                  <a:pt x="2972791" y="2143306"/>
                </a:lnTo>
                <a:lnTo>
                  <a:pt x="2972959" y="2142894"/>
                </a:lnTo>
                <a:lnTo>
                  <a:pt x="2975477" y="2136026"/>
                </a:lnTo>
                <a:lnTo>
                  <a:pt x="2975584" y="2135706"/>
                </a:lnTo>
                <a:lnTo>
                  <a:pt x="2976591" y="2132150"/>
                </a:lnTo>
                <a:lnTo>
                  <a:pt x="2976652" y="2131921"/>
                </a:lnTo>
                <a:lnTo>
                  <a:pt x="2977491" y="2128304"/>
                </a:lnTo>
                <a:lnTo>
                  <a:pt x="2977537" y="2128075"/>
                </a:lnTo>
                <a:lnTo>
                  <a:pt x="2978193" y="2124396"/>
                </a:lnTo>
                <a:lnTo>
                  <a:pt x="2978224" y="2124168"/>
                </a:lnTo>
                <a:lnTo>
                  <a:pt x="2978697" y="2120428"/>
                </a:lnTo>
                <a:lnTo>
                  <a:pt x="2978728" y="2120199"/>
                </a:lnTo>
                <a:lnTo>
                  <a:pt x="2979018" y="2116399"/>
                </a:lnTo>
                <a:lnTo>
                  <a:pt x="2979018" y="2116155"/>
                </a:lnTo>
                <a:lnTo>
                  <a:pt x="2979124" y="2112309"/>
                </a:lnTo>
                <a:lnTo>
                  <a:pt x="2979124" y="2112202"/>
                </a:lnTo>
                <a:lnTo>
                  <a:pt x="2979124" y="79408"/>
                </a:lnTo>
                <a:lnTo>
                  <a:pt x="2979124" y="79301"/>
                </a:lnTo>
                <a:lnTo>
                  <a:pt x="2979018" y="75455"/>
                </a:lnTo>
                <a:lnTo>
                  <a:pt x="2979018" y="75211"/>
                </a:lnTo>
                <a:lnTo>
                  <a:pt x="2978728" y="71410"/>
                </a:lnTo>
                <a:lnTo>
                  <a:pt x="2978697" y="71182"/>
                </a:lnTo>
                <a:lnTo>
                  <a:pt x="2978224" y="67442"/>
                </a:lnTo>
                <a:lnTo>
                  <a:pt x="2978193" y="67213"/>
                </a:lnTo>
                <a:lnTo>
                  <a:pt x="2977537" y="63535"/>
                </a:lnTo>
                <a:lnTo>
                  <a:pt x="2977491" y="63306"/>
                </a:lnTo>
                <a:lnTo>
                  <a:pt x="2976652" y="59689"/>
                </a:lnTo>
                <a:lnTo>
                  <a:pt x="2976591" y="59460"/>
                </a:lnTo>
                <a:lnTo>
                  <a:pt x="2975584" y="55904"/>
                </a:lnTo>
                <a:lnTo>
                  <a:pt x="2975477" y="55584"/>
                </a:lnTo>
                <a:lnTo>
                  <a:pt x="2972959" y="48716"/>
                </a:lnTo>
                <a:lnTo>
                  <a:pt x="2972791" y="48304"/>
                </a:lnTo>
                <a:lnTo>
                  <a:pt x="2969631" y="41757"/>
                </a:lnTo>
                <a:lnTo>
                  <a:pt x="2969433" y="41360"/>
                </a:lnTo>
                <a:lnTo>
                  <a:pt x="2965679" y="35194"/>
                </a:lnTo>
                <a:lnTo>
                  <a:pt x="2965434" y="34828"/>
                </a:lnTo>
                <a:lnTo>
                  <a:pt x="2961131" y="29074"/>
                </a:lnTo>
                <a:lnTo>
                  <a:pt x="2960841" y="28738"/>
                </a:lnTo>
                <a:lnTo>
                  <a:pt x="2956018" y="23412"/>
                </a:lnTo>
                <a:lnTo>
                  <a:pt x="2955713" y="23107"/>
                </a:lnTo>
                <a:lnTo>
                  <a:pt x="2950386" y="18284"/>
                </a:lnTo>
                <a:lnTo>
                  <a:pt x="2950050" y="17994"/>
                </a:lnTo>
                <a:lnTo>
                  <a:pt x="2944297" y="13690"/>
                </a:lnTo>
                <a:lnTo>
                  <a:pt x="2943930" y="13446"/>
                </a:lnTo>
                <a:lnTo>
                  <a:pt x="2937765" y="9691"/>
                </a:lnTo>
                <a:lnTo>
                  <a:pt x="2937368" y="9493"/>
                </a:lnTo>
                <a:lnTo>
                  <a:pt x="2930820" y="6334"/>
                </a:lnTo>
                <a:lnTo>
                  <a:pt x="2930408" y="6166"/>
                </a:lnTo>
                <a:lnTo>
                  <a:pt x="2923540" y="3648"/>
                </a:lnTo>
                <a:lnTo>
                  <a:pt x="2923220" y="3541"/>
                </a:lnTo>
                <a:lnTo>
                  <a:pt x="2919664" y="2533"/>
                </a:lnTo>
                <a:lnTo>
                  <a:pt x="2919435" y="2472"/>
                </a:lnTo>
                <a:lnTo>
                  <a:pt x="2915818" y="1633"/>
                </a:lnTo>
                <a:lnTo>
                  <a:pt x="2915589" y="1587"/>
                </a:lnTo>
                <a:lnTo>
                  <a:pt x="2911911" y="931"/>
                </a:lnTo>
                <a:lnTo>
                  <a:pt x="2911682" y="900"/>
                </a:lnTo>
                <a:lnTo>
                  <a:pt x="2907943" y="427"/>
                </a:lnTo>
                <a:lnTo>
                  <a:pt x="2907714" y="397"/>
                </a:lnTo>
                <a:lnTo>
                  <a:pt x="2903914" y="107"/>
                </a:lnTo>
                <a:lnTo>
                  <a:pt x="2903669" y="92"/>
                </a:lnTo>
                <a:lnTo>
                  <a:pt x="2899823" y="0"/>
                </a:lnTo>
                <a:lnTo>
                  <a:pt x="2899717" y="0"/>
                </a:lnTo>
                <a:lnTo>
                  <a:pt x="79408" y="0"/>
                </a:lnTo>
                <a:lnTo>
                  <a:pt x="79301" y="0"/>
                </a:lnTo>
                <a:lnTo>
                  <a:pt x="75455" y="92"/>
                </a:lnTo>
                <a:lnTo>
                  <a:pt x="75211" y="107"/>
                </a:lnTo>
                <a:lnTo>
                  <a:pt x="71410" y="397"/>
                </a:lnTo>
                <a:lnTo>
                  <a:pt x="71182" y="427"/>
                </a:lnTo>
                <a:lnTo>
                  <a:pt x="67442" y="900"/>
                </a:lnTo>
                <a:lnTo>
                  <a:pt x="67213" y="931"/>
                </a:lnTo>
                <a:lnTo>
                  <a:pt x="63520" y="1587"/>
                </a:lnTo>
                <a:lnTo>
                  <a:pt x="63306" y="1633"/>
                </a:lnTo>
                <a:lnTo>
                  <a:pt x="59689" y="2472"/>
                </a:lnTo>
                <a:lnTo>
                  <a:pt x="59460" y="2533"/>
                </a:lnTo>
                <a:lnTo>
                  <a:pt x="55904" y="3541"/>
                </a:lnTo>
                <a:lnTo>
                  <a:pt x="55584" y="3648"/>
                </a:lnTo>
                <a:lnTo>
                  <a:pt x="48716" y="6166"/>
                </a:lnTo>
                <a:lnTo>
                  <a:pt x="48304" y="6334"/>
                </a:lnTo>
                <a:lnTo>
                  <a:pt x="41757" y="9493"/>
                </a:lnTo>
                <a:lnTo>
                  <a:pt x="41360" y="9691"/>
                </a:lnTo>
                <a:lnTo>
                  <a:pt x="35194" y="13446"/>
                </a:lnTo>
                <a:lnTo>
                  <a:pt x="34828" y="13690"/>
                </a:lnTo>
                <a:lnTo>
                  <a:pt x="29074" y="17994"/>
                </a:lnTo>
                <a:lnTo>
                  <a:pt x="28738" y="18284"/>
                </a:lnTo>
                <a:lnTo>
                  <a:pt x="23412" y="23107"/>
                </a:lnTo>
                <a:lnTo>
                  <a:pt x="23107" y="23412"/>
                </a:lnTo>
                <a:lnTo>
                  <a:pt x="18284" y="28738"/>
                </a:lnTo>
                <a:lnTo>
                  <a:pt x="17994" y="29074"/>
                </a:lnTo>
                <a:lnTo>
                  <a:pt x="13690" y="34828"/>
                </a:lnTo>
                <a:lnTo>
                  <a:pt x="13446" y="35194"/>
                </a:lnTo>
                <a:lnTo>
                  <a:pt x="9691" y="41360"/>
                </a:lnTo>
                <a:lnTo>
                  <a:pt x="9493" y="41757"/>
                </a:lnTo>
                <a:lnTo>
                  <a:pt x="6334" y="48304"/>
                </a:lnTo>
                <a:lnTo>
                  <a:pt x="6166" y="48716"/>
                </a:lnTo>
                <a:lnTo>
                  <a:pt x="3648" y="55584"/>
                </a:lnTo>
                <a:lnTo>
                  <a:pt x="3541" y="55904"/>
                </a:lnTo>
                <a:lnTo>
                  <a:pt x="2533" y="59460"/>
                </a:lnTo>
                <a:lnTo>
                  <a:pt x="2472" y="59689"/>
                </a:lnTo>
                <a:lnTo>
                  <a:pt x="1633" y="63306"/>
                </a:lnTo>
                <a:lnTo>
                  <a:pt x="1587" y="63535"/>
                </a:lnTo>
                <a:lnTo>
                  <a:pt x="931" y="67213"/>
                </a:lnTo>
                <a:lnTo>
                  <a:pt x="900" y="67442"/>
                </a:lnTo>
                <a:lnTo>
                  <a:pt x="427" y="71182"/>
                </a:lnTo>
                <a:lnTo>
                  <a:pt x="397" y="71410"/>
                </a:lnTo>
                <a:lnTo>
                  <a:pt x="107" y="75211"/>
                </a:lnTo>
                <a:lnTo>
                  <a:pt x="92" y="75455"/>
                </a:lnTo>
                <a:lnTo>
                  <a:pt x="0" y="79301"/>
                </a:lnTo>
                <a:lnTo>
                  <a:pt x="0" y="79408"/>
                </a:lnTo>
                <a:lnTo>
                  <a:pt x="0" y="2112202"/>
                </a:lnTo>
                <a:lnTo>
                  <a:pt x="0" y="2112309"/>
                </a:lnTo>
                <a:lnTo>
                  <a:pt x="92" y="2116155"/>
                </a:lnTo>
                <a:lnTo>
                  <a:pt x="107" y="2116399"/>
                </a:lnTo>
                <a:close/>
                <a:moveTo>
                  <a:pt x="9963" y="68749"/>
                </a:moveTo>
                <a:lnTo>
                  <a:pt x="10583" y="65273"/>
                </a:lnTo>
                <a:lnTo>
                  <a:pt x="11384" y="61807"/>
                </a:lnTo>
                <a:lnTo>
                  <a:pt x="12311" y="58535"/>
                </a:lnTo>
                <a:lnTo>
                  <a:pt x="14661" y="52124"/>
                </a:lnTo>
                <a:lnTo>
                  <a:pt x="17630" y="45942"/>
                </a:lnTo>
                <a:lnTo>
                  <a:pt x="21146" y="40168"/>
                </a:lnTo>
                <a:lnTo>
                  <a:pt x="25196" y="34739"/>
                </a:lnTo>
                <a:lnTo>
                  <a:pt x="29738" y="29738"/>
                </a:lnTo>
                <a:lnTo>
                  <a:pt x="34739" y="25196"/>
                </a:lnTo>
                <a:lnTo>
                  <a:pt x="40168" y="21146"/>
                </a:lnTo>
                <a:lnTo>
                  <a:pt x="45942" y="17630"/>
                </a:lnTo>
                <a:lnTo>
                  <a:pt x="52124" y="14661"/>
                </a:lnTo>
                <a:lnTo>
                  <a:pt x="58535" y="12311"/>
                </a:lnTo>
                <a:lnTo>
                  <a:pt x="61807" y="11384"/>
                </a:lnTo>
                <a:lnTo>
                  <a:pt x="65273" y="10583"/>
                </a:lnTo>
                <a:lnTo>
                  <a:pt x="68749" y="9963"/>
                </a:lnTo>
                <a:lnTo>
                  <a:pt x="72341" y="9508"/>
                </a:lnTo>
                <a:lnTo>
                  <a:pt x="72113" y="9523"/>
                </a:lnTo>
                <a:lnTo>
                  <a:pt x="75913" y="9249"/>
                </a:lnTo>
                <a:lnTo>
                  <a:pt x="75684" y="9249"/>
                </a:lnTo>
                <a:lnTo>
                  <a:pt x="79530" y="9157"/>
                </a:lnTo>
                <a:lnTo>
                  <a:pt x="2899595" y="9157"/>
                </a:lnTo>
                <a:lnTo>
                  <a:pt x="2903441" y="9249"/>
                </a:lnTo>
                <a:lnTo>
                  <a:pt x="2903212" y="9249"/>
                </a:lnTo>
                <a:lnTo>
                  <a:pt x="2907012" y="9523"/>
                </a:lnTo>
                <a:lnTo>
                  <a:pt x="2906783" y="9508"/>
                </a:lnTo>
                <a:lnTo>
                  <a:pt x="2910376" y="9963"/>
                </a:lnTo>
                <a:lnTo>
                  <a:pt x="2913850" y="10583"/>
                </a:lnTo>
                <a:lnTo>
                  <a:pt x="2917375" y="11401"/>
                </a:lnTo>
                <a:lnTo>
                  <a:pt x="2917161" y="11340"/>
                </a:lnTo>
                <a:lnTo>
                  <a:pt x="2920589" y="12311"/>
                </a:lnTo>
                <a:lnTo>
                  <a:pt x="2927000" y="14661"/>
                </a:lnTo>
                <a:lnTo>
                  <a:pt x="2933182" y="17630"/>
                </a:lnTo>
                <a:lnTo>
                  <a:pt x="2938957" y="21146"/>
                </a:lnTo>
                <a:lnTo>
                  <a:pt x="2944385" y="25196"/>
                </a:lnTo>
                <a:lnTo>
                  <a:pt x="2949387" y="29738"/>
                </a:lnTo>
                <a:lnTo>
                  <a:pt x="2953929" y="34739"/>
                </a:lnTo>
                <a:lnTo>
                  <a:pt x="2957978" y="40168"/>
                </a:lnTo>
                <a:lnTo>
                  <a:pt x="2961494" y="45942"/>
                </a:lnTo>
                <a:lnTo>
                  <a:pt x="2964463" y="52124"/>
                </a:lnTo>
                <a:lnTo>
                  <a:pt x="2966814" y="58535"/>
                </a:lnTo>
                <a:lnTo>
                  <a:pt x="2967741" y="61807"/>
                </a:lnTo>
                <a:lnTo>
                  <a:pt x="2968541" y="65273"/>
                </a:lnTo>
                <a:lnTo>
                  <a:pt x="2969162" y="68749"/>
                </a:lnTo>
                <a:lnTo>
                  <a:pt x="2969616" y="72341"/>
                </a:lnTo>
                <a:lnTo>
                  <a:pt x="2969601" y="72113"/>
                </a:lnTo>
                <a:lnTo>
                  <a:pt x="2969876" y="75913"/>
                </a:lnTo>
                <a:lnTo>
                  <a:pt x="2969876" y="75684"/>
                </a:lnTo>
                <a:lnTo>
                  <a:pt x="2969967" y="79530"/>
                </a:lnTo>
                <a:lnTo>
                  <a:pt x="2969967" y="2112080"/>
                </a:lnTo>
                <a:lnTo>
                  <a:pt x="2969876" y="2115926"/>
                </a:lnTo>
                <a:lnTo>
                  <a:pt x="2969876" y="2115697"/>
                </a:lnTo>
                <a:lnTo>
                  <a:pt x="2969601" y="2119497"/>
                </a:lnTo>
                <a:lnTo>
                  <a:pt x="2969616" y="2119268"/>
                </a:lnTo>
                <a:lnTo>
                  <a:pt x="2969162" y="2122861"/>
                </a:lnTo>
                <a:lnTo>
                  <a:pt x="2968541" y="2126337"/>
                </a:lnTo>
                <a:lnTo>
                  <a:pt x="2967741" y="2129803"/>
                </a:lnTo>
                <a:lnTo>
                  <a:pt x="2966814" y="2133075"/>
                </a:lnTo>
                <a:lnTo>
                  <a:pt x="2964463" y="2139486"/>
                </a:lnTo>
                <a:lnTo>
                  <a:pt x="2961494" y="2145668"/>
                </a:lnTo>
                <a:lnTo>
                  <a:pt x="2957978" y="2151442"/>
                </a:lnTo>
                <a:lnTo>
                  <a:pt x="2953929" y="2156871"/>
                </a:lnTo>
                <a:lnTo>
                  <a:pt x="2949387" y="2161872"/>
                </a:lnTo>
                <a:lnTo>
                  <a:pt x="2944385" y="2166414"/>
                </a:lnTo>
                <a:lnTo>
                  <a:pt x="2938957" y="2170464"/>
                </a:lnTo>
                <a:lnTo>
                  <a:pt x="2933182" y="2173980"/>
                </a:lnTo>
                <a:lnTo>
                  <a:pt x="2927000" y="2176949"/>
                </a:lnTo>
                <a:lnTo>
                  <a:pt x="2920589" y="2179299"/>
                </a:lnTo>
                <a:lnTo>
                  <a:pt x="2917161" y="2180270"/>
                </a:lnTo>
                <a:lnTo>
                  <a:pt x="2917375" y="2180209"/>
                </a:lnTo>
                <a:lnTo>
                  <a:pt x="2913850" y="2181027"/>
                </a:lnTo>
                <a:lnTo>
                  <a:pt x="2910376" y="2181647"/>
                </a:lnTo>
                <a:lnTo>
                  <a:pt x="2906783" y="2182102"/>
                </a:lnTo>
                <a:lnTo>
                  <a:pt x="2907012" y="2182086"/>
                </a:lnTo>
                <a:lnTo>
                  <a:pt x="2903212" y="2182361"/>
                </a:lnTo>
                <a:lnTo>
                  <a:pt x="2903441" y="2182361"/>
                </a:lnTo>
                <a:lnTo>
                  <a:pt x="2899595" y="2182453"/>
                </a:lnTo>
                <a:lnTo>
                  <a:pt x="79530" y="2182453"/>
                </a:lnTo>
                <a:lnTo>
                  <a:pt x="75684" y="2182361"/>
                </a:lnTo>
                <a:lnTo>
                  <a:pt x="75913" y="2182361"/>
                </a:lnTo>
                <a:lnTo>
                  <a:pt x="72113" y="2182086"/>
                </a:lnTo>
                <a:lnTo>
                  <a:pt x="72341" y="2182102"/>
                </a:lnTo>
                <a:lnTo>
                  <a:pt x="68749" y="2181647"/>
                </a:lnTo>
                <a:lnTo>
                  <a:pt x="65273" y="2181027"/>
                </a:lnTo>
                <a:lnTo>
                  <a:pt x="61807" y="2180226"/>
                </a:lnTo>
                <a:lnTo>
                  <a:pt x="58535" y="2179299"/>
                </a:lnTo>
                <a:lnTo>
                  <a:pt x="52124" y="2176949"/>
                </a:lnTo>
                <a:lnTo>
                  <a:pt x="45942" y="2173980"/>
                </a:lnTo>
                <a:lnTo>
                  <a:pt x="40168" y="2170464"/>
                </a:lnTo>
                <a:lnTo>
                  <a:pt x="34739" y="2166414"/>
                </a:lnTo>
                <a:lnTo>
                  <a:pt x="29738" y="2161872"/>
                </a:lnTo>
                <a:lnTo>
                  <a:pt x="25196" y="2156871"/>
                </a:lnTo>
                <a:lnTo>
                  <a:pt x="21146" y="2151442"/>
                </a:lnTo>
                <a:lnTo>
                  <a:pt x="17630" y="2145668"/>
                </a:lnTo>
                <a:lnTo>
                  <a:pt x="14661" y="2139486"/>
                </a:lnTo>
                <a:lnTo>
                  <a:pt x="12311" y="2133075"/>
                </a:lnTo>
                <a:lnTo>
                  <a:pt x="11384" y="2129803"/>
                </a:lnTo>
                <a:lnTo>
                  <a:pt x="10583" y="2126337"/>
                </a:lnTo>
                <a:lnTo>
                  <a:pt x="9963" y="2122861"/>
                </a:lnTo>
                <a:lnTo>
                  <a:pt x="9508" y="2119268"/>
                </a:lnTo>
                <a:lnTo>
                  <a:pt x="9523" y="2119497"/>
                </a:lnTo>
                <a:lnTo>
                  <a:pt x="9249" y="2115697"/>
                </a:lnTo>
                <a:lnTo>
                  <a:pt x="9249" y="2115926"/>
                </a:lnTo>
                <a:lnTo>
                  <a:pt x="9157" y="2112080"/>
                </a:lnTo>
                <a:lnTo>
                  <a:pt x="9157" y="79530"/>
                </a:lnTo>
                <a:lnTo>
                  <a:pt x="9249" y="75684"/>
                </a:lnTo>
                <a:lnTo>
                  <a:pt x="9249" y="75913"/>
                </a:lnTo>
                <a:lnTo>
                  <a:pt x="9523" y="72113"/>
                </a:lnTo>
                <a:lnTo>
                  <a:pt x="9508" y="72341"/>
                </a:lnTo>
                <a:lnTo>
                  <a:pt x="9963" y="6874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Text 2)PDUobjective">
            <a:extLst xmlns:a="http://schemas.openxmlformats.org/drawingml/2006/main">
              <a:ext uri="{FF2B5EF4-FFF2-40B4-BE49-F238E27FC236}">
                <a16:creationId xmlns:a16="http://schemas.microsoft.com/office/drawing/2014/main" id="{6983AD96-58EC-4095-9130-9357137E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255" y="3597679"/>
            <a:ext cx="1624400" cy="212286"/>
          </a:xfrm>
          <a:custGeom xmlns:a="http://schemas.openxmlformats.org/drawingml/2006/main">
            <a:pathLst>
              <a:path w="1624400" h="212286">
                <a:moveTo>
                  <a:pt x="96277" y="159987"/>
                </a:moveTo>
                <a:cubicBezTo>
                  <a:pt x="96277" y="161413"/>
                  <a:pt x="96178" y="162681"/>
                  <a:pt x="95980" y="163791"/>
                </a:cubicBezTo>
                <a:cubicBezTo>
                  <a:pt x="95782" y="164900"/>
                  <a:pt x="95505" y="165831"/>
                  <a:pt x="95148" y="166584"/>
                </a:cubicBezTo>
                <a:cubicBezTo>
                  <a:pt x="94792" y="167337"/>
                  <a:pt x="94316" y="167891"/>
                  <a:pt x="93722" y="168248"/>
                </a:cubicBezTo>
                <a:cubicBezTo>
                  <a:pt x="93128" y="168604"/>
                  <a:pt x="92474" y="168783"/>
                  <a:pt x="91761" y="168783"/>
                </a:cubicBezTo>
                <a:lnTo>
                  <a:pt x="6775" y="168783"/>
                </a:lnTo>
                <a:cubicBezTo>
                  <a:pt x="5666" y="168783"/>
                  <a:pt x="4695" y="168644"/>
                  <a:pt x="3863" y="168367"/>
                </a:cubicBezTo>
                <a:cubicBezTo>
                  <a:pt x="3031" y="168089"/>
                  <a:pt x="2318" y="167634"/>
                  <a:pt x="1723" y="167000"/>
                </a:cubicBezTo>
                <a:cubicBezTo>
                  <a:pt x="1129" y="166366"/>
                  <a:pt x="693" y="165455"/>
                  <a:pt x="416" y="164266"/>
                </a:cubicBezTo>
                <a:cubicBezTo>
                  <a:pt x="139" y="163077"/>
                  <a:pt x="0" y="161611"/>
                  <a:pt x="0" y="159868"/>
                </a:cubicBezTo>
                <a:cubicBezTo>
                  <a:pt x="0" y="158283"/>
                  <a:pt x="59" y="156897"/>
                  <a:pt x="178" y="155708"/>
                </a:cubicBezTo>
                <a:cubicBezTo>
                  <a:pt x="297" y="154519"/>
                  <a:pt x="555" y="153469"/>
                  <a:pt x="951" y="152558"/>
                </a:cubicBezTo>
                <a:cubicBezTo>
                  <a:pt x="1347" y="151647"/>
                  <a:pt x="1842" y="150736"/>
                  <a:pt x="2437" y="149824"/>
                </a:cubicBezTo>
                <a:cubicBezTo>
                  <a:pt x="3031" y="148913"/>
                  <a:pt x="3804" y="147942"/>
                  <a:pt x="4754" y="146912"/>
                </a:cubicBezTo>
                <a:lnTo>
                  <a:pt x="34589" y="115254"/>
                </a:lnTo>
                <a:cubicBezTo>
                  <a:pt x="41483" y="107959"/>
                  <a:pt x="47010" y="101417"/>
                  <a:pt x="51170" y="95627"/>
                </a:cubicBezTo>
                <a:cubicBezTo>
                  <a:pt x="55330" y="89838"/>
                  <a:pt x="58539" y="84565"/>
                  <a:pt x="60797" y="79808"/>
                </a:cubicBezTo>
                <a:cubicBezTo>
                  <a:pt x="63056" y="75048"/>
                  <a:pt x="64542" y="70726"/>
                  <a:pt x="65255" y="66841"/>
                </a:cubicBezTo>
                <a:cubicBezTo>
                  <a:pt x="65968" y="62955"/>
                  <a:pt x="66324" y="59308"/>
                  <a:pt x="66324" y="55898"/>
                </a:cubicBezTo>
                <a:cubicBezTo>
                  <a:pt x="66324" y="52486"/>
                  <a:pt x="65770" y="49253"/>
                  <a:pt x="64660" y="46200"/>
                </a:cubicBezTo>
                <a:cubicBezTo>
                  <a:pt x="63551" y="43144"/>
                  <a:pt x="61946" y="40466"/>
                  <a:pt x="59847" y="38166"/>
                </a:cubicBezTo>
                <a:cubicBezTo>
                  <a:pt x="57747" y="35863"/>
                  <a:pt x="55112" y="34038"/>
                  <a:pt x="51942" y="32691"/>
                </a:cubicBezTo>
                <a:cubicBezTo>
                  <a:pt x="48773" y="31341"/>
                  <a:pt x="45128" y="30666"/>
                  <a:pt x="41007" y="30666"/>
                </a:cubicBezTo>
                <a:cubicBezTo>
                  <a:pt x="36173" y="30666"/>
                  <a:pt x="31835" y="31340"/>
                  <a:pt x="27992" y="32687"/>
                </a:cubicBezTo>
                <a:cubicBezTo>
                  <a:pt x="24149" y="34034"/>
                  <a:pt x="20781" y="35500"/>
                  <a:pt x="17889" y="37085"/>
                </a:cubicBezTo>
                <a:cubicBezTo>
                  <a:pt x="14996" y="38669"/>
                  <a:pt x="12579" y="40135"/>
                  <a:pt x="10638" y="41483"/>
                </a:cubicBezTo>
                <a:cubicBezTo>
                  <a:pt x="8697" y="42830"/>
                  <a:pt x="7251" y="43503"/>
                  <a:pt x="6300" y="43503"/>
                </a:cubicBezTo>
                <a:cubicBezTo>
                  <a:pt x="5745" y="43503"/>
                  <a:pt x="5250" y="43345"/>
                  <a:pt x="4814" y="43028"/>
                </a:cubicBezTo>
                <a:cubicBezTo>
                  <a:pt x="4378" y="42711"/>
                  <a:pt x="4021" y="42196"/>
                  <a:pt x="3744" y="41483"/>
                </a:cubicBezTo>
                <a:cubicBezTo>
                  <a:pt x="3467" y="40769"/>
                  <a:pt x="3249" y="39818"/>
                  <a:pt x="3090" y="38630"/>
                </a:cubicBezTo>
                <a:cubicBezTo>
                  <a:pt x="2932" y="37441"/>
                  <a:pt x="2853" y="36015"/>
                  <a:pt x="2853" y="34351"/>
                </a:cubicBezTo>
                <a:cubicBezTo>
                  <a:pt x="2853" y="33162"/>
                  <a:pt x="2892" y="32132"/>
                  <a:pt x="2972" y="31260"/>
                </a:cubicBezTo>
                <a:cubicBezTo>
                  <a:pt x="3051" y="30389"/>
                  <a:pt x="3189" y="29636"/>
                  <a:pt x="3388" y="29002"/>
                </a:cubicBezTo>
                <a:cubicBezTo>
                  <a:pt x="3586" y="28368"/>
                  <a:pt x="3843" y="27774"/>
                  <a:pt x="4160" y="27219"/>
                </a:cubicBezTo>
                <a:cubicBezTo>
                  <a:pt x="4477" y="26665"/>
                  <a:pt x="5111" y="25971"/>
                  <a:pt x="6062" y="25139"/>
                </a:cubicBezTo>
                <a:cubicBezTo>
                  <a:pt x="7013" y="24307"/>
                  <a:pt x="8657" y="23178"/>
                  <a:pt x="10995" y="21752"/>
                </a:cubicBezTo>
                <a:cubicBezTo>
                  <a:pt x="13332" y="20325"/>
                  <a:pt x="16264" y="18919"/>
                  <a:pt x="19790" y="17532"/>
                </a:cubicBezTo>
                <a:cubicBezTo>
                  <a:pt x="23317" y="16145"/>
                  <a:pt x="27199" y="14976"/>
                  <a:pt x="31439" y="14026"/>
                </a:cubicBezTo>
                <a:cubicBezTo>
                  <a:pt x="35678" y="13075"/>
                  <a:pt x="40135" y="12599"/>
                  <a:pt x="44811" y="12599"/>
                </a:cubicBezTo>
                <a:cubicBezTo>
                  <a:pt x="52259" y="12599"/>
                  <a:pt x="58777" y="13650"/>
                  <a:pt x="64363" y="15753"/>
                </a:cubicBezTo>
                <a:cubicBezTo>
                  <a:pt x="69950" y="17853"/>
                  <a:pt x="74585" y="20726"/>
                  <a:pt x="78270" y="24374"/>
                </a:cubicBezTo>
                <a:cubicBezTo>
                  <a:pt x="81955" y="28021"/>
                  <a:pt x="84708" y="32265"/>
                  <a:pt x="86531" y="37103"/>
                </a:cubicBezTo>
                <a:cubicBezTo>
                  <a:pt x="88353" y="41939"/>
                  <a:pt x="89265" y="47094"/>
                  <a:pt x="89265" y="52566"/>
                </a:cubicBezTo>
                <a:cubicBezTo>
                  <a:pt x="89265" y="57484"/>
                  <a:pt x="88829" y="62382"/>
                  <a:pt x="87957" y="67260"/>
                </a:cubicBezTo>
                <a:cubicBezTo>
                  <a:pt x="87086" y="72136"/>
                  <a:pt x="85243" y="77410"/>
                  <a:pt x="82430" y="83080"/>
                </a:cubicBezTo>
                <a:cubicBezTo>
                  <a:pt x="79617" y="88751"/>
                  <a:pt x="75556" y="95055"/>
                  <a:pt x="70247" y="101994"/>
                </a:cubicBezTo>
                <a:cubicBezTo>
                  <a:pt x="64938" y="108932"/>
                  <a:pt x="57885" y="116922"/>
                  <a:pt x="49090" y="125963"/>
                </a:cubicBezTo>
                <a:lnTo>
                  <a:pt x="24723" y="151429"/>
                </a:lnTo>
                <a:lnTo>
                  <a:pt x="91642" y="151429"/>
                </a:lnTo>
                <a:cubicBezTo>
                  <a:pt x="92276" y="151429"/>
                  <a:pt x="92890" y="151607"/>
                  <a:pt x="93484" y="151964"/>
                </a:cubicBezTo>
                <a:cubicBezTo>
                  <a:pt x="94079" y="152320"/>
                  <a:pt x="94594" y="152855"/>
                  <a:pt x="95029" y="153568"/>
                </a:cubicBezTo>
                <a:cubicBezTo>
                  <a:pt x="95465" y="154282"/>
                  <a:pt x="95782" y="155173"/>
                  <a:pt x="95980" y="156243"/>
                </a:cubicBezTo>
                <a:cubicBezTo>
                  <a:pt x="96178" y="157313"/>
                  <a:pt x="96277" y="158561"/>
                  <a:pt x="96277" y="159987"/>
                </a:cubicBezTo>
                <a:close/>
                <a:moveTo>
                  <a:pt x="167956" y="104954"/>
                </a:moveTo>
                <a:cubicBezTo>
                  <a:pt x="167956" y="113918"/>
                  <a:pt x="167402" y="122783"/>
                  <a:pt x="166292" y="131549"/>
                </a:cubicBezTo>
                <a:cubicBezTo>
                  <a:pt x="165183" y="140315"/>
                  <a:pt x="163519" y="148982"/>
                  <a:pt x="161300" y="157550"/>
                </a:cubicBezTo>
                <a:cubicBezTo>
                  <a:pt x="159081" y="166118"/>
                  <a:pt x="156367" y="174547"/>
                  <a:pt x="153158" y="182838"/>
                </a:cubicBezTo>
                <a:cubicBezTo>
                  <a:pt x="149949" y="191129"/>
                  <a:pt x="146205" y="199319"/>
                  <a:pt x="141926" y="207409"/>
                </a:cubicBezTo>
                <a:cubicBezTo>
                  <a:pt x="141688" y="207805"/>
                  <a:pt x="141331" y="208162"/>
                  <a:pt x="140856" y="208479"/>
                </a:cubicBezTo>
                <a:cubicBezTo>
                  <a:pt x="140381" y="208798"/>
                  <a:pt x="139766" y="209077"/>
                  <a:pt x="139014" y="209314"/>
                </a:cubicBezTo>
                <a:cubicBezTo>
                  <a:pt x="138261" y="209552"/>
                  <a:pt x="137369" y="209711"/>
                  <a:pt x="136339" y="209790"/>
                </a:cubicBezTo>
                <a:cubicBezTo>
                  <a:pt x="135309" y="209869"/>
                  <a:pt x="134081" y="209909"/>
                  <a:pt x="132655" y="209909"/>
                </a:cubicBezTo>
                <a:cubicBezTo>
                  <a:pt x="130594" y="209909"/>
                  <a:pt x="128990" y="209810"/>
                  <a:pt x="127841" y="209611"/>
                </a:cubicBezTo>
                <a:cubicBezTo>
                  <a:pt x="126692" y="209413"/>
                  <a:pt x="125860" y="209095"/>
                  <a:pt x="125345" y="208657"/>
                </a:cubicBezTo>
                <a:cubicBezTo>
                  <a:pt x="124830" y="208221"/>
                  <a:pt x="124592" y="207666"/>
                  <a:pt x="124631" y="206993"/>
                </a:cubicBezTo>
                <a:cubicBezTo>
                  <a:pt x="124671" y="206319"/>
                  <a:pt x="124889" y="205506"/>
                  <a:pt x="125285" y="204552"/>
                </a:cubicBezTo>
                <a:cubicBezTo>
                  <a:pt x="132575" y="188528"/>
                  <a:pt x="138083" y="172128"/>
                  <a:pt x="141807" y="155351"/>
                </a:cubicBezTo>
                <a:cubicBezTo>
                  <a:pt x="145531" y="138572"/>
                  <a:pt x="147393" y="121654"/>
                  <a:pt x="147393" y="104598"/>
                </a:cubicBezTo>
                <a:cubicBezTo>
                  <a:pt x="147393" y="87620"/>
                  <a:pt x="145531" y="70743"/>
                  <a:pt x="141807" y="53967"/>
                </a:cubicBezTo>
                <a:cubicBezTo>
                  <a:pt x="138083" y="37187"/>
                  <a:pt x="132496" y="20824"/>
                  <a:pt x="125047" y="4877"/>
                </a:cubicBezTo>
                <a:cubicBezTo>
                  <a:pt x="124731" y="4164"/>
                  <a:pt x="124612" y="3490"/>
                  <a:pt x="124691" y="2856"/>
                </a:cubicBezTo>
                <a:cubicBezTo>
                  <a:pt x="124770" y="2222"/>
                  <a:pt x="125127" y="1707"/>
                  <a:pt x="125761" y="1311"/>
                </a:cubicBezTo>
                <a:cubicBezTo>
                  <a:pt x="126395" y="913"/>
                  <a:pt x="127266" y="594"/>
                  <a:pt x="128376" y="357"/>
                </a:cubicBezTo>
                <a:cubicBezTo>
                  <a:pt x="129485" y="119"/>
                  <a:pt x="130951" y="0"/>
                  <a:pt x="132773" y="0"/>
                </a:cubicBezTo>
                <a:cubicBezTo>
                  <a:pt x="134438" y="0"/>
                  <a:pt x="135824" y="59"/>
                  <a:pt x="136934" y="178"/>
                </a:cubicBezTo>
                <a:cubicBezTo>
                  <a:pt x="138043" y="297"/>
                  <a:pt x="138934" y="475"/>
                  <a:pt x="139608" y="713"/>
                </a:cubicBezTo>
                <a:cubicBezTo>
                  <a:pt x="140282" y="951"/>
                  <a:pt x="140777" y="1190"/>
                  <a:pt x="141094" y="1430"/>
                </a:cubicBezTo>
                <a:cubicBezTo>
                  <a:pt x="141411" y="1668"/>
                  <a:pt x="141648" y="1945"/>
                  <a:pt x="141807" y="2262"/>
                </a:cubicBezTo>
                <a:cubicBezTo>
                  <a:pt x="149969" y="18524"/>
                  <a:pt x="156367" y="35242"/>
                  <a:pt x="161003" y="52418"/>
                </a:cubicBezTo>
                <a:cubicBezTo>
                  <a:pt x="165639" y="69593"/>
                  <a:pt x="167956" y="87105"/>
                  <a:pt x="167956" y="104954"/>
                </a:cubicBezTo>
                <a:close/>
                <a:moveTo>
                  <a:pt x="353973" y="60025"/>
                </a:moveTo>
                <a:cubicBezTo>
                  <a:pt x="353973" y="67711"/>
                  <a:pt x="352705" y="74645"/>
                  <a:pt x="350169" y="80826"/>
                </a:cubicBezTo>
                <a:cubicBezTo>
                  <a:pt x="347633" y="87006"/>
                  <a:pt x="344008" y="92276"/>
                  <a:pt x="339293" y="96634"/>
                </a:cubicBezTo>
                <a:cubicBezTo>
                  <a:pt x="334578" y="100992"/>
                  <a:pt x="328794" y="104360"/>
                  <a:pt x="321940" y="106737"/>
                </a:cubicBezTo>
                <a:cubicBezTo>
                  <a:pt x="315085" y="109114"/>
                  <a:pt x="306904" y="110303"/>
                  <a:pt x="297395" y="110303"/>
                </a:cubicBezTo>
                <a:lnTo>
                  <a:pt x="279922" y="110303"/>
                </a:lnTo>
                <a:lnTo>
                  <a:pt x="279922" y="165692"/>
                </a:lnTo>
                <a:cubicBezTo>
                  <a:pt x="279922" y="166326"/>
                  <a:pt x="279744" y="166881"/>
                  <a:pt x="279387" y="167356"/>
                </a:cubicBezTo>
                <a:cubicBezTo>
                  <a:pt x="279031" y="167832"/>
                  <a:pt x="278476" y="168208"/>
                  <a:pt x="277723" y="168486"/>
                </a:cubicBezTo>
                <a:cubicBezTo>
                  <a:pt x="276970" y="168763"/>
                  <a:pt x="275940" y="169001"/>
                  <a:pt x="274633" y="169199"/>
                </a:cubicBezTo>
                <a:cubicBezTo>
                  <a:pt x="273325" y="169397"/>
                  <a:pt x="271681" y="169496"/>
                  <a:pt x="269700" y="169496"/>
                </a:cubicBezTo>
                <a:cubicBezTo>
                  <a:pt x="267719" y="169496"/>
                  <a:pt x="266075" y="169397"/>
                  <a:pt x="264767" y="169199"/>
                </a:cubicBezTo>
                <a:cubicBezTo>
                  <a:pt x="263460" y="169001"/>
                  <a:pt x="262410" y="168763"/>
                  <a:pt x="261618" y="168486"/>
                </a:cubicBezTo>
                <a:cubicBezTo>
                  <a:pt x="260825" y="168208"/>
                  <a:pt x="260270" y="167832"/>
                  <a:pt x="259954" y="167356"/>
                </a:cubicBezTo>
                <a:cubicBezTo>
                  <a:pt x="259637" y="166881"/>
                  <a:pt x="259478" y="166326"/>
                  <a:pt x="259478" y="165692"/>
                </a:cubicBezTo>
                <a:lnTo>
                  <a:pt x="259478" y="23772"/>
                </a:lnTo>
                <a:cubicBezTo>
                  <a:pt x="259478" y="20603"/>
                  <a:pt x="260310" y="18344"/>
                  <a:pt x="261974" y="16997"/>
                </a:cubicBezTo>
                <a:cubicBezTo>
                  <a:pt x="263638" y="15650"/>
                  <a:pt x="265500" y="14976"/>
                  <a:pt x="267561" y="14976"/>
                </a:cubicBezTo>
                <a:lnTo>
                  <a:pt x="300485" y="14976"/>
                </a:lnTo>
                <a:cubicBezTo>
                  <a:pt x="303813" y="14976"/>
                  <a:pt x="307003" y="15115"/>
                  <a:pt x="310053" y="15393"/>
                </a:cubicBezTo>
                <a:cubicBezTo>
                  <a:pt x="313104" y="15670"/>
                  <a:pt x="316710" y="16264"/>
                  <a:pt x="320870" y="17175"/>
                </a:cubicBezTo>
                <a:cubicBezTo>
                  <a:pt x="325030" y="18087"/>
                  <a:pt x="329269" y="19790"/>
                  <a:pt x="333588" y="22286"/>
                </a:cubicBezTo>
                <a:cubicBezTo>
                  <a:pt x="337907" y="24783"/>
                  <a:pt x="341571" y="27853"/>
                  <a:pt x="344583" y="31498"/>
                </a:cubicBezTo>
                <a:cubicBezTo>
                  <a:pt x="347594" y="35143"/>
                  <a:pt x="349912" y="39363"/>
                  <a:pt x="351536" y="44157"/>
                </a:cubicBezTo>
                <a:cubicBezTo>
                  <a:pt x="353160" y="48951"/>
                  <a:pt x="353973" y="54240"/>
                  <a:pt x="353973" y="60025"/>
                </a:cubicBezTo>
                <a:moveTo>
                  <a:pt x="332459" y="61633"/>
                </a:moveTo>
                <a:cubicBezTo>
                  <a:pt x="332459" y="55383"/>
                  <a:pt x="331290" y="50163"/>
                  <a:pt x="328952" y="45973"/>
                </a:cubicBezTo>
                <a:cubicBezTo>
                  <a:pt x="326615" y="41781"/>
                  <a:pt x="323722" y="38657"/>
                  <a:pt x="320276" y="36602"/>
                </a:cubicBezTo>
                <a:cubicBezTo>
                  <a:pt x="316829" y="34544"/>
                  <a:pt x="313263" y="33239"/>
                  <a:pt x="309578" y="32687"/>
                </a:cubicBezTo>
                <a:cubicBezTo>
                  <a:pt x="305893" y="32132"/>
                  <a:pt x="302308" y="31855"/>
                  <a:pt x="298821" y="31855"/>
                </a:cubicBezTo>
                <a:lnTo>
                  <a:pt x="279922" y="31855"/>
                </a:lnTo>
                <a:lnTo>
                  <a:pt x="279922" y="93425"/>
                </a:lnTo>
                <a:lnTo>
                  <a:pt x="298346" y="93425"/>
                </a:lnTo>
                <a:cubicBezTo>
                  <a:pt x="304526" y="93425"/>
                  <a:pt x="309657" y="92634"/>
                  <a:pt x="313738" y="91051"/>
                </a:cubicBezTo>
                <a:cubicBezTo>
                  <a:pt x="317819" y="89469"/>
                  <a:pt x="321246" y="87275"/>
                  <a:pt x="324020" y="84469"/>
                </a:cubicBezTo>
                <a:cubicBezTo>
                  <a:pt x="326793" y="81661"/>
                  <a:pt x="328893" y="78300"/>
                  <a:pt x="330319" y="74385"/>
                </a:cubicBezTo>
                <a:cubicBezTo>
                  <a:pt x="331746" y="70470"/>
                  <a:pt x="332459" y="66219"/>
                  <a:pt x="332459" y="61633"/>
                </a:cubicBezTo>
                <a:close/>
                <a:moveTo>
                  <a:pt x="503656" y="89621"/>
                </a:moveTo>
                <a:cubicBezTo>
                  <a:pt x="503656" y="102934"/>
                  <a:pt x="501953" y="114562"/>
                  <a:pt x="498545" y="124507"/>
                </a:cubicBezTo>
                <a:cubicBezTo>
                  <a:pt x="495138" y="134452"/>
                  <a:pt x="490166" y="142693"/>
                  <a:pt x="483628" y="149230"/>
                </a:cubicBezTo>
                <a:cubicBezTo>
                  <a:pt x="477091" y="155767"/>
                  <a:pt x="469068" y="160661"/>
                  <a:pt x="459559" y="163909"/>
                </a:cubicBezTo>
                <a:cubicBezTo>
                  <a:pt x="450050" y="167158"/>
                  <a:pt x="438719" y="168783"/>
                  <a:pt x="425565" y="168783"/>
                </a:cubicBezTo>
                <a:lnTo>
                  <a:pt x="392997" y="168783"/>
                </a:lnTo>
                <a:cubicBezTo>
                  <a:pt x="391174" y="168783"/>
                  <a:pt x="389451" y="168169"/>
                  <a:pt x="387826" y="166940"/>
                </a:cubicBezTo>
                <a:cubicBezTo>
                  <a:pt x="386202" y="165712"/>
                  <a:pt x="385390" y="163553"/>
                  <a:pt x="385390" y="160462"/>
                </a:cubicBezTo>
                <a:lnTo>
                  <a:pt x="385390" y="23297"/>
                </a:lnTo>
                <a:cubicBezTo>
                  <a:pt x="385390" y="20206"/>
                  <a:pt x="386202" y="18047"/>
                  <a:pt x="387826" y="16819"/>
                </a:cubicBezTo>
                <a:cubicBezTo>
                  <a:pt x="389451" y="15591"/>
                  <a:pt x="391174" y="14976"/>
                  <a:pt x="392997" y="14976"/>
                </a:cubicBezTo>
                <a:lnTo>
                  <a:pt x="427823" y="14976"/>
                </a:lnTo>
                <a:cubicBezTo>
                  <a:pt x="441135" y="14976"/>
                  <a:pt x="452388" y="16700"/>
                  <a:pt x="461579" y="20147"/>
                </a:cubicBezTo>
                <a:cubicBezTo>
                  <a:pt x="470771" y="23594"/>
                  <a:pt x="478478" y="28546"/>
                  <a:pt x="484698" y="35005"/>
                </a:cubicBezTo>
                <a:cubicBezTo>
                  <a:pt x="490918" y="41463"/>
                  <a:pt x="495633" y="49288"/>
                  <a:pt x="498842" y="58480"/>
                </a:cubicBezTo>
                <a:cubicBezTo>
                  <a:pt x="502052" y="67672"/>
                  <a:pt x="503656" y="78052"/>
                  <a:pt x="503656" y="89621"/>
                </a:cubicBezTo>
                <a:moveTo>
                  <a:pt x="482142" y="90513"/>
                </a:moveTo>
                <a:cubicBezTo>
                  <a:pt x="482142" y="82202"/>
                  <a:pt x="481112" y="74465"/>
                  <a:pt x="479052" y="67301"/>
                </a:cubicBezTo>
                <a:cubicBezTo>
                  <a:pt x="476992" y="60135"/>
                  <a:pt x="473763" y="53941"/>
                  <a:pt x="469365" y="48718"/>
                </a:cubicBezTo>
                <a:cubicBezTo>
                  <a:pt x="464967" y="43493"/>
                  <a:pt x="459400" y="39416"/>
                  <a:pt x="452665" y="36487"/>
                </a:cubicBezTo>
                <a:cubicBezTo>
                  <a:pt x="445929" y="33557"/>
                  <a:pt x="437253" y="32092"/>
                  <a:pt x="426634" y="32092"/>
                </a:cubicBezTo>
                <a:lnTo>
                  <a:pt x="405834" y="32092"/>
                </a:lnTo>
                <a:lnTo>
                  <a:pt x="405834" y="151667"/>
                </a:lnTo>
                <a:lnTo>
                  <a:pt x="426872" y="151667"/>
                </a:lnTo>
                <a:cubicBezTo>
                  <a:pt x="436698" y="151667"/>
                  <a:pt x="444979" y="150440"/>
                  <a:pt x="451714" y="147986"/>
                </a:cubicBezTo>
                <a:cubicBezTo>
                  <a:pt x="458449" y="145532"/>
                  <a:pt x="464076" y="141772"/>
                  <a:pt x="468592" y="136705"/>
                </a:cubicBezTo>
                <a:cubicBezTo>
                  <a:pt x="473109" y="131639"/>
                  <a:pt x="476497" y="125286"/>
                  <a:pt x="478755" y="117646"/>
                </a:cubicBezTo>
                <a:cubicBezTo>
                  <a:pt x="481013" y="110007"/>
                  <a:pt x="482142" y="100963"/>
                  <a:pt x="482142" y="90513"/>
                </a:cubicBezTo>
                <a:close/>
                <a:moveTo>
                  <a:pt x="651370" y="112041"/>
                </a:moveTo>
                <a:cubicBezTo>
                  <a:pt x="651370" y="121399"/>
                  <a:pt x="650004" y="129746"/>
                  <a:pt x="647270" y="137080"/>
                </a:cubicBezTo>
                <a:cubicBezTo>
                  <a:pt x="644536" y="144415"/>
                  <a:pt x="640633" y="150620"/>
                  <a:pt x="635562" y="155697"/>
                </a:cubicBezTo>
                <a:cubicBezTo>
                  <a:pt x="630490" y="160771"/>
                  <a:pt x="624310" y="164616"/>
                  <a:pt x="617020" y="167234"/>
                </a:cubicBezTo>
                <a:cubicBezTo>
                  <a:pt x="609729" y="169851"/>
                  <a:pt x="601449" y="171160"/>
                  <a:pt x="592178" y="171160"/>
                </a:cubicBezTo>
                <a:cubicBezTo>
                  <a:pt x="583699" y="171160"/>
                  <a:pt x="575973" y="169930"/>
                  <a:pt x="569000" y="167472"/>
                </a:cubicBezTo>
                <a:cubicBezTo>
                  <a:pt x="562027" y="165013"/>
                  <a:pt x="556044" y="161385"/>
                  <a:pt x="551052" y="156588"/>
                </a:cubicBezTo>
                <a:cubicBezTo>
                  <a:pt x="546060" y="151792"/>
                  <a:pt x="542216" y="145786"/>
                  <a:pt x="539522" y="138570"/>
                </a:cubicBezTo>
                <a:cubicBezTo>
                  <a:pt x="536828" y="131351"/>
                  <a:pt x="535481" y="123024"/>
                  <a:pt x="535481" y="113587"/>
                </a:cubicBezTo>
                <a:lnTo>
                  <a:pt x="535481" y="18071"/>
                </a:lnTo>
                <a:cubicBezTo>
                  <a:pt x="535481" y="17437"/>
                  <a:pt x="535639" y="16882"/>
                  <a:pt x="535956" y="16407"/>
                </a:cubicBezTo>
                <a:cubicBezTo>
                  <a:pt x="536273" y="15929"/>
                  <a:pt x="536828" y="15551"/>
                  <a:pt x="537620" y="15274"/>
                </a:cubicBezTo>
                <a:cubicBezTo>
                  <a:pt x="538413" y="14996"/>
                  <a:pt x="539443" y="14759"/>
                  <a:pt x="540711" y="14560"/>
                </a:cubicBezTo>
                <a:cubicBezTo>
                  <a:pt x="541979" y="14362"/>
                  <a:pt x="543643" y="14263"/>
                  <a:pt x="545703" y="14263"/>
                </a:cubicBezTo>
                <a:cubicBezTo>
                  <a:pt x="547605" y="14263"/>
                  <a:pt x="549229" y="14362"/>
                  <a:pt x="550576" y="14560"/>
                </a:cubicBezTo>
                <a:cubicBezTo>
                  <a:pt x="551923" y="14759"/>
                  <a:pt x="552973" y="14996"/>
                  <a:pt x="553726" y="15274"/>
                </a:cubicBezTo>
                <a:cubicBezTo>
                  <a:pt x="554479" y="15551"/>
                  <a:pt x="555014" y="15927"/>
                  <a:pt x="555331" y="16403"/>
                </a:cubicBezTo>
                <a:cubicBezTo>
                  <a:pt x="555648" y="16878"/>
                  <a:pt x="555806" y="17433"/>
                  <a:pt x="555806" y="18067"/>
                </a:cubicBezTo>
                <a:lnTo>
                  <a:pt x="555806" y="111016"/>
                </a:lnTo>
                <a:cubicBezTo>
                  <a:pt x="555806" y="118148"/>
                  <a:pt x="556678" y="124368"/>
                  <a:pt x="558421" y="129677"/>
                </a:cubicBezTo>
                <a:cubicBezTo>
                  <a:pt x="560164" y="134987"/>
                  <a:pt x="562680" y="139404"/>
                  <a:pt x="565969" y="142930"/>
                </a:cubicBezTo>
                <a:cubicBezTo>
                  <a:pt x="569257" y="146457"/>
                  <a:pt x="573219" y="149111"/>
                  <a:pt x="577855" y="150894"/>
                </a:cubicBezTo>
                <a:cubicBezTo>
                  <a:pt x="582490" y="152677"/>
                  <a:pt x="587701" y="153568"/>
                  <a:pt x="593485" y="153568"/>
                </a:cubicBezTo>
                <a:cubicBezTo>
                  <a:pt x="599428" y="153568"/>
                  <a:pt x="604717" y="152697"/>
                  <a:pt x="609353" y="150954"/>
                </a:cubicBezTo>
                <a:cubicBezTo>
                  <a:pt x="613989" y="149210"/>
                  <a:pt x="617911" y="146595"/>
                  <a:pt x="621120" y="143109"/>
                </a:cubicBezTo>
                <a:cubicBezTo>
                  <a:pt x="624330" y="139622"/>
                  <a:pt x="626786" y="135303"/>
                  <a:pt x="628490" y="130153"/>
                </a:cubicBezTo>
                <a:cubicBezTo>
                  <a:pt x="630193" y="125002"/>
                  <a:pt x="631045" y="118980"/>
                  <a:pt x="631045" y="112086"/>
                </a:cubicBezTo>
                <a:lnTo>
                  <a:pt x="631045" y="18067"/>
                </a:lnTo>
                <a:cubicBezTo>
                  <a:pt x="631045" y="17433"/>
                  <a:pt x="631204" y="16878"/>
                  <a:pt x="631521" y="16403"/>
                </a:cubicBezTo>
                <a:cubicBezTo>
                  <a:pt x="631838" y="15927"/>
                  <a:pt x="632392" y="15551"/>
                  <a:pt x="633185" y="15274"/>
                </a:cubicBezTo>
                <a:cubicBezTo>
                  <a:pt x="633977" y="14996"/>
                  <a:pt x="635027" y="14759"/>
                  <a:pt x="636334" y="14560"/>
                </a:cubicBezTo>
                <a:cubicBezTo>
                  <a:pt x="637642" y="14362"/>
                  <a:pt x="639286" y="14263"/>
                  <a:pt x="641267" y="14263"/>
                </a:cubicBezTo>
                <a:cubicBezTo>
                  <a:pt x="643169" y="14263"/>
                  <a:pt x="644774" y="14362"/>
                  <a:pt x="646081" y="14560"/>
                </a:cubicBezTo>
                <a:cubicBezTo>
                  <a:pt x="647389" y="14759"/>
                  <a:pt x="648419" y="14996"/>
                  <a:pt x="649171" y="15274"/>
                </a:cubicBezTo>
                <a:cubicBezTo>
                  <a:pt x="649924" y="15551"/>
                  <a:pt x="650479" y="15929"/>
                  <a:pt x="650836" y="16407"/>
                </a:cubicBezTo>
                <a:cubicBezTo>
                  <a:pt x="651192" y="16882"/>
                  <a:pt x="651370" y="17437"/>
                  <a:pt x="651370" y="18071"/>
                </a:cubicBezTo>
                <a:lnTo>
                  <a:pt x="651370" y="112041"/>
                </a:lnTo>
                <a:close/>
                <a:moveTo>
                  <a:pt x="844324" y="111195"/>
                </a:moveTo>
                <a:cubicBezTo>
                  <a:pt x="844324" y="119918"/>
                  <a:pt x="843175" y="127949"/>
                  <a:pt x="840877" y="135286"/>
                </a:cubicBezTo>
                <a:cubicBezTo>
                  <a:pt x="838579" y="142623"/>
                  <a:pt x="835152" y="148950"/>
                  <a:pt x="830596" y="154267"/>
                </a:cubicBezTo>
                <a:cubicBezTo>
                  <a:pt x="826039" y="159581"/>
                  <a:pt x="820334" y="163725"/>
                  <a:pt x="813480" y="166699"/>
                </a:cubicBezTo>
                <a:cubicBezTo>
                  <a:pt x="806625" y="169673"/>
                  <a:pt x="798682" y="171160"/>
                  <a:pt x="789648" y="171160"/>
                </a:cubicBezTo>
                <a:cubicBezTo>
                  <a:pt x="780852" y="171160"/>
                  <a:pt x="773186" y="169851"/>
                  <a:pt x="766649" y="167234"/>
                </a:cubicBezTo>
                <a:cubicBezTo>
                  <a:pt x="760111" y="164616"/>
                  <a:pt x="754663" y="160809"/>
                  <a:pt x="750305" y="155812"/>
                </a:cubicBezTo>
                <a:cubicBezTo>
                  <a:pt x="745947" y="150815"/>
                  <a:pt x="742698" y="144747"/>
                  <a:pt x="740559" y="137608"/>
                </a:cubicBezTo>
                <a:cubicBezTo>
                  <a:pt x="738419" y="130469"/>
                  <a:pt x="737349" y="122377"/>
                  <a:pt x="737349" y="113334"/>
                </a:cubicBezTo>
                <a:cubicBezTo>
                  <a:pt x="737349" y="104610"/>
                  <a:pt x="738478" y="96580"/>
                  <a:pt x="740737" y="89242"/>
                </a:cubicBezTo>
                <a:cubicBezTo>
                  <a:pt x="742995" y="81905"/>
                  <a:pt x="746403" y="75580"/>
                  <a:pt x="750959" y="70265"/>
                </a:cubicBezTo>
                <a:cubicBezTo>
                  <a:pt x="755515" y="64949"/>
                  <a:pt x="761201" y="60823"/>
                  <a:pt x="768015" y="57889"/>
                </a:cubicBezTo>
                <a:cubicBezTo>
                  <a:pt x="774830" y="54955"/>
                  <a:pt x="782794" y="53487"/>
                  <a:pt x="791906" y="53487"/>
                </a:cubicBezTo>
                <a:cubicBezTo>
                  <a:pt x="800702" y="53487"/>
                  <a:pt x="808369" y="54796"/>
                  <a:pt x="814906" y="57414"/>
                </a:cubicBezTo>
                <a:cubicBezTo>
                  <a:pt x="821443" y="60031"/>
                  <a:pt x="826891" y="63838"/>
                  <a:pt x="831250" y="68835"/>
                </a:cubicBezTo>
                <a:cubicBezTo>
                  <a:pt x="835608" y="73833"/>
                  <a:pt x="838876" y="79901"/>
                  <a:pt x="841056" y="87040"/>
                </a:cubicBezTo>
                <a:cubicBezTo>
                  <a:pt x="843235" y="94179"/>
                  <a:pt x="844324" y="102230"/>
                  <a:pt x="844324" y="111195"/>
                </a:cubicBezTo>
                <a:moveTo>
                  <a:pt x="823642" y="112443"/>
                </a:moveTo>
                <a:cubicBezTo>
                  <a:pt x="823642" y="106658"/>
                  <a:pt x="823108" y="101190"/>
                  <a:pt x="822038" y="96040"/>
                </a:cubicBezTo>
                <a:cubicBezTo>
                  <a:pt x="820968" y="90889"/>
                  <a:pt x="819205" y="86372"/>
                  <a:pt x="816748" y="82490"/>
                </a:cubicBezTo>
                <a:cubicBezTo>
                  <a:pt x="814292" y="78607"/>
                  <a:pt x="810964" y="75536"/>
                  <a:pt x="806764" y="73278"/>
                </a:cubicBezTo>
                <a:cubicBezTo>
                  <a:pt x="802564" y="71019"/>
                  <a:pt x="797334" y="69890"/>
                  <a:pt x="791074" y="69890"/>
                </a:cubicBezTo>
                <a:cubicBezTo>
                  <a:pt x="785290" y="69890"/>
                  <a:pt x="780318" y="70920"/>
                  <a:pt x="776157" y="72981"/>
                </a:cubicBezTo>
                <a:cubicBezTo>
                  <a:pt x="771997" y="75041"/>
                  <a:pt x="768570" y="77953"/>
                  <a:pt x="765876" y="81717"/>
                </a:cubicBezTo>
                <a:cubicBezTo>
                  <a:pt x="763182" y="85481"/>
                  <a:pt x="761181" y="89938"/>
                  <a:pt x="759873" y="95089"/>
                </a:cubicBezTo>
                <a:cubicBezTo>
                  <a:pt x="758566" y="100239"/>
                  <a:pt x="757912" y="105866"/>
                  <a:pt x="757912" y="111967"/>
                </a:cubicBezTo>
                <a:cubicBezTo>
                  <a:pt x="757912" y="117831"/>
                  <a:pt x="758447" y="123338"/>
                  <a:pt x="759517" y="128489"/>
                </a:cubicBezTo>
                <a:cubicBezTo>
                  <a:pt x="760587" y="133639"/>
                  <a:pt x="762370" y="138136"/>
                  <a:pt x="764866" y="141980"/>
                </a:cubicBezTo>
                <a:cubicBezTo>
                  <a:pt x="767362" y="145823"/>
                  <a:pt x="770710" y="148873"/>
                  <a:pt x="774909" y="151132"/>
                </a:cubicBezTo>
                <a:cubicBezTo>
                  <a:pt x="779109" y="153390"/>
                  <a:pt x="784339" y="154519"/>
                  <a:pt x="790599" y="154519"/>
                </a:cubicBezTo>
                <a:cubicBezTo>
                  <a:pt x="796304" y="154519"/>
                  <a:pt x="801257" y="153489"/>
                  <a:pt x="805457" y="151429"/>
                </a:cubicBezTo>
                <a:cubicBezTo>
                  <a:pt x="809656" y="149369"/>
                  <a:pt x="813103" y="146476"/>
                  <a:pt x="815798" y="142752"/>
                </a:cubicBezTo>
                <a:cubicBezTo>
                  <a:pt x="818492" y="139028"/>
                  <a:pt x="820473" y="134590"/>
                  <a:pt x="821741" y="129440"/>
                </a:cubicBezTo>
                <a:cubicBezTo>
                  <a:pt x="823008" y="124289"/>
                  <a:pt x="823642" y="118623"/>
                  <a:pt x="823642" y="112443"/>
                </a:cubicBezTo>
                <a:close/>
                <a:moveTo>
                  <a:pt x="972218" y="110957"/>
                </a:moveTo>
                <a:cubicBezTo>
                  <a:pt x="972218" y="120235"/>
                  <a:pt x="971207" y="128583"/>
                  <a:pt x="969187" y="135999"/>
                </a:cubicBezTo>
                <a:cubicBezTo>
                  <a:pt x="967166" y="143416"/>
                  <a:pt x="964195" y="149743"/>
                  <a:pt x="960272" y="154980"/>
                </a:cubicBezTo>
                <a:cubicBezTo>
                  <a:pt x="956350" y="160215"/>
                  <a:pt x="951536" y="164220"/>
                  <a:pt x="945831" y="166996"/>
                </a:cubicBezTo>
                <a:cubicBezTo>
                  <a:pt x="940125" y="169772"/>
                  <a:pt x="933588" y="171160"/>
                  <a:pt x="926219" y="171160"/>
                </a:cubicBezTo>
                <a:cubicBezTo>
                  <a:pt x="922811" y="171160"/>
                  <a:pt x="919661" y="170822"/>
                  <a:pt x="916769" y="170146"/>
                </a:cubicBezTo>
                <a:cubicBezTo>
                  <a:pt x="913877" y="169472"/>
                  <a:pt x="911044" y="168383"/>
                  <a:pt x="908270" y="166877"/>
                </a:cubicBezTo>
                <a:cubicBezTo>
                  <a:pt x="905497" y="165369"/>
                  <a:pt x="902724" y="163465"/>
                  <a:pt x="899950" y="161164"/>
                </a:cubicBezTo>
                <a:cubicBezTo>
                  <a:pt x="897177" y="158864"/>
                  <a:pt x="894245" y="156088"/>
                  <a:pt x="891154" y="152837"/>
                </a:cubicBezTo>
                <a:lnTo>
                  <a:pt x="891154" y="165833"/>
                </a:lnTo>
                <a:cubicBezTo>
                  <a:pt x="891154" y="166462"/>
                  <a:pt x="890996" y="167013"/>
                  <a:pt x="890679" y="167486"/>
                </a:cubicBezTo>
                <a:cubicBezTo>
                  <a:pt x="890362" y="167959"/>
                  <a:pt x="889847" y="168334"/>
                  <a:pt x="889134" y="168612"/>
                </a:cubicBezTo>
                <a:cubicBezTo>
                  <a:pt x="888421" y="168887"/>
                  <a:pt x="887529" y="169102"/>
                  <a:pt x="886459" y="169258"/>
                </a:cubicBezTo>
                <a:cubicBezTo>
                  <a:pt x="885390" y="169417"/>
                  <a:pt x="884023" y="169496"/>
                  <a:pt x="882359" y="169496"/>
                </a:cubicBezTo>
                <a:cubicBezTo>
                  <a:pt x="880774" y="169496"/>
                  <a:pt x="879427" y="169417"/>
                  <a:pt x="878318" y="169258"/>
                </a:cubicBezTo>
                <a:cubicBezTo>
                  <a:pt x="877208" y="169100"/>
                  <a:pt x="876297" y="168882"/>
                  <a:pt x="875584" y="168604"/>
                </a:cubicBezTo>
                <a:cubicBezTo>
                  <a:pt x="874871" y="168327"/>
                  <a:pt x="874395" y="167951"/>
                  <a:pt x="874157" y="167475"/>
                </a:cubicBezTo>
                <a:cubicBezTo>
                  <a:pt x="873920" y="166997"/>
                  <a:pt x="873801" y="166441"/>
                  <a:pt x="873801" y="165807"/>
                </a:cubicBezTo>
                <a:lnTo>
                  <a:pt x="873801" y="6898"/>
                </a:lnTo>
                <a:cubicBezTo>
                  <a:pt x="873801" y="6264"/>
                  <a:pt x="873939" y="5709"/>
                  <a:pt x="874217" y="5234"/>
                </a:cubicBezTo>
                <a:cubicBezTo>
                  <a:pt x="874494" y="4756"/>
                  <a:pt x="875009" y="4358"/>
                  <a:pt x="875762" y="4041"/>
                </a:cubicBezTo>
                <a:cubicBezTo>
                  <a:pt x="876515" y="3724"/>
                  <a:pt x="877525" y="3487"/>
                  <a:pt x="878793" y="3328"/>
                </a:cubicBezTo>
                <a:cubicBezTo>
                  <a:pt x="880061" y="3170"/>
                  <a:pt x="881646" y="3090"/>
                  <a:pt x="883547" y="3090"/>
                </a:cubicBezTo>
                <a:cubicBezTo>
                  <a:pt x="885528" y="3090"/>
                  <a:pt x="887153" y="3170"/>
                  <a:pt x="888421" y="3328"/>
                </a:cubicBezTo>
                <a:cubicBezTo>
                  <a:pt x="889689" y="3487"/>
                  <a:pt x="890679" y="3726"/>
                  <a:pt x="891392" y="4045"/>
                </a:cubicBezTo>
                <a:cubicBezTo>
                  <a:pt x="892105" y="4362"/>
                  <a:pt x="892620" y="4759"/>
                  <a:pt x="892937" y="5237"/>
                </a:cubicBezTo>
                <a:cubicBezTo>
                  <a:pt x="893254" y="5713"/>
                  <a:pt x="893413" y="6267"/>
                  <a:pt x="893413" y="6901"/>
                </a:cubicBezTo>
                <a:lnTo>
                  <a:pt x="893413" y="71097"/>
                </a:lnTo>
                <a:cubicBezTo>
                  <a:pt x="896582" y="67846"/>
                  <a:pt x="899653" y="65110"/>
                  <a:pt x="902625" y="62889"/>
                </a:cubicBezTo>
                <a:cubicBezTo>
                  <a:pt x="905596" y="60667"/>
                  <a:pt x="908508" y="58863"/>
                  <a:pt x="911361" y="57477"/>
                </a:cubicBezTo>
                <a:cubicBezTo>
                  <a:pt x="914214" y="56088"/>
                  <a:pt x="917066" y="55076"/>
                  <a:pt x="919919" y="54442"/>
                </a:cubicBezTo>
                <a:cubicBezTo>
                  <a:pt x="922772" y="53806"/>
                  <a:pt x="925783" y="53487"/>
                  <a:pt x="928952" y="53487"/>
                </a:cubicBezTo>
                <a:cubicBezTo>
                  <a:pt x="936718" y="53487"/>
                  <a:pt x="943354" y="55035"/>
                  <a:pt x="948862" y="58130"/>
                </a:cubicBezTo>
                <a:cubicBezTo>
                  <a:pt x="954369" y="61223"/>
                  <a:pt x="958846" y="65367"/>
                  <a:pt x="962293" y="70563"/>
                </a:cubicBezTo>
                <a:cubicBezTo>
                  <a:pt x="965740" y="75758"/>
                  <a:pt x="968256" y="81846"/>
                  <a:pt x="969841" y="88826"/>
                </a:cubicBezTo>
                <a:cubicBezTo>
                  <a:pt x="971425" y="95804"/>
                  <a:pt x="972218" y="103181"/>
                  <a:pt x="972218" y="110957"/>
                </a:cubicBezTo>
                <a:moveTo>
                  <a:pt x="951536" y="113215"/>
                </a:moveTo>
                <a:cubicBezTo>
                  <a:pt x="951536" y="107740"/>
                  <a:pt x="951120" y="102424"/>
                  <a:pt x="950288" y="97265"/>
                </a:cubicBezTo>
                <a:cubicBezTo>
                  <a:pt x="949456" y="92107"/>
                  <a:pt x="948010" y="87545"/>
                  <a:pt x="945949" y="83578"/>
                </a:cubicBezTo>
                <a:cubicBezTo>
                  <a:pt x="943889" y="79611"/>
                  <a:pt x="941155" y="76418"/>
                  <a:pt x="937748" y="73998"/>
                </a:cubicBezTo>
                <a:cubicBezTo>
                  <a:pt x="934341" y="71577"/>
                  <a:pt x="930101" y="70366"/>
                  <a:pt x="925030" y="70366"/>
                </a:cubicBezTo>
                <a:cubicBezTo>
                  <a:pt x="922494" y="70366"/>
                  <a:pt x="919998" y="70724"/>
                  <a:pt x="917542" y="71439"/>
                </a:cubicBezTo>
                <a:cubicBezTo>
                  <a:pt x="915085" y="72152"/>
                  <a:pt x="912589" y="73342"/>
                  <a:pt x="910053" y="75009"/>
                </a:cubicBezTo>
                <a:cubicBezTo>
                  <a:pt x="907518" y="76675"/>
                  <a:pt x="904883" y="78818"/>
                  <a:pt x="902149" y="81438"/>
                </a:cubicBezTo>
                <a:cubicBezTo>
                  <a:pt x="899415" y="84058"/>
                  <a:pt x="896503" y="87353"/>
                  <a:pt x="893413" y="91322"/>
                </a:cubicBezTo>
                <a:lnTo>
                  <a:pt x="893413" y="134038"/>
                </a:lnTo>
                <a:cubicBezTo>
                  <a:pt x="898801" y="140627"/>
                  <a:pt x="903952" y="145649"/>
                  <a:pt x="908865" y="149104"/>
                </a:cubicBezTo>
                <a:cubicBezTo>
                  <a:pt x="913778" y="152556"/>
                  <a:pt x="918889" y="154282"/>
                  <a:pt x="924198" y="154282"/>
                </a:cubicBezTo>
                <a:cubicBezTo>
                  <a:pt x="929111" y="154282"/>
                  <a:pt x="933311" y="153092"/>
                  <a:pt x="936797" y="150712"/>
                </a:cubicBezTo>
                <a:cubicBezTo>
                  <a:pt x="940284" y="148330"/>
                  <a:pt x="943117" y="145175"/>
                  <a:pt x="945296" y="141248"/>
                </a:cubicBezTo>
                <a:cubicBezTo>
                  <a:pt x="947475" y="137320"/>
                  <a:pt x="949060" y="132916"/>
                  <a:pt x="950050" y="128036"/>
                </a:cubicBezTo>
                <a:cubicBezTo>
                  <a:pt x="951041" y="123155"/>
                  <a:pt x="951536" y="118215"/>
                  <a:pt x="951536" y="113215"/>
                </a:cubicBezTo>
                <a:close/>
                <a:moveTo>
                  <a:pt x="1023872" y="170566"/>
                </a:moveTo>
                <a:cubicBezTo>
                  <a:pt x="1023872" y="178512"/>
                  <a:pt x="1023277" y="184928"/>
                  <a:pt x="1022089" y="189814"/>
                </a:cubicBezTo>
                <a:cubicBezTo>
                  <a:pt x="1020900" y="194702"/>
                  <a:pt x="1019038" y="198815"/>
                  <a:pt x="1016502" y="202153"/>
                </a:cubicBezTo>
                <a:cubicBezTo>
                  <a:pt x="1013966" y="205491"/>
                  <a:pt x="1010718" y="208014"/>
                  <a:pt x="1006756" y="209723"/>
                </a:cubicBezTo>
                <a:cubicBezTo>
                  <a:pt x="1002793" y="211432"/>
                  <a:pt x="997999" y="212286"/>
                  <a:pt x="992373" y="212286"/>
                </a:cubicBezTo>
                <a:cubicBezTo>
                  <a:pt x="989838" y="212286"/>
                  <a:pt x="987678" y="212126"/>
                  <a:pt x="985895" y="211807"/>
                </a:cubicBezTo>
                <a:cubicBezTo>
                  <a:pt x="984113" y="211487"/>
                  <a:pt x="982746" y="211128"/>
                  <a:pt x="981795" y="210729"/>
                </a:cubicBezTo>
                <a:cubicBezTo>
                  <a:pt x="980844" y="210331"/>
                  <a:pt x="980190" y="209871"/>
                  <a:pt x="979834" y="209351"/>
                </a:cubicBezTo>
                <a:cubicBezTo>
                  <a:pt x="979477" y="208834"/>
                  <a:pt x="979219" y="208236"/>
                  <a:pt x="979061" y="207557"/>
                </a:cubicBezTo>
                <a:cubicBezTo>
                  <a:pt x="978902" y="206879"/>
                  <a:pt x="978803" y="206181"/>
                  <a:pt x="978764" y="205462"/>
                </a:cubicBezTo>
                <a:cubicBezTo>
                  <a:pt x="978724" y="204744"/>
                  <a:pt x="978704" y="203867"/>
                  <a:pt x="978704" y="202829"/>
                </a:cubicBezTo>
                <a:cubicBezTo>
                  <a:pt x="978704" y="201393"/>
                  <a:pt x="978764" y="200156"/>
                  <a:pt x="978883" y="199118"/>
                </a:cubicBezTo>
                <a:cubicBezTo>
                  <a:pt x="979001" y="198081"/>
                  <a:pt x="979200" y="197242"/>
                  <a:pt x="979477" y="196604"/>
                </a:cubicBezTo>
                <a:cubicBezTo>
                  <a:pt x="979754" y="195965"/>
                  <a:pt x="980071" y="195507"/>
                  <a:pt x="980428" y="195229"/>
                </a:cubicBezTo>
                <a:cubicBezTo>
                  <a:pt x="980784" y="194952"/>
                  <a:pt x="981240" y="194813"/>
                  <a:pt x="981795" y="194813"/>
                </a:cubicBezTo>
                <a:cubicBezTo>
                  <a:pt x="982270" y="194813"/>
                  <a:pt x="983201" y="194912"/>
                  <a:pt x="984588" y="195110"/>
                </a:cubicBezTo>
                <a:cubicBezTo>
                  <a:pt x="985975" y="195309"/>
                  <a:pt x="987579" y="195408"/>
                  <a:pt x="989402" y="195408"/>
                </a:cubicBezTo>
                <a:cubicBezTo>
                  <a:pt x="992017" y="195408"/>
                  <a:pt x="994255" y="195011"/>
                  <a:pt x="996117" y="194219"/>
                </a:cubicBezTo>
                <a:cubicBezTo>
                  <a:pt x="997980" y="193427"/>
                  <a:pt x="999505" y="192139"/>
                  <a:pt x="1000694" y="190356"/>
                </a:cubicBezTo>
                <a:cubicBezTo>
                  <a:pt x="1001882" y="188573"/>
                  <a:pt x="1002754" y="186255"/>
                  <a:pt x="1003309" y="183403"/>
                </a:cubicBezTo>
                <a:cubicBezTo>
                  <a:pt x="1003863" y="180550"/>
                  <a:pt x="1004141" y="176231"/>
                  <a:pt x="1004141" y="170447"/>
                </a:cubicBezTo>
                <a:lnTo>
                  <a:pt x="1004141" y="58836"/>
                </a:lnTo>
                <a:cubicBezTo>
                  <a:pt x="1004141" y="58282"/>
                  <a:pt x="1004299" y="57766"/>
                  <a:pt x="1004616" y="57291"/>
                </a:cubicBezTo>
                <a:cubicBezTo>
                  <a:pt x="1004933" y="56816"/>
                  <a:pt x="1005468" y="56419"/>
                  <a:pt x="1006221" y="56102"/>
                </a:cubicBezTo>
                <a:cubicBezTo>
                  <a:pt x="1006973" y="55785"/>
                  <a:pt x="1007984" y="55548"/>
                  <a:pt x="1009252" y="55389"/>
                </a:cubicBezTo>
                <a:cubicBezTo>
                  <a:pt x="1010519" y="55231"/>
                  <a:pt x="1012104" y="55152"/>
                  <a:pt x="1014006" y="55152"/>
                </a:cubicBezTo>
                <a:cubicBezTo>
                  <a:pt x="1015908" y="55152"/>
                  <a:pt x="1017493" y="55231"/>
                  <a:pt x="1018761" y="55389"/>
                </a:cubicBezTo>
                <a:cubicBezTo>
                  <a:pt x="1020028" y="55548"/>
                  <a:pt x="1021039" y="55785"/>
                  <a:pt x="1021791" y="56102"/>
                </a:cubicBezTo>
                <a:cubicBezTo>
                  <a:pt x="1022544" y="56419"/>
                  <a:pt x="1023079" y="56816"/>
                  <a:pt x="1023396" y="57291"/>
                </a:cubicBezTo>
                <a:cubicBezTo>
                  <a:pt x="1023713" y="57766"/>
                  <a:pt x="1023872" y="58282"/>
                  <a:pt x="1023872" y="58836"/>
                </a:cubicBezTo>
                <a:lnTo>
                  <a:pt x="1023872" y="170566"/>
                </a:lnTo>
                <a:moveTo>
                  <a:pt x="1026130" y="22584"/>
                </a:moveTo>
                <a:cubicBezTo>
                  <a:pt x="1026130" y="27180"/>
                  <a:pt x="1025258" y="30310"/>
                  <a:pt x="1023515" y="31974"/>
                </a:cubicBezTo>
                <a:cubicBezTo>
                  <a:pt x="1021772" y="33638"/>
                  <a:pt x="1018562" y="34470"/>
                  <a:pt x="1013887" y="34470"/>
                </a:cubicBezTo>
                <a:cubicBezTo>
                  <a:pt x="1009291" y="34470"/>
                  <a:pt x="1006161" y="33657"/>
                  <a:pt x="1004497" y="32033"/>
                </a:cubicBezTo>
                <a:cubicBezTo>
                  <a:pt x="1002833" y="30409"/>
                  <a:pt x="1002001" y="27338"/>
                  <a:pt x="1002001" y="22821"/>
                </a:cubicBezTo>
                <a:cubicBezTo>
                  <a:pt x="1002001" y="18225"/>
                  <a:pt x="1002853" y="15095"/>
                  <a:pt x="1004557" y="13431"/>
                </a:cubicBezTo>
                <a:cubicBezTo>
                  <a:pt x="1006260" y="11767"/>
                  <a:pt x="1009450" y="10935"/>
                  <a:pt x="1014125" y="10935"/>
                </a:cubicBezTo>
                <a:cubicBezTo>
                  <a:pt x="1018800" y="10935"/>
                  <a:pt x="1021970" y="11747"/>
                  <a:pt x="1023634" y="13372"/>
                </a:cubicBezTo>
                <a:cubicBezTo>
                  <a:pt x="1025298" y="14996"/>
                  <a:pt x="1026130" y="18067"/>
                  <a:pt x="1026130" y="22584"/>
                </a:cubicBezTo>
                <a:close/>
                <a:moveTo>
                  <a:pt x="1152044" y="107688"/>
                </a:moveTo>
                <a:cubicBezTo>
                  <a:pt x="1152044" y="110779"/>
                  <a:pt x="1151272" y="112977"/>
                  <a:pt x="1149727" y="114285"/>
                </a:cubicBezTo>
                <a:cubicBezTo>
                  <a:pt x="1148181" y="115592"/>
                  <a:pt x="1146418" y="116246"/>
                  <a:pt x="1144437" y="116246"/>
                </a:cubicBezTo>
                <a:lnTo>
                  <a:pt x="1074309" y="116246"/>
                </a:lnTo>
                <a:cubicBezTo>
                  <a:pt x="1074309" y="122206"/>
                  <a:pt x="1074903" y="127571"/>
                  <a:pt x="1076092" y="132341"/>
                </a:cubicBezTo>
                <a:cubicBezTo>
                  <a:pt x="1077281" y="137110"/>
                  <a:pt x="1079262" y="141203"/>
                  <a:pt x="1082035" y="144620"/>
                </a:cubicBezTo>
                <a:cubicBezTo>
                  <a:pt x="1084809" y="148038"/>
                  <a:pt x="1088414" y="150661"/>
                  <a:pt x="1092851" y="152491"/>
                </a:cubicBezTo>
                <a:cubicBezTo>
                  <a:pt x="1097289" y="154319"/>
                  <a:pt x="1102717" y="155233"/>
                  <a:pt x="1109135" y="155233"/>
                </a:cubicBezTo>
                <a:cubicBezTo>
                  <a:pt x="1114207" y="155233"/>
                  <a:pt x="1118724" y="154817"/>
                  <a:pt x="1122686" y="153984"/>
                </a:cubicBezTo>
                <a:cubicBezTo>
                  <a:pt x="1126648" y="153152"/>
                  <a:pt x="1130075" y="152221"/>
                  <a:pt x="1132967" y="151191"/>
                </a:cubicBezTo>
                <a:cubicBezTo>
                  <a:pt x="1135859" y="150161"/>
                  <a:pt x="1138237" y="149230"/>
                  <a:pt x="1140099" y="148398"/>
                </a:cubicBezTo>
                <a:cubicBezTo>
                  <a:pt x="1141961" y="147566"/>
                  <a:pt x="1143367" y="147150"/>
                  <a:pt x="1144318" y="147150"/>
                </a:cubicBezTo>
                <a:cubicBezTo>
                  <a:pt x="1144873" y="147150"/>
                  <a:pt x="1145368" y="147289"/>
                  <a:pt x="1145804" y="147566"/>
                </a:cubicBezTo>
                <a:cubicBezTo>
                  <a:pt x="1146240" y="147843"/>
                  <a:pt x="1146577" y="148259"/>
                  <a:pt x="1146814" y="148814"/>
                </a:cubicBezTo>
                <a:cubicBezTo>
                  <a:pt x="1147052" y="149369"/>
                  <a:pt x="1147230" y="150141"/>
                  <a:pt x="1147349" y="151132"/>
                </a:cubicBezTo>
                <a:cubicBezTo>
                  <a:pt x="1147468" y="152122"/>
                  <a:pt x="1147528" y="153331"/>
                  <a:pt x="1147528" y="154757"/>
                </a:cubicBezTo>
                <a:cubicBezTo>
                  <a:pt x="1147528" y="155787"/>
                  <a:pt x="1147488" y="156679"/>
                  <a:pt x="1147409" y="157431"/>
                </a:cubicBezTo>
                <a:cubicBezTo>
                  <a:pt x="1147329" y="158184"/>
                  <a:pt x="1147230" y="158858"/>
                  <a:pt x="1147112" y="159452"/>
                </a:cubicBezTo>
                <a:cubicBezTo>
                  <a:pt x="1146993" y="160046"/>
                  <a:pt x="1146795" y="160581"/>
                  <a:pt x="1146517" y="161057"/>
                </a:cubicBezTo>
                <a:cubicBezTo>
                  <a:pt x="1146240" y="161532"/>
                  <a:pt x="1145883" y="161988"/>
                  <a:pt x="1145448" y="162424"/>
                </a:cubicBezTo>
                <a:cubicBezTo>
                  <a:pt x="1145012" y="162859"/>
                  <a:pt x="1143724" y="163573"/>
                  <a:pt x="1141585" y="164563"/>
                </a:cubicBezTo>
                <a:cubicBezTo>
                  <a:pt x="1139445" y="165554"/>
                  <a:pt x="1136672" y="166524"/>
                  <a:pt x="1133264" y="167475"/>
                </a:cubicBezTo>
                <a:cubicBezTo>
                  <a:pt x="1129857" y="168426"/>
                  <a:pt x="1125915" y="169278"/>
                  <a:pt x="1121438" y="170031"/>
                </a:cubicBezTo>
                <a:cubicBezTo>
                  <a:pt x="1116960" y="170784"/>
                  <a:pt x="1112186" y="171160"/>
                  <a:pt x="1107115" y="171160"/>
                </a:cubicBezTo>
                <a:cubicBezTo>
                  <a:pt x="1098319" y="171160"/>
                  <a:pt x="1090613" y="169930"/>
                  <a:pt x="1083996" y="167472"/>
                </a:cubicBezTo>
                <a:cubicBezTo>
                  <a:pt x="1077380" y="165013"/>
                  <a:pt x="1071813" y="161364"/>
                  <a:pt x="1067296" y="156525"/>
                </a:cubicBezTo>
                <a:cubicBezTo>
                  <a:pt x="1062780" y="151687"/>
                  <a:pt x="1059372" y="145618"/>
                  <a:pt x="1057074" y="138321"/>
                </a:cubicBezTo>
                <a:cubicBezTo>
                  <a:pt x="1054776" y="131023"/>
                  <a:pt x="1053627" y="122536"/>
                  <a:pt x="1053627" y="112859"/>
                </a:cubicBezTo>
                <a:cubicBezTo>
                  <a:pt x="1053627" y="103657"/>
                  <a:pt x="1054816" y="95387"/>
                  <a:pt x="1057193" y="88050"/>
                </a:cubicBezTo>
                <a:cubicBezTo>
                  <a:pt x="1059570" y="80713"/>
                  <a:pt x="1062998" y="74486"/>
                  <a:pt x="1067475" y="69370"/>
                </a:cubicBezTo>
                <a:cubicBezTo>
                  <a:pt x="1071952" y="64254"/>
                  <a:pt x="1077360" y="60328"/>
                  <a:pt x="1083699" y="57592"/>
                </a:cubicBezTo>
                <a:cubicBezTo>
                  <a:pt x="1090038" y="54856"/>
                  <a:pt x="1097130" y="53487"/>
                  <a:pt x="1104975" y="53487"/>
                </a:cubicBezTo>
                <a:cubicBezTo>
                  <a:pt x="1113375" y="53487"/>
                  <a:pt x="1120526" y="54835"/>
                  <a:pt x="1126430" y="57529"/>
                </a:cubicBezTo>
                <a:cubicBezTo>
                  <a:pt x="1132333" y="60223"/>
                  <a:pt x="1137187" y="63848"/>
                  <a:pt x="1140990" y="68405"/>
                </a:cubicBezTo>
                <a:cubicBezTo>
                  <a:pt x="1144794" y="72961"/>
                  <a:pt x="1147587" y="78310"/>
                  <a:pt x="1149370" y="84451"/>
                </a:cubicBezTo>
                <a:cubicBezTo>
                  <a:pt x="1151153" y="90592"/>
                  <a:pt x="1152044" y="97149"/>
                  <a:pt x="1152044" y="104122"/>
                </a:cubicBezTo>
                <a:lnTo>
                  <a:pt x="1152044" y="107688"/>
                </a:lnTo>
                <a:moveTo>
                  <a:pt x="1132313" y="101745"/>
                </a:moveTo>
                <a:cubicBezTo>
                  <a:pt x="1132551" y="91518"/>
                  <a:pt x="1130273" y="83494"/>
                  <a:pt x="1125479" y="77672"/>
                </a:cubicBezTo>
                <a:cubicBezTo>
                  <a:pt x="1120685" y="71850"/>
                  <a:pt x="1113573" y="68939"/>
                  <a:pt x="1104143" y="68939"/>
                </a:cubicBezTo>
                <a:cubicBezTo>
                  <a:pt x="1099310" y="68939"/>
                  <a:pt x="1095070" y="69844"/>
                  <a:pt x="1091425" y="71655"/>
                </a:cubicBezTo>
                <a:cubicBezTo>
                  <a:pt x="1087780" y="73462"/>
                  <a:pt x="1084729" y="75862"/>
                  <a:pt x="1082273" y="78853"/>
                </a:cubicBezTo>
                <a:cubicBezTo>
                  <a:pt x="1079816" y="81842"/>
                  <a:pt x="1077915" y="85324"/>
                  <a:pt x="1076568" y="89298"/>
                </a:cubicBezTo>
                <a:cubicBezTo>
                  <a:pt x="1075220" y="93270"/>
                  <a:pt x="1074468" y="97419"/>
                  <a:pt x="1074309" y="101745"/>
                </a:cubicBezTo>
                <a:lnTo>
                  <a:pt x="1132313" y="101745"/>
                </a:lnTo>
                <a:close/>
                <a:moveTo>
                  <a:pt x="1258994" y="149594"/>
                </a:moveTo>
                <a:cubicBezTo>
                  <a:pt x="1258994" y="150951"/>
                  <a:pt x="1258955" y="152129"/>
                  <a:pt x="1258876" y="153126"/>
                </a:cubicBezTo>
                <a:cubicBezTo>
                  <a:pt x="1258796" y="154124"/>
                  <a:pt x="1258658" y="154963"/>
                  <a:pt x="1258460" y="155641"/>
                </a:cubicBezTo>
                <a:cubicBezTo>
                  <a:pt x="1258261" y="156320"/>
                  <a:pt x="1258024" y="156916"/>
                  <a:pt x="1257746" y="157431"/>
                </a:cubicBezTo>
                <a:cubicBezTo>
                  <a:pt x="1257469" y="157947"/>
                  <a:pt x="1256835" y="158699"/>
                  <a:pt x="1255845" y="159690"/>
                </a:cubicBezTo>
                <a:cubicBezTo>
                  <a:pt x="1254854" y="160680"/>
                  <a:pt x="1253170" y="161909"/>
                  <a:pt x="1250793" y="163375"/>
                </a:cubicBezTo>
                <a:cubicBezTo>
                  <a:pt x="1248416" y="164840"/>
                  <a:pt x="1245741" y="166148"/>
                  <a:pt x="1242770" y="167297"/>
                </a:cubicBezTo>
                <a:cubicBezTo>
                  <a:pt x="1239798" y="168446"/>
                  <a:pt x="1236569" y="169377"/>
                  <a:pt x="1233083" y="170090"/>
                </a:cubicBezTo>
                <a:cubicBezTo>
                  <a:pt x="1229596" y="170803"/>
                  <a:pt x="1225991" y="171160"/>
                  <a:pt x="1222266" y="171160"/>
                </a:cubicBezTo>
                <a:cubicBezTo>
                  <a:pt x="1214580" y="171160"/>
                  <a:pt x="1207765" y="169890"/>
                  <a:pt x="1201822" y="167349"/>
                </a:cubicBezTo>
                <a:cubicBezTo>
                  <a:pt x="1195879" y="164808"/>
                  <a:pt x="1190907" y="161096"/>
                  <a:pt x="1186905" y="156213"/>
                </a:cubicBezTo>
                <a:cubicBezTo>
                  <a:pt x="1182904" y="151330"/>
                  <a:pt x="1179853" y="145335"/>
                  <a:pt x="1177753" y="138228"/>
                </a:cubicBezTo>
                <a:cubicBezTo>
                  <a:pt x="1175653" y="131121"/>
                  <a:pt x="1174603" y="122923"/>
                  <a:pt x="1174603" y="113635"/>
                </a:cubicBezTo>
                <a:cubicBezTo>
                  <a:pt x="1174603" y="103074"/>
                  <a:pt x="1175891" y="94002"/>
                  <a:pt x="1178466" y="86419"/>
                </a:cubicBezTo>
                <a:cubicBezTo>
                  <a:pt x="1181041" y="78837"/>
                  <a:pt x="1184568" y="72624"/>
                  <a:pt x="1189045" y="67781"/>
                </a:cubicBezTo>
                <a:cubicBezTo>
                  <a:pt x="1193522" y="62937"/>
                  <a:pt x="1198791" y="59344"/>
                  <a:pt x="1204853" y="57001"/>
                </a:cubicBezTo>
                <a:cubicBezTo>
                  <a:pt x="1210915" y="54659"/>
                  <a:pt x="1217472" y="53487"/>
                  <a:pt x="1224525" y="53487"/>
                </a:cubicBezTo>
                <a:cubicBezTo>
                  <a:pt x="1227932" y="53487"/>
                  <a:pt x="1231240" y="53804"/>
                  <a:pt x="1234450" y="54438"/>
                </a:cubicBezTo>
                <a:cubicBezTo>
                  <a:pt x="1237659" y="55072"/>
                  <a:pt x="1240611" y="55904"/>
                  <a:pt x="1243305" y="56934"/>
                </a:cubicBezTo>
                <a:cubicBezTo>
                  <a:pt x="1245999" y="57965"/>
                  <a:pt x="1248396" y="59153"/>
                  <a:pt x="1250496" y="60500"/>
                </a:cubicBezTo>
                <a:cubicBezTo>
                  <a:pt x="1252596" y="61847"/>
                  <a:pt x="1254121" y="62996"/>
                  <a:pt x="1255072" y="63947"/>
                </a:cubicBezTo>
                <a:cubicBezTo>
                  <a:pt x="1256023" y="64898"/>
                  <a:pt x="1256677" y="65651"/>
                  <a:pt x="1257033" y="66206"/>
                </a:cubicBezTo>
                <a:cubicBezTo>
                  <a:pt x="1257390" y="66760"/>
                  <a:pt x="1257687" y="67418"/>
                  <a:pt x="1257925" y="68178"/>
                </a:cubicBezTo>
                <a:cubicBezTo>
                  <a:pt x="1258162" y="68936"/>
                  <a:pt x="1258321" y="69794"/>
                  <a:pt x="1258400" y="70752"/>
                </a:cubicBezTo>
                <a:cubicBezTo>
                  <a:pt x="1258479" y="71710"/>
                  <a:pt x="1258519" y="72908"/>
                  <a:pt x="1258519" y="74344"/>
                </a:cubicBezTo>
                <a:cubicBezTo>
                  <a:pt x="1258519" y="77457"/>
                  <a:pt x="1258162" y="79632"/>
                  <a:pt x="1257449" y="80870"/>
                </a:cubicBezTo>
                <a:cubicBezTo>
                  <a:pt x="1256736" y="82108"/>
                  <a:pt x="1255864" y="82727"/>
                  <a:pt x="1254834" y="82727"/>
                </a:cubicBezTo>
                <a:cubicBezTo>
                  <a:pt x="1253646" y="82727"/>
                  <a:pt x="1252279" y="82074"/>
                  <a:pt x="1250734" y="80766"/>
                </a:cubicBezTo>
                <a:cubicBezTo>
                  <a:pt x="1249188" y="79459"/>
                  <a:pt x="1247227" y="78012"/>
                  <a:pt x="1244850" y="76428"/>
                </a:cubicBezTo>
                <a:cubicBezTo>
                  <a:pt x="1242473" y="74843"/>
                  <a:pt x="1239600" y="73397"/>
                  <a:pt x="1236233" y="72089"/>
                </a:cubicBezTo>
                <a:cubicBezTo>
                  <a:pt x="1232865" y="70782"/>
                  <a:pt x="1228883" y="70128"/>
                  <a:pt x="1224287" y="70128"/>
                </a:cubicBezTo>
                <a:cubicBezTo>
                  <a:pt x="1214857" y="70128"/>
                  <a:pt x="1207627" y="73753"/>
                  <a:pt x="1202595" y="81004"/>
                </a:cubicBezTo>
                <a:cubicBezTo>
                  <a:pt x="1197563" y="88254"/>
                  <a:pt x="1195047" y="98774"/>
                  <a:pt x="1195047" y="112561"/>
                </a:cubicBezTo>
                <a:cubicBezTo>
                  <a:pt x="1195047" y="119455"/>
                  <a:pt x="1195701" y="125497"/>
                  <a:pt x="1197008" y="130688"/>
                </a:cubicBezTo>
                <a:cubicBezTo>
                  <a:pt x="1198316" y="135878"/>
                  <a:pt x="1200237" y="140216"/>
                  <a:pt x="1202773" y="143703"/>
                </a:cubicBezTo>
                <a:cubicBezTo>
                  <a:pt x="1205309" y="147190"/>
                  <a:pt x="1208419" y="149785"/>
                  <a:pt x="1212104" y="151488"/>
                </a:cubicBezTo>
                <a:cubicBezTo>
                  <a:pt x="1215788" y="153192"/>
                  <a:pt x="1220008" y="154044"/>
                  <a:pt x="1224762" y="154044"/>
                </a:cubicBezTo>
                <a:cubicBezTo>
                  <a:pt x="1229279" y="154044"/>
                  <a:pt x="1233241" y="153331"/>
                  <a:pt x="1236649" y="151904"/>
                </a:cubicBezTo>
                <a:cubicBezTo>
                  <a:pt x="1240056" y="150478"/>
                  <a:pt x="1243008" y="148913"/>
                  <a:pt x="1245504" y="147209"/>
                </a:cubicBezTo>
                <a:cubicBezTo>
                  <a:pt x="1248000" y="145506"/>
                  <a:pt x="1250100" y="143961"/>
                  <a:pt x="1251803" y="142574"/>
                </a:cubicBezTo>
                <a:cubicBezTo>
                  <a:pt x="1253507" y="141187"/>
                  <a:pt x="1254834" y="140494"/>
                  <a:pt x="1255785" y="140494"/>
                </a:cubicBezTo>
                <a:cubicBezTo>
                  <a:pt x="1256340" y="140494"/>
                  <a:pt x="1256815" y="140653"/>
                  <a:pt x="1257211" y="140973"/>
                </a:cubicBezTo>
                <a:cubicBezTo>
                  <a:pt x="1257608" y="141292"/>
                  <a:pt x="1257944" y="141831"/>
                  <a:pt x="1258222" y="142589"/>
                </a:cubicBezTo>
                <a:cubicBezTo>
                  <a:pt x="1258499" y="143346"/>
                  <a:pt x="1258697" y="144305"/>
                  <a:pt x="1258816" y="145464"/>
                </a:cubicBezTo>
                <a:cubicBezTo>
                  <a:pt x="1258935" y="146620"/>
                  <a:pt x="1258994" y="147997"/>
                  <a:pt x="1258994" y="149594"/>
                </a:cubicBezTo>
                <a:close/>
                <a:moveTo>
                  <a:pt x="1340736" y="157992"/>
                </a:moveTo>
                <a:cubicBezTo>
                  <a:pt x="1340736" y="160308"/>
                  <a:pt x="1340577" y="162144"/>
                  <a:pt x="1340260" y="163501"/>
                </a:cubicBezTo>
                <a:cubicBezTo>
                  <a:pt x="1339943" y="164858"/>
                  <a:pt x="1339468" y="165856"/>
                  <a:pt x="1338834" y="166495"/>
                </a:cubicBezTo>
                <a:cubicBezTo>
                  <a:pt x="1338200" y="167131"/>
                  <a:pt x="1337249" y="167729"/>
                  <a:pt x="1335981" y="168289"/>
                </a:cubicBezTo>
                <a:cubicBezTo>
                  <a:pt x="1334713" y="168848"/>
                  <a:pt x="1333267" y="169308"/>
                  <a:pt x="1331643" y="169667"/>
                </a:cubicBezTo>
                <a:cubicBezTo>
                  <a:pt x="1330018" y="170026"/>
                  <a:pt x="1328295" y="170324"/>
                  <a:pt x="1326472" y="170562"/>
                </a:cubicBezTo>
                <a:cubicBezTo>
                  <a:pt x="1324650" y="170802"/>
                  <a:pt x="1322827" y="170922"/>
                  <a:pt x="1321005" y="170922"/>
                </a:cubicBezTo>
                <a:cubicBezTo>
                  <a:pt x="1315458" y="170922"/>
                  <a:pt x="1310704" y="170189"/>
                  <a:pt x="1306741" y="168723"/>
                </a:cubicBezTo>
                <a:cubicBezTo>
                  <a:pt x="1302779" y="167255"/>
                  <a:pt x="1299531" y="165034"/>
                  <a:pt x="1296995" y="162060"/>
                </a:cubicBezTo>
                <a:cubicBezTo>
                  <a:pt x="1294459" y="159083"/>
                  <a:pt x="1292617" y="155314"/>
                  <a:pt x="1291468" y="150753"/>
                </a:cubicBezTo>
                <a:cubicBezTo>
                  <a:pt x="1290319" y="146189"/>
                  <a:pt x="1289744" y="140813"/>
                  <a:pt x="1289744" y="134625"/>
                </a:cubicBezTo>
                <a:lnTo>
                  <a:pt x="1289744" y="72030"/>
                </a:lnTo>
                <a:lnTo>
                  <a:pt x="1274768" y="72030"/>
                </a:lnTo>
                <a:cubicBezTo>
                  <a:pt x="1273579" y="72030"/>
                  <a:pt x="1272628" y="71392"/>
                  <a:pt x="1271915" y="70117"/>
                </a:cubicBezTo>
                <a:cubicBezTo>
                  <a:pt x="1271202" y="68839"/>
                  <a:pt x="1270845" y="66763"/>
                  <a:pt x="1270845" y="63888"/>
                </a:cubicBezTo>
                <a:cubicBezTo>
                  <a:pt x="1270845" y="62372"/>
                  <a:pt x="1270944" y="61096"/>
                  <a:pt x="1271143" y="60058"/>
                </a:cubicBezTo>
                <a:cubicBezTo>
                  <a:pt x="1271341" y="59021"/>
                  <a:pt x="1271598" y="58163"/>
                  <a:pt x="1271915" y="57484"/>
                </a:cubicBezTo>
                <a:cubicBezTo>
                  <a:pt x="1272232" y="56806"/>
                  <a:pt x="1272648" y="56327"/>
                  <a:pt x="1273163" y="56047"/>
                </a:cubicBezTo>
                <a:cubicBezTo>
                  <a:pt x="1273678" y="55767"/>
                  <a:pt x="1274253" y="55627"/>
                  <a:pt x="1274887" y="55627"/>
                </a:cubicBezTo>
                <a:lnTo>
                  <a:pt x="1289744" y="55627"/>
                </a:lnTo>
                <a:lnTo>
                  <a:pt x="1289744" y="30191"/>
                </a:lnTo>
                <a:cubicBezTo>
                  <a:pt x="1289744" y="29636"/>
                  <a:pt x="1289883" y="29121"/>
                  <a:pt x="1290160" y="28646"/>
                </a:cubicBezTo>
                <a:cubicBezTo>
                  <a:pt x="1290438" y="28170"/>
                  <a:pt x="1290953" y="27754"/>
                  <a:pt x="1291706" y="27397"/>
                </a:cubicBezTo>
                <a:cubicBezTo>
                  <a:pt x="1292458" y="27041"/>
                  <a:pt x="1293469" y="26783"/>
                  <a:pt x="1294737" y="26625"/>
                </a:cubicBezTo>
                <a:cubicBezTo>
                  <a:pt x="1296004" y="26466"/>
                  <a:pt x="1297589" y="26387"/>
                  <a:pt x="1299491" y="26387"/>
                </a:cubicBezTo>
                <a:cubicBezTo>
                  <a:pt x="1301472" y="26387"/>
                  <a:pt x="1303096" y="26466"/>
                  <a:pt x="1304364" y="26625"/>
                </a:cubicBezTo>
                <a:cubicBezTo>
                  <a:pt x="1305632" y="26783"/>
                  <a:pt x="1306623" y="27041"/>
                  <a:pt x="1307336" y="27397"/>
                </a:cubicBezTo>
                <a:cubicBezTo>
                  <a:pt x="1308049" y="27754"/>
                  <a:pt x="1308564" y="28170"/>
                  <a:pt x="1308881" y="28646"/>
                </a:cubicBezTo>
                <a:cubicBezTo>
                  <a:pt x="1309198" y="29121"/>
                  <a:pt x="1309356" y="29636"/>
                  <a:pt x="1309356" y="30191"/>
                </a:cubicBezTo>
                <a:lnTo>
                  <a:pt x="1309356" y="55627"/>
                </a:lnTo>
                <a:lnTo>
                  <a:pt x="1336813" y="55627"/>
                </a:lnTo>
                <a:cubicBezTo>
                  <a:pt x="1337447" y="55627"/>
                  <a:pt x="1338002" y="55767"/>
                  <a:pt x="1338477" y="56047"/>
                </a:cubicBezTo>
                <a:cubicBezTo>
                  <a:pt x="1338953" y="56327"/>
                  <a:pt x="1339369" y="56806"/>
                  <a:pt x="1339725" y="57484"/>
                </a:cubicBezTo>
                <a:cubicBezTo>
                  <a:pt x="1340082" y="58163"/>
                  <a:pt x="1340340" y="59021"/>
                  <a:pt x="1340498" y="60058"/>
                </a:cubicBezTo>
                <a:cubicBezTo>
                  <a:pt x="1340656" y="61096"/>
                  <a:pt x="1340736" y="62372"/>
                  <a:pt x="1340736" y="63888"/>
                </a:cubicBezTo>
                <a:cubicBezTo>
                  <a:pt x="1340736" y="66763"/>
                  <a:pt x="1340379" y="68839"/>
                  <a:pt x="1339666" y="70117"/>
                </a:cubicBezTo>
                <a:cubicBezTo>
                  <a:pt x="1338953" y="71392"/>
                  <a:pt x="1338002" y="72030"/>
                  <a:pt x="1336813" y="72030"/>
                </a:cubicBezTo>
                <a:lnTo>
                  <a:pt x="1309356" y="72030"/>
                </a:lnTo>
                <a:lnTo>
                  <a:pt x="1309356" y="131698"/>
                </a:lnTo>
                <a:cubicBezTo>
                  <a:pt x="1309356" y="139067"/>
                  <a:pt x="1310446" y="144634"/>
                  <a:pt x="1312625" y="148398"/>
                </a:cubicBezTo>
                <a:cubicBezTo>
                  <a:pt x="1314804" y="152162"/>
                  <a:pt x="1318707" y="154044"/>
                  <a:pt x="1324333" y="154044"/>
                </a:cubicBezTo>
                <a:cubicBezTo>
                  <a:pt x="1326155" y="154044"/>
                  <a:pt x="1327780" y="153866"/>
                  <a:pt x="1329206" y="153509"/>
                </a:cubicBezTo>
                <a:cubicBezTo>
                  <a:pt x="1330633" y="153152"/>
                  <a:pt x="1331900" y="152776"/>
                  <a:pt x="1333010" y="152380"/>
                </a:cubicBezTo>
                <a:cubicBezTo>
                  <a:pt x="1334119" y="151984"/>
                  <a:pt x="1335070" y="151607"/>
                  <a:pt x="1335862" y="151251"/>
                </a:cubicBezTo>
                <a:cubicBezTo>
                  <a:pt x="1336655" y="150894"/>
                  <a:pt x="1337368" y="150716"/>
                  <a:pt x="1338002" y="150716"/>
                </a:cubicBezTo>
                <a:cubicBezTo>
                  <a:pt x="1338398" y="150716"/>
                  <a:pt x="1338775" y="150815"/>
                  <a:pt x="1339131" y="151013"/>
                </a:cubicBezTo>
                <a:cubicBezTo>
                  <a:pt x="1339488" y="151211"/>
                  <a:pt x="1339765" y="151587"/>
                  <a:pt x="1339963" y="152142"/>
                </a:cubicBezTo>
                <a:cubicBezTo>
                  <a:pt x="1340161" y="152697"/>
                  <a:pt x="1340340" y="153452"/>
                  <a:pt x="1340498" y="154408"/>
                </a:cubicBezTo>
                <a:cubicBezTo>
                  <a:pt x="1340656" y="155361"/>
                  <a:pt x="1340736" y="156556"/>
                  <a:pt x="1340736" y="157992"/>
                </a:cubicBezTo>
                <a:close/>
                <a:moveTo>
                  <a:pt x="1386372" y="165811"/>
                </a:moveTo>
                <a:cubicBezTo>
                  <a:pt x="1386372" y="166445"/>
                  <a:pt x="1386213" y="166980"/>
                  <a:pt x="1385896" y="167416"/>
                </a:cubicBezTo>
                <a:cubicBezTo>
                  <a:pt x="1385579" y="167852"/>
                  <a:pt x="1385064" y="168228"/>
                  <a:pt x="1384351" y="168545"/>
                </a:cubicBezTo>
                <a:cubicBezTo>
                  <a:pt x="1383638" y="168862"/>
                  <a:pt x="1382648" y="169100"/>
                  <a:pt x="1381380" y="169258"/>
                </a:cubicBezTo>
                <a:cubicBezTo>
                  <a:pt x="1380112" y="169417"/>
                  <a:pt x="1378487" y="169496"/>
                  <a:pt x="1376506" y="169496"/>
                </a:cubicBezTo>
                <a:cubicBezTo>
                  <a:pt x="1374605" y="169496"/>
                  <a:pt x="1373020" y="169417"/>
                  <a:pt x="1371752" y="169258"/>
                </a:cubicBezTo>
                <a:cubicBezTo>
                  <a:pt x="1370484" y="169100"/>
                  <a:pt x="1369474" y="168862"/>
                  <a:pt x="1368721" y="168545"/>
                </a:cubicBezTo>
                <a:cubicBezTo>
                  <a:pt x="1367968" y="168228"/>
                  <a:pt x="1367453" y="167852"/>
                  <a:pt x="1367176" y="167416"/>
                </a:cubicBezTo>
                <a:cubicBezTo>
                  <a:pt x="1366898" y="166980"/>
                  <a:pt x="1366760" y="166445"/>
                  <a:pt x="1366760" y="165811"/>
                </a:cubicBezTo>
                <a:lnTo>
                  <a:pt x="1366760" y="58836"/>
                </a:lnTo>
                <a:cubicBezTo>
                  <a:pt x="1366760" y="58282"/>
                  <a:pt x="1366898" y="57766"/>
                  <a:pt x="1367176" y="57291"/>
                </a:cubicBezTo>
                <a:cubicBezTo>
                  <a:pt x="1367453" y="56816"/>
                  <a:pt x="1367968" y="56419"/>
                  <a:pt x="1368721" y="56102"/>
                </a:cubicBezTo>
                <a:cubicBezTo>
                  <a:pt x="1369474" y="55785"/>
                  <a:pt x="1370484" y="55548"/>
                  <a:pt x="1371752" y="55389"/>
                </a:cubicBezTo>
                <a:cubicBezTo>
                  <a:pt x="1373020" y="55231"/>
                  <a:pt x="1374605" y="55152"/>
                  <a:pt x="1376506" y="55152"/>
                </a:cubicBezTo>
                <a:cubicBezTo>
                  <a:pt x="1378487" y="55152"/>
                  <a:pt x="1380112" y="55231"/>
                  <a:pt x="1381380" y="55389"/>
                </a:cubicBezTo>
                <a:cubicBezTo>
                  <a:pt x="1382648" y="55548"/>
                  <a:pt x="1383638" y="55785"/>
                  <a:pt x="1384351" y="56102"/>
                </a:cubicBezTo>
                <a:cubicBezTo>
                  <a:pt x="1385064" y="56419"/>
                  <a:pt x="1385579" y="56816"/>
                  <a:pt x="1385896" y="57291"/>
                </a:cubicBezTo>
                <a:cubicBezTo>
                  <a:pt x="1386213" y="57766"/>
                  <a:pt x="1386372" y="58282"/>
                  <a:pt x="1386372" y="58836"/>
                </a:cubicBezTo>
                <a:lnTo>
                  <a:pt x="1386372" y="165811"/>
                </a:lnTo>
                <a:moveTo>
                  <a:pt x="1388630" y="22584"/>
                </a:moveTo>
                <a:cubicBezTo>
                  <a:pt x="1388630" y="27180"/>
                  <a:pt x="1387759" y="30310"/>
                  <a:pt x="1386015" y="31974"/>
                </a:cubicBezTo>
                <a:cubicBezTo>
                  <a:pt x="1384272" y="33638"/>
                  <a:pt x="1381063" y="34470"/>
                  <a:pt x="1376388" y="34470"/>
                </a:cubicBezTo>
                <a:cubicBezTo>
                  <a:pt x="1371792" y="34470"/>
                  <a:pt x="1368642" y="33657"/>
                  <a:pt x="1366938" y="32033"/>
                </a:cubicBezTo>
                <a:cubicBezTo>
                  <a:pt x="1365234" y="30409"/>
                  <a:pt x="1364383" y="27338"/>
                  <a:pt x="1364383" y="22821"/>
                </a:cubicBezTo>
                <a:cubicBezTo>
                  <a:pt x="1364383" y="18225"/>
                  <a:pt x="1365254" y="15095"/>
                  <a:pt x="1366998" y="13431"/>
                </a:cubicBezTo>
                <a:cubicBezTo>
                  <a:pt x="1368741" y="11767"/>
                  <a:pt x="1371950" y="10935"/>
                  <a:pt x="1376625" y="10935"/>
                </a:cubicBezTo>
                <a:cubicBezTo>
                  <a:pt x="1381221" y="10935"/>
                  <a:pt x="1384371" y="11747"/>
                  <a:pt x="1386075" y="13372"/>
                </a:cubicBezTo>
                <a:cubicBezTo>
                  <a:pt x="1387778" y="14996"/>
                  <a:pt x="1388630" y="18067"/>
                  <a:pt x="1388630" y="22584"/>
                </a:cubicBezTo>
                <a:close/>
                <a:moveTo>
                  <a:pt x="1510186" y="58598"/>
                </a:moveTo>
                <a:cubicBezTo>
                  <a:pt x="1510186" y="58915"/>
                  <a:pt x="1510166" y="59252"/>
                  <a:pt x="1510127" y="59609"/>
                </a:cubicBezTo>
                <a:cubicBezTo>
                  <a:pt x="1510087" y="59965"/>
                  <a:pt x="1510027" y="60342"/>
                  <a:pt x="1509948" y="60738"/>
                </a:cubicBezTo>
                <a:cubicBezTo>
                  <a:pt x="1509869" y="61134"/>
                  <a:pt x="1509770" y="61570"/>
                  <a:pt x="1509651" y="62045"/>
                </a:cubicBezTo>
                <a:cubicBezTo>
                  <a:pt x="1509532" y="62521"/>
                  <a:pt x="1509394" y="63036"/>
                  <a:pt x="1509235" y="63591"/>
                </a:cubicBezTo>
                <a:lnTo>
                  <a:pt x="1472745" y="165217"/>
                </a:lnTo>
                <a:cubicBezTo>
                  <a:pt x="1472428" y="166089"/>
                  <a:pt x="1472012" y="166802"/>
                  <a:pt x="1471497" y="167356"/>
                </a:cubicBezTo>
                <a:cubicBezTo>
                  <a:pt x="1470982" y="167911"/>
                  <a:pt x="1470209" y="168347"/>
                  <a:pt x="1469179" y="168664"/>
                </a:cubicBezTo>
                <a:cubicBezTo>
                  <a:pt x="1468149" y="168981"/>
                  <a:pt x="1466841" y="169199"/>
                  <a:pt x="1465256" y="169318"/>
                </a:cubicBezTo>
                <a:cubicBezTo>
                  <a:pt x="1463672" y="169436"/>
                  <a:pt x="1461691" y="169496"/>
                  <a:pt x="1459313" y="169496"/>
                </a:cubicBezTo>
                <a:cubicBezTo>
                  <a:pt x="1456936" y="169496"/>
                  <a:pt x="1454955" y="169417"/>
                  <a:pt x="1453370" y="169258"/>
                </a:cubicBezTo>
                <a:cubicBezTo>
                  <a:pt x="1451786" y="169100"/>
                  <a:pt x="1450498" y="168862"/>
                  <a:pt x="1449507" y="168545"/>
                </a:cubicBezTo>
                <a:cubicBezTo>
                  <a:pt x="1448517" y="168228"/>
                  <a:pt x="1447744" y="167792"/>
                  <a:pt x="1447190" y="167237"/>
                </a:cubicBezTo>
                <a:cubicBezTo>
                  <a:pt x="1446635" y="166683"/>
                  <a:pt x="1446199" y="166009"/>
                  <a:pt x="1445882" y="165217"/>
                </a:cubicBezTo>
                <a:lnTo>
                  <a:pt x="1409511" y="63591"/>
                </a:lnTo>
                <a:cubicBezTo>
                  <a:pt x="1409194" y="62640"/>
                  <a:pt x="1408936" y="61808"/>
                  <a:pt x="1408738" y="61095"/>
                </a:cubicBezTo>
                <a:cubicBezTo>
                  <a:pt x="1408540" y="60381"/>
                  <a:pt x="1408421" y="59847"/>
                  <a:pt x="1408381" y="59490"/>
                </a:cubicBezTo>
                <a:cubicBezTo>
                  <a:pt x="1408342" y="59133"/>
                  <a:pt x="1408322" y="58836"/>
                  <a:pt x="1408322" y="58598"/>
                </a:cubicBezTo>
                <a:cubicBezTo>
                  <a:pt x="1408322" y="57965"/>
                  <a:pt x="1408481" y="57410"/>
                  <a:pt x="1408797" y="56934"/>
                </a:cubicBezTo>
                <a:cubicBezTo>
                  <a:pt x="1409114" y="56459"/>
                  <a:pt x="1409649" y="56083"/>
                  <a:pt x="1410402" y="55805"/>
                </a:cubicBezTo>
                <a:cubicBezTo>
                  <a:pt x="1411155" y="55528"/>
                  <a:pt x="1412145" y="55350"/>
                  <a:pt x="1413374" y="55270"/>
                </a:cubicBezTo>
                <a:cubicBezTo>
                  <a:pt x="1414602" y="55191"/>
                  <a:pt x="1416127" y="55152"/>
                  <a:pt x="1417950" y="55152"/>
                </a:cubicBezTo>
                <a:cubicBezTo>
                  <a:pt x="1420248" y="55152"/>
                  <a:pt x="1422090" y="55211"/>
                  <a:pt x="1423477" y="55330"/>
                </a:cubicBezTo>
                <a:cubicBezTo>
                  <a:pt x="1424864" y="55449"/>
                  <a:pt x="1425933" y="55667"/>
                  <a:pt x="1426686" y="55984"/>
                </a:cubicBezTo>
                <a:cubicBezTo>
                  <a:pt x="1427439" y="56301"/>
                  <a:pt x="1427994" y="56697"/>
                  <a:pt x="1428350" y="57172"/>
                </a:cubicBezTo>
                <a:cubicBezTo>
                  <a:pt x="1428707" y="57648"/>
                  <a:pt x="1429043" y="58242"/>
                  <a:pt x="1429360" y="58955"/>
                </a:cubicBezTo>
                <a:lnTo>
                  <a:pt x="1459551" y="147150"/>
                </a:lnTo>
                <a:lnTo>
                  <a:pt x="1460027" y="148576"/>
                </a:lnTo>
                <a:lnTo>
                  <a:pt x="1460383" y="147150"/>
                </a:lnTo>
                <a:lnTo>
                  <a:pt x="1490217" y="58955"/>
                </a:lnTo>
                <a:cubicBezTo>
                  <a:pt x="1490376" y="58242"/>
                  <a:pt x="1490653" y="57648"/>
                  <a:pt x="1491049" y="57172"/>
                </a:cubicBezTo>
                <a:cubicBezTo>
                  <a:pt x="1491446" y="56697"/>
                  <a:pt x="1492020" y="56301"/>
                  <a:pt x="1492773" y="55984"/>
                </a:cubicBezTo>
                <a:cubicBezTo>
                  <a:pt x="1493526" y="55667"/>
                  <a:pt x="1494556" y="55449"/>
                  <a:pt x="1495863" y="55330"/>
                </a:cubicBezTo>
                <a:cubicBezTo>
                  <a:pt x="1497171" y="55211"/>
                  <a:pt x="1498894" y="55152"/>
                  <a:pt x="1501034" y="55152"/>
                </a:cubicBezTo>
                <a:cubicBezTo>
                  <a:pt x="1502856" y="55152"/>
                  <a:pt x="1504362" y="55191"/>
                  <a:pt x="1505550" y="55270"/>
                </a:cubicBezTo>
                <a:cubicBezTo>
                  <a:pt x="1506739" y="55350"/>
                  <a:pt x="1507670" y="55548"/>
                  <a:pt x="1508344" y="55865"/>
                </a:cubicBezTo>
                <a:cubicBezTo>
                  <a:pt x="1509017" y="56182"/>
                  <a:pt x="1509493" y="56558"/>
                  <a:pt x="1509770" y="56994"/>
                </a:cubicBezTo>
                <a:cubicBezTo>
                  <a:pt x="1510047" y="57430"/>
                  <a:pt x="1510186" y="57965"/>
                  <a:pt x="1510186" y="58598"/>
                </a:cubicBezTo>
                <a:close/>
                <a:moveTo>
                  <a:pt x="1624400" y="107688"/>
                </a:moveTo>
                <a:cubicBezTo>
                  <a:pt x="1624400" y="110779"/>
                  <a:pt x="1623628" y="112977"/>
                  <a:pt x="1622083" y="114285"/>
                </a:cubicBezTo>
                <a:cubicBezTo>
                  <a:pt x="1620537" y="115592"/>
                  <a:pt x="1618774" y="116246"/>
                  <a:pt x="1616793" y="116246"/>
                </a:cubicBezTo>
                <a:lnTo>
                  <a:pt x="1546665" y="116246"/>
                </a:lnTo>
                <a:cubicBezTo>
                  <a:pt x="1546665" y="122206"/>
                  <a:pt x="1547260" y="127571"/>
                  <a:pt x="1548448" y="132341"/>
                </a:cubicBezTo>
                <a:cubicBezTo>
                  <a:pt x="1549637" y="137110"/>
                  <a:pt x="1551618" y="141203"/>
                  <a:pt x="1554391" y="144620"/>
                </a:cubicBezTo>
                <a:cubicBezTo>
                  <a:pt x="1557165" y="148038"/>
                  <a:pt x="1560770" y="150661"/>
                  <a:pt x="1565208" y="152491"/>
                </a:cubicBezTo>
                <a:cubicBezTo>
                  <a:pt x="1569645" y="154319"/>
                  <a:pt x="1575073" y="155233"/>
                  <a:pt x="1581492" y="155233"/>
                </a:cubicBezTo>
                <a:cubicBezTo>
                  <a:pt x="1586563" y="155233"/>
                  <a:pt x="1591080" y="154817"/>
                  <a:pt x="1595042" y="153984"/>
                </a:cubicBezTo>
                <a:cubicBezTo>
                  <a:pt x="1599004" y="153152"/>
                  <a:pt x="1602431" y="152221"/>
                  <a:pt x="1605323" y="151191"/>
                </a:cubicBezTo>
                <a:cubicBezTo>
                  <a:pt x="1608216" y="150161"/>
                  <a:pt x="1610593" y="149230"/>
                  <a:pt x="1612455" y="148398"/>
                </a:cubicBezTo>
                <a:cubicBezTo>
                  <a:pt x="1614317" y="147566"/>
                  <a:pt x="1615724" y="147150"/>
                  <a:pt x="1616675" y="147150"/>
                </a:cubicBezTo>
                <a:cubicBezTo>
                  <a:pt x="1617229" y="147150"/>
                  <a:pt x="1617724" y="147289"/>
                  <a:pt x="1618160" y="147566"/>
                </a:cubicBezTo>
                <a:cubicBezTo>
                  <a:pt x="1618596" y="147843"/>
                  <a:pt x="1618933" y="148259"/>
                  <a:pt x="1619171" y="148814"/>
                </a:cubicBezTo>
                <a:cubicBezTo>
                  <a:pt x="1619408" y="149369"/>
                  <a:pt x="1619587" y="150141"/>
                  <a:pt x="1619705" y="151132"/>
                </a:cubicBezTo>
                <a:cubicBezTo>
                  <a:pt x="1619824" y="152122"/>
                  <a:pt x="1619884" y="153331"/>
                  <a:pt x="1619884" y="154757"/>
                </a:cubicBezTo>
                <a:cubicBezTo>
                  <a:pt x="1619884" y="155787"/>
                  <a:pt x="1619844" y="156679"/>
                  <a:pt x="1619765" y="157431"/>
                </a:cubicBezTo>
                <a:cubicBezTo>
                  <a:pt x="1619686" y="158184"/>
                  <a:pt x="1619587" y="158858"/>
                  <a:pt x="1619468" y="159452"/>
                </a:cubicBezTo>
                <a:cubicBezTo>
                  <a:pt x="1619349" y="160046"/>
                  <a:pt x="1619151" y="160581"/>
                  <a:pt x="1618873" y="161057"/>
                </a:cubicBezTo>
                <a:cubicBezTo>
                  <a:pt x="1618596" y="161532"/>
                  <a:pt x="1618240" y="161988"/>
                  <a:pt x="1617804" y="162424"/>
                </a:cubicBezTo>
                <a:cubicBezTo>
                  <a:pt x="1617368" y="162859"/>
                  <a:pt x="1616080" y="163573"/>
                  <a:pt x="1613941" y="164563"/>
                </a:cubicBezTo>
                <a:cubicBezTo>
                  <a:pt x="1611801" y="165554"/>
                  <a:pt x="1609028" y="166524"/>
                  <a:pt x="1605620" y="167475"/>
                </a:cubicBezTo>
                <a:cubicBezTo>
                  <a:pt x="1602213" y="168426"/>
                  <a:pt x="1598271" y="169278"/>
                  <a:pt x="1593794" y="170031"/>
                </a:cubicBezTo>
                <a:cubicBezTo>
                  <a:pt x="1589317" y="170784"/>
                  <a:pt x="1584542" y="171160"/>
                  <a:pt x="1579471" y="171160"/>
                </a:cubicBezTo>
                <a:cubicBezTo>
                  <a:pt x="1570675" y="171160"/>
                  <a:pt x="1562969" y="169930"/>
                  <a:pt x="1556353" y="167472"/>
                </a:cubicBezTo>
                <a:cubicBezTo>
                  <a:pt x="1549736" y="165013"/>
                  <a:pt x="1544169" y="161364"/>
                  <a:pt x="1539653" y="156525"/>
                </a:cubicBezTo>
                <a:cubicBezTo>
                  <a:pt x="1535136" y="151687"/>
                  <a:pt x="1531728" y="145618"/>
                  <a:pt x="1529430" y="138321"/>
                </a:cubicBezTo>
                <a:cubicBezTo>
                  <a:pt x="1527133" y="131023"/>
                  <a:pt x="1525984" y="122536"/>
                  <a:pt x="1525984" y="112859"/>
                </a:cubicBezTo>
                <a:cubicBezTo>
                  <a:pt x="1525984" y="103657"/>
                  <a:pt x="1527172" y="95387"/>
                  <a:pt x="1529549" y="88050"/>
                </a:cubicBezTo>
                <a:cubicBezTo>
                  <a:pt x="1531927" y="80713"/>
                  <a:pt x="1535354" y="74486"/>
                  <a:pt x="1539831" y="69370"/>
                </a:cubicBezTo>
                <a:cubicBezTo>
                  <a:pt x="1544308" y="64254"/>
                  <a:pt x="1549716" y="60328"/>
                  <a:pt x="1556055" y="57592"/>
                </a:cubicBezTo>
                <a:cubicBezTo>
                  <a:pt x="1562395" y="54856"/>
                  <a:pt x="1569487" y="53487"/>
                  <a:pt x="1577332" y="53487"/>
                </a:cubicBezTo>
                <a:cubicBezTo>
                  <a:pt x="1585731" y="53487"/>
                  <a:pt x="1592882" y="54835"/>
                  <a:pt x="1598786" y="57529"/>
                </a:cubicBezTo>
                <a:cubicBezTo>
                  <a:pt x="1604689" y="60223"/>
                  <a:pt x="1609543" y="63848"/>
                  <a:pt x="1613346" y="68405"/>
                </a:cubicBezTo>
                <a:cubicBezTo>
                  <a:pt x="1617150" y="72961"/>
                  <a:pt x="1619943" y="78310"/>
                  <a:pt x="1621726" y="84451"/>
                </a:cubicBezTo>
                <a:cubicBezTo>
                  <a:pt x="1623509" y="90592"/>
                  <a:pt x="1624400" y="97149"/>
                  <a:pt x="1624400" y="104122"/>
                </a:cubicBezTo>
                <a:lnTo>
                  <a:pt x="1624400" y="107688"/>
                </a:lnTo>
                <a:moveTo>
                  <a:pt x="1604670" y="101745"/>
                </a:moveTo>
                <a:cubicBezTo>
                  <a:pt x="1604907" y="91518"/>
                  <a:pt x="1602629" y="83494"/>
                  <a:pt x="1597835" y="77672"/>
                </a:cubicBezTo>
                <a:cubicBezTo>
                  <a:pt x="1593041" y="71850"/>
                  <a:pt x="1585929" y="68939"/>
                  <a:pt x="1576499" y="68939"/>
                </a:cubicBezTo>
                <a:cubicBezTo>
                  <a:pt x="1571666" y="68939"/>
                  <a:pt x="1567426" y="69844"/>
                  <a:pt x="1563781" y="71655"/>
                </a:cubicBezTo>
                <a:cubicBezTo>
                  <a:pt x="1560136" y="73462"/>
                  <a:pt x="1557085" y="75862"/>
                  <a:pt x="1554629" y="78853"/>
                </a:cubicBezTo>
                <a:cubicBezTo>
                  <a:pt x="1552173" y="81842"/>
                  <a:pt x="1550271" y="85324"/>
                  <a:pt x="1548924" y="89298"/>
                </a:cubicBezTo>
                <a:cubicBezTo>
                  <a:pt x="1547577" y="93270"/>
                  <a:pt x="1546824" y="97419"/>
                  <a:pt x="1546665" y="101745"/>
                </a:cubicBezTo>
                <a:lnTo>
                  <a:pt x="1604670" y="101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E85AD-0ABC-42F7-AB06-898859A15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433" y="4375411"/>
            <a:ext cx="2969967" cy="2187794"/>
          </a:xfrm>
          <a:custGeom xmlns:a="http://schemas.openxmlformats.org/drawingml/2006/main">
            <a:pathLst>
              <a:path w="2969967" h="2187794">
                <a:moveTo>
                  <a:pt x="610" y="74173"/>
                </a:moveTo>
                <a:cubicBezTo>
                  <a:pt x="0" y="33591"/>
                  <a:pt x="33591" y="0"/>
                  <a:pt x="75699" y="916"/>
                </a:cubicBezTo>
                <a:lnTo>
                  <a:pt x="2894268" y="916"/>
                </a:lnTo>
                <a:cubicBezTo>
                  <a:pt x="2936376" y="0"/>
                  <a:pt x="2969967" y="33591"/>
                  <a:pt x="2969357" y="74173"/>
                </a:cubicBezTo>
                <a:lnTo>
                  <a:pt x="2969357" y="2112553"/>
                </a:lnTo>
                <a:cubicBezTo>
                  <a:pt x="2969967" y="2154203"/>
                  <a:pt x="2936376" y="2187794"/>
                  <a:pt x="2894268" y="2187642"/>
                </a:cubicBezTo>
                <a:lnTo>
                  <a:pt x="75699" y="2187642"/>
                </a:lnTo>
                <a:cubicBezTo>
                  <a:pt x="33591" y="2187794"/>
                  <a:pt x="0" y="2154203"/>
                  <a:pt x="610" y="2112553"/>
                </a:cubicBezTo>
                <a:lnTo>
                  <a:pt x="610" y="74173"/>
                </a:lnTo>
              </a:path>
            </a:pathLst>
          </a:custGeom>
          <a:solidFill xmlns:a="http://schemas.openxmlformats.org/drawingml/2006/main">
            <a:srgbClr val="DBEEF4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2AB17-8FD4-4603-95C1-BF9E8A5C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854" y="4370833"/>
            <a:ext cx="2979124" cy="2196952"/>
          </a:xfrm>
          <a:custGeom xmlns:a="http://schemas.openxmlformats.org/drawingml/2006/main">
            <a:pathLst>
              <a:path w="2979124" h="2196952">
                <a:moveTo>
                  <a:pt x="107" y="2121558"/>
                </a:moveTo>
                <a:lnTo>
                  <a:pt x="397" y="2125373"/>
                </a:lnTo>
                <a:lnTo>
                  <a:pt x="427" y="2125602"/>
                </a:lnTo>
                <a:lnTo>
                  <a:pt x="900" y="2129357"/>
                </a:lnTo>
                <a:lnTo>
                  <a:pt x="931" y="2129586"/>
                </a:lnTo>
                <a:lnTo>
                  <a:pt x="1603" y="2133279"/>
                </a:lnTo>
                <a:lnTo>
                  <a:pt x="1648" y="2133508"/>
                </a:lnTo>
                <a:lnTo>
                  <a:pt x="2472" y="2137125"/>
                </a:lnTo>
                <a:lnTo>
                  <a:pt x="2533" y="2137354"/>
                </a:lnTo>
                <a:lnTo>
                  <a:pt x="3541" y="2140910"/>
                </a:lnTo>
                <a:lnTo>
                  <a:pt x="3648" y="2141230"/>
                </a:lnTo>
                <a:lnTo>
                  <a:pt x="6181" y="2148129"/>
                </a:lnTo>
                <a:lnTo>
                  <a:pt x="6349" y="2148541"/>
                </a:lnTo>
                <a:lnTo>
                  <a:pt x="9508" y="2155103"/>
                </a:lnTo>
                <a:lnTo>
                  <a:pt x="9722" y="2155485"/>
                </a:lnTo>
                <a:lnTo>
                  <a:pt x="13476" y="2161681"/>
                </a:lnTo>
                <a:lnTo>
                  <a:pt x="13720" y="2162032"/>
                </a:lnTo>
                <a:lnTo>
                  <a:pt x="18040" y="2167817"/>
                </a:lnTo>
                <a:lnTo>
                  <a:pt x="18314" y="2168152"/>
                </a:lnTo>
                <a:lnTo>
                  <a:pt x="23168" y="2173479"/>
                </a:lnTo>
                <a:lnTo>
                  <a:pt x="23473" y="2173784"/>
                </a:lnTo>
                <a:lnTo>
                  <a:pt x="28799" y="2178637"/>
                </a:lnTo>
                <a:lnTo>
                  <a:pt x="29135" y="2178912"/>
                </a:lnTo>
                <a:lnTo>
                  <a:pt x="34919" y="2183231"/>
                </a:lnTo>
                <a:lnTo>
                  <a:pt x="35270" y="2183475"/>
                </a:lnTo>
                <a:lnTo>
                  <a:pt x="41467" y="2187230"/>
                </a:lnTo>
                <a:lnTo>
                  <a:pt x="41848" y="2187443"/>
                </a:lnTo>
                <a:lnTo>
                  <a:pt x="48411" y="2190603"/>
                </a:lnTo>
                <a:lnTo>
                  <a:pt x="48823" y="2190771"/>
                </a:lnTo>
                <a:lnTo>
                  <a:pt x="55721" y="2193304"/>
                </a:lnTo>
                <a:lnTo>
                  <a:pt x="56042" y="2193411"/>
                </a:lnTo>
                <a:lnTo>
                  <a:pt x="59598" y="2194418"/>
                </a:lnTo>
                <a:lnTo>
                  <a:pt x="59827" y="2194479"/>
                </a:lnTo>
                <a:lnTo>
                  <a:pt x="63444" y="2195303"/>
                </a:lnTo>
                <a:lnTo>
                  <a:pt x="63673" y="2195349"/>
                </a:lnTo>
                <a:lnTo>
                  <a:pt x="67366" y="2196021"/>
                </a:lnTo>
                <a:lnTo>
                  <a:pt x="67595" y="2196051"/>
                </a:lnTo>
                <a:lnTo>
                  <a:pt x="71349" y="2196524"/>
                </a:lnTo>
                <a:lnTo>
                  <a:pt x="71578" y="2196555"/>
                </a:lnTo>
                <a:lnTo>
                  <a:pt x="75394" y="2196845"/>
                </a:lnTo>
                <a:lnTo>
                  <a:pt x="75623" y="2196845"/>
                </a:lnTo>
                <a:lnTo>
                  <a:pt x="79484" y="2196952"/>
                </a:lnTo>
                <a:lnTo>
                  <a:pt x="79591" y="2196952"/>
                </a:lnTo>
                <a:lnTo>
                  <a:pt x="2899533" y="2196952"/>
                </a:lnTo>
                <a:lnTo>
                  <a:pt x="2899640" y="2196952"/>
                </a:lnTo>
                <a:lnTo>
                  <a:pt x="2903502" y="2196845"/>
                </a:lnTo>
                <a:lnTo>
                  <a:pt x="2903731" y="2196845"/>
                </a:lnTo>
                <a:lnTo>
                  <a:pt x="2907546" y="2196555"/>
                </a:lnTo>
                <a:lnTo>
                  <a:pt x="2907775" y="2196524"/>
                </a:lnTo>
                <a:lnTo>
                  <a:pt x="2911529" y="2196051"/>
                </a:lnTo>
                <a:lnTo>
                  <a:pt x="2911758" y="2196021"/>
                </a:lnTo>
                <a:lnTo>
                  <a:pt x="2915452" y="2195349"/>
                </a:lnTo>
                <a:lnTo>
                  <a:pt x="2915681" y="2195303"/>
                </a:lnTo>
                <a:lnTo>
                  <a:pt x="2919298" y="2194479"/>
                </a:lnTo>
                <a:lnTo>
                  <a:pt x="2919527" y="2194418"/>
                </a:lnTo>
                <a:lnTo>
                  <a:pt x="2923083" y="2193411"/>
                </a:lnTo>
                <a:lnTo>
                  <a:pt x="2923403" y="2193304"/>
                </a:lnTo>
                <a:lnTo>
                  <a:pt x="2930302" y="2190771"/>
                </a:lnTo>
                <a:lnTo>
                  <a:pt x="2930714" y="2190603"/>
                </a:lnTo>
                <a:lnTo>
                  <a:pt x="2937276" y="2187443"/>
                </a:lnTo>
                <a:lnTo>
                  <a:pt x="2937658" y="2187230"/>
                </a:lnTo>
                <a:lnTo>
                  <a:pt x="2943854" y="2183475"/>
                </a:lnTo>
                <a:lnTo>
                  <a:pt x="2944205" y="2183231"/>
                </a:lnTo>
                <a:lnTo>
                  <a:pt x="2949989" y="2178912"/>
                </a:lnTo>
                <a:lnTo>
                  <a:pt x="2950325" y="2178637"/>
                </a:lnTo>
                <a:lnTo>
                  <a:pt x="2955652" y="2173784"/>
                </a:lnTo>
                <a:lnTo>
                  <a:pt x="2955957" y="2173479"/>
                </a:lnTo>
                <a:lnTo>
                  <a:pt x="2960810" y="2168152"/>
                </a:lnTo>
                <a:lnTo>
                  <a:pt x="2961085" y="2167817"/>
                </a:lnTo>
                <a:lnTo>
                  <a:pt x="2965404" y="2162032"/>
                </a:lnTo>
                <a:lnTo>
                  <a:pt x="2965648" y="2161681"/>
                </a:lnTo>
                <a:lnTo>
                  <a:pt x="2969403" y="2155485"/>
                </a:lnTo>
                <a:lnTo>
                  <a:pt x="2969616" y="2155103"/>
                </a:lnTo>
                <a:lnTo>
                  <a:pt x="2972775" y="2148541"/>
                </a:lnTo>
                <a:lnTo>
                  <a:pt x="2972943" y="2148129"/>
                </a:lnTo>
                <a:lnTo>
                  <a:pt x="2975477" y="2141230"/>
                </a:lnTo>
                <a:lnTo>
                  <a:pt x="2975584" y="2140910"/>
                </a:lnTo>
                <a:lnTo>
                  <a:pt x="2976591" y="2137354"/>
                </a:lnTo>
                <a:lnTo>
                  <a:pt x="2976652" y="2137125"/>
                </a:lnTo>
                <a:lnTo>
                  <a:pt x="2977476" y="2133508"/>
                </a:lnTo>
                <a:lnTo>
                  <a:pt x="2977522" y="2133279"/>
                </a:lnTo>
                <a:lnTo>
                  <a:pt x="2978193" y="2129586"/>
                </a:lnTo>
                <a:lnTo>
                  <a:pt x="2978224" y="2129357"/>
                </a:lnTo>
                <a:lnTo>
                  <a:pt x="2978697" y="2125602"/>
                </a:lnTo>
                <a:lnTo>
                  <a:pt x="2978728" y="2125373"/>
                </a:lnTo>
                <a:lnTo>
                  <a:pt x="2979018" y="2121558"/>
                </a:lnTo>
                <a:lnTo>
                  <a:pt x="2979033" y="2121329"/>
                </a:lnTo>
                <a:lnTo>
                  <a:pt x="2979124" y="2117468"/>
                </a:lnTo>
                <a:lnTo>
                  <a:pt x="2979124" y="2117361"/>
                </a:lnTo>
                <a:lnTo>
                  <a:pt x="2979124" y="79591"/>
                </a:lnTo>
                <a:lnTo>
                  <a:pt x="2979124" y="79484"/>
                </a:lnTo>
                <a:lnTo>
                  <a:pt x="2979033" y="75623"/>
                </a:lnTo>
                <a:lnTo>
                  <a:pt x="2979018" y="75394"/>
                </a:lnTo>
                <a:lnTo>
                  <a:pt x="2978728" y="71578"/>
                </a:lnTo>
                <a:lnTo>
                  <a:pt x="2978697" y="71349"/>
                </a:lnTo>
                <a:lnTo>
                  <a:pt x="2978224" y="67595"/>
                </a:lnTo>
                <a:lnTo>
                  <a:pt x="2978193" y="67366"/>
                </a:lnTo>
                <a:lnTo>
                  <a:pt x="2977522" y="63673"/>
                </a:lnTo>
                <a:lnTo>
                  <a:pt x="2977476" y="63444"/>
                </a:lnTo>
                <a:lnTo>
                  <a:pt x="2976652" y="59827"/>
                </a:lnTo>
                <a:lnTo>
                  <a:pt x="2976591" y="59598"/>
                </a:lnTo>
                <a:lnTo>
                  <a:pt x="2975584" y="56042"/>
                </a:lnTo>
                <a:lnTo>
                  <a:pt x="2975477" y="55721"/>
                </a:lnTo>
                <a:lnTo>
                  <a:pt x="2972943" y="48823"/>
                </a:lnTo>
                <a:lnTo>
                  <a:pt x="2972775" y="48411"/>
                </a:lnTo>
                <a:lnTo>
                  <a:pt x="2969616" y="41848"/>
                </a:lnTo>
                <a:lnTo>
                  <a:pt x="2969403" y="41467"/>
                </a:lnTo>
                <a:lnTo>
                  <a:pt x="2965648" y="35270"/>
                </a:lnTo>
                <a:lnTo>
                  <a:pt x="2965404" y="34919"/>
                </a:lnTo>
                <a:lnTo>
                  <a:pt x="2961085" y="29135"/>
                </a:lnTo>
                <a:lnTo>
                  <a:pt x="2960810" y="28799"/>
                </a:lnTo>
                <a:lnTo>
                  <a:pt x="2955957" y="23473"/>
                </a:lnTo>
                <a:lnTo>
                  <a:pt x="2955652" y="23168"/>
                </a:lnTo>
                <a:lnTo>
                  <a:pt x="2950325" y="18314"/>
                </a:lnTo>
                <a:lnTo>
                  <a:pt x="2949989" y="18040"/>
                </a:lnTo>
                <a:lnTo>
                  <a:pt x="2944205" y="13720"/>
                </a:lnTo>
                <a:lnTo>
                  <a:pt x="2943854" y="13476"/>
                </a:lnTo>
                <a:lnTo>
                  <a:pt x="2937658" y="9722"/>
                </a:lnTo>
                <a:lnTo>
                  <a:pt x="2937276" y="9508"/>
                </a:lnTo>
                <a:lnTo>
                  <a:pt x="2930714" y="6349"/>
                </a:lnTo>
                <a:lnTo>
                  <a:pt x="2930302" y="6181"/>
                </a:lnTo>
                <a:lnTo>
                  <a:pt x="2923403" y="3648"/>
                </a:lnTo>
                <a:lnTo>
                  <a:pt x="2923083" y="3541"/>
                </a:lnTo>
                <a:lnTo>
                  <a:pt x="2919527" y="2533"/>
                </a:lnTo>
                <a:lnTo>
                  <a:pt x="2919298" y="2472"/>
                </a:lnTo>
                <a:lnTo>
                  <a:pt x="2915681" y="1648"/>
                </a:lnTo>
                <a:lnTo>
                  <a:pt x="2915452" y="1603"/>
                </a:lnTo>
                <a:lnTo>
                  <a:pt x="2911758" y="931"/>
                </a:lnTo>
                <a:lnTo>
                  <a:pt x="2911529" y="900"/>
                </a:lnTo>
                <a:lnTo>
                  <a:pt x="2907775" y="427"/>
                </a:lnTo>
                <a:lnTo>
                  <a:pt x="2907546" y="397"/>
                </a:lnTo>
                <a:lnTo>
                  <a:pt x="2903731" y="107"/>
                </a:lnTo>
                <a:lnTo>
                  <a:pt x="2903502" y="92"/>
                </a:lnTo>
                <a:lnTo>
                  <a:pt x="2899640" y="0"/>
                </a:lnTo>
                <a:lnTo>
                  <a:pt x="2899533" y="0"/>
                </a:lnTo>
                <a:lnTo>
                  <a:pt x="79591" y="0"/>
                </a:lnTo>
                <a:lnTo>
                  <a:pt x="79484" y="0"/>
                </a:lnTo>
                <a:lnTo>
                  <a:pt x="75623" y="92"/>
                </a:lnTo>
                <a:lnTo>
                  <a:pt x="75394" y="107"/>
                </a:lnTo>
                <a:lnTo>
                  <a:pt x="71578" y="397"/>
                </a:lnTo>
                <a:lnTo>
                  <a:pt x="71349" y="427"/>
                </a:lnTo>
                <a:lnTo>
                  <a:pt x="67595" y="900"/>
                </a:lnTo>
                <a:lnTo>
                  <a:pt x="67366" y="931"/>
                </a:lnTo>
                <a:lnTo>
                  <a:pt x="63673" y="1603"/>
                </a:lnTo>
                <a:lnTo>
                  <a:pt x="63444" y="1648"/>
                </a:lnTo>
                <a:lnTo>
                  <a:pt x="59827" y="2472"/>
                </a:lnTo>
                <a:lnTo>
                  <a:pt x="59598" y="2533"/>
                </a:lnTo>
                <a:lnTo>
                  <a:pt x="56042" y="3541"/>
                </a:lnTo>
                <a:lnTo>
                  <a:pt x="55721" y="3648"/>
                </a:lnTo>
                <a:lnTo>
                  <a:pt x="48823" y="6181"/>
                </a:lnTo>
                <a:lnTo>
                  <a:pt x="48411" y="6349"/>
                </a:lnTo>
                <a:lnTo>
                  <a:pt x="41848" y="9508"/>
                </a:lnTo>
                <a:lnTo>
                  <a:pt x="41467" y="9722"/>
                </a:lnTo>
                <a:lnTo>
                  <a:pt x="35270" y="13476"/>
                </a:lnTo>
                <a:lnTo>
                  <a:pt x="34919" y="13720"/>
                </a:lnTo>
                <a:lnTo>
                  <a:pt x="29135" y="18040"/>
                </a:lnTo>
                <a:lnTo>
                  <a:pt x="28799" y="18314"/>
                </a:lnTo>
                <a:lnTo>
                  <a:pt x="23473" y="23168"/>
                </a:lnTo>
                <a:lnTo>
                  <a:pt x="23168" y="23473"/>
                </a:lnTo>
                <a:lnTo>
                  <a:pt x="18314" y="28799"/>
                </a:lnTo>
                <a:lnTo>
                  <a:pt x="18040" y="29135"/>
                </a:lnTo>
                <a:lnTo>
                  <a:pt x="13720" y="34919"/>
                </a:lnTo>
                <a:lnTo>
                  <a:pt x="13476" y="35270"/>
                </a:lnTo>
                <a:lnTo>
                  <a:pt x="9722" y="41467"/>
                </a:lnTo>
                <a:lnTo>
                  <a:pt x="9508" y="41848"/>
                </a:lnTo>
                <a:lnTo>
                  <a:pt x="6349" y="48411"/>
                </a:lnTo>
                <a:lnTo>
                  <a:pt x="6181" y="48823"/>
                </a:lnTo>
                <a:lnTo>
                  <a:pt x="3648" y="55721"/>
                </a:lnTo>
                <a:lnTo>
                  <a:pt x="3541" y="56042"/>
                </a:lnTo>
                <a:lnTo>
                  <a:pt x="2533" y="59598"/>
                </a:lnTo>
                <a:lnTo>
                  <a:pt x="2472" y="59827"/>
                </a:lnTo>
                <a:lnTo>
                  <a:pt x="1648" y="63444"/>
                </a:lnTo>
                <a:lnTo>
                  <a:pt x="1603" y="63673"/>
                </a:lnTo>
                <a:lnTo>
                  <a:pt x="931" y="67366"/>
                </a:lnTo>
                <a:lnTo>
                  <a:pt x="900" y="67595"/>
                </a:lnTo>
                <a:lnTo>
                  <a:pt x="427" y="71349"/>
                </a:lnTo>
                <a:lnTo>
                  <a:pt x="397" y="71578"/>
                </a:lnTo>
                <a:lnTo>
                  <a:pt x="107" y="75394"/>
                </a:lnTo>
                <a:lnTo>
                  <a:pt x="92" y="75623"/>
                </a:lnTo>
                <a:lnTo>
                  <a:pt x="0" y="79484"/>
                </a:lnTo>
                <a:lnTo>
                  <a:pt x="0" y="79591"/>
                </a:lnTo>
                <a:lnTo>
                  <a:pt x="0" y="2117361"/>
                </a:lnTo>
                <a:lnTo>
                  <a:pt x="0" y="2117468"/>
                </a:lnTo>
                <a:lnTo>
                  <a:pt x="92" y="2121329"/>
                </a:lnTo>
                <a:lnTo>
                  <a:pt x="107" y="2121558"/>
                </a:lnTo>
                <a:close/>
                <a:moveTo>
                  <a:pt x="9957" y="68951"/>
                </a:moveTo>
                <a:lnTo>
                  <a:pt x="10595" y="65358"/>
                </a:lnTo>
                <a:lnTo>
                  <a:pt x="11381" y="61956"/>
                </a:lnTo>
                <a:lnTo>
                  <a:pt x="12324" y="58676"/>
                </a:lnTo>
                <a:lnTo>
                  <a:pt x="14677" y="52230"/>
                </a:lnTo>
                <a:lnTo>
                  <a:pt x="17695" y="45976"/>
                </a:lnTo>
                <a:lnTo>
                  <a:pt x="21178" y="40242"/>
                </a:lnTo>
                <a:lnTo>
                  <a:pt x="25247" y="34793"/>
                </a:lnTo>
                <a:lnTo>
                  <a:pt x="29791" y="29791"/>
                </a:lnTo>
                <a:lnTo>
                  <a:pt x="34793" y="25247"/>
                </a:lnTo>
                <a:lnTo>
                  <a:pt x="40242" y="21178"/>
                </a:lnTo>
                <a:lnTo>
                  <a:pt x="45976" y="17695"/>
                </a:lnTo>
                <a:lnTo>
                  <a:pt x="52230" y="14677"/>
                </a:lnTo>
                <a:lnTo>
                  <a:pt x="58676" y="12324"/>
                </a:lnTo>
                <a:lnTo>
                  <a:pt x="61956" y="11381"/>
                </a:lnTo>
                <a:lnTo>
                  <a:pt x="65358" y="10595"/>
                </a:lnTo>
                <a:lnTo>
                  <a:pt x="68951" y="9957"/>
                </a:lnTo>
                <a:lnTo>
                  <a:pt x="72509" y="9508"/>
                </a:lnTo>
                <a:lnTo>
                  <a:pt x="72280" y="9539"/>
                </a:lnTo>
                <a:lnTo>
                  <a:pt x="76081" y="9249"/>
                </a:lnTo>
                <a:lnTo>
                  <a:pt x="75852" y="9249"/>
                </a:lnTo>
                <a:lnTo>
                  <a:pt x="79713" y="9157"/>
                </a:lnTo>
                <a:lnTo>
                  <a:pt x="2899411" y="9157"/>
                </a:lnTo>
                <a:lnTo>
                  <a:pt x="2903273" y="9249"/>
                </a:lnTo>
                <a:lnTo>
                  <a:pt x="2903044" y="9249"/>
                </a:lnTo>
                <a:lnTo>
                  <a:pt x="2906844" y="9539"/>
                </a:lnTo>
                <a:lnTo>
                  <a:pt x="2906615" y="9508"/>
                </a:lnTo>
                <a:lnTo>
                  <a:pt x="2910173" y="9957"/>
                </a:lnTo>
                <a:lnTo>
                  <a:pt x="2913767" y="10595"/>
                </a:lnTo>
                <a:lnTo>
                  <a:pt x="2917168" y="11381"/>
                </a:lnTo>
                <a:lnTo>
                  <a:pt x="2920449" y="12324"/>
                </a:lnTo>
                <a:lnTo>
                  <a:pt x="2926894" y="14677"/>
                </a:lnTo>
                <a:lnTo>
                  <a:pt x="2933148" y="17695"/>
                </a:lnTo>
                <a:lnTo>
                  <a:pt x="2938882" y="21178"/>
                </a:lnTo>
                <a:lnTo>
                  <a:pt x="2944331" y="25247"/>
                </a:lnTo>
                <a:lnTo>
                  <a:pt x="2949333" y="29791"/>
                </a:lnTo>
                <a:lnTo>
                  <a:pt x="2953877" y="34793"/>
                </a:lnTo>
                <a:lnTo>
                  <a:pt x="2957947" y="40242"/>
                </a:lnTo>
                <a:lnTo>
                  <a:pt x="2961429" y="45976"/>
                </a:lnTo>
                <a:lnTo>
                  <a:pt x="2964447" y="52230"/>
                </a:lnTo>
                <a:lnTo>
                  <a:pt x="2966800" y="58676"/>
                </a:lnTo>
                <a:lnTo>
                  <a:pt x="2967743" y="61956"/>
                </a:lnTo>
                <a:lnTo>
                  <a:pt x="2968529" y="65358"/>
                </a:lnTo>
                <a:lnTo>
                  <a:pt x="2969168" y="68951"/>
                </a:lnTo>
                <a:lnTo>
                  <a:pt x="2969616" y="72509"/>
                </a:lnTo>
                <a:lnTo>
                  <a:pt x="2969586" y="72280"/>
                </a:lnTo>
                <a:lnTo>
                  <a:pt x="2969877" y="75907"/>
                </a:lnTo>
                <a:lnTo>
                  <a:pt x="2969967" y="79713"/>
                </a:lnTo>
                <a:lnTo>
                  <a:pt x="2969967" y="2117239"/>
                </a:lnTo>
                <a:lnTo>
                  <a:pt x="2969877" y="2121045"/>
                </a:lnTo>
                <a:lnTo>
                  <a:pt x="2969586" y="2124671"/>
                </a:lnTo>
                <a:lnTo>
                  <a:pt x="2969616" y="2124442"/>
                </a:lnTo>
                <a:lnTo>
                  <a:pt x="2969168" y="2128000"/>
                </a:lnTo>
                <a:lnTo>
                  <a:pt x="2968530" y="2131591"/>
                </a:lnTo>
                <a:lnTo>
                  <a:pt x="2967725" y="2135057"/>
                </a:lnTo>
                <a:lnTo>
                  <a:pt x="2966800" y="2138276"/>
                </a:lnTo>
                <a:lnTo>
                  <a:pt x="2964447" y="2144721"/>
                </a:lnTo>
                <a:lnTo>
                  <a:pt x="2961429" y="2150975"/>
                </a:lnTo>
                <a:lnTo>
                  <a:pt x="2957947" y="2156709"/>
                </a:lnTo>
                <a:lnTo>
                  <a:pt x="2953877" y="2162159"/>
                </a:lnTo>
                <a:lnTo>
                  <a:pt x="2949333" y="2167160"/>
                </a:lnTo>
                <a:lnTo>
                  <a:pt x="2944331" y="2171705"/>
                </a:lnTo>
                <a:lnTo>
                  <a:pt x="2938882" y="2175774"/>
                </a:lnTo>
                <a:lnTo>
                  <a:pt x="2933148" y="2179257"/>
                </a:lnTo>
                <a:lnTo>
                  <a:pt x="2926894" y="2182274"/>
                </a:lnTo>
                <a:lnTo>
                  <a:pt x="2920449" y="2184627"/>
                </a:lnTo>
                <a:lnTo>
                  <a:pt x="2917168" y="2185571"/>
                </a:lnTo>
                <a:lnTo>
                  <a:pt x="2913767" y="2186357"/>
                </a:lnTo>
                <a:lnTo>
                  <a:pt x="2910173" y="2186995"/>
                </a:lnTo>
                <a:lnTo>
                  <a:pt x="2906615" y="2187443"/>
                </a:lnTo>
                <a:lnTo>
                  <a:pt x="2906844" y="2187413"/>
                </a:lnTo>
                <a:lnTo>
                  <a:pt x="2903044" y="2187703"/>
                </a:lnTo>
                <a:lnTo>
                  <a:pt x="2903273" y="2187703"/>
                </a:lnTo>
                <a:lnTo>
                  <a:pt x="2899411" y="2187794"/>
                </a:lnTo>
                <a:lnTo>
                  <a:pt x="79713" y="2187794"/>
                </a:lnTo>
                <a:lnTo>
                  <a:pt x="75852" y="2187703"/>
                </a:lnTo>
                <a:lnTo>
                  <a:pt x="76081" y="2187703"/>
                </a:lnTo>
                <a:lnTo>
                  <a:pt x="72280" y="2187413"/>
                </a:lnTo>
                <a:lnTo>
                  <a:pt x="72509" y="2187443"/>
                </a:lnTo>
                <a:lnTo>
                  <a:pt x="68951" y="2186995"/>
                </a:lnTo>
                <a:lnTo>
                  <a:pt x="65358" y="2186357"/>
                </a:lnTo>
                <a:lnTo>
                  <a:pt x="61956" y="2185571"/>
                </a:lnTo>
                <a:lnTo>
                  <a:pt x="58676" y="2184627"/>
                </a:lnTo>
                <a:lnTo>
                  <a:pt x="52230" y="2182274"/>
                </a:lnTo>
                <a:lnTo>
                  <a:pt x="45976" y="2179257"/>
                </a:lnTo>
                <a:lnTo>
                  <a:pt x="40242" y="2175774"/>
                </a:lnTo>
                <a:lnTo>
                  <a:pt x="34793" y="2171705"/>
                </a:lnTo>
                <a:lnTo>
                  <a:pt x="29791" y="2167160"/>
                </a:lnTo>
                <a:lnTo>
                  <a:pt x="25247" y="2162159"/>
                </a:lnTo>
                <a:lnTo>
                  <a:pt x="21178" y="2156709"/>
                </a:lnTo>
                <a:lnTo>
                  <a:pt x="17695" y="2150975"/>
                </a:lnTo>
                <a:lnTo>
                  <a:pt x="14677" y="2144721"/>
                </a:lnTo>
                <a:lnTo>
                  <a:pt x="12324" y="2138276"/>
                </a:lnTo>
                <a:lnTo>
                  <a:pt x="11399" y="2135057"/>
                </a:lnTo>
                <a:lnTo>
                  <a:pt x="10595" y="2131591"/>
                </a:lnTo>
                <a:lnTo>
                  <a:pt x="9957" y="2128000"/>
                </a:lnTo>
                <a:lnTo>
                  <a:pt x="9508" y="2124442"/>
                </a:lnTo>
                <a:lnTo>
                  <a:pt x="9539" y="2124671"/>
                </a:lnTo>
                <a:lnTo>
                  <a:pt x="9249" y="2120871"/>
                </a:lnTo>
                <a:lnTo>
                  <a:pt x="9249" y="2121100"/>
                </a:lnTo>
                <a:lnTo>
                  <a:pt x="9157" y="2117239"/>
                </a:lnTo>
                <a:lnTo>
                  <a:pt x="9157" y="79713"/>
                </a:lnTo>
                <a:lnTo>
                  <a:pt x="9249" y="75852"/>
                </a:lnTo>
                <a:lnTo>
                  <a:pt x="9249" y="76081"/>
                </a:lnTo>
                <a:lnTo>
                  <a:pt x="9539" y="72280"/>
                </a:lnTo>
                <a:lnTo>
                  <a:pt x="9508" y="72509"/>
                </a:lnTo>
                <a:lnTo>
                  <a:pt x="9957" y="68951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49E8B5-FAF6-40D5-90F8-BA1D8D86E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9212" y="6154645"/>
            <a:ext cx="2552172" cy="95234"/>
          </a:xfrm>
          <a:custGeom xmlns:a="http://schemas.openxmlformats.org/drawingml/2006/main">
            <a:pathLst>
              <a:path w="2552172" h="95234">
                <a:moveTo>
                  <a:pt x="9539" y="38078"/>
                </a:moveTo>
                <a:lnTo>
                  <a:pt x="7066" y="38399"/>
                </a:lnTo>
                <a:lnTo>
                  <a:pt x="4762" y="39360"/>
                </a:lnTo>
                <a:lnTo>
                  <a:pt x="2793" y="40871"/>
                </a:lnTo>
                <a:lnTo>
                  <a:pt x="1282" y="42840"/>
                </a:lnTo>
                <a:lnTo>
                  <a:pt x="321" y="45145"/>
                </a:lnTo>
                <a:lnTo>
                  <a:pt x="0" y="47617"/>
                </a:lnTo>
                <a:lnTo>
                  <a:pt x="321" y="50090"/>
                </a:lnTo>
                <a:lnTo>
                  <a:pt x="1282" y="52379"/>
                </a:lnTo>
                <a:lnTo>
                  <a:pt x="2793" y="54363"/>
                </a:lnTo>
                <a:lnTo>
                  <a:pt x="4762" y="55874"/>
                </a:lnTo>
                <a:lnTo>
                  <a:pt x="7066" y="56835"/>
                </a:lnTo>
                <a:lnTo>
                  <a:pt x="9539" y="57156"/>
                </a:lnTo>
                <a:lnTo>
                  <a:pt x="2479681" y="57156"/>
                </a:lnTo>
                <a:lnTo>
                  <a:pt x="2432138" y="76966"/>
                </a:lnTo>
                <a:lnTo>
                  <a:pt x="2429970" y="78217"/>
                </a:lnTo>
                <a:lnTo>
                  <a:pt x="2428215" y="79988"/>
                </a:lnTo>
                <a:lnTo>
                  <a:pt x="2426979" y="82140"/>
                </a:lnTo>
                <a:lnTo>
                  <a:pt x="2426338" y="84551"/>
                </a:lnTo>
                <a:lnTo>
                  <a:pt x="2426353" y="87039"/>
                </a:lnTo>
                <a:lnTo>
                  <a:pt x="2426994" y="89435"/>
                </a:lnTo>
                <a:lnTo>
                  <a:pt x="2428246" y="91587"/>
                </a:lnTo>
                <a:lnTo>
                  <a:pt x="2430016" y="93357"/>
                </a:lnTo>
                <a:lnTo>
                  <a:pt x="2432168" y="94593"/>
                </a:lnTo>
                <a:lnTo>
                  <a:pt x="2434579" y="95234"/>
                </a:lnTo>
                <a:lnTo>
                  <a:pt x="2437067" y="95219"/>
                </a:lnTo>
                <a:lnTo>
                  <a:pt x="2439463" y="94578"/>
                </a:lnTo>
                <a:lnTo>
                  <a:pt x="2552172" y="47617"/>
                </a:lnTo>
                <a:lnTo>
                  <a:pt x="2439463" y="656"/>
                </a:lnTo>
                <a:lnTo>
                  <a:pt x="2437067" y="15"/>
                </a:lnTo>
                <a:lnTo>
                  <a:pt x="2434579" y="0"/>
                </a:lnTo>
                <a:lnTo>
                  <a:pt x="2432168" y="641"/>
                </a:lnTo>
                <a:lnTo>
                  <a:pt x="2430016" y="1877"/>
                </a:lnTo>
                <a:lnTo>
                  <a:pt x="2428246" y="3632"/>
                </a:lnTo>
                <a:lnTo>
                  <a:pt x="2426994" y="5800"/>
                </a:lnTo>
                <a:lnTo>
                  <a:pt x="2426353" y="8196"/>
                </a:lnTo>
                <a:lnTo>
                  <a:pt x="2426338" y="10683"/>
                </a:lnTo>
                <a:lnTo>
                  <a:pt x="2426979" y="13095"/>
                </a:lnTo>
                <a:lnTo>
                  <a:pt x="2428215" y="15247"/>
                </a:lnTo>
                <a:lnTo>
                  <a:pt x="2429970" y="17017"/>
                </a:lnTo>
                <a:lnTo>
                  <a:pt x="2432138" y="18269"/>
                </a:lnTo>
                <a:lnTo>
                  <a:pt x="2479681" y="38078"/>
                </a:lnTo>
                <a:lnTo>
                  <a:pt x="9539" y="38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CE3F68-70F3-43BA-B9C1-D9441CB9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31133" y="4441038"/>
            <a:ext cx="95234" cy="1770763"/>
          </a:xfrm>
          <a:custGeom xmlns:a="http://schemas.openxmlformats.org/drawingml/2006/main">
            <a:pathLst>
              <a:path w="95234" h="1770763">
                <a:moveTo>
                  <a:pt x="76966" y="120035"/>
                </a:moveTo>
                <a:lnTo>
                  <a:pt x="78217" y="122187"/>
                </a:lnTo>
                <a:lnTo>
                  <a:pt x="79988" y="123957"/>
                </a:lnTo>
                <a:lnTo>
                  <a:pt x="82140" y="125193"/>
                </a:lnTo>
                <a:lnTo>
                  <a:pt x="84551" y="125834"/>
                </a:lnTo>
                <a:lnTo>
                  <a:pt x="87039" y="125819"/>
                </a:lnTo>
                <a:lnTo>
                  <a:pt x="89435" y="125178"/>
                </a:lnTo>
                <a:lnTo>
                  <a:pt x="91587" y="123927"/>
                </a:lnTo>
                <a:lnTo>
                  <a:pt x="93357" y="122156"/>
                </a:lnTo>
                <a:lnTo>
                  <a:pt x="94593" y="120004"/>
                </a:lnTo>
                <a:lnTo>
                  <a:pt x="95234" y="117593"/>
                </a:lnTo>
                <a:lnTo>
                  <a:pt x="95219" y="115105"/>
                </a:lnTo>
                <a:lnTo>
                  <a:pt x="94578" y="112709"/>
                </a:lnTo>
                <a:lnTo>
                  <a:pt x="47617" y="0"/>
                </a:lnTo>
                <a:lnTo>
                  <a:pt x="656" y="112709"/>
                </a:lnTo>
                <a:lnTo>
                  <a:pt x="15" y="115105"/>
                </a:lnTo>
                <a:lnTo>
                  <a:pt x="0" y="117593"/>
                </a:lnTo>
                <a:lnTo>
                  <a:pt x="641" y="120004"/>
                </a:lnTo>
                <a:lnTo>
                  <a:pt x="1877" y="122156"/>
                </a:lnTo>
                <a:lnTo>
                  <a:pt x="3632" y="123927"/>
                </a:lnTo>
                <a:lnTo>
                  <a:pt x="5800" y="125178"/>
                </a:lnTo>
                <a:lnTo>
                  <a:pt x="8196" y="125819"/>
                </a:lnTo>
                <a:lnTo>
                  <a:pt x="10683" y="125834"/>
                </a:lnTo>
                <a:lnTo>
                  <a:pt x="13095" y="125193"/>
                </a:lnTo>
                <a:lnTo>
                  <a:pt x="15247" y="123957"/>
                </a:lnTo>
                <a:lnTo>
                  <a:pt x="17017" y="122187"/>
                </a:lnTo>
                <a:lnTo>
                  <a:pt x="18269" y="120035"/>
                </a:lnTo>
                <a:lnTo>
                  <a:pt x="38078" y="72491"/>
                </a:lnTo>
                <a:lnTo>
                  <a:pt x="38078" y="1761224"/>
                </a:lnTo>
                <a:lnTo>
                  <a:pt x="38399" y="1763697"/>
                </a:lnTo>
                <a:lnTo>
                  <a:pt x="39360" y="1765986"/>
                </a:lnTo>
                <a:lnTo>
                  <a:pt x="40871" y="1767970"/>
                </a:lnTo>
                <a:lnTo>
                  <a:pt x="42840" y="1769481"/>
                </a:lnTo>
                <a:lnTo>
                  <a:pt x="45145" y="1770442"/>
                </a:lnTo>
                <a:lnTo>
                  <a:pt x="47617" y="1770763"/>
                </a:lnTo>
                <a:lnTo>
                  <a:pt x="50090" y="1770442"/>
                </a:lnTo>
                <a:lnTo>
                  <a:pt x="52379" y="1769481"/>
                </a:lnTo>
                <a:lnTo>
                  <a:pt x="54363" y="1767970"/>
                </a:lnTo>
                <a:lnTo>
                  <a:pt x="55874" y="1765986"/>
                </a:lnTo>
                <a:lnTo>
                  <a:pt x="56835" y="1763697"/>
                </a:lnTo>
                <a:lnTo>
                  <a:pt x="57156" y="1761224"/>
                </a:lnTo>
                <a:lnTo>
                  <a:pt x="57156" y="72491"/>
                </a:lnTo>
                <a:lnTo>
                  <a:pt x="76966" y="120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F6466-0B87-4FC9-8621-DE9CFD5C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875" y="5938231"/>
            <a:ext cx="57385" cy="232897"/>
          </a:xfrm>
          <a:custGeom xmlns:a="http://schemas.openxmlformats.org/drawingml/2006/main">
            <a:pathLst>
              <a:path w="57385" h="232897">
                <a:moveTo>
                  <a:pt x="610" y="9462"/>
                </a:moveTo>
                <a:cubicBezTo>
                  <a:pt x="0" y="4273"/>
                  <a:pt x="4273" y="0"/>
                  <a:pt x="9768" y="305"/>
                </a:cubicBezTo>
                <a:lnTo>
                  <a:pt x="48228" y="305"/>
                </a:lnTo>
                <a:cubicBezTo>
                  <a:pt x="52959" y="0"/>
                  <a:pt x="57232" y="4273"/>
                  <a:pt x="57385" y="9462"/>
                </a:cubicBezTo>
                <a:lnTo>
                  <a:pt x="57385" y="223740"/>
                </a:lnTo>
                <a:cubicBezTo>
                  <a:pt x="57232" y="228471"/>
                  <a:pt x="52959" y="232744"/>
                  <a:pt x="48228" y="232897"/>
                </a:cubicBezTo>
                <a:lnTo>
                  <a:pt x="9768" y="232897"/>
                </a:lnTo>
                <a:cubicBezTo>
                  <a:pt x="4273" y="232744"/>
                  <a:pt x="0" y="228471"/>
                  <a:pt x="610" y="223740"/>
                </a:cubicBezTo>
                <a:lnTo>
                  <a:pt x="610" y="9462"/>
                </a:lnTo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8BFDDA-5326-4ED5-9947-433E202E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327" y="4745131"/>
            <a:ext cx="152619" cy="1143498"/>
          </a:xfrm>
          <a:custGeom xmlns:a="http://schemas.openxmlformats.org/drawingml/2006/main">
            <a:pathLst>
              <a:path w="152619" h="1143498">
                <a:moveTo>
                  <a:pt x="89664" y="13354"/>
                </a:moveTo>
                <a:lnTo>
                  <a:pt x="89328" y="10378"/>
                </a:lnTo>
                <a:lnTo>
                  <a:pt x="88336" y="7555"/>
                </a:lnTo>
                <a:lnTo>
                  <a:pt x="86749" y="5021"/>
                </a:lnTo>
                <a:lnTo>
                  <a:pt x="84643" y="2915"/>
                </a:lnTo>
                <a:lnTo>
                  <a:pt x="82109" y="1328"/>
                </a:lnTo>
                <a:lnTo>
                  <a:pt x="79286" y="336"/>
                </a:lnTo>
                <a:lnTo>
                  <a:pt x="76310" y="0"/>
                </a:lnTo>
                <a:lnTo>
                  <a:pt x="73333" y="336"/>
                </a:lnTo>
                <a:lnTo>
                  <a:pt x="70510" y="1328"/>
                </a:lnTo>
                <a:lnTo>
                  <a:pt x="67977" y="2915"/>
                </a:lnTo>
                <a:lnTo>
                  <a:pt x="65870" y="5021"/>
                </a:lnTo>
                <a:lnTo>
                  <a:pt x="64283" y="7555"/>
                </a:lnTo>
                <a:lnTo>
                  <a:pt x="63291" y="10378"/>
                </a:lnTo>
                <a:lnTo>
                  <a:pt x="62955" y="13354"/>
                </a:lnTo>
                <a:lnTo>
                  <a:pt x="62955" y="1053835"/>
                </a:lnTo>
                <a:lnTo>
                  <a:pt x="0" y="990879"/>
                </a:lnTo>
                <a:lnTo>
                  <a:pt x="76310" y="1143498"/>
                </a:lnTo>
                <a:lnTo>
                  <a:pt x="152619" y="990879"/>
                </a:lnTo>
                <a:lnTo>
                  <a:pt x="89664" y="1053835"/>
                </a:lnTo>
                <a:lnTo>
                  <a:pt x="89664" y="13354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" name="Text Punishing">
            <a:extLst xmlns:a="http://schemas.openxmlformats.org/drawingml/2006/main">
              <a:ext uri="{FF2B5EF4-FFF2-40B4-BE49-F238E27FC236}">
                <a16:creationId xmlns:a16="http://schemas.microsoft.com/office/drawing/2014/main" id="{A68F2966-4B21-446B-8D31-EAC77CF96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0972" y="4894093"/>
            <a:ext cx="760575" cy="169848"/>
          </a:xfrm>
          <a:custGeom xmlns:a="http://schemas.openxmlformats.org/drawingml/2006/main">
            <a:pathLst>
              <a:path w="760575" h="169848">
                <a:moveTo>
                  <a:pt x="76721" y="46226"/>
                </a:moveTo>
                <a:cubicBezTo>
                  <a:pt x="76721" y="52466"/>
                  <a:pt x="75692" y="58096"/>
                  <a:pt x="73633" y="63114"/>
                </a:cubicBezTo>
                <a:cubicBezTo>
                  <a:pt x="71574" y="68132"/>
                  <a:pt x="68631" y="72411"/>
                  <a:pt x="64803" y="75949"/>
                </a:cubicBezTo>
                <a:cubicBezTo>
                  <a:pt x="60975" y="79488"/>
                  <a:pt x="56278" y="82222"/>
                  <a:pt x="50713" y="84152"/>
                </a:cubicBezTo>
                <a:cubicBezTo>
                  <a:pt x="45148" y="86082"/>
                  <a:pt x="38505" y="87047"/>
                  <a:pt x="30785" y="87047"/>
                </a:cubicBezTo>
                <a:lnTo>
                  <a:pt x="16599" y="87047"/>
                </a:lnTo>
                <a:lnTo>
                  <a:pt x="16599" y="132018"/>
                </a:lnTo>
                <a:cubicBezTo>
                  <a:pt x="16599" y="132533"/>
                  <a:pt x="16454" y="132984"/>
                  <a:pt x="16165" y="133370"/>
                </a:cubicBezTo>
                <a:cubicBezTo>
                  <a:pt x="15875" y="133756"/>
                  <a:pt x="15425" y="134061"/>
                  <a:pt x="14813" y="134286"/>
                </a:cubicBezTo>
                <a:cubicBezTo>
                  <a:pt x="14202" y="134512"/>
                  <a:pt x="13366" y="134705"/>
                  <a:pt x="12304" y="134865"/>
                </a:cubicBezTo>
                <a:cubicBezTo>
                  <a:pt x="11243" y="135026"/>
                  <a:pt x="9908" y="135107"/>
                  <a:pt x="8299" y="135107"/>
                </a:cubicBezTo>
                <a:cubicBezTo>
                  <a:pt x="6691" y="135107"/>
                  <a:pt x="5356" y="135026"/>
                  <a:pt x="4294" y="134865"/>
                </a:cubicBezTo>
                <a:cubicBezTo>
                  <a:pt x="3233" y="134705"/>
                  <a:pt x="2380" y="134512"/>
                  <a:pt x="1737" y="134286"/>
                </a:cubicBezTo>
                <a:cubicBezTo>
                  <a:pt x="1094" y="134061"/>
                  <a:pt x="643" y="133756"/>
                  <a:pt x="386" y="133370"/>
                </a:cubicBezTo>
                <a:cubicBezTo>
                  <a:pt x="129" y="132984"/>
                  <a:pt x="0" y="132533"/>
                  <a:pt x="0" y="132018"/>
                </a:cubicBezTo>
                <a:lnTo>
                  <a:pt x="0" y="16792"/>
                </a:lnTo>
                <a:cubicBezTo>
                  <a:pt x="0" y="14218"/>
                  <a:pt x="676" y="12385"/>
                  <a:pt x="2027" y="11291"/>
                </a:cubicBezTo>
                <a:cubicBezTo>
                  <a:pt x="3378" y="10197"/>
                  <a:pt x="4890" y="9650"/>
                  <a:pt x="6562" y="9650"/>
                </a:cubicBezTo>
                <a:lnTo>
                  <a:pt x="33294" y="9650"/>
                </a:lnTo>
                <a:cubicBezTo>
                  <a:pt x="35996" y="9650"/>
                  <a:pt x="38586" y="9763"/>
                  <a:pt x="41063" y="9988"/>
                </a:cubicBezTo>
                <a:cubicBezTo>
                  <a:pt x="43540" y="10213"/>
                  <a:pt x="46467" y="10696"/>
                  <a:pt x="49845" y="11436"/>
                </a:cubicBezTo>
                <a:cubicBezTo>
                  <a:pt x="53222" y="12176"/>
                  <a:pt x="56664" y="13559"/>
                  <a:pt x="60171" y="15586"/>
                </a:cubicBezTo>
                <a:cubicBezTo>
                  <a:pt x="63677" y="17612"/>
                  <a:pt x="66653" y="20105"/>
                  <a:pt x="69097" y="23065"/>
                </a:cubicBezTo>
                <a:cubicBezTo>
                  <a:pt x="71542" y="26024"/>
                  <a:pt x="73424" y="29450"/>
                  <a:pt x="74743" y="33342"/>
                </a:cubicBezTo>
                <a:cubicBezTo>
                  <a:pt x="76062" y="37235"/>
                  <a:pt x="76721" y="41529"/>
                  <a:pt x="76721" y="46226"/>
                </a:cubicBezTo>
                <a:moveTo>
                  <a:pt x="59254" y="47532"/>
                </a:moveTo>
                <a:cubicBezTo>
                  <a:pt x="59254" y="42457"/>
                  <a:pt x="58305" y="38219"/>
                  <a:pt x="56407" y="34817"/>
                </a:cubicBezTo>
                <a:cubicBezTo>
                  <a:pt x="54509" y="31413"/>
                  <a:pt x="52161" y="28877"/>
                  <a:pt x="49362" y="27208"/>
                </a:cubicBezTo>
                <a:cubicBezTo>
                  <a:pt x="46564" y="25538"/>
                  <a:pt x="43668" y="24478"/>
                  <a:pt x="40677" y="24030"/>
                </a:cubicBezTo>
                <a:cubicBezTo>
                  <a:pt x="37685" y="23579"/>
                  <a:pt x="34774" y="23354"/>
                  <a:pt x="31943" y="23354"/>
                </a:cubicBezTo>
                <a:lnTo>
                  <a:pt x="16599" y="23354"/>
                </a:lnTo>
                <a:lnTo>
                  <a:pt x="16599" y="73344"/>
                </a:lnTo>
                <a:lnTo>
                  <a:pt x="31557" y="73344"/>
                </a:lnTo>
                <a:cubicBezTo>
                  <a:pt x="36575" y="73344"/>
                  <a:pt x="40741" y="72701"/>
                  <a:pt x="44054" y="71417"/>
                </a:cubicBezTo>
                <a:cubicBezTo>
                  <a:pt x="47368" y="70132"/>
                  <a:pt x="50150" y="68350"/>
                  <a:pt x="52402" y="66073"/>
                </a:cubicBezTo>
                <a:cubicBezTo>
                  <a:pt x="54654" y="63793"/>
                  <a:pt x="56359" y="61063"/>
                  <a:pt x="57517" y="57885"/>
                </a:cubicBezTo>
                <a:cubicBezTo>
                  <a:pt x="58675" y="54706"/>
                  <a:pt x="59254" y="51255"/>
                  <a:pt x="59254" y="47532"/>
                </a:cubicBezTo>
                <a:close/>
                <a:moveTo>
                  <a:pt x="174827" y="132115"/>
                </a:moveTo>
                <a:cubicBezTo>
                  <a:pt x="174827" y="132630"/>
                  <a:pt x="174715" y="133064"/>
                  <a:pt x="174489" y="133418"/>
                </a:cubicBezTo>
                <a:cubicBezTo>
                  <a:pt x="174264" y="133772"/>
                  <a:pt x="173862" y="134077"/>
                  <a:pt x="173283" y="134335"/>
                </a:cubicBezTo>
                <a:cubicBezTo>
                  <a:pt x="172704" y="134592"/>
                  <a:pt x="171948" y="134785"/>
                  <a:pt x="171015" y="134914"/>
                </a:cubicBezTo>
                <a:cubicBezTo>
                  <a:pt x="170082" y="135042"/>
                  <a:pt x="168940" y="135107"/>
                  <a:pt x="167589" y="135107"/>
                </a:cubicBezTo>
                <a:cubicBezTo>
                  <a:pt x="166110" y="135107"/>
                  <a:pt x="164903" y="135042"/>
                  <a:pt x="163970" y="134914"/>
                </a:cubicBezTo>
                <a:cubicBezTo>
                  <a:pt x="163038" y="134785"/>
                  <a:pt x="162298" y="134592"/>
                  <a:pt x="161751" y="134335"/>
                </a:cubicBezTo>
                <a:cubicBezTo>
                  <a:pt x="161204" y="134077"/>
                  <a:pt x="160834" y="133772"/>
                  <a:pt x="160641" y="133418"/>
                </a:cubicBezTo>
                <a:cubicBezTo>
                  <a:pt x="160448" y="133064"/>
                  <a:pt x="160351" y="132630"/>
                  <a:pt x="160351" y="132115"/>
                </a:cubicBezTo>
                <a:lnTo>
                  <a:pt x="160351" y="120631"/>
                </a:lnTo>
                <a:cubicBezTo>
                  <a:pt x="155398" y="126134"/>
                  <a:pt x="150508" y="130148"/>
                  <a:pt x="145683" y="132673"/>
                </a:cubicBezTo>
                <a:cubicBezTo>
                  <a:pt x="140858" y="135196"/>
                  <a:pt x="135968" y="136458"/>
                  <a:pt x="131014" y="136458"/>
                </a:cubicBezTo>
                <a:cubicBezTo>
                  <a:pt x="125224" y="136458"/>
                  <a:pt x="120350" y="135492"/>
                  <a:pt x="116394" y="133560"/>
                </a:cubicBezTo>
                <a:cubicBezTo>
                  <a:pt x="112437" y="131627"/>
                  <a:pt x="109236" y="129004"/>
                  <a:pt x="106791" y="125688"/>
                </a:cubicBezTo>
                <a:cubicBezTo>
                  <a:pt x="104347" y="122371"/>
                  <a:pt x="102593" y="118507"/>
                  <a:pt x="101532" y="114096"/>
                </a:cubicBezTo>
                <a:cubicBezTo>
                  <a:pt x="100470" y="109683"/>
                  <a:pt x="99940" y="104321"/>
                  <a:pt x="99940" y="98010"/>
                </a:cubicBezTo>
                <a:lnTo>
                  <a:pt x="99940" y="45264"/>
                </a:lnTo>
                <a:cubicBezTo>
                  <a:pt x="99940" y="44749"/>
                  <a:pt x="100052" y="44315"/>
                  <a:pt x="100277" y="43961"/>
                </a:cubicBezTo>
                <a:cubicBezTo>
                  <a:pt x="100502" y="43605"/>
                  <a:pt x="100937" y="43282"/>
                  <a:pt x="101580" y="42993"/>
                </a:cubicBezTo>
                <a:cubicBezTo>
                  <a:pt x="102223" y="42703"/>
                  <a:pt x="103060" y="42510"/>
                  <a:pt x="104089" y="42414"/>
                </a:cubicBezTo>
                <a:cubicBezTo>
                  <a:pt x="105119" y="42317"/>
                  <a:pt x="106405" y="42269"/>
                  <a:pt x="107949" y="42269"/>
                </a:cubicBezTo>
                <a:cubicBezTo>
                  <a:pt x="109493" y="42269"/>
                  <a:pt x="110780" y="42317"/>
                  <a:pt x="111810" y="42414"/>
                </a:cubicBezTo>
                <a:cubicBezTo>
                  <a:pt x="112839" y="42510"/>
                  <a:pt x="113659" y="42703"/>
                  <a:pt x="114270" y="42993"/>
                </a:cubicBezTo>
                <a:cubicBezTo>
                  <a:pt x="114882" y="43282"/>
                  <a:pt x="115316" y="43605"/>
                  <a:pt x="115573" y="43961"/>
                </a:cubicBezTo>
                <a:cubicBezTo>
                  <a:pt x="115831" y="44315"/>
                  <a:pt x="115959" y="44749"/>
                  <a:pt x="115959" y="45264"/>
                </a:cubicBezTo>
                <a:lnTo>
                  <a:pt x="115959" y="95893"/>
                </a:lnTo>
                <a:cubicBezTo>
                  <a:pt x="115959" y="100981"/>
                  <a:pt x="116329" y="105055"/>
                  <a:pt x="117069" y="108115"/>
                </a:cubicBezTo>
                <a:cubicBezTo>
                  <a:pt x="117809" y="111175"/>
                  <a:pt x="118935" y="113785"/>
                  <a:pt x="120447" y="115944"/>
                </a:cubicBezTo>
                <a:cubicBezTo>
                  <a:pt x="121959" y="118102"/>
                  <a:pt x="123873" y="119776"/>
                  <a:pt x="126189" y="120969"/>
                </a:cubicBezTo>
                <a:cubicBezTo>
                  <a:pt x="128505" y="122159"/>
                  <a:pt x="131207" y="122754"/>
                  <a:pt x="134295" y="122754"/>
                </a:cubicBezTo>
                <a:cubicBezTo>
                  <a:pt x="138284" y="122754"/>
                  <a:pt x="142257" y="121331"/>
                  <a:pt x="146214" y="118484"/>
                </a:cubicBezTo>
                <a:cubicBezTo>
                  <a:pt x="150170" y="115637"/>
                  <a:pt x="154368" y="111463"/>
                  <a:pt x="158807" y="105962"/>
                </a:cubicBezTo>
                <a:lnTo>
                  <a:pt x="158807" y="45261"/>
                </a:lnTo>
                <a:cubicBezTo>
                  <a:pt x="158807" y="44746"/>
                  <a:pt x="158920" y="44312"/>
                  <a:pt x="159145" y="43958"/>
                </a:cubicBezTo>
                <a:cubicBezTo>
                  <a:pt x="159370" y="43604"/>
                  <a:pt x="159805" y="43282"/>
                  <a:pt x="160448" y="42993"/>
                </a:cubicBezTo>
                <a:cubicBezTo>
                  <a:pt x="161091" y="42703"/>
                  <a:pt x="161912" y="42510"/>
                  <a:pt x="162909" y="42414"/>
                </a:cubicBezTo>
                <a:cubicBezTo>
                  <a:pt x="163906" y="42317"/>
                  <a:pt x="165209" y="42269"/>
                  <a:pt x="166817" y="42269"/>
                </a:cubicBezTo>
                <a:cubicBezTo>
                  <a:pt x="168361" y="42269"/>
                  <a:pt x="169648" y="42317"/>
                  <a:pt x="170677" y="42414"/>
                </a:cubicBezTo>
                <a:cubicBezTo>
                  <a:pt x="171707" y="42510"/>
                  <a:pt x="172511" y="42703"/>
                  <a:pt x="173090" y="42993"/>
                </a:cubicBezTo>
                <a:cubicBezTo>
                  <a:pt x="173669" y="43282"/>
                  <a:pt x="174103" y="43604"/>
                  <a:pt x="174393" y="43958"/>
                </a:cubicBezTo>
                <a:cubicBezTo>
                  <a:pt x="174682" y="44312"/>
                  <a:pt x="174827" y="44746"/>
                  <a:pt x="174827" y="45261"/>
                </a:cubicBezTo>
                <a:lnTo>
                  <a:pt x="174827" y="132115"/>
                </a:lnTo>
                <a:close/>
                <a:moveTo>
                  <a:pt x="279757" y="132115"/>
                </a:moveTo>
                <a:cubicBezTo>
                  <a:pt x="279757" y="132630"/>
                  <a:pt x="279629" y="133064"/>
                  <a:pt x="279371" y="133418"/>
                </a:cubicBezTo>
                <a:cubicBezTo>
                  <a:pt x="279114" y="133772"/>
                  <a:pt x="278696" y="134077"/>
                  <a:pt x="278117" y="134335"/>
                </a:cubicBezTo>
                <a:cubicBezTo>
                  <a:pt x="277538" y="134592"/>
                  <a:pt x="276734" y="134785"/>
                  <a:pt x="275704" y="134914"/>
                </a:cubicBezTo>
                <a:cubicBezTo>
                  <a:pt x="274675" y="135042"/>
                  <a:pt x="273388" y="135107"/>
                  <a:pt x="271844" y="135107"/>
                </a:cubicBezTo>
                <a:cubicBezTo>
                  <a:pt x="270236" y="135107"/>
                  <a:pt x="268917" y="135042"/>
                  <a:pt x="267887" y="134914"/>
                </a:cubicBezTo>
                <a:cubicBezTo>
                  <a:pt x="266858" y="134785"/>
                  <a:pt x="266054" y="134592"/>
                  <a:pt x="265475" y="134335"/>
                </a:cubicBezTo>
                <a:cubicBezTo>
                  <a:pt x="264896" y="134077"/>
                  <a:pt x="264478" y="133773"/>
                  <a:pt x="264220" y="133421"/>
                </a:cubicBezTo>
                <a:cubicBezTo>
                  <a:pt x="263963" y="133067"/>
                  <a:pt x="263834" y="132633"/>
                  <a:pt x="263834" y="132118"/>
                </a:cubicBezTo>
                <a:lnTo>
                  <a:pt x="263834" y="81320"/>
                </a:lnTo>
                <a:cubicBezTo>
                  <a:pt x="263834" y="76372"/>
                  <a:pt x="263448" y="72389"/>
                  <a:pt x="262676" y="69369"/>
                </a:cubicBezTo>
                <a:cubicBezTo>
                  <a:pt x="261904" y="66349"/>
                  <a:pt x="260778" y="63747"/>
                  <a:pt x="259298" y="61564"/>
                </a:cubicBezTo>
                <a:cubicBezTo>
                  <a:pt x="257819" y="59379"/>
                  <a:pt x="255905" y="57708"/>
                  <a:pt x="253556" y="56552"/>
                </a:cubicBezTo>
                <a:cubicBezTo>
                  <a:pt x="251208" y="55394"/>
                  <a:pt x="248490" y="54815"/>
                  <a:pt x="245402" y="54815"/>
                </a:cubicBezTo>
                <a:cubicBezTo>
                  <a:pt x="241413" y="54815"/>
                  <a:pt x="237424" y="56229"/>
                  <a:pt x="233435" y="59058"/>
                </a:cubicBezTo>
                <a:cubicBezTo>
                  <a:pt x="229446" y="61885"/>
                  <a:pt x="225264" y="66028"/>
                  <a:pt x="220890" y="71489"/>
                </a:cubicBezTo>
                <a:lnTo>
                  <a:pt x="220890" y="132118"/>
                </a:lnTo>
                <a:cubicBezTo>
                  <a:pt x="220890" y="132633"/>
                  <a:pt x="220761" y="133067"/>
                  <a:pt x="220504" y="133421"/>
                </a:cubicBezTo>
                <a:cubicBezTo>
                  <a:pt x="220246" y="133773"/>
                  <a:pt x="219828" y="134077"/>
                  <a:pt x="219249" y="134335"/>
                </a:cubicBezTo>
                <a:cubicBezTo>
                  <a:pt x="218670" y="134592"/>
                  <a:pt x="217866" y="134785"/>
                  <a:pt x="216836" y="134914"/>
                </a:cubicBezTo>
                <a:cubicBezTo>
                  <a:pt x="215807" y="135042"/>
                  <a:pt x="214488" y="135107"/>
                  <a:pt x="212880" y="135107"/>
                </a:cubicBezTo>
                <a:cubicBezTo>
                  <a:pt x="211336" y="135107"/>
                  <a:pt x="210049" y="135042"/>
                  <a:pt x="209019" y="134914"/>
                </a:cubicBezTo>
                <a:cubicBezTo>
                  <a:pt x="207990" y="134785"/>
                  <a:pt x="207170" y="134592"/>
                  <a:pt x="206559" y="134335"/>
                </a:cubicBezTo>
                <a:cubicBezTo>
                  <a:pt x="205947" y="134077"/>
                  <a:pt x="205529" y="133772"/>
                  <a:pt x="205304" y="133418"/>
                </a:cubicBezTo>
                <a:cubicBezTo>
                  <a:pt x="205079" y="133064"/>
                  <a:pt x="204966" y="132630"/>
                  <a:pt x="204966" y="132115"/>
                </a:cubicBezTo>
                <a:lnTo>
                  <a:pt x="204966" y="45261"/>
                </a:lnTo>
                <a:cubicBezTo>
                  <a:pt x="204966" y="44746"/>
                  <a:pt x="205063" y="44312"/>
                  <a:pt x="205256" y="43958"/>
                </a:cubicBezTo>
                <a:cubicBezTo>
                  <a:pt x="205449" y="43604"/>
                  <a:pt x="205835" y="43282"/>
                  <a:pt x="206414" y="42993"/>
                </a:cubicBezTo>
                <a:cubicBezTo>
                  <a:pt x="206993" y="42703"/>
                  <a:pt x="207733" y="42510"/>
                  <a:pt x="208633" y="42414"/>
                </a:cubicBezTo>
                <a:cubicBezTo>
                  <a:pt x="209534" y="42317"/>
                  <a:pt x="210724" y="42269"/>
                  <a:pt x="212204" y="42269"/>
                </a:cubicBezTo>
                <a:cubicBezTo>
                  <a:pt x="213620" y="42269"/>
                  <a:pt x="214794" y="42317"/>
                  <a:pt x="215727" y="42414"/>
                </a:cubicBezTo>
                <a:cubicBezTo>
                  <a:pt x="216659" y="42510"/>
                  <a:pt x="217383" y="42703"/>
                  <a:pt x="217898" y="42993"/>
                </a:cubicBezTo>
                <a:cubicBezTo>
                  <a:pt x="218413" y="43282"/>
                  <a:pt x="218783" y="43604"/>
                  <a:pt x="219008" y="43958"/>
                </a:cubicBezTo>
                <a:cubicBezTo>
                  <a:pt x="219233" y="44312"/>
                  <a:pt x="219345" y="44746"/>
                  <a:pt x="219345" y="45261"/>
                </a:cubicBezTo>
                <a:lnTo>
                  <a:pt x="219345" y="56745"/>
                </a:lnTo>
                <a:cubicBezTo>
                  <a:pt x="224235" y="51276"/>
                  <a:pt x="229109" y="47271"/>
                  <a:pt x="233966" y="44730"/>
                </a:cubicBezTo>
                <a:cubicBezTo>
                  <a:pt x="238823" y="42189"/>
                  <a:pt x="243729" y="40918"/>
                  <a:pt x="248683" y="40918"/>
                </a:cubicBezTo>
                <a:cubicBezTo>
                  <a:pt x="254473" y="40918"/>
                  <a:pt x="259347" y="41899"/>
                  <a:pt x="263303" y="43861"/>
                </a:cubicBezTo>
                <a:cubicBezTo>
                  <a:pt x="267260" y="45824"/>
                  <a:pt x="270461" y="48445"/>
                  <a:pt x="272906" y="51727"/>
                </a:cubicBezTo>
                <a:cubicBezTo>
                  <a:pt x="275350" y="55008"/>
                  <a:pt x="277104" y="58852"/>
                  <a:pt x="278165" y="63259"/>
                </a:cubicBezTo>
                <a:cubicBezTo>
                  <a:pt x="279227" y="67666"/>
                  <a:pt x="279757" y="72958"/>
                  <a:pt x="279757" y="79134"/>
                </a:cubicBezTo>
                <a:lnTo>
                  <a:pt x="279757" y="132115"/>
                </a:lnTo>
                <a:close/>
                <a:moveTo>
                  <a:pt x="325433" y="132115"/>
                </a:moveTo>
                <a:cubicBezTo>
                  <a:pt x="325433" y="132630"/>
                  <a:pt x="325304" y="133064"/>
                  <a:pt x="325047" y="133418"/>
                </a:cubicBezTo>
                <a:cubicBezTo>
                  <a:pt x="324790" y="133772"/>
                  <a:pt x="324371" y="134077"/>
                  <a:pt x="323792" y="134335"/>
                </a:cubicBezTo>
                <a:cubicBezTo>
                  <a:pt x="323213" y="134592"/>
                  <a:pt x="322409" y="134785"/>
                  <a:pt x="321380" y="134914"/>
                </a:cubicBezTo>
                <a:cubicBezTo>
                  <a:pt x="320350" y="135042"/>
                  <a:pt x="319031" y="135107"/>
                  <a:pt x="317423" y="135107"/>
                </a:cubicBezTo>
                <a:cubicBezTo>
                  <a:pt x="315879" y="135107"/>
                  <a:pt x="314592" y="135042"/>
                  <a:pt x="313563" y="134914"/>
                </a:cubicBezTo>
                <a:cubicBezTo>
                  <a:pt x="312533" y="134785"/>
                  <a:pt x="311713" y="134592"/>
                  <a:pt x="311102" y="134335"/>
                </a:cubicBezTo>
                <a:cubicBezTo>
                  <a:pt x="310491" y="134077"/>
                  <a:pt x="310073" y="133772"/>
                  <a:pt x="309847" y="133418"/>
                </a:cubicBezTo>
                <a:cubicBezTo>
                  <a:pt x="309622" y="133064"/>
                  <a:pt x="309510" y="132630"/>
                  <a:pt x="309510" y="132115"/>
                </a:cubicBezTo>
                <a:lnTo>
                  <a:pt x="309510" y="45261"/>
                </a:lnTo>
                <a:cubicBezTo>
                  <a:pt x="309510" y="44810"/>
                  <a:pt x="309622" y="44392"/>
                  <a:pt x="309847" y="44006"/>
                </a:cubicBezTo>
                <a:cubicBezTo>
                  <a:pt x="310073" y="43620"/>
                  <a:pt x="310491" y="43298"/>
                  <a:pt x="311102" y="43041"/>
                </a:cubicBezTo>
                <a:cubicBezTo>
                  <a:pt x="311713" y="42784"/>
                  <a:pt x="312533" y="42591"/>
                  <a:pt x="313563" y="42462"/>
                </a:cubicBezTo>
                <a:cubicBezTo>
                  <a:pt x="314592" y="42333"/>
                  <a:pt x="315879" y="42269"/>
                  <a:pt x="317423" y="42269"/>
                </a:cubicBezTo>
                <a:cubicBezTo>
                  <a:pt x="319031" y="42269"/>
                  <a:pt x="320350" y="42333"/>
                  <a:pt x="321380" y="42462"/>
                </a:cubicBezTo>
                <a:cubicBezTo>
                  <a:pt x="322409" y="42591"/>
                  <a:pt x="323213" y="42784"/>
                  <a:pt x="323792" y="43041"/>
                </a:cubicBezTo>
                <a:cubicBezTo>
                  <a:pt x="324371" y="43298"/>
                  <a:pt x="324790" y="43620"/>
                  <a:pt x="325047" y="44006"/>
                </a:cubicBezTo>
                <a:cubicBezTo>
                  <a:pt x="325304" y="44392"/>
                  <a:pt x="325433" y="44810"/>
                  <a:pt x="325433" y="45261"/>
                </a:cubicBezTo>
                <a:lnTo>
                  <a:pt x="325433" y="132115"/>
                </a:lnTo>
                <a:moveTo>
                  <a:pt x="327266" y="15827"/>
                </a:moveTo>
                <a:cubicBezTo>
                  <a:pt x="327266" y="19558"/>
                  <a:pt x="326559" y="22100"/>
                  <a:pt x="325143" y="23451"/>
                </a:cubicBezTo>
                <a:cubicBezTo>
                  <a:pt x="323728" y="24802"/>
                  <a:pt x="321122" y="25477"/>
                  <a:pt x="317326" y="25477"/>
                </a:cubicBezTo>
                <a:cubicBezTo>
                  <a:pt x="313595" y="25477"/>
                  <a:pt x="311038" y="24818"/>
                  <a:pt x="309654" y="23499"/>
                </a:cubicBezTo>
                <a:cubicBezTo>
                  <a:pt x="308271" y="22180"/>
                  <a:pt x="307580" y="19687"/>
                  <a:pt x="307580" y="16020"/>
                </a:cubicBezTo>
                <a:cubicBezTo>
                  <a:pt x="307580" y="12288"/>
                  <a:pt x="308287" y="9747"/>
                  <a:pt x="309703" y="8396"/>
                </a:cubicBezTo>
                <a:cubicBezTo>
                  <a:pt x="311118" y="7045"/>
                  <a:pt x="313724" y="6369"/>
                  <a:pt x="317520" y="6369"/>
                </a:cubicBezTo>
                <a:cubicBezTo>
                  <a:pt x="321251" y="6369"/>
                  <a:pt x="323808" y="7029"/>
                  <a:pt x="325192" y="8348"/>
                </a:cubicBezTo>
                <a:cubicBezTo>
                  <a:pt x="326575" y="9667"/>
                  <a:pt x="327266" y="12160"/>
                  <a:pt x="327266" y="15827"/>
                </a:cubicBezTo>
                <a:close/>
                <a:moveTo>
                  <a:pt x="409821" y="108541"/>
                </a:moveTo>
                <a:cubicBezTo>
                  <a:pt x="409821" y="112984"/>
                  <a:pt x="409000" y="116945"/>
                  <a:pt x="407360" y="120423"/>
                </a:cubicBezTo>
                <a:cubicBezTo>
                  <a:pt x="405719" y="123899"/>
                  <a:pt x="403387" y="126829"/>
                  <a:pt x="400363" y="129214"/>
                </a:cubicBezTo>
                <a:cubicBezTo>
                  <a:pt x="397339" y="131596"/>
                  <a:pt x="393736" y="133399"/>
                  <a:pt x="389555" y="134621"/>
                </a:cubicBezTo>
                <a:cubicBezTo>
                  <a:pt x="385373" y="135846"/>
                  <a:pt x="380773" y="136458"/>
                  <a:pt x="375754" y="136458"/>
                </a:cubicBezTo>
                <a:cubicBezTo>
                  <a:pt x="372666" y="136458"/>
                  <a:pt x="369723" y="136219"/>
                  <a:pt x="366924" y="135743"/>
                </a:cubicBezTo>
                <a:cubicBezTo>
                  <a:pt x="364126" y="135266"/>
                  <a:pt x="361616" y="134663"/>
                  <a:pt x="359397" y="133934"/>
                </a:cubicBezTo>
                <a:cubicBezTo>
                  <a:pt x="357177" y="133202"/>
                  <a:pt x="355295" y="132439"/>
                  <a:pt x="353751" y="131645"/>
                </a:cubicBezTo>
                <a:cubicBezTo>
                  <a:pt x="352207" y="130848"/>
                  <a:pt x="351081" y="130133"/>
                  <a:pt x="350374" y="129497"/>
                </a:cubicBezTo>
                <a:cubicBezTo>
                  <a:pt x="349666" y="128862"/>
                  <a:pt x="349151" y="127961"/>
                  <a:pt x="348830" y="126795"/>
                </a:cubicBezTo>
                <a:cubicBezTo>
                  <a:pt x="348508" y="125627"/>
                  <a:pt x="348347" y="124039"/>
                  <a:pt x="348347" y="122030"/>
                </a:cubicBezTo>
                <a:cubicBezTo>
                  <a:pt x="348347" y="120800"/>
                  <a:pt x="348411" y="119763"/>
                  <a:pt x="348540" y="118921"/>
                </a:cubicBezTo>
                <a:cubicBezTo>
                  <a:pt x="348669" y="118077"/>
                  <a:pt x="348830" y="117396"/>
                  <a:pt x="349023" y="116879"/>
                </a:cubicBezTo>
                <a:cubicBezTo>
                  <a:pt x="349216" y="116361"/>
                  <a:pt x="349489" y="115988"/>
                  <a:pt x="349843" y="115760"/>
                </a:cubicBezTo>
                <a:cubicBezTo>
                  <a:pt x="350197" y="115533"/>
                  <a:pt x="350599" y="115420"/>
                  <a:pt x="351049" y="115420"/>
                </a:cubicBezTo>
                <a:cubicBezTo>
                  <a:pt x="351757" y="115420"/>
                  <a:pt x="352802" y="115854"/>
                  <a:pt x="354186" y="116722"/>
                </a:cubicBezTo>
                <a:cubicBezTo>
                  <a:pt x="355569" y="117591"/>
                  <a:pt x="357274" y="118540"/>
                  <a:pt x="359300" y="119569"/>
                </a:cubicBezTo>
                <a:cubicBezTo>
                  <a:pt x="361327" y="120599"/>
                  <a:pt x="363723" y="121548"/>
                  <a:pt x="366490" y="122416"/>
                </a:cubicBezTo>
                <a:cubicBezTo>
                  <a:pt x="369256" y="123285"/>
                  <a:pt x="372441" y="123719"/>
                  <a:pt x="376044" y="123719"/>
                </a:cubicBezTo>
                <a:cubicBezTo>
                  <a:pt x="378746" y="123719"/>
                  <a:pt x="381191" y="123430"/>
                  <a:pt x="383378" y="122851"/>
                </a:cubicBezTo>
                <a:cubicBezTo>
                  <a:pt x="385566" y="122269"/>
                  <a:pt x="387464" y="121415"/>
                  <a:pt x="389072" y="120287"/>
                </a:cubicBezTo>
                <a:cubicBezTo>
                  <a:pt x="390680" y="119159"/>
                  <a:pt x="391919" y="117725"/>
                  <a:pt x="392787" y="115984"/>
                </a:cubicBezTo>
                <a:cubicBezTo>
                  <a:pt x="393656" y="114243"/>
                  <a:pt x="394090" y="112180"/>
                  <a:pt x="394090" y="109795"/>
                </a:cubicBezTo>
                <a:cubicBezTo>
                  <a:pt x="394090" y="107348"/>
                  <a:pt x="393463" y="105288"/>
                  <a:pt x="392208" y="103613"/>
                </a:cubicBezTo>
                <a:cubicBezTo>
                  <a:pt x="390954" y="101938"/>
                  <a:pt x="389297" y="100457"/>
                  <a:pt x="387238" y="99171"/>
                </a:cubicBezTo>
                <a:cubicBezTo>
                  <a:pt x="385180" y="97882"/>
                  <a:pt x="382864" y="96739"/>
                  <a:pt x="380290" y="95742"/>
                </a:cubicBezTo>
                <a:cubicBezTo>
                  <a:pt x="377717" y="94743"/>
                  <a:pt x="375063" y="93696"/>
                  <a:pt x="372328" y="92602"/>
                </a:cubicBezTo>
                <a:cubicBezTo>
                  <a:pt x="369594" y="91507"/>
                  <a:pt x="366924" y="90266"/>
                  <a:pt x="364319" y="88881"/>
                </a:cubicBezTo>
                <a:cubicBezTo>
                  <a:pt x="361713" y="87496"/>
                  <a:pt x="359381" y="85805"/>
                  <a:pt x="357322" y="83808"/>
                </a:cubicBezTo>
                <a:cubicBezTo>
                  <a:pt x="355263" y="81812"/>
                  <a:pt x="353606" y="79429"/>
                  <a:pt x="352352" y="76661"/>
                </a:cubicBezTo>
                <a:cubicBezTo>
                  <a:pt x="351097" y="73892"/>
                  <a:pt x="350470" y="70576"/>
                  <a:pt x="350470" y="66712"/>
                </a:cubicBezTo>
                <a:cubicBezTo>
                  <a:pt x="350470" y="63298"/>
                  <a:pt x="351130" y="60030"/>
                  <a:pt x="352448" y="56908"/>
                </a:cubicBezTo>
                <a:cubicBezTo>
                  <a:pt x="353767" y="53783"/>
                  <a:pt x="355746" y="51046"/>
                  <a:pt x="358383" y="48696"/>
                </a:cubicBezTo>
                <a:cubicBezTo>
                  <a:pt x="361021" y="46343"/>
                  <a:pt x="364319" y="44460"/>
                  <a:pt x="368275" y="43044"/>
                </a:cubicBezTo>
                <a:cubicBezTo>
                  <a:pt x="372232" y="41627"/>
                  <a:pt x="376848" y="40918"/>
                  <a:pt x="382124" y="40918"/>
                </a:cubicBezTo>
                <a:cubicBezTo>
                  <a:pt x="384440" y="40918"/>
                  <a:pt x="386756" y="41114"/>
                  <a:pt x="389072" y="41506"/>
                </a:cubicBezTo>
                <a:cubicBezTo>
                  <a:pt x="391388" y="41898"/>
                  <a:pt x="393479" y="42388"/>
                  <a:pt x="395345" y="42975"/>
                </a:cubicBezTo>
                <a:cubicBezTo>
                  <a:pt x="397211" y="43562"/>
                  <a:pt x="398803" y="44198"/>
                  <a:pt x="400122" y="44884"/>
                </a:cubicBezTo>
                <a:cubicBezTo>
                  <a:pt x="401441" y="45569"/>
                  <a:pt x="402438" y="46173"/>
                  <a:pt x="403113" y="46696"/>
                </a:cubicBezTo>
                <a:cubicBezTo>
                  <a:pt x="403789" y="47219"/>
                  <a:pt x="404239" y="47673"/>
                  <a:pt x="404464" y="48059"/>
                </a:cubicBezTo>
                <a:cubicBezTo>
                  <a:pt x="404690" y="48445"/>
                  <a:pt x="404851" y="48880"/>
                  <a:pt x="404947" y="49362"/>
                </a:cubicBezTo>
                <a:cubicBezTo>
                  <a:pt x="405044" y="49845"/>
                  <a:pt x="405140" y="50440"/>
                  <a:pt x="405237" y="51148"/>
                </a:cubicBezTo>
                <a:cubicBezTo>
                  <a:pt x="405333" y="51855"/>
                  <a:pt x="405381" y="52724"/>
                  <a:pt x="405381" y="53753"/>
                </a:cubicBezTo>
                <a:cubicBezTo>
                  <a:pt x="405381" y="54847"/>
                  <a:pt x="405333" y="55796"/>
                  <a:pt x="405237" y="56600"/>
                </a:cubicBezTo>
                <a:cubicBezTo>
                  <a:pt x="405140" y="57404"/>
                  <a:pt x="404979" y="58064"/>
                  <a:pt x="404754" y="58578"/>
                </a:cubicBezTo>
                <a:cubicBezTo>
                  <a:pt x="404529" y="59093"/>
                  <a:pt x="404255" y="59463"/>
                  <a:pt x="403934" y="59688"/>
                </a:cubicBezTo>
                <a:cubicBezTo>
                  <a:pt x="403612" y="59913"/>
                  <a:pt x="403258" y="60026"/>
                  <a:pt x="402872" y="60026"/>
                </a:cubicBezTo>
                <a:cubicBezTo>
                  <a:pt x="402293" y="60026"/>
                  <a:pt x="401457" y="59667"/>
                  <a:pt x="400363" y="58949"/>
                </a:cubicBezTo>
                <a:cubicBezTo>
                  <a:pt x="399269" y="58232"/>
                  <a:pt x="397854" y="57465"/>
                  <a:pt x="396117" y="56648"/>
                </a:cubicBezTo>
                <a:cubicBezTo>
                  <a:pt x="394380" y="55832"/>
                  <a:pt x="392337" y="55065"/>
                  <a:pt x="389989" y="54347"/>
                </a:cubicBezTo>
                <a:cubicBezTo>
                  <a:pt x="387641" y="53629"/>
                  <a:pt x="384954" y="53271"/>
                  <a:pt x="381931" y="53271"/>
                </a:cubicBezTo>
                <a:cubicBezTo>
                  <a:pt x="379229" y="53271"/>
                  <a:pt x="376848" y="53577"/>
                  <a:pt x="374789" y="54190"/>
                </a:cubicBezTo>
                <a:cubicBezTo>
                  <a:pt x="372731" y="54802"/>
                  <a:pt x="371042" y="55671"/>
                  <a:pt x="369723" y="56799"/>
                </a:cubicBezTo>
                <a:cubicBezTo>
                  <a:pt x="368404" y="57927"/>
                  <a:pt x="367407" y="59265"/>
                  <a:pt x="366731" y="60813"/>
                </a:cubicBezTo>
                <a:cubicBezTo>
                  <a:pt x="366056" y="62359"/>
                  <a:pt x="365718" y="64035"/>
                  <a:pt x="365718" y="65840"/>
                </a:cubicBezTo>
                <a:cubicBezTo>
                  <a:pt x="365718" y="68351"/>
                  <a:pt x="366361" y="70461"/>
                  <a:pt x="367648" y="72167"/>
                </a:cubicBezTo>
                <a:cubicBezTo>
                  <a:pt x="368935" y="73874"/>
                  <a:pt x="370607" y="75372"/>
                  <a:pt x="372666" y="76661"/>
                </a:cubicBezTo>
                <a:cubicBezTo>
                  <a:pt x="374725" y="77948"/>
                  <a:pt x="377073" y="79107"/>
                  <a:pt x="379711" y="80138"/>
                </a:cubicBezTo>
                <a:cubicBezTo>
                  <a:pt x="382349" y="81168"/>
                  <a:pt x="385035" y="82230"/>
                  <a:pt x="387769" y="83326"/>
                </a:cubicBezTo>
                <a:cubicBezTo>
                  <a:pt x="390503" y="84420"/>
                  <a:pt x="393206" y="85643"/>
                  <a:pt x="395876" y="86996"/>
                </a:cubicBezTo>
                <a:cubicBezTo>
                  <a:pt x="398546" y="88349"/>
                  <a:pt x="400910" y="89992"/>
                  <a:pt x="402969" y="91924"/>
                </a:cubicBezTo>
                <a:cubicBezTo>
                  <a:pt x="405027" y="93856"/>
                  <a:pt x="406684" y="96175"/>
                  <a:pt x="407939" y="98881"/>
                </a:cubicBezTo>
                <a:cubicBezTo>
                  <a:pt x="409193" y="101585"/>
                  <a:pt x="409821" y="104805"/>
                  <a:pt x="409821" y="108541"/>
                </a:cubicBezTo>
                <a:close/>
                <a:moveTo>
                  <a:pt x="507922" y="132115"/>
                </a:moveTo>
                <a:cubicBezTo>
                  <a:pt x="507922" y="132630"/>
                  <a:pt x="507794" y="133064"/>
                  <a:pt x="507536" y="133418"/>
                </a:cubicBezTo>
                <a:cubicBezTo>
                  <a:pt x="507279" y="133772"/>
                  <a:pt x="506861" y="134077"/>
                  <a:pt x="506282" y="134335"/>
                </a:cubicBezTo>
                <a:cubicBezTo>
                  <a:pt x="505703" y="134592"/>
                  <a:pt x="504898" y="134785"/>
                  <a:pt x="503869" y="134914"/>
                </a:cubicBezTo>
                <a:cubicBezTo>
                  <a:pt x="502840" y="135042"/>
                  <a:pt x="501553" y="135107"/>
                  <a:pt x="500009" y="135107"/>
                </a:cubicBezTo>
                <a:cubicBezTo>
                  <a:pt x="498400" y="135107"/>
                  <a:pt x="497082" y="135042"/>
                  <a:pt x="496052" y="134914"/>
                </a:cubicBezTo>
                <a:cubicBezTo>
                  <a:pt x="495023" y="134785"/>
                  <a:pt x="494219" y="134592"/>
                  <a:pt x="493640" y="134335"/>
                </a:cubicBezTo>
                <a:cubicBezTo>
                  <a:pt x="493061" y="134077"/>
                  <a:pt x="492642" y="133773"/>
                  <a:pt x="492385" y="133421"/>
                </a:cubicBezTo>
                <a:cubicBezTo>
                  <a:pt x="492128" y="133067"/>
                  <a:pt x="491999" y="132633"/>
                  <a:pt x="491999" y="132118"/>
                </a:cubicBezTo>
                <a:lnTo>
                  <a:pt x="491999" y="81320"/>
                </a:lnTo>
                <a:cubicBezTo>
                  <a:pt x="491999" y="76372"/>
                  <a:pt x="491613" y="72389"/>
                  <a:pt x="490841" y="69369"/>
                </a:cubicBezTo>
                <a:cubicBezTo>
                  <a:pt x="490069" y="66349"/>
                  <a:pt x="488943" y="63747"/>
                  <a:pt x="487463" y="61564"/>
                </a:cubicBezTo>
                <a:cubicBezTo>
                  <a:pt x="485983" y="59379"/>
                  <a:pt x="484069" y="57708"/>
                  <a:pt x="481721" y="56552"/>
                </a:cubicBezTo>
                <a:cubicBezTo>
                  <a:pt x="479373" y="55394"/>
                  <a:pt x="476655" y="54815"/>
                  <a:pt x="473567" y="54815"/>
                </a:cubicBezTo>
                <a:cubicBezTo>
                  <a:pt x="469578" y="54815"/>
                  <a:pt x="465589" y="56229"/>
                  <a:pt x="461600" y="59058"/>
                </a:cubicBezTo>
                <a:cubicBezTo>
                  <a:pt x="457611" y="61885"/>
                  <a:pt x="453429" y="66028"/>
                  <a:pt x="449054" y="71489"/>
                </a:cubicBezTo>
                <a:lnTo>
                  <a:pt x="449054" y="132118"/>
                </a:lnTo>
                <a:cubicBezTo>
                  <a:pt x="449054" y="132633"/>
                  <a:pt x="448926" y="133067"/>
                  <a:pt x="448668" y="133421"/>
                </a:cubicBezTo>
                <a:cubicBezTo>
                  <a:pt x="448411" y="133773"/>
                  <a:pt x="447993" y="134077"/>
                  <a:pt x="447414" y="134335"/>
                </a:cubicBezTo>
                <a:cubicBezTo>
                  <a:pt x="446835" y="134592"/>
                  <a:pt x="446031" y="134785"/>
                  <a:pt x="445001" y="134914"/>
                </a:cubicBezTo>
                <a:cubicBezTo>
                  <a:pt x="443972" y="135042"/>
                  <a:pt x="442653" y="135107"/>
                  <a:pt x="441044" y="135107"/>
                </a:cubicBezTo>
                <a:cubicBezTo>
                  <a:pt x="439500" y="135107"/>
                  <a:pt x="438214" y="135042"/>
                  <a:pt x="437184" y="134914"/>
                </a:cubicBezTo>
                <a:cubicBezTo>
                  <a:pt x="436155" y="134785"/>
                  <a:pt x="435335" y="134592"/>
                  <a:pt x="434723" y="134335"/>
                </a:cubicBezTo>
                <a:cubicBezTo>
                  <a:pt x="434112" y="134077"/>
                  <a:pt x="433694" y="133772"/>
                  <a:pt x="433469" y="133418"/>
                </a:cubicBezTo>
                <a:cubicBezTo>
                  <a:pt x="433244" y="133062"/>
                  <a:pt x="433131" y="132627"/>
                  <a:pt x="433131" y="132112"/>
                </a:cubicBezTo>
                <a:lnTo>
                  <a:pt x="433131" y="3091"/>
                </a:lnTo>
                <a:cubicBezTo>
                  <a:pt x="433131" y="2576"/>
                  <a:pt x="433244" y="2126"/>
                  <a:pt x="433469" y="1740"/>
                </a:cubicBezTo>
                <a:cubicBezTo>
                  <a:pt x="433694" y="1352"/>
                  <a:pt x="434112" y="1029"/>
                  <a:pt x="434723" y="772"/>
                </a:cubicBezTo>
                <a:cubicBezTo>
                  <a:pt x="435335" y="515"/>
                  <a:pt x="436155" y="322"/>
                  <a:pt x="437184" y="193"/>
                </a:cubicBezTo>
                <a:cubicBezTo>
                  <a:pt x="438214" y="64"/>
                  <a:pt x="439500" y="0"/>
                  <a:pt x="441044" y="0"/>
                </a:cubicBezTo>
                <a:cubicBezTo>
                  <a:pt x="442653" y="0"/>
                  <a:pt x="443972" y="64"/>
                  <a:pt x="445001" y="193"/>
                </a:cubicBezTo>
                <a:cubicBezTo>
                  <a:pt x="446031" y="322"/>
                  <a:pt x="446835" y="516"/>
                  <a:pt x="447414" y="775"/>
                </a:cubicBezTo>
                <a:cubicBezTo>
                  <a:pt x="447993" y="1032"/>
                  <a:pt x="448411" y="1354"/>
                  <a:pt x="448668" y="1740"/>
                </a:cubicBezTo>
                <a:cubicBezTo>
                  <a:pt x="448926" y="2126"/>
                  <a:pt x="449054" y="2577"/>
                  <a:pt x="449054" y="3094"/>
                </a:cubicBezTo>
                <a:lnTo>
                  <a:pt x="449054" y="55201"/>
                </a:lnTo>
                <a:cubicBezTo>
                  <a:pt x="453622" y="50375"/>
                  <a:pt x="458222" y="46789"/>
                  <a:pt x="462855" y="44440"/>
                </a:cubicBezTo>
                <a:cubicBezTo>
                  <a:pt x="467487" y="42092"/>
                  <a:pt x="472151" y="40918"/>
                  <a:pt x="476848" y="40918"/>
                </a:cubicBezTo>
                <a:cubicBezTo>
                  <a:pt x="482638" y="40918"/>
                  <a:pt x="487511" y="41899"/>
                  <a:pt x="491468" y="43861"/>
                </a:cubicBezTo>
                <a:cubicBezTo>
                  <a:pt x="495425" y="45824"/>
                  <a:pt x="498626" y="48445"/>
                  <a:pt x="501070" y="51727"/>
                </a:cubicBezTo>
                <a:cubicBezTo>
                  <a:pt x="503515" y="55008"/>
                  <a:pt x="505268" y="58852"/>
                  <a:pt x="506330" y="63259"/>
                </a:cubicBezTo>
                <a:cubicBezTo>
                  <a:pt x="507391" y="67666"/>
                  <a:pt x="507922" y="72990"/>
                  <a:pt x="507922" y="79230"/>
                </a:cubicBezTo>
                <a:lnTo>
                  <a:pt x="507922" y="132115"/>
                </a:lnTo>
                <a:close/>
                <a:moveTo>
                  <a:pt x="553598" y="132115"/>
                </a:moveTo>
                <a:cubicBezTo>
                  <a:pt x="553598" y="132630"/>
                  <a:pt x="553469" y="133064"/>
                  <a:pt x="553212" y="133418"/>
                </a:cubicBezTo>
                <a:cubicBezTo>
                  <a:pt x="552955" y="133772"/>
                  <a:pt x="552536" y="134077"/>
                  <a:pt x="551957" y="134335"/>
                </a:cubicBezTo>
                <a:cubicBezTo>
                  <a:pt x="551378" y="134592"/>
                  <a:pt x="550574" y="134785"/>
                  <a:pt x="549545" y="134914"/>
                </a:cubicBezTo>
                <a:cubicBezTo>
                  <a:pt x="548515" y="135042"/>
                  <a:pt x="547196" y="135107"/>
                  <a:pt x="545588" y="135107"/>
                </a:cubicBezTo>
                <a:cubicBezTo>
                  <a:pt x="544044" y="135107"/>
                  <a:pt x="542757" y="135042"/>
                  <a:pt x="541728" y="134914"/>
                </a:cubicBezTo>
                <a:cubicBezTo>
                  <a:pt x="540699" y="134785"/>
                  <a:pt x="539878" y="134592"/>
                  <a:pt x="539267" y="134335"/>
                </a:cubicBezTo>
                <a:cubicBezTo>
                  <a:pt x="538656" y="134077"/>
                  <a:pt x="538238" y="133772"/>
                  <a:pt x="538012" y="133418"/>
                </a:cubicBezTo>
                <a:cubicBezTo>
                  <a:pt x="537787" y="133064"/>
                  <a:pt x="537675" y="132630"/>
                  <a:pt x="537675" y="132115"/>
                </a:cubicBezTo>
                <a:lnTo>
                  <a:pt x="537675" y="45261"/>
                </a:lnTo>
                <a:cubicBezTo>
                  <a:pt x="537675" y="44810"/>
                  <a:pt x="537787" y="44392"/>
                  <a:pt x="538012" y="44006"/>
                </a:cubicBezTo>
                <a:cubicBezTo>
                  <a:pt x="538238" y="43620"/>
                  <a:pt x="538656" y="43298"/>
                  <a:pt x="539267" y="43041"/>
                </a:cubicBezTo>
                <a:cubicBezTo>
                  <a:pt x="539878" y="42784"/>
                  <a:pt x="540699" y="42591"/>
                  <a:pt x="541728" y="42462"/>
                </a:cubicBezTo>
                <a:cubicBezTo>
                  <a:pt x="542757" y="42333"/>
                  <a:pt x="544044" y="42269"/>
                  <a:pt x="545588" y="42269"/>
                </a:cubicBezTo>
                <a:cubicBezTo>
                  <a:pt x="547196" y="42269"/>
                  <a:pt x="548515" y="42333"/>
                  <a:pt x="549545" y="42462"/>
                </a:cubicBezTo>
                <a:cubicBezTo>
                  <a:pt x="550574" y="42591"/>
                  <a:pt x="551378" y="42784"/>
                  <a:pt x="551957" y="43041"/>
                </a:cubicBezTo>
                <a:cubicBezTo>
                  <a:pt x="552536" y="43298"/>
                  <a:pt x="552955" y="43620"/>
                  <a:pt x="553212" y="44006"/>
                </a:cubicBezTo>
                <a:cubicBezTo>
                  <a:pt x="553469" y="44392"/>
                  <a:pt x="553598" y="44810"/>
                  <a:pt x="553598" y="45261"/>
                </a:cubicBezTo>
                <a:lnTo>
                  <a:pt x="553598" y="132115"/>
                </a:lnTo>
                <a:moveTo>
                  <a:pt x="555432" y="15827"/>
                </a:moveTo>
                <a:cubicBezTo>
                  <a:pt x="555432" y="19558"/>
                  <a:pt x="554724" y="22100"/>
                  <a:pt x="553308" y="23451"/>
                </a:cubicBezTo>
                <a:cubicBezTo>
                  <a:pt x="551893" y="24802"/>
                  <a:pt x="549287" y="25477"/>
                  <a:pt x="545492" y="25477"/>
                </a:cubicBezTo>
                <a:cubicBezTo>
                  <a:pt x="541760" y="25477"/>
                  <a:pt x="539203" y="24818"/>
                  <a:pt x="537819" y="23499"/>
                </a:cubicBezTo>
                <a:cubicBezTo>
                  <a:pt x="536436" y="22180"/>
                  <a:pt x="535745" y="19687"/>
                  <a:pt x="535745" y="16020"/>
                </a:cubicBezTo>
                <a:cubicBezTo>
                  <a:pt x="535745" y="12288"/>
                  <a:pt x="536452" y="9747"/>
                  <a:pt x="537868" y="8396"/>
                </a:cubicBezTo>
                <a:cubicBezTo>
                  <a:pt x="539283" y="7045"/>
                  <a:pt x="541889" y="6369"/>
                  <a:pt x="545685" y="6369"/>
                </a:cubicBezTo>
                <a:cubicBezTo>
                  <a:pt x="549416" y="6369"/>
                  <a:pt x="551973" y="7029"/>
                  <a:pt x="553357" y="8348"/>
                </a:cubicBezTo>
                <a:cubicBezTo>
                  <a:pt x="554740" y="9667"/>
                  <a:pt x="555432" y="12160"/>
                  <a:pt x="555432" y="15827"/>
                </a:cubicBezTo>
                <a:close/>
                <a:moveTo>
                  <a:pt x="658251" y="132115"/>
                </a:moveTo>
                <a:cubicBezTo>
                  <a:pt x="658251" y="132630"/>
                  <a:pt x="658122" y="133064"/>
                  <a:pt x="657865" y="133418"/>
                </a:cubicBezTo>
                <a:cubicBezTo>
                  <a:pt x="657607" y="133772"/>
                  <a:pt x="657189" y="134077"/>
                  <a:pt x="656610" y="134335"/>
                </a:cubicBezTo>
                <a:cubicBezTo>
                  <a:pt x="656031" y="134592"/>
                  <a:pt x="655227" y="134785"/>
                  <a:pt x="654198" y="134914"/>
                </a:cubicBezTo>
                <a:cubicBezTo>
                  <a:pt x="653168" y="135042"/>
                  <a:pt x="651881" y="135107"/>
                  <a:pt x="650337" y="135107"/>
                </a:cubicBezTo>
                <a:cubicBezTo>
                  <a:pt x="648729" y="135107"/>
                  <a:pt x="647410" y="135042"/>
                  <a:pt x="646381" y="134914"/>
                </a:cubicBezTo>
                <a:cubicBezTo>
                  <a:pt x="645351" y="134785"/>
                  <a:pt x="644547" y="134592"/>
                  <a:pt x="643968" y="134335"/>
                </a:cubicBezTo>
                <a:cubicBezTo>
                  <a:pt x="643389" y="134077"/>
                  <a:pt x="642971" y="133773"/>
                  <a:pt x="642713" y="133421"/>
                </a:cubicBezTo>
                <a:cubicBezTo>
                  <a:pt x="642456" y="133067"/>
                  <a:pt x="642327" y="132633"/>
                  <a:pt x="642327" y="132118"/>
                </a:cubicBezTo>
                <a:lnTo>
                  <a:pt x="642327" y="81320"/>
                </a:lnTo>
                <a:cubicBezTo>
                  <a:pt x="642327" y="76372"/>
                  <a:pt x="641941" y="72389"/>
                  <a:pt x="641169" y="69369"/>
                </a:cubicBezTo>
                <a:cubicBezTo>
                  <a:pt x="640397" y="66349"/>
                  <a:pt x="639271" y="63747"/>
                  <a:pt x="637792" y="61564"/>
                </a:cubicBezTo>
                <a:cubicBezTo>
                  <a:pt x="636312" y="59379"/>
                  <a:pt x="634398" y="57708"/>
                  <a:pt x="632050" y="56552"/>
                </a:cubicBezTo>
                <a:cubicBezTo>
                  <a:pt x="629701" y="55394"/>
                  <a:pt x="626983" y="54815"/>
                  <a:pt x="623895" y="54815"/>
                </a:cubicBezTo>
                <a:cubicBezTo>
                  <a:pt x="619906" y="54815"/>
                  <a:pt x="615917" y="56229"/>
                  <a:pt x="611928" y="59058"/>
                </a:cubicBezTo>
                <a:cubicBezTo>
                  <a:pt x="607940" y="61885"/>
                  <a:pt x="603758" y="66028"/>
                  <a:pt x="599383" y="71489"/>
                </a:cubicBezTo>
                <a:lnTo>
                  <a:pt x="599383" y="132118"/>
                </a:lnTo>
                <a:cubicBezTo>
                  <a:pt x="599383" y="132633"/>
                  <a:pt x="599254" y="133067"/>
                  <a:pt x="598997" y="133421"/>
                </a:cubicBezTo>
                <a:cubicBezTo>
                  <a:pt x="598739" y="133773"/>
                  <a:pt x="598321" y="134077"/>
                  <a:pt x="597742" y="134335"/>
                </a:cubicBezTo>
                <a:cubicBezTo>
                  <a:pt x="597163" y="134592"/>
                  <a:pt x="596359" y="134785"/>
                  <a:pt x="595330" y="134914"/>
                </a:cubicBezTo>
                <a:cubicBezTo>
                  <a:pt x="594300" y="135042"/>
                  <a:pt x="592981" y="135107"/>
                  <a:pt x="591373" y="135107"/>
                </a:cubicBezTo>
                <a:cubicBezTo>
                  <a:pt x="589829" y="135107"/>
                  <a:pt x="588542" y="135042"/>
                  <a:pt x="587513" y="134914"/>
                </a:cubicBezTo>
                <a:cubicBezTo>
                  <a:pt x="586483" y="134785"/>
                  <a:pt x="585663" y="134592"/>
                  <a:pt x="585052" y="134335"/>
                </a:cubicBezTo>
                <a:cubicBezTo>
                  <a:pt x="584441" y="134077"/>
                  <a:pt x="584023" y="133772"/>
                  <a:pt x="583797" y="133418"/>
                </a:cubicBezTo>
                <a:cubicBezTo>
                  <a:pt x="583572" y="133064"/>
                  <a:pt x="583460" y="132630"/>
                  <a:pt x="583460" y="132115"/>
                </a:cubicBezTo>
                <a:lnTo>
                  <a:pt x="583460" y="45261"/>
                </a:lnTo>
                <a:cubicBezTo>
                  <a:pt x="583460" y="44746"/>
                  <a:pt x="583556" y="44312"/>
                  <a:pt x="583749" y="43958"/>
                </a:cubicBezTo>
                <a:cubicBezTo>
                  <a:pt x="583942" y="43604"/>
                  <a:pt x="584328" y="43282"/>
                  <a:pt x="584907" y="42993"/>
                </a:cubicBezTo>
                <a:cubicBezTo>
                  <a:pt x="585486" y="42703"/>
                  <a:pt x="586226" y="42510"/>
                  <a:pt x="587127" y="42414"/>
                </a:cubicBezTo>
                <a:cubicBezTo>
                  <a:pt x="588027" y="42317"/>
                  <a:pt x="589218" y="42269"/>
                  <a:pt x="590697" y="42269"/>
                </a:cubicBezTo>
                <a:cubicBezTo>
                  <a:pt x="592113" y="42269"/>
                  <a:pt x="593287" y="42317"/>
                  <a:pt x="594220" y="42414"/>
                </a:cubicBezTo>
                <a:cubicBezTo>
                  <a:pt x="595153" y="42510"/>
                  <a:pt x="595877" y="42703"/>
                  <a:pt x="596391" y="42993"/>
                </a:cubicBezTo>
                <a:cubicBezTo>
                  <a:pt x="596906" y="43282"/>
                  <a:pt x="597276" y="43604"/>
                  <a:pt x="597501" y="43958"/>
                </a:cubicBezTo>
                <a:cubicBezTo>
                  <a:pt x="597726" y="44312"/>
                  <a:pt x="597839" y="44746"/>
                  <a:pt x="597839" y="45261"/>
                </a:cubicBezTo>
                <a:lnTo>
                  <a:pt x="597839" y="56745"/>
                </a:lnTo>
                <a:cubicBezTo>
                  <a:pt x="602728" y="51276"/>
                  <a:pt x="607602" y="47271"/>
                  <a:pt x="612459" y="44730"/>
                </a:cubicBezTo>
                <a:cubicBezTo>
                  <a:pt x="617317" y="42189"/>
                  <a:pt x="622222" y="40918"/>
                  <a:pt x="627176" y="40918"/>
                </a:cubicBezTo>
                <a:cubicBezTo>
                  <a:pt x="632966" y="40918"/>
                  <a:pt x="637840" y="41899"/>
                  <a:pt x="641797" y="43861"/>
                </a:cubicBezTo>
                <a:cubicBezTo>
                  <a:pt x="645753" y="45824"/>
                  <a:pt x="648954" y="48445"/>
                  <a:pt x="651399" y="51727"/>
                </a:cubicBezTo>
                <a:cubicBezTo>
                  <a:pt x="653844" y="55008"/>
                  <a:pt x="655597" y="58852"/>
                  <a:pt x="656658" y="63259"/>
                </a:cubicBezTo>
                <a:cubicBezTo>
                  <a:pt x="657720" y="67666"/>
                  <a:pt x="658251" y="72958"/>
                  <a:pt x="658251" y="79134"/>
                </a:cubicBezTo>
                <a:lnTo>
                  <a:pt x="658251" y="132115"/>
                </a:lnTo>
                <a:close/>
                <a:moveTo>
                  <a:pt x="760575" y="49169"/>
                </a:moveTo>
                <a:cubicBezTo>
                  <a:pt x="760575" y="51439"/>
                  <a:pt x="760270" y="53077"/>
                  <a:pt x="759659" y="54082"/>
                </a:cubicBezTo>
                <a:cubicBezTo>
                  <a:pt x="759047" y="55085"/>
                  <a:pt x="758259" y="55587"/>
                  <a:pt x="757294" y="55587"/>
                </a:cubicBezTo>
                <a:lnTo>
                  <a:pt x="744845" y="55587"/>
                </a:lnTo>
                <a:cubicBezTo>
                  <a:pt x="747097" y="57897"/>
                  <a:pt x="748673" y="60447"/>
                  <a:pt x="749574" y="63238"/>
                </a:cubicBezTo>
                <a:cubicBezTo>
                  <a:pt x="750475" y="66026"/>
                  <a:pt x="750925" y="68929"/>
                  <a:pt x="750925" y="71944"/>
                </a:cubicBezTo>
                <a:cubicBezTo>
                  <a:pt x="750925" y="76954"/>
                  <a:pt x="750121" y="81387"/>
                  <a:pt x="748512" y="85241"/>
                </a:cubicBezTo>
                <a:cubicBezTo>
                  <a:pt x="746904" y="89095"/>
                  <a:pt x="744604" y="92355"/>
                  <a:pt x="741612" y="95021"/>
                </a:cubicBezTo>
                <a:cubicBezTo>
                  <a:pt x="738621" y="97687"/>
                  <a:pt x="735066" y="99727"/>
                  <a:pt x="730948" y="101140"/>
                </a:cubicBezTo>
                <a:cubicBezTo>
                  <a:pt x="726831" y="102553"/>
                  <a:pt x="722263" y="103260"/>
                  <a:pt x="717245" y="103260"/>
                </a:cubicBezTo>
                <a:cubicBezTo>
                  <a:pt x="713706" y="103260"/>
                  <a:pt x="710345" y="102795"/>
                  <a:pt x="707160" y="101864"/>
                </a:cubicBezTo>
                <a:cubicBezTo>
                  <a:pt x="703975" y="100933"/>
                  <a:pt x="701514" y="99761"/>
                  <a:pt x="699777" y="98347"/>
                </a:cubicBezTo>
                <a:cubicBezTo>
                  <a:pt x="698619" y="99505"/>
                  <a:pt x="697670" y="100824"/>
                  <a:pt x="696930" y="102304"/>
                </a:cubicBezTo>
                <a:cubicBezTo>
                  <a:pt x="696191" y="103782"/>
                  <a:pt x="695821" y="105485"/>
                  <a:pt x="695821" y="107413"/>
                </a:cubicBezTo>
                <a:cubicBezTo>
                  <a:pt x="695821" y="109665"/>
                  <a:pt x="696866" y="111530"/>
                  <a:pt x="698957" y="113010"/>
                </a:cubicBezTo>
                <a:cubicBezTo>
                  <a:pt x="701048" y="114488"/>
                  <a:pt x="703831" y="115291"/>
                  <a:pt x="707305" y="115420"/>
                </a:cubicBezTo>
                <a:lnTo>
                  <a:pt x="729983" y="116388"/>
                </a:lnTo>
                <a:cubicBezTo>
                  <a:pt x="734294" y="116516"/>
                  <a:pt x="738251" y="117114"/>
                  <a:pt x="741853" y="118179"/>
                </a:cubicBezTo>
                <a:cubicBezTo>
                  <a:pt x="745456" y="119245"/>
                  <a:pt x="748577" y="120763"/>
                  <a:pt x="751214" y="122733"/>
                </a:cubicBezTo>
                <a:cubicBezTo>
                  <a:pt x="753852" y="124701"/>
                  <a:pt x="755911" y="127122"/>
                  <a:pt x="757391" y="129995"/>
                </a:cubicBezTo>
                <a:cubicBezTo>
                  <a:pt x="758870" y="132868"/>
                  <a:pt x="759610" y="136209"/>
                  <a:pt x="759610" y="140019"/>
                </a:cubicBezTo>
                <a:cubicBezTo>
                  <a:pt x="759610" y="144022"/>
                  <a:pt x="758774" y="147831"/>
                  <a:pt x="757101" y="151446"/>
                </a:cubicBezTo>
                <a:cubicBezTo>
                  <a:pt x="755428" y="155063"/>
                  <a:pt x="752871" y="158243"/>
                  <a:pt x="749429" y="160985"/>
                </a:cubicBezTo>
                <a:cubicBezTo>
                  <a:pt x="745987" y="163729"/>
                  <a:pt x="741596" y="165893"/>
                  <a:pt x="736256" y="167475"/>
                </a:cubicBezTo>
                <a:cubicBezTo>
                  <a:pt x="730916" y="169057"/>
                  <a:pt x="724611" y="169848"/>
                  <a:pt x="717341" y="169848"/>
                </a:cubicBezTo>
                <a:cubicBezTo>
                  <a:pt x="710329" y="169848"/>
                  <a:pt x="704361" y="169252"/>
                  <a:pt x="699440" y="168060"/>
                </a:cubicBezTo>
                <a:cubicBezTo>
                  <a:pt x="694518" y="166870"/>
                  <a:pt x="690481" y="165244"/>
                  <a:pt x="687328" y="163183"/>
                </a:cubicBezTo>
                <a:cubicBezTo>
                  <a:pt x="684176" y="161125"/>
                  <a:pt x="681892" y="158663"/>
                  <a:pt x="680476" y="155798"/>
                </a:cubicBezTo>
                <a:cubicBezTo>
                  <a:pt x="679061" y="152933"/>
                  <a:pt x="678353" y="149826"/>
                  <a:pt x="678353" y="146476"/>
                </a:cubicBezTo>
                <a:cubicBezTo>
                  <a:pt x="678353" y="144353"/>
                  <a:pt x="678611" y="142293"/>
                  <a:pt x="679125" y="140297"/>
                </a:cubicBezTo>
                <a:cubicBezTo>
                  <a:pt x="679640" y="138300"/>
                  <a:pt x="680428" y="136400"/>
                  <a:pt x="681490" y="134597"/>
                </a:cubicBezTo>
                <a:cubicBezTo>
                  <a:pt x="682551" y="132796"/>
                  <a:pt x="683870" y="131075"/>
                  <a:pt x="685446" y="129434"/>
                </a:cubicBezTo>
                <a:cubicBezTo>
                  <a:pt x="687023" y="127791"/>
                  <a:pt x="688840" y="126165"/>
                  <a:pt x="690899" y="124554"/>
                </a:cubicBezTo>
                <a:cubicBezTo>
                  <a:pt x="687746" y="122940"/>
                  <a:pt x="685414" y="120905"/>
                  <a:pt x="683902" y="118451"/>
                </a:cubicBezTo>
                <a:cubicBezTo>
                  <a:pt x="682390" y="115994"/>
                  <a:pt x="681634" y="113344"/>
                  <a:pt x="681634" y="110501"/>
                </a:cubicBezTo>
                <a:cubicBezTo>
                  <a:pt x="681634" y="106560"/>
                  <a:pt x="682439" y="103039"/>
                  <a:pt x="684047" y="99937"/>
                </a:cubicBezTo>
                <a:cubicBezTo>
                  <a:pt x="685655" y="96834"/>
                  <a:pt x="687650" y="94056"/>
                  <a:pt x="690030" y="91601"/>
                </a:cubicBezTo>
                <a:cubicBezTo>
                  <a:pt x="688036" y="89225"/>
                  <a:pt x="686460" y="86543"/>
                  <a:pt x="685302" y="83555"/>
                </a:cubicBezTo>
                <a:cubicBezTo>
                  <a:pt x="684144" y="80567"/>
                  <a:pt x="683565" y="76954"/>
                  <a:pt x="683565" y="72716"/>
                </a:cubicBezTo>
                <a:cubicBezTo>
                  <a:pt x="683565" y="67770"/>
                  <a:pt x="684401" y="63338"/>
                  <a:pt x="686074" y="59420"/>
                </a:cubicBezTo>
                <a:cubicBezTo>
                  <a:pt x="687746" y="55501"/>
                  <a:pt x="690063" y="52193"/>
                  <a:pt x="693022" y="49495"/>
                </a:cubicBezTo>
                <a:cubicBezTo>
                  <a:pt x="695981" y="46797"/>
                  <a:pt x="699536" y="44725"/>
                  <a:pt x="703686" y="43279"/>
                </a:cubicBezTo>
                <a:cubicBezTo>
                  <a:pt x="707835" y="41834"/>
                  <a:pt x="712355" y="41111"/>
                  <a:pt x="717245" y="41111"/>
                </a:cubicBezTo>
                <a:cubicBezTo>
                  <a:pt x="719883" y="41111"/>
                  <a:pt x="722343" y="41248"/>
                  <a:pt x="724627" y="41521"/>
                </a:cubicBezTo>
                <a:cubicBezTo>
                  <a:pt x="726911" y="41793"/>
                  <a:pt x="729050" y="42171"/>
                  <a:pt x="731045" y="42655"/>
                </a:cubicBezTo>
                <a:lnTo>
                  <a:pt x="757294" y="42655"/>
                </a:lnTo>
                <a:cubicBezTo>
                  <a:pt x="758388" y="42655"/>
                  <a:pt x="759208" y="43190"/>
                  <a:pt x="759755" y="44259"/>
                </a:cubicBezTo>
                <a:cubicBezTo>
                  <a:pt x="760302" y="45329"/>
                  <a:pt x="760575" y="46966"/>
                  <a:pt x="760575" y="49169"/>
                </a:cubicBezTo>
                <a:moveTo>
                  <a:pt x="735677" y="71993"/>
                </a:moveTo>
                <a:cubicBezTo>
                  <a:pt x="735677" y="66104"/>
                  <a:pt x="734053" y="61512"/>
                  <a:pt x="730804" y="58216"/>
                </a:cubicBezTo>
                <a:cubicBezTo>
                  <a:pt x="727555" y="54919"/>
                  <a:pt x="722938" y="53271"/>
                  <a:pt x="716955" y="53271"/>
                </a:cubicBezTo>
                <a:cubicBezTo>
                  <a:pt x="713867" y="53271"/>
                  <a:pt x="711181" y="53783"/>
                  <a:pt x="708897" y="54809"/>
                </a:cubicBezTo>
                <a:cubicBezTo>
                  <a:pt x="706613" y="55832"/>
                  <a:pt x="704715" y="57240"/>
                  <a:pt x="703203" y="59034"/>
                </a:cubicBezTo>
                <a:cubicBezTo>
                  <a:pt x="701691" y="60825"/>
                  <a:pt x="700565" y="62889"/>
                  <a:pt x="699826" y="65225"/>
                </a:cubicBezTo>
                <a:cubicBezTo>
                  <a:pt x="699086" y="67561"/>
                  <a:pt x="698716" y="70009"/>
                  <a:pt x="698716" y="72569"/>
                </a:cubicBezTo>
                <a:cubicBezTo>
                  <a:pt x="698716" y="78266"/>
                  <a:pt x="700340" y="82748"/>
                  <a:pt x="703589" y="86013"/>
                </a:cubicBezTo>
                <a:cubicBezTo>
                  <a:pt x="706838" y="89276"/>
                  <a:pt x="711390" y="90907"/>
                  <a:pt x="717245" y="90907"/>
                </a:cubicBezTo>
                <a:cubicBezTo>
                  <a:pt x="720397" y="90907"/>
                  <a:pt x="723131" y="90412"/>
                  <a:pt x="725448" y="89421"/>
                </a:cubicBezTo>
                <a:cubicBezTo>
                  <a:pt x="727764" y="88427"/>
                  <a:pt x="729678" y="87051"/>
                  <a:pt x="731190" y="85292"/>
                </a:cubicBezTo>
                <a:cubicBezTo>
                  <a:pt x="732702" y="83531"/>
                  <a:pt x="733827" y="81498"/>
                  <a:pt x="734567" y="79194"/>
                </a:cubicBezTo>
                <a:cubicBezTo>
                  <a:pt x="735307" y="76890"/>
                  <a:pt x="735677" y="74490"/>
                  <a:pt x="735677" y="71993"/>
                </a:cubicBezTo>
                <a:moveTo>
                  <a:pt x="743687" y="140885"/>
                </a:moveTo>
                <a:cubicBezTo>
                  <a:pt x="743687" y="137127"/>
                  <a:pt x="742159" y="134229"/>
                  <a:pt x="739103" y="132190"/>
                </a:cubicBezTo>
                <a:cubicBezTo>
                  <a:pt x="736047" y="130150"/>
                  <a:pt x="731913" y="129065"/>
                  <a:pt x="726702" y="128936"/>
                </a:cubicBezTo>
                <a:lnTo>
                  <a:pt x="704217" y="128158"/>
                </a:lnTo>
                <a:cubicBezTo>
                  <a:pt x="702158" y="129777"/>
                  <a:pt x="700469" y="131315"/>
                  <a:pt x="699150" y="132772"/>
                </a:cubicBezTo>
                <a:cubicBezTo>
                  <a:pt x="697831" y="134230"/>
                  <a:pt x="696786" y="135622"/>
                  <a:pt x="696014" y="136949"/>
                </a:cubicBezTo>
                <a:cubicBezTo>
                  <a:pt x="695242" y="138276"/>
                  <a:pt x="694711" y="139587"/>
                  <a:pt x="694421" y="140882"/>
                </a:cubicBezTo>
                <a:cubicBezTo>
                  <a:pt x="694132" y="142179"/>
                  <a:pt x="693987" y="143507"/>
                  <a:pt x="693987" y="144866"/>
                </a:cubicBezTo>
                <a:cubicBezTo>
                  <a:pt x="693987" y="149076"/>
                  <a:pt x="696110" y="152265"/>
                  <a:pt x="700356" y="154435"/>
                </a:cubicBezTo>
                <a:cubicBezTo>
                  <a:pt x="704603" y="156604"/>
                  <a:pt x="710522" y="157689"/>
                  <a:pt x="718113" y="157689"/>
                </a:cubicBezTo>
                <a:cubicBezTo>
                  <a:pt x="722938" y="157689"/>
                  <a:pt x="726976" y="157219"/>
                  <a:pt x="730225" y="156280"/>
                </a:cubicBezTo>
                <a:cubicBezTo>
                  <a:pt x="733474" y="155341"/>
                  <a:pt x="736095" y="154095"/>
                  <a:pt x="738090" y="152541"/>
                </a:cubicBezTo>
                <a:cubicBezTo>
                  <a:pt x="740084" y="150987"/>
                  <a:pt x="741516" y="149205"/>
                  <a:pt x="742384" y="147197"/>
                </a:cubicBezTo>
                <a:cubicBezTo>
                  <a:pt x="743253" y="145190"/>
                  <a:pt x="743687" y="143086"/>
                  <a:pt x="743687" y="140885"/>
                </a:cubicBez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Text TargetDimension">
            <a:extLst xmlns:a="http://schemas.openxmlformats.org/drawingml/2006/main">
              <a:ext uri="{FF2B5EF4-FFF2-40B4-BE49-F238E27FC236}">
                <a16:creationId xmlns:a16="http://schemas.microsoft.com/office/drawing/2014/main" id="{9BE4DEFA-8355-4FA8-9821-015183D57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3796" y="5090474"/>
            <a:ext cx="1410552" cy="163479"/>
          </a:xfrm>
          <a:custGeom xmlns:a="http://schemas.openxmlformats.org/drawingml/2006/main">
            <a:pathLst>
              <a:path w="1410552" h="163479">
                <a:moveTo>
                  <a:pt x="93417" y="10423"/>
                </a:moveTo>
                <a:cubicBezTo>
                  <a:pt x="93417" y="11645"/>
                  <a:pt x="93352" y="12706"/>
                  <a:pt x="93224" y="13607"/>
                </a:cubicBezTo>
                <a:cubicBezTo>
                  <a:pt x="93095" y="14508"/>
                  <a:pt x="92886" y="15232"/>
                  <a:pt x="92596" y="15779"/>
                </a:cubicBezTo>
                <a:cubicBezTo>
                  <a:pt x="92307" y="16325"/>
                  <a:pt x="91953" y="16727"/>
                  <a:pt x="91535" y="16985"/>
                </a:cubicBezTo>
                <a:cubicBezTo>
                  <a:pt x="91117" y="17242"/>
                  <a:pt x="90650" y="17371"/>
                  <a:pt x="90135" y="17371"/>
                </a:cubicBezTo>
                <a:lnTo>
                  <a:pt x="55008" y="17371"/>
                </a:lnTo>
                <a:lnTo>
                  <a:pt x="55008" y="125649"/>
                </a:lnTo>
                <a:cubicBezTo>
                  <a:pt x="55008" y="126164"/>
                  <a:pt x="54879" y="126614"/>
                  <a:pt x="54622" y="127000"/>
                </a:cubicBezTo>
                <a:cubicBezTo>
                  <a:pt x="54364" y="127386"/>
                  <a:pt x="53914" y="127692"/>
                  <a:pt x="53271" y="127917"/>
                </a:cubicBezTo>
                <a:cubicBezTo>
                  <a:pt x="52627" y="128142"/>
                  <a:pt x="51775" y="128335"/>
                  <a:pt x="50713" y="128496"/>
                </a:cubicBezTo>
                <a:cubicBezTo>
                  <a:pt x="49652" y="128657"/>
                  <a:pt x="48317" y="128737"/>
                  <a:pt x="46708" y="128737"/>
                </a:cubicBezTo>
                <a:cubicBezTo>
                  <a:pt x="45164" y="128737"/>
                  <a:pt x="43845" y="128657"/>
                  <a:pt x="42752" y="128496"/>
                </a:cubicBezTo>
                <a:cubicBezTo>
                  <a:pt x="41658" y="128335"/>
                  <a:pt x="40789" y="128142"/>
                  <a:pt x="40146" y="127917"/>
                </a:cubicBezTo>
                <a:cubicBezTo>
                  <a:pt x="39503" y="127692"/>
                  <a:pt x="39052" y="127386"/>
                  <a:pt x="38795" y="127000"/>
                </a:cubicBezTo>
                <a:cubicBezTo>
                  <a:pt x="38538" y="126614"/>
                  <a:pt x="38409" y="126164"/>
                  <a:pt x="38409" y="125649"/>
                </a:cubicBezTo>
                <a:lnTo>
                  <a:pt x="38409" y="17371"/>
                </a:lnTo>
                <a:lnTo>
                  <a:pt x="3281" y="17371"/>
                </a:lnTo>
                <a:cubicBezTo>
                  <a:pt x="2766" y="17371"/>
                  <a:pt x="2300" y="17242"/>
                  <a:pt x="1882" y="16985"/>
                </a:cubicBezTo>
                <a:cubicBezTo>
                  <a:pt x="1464" y="16727"/>
                  <a:pt x="1126" y="16325"/>
                  <a:pt x="869" y="15779"/>
                </a:cubicBezTo>
                <a:cubicBezTo>
                  <a:pt x="611" y="15232"/>
                  <a:pt x="402" y="14508"/>
                  <a:pt x="241" y="13607"/>
                </a:cubicBezTo>
                <a:cubicBezTo>
                  <a:pt x="80" y="12706"/>
                  <a:pt x="0" y="11645"/>
                  <a:pt x="0" y="10423"/>
                </a:cubicBezTo>
                <a:cubicBezTo>
                  <a:pt x="0" y="9200"/>
                  <a:pt x="80" y="8122"/>
                  <a:pt x="241" y="7190"/>
                </a:cubicBezTo>
                <a:cubicBezTo>
                  <a:pt x="402" y="6257"/>
                  <a:pt x="611" y="5501"/>
                  <a:pt x="869" y="4922"/>
                </a:cubicBezTo>
                <a:cubicBezTo>
                  <a:pt x="1126" y="4343"/>
                  <a:pt x="1464" y="3925"/>
                  <a:pt x="1882" y="3667"/>
                </a:cubicBezTo>
                <a:cubicBezTo>
                  <a:pt x="2300" y="3410"/>
                  <a:pt x="2766" y="3281"/>
                  <a:pt x="3281" y="3281"/>
                </a:cubicBezTo>
                <a:lnTo>
                  <a:pt x="90135" y="3281"/>
                </a:lnTo>
                <a:cubicBezTo>
                  <a:pt x="90650" y="3281"/>
                  <a:pt x="91117" y="3410"/>
                  <a:pt x="91535" y="3667"/>
                </a:cubicBezTo>
                <a:cubicBezTo>
                  <a:pt x="91953" y="3925"/>
                  <a:pt x="92307" y="4343"/>
                  <a:pt x="92596" y="4922"/>
                </a:cubicBezTo>
                <a:cubicBezTo>
                  <a:pt x="92886" y="5501"/>
                  <a:pt x="93095" y="6257"/>
                  <a:pt x="93224" y="7190"/>
                </a:cubicBezTo>
                <a:cubicBezTo>
                  <a:pt x="93352" y="8122"/>
                  <a:pt x="93417" y="9200"/>
                  <a:pt x="93417" y="10423"/>
                </a:cubicBezTo>
                <a:close/>
                <a:moveTo>
                  <a:pt x="175661" y="125842"/>
                </a:moveTo>
                <a:cubicBezTo>
                  <a:pt x="175661" y="126614"/>
                  <a:pt x="175404" y="127193"/>
                  <a:pt x="174889" y="127579"/>
                </a:cubicBezTo>
                <a:cubicBezTo>
                  <a:pt x="174374" y="127965"/>
                  <a:pt x="173667" y="128255"/>
                  <a:pt x="172766" y="128448"/>
                </a:cubicBezTo>
                <a:cubicBezTo>
                  <a:pt x="171865" y="128641"/>
                  <a:pt x="170546" y="128737"/>
                  <a:pt x="168809" y="128737"/>
                </a:cubicBezTo>
                <a:cubicBezTo>
                  <a:pt x="167137" y="128737"/>
                  <a:pt x="165802" y="128641"/>
                  <a:pt x="164804" y="128448"/>
                </a:cubicBezTo>
                <a:cubicBezTo>
                  <a:pt x="163807" y="128255"/>
                  <a:pt x="163083" y="127965"/>
                  <a:pt x="162633" y="127579"/>
                </a:cubicBezTo>
                <a:cubicBezTo>
                  <a:pt x="162183" y="127193"/>
                  <a:pt x="161957" y="126614"/>
                  <a:pt x="161957" y="125842"/>
                </a:cubicBezTo>
                <a:lnTo>
                  <a:pt x="161957" y="117157"/>
                </a:lnTo>
                <a:cubicBezTo>
                  <a:pt x="158162" y="121210"/>
                  <a:pt x="153931" y="124379"/>
                  <a:pt x="149267" y="126662"/>
                </a:cubicBezTo>
                <a:cubicBezTo>
                  <a:pt x="144603" y="128946"/>
                  <a:pt x="139665" y="130088"/>
                  <a:pt x="134454" y="130088"/>
                </a:cubicBezTo>
                <a:cubicBezTo>
                  <a:pt x="129886" y="130088"/>
                  <a:pt x="125752" y="129490"/>
                  <a:pt x="122053" y="128294"/>
                </a:cubicBezTo>
                <a:cubicBezTo>
                  <a:pt x="118353" y="127098"/>
                  <a:pt x="115201" y="125368"/>
                  <a:pt x="112595" y="123104"/>
                </a:cubicBezTo>
                <a:cubicBezTo>
                  <a:pt x="109990" y="120840"/>
                  <a:pt x="107963" y="118059"/>
                  <a:pt x="106515" y="114762"/>
                </a:cubicBezTo>
                <a:cubicBezTo>
                  <a:pt x="105068" y="111463"/>
                  <a:pt x="104344" y="107711"/>
                  <a:pt x="104344" y="103507"/>
                </a:cubicBezTo>
                <a:cubicBezTo>
                  <a:pt x="104344" y="98592"/>
                  <a:pt x="105341" y="94323"/>
                  <a:pt x="107336" y="90702"/>
                </a:cubicBezTo>
                <a:cubicBezTo>
                  <a:pt x="109330" y="87081"/>
                  <a:pt x="112193" y="84075"/>
                  <a:pt x="115925" y="81682"/>
                </a:cubicBezTo>
                <a:cubicBezTo>
                  <a:pt x="119656" y="79288"/>
                  <a:pt x="124224" y="77492"/>
                  <a:pt x="129628" y="76296"/>
                </a:cubicBezTo>
                <a:cubicBezTo>
                  <a:pt x="135033" y="75100"/>
                  <a:pt x="141112" y="74502"/>
                  <a:pt x="147868" y="74502"/>
                </a:cubicBezTo>
                <a:lnTo>
                  <a:pt x="159834" y="74502"/>
                </a:lnTo>
                <a:lnTo>
                  <a:pt x="159834" y="67795"/>
                </a:lnTo>
                <a:cubicBezTo>
                  <a:pt x="159834" y="64473"/>
                  <a:pt x="159480" y="61535"/>
                  <a:pt x="158773" y="58979"/>
                </a:cubicBezTo>
                <a:cubicBezTo>
                  <a:pt x="158065" y="56424"/>
                  <a:pt x="156923" y="54300"/>
                  <a:pt x="155347" y="52607"/>
                </a:cubicBezTo>
                <a:cubicBezTo>
                  <a:pt x="153771" y="50914"/>
                  <a:pt x="151728" y="49637"/>
                  <a:pt x="149219" y="48774"/>
                </a:cubicBezTo>
                <a:cubicBezTo>
                  <a:pt x="146710" y="47912"/>
                  <a:pt x="143622" y="47480"/>
                  <a:pt x="139954" y="47480"/>
                </a:cubicBezTo>
                <a:cubicBezTo>
                  <a:pt x="136030" y="47480"/>
                  <a:pt x="132507" y="47942"/>
                  <a:pt x="129387" y="48865"/>
                </a:cubicBezTo>
                <a:cubicBezTo>
                  <a:pt x="126267" y="49787"/>
                  <a:pt x="123532" y="50806"/>
                  <a:pt x="121184" y="51920"/>
                </a:cubicBezTo>
                <a:cubicBezTo>
                  <a:pt x="118836" y="53033"/>
                  <a:pt x="116874" y="54052"/>
                  <a:pt x="115297" y="54975"/>
                </a:cubicBezTo>
                <a:cubicBezTo>
                  <a:pt x="113721" y="55897"/>
                  <a:pt x="112547" y="56359"/>
                  <a:pt x="111775" y="56359"/>
                </a:cubicBezTo>
                <a:cubicBezTo>
                  <a:pt x="111260" y="56359"/>
                  <a:pt x="110810" y="56230"/>
                  <a:pt x="110424" y="55973"/>
                </a:cubicBezTo>
                <a:cubicBezTo>
                  <a:pt x="110038" y="55715"/>
                  <a:pt x="109700" y="55329"/>
                  <a:pt x="109411" y="54815"/>
                </a:cubicBezTo>
                <a:cubicBezTo>
                  <a:pt x="109121" y="54300"/>
                  <a:pt x="108912" y="53641"/>
                  <a:pt x="108783" y="52836"/>
                </a:cubicBezTo>
                <a:cubicBezTo>
                  <a:pt x="108655" y="52032"/>
                  <a:pt x="108590" y="51148"/>
                  <a:pt x="108590" y="50182"/>
                </a:cubicBezTo>
                <a:cubicBezTo>
                  <a:pt x="108590" y="48574"/>
                  <a:pt x="108703" y="47303"/>
                  <a:pt x="108928" y="46371"/>
                </a:cubicBezTo>
                <a:cubicBezTo>
                  <a:pt x="109153" y="45438"/>
                  <a:pt x="109700" y="44553"/>
                  <a:pt x="110569" y="43717"/>
                </a:cubicBezTo>
                <a:cubicBezTo>
                  <a:pt x="111437" y="42880"/>
                  <a:pt x="112933" y="41906"/>
                  <a:pt x="115056" y="40794"/>
                </a:cubicBezTo>
                <a:cubicBezTo>
                  <a:pt x="117179" y="39681"/>
                  <a:pt x="119624" y="38663"/>
                  <a:pt x="122391" y="37742"/>
                </a:cubicBezTo>
                <a:cubicBezTo>
                  <a:pt x="125157" y="36822"/>
                  <a:pt x="128181" y="36060"/>
                  <a:pt x="131462" y="35456"/>
                </a:cubicBezTo>
                <a:cubicBezTo>
                  <a:pt x="134743" y="34851"/>
                  <a:pt x="138056" y="34549"/>
                  <a:pt x="141402" y="34549"/>
                </a:cubicBezTo>
                <a:cubicBezTo>
                  <a:pt x="147643" y="34549"/>
                  <a:pt x="152950" y="35256"/>
                  <a:pt x="157325" y="36672"/>
                </a:cubicBezTo>
                <a:cubicBezTo>
                  <a:pt x="161700" y="38087"/>
                  <a:pt x="165239" y="40162"/>
                  <a:pt x="167941" y="42896"/>
                </a:cubicBezTo>
                <a:cubicBezTo>
                  <a:pt x="170643" y="45631"/>
                  <a:pt x="172605" y="49024"/>
                  <a:pt x="173828" y="53078"/>
                </a:cubicBezTo>
                <a:cubicBezTo>
                  <a:pt x="175050" y="57131"/>
                  <a:pt x="175661" y="61860"/>
                  <a:pt x="175661" y="67264"/>
                </a:cubicBezTo>
                <a:lnTo>
                  <a:pt x="175661" y="125842"/>
                </a:lnTo>
                <a:moveTo>
                  <a:pt x="159834" y="86082"/>
                </a:moveTo>
                <a:lnTo>
                  <a:pt x="146227" y="86082"/>
                </a:lnTo>
                <a:cubicBezTo>
                  <a:pt x="141852" y="86082"/>
                  <a:pt x="138056" y="86453"/>
                  <a:pt x="134840" y="87195"/>
                </a:cubicBezTo>
                <a:cubicBezTo>
                  <a:pt x="131623" y="87937"/>
                  <a:pt x="128953" y="89035"/>
                  <a:pt x="126830" y="90488"/>
                </a:cubicBezTo>
                <a:cubicBezTo>
                  <a:pt x="124707" y="91940"/>
                  <a:pt x="123146" y="93682"/>
                  <a:pt x="122149" y="95715"/>
                </a:cubicBezTo>
                <a:cubicBezTo>
                  <a:pt x="121152" y="97747"/>
                  <a:pt x="120653" y="100086"/>
                  <a:pt x="120653" y="102732"/>
                </a:cubicBezTo>
                <a:cubicBezTo>
                  <a:pt x="120653" y="107250"/>
                  <a:pt x="122085" y="110848"/>
                  <a:pt x="124948" y="113526"/>
                </a:cubicBezTo>
                <a:cubicBezTo>
                  <a:pt x="127811" y="116204"/>
                  <a:pt x="131816" y="117543"/>
                  <a:pt x="136963" y="117543"/>
                </a:cubicBezTo>
                <a:cubicBezTo>
                  <a:pt x="141145" y="117543"/>
                  <a:pt x="145021" y="116478"/>
                  <a:pt x="148592" y="114349"/>
                </a:cubicBezTo>
                <a:cubicBezTo>
                  <a:pt x="152162" y="112220"/>
                  <a:pt x="155910" y="108961"/>
                  <a:pt x="159834" y="104572"/>
                </a:cubicBezTo>
                <a:lnTo>
                  <a:pt x="159834" y="86082"/>
                </a:lnTo>
                <a:close/>
                <a:moveTo>
                  <a:pt x="256379" y="44585"/>
                </a:moveTo>
                <a:cubicBezTo>
                  <a:pt x="256379" y="46001"/>
                  <a:pt x="256346" y="47191"/>
                  <a:pt x="256282" y="48156"/>
                </a:cubicBezTo>
                <a:cubicBezTo>
                  <a:pt x="256218" y="49121"/>
                  <a:pt x="256089" y="49877"/>
                  <a:pt x="255896" y="50424"/>
                </a:cubicBezTo>
                <a:cubicBezTo>
                  <a:pt x="255703" y="50971"/>
                  <a:pt x="255462" y="51389"/>
                  <a:pt x="255172" y="51678"/>
                </a:cubicBezTo>
                <a:cubicBezTo>
                  <a:pt x="254883" y="51968"/>
                  <a:pt x="254481" y="52113"/>
                  <a:pt x="253966" y="52113"/>
                </a:cubicBezTo>
                <a:cubicBezTo>
                  <a:pt x="253451" y="52113"/>
                  <a:pt x="252824" y="51968"/>
                  <a:pt x="252084" y="51678"/>
                </a:cubicBezTo>
                <a:cubicBezTo>
                  <a:pt x="251344" y="51389"/>
                  <a:pt x="250508" y="51099"/>
                  <a:pt x="249575" y="50810"/>
                </a:cubicBezTo>
                <a:cubicBezTo>
                  <a:pt x="248642" y="50520"/>
                  <a:pt x="247597" y="50247"/>
                  <a:pt x="246439" y="49989"/>
                </a:cubicBezTo>
                <a:cubicBezTo>
                  <a:pt x="245281" y="49732"/>
                  <a:pt x="244026" y="49603"/>
                  <a:pt x="242675" y="49603"/>
                </a:cubicBezTo>
                <a:cubicBezTo>
                  <a:pt x="241067" y="49603"/>
                  <a:pt x="239490" y="49925"/>
                  <a:pt x="237946" y="50568"/>
                </a:cubicBezTo>
                <a:cubicBezTo>
                  <a:pt x="236402" y="51212"/>
                  <a:pt x="234778" y="52273"/>
                  <a:pt x="233073" y="53753"/>
                </a:cubicBezTo>
                <a:cubicBezTo>
                  <a:pt x="231368" y="55233"/>
                  <a:pt x="229582" y="57195"/>
                  <a:pt x="227717" y="59640"/>
                </a:cubicBezTo>
                <a:cubicBezTo>
                  <a:pt x="225851" y="62085"/>
                  <a:pt x="223792" y="65076"/>
                  <a:pt x="221540" y="68615"/>
                </a:cubicBezTo>
                <a:lnTo>
                  <a:pt x="221540" y="125746"/>
                </a:lnTo>
                <a:cubicBezTo>
                  <a:pt x="221540" y="126260"/>
                  <a:pt x="221412" y="126695"/>
                  <a:pt x="221154" y="127048"/>
                </a:cubicBezTo>
                <a:cubicBezTo>
                  <a:pt x="220897" y="127402"/>
                  <a:pt x="220479" y="127708"/>
                  <a:pt x="219900" y="127965"/>
                </a:cubicBezTo>
                <a:cubicBezTo>
                  <a:pt x="219321" y="128223"/>
                  <a:pt x="218517" y="128416"/>
                  <a:pt x="217487" y="128544"/>
                </a:cubicBezTo>
                <a:cubicBezTo>
                  <a:pt x="216458" y="128673"/>
                  <a:pt x="215139" y="128737"/>
                  <a:pt x="213531" y="128737"/>
                </a:cubicBezTo>
                <a:cubicBezTo>
                  <a:pt x="211986" y="128737"/>
                  <a:pt x="210700" y="128673"/>
                  <a:pt x="209670" y="128544"/>
                </a:cubicBezTo>
                <a:cubicBezTo>
                  <a:pt x="208641" y="128416"/>
                  <a:pt x="207821" y="128223"/>
                  <a:pt x="207209" y="127965"/>
                </a:cubicBezTo>
                <a:cubicBezTo>
                  <a:pt x="206598" y="127708"/>
                  <a:pt x="206180" y="127402"/>
                  <a:pt x="205955" y="127048"/>
                </a:cubicBezTo>
                <a:cubicBezTo>
                  <a:pt x="205730" y="126695"/>
                  <a:pt x="205617" y="126260"/>
                  <a:pt x="205617" y="125746"/>
                </a:cubicBezTo>
                <a:lnTo>
                  <a:pt x="205617" y="38891"/>
                </a:lnTo>
                <a:cubicBezTo>
                  <a:pt x="205617" y="38377"/>
                  <a:pt x="205714" y="37942"/>
                  <a:pt x="205907" y="37589"/>
                </a:cubicBezTo>
                <a:cubicBezTo>
                  <a:pt x="206100" y="37235"/>
                  <a:pt x="206486" y="36913"/>
                  <a:pt x="207065" y="36624"/>
                </a:cubicBezTo>
                <a:cubicBezTo>
                  <a:pt x="207644" y="36334"/>
                  <a:pt x="208384" y="36141"/>
                  <a:pt x="209284" y="36045"/>
                </a:cubicBezTo>
                <a:cubicBezTo>
                  <a:pt x="210185" y="35948"/>
                  <a:pt x="211375" y="35900"/>
                  <a:pt x="212855" y="35900"/>
                </a:cubicBezTo>
                <a:cubicBezTo>
                  <a:pt x="214270" y="35900"/>
                  <a:pt x="215445" y="35948"/>
                  <a:pt x="216377" y="36045"/>
                </a:cubicBezTo>
                <a:cubicBezTo>
                  <a:pt x="217310" y="36141"/>
                  <a:pt x="218034" y="36334"/>
                  <a:pt x="218549" y="36624"/>
                </a:cubicBezTo>
                <a:cubicBezTo>
                  <a:pt x="219063" y="36913"/>
                  <a:pt x="219433" y="37235"/>
                  <a:pt x="219659" y="37589"/>
                </a:cubicBezTo>
                <a:cubicBezTo>
                  <a:pt x="219884" y="37942"/>
                  <a:pt x="219996" y="38377"/>
                  <a:pt x="219996" y="38891"/>
                </a:cubicBezTo>
                <a:lnTo>
                  <a:pt x="219996" y="51534"/>
                </a:lnTo>
                <a:cubicBezTo>
                  <a:pt x="222377" y="48059"/>
                  <a:pt x="224612" y="45229"/>
                  <a:pt x="226703" y="43041"/>
                </a:cubicBezTo>
                <a:cubicBezTo>
                  <a:pt x="228794" y="40854"/>
                  <a:pt x="230773" y="39133"/>
                  <a:pt x="232638" y="37878"/>
                </a:cubicBezTo>
                <a:cubicBezTo>
                  <a:pt x="234504" y="36624"/>
                  <a:pt x="236354" y="35755"/>
                  <a:pt x="238187" y="35272"/>
                </a:cubicBezTo>
                <a:cubicBezTo>
                  <a:pt x="240021" y="34790"/>
                  <a:pt x="241871" y="34549"/>
                  <a:pt x="243736" y="34549"/>
                </a:cubicBezTo>
                <a:cubicBezTo>
                  <a:pt x="244573" y="34549"/>
                  <a:pt x="245522" y="34597"/>
                  <a:pt x="246583" y="34693"/>
                </a:cubicBezTo>
                <a:cubicBezTo>
                  <a:pt x="247645" y="34790"/>
                  <a:pt x="248755" y="34967"/>
                  <a:pt x="249913" y="35224"/>
                </a:cubicBezTo>
                <a:cubicBezTo>
                  <a:pt x="251071" y="35482"/>
                  <a:pt x="252116" y="35771"/>
                  <a:pt x="253049" y="36093"/>
                </a:cubicBezTo>
                <a:cubicBezTo>
                  <a:pt x="253982" y="36414"/>
                  <a:pt x="254642" y="36736"/>
                  <a:pt x="255028" y="37058"/>
                </a:cubicBezTo>
                <a:cubicBezTo>
                  <a:pt x="255414" y="37380"/>
                  <a:pt x="255671" y="37685"/>
                  <a:pt x="255800" y="37975"/>
                </a:cubicBezTo>
                <a:cubicBezTo>
                  <a:pt x="255928" y="38264"/>
                  <a:pt x="256041" y="38634"/>
                  <a:pt x="256137" y="39084"/>
                </a:cubicBezTo>
                <a:cubicBezTo>
                  <a:pt x="256234" y="39535"/>
                  <a:pt x="256298" y="40194"/>
                  <a:pt x="256330" y="41063"/>
                </a:cubicBezTo>
                <a:cubicBezTo>
                  <a:pt x="256363" y="41931"/>
                  <a:pt x="256379" y="43105"/>
                  <a:pt x="256379" y="44585"/>
                </a:cubicBezTo>
                <a:close/>
                <a:moveTo>
                  <a:pt x="347630" y="42800"/>
                </a:moveTo>
                <a:cubicBezTo>
                  <a:pt x="347630" y="45070"/>
                  <a:pt x="347324" y="46707"/>
                  <a:pt x="346713" y="47713"/>
                </a:cubicBezTo>
                <a:cubicBezTo>
                  <a:pt x="346102" y="48716"/>
                  <a:pt x="345314" y="49217"/>
                  <a:pt x="344348" y="49217"/>
                </a:cubicBezTo>
                <a:lnTo>
                  <a:pt x="331899" y="49217"/>
                </a:lnTo>
                <a:cubicBezTo>
                  <a:pt x="334151" y="51527"/>
                  <a:pt x="335727" y="54078"/>
                  <a:pt x="336628" y="56868"/>
                </a:cubicBezTo>
                <a:cubicBezTo>
                  <a:pt x="337529" y="59657"/>
                  <a:pt x="337979" y="62559"/>
                  <a:pt x="337979" y="65575"/>
                </a:cubicBezTo>
                <a:cubicBezTo>
                  <a:pt x="337979" y="70585"/>
                  <a:pt x="337175" y="75017"/>
                  <a:pt x="335567" y="78872"/>
                </a:cubicBezTo>
                <a:cubicBezTo>
                  <a:pt x="333958" y="82726"/>
                  <a:pt x="331658" y="85986"/>
                  <a:pt x="328666" y="88652"/>
                </a:cubicBezTo>
                <a:cubicBezTo>
                  <a:pt x="325675" y="91318"/>
                  <a:pt x="322120" y="93357"/>
                  <a:pt x="318003" y="94771"/>
                </a:cubicBezTo>
                <a:cubicBezTo>
                  <a:pt x="313885" y="96184"/>
                  <a:pt x="309317" y="96891"/>
                  <a:pt x="304299" y="96891"/>
                </a:cubicBezTo>
                <a:cubicBezTo>
                  <a:pt x="300761" y="96891"/>
                  <a:pt x="297399" y="96425"/>
                  <a:pt x="294214" y="95494"/>
                </a:cubicBezTo>
                <a:cubicBezTo>
                  <a:pt x="291030" y="94564"/>
                  <a:pt x="288569" y="93391"/>
                  <a:pt x="286832" y="91978"/>
                </a:cubicBezTo>
                <a:cubicBezTo>
                  <a:pt x="285674" y="93136"/>
                  <a:pt x="284725" y="94455"/>
                  <a:pt x="283985" y="95935"/>
                </a:cubicBezTo>
                <a:cubicBezTo>
                  <a:pt x="283245" y="97412"/>
                  <a:pt x="282875" y="99115"/>
                  <a:pt x="282875" y="101043"/>
                </a:cubicBezTo>
                <a:cubicBezTo>
                  <a:pt x="282875" y="103295"/>
                  <a:pt x="283920" y="105161"/>
                  <a:pt x="286011" y="106641"/>
                </a:cubicBezTo>
                <a:cubicBezTo>
                  <a:pt x="288102" y="108118"/>
                  <a:pt x="290885" y="108922"/>
                  <a:pt x="294359" y="109050"/>
                </a:cubicBezTo>
                <a:lnTo>
                  <a:pt x="317038" y="110018"/>
                </a:lnTo>
                <a:cubicBezTo>
                  <a:pt x="321348" y="110147"/>
                  <a:pt x="325305" y="110744"/>
                  <a:pt x="328908" y="111810"/>
                </a:cubicBezTo>
                <a:cubicBezTo>
                  <a:pt x="332511" y="112875"/>
                  <a:pt x="335631" y="114393"/>
                  <a:pt x="338269" y="116364"/>
                </a:cubicBezTo>
                <a:cubicBezTo>
                  <a:pt x="340906" y="118332"/>
                  <a:pt x="342965" y="120753"/>
                  <a:pt x="344445" y="123626"/>
                </a:cubicBezTo>
                <a:cubicBezTo>
                  <a:pt x="345925" y="126499"/>
                  <a:pt x="346665" y="129840"/>
                  <a:pt x="346665" y="133650"/>
                </a:cubicBezTo>
                <a:cubicBezTo>
                  <a:pt x="346665" y="137653"/>
                  <a:pt x="345828" y="141462"/>
                  <a:pt x="344155" y="145077"/>
                </a:cubicBezTo>
                <a:cubicBezTo>
                  <a:pt x="342483" y="148694"/>
                  <a:pt x="339925" y="151873"/>
                  <a:pt x="336483" y="154616"/>
                </a:cubicBezTo>
                <a:cubicBezTo>
                  <a:pt x="333041" y="157360"/>
                  <a:pt x="328650" y="159523"/>
                  <a:pt x="323310" y="161106"/>
                </a:cubicBezTo>
                <a:cubicBezTo>
                  <a:pt x="317971" y="162688"/>
                  <a:pt x="311666" y="163479"/>
                  <a:pt x="304396" y="163479"/>
                </a:cubicBezTo>
                <a:cubicBezTo>
                  <a:pt x="297383" y="163479"/>
                  <a:pt x="291416" y="162883"/>
                  <a:pt x="286494" y="161691"/>
                </a:cubicBezTo>
                <a:cubicBezTo>
                  <a:pt x="281572" y="160500"/>
                  <a:pt x="277535" y="158875"/>
                  <a:pt x="274383" y="156814"/>
                </a:cubicBezTo>
                <a:cubicBezTo>
                  <a:pt x="271230" y="154755"/>
                  <a:pt x="268946" y="152294"/>
                  <a:pt x="267531" y="149429"/>
                </a:cubicBezTo>
                <a:cubicBezTo>
                  <a:pt x="266115" y="146564"/>
                  <a:pt x="265408" y="143456"/>
                  <a:pt x="265408" y="140107"/>
                </a:cubicBezTo>
                <a:cubicBezTo>
                  <a:pt x="265408" y="137984"/>
                  <a:pt x="265665" y="135924"/>
                  <a:pt x="266180" y="133927"/>
                </a:cubicBezTo>
                <a:cubicBezTo>
                  <a:pt x="266694" y="131931"/>
                  <a:pt x="267482" y="130031"/>
                  <a:pt x="268544" y="128228"/>
                </a:cubicBezTo>
                <a:cubicBezTo>
                  <a:pt x="269606" y="126426"/>
                  <a:pt x="270924" y="124705"/>
                  <a:pt x="272501" y="123065"/>
                </a:cubicBezTo>
                <a:cubicBezTo>
                  <a:pt x="274077" y="121422"/>
                  <a:pt x="275894" y="119796"/>
                  <a:pt x="277953" y="118185"/>
                </a:cubicBezTo>
                <a:cubicBezTo>
                  <a:pt x="274801" y="116571"/>
                  <a:pt x="272469" y="114536"/>
                  <a:pt x="270957" y="112081"/>
                </a:cubicBezTo>
                <a:cubicBezTo>
                  <a:pt x="269445" y="109624"/>
                  <a:pt x="268689" y="106974"/>
                  <a:pt x="268689" y="104132"/>
                </a:cubicBezTo>
                <a:cubicBezTo>
                  <a:pt x="268689" y="100191"/>
                  <a:pt x="269493" y="96670"/>
                  <a:pt x="271101" y="93567"/>
                </a:cubicBezTo>
                <a:cubicBezTo>
                  <a:pt x="272710" y="90465"/>
                  <a:pt x="274704" y="87687"/>
                  <a:pt x="277085" y="85232"/>
                </a:cubicBezTo>
                <a:cubicBezTo>
                  <a:pt x="275090" y="82855"/>
                  <a:pt x="273514" y="80173"/>
                  <a:pt x="272356" y="77186"/>
                </a:cubicBezTo>
                <a:cubicBezTo>
                  <a:pt x="271198" y="74198"/>
                  <a:pt x="270619" y="70585"/>
                  <a:pt x="270619" y="66347"/>
                </a:cubicBezTo>
                <a:cubicBezTo>
                  <a:pt x="270619" y="61401"/>
                  <a:pt x="271455" y="56969"/>
                  <a:pt x="273128" y="53050"/>
                </a:cubicBezTo>
                <a:cubicBezTo>
                  <a:pt x="274801" y="49132"/>
                  <a:pt x="277117" y="45824"/>
                  <a:pt x="280076" y="43126"/>
                </a:cubicBezTo>
                <a:cubicBezTo>
                  <a:pt x="283036" y="40427"/>
                  <a:pt x="286590" y="38356"/>
                  <a:pt x="290740" y="36910"/>
                </a:cubicBezTo>
                <a:cubicBezTo>
                  <a:pt x="294890" y="35464"/>
                  <a:pt x="299409" y="34742"/>
                  <a:pt x="304299" y="34742"/>
                </a:cubicBezTo>
                <a:cubicBezTo>
                  <a:pt x="306937" y="34742"/>
                  <a:pt x="309398" y="34878"/>
                  <a:pt x="311682" y="35152"/>
                </a:cubicBezTo>
                <a:cubicBezTo>
                  <a:pt x="313966" y="35423"/>
                  <a:pt x="316105" y="35801"/>
                  <a:pt x="318099" y="36286"/>
                </a:cubicBezTo>
                <a:lnTo>
                  <a:pt x="344348" y="36286"/>
                </a:lnTo>
                <a:cubicBezTo>
                  <a:pt x="345442" y="36286"/>
                  <a:pt x="346262" y="36821"/>
                  <a:pt x="346809" y="37890"/>
                </a:cubicBezTo>
                <a:cubicBezTo>
                  <a:pt x="347356" y="38960"/>
                  <a:pt x="347630" y="40596"/>
                  <a:pt x="347630" y="42800"/>
                </a:cubicBezTo>
                <a:moveTo>
                  <a:pt x="322731" y="65623"/>
                </a:moveTo>
                <a:cubicBezTo>
                  <a:pt x="322731" y="59734"/>
                  <a:pt x="321107" y="55142"/>
                  <a:pt x="317858" y="51847"/>
                </a:cubicBezTo>
                <a:cubicBezTo>
                  <a:pt x="314609" y="48550"/>
                  <a:pt x="309993" y="46901"/>
                  <a:pt x="304010" y="46901"/>
                </a:cubicBezTo>
                <a:cubicBezTo>
                  <a:pt x="300921" y="46901"/>
                  <a:pt x="298235" y="47414"/>
                  <a:pt x="295951" y="48439"/>
                </a:cubicBezTo>
                <a:cubicBezTo>
                  <a:pt x="293667" y="49463"/>
                  <a:pt x="291769" y="50871"/>
                  <a:pt x="290258" y="52664"/>
                </a:cubicBezTo>
                <a:cubicBezTo>
                  <a:pt x="288746" y="54456"/>
                  <a:pt x="287620" y="56520"/>
                  <a:pt x="286880" y="58856"/>
                </a:cubicBezTo>
                <a:cubicBezTo>
                  <a:pt x="286140" y="61192"/>
                  <a:pt x="285770" y="63640"/>
                  <a:pt x="285770" y="66199"/>
                </a:cubicBezTo>
                <a:cubicBezTo>
                  <a:pt x="285770" y="71897"/>
                  <a:pt x="287395" y="76378"/>
                  <a:pt x="290644" y="79644"/>
                </a:cubicBezTo>
                <a:cubicBezTo>
                  <a:pt x="293893" y="82907"/>
                  <a:pt x="298444" y="84538"/>
                  <a:pt x="304299" y="84538"/>
                </a:cubicBezTo>
                <a:cubicBezTo>
                  <a:pt x="307452" y="84538"/>
                  <a:pt x="310186" y="84043"/>
                  <a:pt x="312502" y="83051"/>
                </a:cubicBezTo>
                <a:cubicBezTo>
                  <a:pt x="314818" y="82058"/>
                  <a:pt x="316732" y="80682"/>
                  <a:pt x="318244" y="78923"/>
                </a:cubicBezTo>
                <a:cubicBezTo>
                  <a:pt x="319756" y="77162"/>
                  <a:pt x="320882" y="75129"/>
                  <a:pt x="321622" y="72825"/>
                </a:cubicBezTo>
                <a:cubicBezTo>
                  <a:pt x="322361" y="70521"/>
                  <a:pt x="322731" y="68120"/>
                  <a:pt x="322731" y="65623"/>
                </a:cubicBezTo>
                <a:moveTo>
                  <a:pt x="330741" y="134516"/>
                </a:moveTo>
                <a:cubicBezTo>
                  <a:pt x="330741" y="130758"/>
                  <a:pt x="329213" y="127860"/>
                  <a:pt x="326157" y="125821"/>
                </a:cubicBezTo>
                <a:cubicBezTo>
                  <a:pt x="323101" y="123780"/>
                  <a:pt x="318968" y="122696"/>
                  <a:pt x="313756" y="122567"/>
                </a:cubicBezTo>
                <a:lnTo>
                  <a:pt x="291271" y="121789"/>
                </a:lnTo>
                <a:cubicBezTo>
                  <a:pt x="289212" y="123407"/>
                  <a:pt x="287523" y="124945"/>
                  <a:pt x="286204" y="126403"/>
                </a:cubicBezTo>
                <a:cubicBezTo>
                  <a:pt x="284885" y="127861"/>
                  <a:pt x="283840" y="129253"/>
                  <a:pt x="283068" y="130580"/>
                </a:cubicBezTo>
                <a:cubicBezTo>
                  <a:pt x="282296" y="131907"/>
                  <a:pt x="281765" y="133218"/>
                  <a:pt x="281476" y="134513"/>
                </a:cubicBezTo>
                <a:cubicBezTo>
                  <a:pt x="281186" y="135809"/>
                  <a:pt x="281041" y="137137"/>
                  <a:pt x="281041" y="138496"/>
                </a:cubicBezTo>
                <a:cubicBezTo>
                  <a:pt x="281041" y="142706"/>
                  <a:pt x="283164" y="145896"/>
                  <a:pt x="287411" y="148065"/>
                </a:cubicBezTo>
                <a:cubicBezTo>
                  <a:pt x="291657" y="150235"/>
                  <a:pt x="297576" y="151319"/>
                  <a:pt x="305168" y="151319"/>
                </a:cubicBezTo>
                <a:cubicBezTo>
                  <a:pt x="309993" y="151319"/>
                  <a:pt x="314030" y="150850"/>
                  <a:pt x="317279" y="149911"/>
                </a:cubicBezTo>
                <a:cubicBezTo>
                  <a:pt x="320528" y="148972"/>
                  <a:pt x="323150" y="147726"/>
                  <a:pt x="325144" y="146172"/>
                </a:cubicBezTo>
                <a:cubicBezTo>
                  <a:pt x="327138" y="144617"/>
                  <a:pt x="328570" y="142836"/>
                  <a:pt x="329439" y="140828"/>
                </a:cubicBezTo>
                <a:cubicBezTo>
                  <a:pt x="330307" y="138821"/>
                  <a:pt x="330741" y="136717"/>
                  <a:pt x="330741" y="134516"/>
                </a:cubicBezTo>
                <a:close/>
                <a:moveTo>
                  <a:pt x="442271" y="78555"/>
                </a:moveTo>
                <a:cubicBezTo>
                  <a:pt x="442271" y="81064"/>
                  <a:pt x="441644" y="82849"/>
                  <a:pt x="440389" y="83911"/>
                </a:cubicBezTo>
                <a:cubicBezTo>
                  <a:pt x="439135" y="84972"/>
                  <a:pt x="437703" y="85503"/>
                  <a:pt x="436095" y="85503"/>
                </a:cubicBezTo>
                <a:lnTo>
                  <a:pt x="379157" y="85503"/>
                </a:lnTo>
                <a:cubicBezTo>
                  <a:pt x="379157" y="90343"/>
                  <a:pt x="379639" y="94698"/>
                  <a:pt x="380605" y="98571"/>
                </a:cubicBezTo>
                <a:cubicBezTo>
                  <a:pt x="381570" y="102443"/>
                  <a:pt x="383178" y="105766"/>
                  <a:pt x="385430" y="108541"/>
                </a:cubicBezTo>
                <a:cubicBezTo>
                  <a:pt x="387682" y="111315"/>
                  <a:pt x="390609" y="113445"/>
                  <a:pt x="394212" y="114931"/>
                </a:cubicBezTo>
                <a:cubicBezTo>
                  <a:pt x="397815" y="116415"/>
                  <a:pt x="402222" y="117157"/>
                  <a:pt x="407433" y="117157"/>
                </a:cubicBezTo>
                <a:cubicBezTo>
                  <a:pt x="411550" y="117157"/>
                  <a:pt x="415218" y="116819"/>
                  <a:pt x="418434" y="116143"/>
                </a:cubicBezTo>
                <a:cubicBezTo>
                  <a:pt x="421651" y="115468"/>
                  <a:pt x="424434" y="114712"/>
                  <a:pt x="426782" y="113876"/>
                </a:cubicBezTo>
                <a:cubicBezTo>
                  <a:pt x="429130" y="113039"/>
                  <a:pt x="431060" y="112283"/>
                  <a:pt x="432572" y="111608"/>
                </a:cubicBezTo>
                <a:cubicBezTo>
                  <a:pt x="434084" y="110932"/>
                  <a:pt x="435226" y="110594"/>
                  <a:pt x="435998" y="110594"/>
                </a:cubicBezTo>
                <a:cubicBezTo>
                  <a:pt x="436449" y="110594"/>
                  <a:pt x="436851" y="110707"/>
                  <a:pt x="437205" y="110932"/>
                </a:cubicBezTo>
                <a:cubicBezTo>
                  <a:pt x="437558" y="111157"/>
                  <a:pt x="437832" y="111495"/>
                  <a:pt x="438025" y="111945"/>
                </a:cubicBezTo>
                <a:cubicBezTo>
                  <a:pt x="438218" y="112396"/>
                  <a:pt x="438363" y="113023"/>
                  <a:pt x="438459" y="113827"/>
                </a:cubicBezTo>
                <a:cubicBezTo>
                  <a:pt x="438556" y="114632"/>
                  <a:pt x="438604" y="115613"/>
                  <a:pt x="438604" y="116771"/>
                </a:cubicBezTo>
                <a:cubicBezTo>
                  <a:pt x="438604" y="117607"/>
                  <a:pt x="438572" y="118331"/>
                  <a:pt x="438507" y="118942"/>
                </a:cubicBezTo>
                <a:cubicBezTo>
                  <a:pt x="438443" y="119553"/>
                  <a:pt x="438363" y="120100"/>
                  <a:pt x="438266" y="120583"/>
                </a:cubicBezTo>
                <a:cubicBezTo>
                  <a:pt x="438170" y="121065"/>
                  <a:pt x="438009" y="121499"/>
                  <a:pt x="437784" y="121885"/>
                </a:cubicBezTo>
                <a:cubicBezTo>
                  <a:pt x="437558" y="122272"/>
                  <a:pt x="437269" y="122641"/>
                  <a:pt x="436915" y="122995"/>
                </a:cubicBezTo>
                <a:cubicBezTo>
                  <a:pt x="436561" y="123349"/>
                  <a:pt x="435516" y="123928"/>
                  <a:pt x="433779" y="124732"/>
                </a:cubicBezTo>
                <a:cubicBezTo>
                  <a:pt x="432042" y="125537"/>
                  <a:pt x="429790" y="126325"/>
                  <a:pt x="427023" y="127097"/>
                </a:cubicBezTo>
                <a:cubicBezTo>
                  <a:pt x="424257" y="127869"/>
                  <a:pt x="421056" y="128560"/>
                  <a:pt x="417421" y="129172"/>
                </a:cubicBezTo>
                <a:cubicBezTo>
                  <a:pt x="413786" y="129783"/>
                  <a:pt x="409910" y="130088"/>
                  <a:pt x="405792" y="130088"/>
                </a:cubicBezTo>
                <a:cubicBezTo>
                  <a:pt x="398651" y="130088"/>
                  <a:pt x="392394" y="129090"/>
                  <a:pt x="387022" y="127094"/>
                </a:cubicBezTo>
                <a:cubicBezTo>
                  <a:pt x="381650" y="125097"/>
                  <a:pt x="377130" y="122135"/>
                  <a:pt x="373463" y="118206"/>
                </a:cubicBezTo>
                <a:cubicBezTo>
                  <a:pt x="369796" y="114278"/>
                  <a:pt x="367030" y="109351"/>
                  <a:pt x="365164" y="103426"/>
                </a:cubicBezTo>
                <a:cubicBezTo>
                  <a:pt x="363298" y="97501"/>
                  <a:pt x="362365" y="90610"/>
                  <a:pt x="362365" y="82753"/>
                </a:cubicBezTo>
                <a:cubicBezTo>
                  <a:pt x="362365" y="75282"/>
                  <a:pt x="363330" y="68568"/>
                  <a:pt x="365260" y="62610"/>
                </a:cubicBezTo>
                <a:cubicBezTo>
                  <a:pt x="367190" y="56653"/>
                  <a:pt x="369973" y="51598"/>
                  <a:pt x="373608" y="47444"/>
                </a:cubicBezTo>
                <a:cubicBezTo>
                  <a:pt x="377243" y="43290"/>
                  <a:pt x="381634" y="40103"/>
                  <a:pt x="386781" y="37881"/>
                </a:cubicBezTo>
                <a:cubicBezTo>
                  <a:pt x="391928" y="35660"/>
                  <a:pt x="397686" y="34549"/>
                  <a:pt x="404055" y="34549"/>
                </a:cubicBezTo>
                <a:cubicBezTo>
                  <a:pt x="410875" y="34549"/>
                  <a:pt x="416681" y="35642"/>
                  <a:pt x="421474" y="37830"/>
                </a:cubicBezTo>
                <a:cubicBezTo>
                  <a:pt x="426267" y="40017"/>
                  <a:pt x="430208" y="42961"/>
                  <a:pt x="433296" y="46660"/>
                </a:cubicBezTo>
                <a:cubicBezTo>
                  <a:pt x="436384" y="50359"/>
                  <a:pt x="438652" y="54702"/>
                  <a:pt x="440100" y="59688"/>
                </a:cubicBezTo>
                <a:cubicBezTo>
                  <a:pt x="441547" y="64674"/>
                  <a:pt x="442271" y="69998"/>
                  <a:pt x="442271" y="75660"/>
                </a:cubicBezTo>
                <a:lnTo>
                  <a:pt x="442271" y="78555"/>
                </a:lnTo>
                <a:moveTo>
                  <a:pt x="426251" y="73730"/>
                </a:moveTo>
                <a:cubicBezTo>
                  <a:pt x="426444" y="65426"/>
                  <a:pt x="424595" y="58911"/>
                  <a:pt x="420702" y="54184"/>
                </a:cubicBezTo>
                <a:cubicBezTo>
                  <a:pt x="416810" y="49458"/>
                  <a:pt x="411036" y="47094"/>
                  <a:pt x="403380" y="47094"/>
                </a:cubicBezTo>
                <a:cubicBezTo>
                  <a:pt x="399455" y="47094"/>
                  <a:pt x="396013" y="47829"/>
                  <a:pt x="393054" y="49299"/>
                </a:cubicBezTo>
                <a:cubicBezTo>
                  <a:pt x="390094" y="50767"/>
                  <a:pt x="387617" y="52715"/>
                  <a:pt x="385623" y="55143"/>
                </a:cubicBezTo>
                <a:cubicBezTo>
                  <a:pt x="383628" y="57570"/>
                  <a:pt x="382084" y="60397"/>
                  <a:pt x="380991" y="63624"/>
                </a:cubicBezTo>
                <a:cubicBezTo>
                  <a:pt x="379897" y="66849"/>
                  <a:pt x="379286" y="70217"/>
                  <a:pt x="379157" y="73730"/>
                </a:cubicBezTo>
                <a:lnTo>
                  <a:pt x="426251" y="73730"/>
                </a:lnTo>
                <a:close/>
                <a:moveTo>
                  <a:pt x="511760" y="119397"/>
                </a:moveTo>
                <a:cubicBezTo>
                  <a:pt x="511760" y="121277"/>
                  <a:pt x="511632" y="122768"/>
                  <a:pt x="511374" y="123870"/>
                </a:cubicBezTo>
                <a:cubicBezTo>
                  <a:pt x="511117" y="124972"/>
                  <a:pt x="510731" y="125782"/>
                  <a:pt x="510216" y="126301"/>
                </a:cubicBezTo>
                <a:cubicBezTo>
                  <a:pt x="509701" y="126817"/>
                  <a:pt x="508929" y="127303"/>
                  <a:pt x="507900" y="127757"/>
                </a:cubicBezTo>
                <a:cubicBezTo>
                  <a:pt x="506871" y="128212"/>
                  <a:pt x="505697" y="128585"/>
                  <a:pt x="504378" y="128876"/>
                </a:cubicBezTo>
                <a:cubicBezTo>
                  <a:pt x="503059" y="129168"/>
                  <a:pt x="501659" y="129410"/>
                  <a:pt x="500180" y="129603"/>
                </a:cubicBezTo>
                <a:cubicBezTo>
                  <a:pt x="498700" y="129798"/>
                  <a:pt x="497220" y="129895"/>
                  <a:pt x="495740" y="129895"/>
                </a:cubicBezTo>
                <a:cubicBezTo>
                  <a:pt x="491237" y="129895"/>
                  <a:pt x="487377" y="129300"/>
                  <a:pt x="484160" y="128110"/>
                </a:cubicBezTo>
                <a:cubicBezTo>
                  <a:pt x="480943" y="126918"/>
                  <a:pt x="478305" y="125114"/>
                  <a:pt x="476246" y="122700"/>
                </a:cubicBezTo>
                <a:cubicBezTo>
                  <a:pt x="474188" y="120283"/>
                  <a:pt x="472692" y="117223"/>
                  <a:pt x="471759" y="113520"/>
                </a:cubicBezTo>
                <a:cubicBezTo>
                  <a:pt x="470826" y="109814"/>
                  <a:pt x="470360" y="105450"/>
                  <a:pt x="470360" y="100425"/>
                </a:cubicBezTo>
                <a:lnTo>
                  <a:pt x="470360" y="49603"/>
                </a:lnTo>
                <a:lnTo>
                  <a:pt x="458200" y="49603"/>
                </a:lnTo>
                <a:cubicBezTo>
                  <a:pt x="457235" y="49603"/>
                  <a:pt x="456463" y="49086"/>
                  <a:pt x="455884" y="48050"/>
                </a:cubicBezTo>
                <a:cubicBezTo>
                  <a:pt x="455305" y="47013"/>
                  <a:pt x="455015" y="45327"/>
                  <a:pt x="455015" y="42993"/>
                </a:cubicBezTo>
                <a:cubicBezTo>
                  <a:pt x="455015" y="41762"/>
                  <a:pt x="455096" y="40726"/>
                  <a:pt x="455257" y="39884"/>
                </a:cubicBezTo>
                <a:cubicBezTo>
                  <a:pt x="455418" y="39041"/>
                  <a:pt x="455627" y="38345"/>
                  <a:pt x="455884" y="37794"/>
                </a:cubicBezTo>
                <a:cubicBezTo>
                  <a:pt x="456141" y="37243"/>
                  <a:pt x="456479" y="36854"/>
                  <a:pt x="456897" y="36627"/>
                </a:cubicBezTo>
                <a:cubicBezTo>
                  <a:pt x="457315" y="36399"/>
                  <a:pt x="457782" y="36286"/>
                  <a:pt x="458297" y="36286"/>
                </a:cubicBezTo>
                <a:lnTo>
                  <a:pt x="470360" y="36286"/>
                </a:lnTo>
                <a:lnTo>
                  <a:pt x="470360" y="15634"/>
                </a:lnTo>
                <a:cubicBezTo>
                  <a:pt x="470360" y="15183"/>
                  <a:pt x="470472" y="14765"/>
                  <a:pt x="470697" y="14379"/>
                </a:cubicBezTo>
                <a:cubicBezTo>
                  <a:pt x="470923" y="13993"/>
                  <a:pt x="471341" y="13655"/>
                  <a:pt x="471952" y="13366"/>
                </a:cubicBezTo>
                <a:cubicBezTo>
                  <a:pt x="472563" y="13076"/>
                  <a:pt x="473384" y="12867"/>
                  <a:pt x="474413" y="12739"/>
                </a:cubicBezTo>
                <a:cubicBezTo>
                  <a:pt x="475442" y="12610"/>
                  <a:pt x="476729" y="12546"/>
                  <a:pt x="478273" y="12546"/>
                </a:cubicBezTo>
                <a:cubicBezTo>
                  <a:pt x="479882" y="12546"/>
                  <a:pt x="481200" y="12610"/>
                  <a:pt x="482230" y="12739"/>
                </a:cubicBezTo>
                <a:cubicBezTo>
                  <a:pt x="483259" y="12867"/>
                  <a:pt x="484063" y="13076"/>
                  <a:pt x="484642" y="13366"/>
                </a:cubicBezTo>
                <a:cubicBezTo>
                  <a:pt x="485221" y="13655"/>
                  <a:pt x="485640" y="13993"/>
                  <a:pt x="485897" y="14379"/>
                </a:cubicBezTo>
                <a:cubicBezTo>
                  <a:pt x="486154" y="14765"/>
                  <a:pt x="486283" y="15183"/>
                  <a:pt x="486283" y="15634"/>
                </a:cubicBezTo>
                <a:lnTo>
                  <a:pt x="486283" y="36286"/>
                </a:lnTo>
                <a:lnTo>
                  <a:pt x="508576" y="36286"/>
                </a:lnTo>
                <a:cubicBezTo>
                  <a:pt x="509090" y="36286"/>
                  <a:pt x="509541" y="36399"/>
                  <a:pt x="509927" y="36627"/>
                </a:cubicBezTo>
                <a:cubicBezTo>
                  <a:pt x="510313" y="36854"/>
                  <a:pt x="510650" y="37243"/>
                  <a:pt x="510940" y="37794"/>
                </a:cubicBezTo>
                <a:cubicBezTo>
                  <a:pt x="511229" y="38345"/>
                  <a:pt x="511439" y="39041"/>
                  <a:pt x="511567" y="39884"/>
                </a:cubicBezTo>
                <a:cubicBezTo>
                  <a:pt x="511696" y="40726"/>
                  <a:pt x="511760" y="41762"/>
                  <a:pt x="511760" y="42993"/>
                </a:cubicBezTo>
                <a:cubicBezTo>
                  <a:pt x="511760" y="45327"/>
                  <a:pt x="511471" y="47013"/>
                  <a:pt x="510892" y="48050"/>
                </a:cubicBezTo>
                <a:cubicBezTo>
                  <a:pt x="510313" y="49086"/>
                  <a:pt x="509541" y="49603"/>
                  <a:pt x="508576" y="49603"/>
                </a:cubicBezTo>
                <a:lnTo>
                  <a:pt x="486283" y="49603"/>
                </a:lnTo>
                <a:lnTo>
                  <a:pt x="486283" y="98049"/>
                </a:lnTo>
                <a:cubicBezTo>
                  <a:pt x="486283" y="104032"/>
                  <a:pt x="487168" y="108552"/>
                  <a:pt x="488937" y="111608"/>
                </a:cubicBezTo>
                <a:cubicBezTo>
                  <a:pt x="490706" y="114664"/>
                  <a:pt x="493875" y="116192"/>
                  <a:pt x="498443" y="116192"/>
                </a:cubicBezTo>
                <a:cubicBezTo>
                  <a:pt x="499922" y="116192"/>
                  <a:pt x="501241" y="116047"/>
                  <a:pt x="502399" y="115757"/>
                </a:cubicBezTo>
                <a:cubicBezTo>
                  <a:pt x="503557" y="115468"/>
                  <a:pt x="504587" y="115162"/>
                  <a:pt x="505487" y="114841"/>
                </a:cubicBezTo>
                <a:cubicBezTo>
                  <a:pt x="506388" y="114519"/>
                  <a:pt x="507160" y="114213"/>
                  <a:pt x="507804" y="113924"/>
                </a:cubicBezTo>
                <a:cubicBezTo>
                  <a:pt x="508447" y="113634"/>
                  <a:pt x="509026" y="113490"/>
                  <a:pt x="509541" y="113490"/>
                </a:cubicBezTo>
                <a:cubicBezTo>
                  <a:pt x="509862" y="113490"/>
                  <a:pt x="510168" y="113570"/>
                  <a:pt x="510457" y="113731"/>
                </a:cubicBezTo>
                <a:cubicBezTo>
                  <a:pt x="510747" y="113892"/>
                  <a:pt x="510972" y="114197"/>
                  <a:pt x="511133" y="114648"/>
                </a:cubicBezTo>
                <a:cubicBezTo>
                  <a:pt x="511294" y="115098"/>
                  <a:pt x="511439" y="115711"/>
                  <a:pt x="511567" y="116487"/>
                </a:cubicBezTo>
                <a:cubicBezTo>
                  <a:pt x="511696" y="117261"/>
                  <a:pt x="511760" y="118231"/>
                  <a:pt x="511760" y="119397"/>
                </a:cubicBezTo>
                <a:close/>
                <a:moveTo>
                  <a:pt x="675863" y="63886"/>
                </a:moveTo>
                <a:cubicBezTo>
                  <a:pt x="675863" y="74695"/>
                  <a:pt x="674480" y="84136"/>
                  <a:pt x="671713" y="92210"/>
                </a:cubicBezTo>
                <a:cubicBezTo>
                  <a:pt x="668947" y="100285"/>
                  <a:pt x="664910" y="106976"/>
                  <a:pt x="659602" y="112283"/>
                </a:cubicBezTo>
                <a:cubicBezTo>
                  <a:pt x="654294" y="117591"/>
                  <a:pt x="647780" y="121564"/>
                  <a:pt x="640060" y="124202"/>
                </a:cubicBezTo>
                <a:cubicBezTo>
                  <a:pt x="632340" y="126839"/>
                  <a:pt x="623139" y="128158"/>
                  <a:pt x="612460" y="128158"/>
                </a:cubicBezTo>
                <a:lnTo>
                  <a:pt x="586017" y="128158"/>
                </a:lnTo>
                <a:cubicBezTo>
                  <a:pt x="584538" y="128158"/>
                  <a:pt x="583138" y="127660"/>
                  <a:pt x="581819" y="126662"/>
                </a:cubicBezTo>
                <a:cubicBezTo>
                  <a:pt x="580500" y="125665"/>
                  <a:pt x="579841" y="123912"/>
                  <a:pt x="579841" y="121403"/>
                </a:cubicBezTo>
                <a:lnTo>
                  <a:pt x="579841" y="10036"/>
                </a:lnTo>
                <a:cubicBezTo>
                  <a:pt x="579841" y="7527"/>
                  <a:pt x="580500" y="5774"/>
                  <a:pt x="581819" y="4777"/>
                </a:cubicBezTo>
                <a:cubicBezTo>
                  <a:pt x="583138" y="3780"/>
                  <a:pt x="584538" y="3281"/>
                  <a:pt x="586017" y="3281"/>
                </a:cubicBezTo>
                <a:lnTo>
                  <a:pt x="614293" y="3281"/>
                </a:lnTo>
                <a:cubicBezTo>
                  <a:pt x="625102" y="3281"/>
                  <a:pt x="634237" y="4680"/>
                  <a:pt x="641701" y="7479"/>
                </a:cubicBezTo>
                <a:cubicBezTo>
                  <a:pt x="649164" y="10278"/>
                  <a:pt x="655420" y="14299"/>
                  <a:pt x="660471" y="19542"/>
                </a:cubicBezTo>
                <a:cubicBezTo>
                  <a:pt x="665521" y="24786"/>
                  <a:pt x="669349" y="31139"/>
                  <a:pt x="671955" y="38602"/>
                </a:cubicBezTo>
                <a:cubicBezTo>
                  <a:pt x="674560" y="46065"/>
                  <a:pt x="675863" y="54493"/>
                  <a:pt x="675863" y="63886"/>
                </a:cubicBezTo>
                <a:moveTo>
                  <a:pt x="658396" y="64610"/>
                </a:moveTo>
                <a:cubicBezTo>
                  <a:pt x="658396" y="57863"/>
                  <a:pt x="657559" y="51581"/>
                  <a:pt x="655887" y="45764"/>
                </a:cubicBezTo>
                <a:cubicBezTo>
                  <a:pt x="654214" y="39946"/>
                  <a:pt x="651592" y="34917"/>
                  <a:pt x="648022" y="30676"/>
                </a:cubicBezTo>
                <a:cubicBezTo>
                  <a:pt x="644451" y="26434"/>
                  <a:pt x="639931" y="23124"/>
                  <a:pt x="634463" y="20746"/>
                </a:cubicBezTo>
                <a:cubicBezTo>
                  <a:pt x="628994" y="18367"/>
                  <a:pt x="621949" y="17178"/>
                  <a:pt x="613328" y="17178"/>
                </a:cubicBezTo>
                <a:lnTo>
                  <a:pt x="596440" y="17178"/>
                </a:lnTo>
                <a:lnTo>
                  <a:pt x="596440" y="114262"/>
                </a:lnTo>
                <a:lnTo>
                  <a:pt x="613521" y="114262"/>
                </a:lnTo>
                <a:cubicBezTo>
                  <a:pt x="621499" y="114262"/>
                  <a:pt x="628222" y="113265"/>
                  <a:pt x="633691" y="111273"/>
                </a:cubicBezTo>
                <a:cubicBezTo>
                  <a:pt x="639159" y="109281"/>
                  <a:pt x="643727" y="106228"/>
                  <a:pt x="647394" y="102114"/>
                </a:cubicBezTo>
                <a:cubicBezTo>
                  <a:pt x="651061" y="98001"/>
                  <a:pt x="653812" y="92843"/>
                  <a:pt x="655645" y="86640"/>
                </a:cubicBezTo>
                <a:cubicBezTo>
                  <a:pt x="657479" y="80438"/>
                  <a:pt x="658396" y="73094"/>
                  <a:pt x="658396" y="64610"/>
                </a:cubicBezTo>
                <a:close/>
                <a:moveTo>
                  <a:pt x="716026" y="125746"/>
                </a:moveTo>
                <a:cubicBezTo>
                  <a:pt x="716026" y="126260"/>
                  <a:pt x="715897" y="126695"/>
                  <a:pt x="715640" y="127048"/>
                </a:cubicBezTo>
                <a:cubicBezTo>
                  <a:pt x="715383" y="127402"/>
                  <a:pt x="714964" y="127708"/>
                  <a:pt x="714385" y="127965"/>
                </a:cubicBezTo>
                <a:cubicBezTo>
                  <a:pt x="713806" y="128223"/>
                  <a:pt x="713002" y="128416"/>
                  <a:pt x="711973" y="128544"/>
                </a:cubicBezTo>
                <a:cubicBezTo>
                  <a:pt x="710943" y="128673"/>
                  <a:pt x="709624" y="128737"/>
                  <a:pt x="708016" y="128737"/>
                </a:cubicBezTo>
                <a:cubicBezTo>
                  <a:pt x="706472" y="128737"/>
                  <a:pt x="705185" y="128673"/>
                  <a:pt x="704156" y="128544"/>
                </a:cubicBezTo>
                <a:cubicBezTo>
                  <a:pt x="703126" y="128416"/>
                  <a:pt x="702306" y="128223"/>
                  <a:pt x="701695" y="127965"/>
                </a:cubicBezTo>
                <a:cubicBezTo>
                  <a:pt x="701084" y="127708"/>
                  <a:pt x="700666" y="127402"/>
                  <a:pt x="700440" y="127048"/>
                </a:cubicBezTo>
                <a:cubicBezTo>
                  <a:pt x="700215" y="126695"/>
                  <a:pt x="700103" y="126260"/>
                  <a:pt x="700103" y="125746"/>
                </a:cubicBezTo>
                <a:lnTo>
                  <a:pt x="700103" y="38891"/>
                </a:lnTo>
                <a:cubicBezTo>
                  <a:pt x="700103" y="38441"/>
                  <a:pt x="700215" y="38023"/>
                  <a:pt x="700440" y="37637"/>
                </a:cubicBezTo>
                <a:cubicBezTo>
                  <a:pt x="700666" y="37251"/>
                  <a:pt x="701084" y="36929"/>
                  <a:pt x="701695" y="36672"/>
                </a:cubicBezTo>
                <a:cubicBezTo>
                  <a:pt x="702306" y="36414"/>
                  <a:pt x="703126" y="36221"/>
                  <a:pt x="704156" y="36093"/>
                </a:cubicBezTo>
                <a:cubicBezTo>
                  <a:pt x="705185" y="35964"/>
                  <a:pt x="706472" y="35900"/>
                  <a:pt x="708016" y="35900"/>
                </a:cubicBezTo>
                <a:cubicBezTo>
                  <a:pt x="709624" y="35900"/>
                  <a:pt x="710943" y="35964"/>
                  <a:pt x="711973" y="36093"/>
                </a:cubicBezTo>
                <a:cubicBezTo>
                  <a:pt x="713002" y="36221"/>
                  <a:pt x="713806" y="36414"/>
                  <a:pt x="714385" y="36672"/>
                </a:cubicBezTo>
                <a:cubicBezTo>
                  <a:pt x="714964" y="36929"/>
                  <a:pt x="715383" y="37251"/>
                  <a:pt x="715640" y="37637"/>
                </a:cubicBezTo>
                <a:cubicBezTo>
                  <a:pt x="715897" y="38023"/>
                  <a:pt x="716026" y="38441"/>
                  <a:pt x="716026" y="38891"/>
                </a:cubicBezTo>
                <a:lnTo>
                  <a:pt x="716026" y="125746"/>
                </a:lnTo>
                <a:moveTo>
                  <a:pt x="717860" y="9457"/>
                </a:moveTo>
                <a:cubicBezTo>
                  <a:pt x="717860" y="13189"/>
                  <a:pt x="717152" y="15730"/>
                  <a:pt x="715736" y="17081"/>
                </a:cubicBezTo>
                <a:cubicBezTo>
                  <a:pt x="714321" y="18432"/>
                  <a:pt x="711715" y="19108"/>
                  <a:pt x="707920" y="19108"/>
                </a:cubicBezTo>
                <a:cubicBezTo>
                  <a:pt x="704188" y="19108"/>
                  <a:pt x="701631" y="18448"/>
                  <a:pt x="700247" y="17130"/>
                </a:cubicBezTo>
                <a:cubicBezTo>
                  <a:pt x="698864" y="15811"/>
                  <a:pt x="698173" y="13318"/>
                  <a:pt x="698173" y="9650"/>
                </a:cubicBezTo>
                <a:cubicBezTo>
                  <a:pt x="698173" y="5919"/>
                  <a:pt x="698880" y="3378"/>
                  <a:pt x="700296" y="2027"/>
                </a:cubicBezTo>
                <a:cubicBezTo>
                  <a:pt x="701711" y="676"/>
                  <a:pt x="704317" y="0"/>
                  <a:pt x="708113" y="0"/>
                </a:cubicBezTo>
                <a:cubicBezTo>
                  <a:pt x="711844" y="0"/>
                  <a:pt x="714401" y="659"/>
                  <a:pt x="715785" y="1978"/>
                </a:cubicBezTo>
                <a:cubicBezTo>
                  <a:pt x="717168" y="3297"/>
                  <a:pt x="717860" y="5790"/>
                  <a:pt x="717860" y="9457"/>
                </a:cubicBezTo>
                <a:close/>
                <a:moveTo>
                  <a:pt x="874722" y="125746"/>
                </a:moveTo>
                <a:cubicBezTo>
                  <a:pt x="874722" y="126260"/>
                  <a:pt x="874594" y="126695"/>
                  <a:pt x="874336" y="127048"/>
                </a:cubicBezTo>
                <a:cubicBezTo>
                  <a:pt x="874079" y="127402"/>
                  <a:pt x="873661" y="127708"/>
                  <a:pt x="873082" y="127965"/>
                </a:cubicBezTo>
                <a:cubicBezTo>
                  <a:pt x="872503" y="128223"/>
                  <a:pt x="871698" y="128416"/>
                  <a:pt x="870669" y="128544"/>
                </a:cubicBezTo>
                <a:cubicBezTo>
                  <a:pt x="869640" y="128673"/>
                  <a:pt x="868353" y="128737"/>
                  <a:pt x="866809" y="128737"/>
                </a:cubicBezTo>
                <a:cubicBezTo>
                  <a:pt x="865200" y="128737"/>
                  <a:pt x="863881" y="128673"/>
                  <a:pt x="862852" y="128544"/>
                </a:cubicBezTo>
                <a:cubicBezTo>
                  <a:pt x="861823" y="128416"/>
                  <a:pt x="861002" y="128223"/>
                  <a:pt x="860391" y="127965"/>
                </a:cubicBezTo>
                <a:cubicBezTo>
                  <a:pt x="859780" y="127708"/>
                  <a:pt x="859346" y="127403"/>
                  <a:pt x="859088" y="127052"/>
                </a:cubicBezTo>
                <a:cubicBezTo>
                  <a:pt x="858831" y="126698"/>
                  <a:pt x="858702" y="126263"/>
                  <a:pt x="858702" y="125749"/>
                </a:cubicBezTo>
                <a:lnTo>
                  <a:pt x="858702" y="73024"/>
                </a:lnTo>
                <a:cubicBezTo>
                  <a:pt x="858702" y="69361"/>
                  <a:pt x="858381" y="66019"/>
                  <a:pt x="857737" y="62999"/>
                </a:cubicBezTo>
                <a:cubicBezTo>
                  <a:pt x="857094" y="59980"/>
                  <a:pt x="856065" y="57378"/>
                  <a:pt x="854649" y="55195"/>
                </a:cubicBezTo>
                <a:cubicBezTo>
                  <a:pt x="853234" y="53009"/>
                  <a:pt x="851432" y="51339"/>
                  <a:pt x="849245" y="50182"/>
                </a:cubicBezTo>
                <a:cubicBezTo>
                  <a:pt x="847057" y="49024"/>
                  <a:pt x="844484" y="48445"/>
                  <a:pt x="841525" y="48445"/>
                </a:cubicBezTo>
                <a:cubicBezTo>
                  <a:pt x="837857" y="48445"/>
                  <a:pt x="834174" y="49860"/>
                  <a:pt x="830475" y="52689"/>
                </a:cubicBezTo>
                <a:cubicBezTo>
                  <a:pt x="826775" y="55515"/>
                  <a:pt x="822706" y="59659"/>
                  <a:pt x="818267" y="65120"/>
                </a:cubicBezTo>
                <a:lnTo>
                  <a:pt x="818267" y="125749"/>
                </a:lnTo>
                <a:cubicBezTo>
                  <a:pt x="818267" y="126263"/>
                  <a:pt x="818138" y="126698"/>
                  <a:pt x="817881" y="127052"/>
                </a:cubicBezTo>
                <a:cubicBezTo>
                  <a:pt x="817624" y="127403"/>
                  <a:pt x="817189" y="127708"/>
                  <a:pt x="816578" y="127965"/>
                </a:cubicBezTo>
                <a:cubicBezTo>
                  <a:pt x="815967" y="128223"/>
                  <a:pt x="815147" y="128416"/>
                  <a:pt x="814117" y="128544"/>
                </a:cubicBezTo>
                <a:cubicBezTo>
                  <a:pt x="813088" y="128673"/>
                  <a:pt x="811801" y="128737"/>
                  <a:pt x="810257" y="128737"/>
                </a:cubicBezTo>
                <a:cubicBezTo>
                  <a:pt x="808777" y="128737"/>
                  <a:pt x="807507" y="128673"/>
                  <a:pt x="806445" y="128544"/>
                </a:cubicBezTo>
                <a:cubicBezTo>
                  <a:pt x="805384" y="128416"/>
                  <a:pt x="804547" y="128223"/>
                  <a:pt x="803936" y="127965"/>
                </a:cubicBezTo>
                <a:cubicBezTo>
                  <a:pt x="803325" y="127708"/>
                  <a:pt x="802907" y="127403"/>
                  <a:pt x="802681" y="127052"/>
                </a:cubicBezTo>
                <a:cubicBezTo>
                  <a:pt x="802456" y="126698"/>
                  <a:pt x="802344" y="126263"/>
                  <a:pt x="802344" y="125749"/>
                </a:cubicBezTo>
                <a:lnTo>
                  <a:pt x="802344" y="73024"/>
                </a:lnTo>
                <a:cubicBezTo>
                  <a:pt x="802344" y="69361"/>
                  <a:pt x="801990" y="66019"/>
                  <a:pt x="801282" y="62999"/>
                </a:cubicBezTo>
                <a:cubicBezTo>
                  <a:pt x="800574" y="59980"/>
                  <a:pt x="799513" y="57378"/>
                  <a:pt x="798097" y="55195"/>
                </a:cubicBezTo>
                <a:cubicBezTo>
                  <a:pt x="796682" y="53009"/>
                  <a:pt x="794897" y="51339"/>
                  <a:pt x="792741" y="50182"/>
                </a:cubicBezTo>
                <a:cubicBezTo>
                  <a:pt x="790586" y="49024"/>
                  <a:pt x="788029" y="48445"/>
                  <a:pt x="785069" y="48445"/>
                </a:cubicBezTo>
                <a:cubicBezTo>
                  <a:pt x="781402" y="48445"/>
                  <a:pt x="777703" y="49860"/>
                  <a:pt x="773971" y="52689"/>
                </a:cubicBezTo>
                <a:cubicBezTo>
                  <a:pt x="770240" y="55515"/>
                  <a:pt x="766187" y="59659"/>
                  <a:pt x="761812" y="65120"/>
                </a:cubicBezTo>
                <a:lnTo>
                  <a:pt x="761812" y="125749"/>
                </a:lnTo>
                <a:cubicBezTo>
                  <a:pt x="761812" y="126263"/>
                  <a:pt x="761683" y="126698"/>
                  <a:pt x="761426" y="127052"/>
                </a:cubicBezTo>
                <a:cubicBezTo>
                  <a:pt x="761168" y="127403"/>
                  <a:pt x="760750" y="127708"/>
                  <a:pt x="760171" y="127965"/>
                </a:cubicBezTo>
                <a:cubicBezTo>
                  <a:pt x="759592" y="128223"/>
                  <a:pt x="758788" y="128416"/>
                  <a:pt x="757758" y="128544"/>
                </a:cubicBezTo>
                <a:cubicBezTo>
                  <a:pt x="756729" y="128673"/>
                  <a:pt x="755410" y="128737"/>
                  <a:pt x="753802" y="128737"/>
                </a:cubicBezTo>
                <a:cubicBezTo>
                  <a:pt x="752258" y="128737"/>
                  <a:pt x="750971" y="128673"/>
                  <a:pt x="749942" y="128544"/>
                </a:cubicBezTo>
                <a:cubicBezTo>
                  <a:pt x="748912" y="128416"/>
                  <a:pt x="748092" y="128223"/>
                  <a:pt x="747481" y="127965"/>
                </a:cubicBezTo>
                <a:cubicBezTo>
                  <a:pt x="746869" y="127708"/>
                  <a:pt x="746451" y="127402"/>
                  <a:pt x="746226" y="127048"/>
                </a:cubicBezTo>
                <a:cubicBezTo>
                  <a:pt x="746001" y="126695"/>
                  <a:pt x="745888" y="126260"/>
                  <a:pt x="745888" y="125746"/>
                </a:cubicBezTo>
                <a:lnTo>
                  <a:pt x="745888" y="38891"/>
                </a:lnTo>
                <a:cubicBezTo>
                  <a:pt x="745888" y="38377"/>
                  <a:pt x="745985" y="37942"/>
                  <a:pt x="746178" y="37589"/>
                </a:cubicBezTo>
                <a:cubicBezTo>
                  <a:pt x="746371" y="37235"/>
                  <a:pt x="746757" y="36913"/>
                  <a:pt x="747336" y="36624"/>
                </a:cubicBezTo>
                <a:cubicBezTo>
                  <a:pt x="747915" y="36334"/>
                  <a:pt x="748655" y="36141"/>
                  <a:pt x="749556" y="36045"/>
                </a:cubicBezTo>
                <a:cubicBezTo>
                  <a:pt x="750456" y="35948"/>
                  <a:pt x="751646" y="35900"/>
                  <a:pt x="753126" y="35900"/>
                </a:cubicBezTo>
                <a:cubicBezTo>
                  <a:pt x="754542" y="35900"/>
                  <a:pt x="755716" y="35948"/>
                  <a:pt x="756649" y="36045"/>
                </a:cubicBezTo>
                <a:cubicBezTo>
                  <a:pt x="757582" y="36141"/>
                  <a:pt x="758305" y="36334"/>
                  <a:pt x="758820" y="36624"/>
                </a:cubicBezTo>
                <a:cubicBezTo>
                  <a:pt x="759335" y="36913"/>
                  <a:pt x="759705" y="37235"/>
                  <a:pt x="759930" y="37589"/>
                </a:cubicBezTo>
                <a:cubicBezTo>
                  <a:pt x="760155" y="37942"/>
                  <a:pt x="760268" y="38377"/>
                  <a:pt x="760268" y="38891"/>
                </a:cubicBezTo>
                <a:lnTo>
                  <a:pt x="760268" y="50375"/>
                </a:lnTo>
                <a:cubicBezTo>
                  <a:pt x="765157" y="44907"/>
                  <a:pt x="769902" y="40902"/>
                  <a:pt x="774502" y="38361"/>
                </a:cubicBezTo>
                <a:cubicBezTo>
                  <a:pt x="779102" y="35819"/>
                  <a:pt x="783750" y="34549"/>
                  <a:pt x="788447" y="34549"/>
                </a:cubicBezTo>
                <a:cubicBezTo>
                  <a:pt x="792050" y="34549"/>
                  <a:pt x="795283" y="34967"/>
                  <a:pt x="798146" y="35803"/>
                </a:cubicBezTo>
                <a:cubicBezTo>
                  <a:pt x="801009" y="36640"/>
                  <a:pt x="803534" y="37814"/>
                  <a:pt x="805721" y="39326"/>
                </a:cubicBezTo>
                <a:cubicBezTo>
                  <a:pt x="807909" y="40838"/>
                  <a:pt x="809774" y="42639"/>
                  <a:pt x="811319" y="44730"/>
                </a:cubicBezTo>
                <a:cubicBezTo>
                  <a:pt x="812863" y="46821"/>
                  <a:pt x="814149" y="49153"/>
                  <a:pt x="815179" y="51727"/>
                </a:cubicBezTo>
                <a:cubicBezTo>
                  <a:pt x="818074" y="48574"/>
                  <a:pt x="820824" y="45904"/>
                  <a:pt x="823430" y="43717"/>
                </a:cubicBezTo>
                <a:cubicBezTo>
                  <a:pt x="826036" y="41529"/>
                  <a:pt x="828545" y="39760"/>
                  <a:pt x="830957" y="38409"/>
                </a:cubicBezTo>
                <a:cubicBezTo>
                  <a:pt x="833370" y="37058"/>
                  <a:pt x="835718" y="36077"/>
                  <a:pt x="838002" y="35465"/>
                </a:cubicBezTo>
                <a:cubicBezTo>
                  <a:pt x="840286" y="34854"/>
                  <a:pt x="842586" y="34549"/>
                  <a:pt x="844902" y="34549"/>
                </a:cubicBezTo>
                <a:cubicBezTo>
                  <a:pt x="850499" y="34549"/>
                  <a:pt x="855196" y="35530"/>
                  <a:pt x="858992" y="37492"/>
                </a:cubicBezTo>
                <a:cubicBezTo>
                  <a:pt x="862788" y="39454"/>
                  <a:pt x="865860" y="42076"/>
                  <a:pt x="868208" y="45357"/>
                </a:cubicBezTo>
                <a:cubicBezTo>
                  <a:pt x="870556" y="48638"/>
                  <a:pt x="872229" y="52482"/>
                  <a:pt x="873226" y="56890"/>
                </a:cubicBezTo>
                <a:cubicBezTo>
                  <a:pt x="874224" y="61297"/>
                  <a:pt x="874722" y="65945"/>
                  <a:pt x="874722" y="70834"/>
                </a:cubicBezTo>
                <a:lnTo>
                  <a:pt x="874722" y="125746"/>
                </a:lnTo>
                <a:close/>
                <a:moveTo>
                  <a:pt x="978728" y="78555"/>
                </a:moveTo>
                <a:cubicBezTo>
                  <a:pt x="978728" y="81064"/>
                  <a:pt x="978101" y="82849"/>
                  <a:pt x="976847" y="83911"/>
                </a:cubicBezTo>
                <a:cubicBezTo>
                  <a:pt x="975592" y="84972"/>
                  <a:pt x="974161" y="85503"/>
                  <a:pt x="972552" y="85503"/>
                </a:cubicBezTo>
                <a:lnTo>
                  <a:pt x="915614" y="85503"/>
                </a:lnTo>
                <a:cubicBezTo>
                  <a:pt x="915614" y="90343"/>
                  <a:pt x="916097" y="94698"/>
                  <a:pt x="917062" y="98571"/>
                </a:cubicBezTo>
                <a:cubicBezTo>
                  <a:pt x="918027" y="102443"/>
                  <a:pt x="919635" y="105766"/>
                  <a:pt x="921887" y="108541"/>
                </a:cubicBezTo>
                <a:cubicBezTo>
                  <a:pt x="924139" y="111315"/>
                  <a:pt x="927066" y="113445"/>
                  <a:pt x="930669" y="114931"/>
                </a:cubicBezTo>
                <a:cubicBezTo>
                  <a:pt x="934272" y="116415"/>
                  <a:pt x="938679" y="117157"/>
                  <a:pt x="943890" y="117157"/>
                </a:cubicBezTo>
                <a:cubicBezTo>
                  <a:pt x="948008" y="117157"/>
                  <a:pt x="951675" y="116819"/>
                  <a:pt x="954892" y="116143"/>
                </a:cubicBezTo>
                <a:cubicBezTo>
                  <a:pt x="958109" y="115468"/>
                  <a:pt x="960891" y="114712"/>
                  <a:pt x="963239" y="113876"/>
                </a:cubicBezTo>
                <a:cubicBezTo>
                  <a:pt x="965588" y="113039"/>
                  <a:pt x="967518" y="112283"/>
                  <a:pt x="969030" y="111608"/>
                </a:cubicBezTo>
                <a:cubicBezTo>
                  <a:pt x="970542" y="110932"/>
                  <a:pt x="971684" y="110594"/>
                  <a:pt x="972456" y="110594"/>
                </a:cubicBezTo>
                <a:cubicBezTo>
                  <a:pt x="972906" y="110594"/>
                  <a:pt x="973308" y="110707"/>
                  <a:pt x="973662" y="110932"/>
                </a:cubicBezTo>
                <a:cubicBezTo>
                  <a:pt x="974016" y="111157"/>
                  <a:pt x="974289" y="111495"/>
                  <a:pt x="974482" y="111945"/>
                </a:cubicBezTo>
                <a:cubicBezTo>
                  <a:pt x="974675" y="112396"/>
                  <a:pt x="974820" y="113023"/>
                  <a:pt x="974916" y="113827"/>
                </a:cubicBezTo>
                <a:cubicBezTo>
                  <a:pt x="975013" y="114632"/>
                  <a:pt x="975061" y="115613"/>
                  <a:pt x="975061" y="116771"/>
                </a:cubicBezTo>
                <a:cubicBezTo>
                  <a:pt x="975061" y="117607"/>
                  <a:pt x="975029" y="118331"/>
                  <a:pt x="974965" y="118942"/>
                </a:cubicBezTo>
                <a:cubicBezTo>
                  <a:pt x="974900" y="119553"/>
                  <a:pt x="974820" y="120100"/>
                  <a:pt x="974723" y="120583"/>
                </a:cubicBezTo>
                <a:cubicBezTo>
                  <a:pt x="974627" y="121065"/>
                  <a:pt x="974466" y="121499"/>
                  <a:pt x="974241" y="121885"/>
                </a:cubicBezTo>
                <a:cubicBezTo>
                  <a:pt x="974016" y="122272"/>
                  <a:pt x="973726" y="122641"/>
                  <a:pt x="973372" y="122995"/>
                </a:cubicBezTo>
                <a:cubicBezTo>
                  <a:pt x="973019" y="123349"/>
                  <a:pt x="971973" y="123928"/>
                  <a:pt x="970236" y="124732"/>
                </a:cubicBezTo>
                <a:cubicBezTo>
                  <a:pt x="968499" y="125537"/>
                  <a:pt x="966247" y="126325"/>
                  <a:pt x="963481" y="127097"/>
                </a:cubicBezTo>
                <a:cubicBezTo>
                  <a:pt x="960714" y="127869"/>
                  <a:pt x="957513" y="128560"/>
                  <a:pt x="953878" y="129172"/>
                </a:cubicBezTo>
                <a:cubicBezTo>
                  <a:pt x="950243" y="129783"/>
                  <a:pt x="946367" y="130088"/>
                  <a:pt x="942250" y="130088"/>
                </a:cubicBezTo>
                <a:cubicBezTo>
                  <a:pt x="935108" y="130088"/>
                  <a:pt x="928852" y="129090"/>
                  <a:pt x="923479" y="127094"/>
                </a:cubicBezTo>
                <a:cubicBezTo>
                  <a:pt x="918107" y="125097"/>
                  <a:pt x="913588" y="122135"/>
                  <a:pt x="909921" y="118206"/>
                </a:cubicBezTo>
                <a:cubicBezTo>
                  <a:pt x="906253" y="114278"/>
                  <a:pt x="903487" y="109351"/>
                  <a:pt x="901621" y="103426"/>
                </a:cubicBezTo>
                <a:cubicBezTo>
                  <a:pt x="899755" y="97501"/>
                  <a:pt x="898822" y="90610"/>
                  <a:pt x="898822" y="82753"/>
                </a:cubicBezTo>
                <a:cubicBezTo>
                  <a:pt x="898822" y="75282"/>
                  <a:pt x="899788" y="68568"/>
                  <a:pt x="901718" y="62610"/>
                </a:cubicBezTo>
                <a:cubicBezTo>
                  <a:pt x="903648" y="56653"/>
                  <a:pt x="906430" y="51598"/>
                  <a:pt x="910065" y="47444"/>
                </a:cubicBezTo>
                <a:cubicBezTo>
                  <a:pt x="913700" y="43290"/>
                  <a:pt x="918091" y="40103"/>
                  <a:pt x="923238" y="37881"/>
                </a:cubicBezTo>
                <a:cubicBezTo>
                  <a:pt x="928385" y="35660"/>
                  <a:pt x="934143" y="34549"/>
                  <a:pt x="940513" y="34549"/>
                </a:cubicBezTo>
                <a:cubicBezTo>
                  <a:pt x="947332" y="34549"/>
                  <a:pt x="953139" y="35642"/>
                  <a:pt x="957932" y="37830"/>
                </a:cubicBezTo>
                <a:cubicBezTo>
                  <a:pt x="962725" y="40017"/>
                  <a:pt x="966665" y="42961"/>
                  <a:pt x="969753" y="46660"/>
                </a:cubicBezTo>
                <a:cubicBezTo>
                  <a:pt x="972842" y="50359"/>
                  <a:pt x="975109" y="54702"/>
                  <a:pt x="976557" y="59688"/>
                </a:cubicBezTo>
                <a:cubicBezTo>
                  <a:pt x="978005" y="64674"/>
                  <a:pt x="978728" y="69998"/>
                  <a:pt x="978728" y="75660"/>
                </a:cubicBezTo>
                <a:lnTo>
                  <a:pt x="978728" y="78555"/>
                </a:lnTo>
                <a:moveTo>
                  <a:pt x="962709" y="73730"/>
                </a:moveTo>
                <a:cubicBezTo>
                  <a:pt x="962902" y="65426"/>
                  <a:pt x="961052" y="58911"/>
                  <a:pt x="957160" y="54184"/>
                </a:cubicBezTo>
                <a:cubicBezTo>
                  <a:pt x="953267" y="49458"/>
                  <a:pt x="947493" y="47094"/>
                  <a:pt x="939837" y="47094"/>
                </a:cubicBezTo>
                <a:cubicBezTo>
                  <a:pt x="935912" y="47094"/>
                  <a:pt x="932470" y="47829"/>
                  <a:pt x="929511" y="49299"/>
                </a:cubicBezTo>
                <a:cubicBezTo>
                  <a:pt x="926552" y="50767"/>
                  <a:pt x="924075" y="52715"/>
                  <a:pt x="922080" y="55143"/>
                </a:cubicBezTo>
                <a:cubicBezTo>
                  <a:pt x="920086" y="57570"/>
                  <a:pt x="918542" y="60397"/>
                  <a:pt x="917448" y="63624"/>
                </a:cubicBezTo>
                <a:cubicBezTo>
                  <a:pt x="916354" y="66849"/>
                  <a:pt x="915743" y="70217"/>
                  <a:pt x="915614" y="73730"/>
                </a:cubicBezTo>
                <a:lnTo>
                  <a:pt x="962709" y="73730"/>
                </a:lnTo>
                <a:close/>
                <a:moveTo>
                  <a:pt x="1077843" y="125746"/>
                </a:moveTo>
                <a:cubicBezTo>
                  <a:pt x="1077843" y="126260"/>
                  <a:pt x="1077714" y="126695"/>
                  <a:pt x="1077457" y="127048"/>
                </a:cubicBezTo>
                <a:cubicBezTo>
                  <a:pt x="1077200" y="127402"/>
                  <a:pt x="1076782" y="127708"/>
                  <a:pt x="1076203" y="127965"/>
                </a:cubicBezTo>
                <a:cubicBezTo>
                  <a:pt x="1075623" y="128223"/>
                  <a:pt x="1074819" y="128416"/>
                  <a:pt x="1073790" y="128544"/>
                </a:cubicBezTo>
                <a:cubicBezTo>
                  <a:pt x="1072761" y="128673"/>
                  <a:pt x="1071474" y="128737"/>
                  <a:pt x="1069930" y="128737"/>
                </a:cubicBezTo>
                <a:cubicBezTo>
                  <a:pt x="1068321" y="128737"/>
                  <a:pt x="1067002" y="128673"/>
                  <a:pt x="1065973" y="128544"/>
                </a:cubicBezTo>
                <a:cubicBezTo>
                  <a:pt x="1064944" y="128416"/>
                  <a:pt x="1064139" y="128223"/>
                  <a:pt x="1063560" y="127965"/>
                </a:cubicBezTo>
                <a:cubicBezTo>
                  <a:pt x="1062981" y="127708"/>
                  <a:pt x="1062563" y="127403"/>
                  <a:pt x="1062306" y="127052"/>
                </a:cubicBezTo>
                <a:cubicBezTo>
                  <a:pt x="1062048" y="126698"/>
                  <a:pt x="1061920" y="126263"/>
                  <a:pt x="1061920" y="125749"/>
                </a:cubicBezTo>
                <a:lnTo>
                  <a:pt x="1061920" y="74951"/>
                </a:lnTo>
                <a:cubicBezTo>
                  <a:pt x="1061920" y="70003"/>
                  <a:pt x="1061534" y="66019"/>
                  <a:pt x="1060762" y="62999"/>
                </a:cubicBezTo>
                <a:cubicBezTo>
                  <a:pt x="1059990" y="59980"/>
                  <a:pt x="1058864" y="57378"/>
                  <a:pt x="1057384" y="55195"/>
                </a:cubicBezTo>
                <a:cubicBezTo>
                  <a:pt x="1055904" y="53009"/>
                  <a:pt x="1053990" y="51339"/>
                  <a:pt x="1051642" y="50182"/>
                </a:cubicBezTo>
                <a:cubicBezTo>
                  <a:pt x="1049294" y="49024"/>
                  <a:pt x="1046576" y="48445"/>
                  <a:pt x="1043487" y="48445"/>
                </a:cubicBezTo>
                <a:cubicBezTo>
                  <a:pt x="1039499" y="48445"/>
                  <a:pt x="1035510" y="49860"/>
                  <a:pt x="1031521" y="52689"/>
                </a:cubicBezTo>
                <a:cubicBezTo>
                  <a:pt x="1027532" y="55515"/>
                  <a:pt x="1023350" y="59659"/>
                  <a:pt x="1018975" y="65120"/>
                </a:cubicBezTo>
                <a:lnTo>
                  <a:pt x="1018975" y="125749"/>
                </a:lnTo>
                <a:cubicBezTo>
                  <a:pt x="1018975" y="126263"/>
                  <a:pt x="1018847" y="126698"/>
                  <a:pt x="1018589" y="127052"/>
                </a:cubicBezTo>
                <a:cubicBezTo>
                  <a:pt x="1018332" y="127403"/>
                  <a:pt x="1017914" y="127708"/>
                  <a:pt x="1017335" y="127965"/>
                </a:cubicBezTo>
                <a:cubicBezTo>
                  <a:pt x="1016756" y="128223"/>
                  <a:pt x="1015951" y="128416"/>
                  <a:pt x="1014922" y="128544"/>
                </a:cubicBezTo>
                <a:cubicBezTo>
                  <a:pt x="1013893" y="128673"/>
                  <a:pt x="1012574" y="128737"/>
                  <a:pt x="1010965" y="128737"/>
                </a:cubicBezTo>
                <a:cubicBezTo>
                  <a:pt x="1009421" y="128737"/>
                  <a:pt x="1008135" y="128673"/>
                  <a:pt x="1007105" y="128544"/>
                </a:cubicBezTo>
                <a:cubicBezTo>
                  <a:pt x="1006076" y="128416"/>
                  <a:pt x="1005255" y="128223"/>
                  <a:pt x="1004644" y="127965"/>
                </a:cubicBezTo>
                <a:cubicBezTo>
                  <a:pt x="1004033" y="127708"/>
                  <a:pt x="1003615" y="127402"/>
                  <a:pt x="1003390" y="127048"/>
                </a:cubicBezTo>
                <a:cubicBezTo>
                  <a:pt x="1003165" y="126695"/>
                  <a:pt x="1003052" y="126260"/>
                  <a:pt x="1003052" y="125746"/>
                </a:cubicBezTo>
                <a:lnTo>
                  <a:pt x="1003052" y="38891"/>
                </a:lnTo>
                <a:cubicBezTo>
                  <a:pt x="1003052" y="38377"/>
                  <a:pt x="1003148" y="37942"/>
                  <a:pt x="1003341" y="37589"/>
                </a:cubicBezTo>
                <a:cubicBezTo>
                  <a:pt x="1003534" y="37235"/>
                  <a:pt x="1003920" y="36913"/>
                  <a:pt x="1004499" y="36624"/>
                </a:cubicBezTo>
                <a:cubicBezTo>
                  <a:pt x="1005079" y="36334"/>
                  <a:pt x="1005818" y="36141"/>
                  <a:pt x="1006719" y="36045"/>
                </a:cubicBezTo>
                <a:cubicBezTo>
                  <a:pt x="1007620" y="35948"/>
                  <a:pt x="1008810" y="35900"/>
                  <a:pt x="1010290" y="35900"/>
                </a:cubicBezTo>
                <a:cubicBezTo>
                  <a:pt x="1011705" y="35900"/>
                  <a:pt x="1012879" y="35948"/>
                  <a:pt x="1013812" y="36045"/>
                </a:cubicBezTo>
                <a:cubicBezTo>
                  <a:pt x="1014745" y="36141"/>
                  <a:pt x="1015469" y="36334"/>
                  <a:pt x="1015984" y="36624"/>
                </a:cubicBezTo>
                <a:cubicBezTo>
                  <a:pt x="1016498" y="36913"/>
                  <a:pt x="1016868" y="37235"/>
                  <a:pt x="1017093" y="37589"/>
                </a:cubicBezTo>
                <a:cubicBezTo>
                  <a:pt x="1017319" y="37942"/>
                  <a:pt x="1017431" y="38377"/>
                  <a:pt x="1017431" y="38891"/>
                </a:cubicBezTo>
                <a:lnTo>
                  <a:pt x="1017431" y="50375"/>
                </a:lnTo>
                <a:cubicBezTo>
                  <a:pt x="1022321" y="44907"/>
                  <a:pt x="1027194" y="40902"/>
                  <a:pt x="1032052" y="38361"/>
                </a:cubicBezTo>
                <a:cubicBezTo>
                  <a:pt x="1036909" y="35819"/>
                  <a:pt x="1041815" y="34549"/>
                  <a:pt x="1046769" y="34549"/>
                </a:cubicBezTo>
                <a:cubicBezTo>
                  <a:pt x="1052559" y="34549"/>
                  <a:pt x="1057432" y="35530"/>
                  <a:pt x="1061389" y="37492"/>
                </a:cubicBezTo>
                <a:cubicBezTo>
                  <a:pt x="1065346" y="39454"/>
                  <a:pt x="1068546" y="42076"/>
                  <a:pt x="1070991" y="45357"/>
                </a:cubicBezTo>
                <a:cubicBezTo>
                  <a:pt x="1073436" y="48638"/>
                  <a:pt x="1075189" y="52482"/>
                  <a:pt x="1076251" y="56890"/>
                </a:cubicBezTo>
                <a:cubicBezTo>
                  <a:pt x="1077312" y="61297"/>
                  <a:pt x="1077843" y="66588"/>
                  <a:pt x="1077843" y="72765"/>
                </a:cubicBezTo>
                <a:lnTo>
                  <a:pt x="1077843" y="125746"/>
                </a:lnTo>
                <a:close/>
                <a:moveTo>
                  <a:pt x="1162121" y="102171"/>
                </a:moveTo>
                <a:cubicBezTo>
                  <a:pt x="1162121" y="106615"/>
                  <a:pt x="1161301" y="110575"/>
                  <a:pt x="1159660" y="114054"/>
                </a:cubicBezTo>
                <a:cubicBezTo>
                  <a:pt x="1158020" y="117530"/>
                  <a:pt x="1155687" y="120460"/>
                  <a:pt x="1152664" y="122844"/>
                </a:cubicBezTo>
                <a:cubicBezTo>
                  <a:pt x="1149640" y="125227"/>
                  <a:pt x="1146037" y="127029"/>
                  <a:pt x="1141855" y="128252"/>
                </a:cubicBezTo>
                <a:cubicBezTo>
                  <a:pt x="1137673" y="129476"/>
                  <a:pt x="1133073" y="130088"/>
                  <a:pt x="1128055" y="130088"/>
                </a:cubicBezTo>
                <a:cubicBezTo>
                  <a:pt x="1124967" y="130088"/>
                  <a:pt x="1122023" y="129850"/>
                  <a:pt x="1119225" y="129374"/>
                </a:cubicBezTo>
                <a:cubicBezTo>
                  <a:pt x="1116426" y="128897"/>
                  <a:pt x="1113917" y="128294"/>
                  <a:pt x="1111697" y="127564"/>
                </a:cubicBezTo>
                <a:cubicBezTo>
                  <a:pt x="1109478" y="126832"/>
                  <a:pt x="1107596" y="126069"/>
                  <a:pt x="1106052" y="125275"/>
                </a:cubicBezTo>
                <a:cubicBezTo>
                  <a:pt x="1104508" y="124479"/>
                  <a:pt x="1103382" y="123763"/>
                  <a:pt x="1102674" y="123128"/>
                </a:cubicBezTo>
                <a:cubicBezTo>
                  <a:pt x="1101966" y="122493"/>
                  <a:pt x="1101452" y="121592"/>
                  <a:pt x="1101130" y="120426"/>
                </a:cubicBezTo>
                <a:cubicBezTo>
                  <a:pt x="1100808" y="119258"/>
                  <a:pt x="1100648" y="117669"/>
                  <a:pt x="1100648" y="115661"/>
                </a:cubicBezTo>
                <a:cubicBezTo>
                  <a:pt x="1100648" y="114430"/>
                  <a:pt x="1100712" y="113394"/>
                  <a:pt x="1100841" y="112552"/>
                </a:cubicBezTo>
                <a:cubicBezTo>
                  <a:pt x="1100969" y="111707"/>
                  <a:pt x="1101130" y="111027"/>
                  <a:pt x="1101323" y="110510"/>
                </a:cubicBezTo>
                <a:cubicBezTo>
                  <a:pt x="1101516" y="109991"/>
                  <a:pt x="1101789" y="109618"/>
                  <a:pt x="1102143" y="109391"/>
                </a:cubicBezTo>
                <a:cubicBezTo>
                  <a:pt x="1102497" y="109164"/>
                  <a:pt x="1102899" y="109050"/>
                  <a:pt x="1103350" y="109050"/>
                </a:cubicBezTo>
                <a:cubicBezTo>
                  <a:pt x="1104057" y="109050"/>
                  <a:pt x="1105103" y="109485"/>
                  <a:pt x="1106486" y="110353"/>
                </a:cubicBezTo>
                <a:cubicBezTo>
                  <a:pt x="1107869" y="111222"/>
                  <a:pt x="1109574" y="112171"/>
                  <a:pt x="1111601" y="113200"/>
                </a:cubicBezTo>
                <a:cubicBezTo>
                  <a:pt x="1113627" y="114229"/>
                  <a:pt x="1116024" y="115178"/>
                  <a:pt x="1118790" y="116047"/>
                </a:cubicBezTo>
                <a:cubicBezTo>
                  <a:pt x="1121557" y="116915"/>
                  <a:pt x="1124742" y="117350"/>
                  <a:pt x="1128344" y="117350"/>
                </a:cubicBezTo>
                <a:cubicBezTo>
                  <a:pt x="1131047" y="117350"/>
                  <a:pt x="1133491" y="117060"/>
                  <a:pt x="1135679" y="116481"/>
                </a:cubicBezTo>
                <a:cubicBezTo>
                  <a:pt x="1137866" y="115900"/>
                  <a:pt x="1139764" y="115046"/>
                  <a:pt x="1141373" y="113918"/>
                </a:cubicBezTo>
                <a:cubicBezTo>
                  <a:pt x="1142981" y="112790"/>
                  <a:pt x="1144219" y="111355"/>
                  <a:pt x="1145088" y="109614"/>
                </a:cubicBezTo>
                <a:cubicBezTo>
                  <a:pt x="1145956" y="107873"/>
                  <a:pt x="1146391" y="105810"/>
                  <a:pt x="1146391" y="103426"/>
                </a:cubicBezTo>
                <a:cubicBezTo>
                  <a:pt x="1146391" y="100979"/>
                  <a:pt x="1145763" y="98918"/>
                  <a:pt x="1144509" y="97244"/>
                </a:cubicBezTo>
                <a:cubicBezTo>
                  <a:pt x="1143254" y="95569"/>
                  <a:pt x="1141598" y="94088"/>
                  <a:pt x="1139539" y="92801"/>
                </a:cubicBezTo>
                <a:cubicBezTo>
                  <a:pt x="1137480" y="91513"/>
                  <a:pt x="1135164" y="90370"/>
                  <a:pt x="1132591" y="89372"/>
                </a:cubicBezTo>
                <a:cubicBezTo>
                  <a:pt x="1130017" y="88373"/>
                  <a:pt x="1127363" y="87327"/>
                  <a:pt x="1124629" y="86233"/>
                </a:cubicBezTo>
                <a:cubicBezTo>
                  <a:pt x="1121895" y="85137"/>
                  <a:pt x="1119225" y="83897"/>
                  <a:pt x="1116619" y="82512"/>
                </a:cubicBezTo>
                <a:cubicBezTo>
                  <a:pt x="1114013" y="81126"/>
                  <a:pt x="1111681" y="79435"/>
                  <a:pt x="1109622" y="77439"/>
                </a:cubicBezTo>
                <a:cubicBezTo>
                  <a:pt x="1107564" y="75443"/>
                  <a:pt x="1105907" y="73060"/>
                  <a:pt x="1104652" y="70292"/>
                </a:cubicBezTo>
                <a:cubicBezTo>
                  <a:pt x="1103398" y="67523"/>
                  <a:pt x="1102771" y="64207"/>
                  <a:pt x="1102771" y="60343"/>
                </a:cubicBezTo>
                <a:cubicBezTo>
                  <a:pt x="1102771" y="56929"/>
                  <a:pt x="1103430" y="53661"/>
                  <a:pt x="1104749" y="50538"/>
                </a:cubicBezTo>
                <a:cubicBezTo>
                  <a:pt x="1106068" y="47414"/>
                  <a:pt x="1108046" y="44677"/>
                  <a:pt x="1110684" y="42326"/>
                </a:cubicBezTo>
                <a:cubicBezTo>
                  <a:pt x="1113322" y="39974"/>
                  <a:pt x="1116619" y="38090"/>
                  <a:pt x="1120576" y="36675"/>
                </a:cubicBezTo>
                <a:cubicBezTo>
                  <a:pt x="1124532" y="35257"/>
                  <a:pt x="1129149" y="34549"/>
                  <a:pt x="1134424" y="34549"/>
                </a:cubicBezTo>
                <a:cubicBezTo>
                  <a:pt x="1136740" y="34549"/>
                  <a:pt x="1139056" y="34745"/>
                  <a:pt x="1141373" y="35137"/>
                </a:cubicBezTo>
                <a:cubicBezTo>
                  <a:pt x="1143689" y="35529"/>
                  <a:pt x="1145780" y="36018"/>
                  <a:pt x="1147645" y="36605"/>
                </a:cubicBezTo>
                <a:cubicBezTo>
                  <a:pt x="1149511" y="37193"/>
                  <a:pt x="1151103" y="37829"/>
                  <a:pt x="1152422" y="38514"/>
                </a:cubicBezTo>
                <a:cubicBezTo>
                  <a:pt x="1153741" y="39200"/>
                  <a:pt x="1154738" y="39804"/>
                  <a:pt x="1155414" y="40327"/>
                </a:cubicBezTo>
                <a:cubicBezTo>
                  <a:pt x="1156089" y="40850"/>
                  <a:pt x="1156540" y="41304"/>
                  <a:pt x="1156765" y="41690"/>
                </a:cubicBezTo>
                <a:cubicBezTo>
                  <a:pt x="1156990" y="42076"/>
                  <a:pt x="1157151" y="42510"/>
                  <a:pt x="1157248" y="42993"/>
                </a:cubicBezTo>
                <a:cubicBezTo>
                  <a:pt x="1157344" y="43475"/>
                  <a:pt x="1157441" y="44070"/>
                  <a:pt x="1157537" y="44778"/>
                </a:cubicBezTo>
                <a:cubicBezTo>
                  <a:pt x="1157634" y="45486"/>
                  <a:pt x="1157682" y="46354"/>
                  <a:pt x="1157682" y="47384"/>
                </a:cubicBezTo>
                <a:cubicBezTo>
                  <a:pt x="1157682" y="48478"/>
                  <a:pt x="1157634" y="49427"/>
                  <a:pt x="1157537" y="50231"/>
                </a:cubicBezTo>
                <a:cubicBezTo>
                  <a:pt x="1157441" y="51035"/>
                  <a:pt x="1157280" y="51694"/>
                  <a:pt x="1157055" y="52209"/>
                </a:cubicBezTo>
                <a:cubicBezTo>
                  <a:pt x="1156829" y="52724"/>
                  <a:pt x="1156556" y="53094"/>
                  <a:pt x="1156234" y="53319"/>
                </a:cubicBezTo>
                <a:cubicBezTo>
                  <a:pt x="1155913" y="53544"/>
                  <a:pt x="1155559" y="53657"/>
                  <a:pt x="1155173" y="53657"/>
                </a:cubicBezTo>
                <a:cubicBezTo>
                  <a:pt x="1154594" y="53657"/>
                  <a:pt x="1153757" y="53298"/>
                  <a:pt x="1152664" y="52580"/>
                </a:cubicBezTo>
                <a:cubicBezTo>
                  <a:pt x="1151570" y="51862"/>
                  <a:pt x="1150154" y="51095"/>
                  <a:pt x="1148417" y="50279"/>
                </a:cubicBezTo>
                <a:cubicBezTo>
                  <a:pt x="1146680" y="49463"/>
                  <a:pt x="1144638" y="48696"/>
                  <a:pt x="1142289" y="47978"/>
                </a:cubicBezTo>
                <a:cubicBezTo>
                  <a:pt x="1139941" y="47260"/>
                  <a:pt x="1137255" y="46901"/>
                  <a:pt x="1134231" y="46901"/>
                </a:cubicBezTo>
                <a:cubicBezTo>
                  <a:pt x="1131529" y="46901"/>
                  <a:pt x="1129149" y="47208"/>
                  <a:pt x="1127090" y="47821"/>
                </a:cubicBezTo>
                <a:cubicBezTo>
                  <a:pt x="1125031" y="48432"/>
                  <a:pt x="1123342" y="49302"/>
                  <a:pt x="1122023" y="50430"/>
                </a:cubicBezTo>
                <a:cubicBezTo>
                  <a:pt x="1120704" y="51558"/>
                  <a:pt x="1119707" y="52896"/>
                  <a:pt x="1119032" y="54444"/>
                </a:cubicBezTo>
                <a:cubicBezTo>
                  <a:pt x="1118356" y="55990"/>
                  <a:pt x="1118018" y="57666"/>
                  <a:pt x="1118018" y="59471"/>
                </a:cubicBezTo>
                <a:cubicBezTo>
                  <a:pt x="1118018" y="61982"/>
                  <a:pt x="1118662" y="64091"/>
                  <a:pt x="1119948" y="65798"/>
                </a:cubicBezTo>
                <a:cubicBezTo>
                  <a:pt x="1121235" y="67505"/>
                  <a:pt x="1122908" y="69003"/>
                  <a:pt x="1124967" y="70292"/>
                </a:cubicBezTo>
                <a:cubicBezTo>
                  <a:pt x="1127025" y="71578"/>
                  <a:pt x="1129374" y="72737"/>
                  <a:pt x="1132012" y="73769"/>
                </a:cubicBezTo>
                <a:cubicBezTo>
                  <a:pt x="1134649" y="74798"/>
                  <a:pt x="1137335" y="75861"/>
                  <a:pt x="1140070" y="76956"/>
                </a:cubicBezTo>
                <a:cubicBezTo>
                  <a:pt x="1142804" y="78050"/>
                  <a:pt x="1145506" y="79274"/>
                  <a:pt x="1148176" y="80627"/>
                </a:cubicBezTo>
                <a:cubicBezTo>
                  <a:pt x="1150846" y="81980"/>
                  <a:pt x="1153210" y="83622"/>
                  <a:pt x="1155269" y="85554"/>
                </a:cubicBezTo>
                <a:cubicBezTo>
                  <a:pt x="1157328" y="87487"/>
                  <a:pt x="1158985" y="89806"/>
                  <a:pt x="1160239" y="92512"/>
                </a:cubicBezTo>
                <a:cubicBezTo>
                  <a:pt x="1161494" y="95216"/>
                  <a:pt x="1162121" y="98436"/>
                  <a:pt x="1162121" y="102171"/>
                </a:cubicBezTo>
                <a:close/>
                <a:moveTo>
                  <a:pt x="1201355" y="125746"/>
                </a:moveTo>
                <a:cubicBezTo>
                  <a:pt x="1201355" y="126260"/>
                  <a:pt x="1201226" y="126695"/>
                  <a:pt x="1200969" y="127048"/>
                </a:cubicBezTo>
                <a:cubicBezTo>
                  <a:pt x="1200711" y="127402"/>
                  <a:pt x="1200293" y="127708"/>
                  <a:pt x="1199714" y="127965"/>
                </a:cubicBezTo>
                <a:cubicBezTo>
                  <a:pt x="1199135" y="128223"/>
                  <a:pt x="1198331" y="128416"/>
                  <a:pt x="1197301" y="128544"/>
                </a:cubicBezTo>
                <a:cubicBezTo>
                  <a:pt x="1196272" y="128673"/>
                  <a:pt x="1194953" y="128737"/>
                  <a:pt x="1193345" y="128737"/>
                </a:cubicBezTo>
                <a:cubicBezTo>
                  <a:pt x="1191801" y="128737"/>
                  <a:pt x="1190514" y="128673"/>
                  <a:pt x="1189484" y="128544"/>
                </a:cubicBezTo>
                <a:cubicBezTo>
                  <a:pt x="1188455" y="128416"/>
                  <a:pt x="1187635" y="128223"/>
                  <a:pt x="1187024" y="127965"/>
                </a:cubicBezTo>
                <a:cubicBezTo>
                  <a:pt x="1186412" y="127708"/>
                  <a:pt x="1185994" y="127402"/>
                  <a:pt x="1185769" y="127048"/>
                </a:cubicBezTo>
                <a:cubicBezTo>
                  <a:pt x="1185544" y="126695"/>
                  <a:pt x="1185431" y="126260"/>
                  <a:pt x="1185431" y="125746"/>
                </a:cubicBezTo>
                <a:lnTo>
                  <a:pt x="1185431" y="38891"/>
                </a:lnTo>
                <a:cubicBezTo>
                  <a:pt x="1185431" y="38441"/>
                  <a:pt x="1185544" y="38023"/>
                  <a:pt x="1185769" y="37637"/>
                </a:cubicBezTo>
                <a:cubicBezTo>
                  <a:pt x="1185994" y="37251"/>
                  <a:pt x="1186412" y="36929"/>
                  <a:pt x="1187024" y="36672"/>
                </a:cubicBezTo>
                <a:cubicBezTo>
                  <a:pt x="1187635" y="36414"/>
                  <a:pt x="1188455" y="36221"/>
                  <a:pt x="1189484" y="36093"/>
                </a:cubicBezTo>
                <a:cubicBezTo>
                  <a:pt x="1190514" y="35964"/>
                  <a:pt x="1191801" y="35900"/>
                  <a:pt x="1193345" y="35900"/>
                </a:cubicBezTo>
                <a:cubicBezTo>
                  <a:pt x="1194953" y="35900"/>
                  <a:pt x="1196272" y="35964"/>
                  <a:pt x="1197301" y="36093"/>
                </a:cubicBezTo>
                <a:cubicBezTo>
                  <a:pt x="1198331" y="36221"/>
                  <a:pt x="1199135" y="36414"/>
                  <a:pt x="1199714" y="36672"/>
                </a:cubicBezTo>
                <a:cubicBezTo>
                  <a:pt x="1200293" y="36929"/>
                  <a:pt x="1200711" y="37251"/>
                  <a:pt x="1200969" y="37637"/>
                </a:cubicBezTo>
                <a:cubicBezTo>
                  <a:pt x="1201226" y="38023"/>
                  <a:pt x="1201355" y="38441"/>
                  <a:pt x="1201355" y="38891"/>
                </a:cubicBezTo>
                <a:lnTo>
                  <a:pt x="1201355" y="125746"/>
                </a:lnTo>
                <a:moveTo>
                  <a:pt x="1203188" y="9457"/>
                </a:moveTo>
                <a:cubicBezTo>
                  <a:pt x="1203188" y="13189"/>
                  <a:pt x="1202480" y="15730"/>
                  <a:pt x="1201065" y="17081"/>
                </a:cubicBezTo>
                <a:cubicBezTo>
                  <a:pt x="1199650" y="18432"/>
                  <a:pt x="1197044" y="19108"/>
                  <a:pt x="1193248" y="19108"/>
                </a:cubicBezTo>
                <a:cubicBezTo>
                  <a:pt x="1189517" y="19108"/>
                  <a:pt x="1186959" y="18448"/>
                  <a:pt x="1185576" y="17130"/>
                </a:cubicBezTo>
                <a:cubicBezTo>
                  <a:pt x="1184193" y="15811"/>
                  <a:pt x="1183501" y="13318"/>
                  <a:pt x="1183501" y="9650"/>
                </a:cubicBezTo>
                <a:cubicBezTo>
                  <a:pt x="1183501" y="5919"/>
                  <a:pt x="1184209" y="3378"/>
                  <a:pt x="1185624" y="2027"/>
                </a:cubicBezTo>
                <a:cubicBezTo>
                  <a:pt x="1187040" y="676"/>
                  <a:pt x="1189645" y="0"/>
                  <a:pt x="1193441" y="0"/>
                </a:cubicBezTo>
                <a:cubicBezTo>
                  <a:pt x="1197173" y="0"/>
                  <a:pt x="1199730" y="659"/>
                  <a:pt x="1201113" y="1978"/>
                </a:cubicBezTo>
                <a:cubicBezTo>
                  <a:pt x="1202497" y="3297"/>
                  <a:pt x="1203188" y="5790"/>
                  <a:pt x="1203188" y="9457"/>
                </a:cubicBezTo>
                <a:close/>
                <a:moveTo>
                  <a:pt x="1311991" y="81402"/>
                </a:moveTo>
                <a:cubicBezTo>
                  <a:pt x="1311991" y="88485"/>
                  <a:pt x="1311059" y="95005"/>
                  <a:pt x="1309193" y="100962"/>
                </a:cubicBezTo>
                <a:cubicBezTo>
                  <a:pt x="1307327" y="106919"/>
                  <a:pt x="1304545" y="112056"/>
                  <a:pt x="1300845" y="116373"/>
                </a:cubicBezTo>
                <a:cubicBezTo>
                  <a:pt x="1297146" y="120687"/>
                  <a:pt x="1292514" y="124052"/>
                  <a:pt x="1286949" y="126466"/>
                </a:cubicBezTo>
                <a:cubicBezTo>
                  <a:pt x="1281383" y="128881"/>
                  <a:pt x="1274934" y="130088"/>
                  <a:pt x="1267599" y="130088"/>
                </a:cubicBezTo>
                <a:cubicBezTo>
                  <a:pt x="1260458" y="130088"/>
                  <a:pt x="1254233" y="129026"/>
                  <a:pt x="1248926" y="126901"/>
                </a:cubicBezTo>
                <a:cubicBezTo>
                  <a:pt x="1243618" y="124776"/>
                  <a:pt x="1239195" y="121684"/>
                  <a:pt x="1235656" y="117627"/>
                </a:cubicBezTo>
                <a:cubicBezTo>
                  <a:pt x="1232118" y="113570"/>
                  <a:pt x="1229480" y="108643"/>
                  <a:pt x="1227743" y="102847"/>
                </a:cubicBezTo>
                <a:cubicBezTo>
                  <a:pt x="1226006" y="97051"/>
                  <a:pt x="1225137" y="90481"/>
                  <a:pt x="1225137" y="83139"/>
                </a:cubicBezTo>
                <a:cubicBezTo>
                  <a:pt x="1225137" y="76056"/>
                  <a:pt x="1226054" y="69536"/>
                  <a:pt x="1227888" y="63579"/>
                </a:cubicBezTo>
                <a:cubicBezTo>
                  <a:pt x="1229721" y="57621"/>
                  <a:pt x="1232488" y="52486"/>
                  <a:pt x="1236187" y="48171"/>
                </a:cubicBezTo>
                <a:cubicBezTo>
                  <a:pt x="1239886" y="43854"/>
                  <a:pt x="1244502" y="40505"/>
                  <a:pt x="1250035" y="38122"/>
                </a:cubicBezTo>
                <a:cubicBezTo>
                  <a:pt x="1255568" y="35740"/>
                  <a:pt x="1262034" y="34549"/>
                  <a:pt x="1269433" y="34549"/>
                </a:cubicBezTo>
                <a:cubicBezTo>
                  <a:pt x="1276574" y="34549"/>
                  <a:pt x="1282799" y="35611"/>
                  <a:pt x="1288107" y="37736"/>
                </a:cubicBezTo>
                <a:cubicBezTo>
                  <a:pt x="1293414" y="39861"/>
                  <a:pt x="1297837" y="42953"/>
                  <a:pt x="1301376" y="47010"/>
                </a:cubicBezTo>
                <a:cubicBezTo>
                  <a:pt x="1304914" y="51067"/>
                  <a:pt x="1307568" y="55994"/>
                  <a:pt x="1309338" y="61790"/>
                </a:cubicBezTo>
                <a:cubicBezTo>
                  <a:pt x="1311107" y="67586"/>
                  <a:pt x="1311991" y="74124"/>
                  <a:pt x="1311991" y="81402"/>
                </a:cubicBezTo>
                <a:moveTo>
                  <a:pt x="1295200" y="82415"/>
                </a:moveTo>
                <a:cubicBezTo>
                  <a:pt x="1295200" y="77718"/>
                  <a:pt x="1294765" y="73279"/>
                  <a:pt x="1293897" y="69097"/>
                </a:cubicBezTo>
                <a:cubicBezTo>
                  <a:pt x="1293028" y="64916"/>
                  <a:pt x="1291597" y="61248"/>
                  <a:pt x="1289602" y="58096"/>
                </a:cubicBezTo>
                <a:cubicBezTo>
                  <a:pt x="1287608" y="54943"/>
                  <a:pt x="1284906" y="52450"/>
                  <a:pt x="1281496" y="50617"/>
                </a:cubicBezTo>
                <a:cubicBezTo>
                  <a:pt x="1278086" y="48783"/>
                  <a:pt x="1273840" y="47866"/>
                  <a:pt x="1268757" y="47866"/>
                </a:cubicBezTo>
                <a:cubicBezTo>
                  <a:pt x="1264061" y="47866"/>
                  <a:pt x="1260024" y="48703"/>
                  <a:pt x="1256646" y="50375"/>
                </a:cubicBezTo>
                <a:cubicBezTo>
                  <a:pt x="1253268" y="52048"/>
                  <a:pt x="1250486" y="54413"/>
                  <a:pt x="1248298" y="57469"/>
                </a:cubicBezTo>
                <a:cubicBezTo>
                  <a:pt x="1246111" y="60525"/>
                  <a:pt x="1244486" y="64143"/>
                  <a:pt x="1243425" y="68325"/>
                </a:cubicBezTo>
                <a:cubicBezTo>
                  <a:pt x="1242363" y="72507"/>
                  <a:pt x="1241833" y="77075"/>
                  <a:pt x="1241833" y="82029"/>
                </a:cubicBezTo>
                <a:cubicBezTo>
                  <a:pt x="1241833" y="86790"/>
                  <a:pt x="1242267" y="91261"/>
                  <a:pt x="1243135" y="95443"/>
                </a:cubicBezTo>
                <a:cubicBezTo>
                  <a:pt x="1244004" y="99625"/>
                  <a:pt x="1245451" y="103276"/>
                  <a:pt x="1247478" y="106396"/>
                </a:cubicBezTo>
                <a:cubicBezTo>
                  <a:pt x="1249505" y="109517"/>
                  <a:pt x="1252223" y="111994"/>
                  <a:pt x="1255633" y="113827"/>
                </a:cubicBezTo>
                <a:cubicBezTo>
                  <a:pt x="1259043" y="115661"/>
                  <a:pt x="1263289" y="116578"/>
                  <a:pt x="1268371" y="116578"/>
                </a:cubicBezTo>
                <a:cubicBezTo>
                  <a:pt x="1273004" y="116578"/>
                  <a:pt x="1277025" y="115741"/>
                  <a:pt x="1280434" y="114069"/>
                </a:cubicBezTo>
                <a:cubicBezTo>
                  <a:pt x="1283844" y="112396"/>
                  <a:pt x="1286643" y="110048"/>
                  <a:pt x="1288830" y="107024"/>
                </a:cubicBezTo>
                <a:cubicBezTo>
                  <a:pt x="1291018" y="104000"/>
                  <a:pt x="1292626" y="100397"/>
                  <a:pt x="1293656" y="96215"/>
                </a:cubicBezTo>
                <a:cubicBezTo>
                  <a:pt x="1294685" y="92033"/>
                  <a:pt x="1295200" y="87433"/>
                  <a:pt x="1295200" y="82415"/>
                </a:cubicBezTo>
                <a:close/>
                <a:moveTo>
                  <a:pt x="1410552" y="125746"/>
                </a:moveTo>
                <a:cubicBezTo>
                  <a:pt x="1410552" y="126260"/>
                  <a:pt x="1410423" y="126695"/>
                  <a:pt x="1410166" y="127048"/>
                </a:cubicBezTo>
                <a:cubicBezTo>
                  <a:pt x="1409908" y="127402"/>
                  <a:pt x="1409490" y="127708"/>
                  <a:pt x="1408911" y="127965"/>
                </a:cubicBezTo>
                <a:cubicBezTo>
                  <a:pt x="1408332" y="128223"/>
                  <a:pt x="1407528" y="128416"/>
                  <a:pt x="1406499" y="128544"/>
                </a:cubicBezTo>
                <a:cubicBezTo>
                  <a:pt x="1405469" y="128673"/>
                  <a:pt x="1404183" y="128737"/>
                  <a:pt x="1402638" y="128737"/>
                </a:cubicBezTo>
                <a:cubicBezTo>
                  <a:pt x="1401030" y="128737"/>
                  <a:pt x="1399711" y="128673"/>
                  <a:pt x="1398682" y="128544"/>
                </a:cubicBezTo>
                <a:cubicBezTo>
                  <a:pt x="1397652" y="128416"/>
                  <a:pt x="1396848" y="128223"/>
                  <a:pt x="1396269" y="127965"/>
                </a:cubicBezTo>
                <a:cubicBezTo>
                  <a:pt x="1395690" y="127708"/>
                  <a:pt x="1395272" y="127403"/>
                  <a:pt x="1395015" y="127052"/>
                </a:cubicBezTo>
                <a:cubicBezTo>
                  <a:pt x="1394757" y="126698"/>
                  <a:pt x="1394629" y="126263"/>
                  <a:pt x="1394629" y="125749"/>
                </a:cubicBezTo>
                <a:lnTo>
                  <a:pt x="1394629" y="74951"/>
                </a:lnTo>
                <a:cubicBezTo>
                  <a:pt x="1394629" y="70003"/>
                  <a:pt x="1394243" y="66019"/>
                  <a:pt x="1393470" y="62999"/>
                </a:cubicBezTo>
                <a:cubicBezTo>
                  <a:pt x="1392698" y="59980"/>
                  <a:pt x="1391573" y="57378"/>
                  <a:pt x="1390093" y="55195"/>
                </a:cubicBezTo>
                <a:cubicBezTo>
                  <a:pt x="1388613" y="53009"/>
                  <a:pt x="1386699" y="51339"/>
                  <a:pt x="1384351" y="50182"/>
                </a:cubicBezTo>
                <a:cubicBezTo>
                  <a:pt x="1382003" y="49024"/>
                  <a:pt x="1379284" y="48445"/>
                  <a:pt x="1376196" y="48445"/>
                </a:cubicBezTo>
                <a:cubicBezTo>
                  <a:pt x="1372207" y="48445"/>
                  <a:pt x="1368218" y="49860"/>
                  <a:pt x="1364230" y="52689"/>
                </a:cubicBezTo>
                <a:cubicBezTo>
                  <a:pt x="1360241" y="55515"/>
                  <a:pt x="1356059" y="59659"/>
                  <a:pt x="1351684" y="65120"/>
                </a:cubicBezTo>
                <a:lnTo>
                  <a:pt x="1351684" y="125749"/>
                </a:lnTo>
                <a:cubicBezTo>
                  <a:pt x="1351684" y="126263"/>
                  <a:pt x="1351555" y="126698"/>
                  <a:pt x="1351298" y="127052"/>
                </a:cubicBezTo>
                <a:cubicBezTo>
                  <a:pt x="1351041" y="127403"/>
                  <a:pt x="1350622" y="127708"/>
                  <a:pt x="1350043" y="127965"/>
                </a:cubicBezTo>
                <a:cubicBezTo>
                  <a:pt x="1349464" y="128223"/>
                  <a:pt x="1348660" y="128416"/>
                  <a:pt x="1347631" y="128544"/>
                </a:cubicBezTo>
                <a:cubicBezTo>
                  <a:pt x="1346601" y="128673"/>
                  <a:pt x="1345282" y="128737"/>
                  <a:pt x="1343674" y="128737"/>
                </a:cubicBezTo>
                <a:cubicBezTo>
                  <a:pt x="1342130" y="128737"/>
                  <a:pt x="1340843" y="128673"/>
                  <a:pt x="1339814" y="128544"/>
                </a:cubicBezTo>
                <a:cubicBezTo>
                  <a:pt x="1338784" y="128416"/>
                  <a:pt x="1337964" y="128223"/>
                  <a:pt x="1337353" y="127965"/>
                </a:cubicBezTo>
                <a:cubicBezTo>
                  <a:pt x="1336742" y="127708"/>
                  <a:pt x="1336324" y="127402"/>
                  <a:pt x="1336098" y="127048"/>
                </a:cubicBezTo>
                <a:cubicBezTo>
                  <a:pt x="1335873" y="126695"/>
                  <a:pt x="1335761" y="126260"/>
                  <a:pt x="1335761" y="125746"/>
                </a:cubicBezTo>
                <a:lnTo>
                  <a:pt x="1335761" y="38891"/>
                </a:lnTo>
                <a:cubicBezTo>
                  <a:pt x="1335761" y="38377"/>
                  <a:pt x="1335857" y="37942"/>
                  <a:pt x="1336050" y="37589"/>
                </a:cubicBezTo>
                <a:cubicBezTo>
                  <a:pt x="1336243" y="37235"/>
                  <a:pt x="1336629" y="36913"/>
                  <a:pt x="1337208" y="36624"/>
                </a:cubicBezTo>
                <a:cubicBezTo>
                  <a:pt x="1337787" y="36334"/>
                  <a:pt x="1338527" y="36141"/>
                  <a:pt x="1339428" y="36045"/>
                </a:cubicBezTo>
                <a:cubicBezTo>
                  <a:pt x="1340329" y="35948"/>
                  <a:pt x="1341519" y="35900"/>
                  <a:pt x="1342999" y="35900"/>
                </a:cubicBezTo>
                <a:cubicBezTo>
                  <a:pt x="1344414" y="35900"/>
                  <a:pt x="1345588" y="35948"/>
                  <a:pt x="1346521" y="36045"/>
                </a:cubicBezTo>
                <a:cubicBezTo>
                  <a:pt x="1347454" y="36141"/>
                  <a:pt x="1348178" y="36334"/>
                  <a:pt x="1348692" y="36624"/>
                </a:cubicBezTo>
                <a:cubicBezTo>
                  <a:pt x="1349207" y="36913"/>
                  <a:pt x="1349577" y="37235"/>
                  <a:pt x="1349802" y="37589"/>
                </a:cubicBezTo>
                <a:cubicBezTo>
                  <a:pt x="1350027" y="37942"/>
                  <a:pt x="1350140" y="38377"/>
                  <a:pt x="1350140" y="38891"/>
                </a:cubicBezTo>
                <a:lnTo>
                  <a:pt x="1350140" y="50375"/>
                </a:lnTo>
                <a:cubicBezTo>
                  <a:pt x="1355029" y="44907"/>
                  <a:pt x="1359903" y="40902"/>
                  <a:pt x="1364760" y="38361"/>
                </a:cubicBezTo>
                <a:cubicBezTo>
                  <a:pt x="1369618" y="35819"/>
                  <a:pt x="1374523" y="34549"/>
                  <a:pt x="1379477" y="34549"/>
                </a:cubicBezTo>
                <a:cubicBezTo>
                  <a:pt x="1385268" y="34549"/>
                  <a:pt x="1390141" y="35530"/>
                  <a:pt x="1394098" y="37492"/>
                </a:cubicBezTo>
                <a:cubicBezTo>
                  <a:pt x="1398054" y="39454"/>
                  <a:pt x="1401255" y="42076"/>
                  <a:pt x="1403700" y="45357"/>
                </a:cubicBezTo>
                <a:cubicBezTo>
                  <a:pt x="1406145" y="48638"/>
                  <a:pt x="1407898" y="52482"/>
                  <a:pt x="1408959" y="56890"/>
                </a:cubicBezTo>
                <a:cubicBezTo>
                  <a:pt x="1410021" y="61297"/>
                  <a:pt x="1410552" y="66588"/>
                  <a:pt x="1410552" y="72765"/>
                </a:cubicBezTo>
                <a:lnTo>
                  <a:pt x="1410552" y="125746"/>
                </a:ln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Text 3)-CEobjective">
            <a:extLst xmlns:a="http://schemas.openxmlformats.org/drawingml/2006/main">
              <a:ext uri="{FF2B5EF4-FFF2-40B4-BE49-F238E27FC236}">
                <a16:creationId xmlns:a16="http://schemas.microsoft.com/office/drawing/2014/main" id="{A5E29CBE-2AD6-43F4-8275-8538F89A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2302" y="6270038"/>
            <a:ext cx="1517348" cy="212286"/>
          </a:xfrm>
          <a:custGeom xmlns:a="http://schemas.openxmlformats.org/drawingml/2006/main">
            <a:pathLst>
              <a:path w="1517348" h="212286">
                <a:moveTo>
                  <a:pt x="96396" y="124923"/>
                </a:moveTo>
                <a:cubicBezTo>
                  <a:pt x="96396" y="131975"/>
                  <a:pt x="95168" y="138334"/>
                  <a:pt x="92712" y="144000"/>
                </a:cubicBezTo>
                <a:cubicBezTo>
                  <a:pt x="90255" y="149666"/>
                  <a:pt x="86729" y="154519"/>
                  <a:pt x="82133" y="158561"/>
                </a:cubicBezTo>
                <a:cubicBezTo>
                  <a:pt x="77537" y="162602"/>
                  <a:pt x="71871" y="165712"/>
                  <a:pt x="65136" y="167891"/>
                </a:cubicBezTo>
                <a:cubicBezTo>
                  <a:pt x="58400" y="170070"/>
                  <a:pt x="50793" y="171160"/>
                  <a:pt x="42315" y="171160"/>
                </a:cubicBezTo>
                <a:cubicBezTo>
                  <a:pt x="37164" y="171160"/>
                  <a:pt x="32350" y="170741"/>
                  <a:pt x="27873" y="169904"/>
                </a:cubicBezTo>
                <a:cubicBezTo>
                  <a:pt x="23396" y="169070"/>
                  <a:pt x="19414" y="168076"/>
                  <a:pt x="15927" y="166922"/>
                </a:cubicBezTo>
                <a:cubicBezTo>
                  <a:pt x="12441" y="165768"/>
                  <a:pt x="9549" y="164574"/>
                  <a:pt x="7251" y="163341"/>
                </a:cubicBezTo>
                <a:cubicBezTo>
                  <a:pt x="4953" y="162108"/>
                  <a:pt x="3506" y="161213"/>
                  <a:pt x="2912" y="160656"/>
                </a:cubicBezTo>
                <a:cubicBezTo>
                  <a:pt x="2318" y="160098"/>
                  <a:pt x="1862" y="159542"/>
                  <a:pt x="1545" y="158988"/>
                </a:cubicBezTo>
                <a:cubicBezTo>
                  <a:pt x="1228" y="158431"/>
                  <a:pt x="951" y="157755"/>
                  <a:pt x="713" y="156960"/>
                </a:cubicBezTo>
                <a:cubicBezTo>
                  <a:pt x="475" y="156162"/>
                  <a:pt x="297" y="155187"/>
                  <a:pt x="178" y="154033"/>
                </a:cubicBezTo>
                <a:cubicBezTo>
                  <a:pt x="59" y="152879"/>
                  <a:pt x="0" y="151466"/>
                  <a:pt x="0" y="149795"/>
                </a:cubicBezTo>
                <a:cubicBezTo>
                  <a:pt x="0" y="146932"/>
                  <a:pt x="277" y="144944"/>
                  <a:pt x="832" y="143829"/>
                </a:cubicBezTo>
                <a:cubicBezTo>
                  <a:pt x="1387" y="142715"/>
                  <a:pt x="2179" y="142158"/>
                  <a:pt x="3209" y="142158"/>
                </a:cubicBezTo>
                <a:cubicBezTo>
                  <a:pt x="3922" y="142158"/>
                  <a:pt x="5329" y="142798"/>
                  <a:pt x="7429" y="144078"/>
                </a:cubicBezTo>
                <a:cubicBezTo>
                  <a:pt x="9529" y="145358"/>
                  <a:pt x="12223" y="146739"/>
                  <a:pt x="15511" y="148220"/>
                </a:cubicBezTo>
                <a:cubicBezTo>
                  <a:pt x="18800" y="149701"/>
                  <a:pt x="22643" y="151081"/>
                  <a:pt x="27041" y="152361"/>
                </a:cubicBezTo>
                <a:cubicBezTo>
                  <a:pt x="31439" y="153642"/>
                  <a:pt x="36332" y="154282"/>
                  <a:pt x="41720" y="154282"/>
                </a:cubicBezTo>
                <a:cubicBezTo>
                  <a:pt x="46950" y="154282"/>
                  <a:pt x="51546" y="153608"/>
                  <a:pt x="55508" y="152261"/>
                </a:cubicBezTo>
                <a:cubicBezTo>
                  <a:pt x="59470" y="150914"/>
                  <a:pt x="62798" y="149012"/>
                  <a:pt x="65492" y="146556"/>
                </a:cubicBezTo>
                <a:cubicBezTo>
                  <a:pt x="68187" y="144099"/>
                  <a:pt x="70207" y="141187"/>
                  <a:pt x="71554" y="137819"/>
                </a:cubicBezTo>
                <a:cubicBezTo>
                  <a:pt x="72901" y="134452"/>
                  <a:pt x="73575" y="130787"/>
                  <a:pt x="73575" y="126825"/>
                </a:cubicBezTo>
                <a:cubicBezTo>
                  <a:pt x="73575" y="122467"/>
                  <a:pt x="72723" y="118544"/>
                  <a:pt x="71019" y="115057"/>
                </a:cubicBezTo>
                <a:cubicBezTo>
                  <a:pt x="69316" y="111571"/>
                  <a:pt x="66820" y="108560"/>
                  <a:pt x="63531" y="106024"/>
                </a:cubicBezTo>
                <a:cubicBezTo>
                  <a:pt x="60243" y="103488"/>
                  <a:pt x="56201" y="101547"/>
                  <a:pt x="51407" y="100200"/>
                </a:cubicBezTo>
                <a:cubicBezTo>
                  <a:pt x="46613" y="98853"/>
                  <a:pt x="41166" y="98179"/>
                  <a:pt x="35064" y="98179"/>
                </a:cubicBezTo>
                <a:lnTo>
                  <a:pt x="20444" y="98179"/>
                </a:lnTo>
                <a:cubicBezTo>
                  <a:pt x="19810" y="98179"/>
                  <a:pt x="19196" y="98041"/>
                  <a:pt x="18602" y="97763"/>
                </a:cubicBezTo>
                <a:cubicBezTo>
                  <a:pt x="18007" y="97486"/>
                  <a:pt x="17492" y="97030"/>
                  <a:pt x="17057" y="96396"/>
                </a:cubicBezTo>
                <a:cubicBezTo>
                  <a:pt x="16621" y="95762"/>
                  <a:pt x="16264" y="94930"/>
                  <a:pt x="15987" y="93900"/>
                </a:cubicBezTo>
                <a:cubicBezTo>
                  <a:pt x="15709" y="92870"/>
                  <a:pt x="15571" y="91523"/>
                  <a:pt x="15571" y="89859"/>
                </a:cubicBezTo>
                <a:cubicBezTo>
                  <a:pt x="15571" y="88353"/>
                  <a:pt x="15690" y="87105"/>
                  <a:pt x="15927" y="86115"/>
                </a:cubicBezTo>
                <a:cubicBezTo>
                  <a:pt x="16165" y="85124"/>
                  <a:pt x="16502" y="84332"/>
                  <a:pt x="16938" y="83738"/>
                </a:cubicBezTo>
                <a:cubicBezTo>
                  <a:pt x="17374" y="83143"/>
                  <a:pt x="17869" y="82707"/>
                  <a:pt x="18423" y="82430"/>
                </a:cubicBezTo>
                <a:cubicBezTo>
                  <a:pt x="18978" y="82153"/>
                  <a:pt x="19612" y="82014"/>
                  <a:pt x="20325" y="82014"/>
                </a:cubicBezTo>
                <a:lnTo>
                  <a:pt x="33757" y="82014"/>
                </a:lnTo>
                <a:cubicBezTo>
                  <a:pt x="38986" y="82014"/>
                  <a:pt x="43681" y="81338"/>
                  <a:pt x="47842" y="79986"/>
                </a:cubicBezTo>
                <a:cubicBezTo>
                  <a:pt x="52002" y="78632"/>
                  <a:pt x="55528" y="76681"/>
                  <a:pt x="58420" y="74136"/>
                </a:cubicBezTo>
                <a:cubicBezTo>
                  <a:pt x="61312" y="71588"/>
                  <a:pt x="63531" y="68543"/>
                  <a:pt x="65076" y="65002"/>
                </a:cubicBezTo>
                <a:cubicBezTo>
                  <a:pt x="66622" y="61459"/>
                  <a:pt x="67394" y="57498"/>
                  <a:pt x="67394" y="53120"/>
                </a:cubicBezTo>
                <a:cubicBezTo>
                  <a:pt x="67394" y="49935"/>
                  <a:pt x="66879" y="46891"/>
                  <a:pt x="65849" y="43986"/>
                </a:cubicBezTo>
                <a:cubicBezTo>
                  <a:pt x="64819" y="41079"/>
                  <a:pt x="63274" y="38552"/>
                  <a:pt x="61213" y="36405"/>
                </a:cubicBezTo>
                <a:cubicBezTo>
                  <a:pt x="59153" y="34256"/>
                  <a:pt x="56518" y="32564"/>
                  <a:pt x="53309" y="31331"/>
                </a:cubicBezTo>
                <a:cubicBezTo>
                  <a:pt x="50100" y="30095"/>
                  <a:pt x="46395" y="29478"/>
                  <a:pt x="42196" y="29478"/>
                </a:cubicBezTo>
                <a:cubicBezTo>
                  <a:pt x="37600" y="29478"/>
                  <a:pt x="33380" y="30171"/>
                  <a:pt x="29537" y="31558"/>
                </a:cubicBezTo>
                <a:cubicBezTo>
                  <a:pt x="25694" y="32944"/>
                  <a:pt x="22267" y="34430"/>
                  <a:pt x="19255" y="36015"/>
                </a:cubicBezTo>
                <a:cubicBezTo>
                  <a:pt x="16244" y="37600"/>
                  <a:pt x="13748" y="39085"/>
                  <a:pt x="11767" y="40472"/>
                </a:cubicBezTo>
                <a:cubicBezTo>
                  <a:pt x="9786" y="41859"/>
                  <a:pt x="8400" y="42552"/>
                  <a:pt x="7607" y="42552"/>
                </a:cubicBezTo>
                <a:cubicBezTo>
                  <a:pt x="7052" y="42552"/>
                  <a:pt x="6557" y="42453"/>
                  <a:pt x="6121" y="42255"/>
                </a:cubicBezTo>
                <a:cubicBezTo>
                  <a:pt x="5686" y="42057"/>
                  <a:pt x="5329" y="41661"/>
                  <a:pt x="5052" y="41066"/>
                </a:cubicBezTo>
                <a:cubicBezTo>
                  <a:pt x="4774" y="40472"/>
                  <a:pt x="4576" y="39640"/>
                  <a:pt x="4457" y="38570"/>
                </a:cubicBezTo>
                <a:cubicBezTo>
                  <a:pt x="4338" y="37501"/>
                  <a:pt x="4279" y="36094"/>
                  <a:pt x="4279" y="34351"/>
                </a:cubicBezTo>
                <a:cubicBezTo>
                  <a:pt x="4279" y="33162"/>
                  <a:pt x="4319" y="32112"/>
                  <a:pt x="4398" y="31201"/>
                </a:cubicBezTo>
                <a:cubicBezTo>
                  <a:pt x="4477" y="30290"/>
                  <a:pt x="4636" y="29497"/>
                  <a:pt x="4873" y="28824"/>
                </a:cubicBezTo>
                <a:cubicBezTo>
                  <a:pt x="5111" y="28150"/>
                  <a:pt x="5388" y="27536"/>
                  <a:pt x="5705" y="26981"/>
                </a:cubicBezTo>
                <a:cubicBezTo>
                  <a:pt x="6022" y="26427"/>
                  <a:pt x="6557" y="25773"/>
                  <a:pt x="7310" y="25020"/>
                </a:cubicBezTo>
                <a:cubicBezTo>
                  <a:pt x="8063" y="24267"/>
                  <a:pt x="9588" y="23178"/>
                  <a:pt x="11886" y="21752"/>
                </a:cubicBezTo>
                <a:cubicBezTo>
                  <a:pt x="14184" y="20325"/>
                  <a:pt x="17017" y="18919"/>
                  <a:pt x="20385" y="17532"/>
                </a:cubicBezTo>
                <a:cubicBezTo>
                  <a:pt x="23752" y="16145"/>
                  <a:pt x="27635" y="14976"/>
                  <a:pt x="32033" y="14026"/>
                </a:cubicBezTo>
                <a:cubicBezTo>
                  <a:pt x="36431" y="13075"/>
                  <a:pt x="41166" y="12599"/>
                  <a:pt x="46237" y="12599"/>
                </a:cubicBezTo>
                <a:cubicBezTo>
                  <a:pt x="53369" y="12599"/>
                  <a:pt x="59629" y="13514"/>
                  <a:pt x="65017" y="15344"/>
                </a:cubicBezTo>
                <a:cubicBezTo>
                  <a:pt x="70405" y="17172"/>
                  <a:pt x="74902" y="19754"/>
                  <a:pt x="78508" y="23092"/>
                </a:cubicBezTo>
                <a:cubicBezTo>
                  <a:pt x="82113" y="26430"/>
                  <a:pt x="84807" y="30425"/>
                  <a:pt x="86590" y="35075"/>
                </a:cubicBezTo>
                <a:cubicBezTo>
                  <a:pt x="88373" y="39726"/>
                  <a:pt x="89265" y="44873"/>
                  <a:pt x="89265" y="50516"/>
                </a:cubicBezTo>
                <a:cubicBezTo>
                  <a:pt x="89265" y="55364"/>
                  <a:pt x="88631" y="59876"/>
                  <a:pt x="87363" y="64051"/>
                </a:cubicBezTo>
                <a:cubicBezTo>
                  <a:pt x="86095" y="68224"/>
                  <a:pt x="84233" y="71920"/>
                  <a:pt x="81776" y="75139"/>
                </a:cubicBezTo>
                <a:cubicBezTo>
                  <a:pt x="79320" y="78358"/>
                  <a:pt x="76309" y="81100"/>
                  <a:pt x="72743" y="83366"/>
                </a:cubicBezTo>
                <a:cubicBezTo>
                  <a:pt x="69177" y="85632"/>
                  <a:pt x="65057" y="87202"/>
                  <a:pt x="60381" y="88076"/>
                </a:cubicBezTo>
                <a:lnTo>
                  <a:pt x="60381" y="88314"/>
                </a:lnTo>
                <a:cubicBezTo>
                  <a:pt x="65691" y="88868"/>
                  <a:pt x="70544" y="90196"/>
                  <a:pt x="74942" y="92296"/>
                </a:cubicBezTo>
                <a:cubicBezTo>
                  <a:pt x="79340" y="94395"/>
                  <a:pt x="83123" y="97030"/>
                  <a:pt x="86293" y="100200"/>
                </a:cubicBezTo>
                <a:cubicBezTo>
                  <a:pt x="89463" y="103369"/>
                  <a:pt x="91939" y="107074"/>
                  <a:pt x="93722" y="111313"/>
                </a:cubicBezTo>
                <a:cubicBezTo>
                  <a:pt x="95505" y="115553"/>
                  <a:pt x="96396" y="120089"/>
                  <a:pt x="96396" y="124923"/>
                </a:cubicBezTo>
                <a:close/>
                <a:moveTo>
                  <a:pt x="169263" y="104954"/>
                </a:moveTo>
                <a:cubicBezTo>
                  <a:pt x="169263" y="113918"/>
                  <a:pt x="168709" y="122783"/>
                  <a:pt x="167599" y="131549"/>
                </a:cubicBezTo>
                <a:cubicBezTo>
                  <a:pt x="166490" y="140315"/>
                  <a:pt x="164826" y="148982"/>
                  <a:pt x="162607" y="157550"/>
                </a:cubicBezTo>
                <a:cubicBezTo>
                  <a:pt x="160388" y="166118"/>
                  <a:pt x="157674" y="174547"/>
                  <a:pt x="154465" y="182838"/>
                </a:cubicBezTo>
                <a:cubicBezTo>
                  <a:pt x="151256" y="191129"/>
                  <a:pt x="147512" y="199319"/>
                  <a:pt x="143233" y="207409"/>
                </a:cubicBezTo>
                <a:cubicBezTo>
                  <a:pt x="142995" y="207805"/>
                  <a:pt x="142638" y="208162"/>
                  <a:pt x="142163" y="208479"/>
                </a:cubicBezTo>
                <a:cubicBezTo>
                  <a:pt x="141687" y="208798"/>
                  <a:pt x="141073" y="209077"/>
                  <a:pt x="140321" y="209314"/>
                </a:cubicBezTo>
                <a:cubicBezTo>
                  <a:pt x="139568" y="209552"/>
                  <a:pt x="138676" y="209711"/>
                  <a:pt x="137646" y="209790"/>
                </a:cubicBezTo>
                <a:cubicBezTo>
                  <a:pt x="136616" y="209869"/>
                  <a:pt x="135388" y="209909"/>
                  <a:pt x="133962" y="209909"/>
                </a:cubicBezTo>
                <a:cubicBezTo>
                  <a:pt x="131901" y="209909"/>
                  <a:pt x="130297" y="209810"/>
                  <a:pt x="129148" y="209611"/>
                </a:cubicBezTo>
                <a:cubicBezTo>
                  <a:pt x="127999" y="209413"/>
                  <a:pt x="127167" y="209095"/>
                  <a:pt x="126652" y="208657"/>
                </a:cubicBezTo>
                <a:cubicBezTo>
                  <a:pt x="126136" y="208221"/>
                  <a:pt x="125899" y="207666"/>
                  <a:pt x="125938" y="206993"/>
                </a:cubicBezTo>
                <a:cubicBezTo>
                  <a:pt x="125978" y="206319"/>
                  <a:pt x="126196" y="205506"/>
                  <a:pt x="126592" y="204552"/>
                </a:cubicBezTo>
                <a:cubicBezTo>
                  <a:pt x="133882" y="188528"/>
                  <a:pt x="139389" y="172128"/>
                  <a:pt x="143114" y="155351"/>
                </a:cubicBezTo>
                <a:cubicBezTo>
                  <a:pt x="146838" y="138572"/>
                  <a:pt x="148700" y="121654"/>
                  <a:pt x="148700" y="104598"/>
                </a:cubicBezTo>
                <a:cubicBezTo>
                  <a:pt x="148700" y="87620"/>
                  <a:pt x="146838" y="70743"/>
                  <a:pt x="143114" y="53967"/>
                </a:cubicBezTo>
                <a:cubicBezTo>
                  <a:pt x="139389" y="37187"/>
                  <a:pt x="133803" y="20824"/>
                  <a:pt x="126354" y="4877"/>
                </a:cubicBezTo>
                <a:cubicBezTo>
                  <a:pt x="126037" y="4164"/>
                  <a:pt x="125919" y="3490"/>
                  <a:pt x="125998" y="2856"/>
                </a:cubicBezTo>
                <a:cubicBezTo>
                  <a:pt x="126077" y="2222"/>
                  <a:pt x="126434" y="1707"/>
                  <a:pt x="127068" y="1311"/>
                </a:cubicBezTo>
                <a:cubicBezTo>
                  <a:pt x="127701" y="913"/>
                  <a:pt x="128573" y="594"/>
                  <a:pt x="129683" y="357"/>
                </a:cubicBezTo>
                <a:cubicBezTo>
                  <a:pt x="130792" y="119"/>
                  <a:pt x="132258" y="0"/>
                  <a:pt x="134080" y="0"/>
                </a:cubicBezTo>
                <a:cubicBezTo>
                  <a:pt x="135744" y="0"/>
                  <a:pt x="137131" y="59"/>
                  <a:pt x="138241" y="178"/>
                </a:cubicBezTo>
                <a:cubicBezTo>
                  <a:pt x="139350" y="297"/>
                  <a:pt x="140241" y="475"/>
                  <a:pt x="140915" y="713"/>
                </a:cubicBezTo>
                <a:cubicBezTo>
                  <a:pt x="141588" y="951"/>
                  <a:pt x="142084" y="1190"/>
                  <a:pt x="142401" y="1430"/>
                </a:cubicBezTo>
                <a:cubicBezTo>
                  <a:pt x="142718" y="1668"/>
                  <a:pt x="142955" y="1945"/>
                  <a:pt x="143114" y="2262"/>
                </a:cubicBezTo>
                <a:cubicBezTo>
                  <a:pt x="151276" y="18524"/>
                  <a:pt x="157674" y="35242"/>
                  <a:pt x="162310" y="52418"/>
                </a:cubicBezTo>
                <a:cubicBezTo>
                  <a:pt x="166945" y="69593"/>
                  <a:pt x="169263" y="87105"/>
                  <a:pt x="169263" y="104954"/>
                </a:cubicBezTo>
                <a:close/>
                <a:moveTo>
                  <a:pt x="306664" y="108698"/>
                </a:moveTo>
                <a:cubicBezTo>
                  <a:pt x="306664" y="111811"/>
                  <a:pt x="306308" y="113967"/>
                  <a:pt x="305594" y="115165"/>
                </a:cubicBezTo>
                <a:cubicBezTo>
                  <a:pt x="304881" y="116361"/>
                  <a:pt x="303851" y="116959"/>
                  <a:pt x="302504" y="116959"/>
                </a:cubicBezTo>
                <a:lnTo>
                  <a:pt x="252820" y="116959"/>
                </a:lnTo>
                <a:cubicBezTo>
                  <a:pt x="251394" y="116959"/>
                  <a:pt x="250324" y="116341"/>
                  <a:pt x="249611" y="115106"/>
                </a:cubicBezTo>
                <a:cubicBezTo>
                  <a:pt x="248898" y="113868"/>
                  <a:pt x="248541" y="111732"/>
                  <a:pt x="248541" y="108698"/>
                </a:cubicBezTo>
                <a:cubicBezTo>
                  <a:pt x="248541" y="105665"/>
                  <a:pt x="248898" y="103550"/>
                  <a:pt x="249611" y="102354"/>
                </a:cubicBezTo>
                <a:cubicBezTo>
                  <a:pt x="250324" y="101156"/>
                  <a:pt x="251394" y="100556"/>
                  <a:pt x="252820" y="100556"/>
                </a:cubicBezTo>
                <a:lnTo>
                  <a:pt x="302504" y="100556"/>
                </a:lnTo>
                <a:cubicBezTo>
                  <a:pt x="303138" y="100556"/>
                  <a:pt x="303712" y="100677"/>
                  <a:pt x="304228" y="100917"/>
                </a:cubicBezTo>
                <a:cubicBezTo>
                  <a:pt x="304743" y="101154"/>
                  <a:pt x="305178" y="101613"/>
                  <a:pt x="305535" y="102291"/>
                </a:cubicBezTo>
                <a:cubicBezTo>
                  <a:pt x="305892" y="102970"/>
                  <a:pt x="306169" y="103828"/>
                  <a:pt x="306367" y="104865"/>
                </a:cubicBezTo>
                <a:cubicBezTo>
                  <a:pt x="306565" y="105903"/>
                  <a:pt x="306664" y="107180"/>
                  <a:pt x="306664" y="108698"/>
                </a:cubicBezTo>
                <a:close/>
                <a:moveTo>
                  <a:pt x="438265" y="146912"/>
                </a:moveTo>
                <a:cubicBezTo>
                  <a:pt x="438265" y="148180"/>
                  <a:pt x="438225" y="149289"/>
                  <a:pt x="438146" y="150240"/>
                </a:cubicBezTo>
                <a:cubicBezTo>
                  <a:pt x="438066" y="151191"/>
                  <a:pt x="437928" y="152023"/>
                  <a:pt x="437730" y="152736"/>
                </a:cubicBezTo>
                <a:cubicBezTo>
                  <a:pt x="437532" y="153450"/>
                  <a:pt x="437274" y="154084"/>
                  <a:pt x="436957" y="154638"/>
                </a:cubicBezTo>
                <a:cubicBezTo>
                  <a:pt x="436640" y="155193"/>
                  <a:pt x="436085" y="155870"/>
                  <a:pt x="435293" y="156670"/>
                </a:cubicBezTo>
                <a:cubicBezTo>
                  <a:pt x="434501" y="157467"/>
                  <a:pt x="432837" y="158684"/>
                  <a:pt x="430301" y="160321"/>
                </a:cubicBezTo>
                <a:cubicBezTo>
                  <a:pt x="427765" y="161958"/>
                  <a:pt x="424615" y="163555"/>
                  <a:pt x="420851" y="165113"/>
                </a:cubicBezTo>
                <a:cubicBezTo>
                  <a:pt x="417087" y="166670"/>
                  <a:pt x="412769" y="167988"/>
                  <a:pt x="407896" y="169065"/>
                </a:cubicBezTo>
                <a:cubicBezTo>
                  <a:pt x="403022" y="170145"/>
                  <a:pt x="397693" y="170684"/>
                  <a:pt x="391909" y="170684"/>
                </a:cubicBezTo>
                <a:cubicBezTo>
                  <a:pt x="381924" y="170684"/>
                  <a:pt x="372911" y="169020"/>
                  <a:pt x="364868" y="165692"/>
                </a:cubicBezTo>
                <a:cubicBezTo>
                  <a:pt x="356825" y="162364"/>
                  <a:pt x="349971" y="157451"/>
                  <a:pt x="344305" y="150954"/>
                </a:cubicBezTo>
                <a:cubicBezTo>
                  <a:pt x="338639" y="144456"/>
                  <a:pt x="334281" y="136433"/>
                  <a:pt x="331230" y="126884"/>
                </a:cubicBezTo>
                <a:cubicBezTo>
                  <a:pt x="328179" y="117336"/>
                  <a:pt x="326654" y="106341"/>
                  <a:pt x="326654" y="93900"/>
                </a:cubicBezTo>
                <a:cubicBezTo>
                  <a:pt x="326654" y="81142"/>
                  <a:pt x="328298" y="69771"/>
                  <a:pt x="331587" y="59787"/>
                </a:cubicBezTo>
                <a:cubicBezTo>
                  <a:pt x="334875" y="49803"/>
                  <a:pt x="339491" y="41344"/>
                  <a:pt x="345434" y="34410"/>
                </a:cubicBezTo>
                <a:cubicBezTo>
                  <a:pt x="351377" y="27477"/>
                  <a:pt x="358489" y="22187"/>
                  <a:pt x="366770" y="18542"/>
                </a:cubicBezTo>
                <a:cubicBezTo>
                  <a:pt x="375050" y="14897"/>
                  <a:pt x="384222" y="13075"/>
                  <a:pt x="394286" y="13075"/>
                </a:cubicBezTo>
                <a:cubicBezTo>
                  <a:pt x="398723" y="13075"/>
                  <a:pt x="403042" y="13491"/>
                  <a:pt x="407242" y="14323"/>
                </a:cubicBezTo>
                <a:cubicBezTo>
                  <a:pt x="411442" y="15155"/>
                  <a:pt x="415324" y="16205"/>
                  <a:pt x="418890" y="17473"/>
                </a:cubicBezTo>
                <a:cubicBezTo>
                  <a:pt x="422456" y="18740"/>
                  <a:pt x="425626" y="20206"/>
                  <a:pt x="428399" y="21870"/>
                </a:cubicBezTo>
                <a:cubicBezTo>
                  <a:pt x="431173" y="23534"/>
                  <a:pt x="433094" y="24901"/>
                  <a:pt x="434164" y="25971"/>
                </a:cubicBezTo>
                <a:cubicBezTo>
                  <a:pt x="435234" y="27041"/>
                  <a:pt x="435927" y="27856"/>
                  <a:pt x="436244" y="28415"/>
                </a:cubicBezTo>
                <a:cubicBezTo>
                  <a:pt x="436561" y="28972"/>
                  <a:pt x="436818" y="29630"/>
                  <a:pt x="437017" y="30388"/>
                </a:cubicBezTo>
                <a:cubicBezTo>
                  <a:pt x="437215" y="31145"/>
                  <a:pt x="437373" y="32043"/>
                  <a:pt x="437492" y="33081"/>
                </a:cubicBezTo>
                <a:cubicBezTo>
                  <a:pt x="437611" y="34116"/>
                  <a:pt x="437670" y="35351"/>
                  <a:pt x="437670" y="36788"/>
                </a:cubicBezTo>
                <a:cubicBezTo>
                  <a:pt x="437670" y="38382"/>
                  <a:pt x="437591" y="39738"/>
                  <a:pt x="437433" y="40855"/>
                </a:cubicBezTo>
                <a:cubicBezTo>
                  <a:pt x="437274" y="41972"/>
                  <a:pt x="437036" y="42909"/>
                  <a:pt x="436719" y="43667"/>
                </a:cubicBezTo>
                <a:cubicBezTo>
                  <a:pt x="436402" y="44424"/>
                  <a:pt x="436026" y="44983"/>
                  <a:pt x="435590" y="45342"/>
                </a:cubicBezTo>
                <a:cubicBezTo>
                  <a:pt x="435154" y="45701"/>
                  <a:pt x="434619" y="45880"/>
                  <a:pt x="433986" y="45880"/>
                </a:cubicBezTo>
                <a:cubicBezTo>
                  <a:pt x="432876" y="45880"/>
                  <a:pt x="431331" y="45102"/>
                  <a:pt x="429350" y="43544"/>
                </a:cubicBezTo>
                <a:cubicBezTo>
                  <a:pt x="427369" y="41986"/>
                  <a:pt x="424813" y="40269"/>
                  <a:pt x="421683" y="38392"/>
                </a:cubicBezTo>
                <a:cubicBezTo>
                  <a:pt x="418553" y="36515"/>
                  <a:pt x="414750" y="34798"/>
                  <a:pt x="410273" y="33240"/>
                </a:cubicBezTo>
                <a:cubicBezTo>
                  <a:pt x="405796" y="31683"/>
                  <a:pt x="400427" y="30904"/>
                  <a:pt x="394167" y="30904"/>
                </a:cubicBezTo>
                <a:cubicBezTo>
                  <a:pt x="387352" y="30904"/>
                  <a:pt x="381152" y="32271"/>
                  <a:pt x="375565" y="35005"/>
                </a:cubicBezTo>
                <a:cubicBezTo>
                  <a:pt x="369979" y="37738"/>
                  <a:pt x="365205" y="41760"/>
                  <a:pt x="361243" y="47069"/>
                </a:cubicBezTo>
                <a:cubicBezTo>
                  <a:pt x="357281" y="52378"/>
                  <a:pt x="354210" y="58856"/>
                  <a:pt x="352031" y="66503"/>
                </a:cubicBezTo>
                <a:cubicBezTo>
                  <a:pt x="349852" y="74149"/>
                  <a:pt x="348762" y="82886"/>
                  <a:pt x="348762" y="92712"/>
                </a:cubicBezTo>
                <a:cubicBezTo>
                  <a:pt x="348762" y="102458"/>
                  <a:pt x="349812" y="111076"/>
                  <a:pt x="351912" y="118564"/>
                </a:cubicBezTo>
                <a:cubicBezTo>
                  <a:pt x="354012" y="126052"/>
                  <a:pt x="357023" y="132312"/>
                  <a:pt x="360945" y="137344"/>
                </a:cubicBezTo>
                <a:cubicBezTo>
                  <a:pt x="364868" y="142376"/>
                  <a:pt x="369682" y="146179"/>
                  <a:pt x="375387" y="148755"/>
                </a:cubicBezTo>
                <a:cubicBezTo>
                  <a:pt x="381092" y="151330"/>
                  <a:pt x="387551" y="152618"/>
                  <a:pt x="394761" y="152618"/>
                </a:cubicBezTo>
                <a:cubicBezTo>
                  <a:pt x="400863" y="152618"/>
                  <a:pt x="406192" y="151859"/>
                  <a:pt x="410748" y="150341"/>
                </a:cubicBezTo>
                <a:cubicBezTo>
                  <a:pt x="415305" y="148823"/>
                  <a:pt x="419187" y="147125"/>
                  <a:pt x="422397" y="145248"/>
                </a:cubicBezTo>
                <a:cubicBezTo>
                  <a:pt x="425606" y="143371"/>
                  <a:pt x="428241" y="141674"/>
                  <a:pt x="430301" y="140156"/>
                </a:cubicBezTo>
                <a:cubicBezTo>
                  <a:pt x="432361" y="138638"/>
                  <a:pt x="433986" y="137879"/>
                  <a:pt x="435174" y="137879"/>
                </a:cubicBezTo>
                <a:cubicBezTo>
                  <a:pt x="435729" y="137879"/>
                  <a:pt x="436204" y="137998"/>
                  <a:pt x="436601" y="138235"/>
                </a:cubicBezTo>
                <a:cubicBezTo>
                  <a:pt x="436997" y="138473"/>
                  <a:pt x="437314" y="138929"/>
                  <a:pt x="437551" y="139602"/>
                </a:cubicBezTo>
                <a:cubicBezTo>
                  <a:pt x="437789" y="140276"/>
                  <a:pt x="437967" y="141207"/>
                  <a:pt x="438086" y="142396"/>
                </a:cubicBezTo>
                <a:cubicBezTo>
                  <a:pt x="438205" y="143584"/>
                  <a:pt x="438265" y="145090"/>
                  <a:pt x="438265" y="146912"/>
                </a:cubicBezTo>
                <a:close/>
                <a:moveTo>
                  <a:pt x="551637" y="160284"/>
                </a:moveTo>
                <a:cubicBezTo>
                  <a:pt x="551637" y="161720"/>
                  <a:pt x="551558" y="162977"/>
                  <a:pt x="551399" y="164054"/>
                </a:cubicBezTo>
                <a:cubicBezTo>
                  <a:pt x="551241" y="165131"/>
                  <a:pt x="550963" y="166029"/>
                  <a:pt x="550567" y="166747"/>
                </a:cubicBezTo>
                <a:cubicBezTo>
                  <a:pt x="550171" y="167465"/>
                  <a:pt x="549715" y="167984"/>
                  <a:pt x="549200" y="168304"/>
                </a:cubicBezTo>
                <a:cubicBezTo>
                  <a:pt x="548685" y="168623"/>
                  <a:pt x="548111" y="168783"/>
                  <a:pt x="547477" y="168783"/>
                </a:cubicBezTo>
                <a:lnTo>
                  <a:pt x="473664" y="168783"/>
                </a:lnTo>
                <a:cubicBezTo>
                  <a:pt x="471841" y="168783"/>
                  <a:pt x="470118" y="168169"/>
                  <a:pt x="468494" y="166940"/>
                </a:cubicBezTo>
                <a:cubicBezTo>
                  <a:pt x="466869" y="165712"/>
                  <a:pt x="466057" y="163553"/>
                  <a:pt x="466057" y="160462"/>
                </a:cubicBezTo>
                <a:lnTo>
                  <a:pt x="466057" y="23297"/>
                </a:lnTo>
                <a:cubicBezTo>
                  <a:pt x="466057" y="20206"/>
                  <a:pt x="466869" y="18047"/>
                  <a:pt x="468494" y="16819"/>
                </a:cubicBezTo>
                <a:cubicBezTo>
                  <a:pt x="470118" y="15591"/>
                  <a:pt x="471841" y="14976"/>
                  <a:pt x="473664" y="14976"/>
                </a:cubicBezTo>
                <a:lnTo>
                  <a:pt x="546645" y="14976"/>
                </a:lnTo>
                <a:cubicBezTo>
                  <a:pt x="547279" y="14976"/>
                  <a:pt x="547853" y="15136"/>
                  <a:pt x="548368" y="15456"/>
                </a:cubicBezTo>
                <a:cubicBezTo>
                  <a:pt x="548883" y="15775"/>
                  <a:pt x="549299" y="16294"/>
                  <a:pt x="549616" y="17012"/>
                </a:cubicBezTo>
                <a:cubicBezTo>
                  <a:pt x="549933" y="17730"/>
                  <a:pt x="550191" y="18628"/>
                  <a:pt x="550389" y="19705"/>
                </a:cubicBezTo>
                <a:cubicBezTo>
                  <a:pt x="550587" y="20782"/>
                  <a:pt x="550686" y="22118"/>
                  <a:pt x="550686" y="23713"/>
                </a:cubicBezTo>
                <a:cubicBezTo>
                  <a:pt x="550686" y="25149"/>
                  <a:pt x="550587" y="26406"/>
                  <a:pt x="550389" y="27483"/>
                </a:cubicBezTo>
                <a:cubicBezTo>
                  <a:pt x="550191" y="28560"/>
                  <a:pt x="549933" y="29438"/>
                  <a:pt x="549616" y="30116"/>
                </a:cubicBezTo>
                <a:cubicBezTo>
                  <a:pt x="549299" y="30795"/>
                  <a:pt x="548883" y="31294"/>
                  <a:pt x="548368" y="31613"/>
                </a:cubicBezTo>
                <a:cubicBezTo>
                  <a:pt x="547853" y="31933"/>
                  <a:pt x="547279" y="32092"/>
                  <a:pt x="546645" y="32092"/>
                </a:cubicBezTo>
                <a:lnTo>
                  <a:pt x="486501" y="32092"/>
                </a:lnTo>
                <a:lnTo>
                  <a:pt x="486501" y="80112"/>
                </a:lnTo>
                <a:lnTo>
                  <a:pt x="538087" y="80112"/>
                </a:lnTo>
                <a:cubicBezTo>
                  <a:pt x="538721" y="80112"/>
                  <a:pt x="539295" y="80292"/>
                  <a:pt x="539810" y="80651"/>
                </a:cubicBezTo>
                <a:cubicBezTo>
                  <a:pt x="540325" y="81010"/>
                  <a:pt x="540761" y="81509"/>
                  <a:pt x="541118" y="82148"/>
                </a:cubicBezTo>
                <a:cubicBezTo>
                  <a:pt x="541474" y="82787"/>
                  <a:pt x="541732" y="83665"/>
                  <a:pt x="541890" y="84781"/>
                </a:cubicBezTo>
                <a:cubicBezTo>
                  <a:pt x="542049" y="85898"/>
                  <a:pt x="542128" y="87216"/>
                  <a:pt x="542128" y="88733"/>
                </a:cubicBezTo>
                <a:cubicBezTo>
                  <a:pt x="542128" y="90170"/>
                  <a:pt x="542049" y="91407"/>
                  <a:pt x="541890" y="92444"/>
                </a:cubicBezTo>
                <a:cubicBezTo>
                  <a:pt x="541732" y="93482"/>
                  <a:pt x="541474" y="94320"/>
                  <a:pt x="541118" y="94959"/>
                </a:cubicBezTo>
                <a:cubicBezTo>
                  <a:pt x="540761" y="95595"/>
                  <a:pt x="540325" y="96053"/>
                  <a:pt x="539810" y="96333"/>
                </a:cubicBezTo>
                <a:cubicBezTo>
                  <a:pt x="539295" y="96613"/>
                  <a:pt x="538721" y="96753"/>
                  <a:pt x="538087" y="96753"/>
                </a:cubicBezTo>
                <a:lnTo>
                  <a:pt x="486501" y="96753"/>
                </a:lnTo>
                <a:lnTo>
                  <a:pt x="486501" y="151667"/>
                </a:lnTo>
                <a:lnTo>
                  <a:pt x="547477" y="151667"/>
                </a:lnTo>
                <a:cubicBezTo>
                  <a:pt x="548111" y="151667"/>
                  <a:pt x="548685" y="151826"/>
                  <a:pt x="549200" y="152146"/>
                </a:cubicBezTo>
                <a:cubicBezTo>
                  <a:pt x="549715" y="152465"/>
                  <a:pt x="550171" y="152964"/>
                  <a:pt x="550567" y="153643"/>
                </a:cubicBezTo>
                <a:cubicBezTo>
                  <a:pt x="550963" y="154321"/>
                  <a:pt x="551241" y="155199"/>
                  <a:pt x="551399" y="156276"/>
                </a:cubicBezTo>
                <a:cubicBezTo>
                  <a:pt x="551558" y="157353"/>
                  <a:pt x="551637" y="158689"/>
                  <a:pt x="551637" y="160284"/>
                </a:cubicBezTo>
                <a:close/>
                <a:moveTo>
                  <a:pt x="737270" y="111195"/>
                </a:moveTo>
                <a:cubicBezTo>
                  <a:pt x="737270" y="119918"/>
                  <a:pt x="736121" y="127949"/>
                  <a:pt x="733823" y="135286"/>
                </a:cubicBezTo>
                <a:cubicBezTo>
                  <a:pt x="731525" y="142623"/>
                  <a:pt x="728098" y="148950"/>
                  <a:pt x="723542" y="154267"/>
                </a:cubicBezTo>
                <a:cubicBezTo>
                  <a:pt x="718986" y="159581"/>
                  <a:pt x="713280" y="163725"/>
                  <a:pt x="706426" y="166699"/>
                </a:cubicBezTo>
                <a:cubicBezTo>
                  <a:pt x="699572" y="169673"/>
                  <a:pt x="691628" y="171160"/>
                  <a:pt x="682594" y="171160"/>
                </a:cubicBezTo>
                <a:cubicBezTo>
                  <a:pt x="673799" y="171160"/>
                  <a:pt x="666132" y="169851"/>
                  <a:pt x="659595" y="167234"/>
                </a:cubicBezTo>
                <a:cubicBezTo>
                  <a:pt x="653057" y="164616"/>
                  <a:pt x="647610" y="160809"/>
                  <a:pt x="643251" y="155812"/>
                </a:cubicBezTo>
                <a:cubicBezTo>
                  <a:pt x="638893" y="150815"/>
                  <a:pt x="635644" y="144747"/>
                  <a:pt x="633505" y="137608"/>
                </a:cubicBezTo>
                <a:cubicBezTo>
                  <a:pt x="631365" y="130469"/>
                  <a:pt x="630295" y="122377"/>
                  <a:pt x="630295" y="113334"/>
                </a:cubicBezTo>
                <a:cubicBezTo>
                  <a:pt x="630295" y="104610"/>
                  <a:pt x="631425" y="96580"/>
                  <a:pt x="633683" y="89242"/>
                </a:cubicBezTo>
                <a:cubicBezTo>
                  <a:pt x="635941" y="81905"/>
                  <a:pt x="639349" y="75580"/>
                  <a:pt x="643905" y="70265"/>
                </a:cubicBezTo>
                <a:cubicBezTo>
                  <a:pt x="648461" y="64949"/>
                  <a:pt x="654147" y="60823"/>
                  <a:pt x="660962" y="57889"/>
                </a:cubicBezTo>
                <a:cubicBezTo>
                  <a:pt x="667776" y="54955"/>
                  <a:pt x="675740" y="53487"/>
                  <a:pt x="684853" y="53487"/>
                </a:cubicBezTo>
                <a:cubicBezTo>
                  <a:pt x="693648" y="53487"/>
                  <a:pt x="701315" y="54796"/>
                  <a:pt x="707852" y="57414"/>
                </a:cubicBezTo>
                <a:cubicBezTo>
                  <a:pt x="714390" y="60031"/>
                  <a:pt x="719837" y="63838"/>
                  <a:pt x="724196" y="68835"/>
                </a:cubicBezTo>
                <a:cubicBezTo>
                  <a:pt x="728554" y="73833"/>
                  <a:pt x="731823" y="79901"/>
                  <a:pt x="734002" y="87040"/>
                </a:cubicBezTo>
                <a:cubicBezTo>
                  <a:pt x="736181" y="94179"/>
                  <a:pt x="737270" y="102230"/>
                  <a:pt x="737270" y="111195"/>
                </a:cubicBezTo>
                <a:moveTo>
                  <a:pt x="716589" y="112443"/>
                </a:moveTo>
                <a:cubicBezTo>
                  <a:pt x="716589" y="106658"/>
                  <a:pt x="716054" y="101190"/>
                  <a:pt x="714984" y="96040"/>
                </a:cubicBezTo>
                <a:cubicBezTo>
                  <a:pt x="713914" y="90889"/>
                  <a:pt x="712151" y="86372"/>
                  <a:pt x="709695" y="82490"/>
                </a:cubicBezTo>
                <a:cubicBezTo>
                  <a:pt x="707238" y="78607"/>
                  <a:pt x="703910" y="75536"/>
                  <a:pt x="699710" y="73278"/>
                </a:cubicBezTo>
                <a:cubicBezTo>
                  <a:pt x="695511" y="71019"/>
                  <a:pt x="690281" y="69890"/>
                  <a:pt x="684021" y="69890"/>
                </a:cubicBezTo>
                <a:cubicBezTo>
                  <a:pt x="678236" y="69890"/>
                  <a:pt x="673264" y="70920"/>
                  <a:pt x="669104" y="72981"/>
                </a:cubicBezTo>
                <a:cubicBezTo>
                  <a:pt x="664943" y="75041"/>
                  <a:pt x="661516" y="77953"/>
                  <a:pt x="658822" y="81717"/>
                </a:cubicBezTo>
                <a:cubicBezTo>
                  <a:pt x="656128" y="85481"/>
                  <a:pt x="654127" y="89938"/>
                  <a:pt x="652820" y="95089"/>
                </a:cubicBezTo>
                <a:cubicBezTo>
                  <a:pt x="651512" y="100239"/>
                  <a:pt x="650858" y="105866"/>
                  <a:pt x="650858" y="111967"/>
                </a:cubicBezTo>
                <a:cubicBezTo>
                  <a:pt x="650858" y="117831"/>
                  <a:pt x="651393" y="123338"/>
                  <a:pt x="652463" y="128489"/>
                </a:cubicBezTo>
                <a:cubicBezTo>
                  <a:pt x="653533" y="133639"/>
                  <a:pt x="655316" y="138136"/>
                  <a:pt x="657812" y="141980"/>
                </a:cubicBezTo>
                <a:cubicBezTo>
                  <a:pt x="660308" y="145823"/>
                  <a:pt x="663656" y="148873"/>
                  <a:pt x="667856" y="151132"/>
                </a:cubicBezTo>
                <a:cubicBezTo>
                  <a:pt x="672055" y="153390"/>
                  <a:pt x="677285" y="154519"/>
                  <a:pt x="683545" y="154519"/>
                </a:cubicBezTo>
                <a:cubicBezTo>
                  <a:pt x="689251" y="154519"/>
                  <a:pt x="694203" y="153489"/>
                  <a:pt x="698403" y="151429"/>
                </a:cubicBezTo>
                <a:cubicBezTo>
                  <a:pt x="702603" y="149369"/>
                  <a:pt x="706050" y="146476"/>
                  <a:pt x="708744" y="142752"/>
                </a:cubicBezTo>
                <a:cubicBezTo>
                  <a:pt x="711438" y="139028"/>
                  <a:pt x="713419" y="134590"/>
                  <a:pt x="714687" y="129440"/>
                </a:cubicBezTo>
                <a:cubicBezTo>
                  <a:pt x="715955" y="124289"/>
                  <a:pt x="716589" y="118623"/>
                  <a:pt x="716589" y="112443"/>
                </a:cubicBezTo>
                <a:close/>
                <a:moveTo>
                  <a:pt x="865164" y="110957"/>
                </a:moveTo>
                <a:cubicBezTo>
                  <a:pt x="865164" y="120235"/>
                  <a:pt x="864154" y="128583"/>
                  <a:pt x="862133" y="135999"/>
                </a:cubicBezTo>
                <a:cubicBezTo>
                  <a:pt x="860112" y="143416"/>
                  <a:pt x="857141" y="149743"/>
                  <a:pt x="853218" y="154980"/>
                </a:cubicBezTo>
                <a:cubicBezTo>
                  <a:pt x="849296" y="160215"/>
                  <a:pt x="844482" y="164220"/>
                  <a:pt x="838777" y="166996"/>
                </a:cubicBezTo>
                <a:cubicBezTo>
                  <a:pt x="833071" y="169772"/>
                  <a:pt x="826534" y="171160"/>
                  <a:pt x="819165" y="171160"/>
                </a:cubicBezTo>
                <a:cubicBezTo>
                  <a:pt x="815757" y="171160"/>
                  <a:pt x="812608" y="170822"/>
                  <a:pt x="809715" y="170146"/>
                </a:cubicBezTo>
                <a:cubicBezTo>
                  <a:pt x="806823" y="169472"/>
                  <a:pt x="803990" y="168383"/>
                  <a:pt x="801217" y="166877"/>
                </a:cubicBezTo>
                <a:cubicBezTo>
                  <a:pt x="798443" y="165369"/>
                  <a:pt x="795670" y="163465"/>
                  <a:pt x="792896" y="161164"/>
                </a:cubicBezTo>
                <a:cubicBezTo>
                  <a:pt x="790123" y="158864"/>
                  <a:pt x="787191" y="156088"/>
                  <a:pt x="784101" y="152837"/>
                </a:cubicBezTo>
                <a:lnTo>
                  <a:pt x="784101" y="165833"/>
                </a:lnTo>
                <a:cubicBezTo>
                  <a:pt x="784101" y="166462"/>
                  <a:pt x="783942" y="167013"/>
                  <a:pt x="783625" y="167486"/>
                </a:cubicBezTo>
                <a:cubicBezTo>
                  <a:pt x="783308" y="167959"/>
                  <a:pt x="782793" y="168334"/>
                  <a:pt x="782080" y="168612"/>
                </a:cubicBezTo>
                <a:cubicBezTo>
                  <a:pt x="781367" y="168887"/>
                  <a:pt x="780475" y="169102"/>
                  <a:pt x="779406" y="169258"/>
                </a:cubicBezTo>
                <a:cubicBezTo>
                  <a:pt x="778336" y="169417"/>
                  <a:pt x="776969" y="169496"/>
                  <a:pt x="775305" y="169496"/>
                </a:cubicBezTo>
                <a:cubicBezTo>
                  <a:pt x="773720" y="169496"/>
                  <a:pt x="772373" y="169417"/>
                  <a:pt x="771264" y="169258"/>
                </a:cubicBezTo>
                <a:cubicBezTo>
                  <a:pt x="770154" y="169100"/>
                  <a:pt x="769243" y="168882"/>
                  <a:pt x="768530" y="168604"/>
                </a:cubicBezTo>
                <a:cubicBezTo>
                  <a:pt x="767817" y="168327"/>
                  <a:pt x="767341" y="167951"/>
                  <a:pt x="767104" y="167475"/>
                </a:cubicBezTo>
                <a:cubicBezTo>
                  <a:pt x="766866" y="166997"/>
                  <a:pt x="766747" y="166441"/>
                  <a:pt x="766747" y="165807"/>
                </a:cubicBezTo>
                <a:lnTo>
                  <a:pt x="766747" y="6898"/>
                </a:lnTo>
                <a:cubicBezTo>
                  <a:pt x="766747" y="6264"/>
                  <a:pt x="766886" y="5709"/>
                  <a:pt x="767163" y="5234"/>
                </a:cubicBezTo>
                <a:cubicBezTo>
                  <a:pt x="767440" y="4756"/>
                  <a:pt x="767955" y="4358"/>
                  <a:pt x="768708" y="4041"/>
                </a:cubicBezTo>
                <a:cubicBezTo>
                  <a:pt x="769461" y="3724"/>
                  <a:pt x="770471" y="3487"/>
                  <a:pt x="771739" y="3328"/>
                </a:cubicBezTo>
                <a:cubicBezTo>
                  <a:pt x="773007" y="3170"/>
                  <a:pt x="774592" y="3090"/>
                  <a:pt x="776494" y="3090"/>
                </a:cubicBezTo>
                <a:cubicBezTo>
                  <a:pt x="778475" y="3090"/>
                  <a:pt x="780099" y="3170"/>
                  <a:pt x="781367" y="3328"/>
                </a:cubicBezTo>
                <a:cubicBezTo>
                  <a:pt x="782635" y="3487"/>
                  <a:pt x="783625" y="3726"/>
                  <a:pt x="784338" y="4045"/>
                </a:cubicBezTo>
                <a:cubicBezTo>
                  <a:pt x="785052" y="4362"/>
                  <a:pt x="785567" y="4759"/>
                  <a:pt x="785884" y="5237"/>
                </a:cubicBezTo>
                <a:cubicBezTo>
                  <a:pt x="786201" y="5713"/>
                  <a:pt x="786359" y="6267"/>
                  <a:pt x="786359" y="6901"/>
                </a:cubicBezTo>
                <a:lnTo>
                  <a:pt x="786359" y="71097"/>
                </a:lnTo>
                <a:cubicBezTo>
                  <a:pt x="789529" y="67846"/>
                  <a:pt x="792599" y="65110"/>
                  <a:pt x="795571" y="62889"/>
                </a:cubicBezTo>
                <a:cubicBezTo>
                  <a:pt x="798542" y="60667"/>
                  <a:pt x="801454" y="58863"/>
                  <a:pt x="804307" y="57477"/>
                </a:cubicBezTo>
                <a:cubicBezTo>
                  <a:pt x="807160" y="56088"/>
                  <a:pt x="810012" y="55076"/>
                  <a:pt x="812865" y="54442"/>
                </a:cubicBezTo>
                <a:cubicBezTo>
                  <a:pt x="815718" y="53806"/>
                  <a:pt x="818729" y="53487"/>
                  <a:pt x="821899" y="53487"/>
                </a:cubicBezTo>
                <a:cubicBezTo>
                  <a:pt x="829664" y="53487"/>
                  <a:pt x="836301" y="55035"/>
                  <a:pt x="841808" y="58130"/>
                </a:cubicBezTo>
                <a:cubicBezTo>
                  <a:pt x="847315" y="61223"/>
                  <a:pt x="851792" y="65367"/>
                  <a:pt x="855239" y="70563"/>
                </a:cubicBezTo>
                <a:cubicBezTo>
                  <a:pt x="858686" y="75758"/>
                  <a:pt x="861202" y="81846"/>
                  <a:pt x="862787" y="88826"/>
                </a:cubicBezTo>
                <a:cubicBezTo>
                  <a:pt x="864372" y="95804"/>
                  <a:pt x="865164" y="103181"/>
                  <a:pt x="865164" y="110957"/>
                </a:cubicBezTo>
                <a:moveTo>
                  <a:pt x="844482" y="113215"/>
                </a:moveTo>
                <a:cubicBezTo>
                  <a:pt x="844482" y="107740"/>
                  <a:pt x="844066" y="102424"/>
                  <a:pt x="843234" y="97265"/>
                </a:cubicBezTo>
                <a:cubicBezTo>
                  <a:pt x="842402" y="92107"/>
                  <a:pt x="840956" y="87545"/>
                  <a:pt x="838896" y="83578"/>
                </a:cubicBezTo>
                <a:cubicBezTo>
                  <a:pt x="836835" y="79611"/>
                  <a:pt x="834102" y="76418"/>
                  <a:pt x="830694" y="73998"/>
                </a:cubicBezTo>
                <a:cubicBezTo>
                  <a:pt x="827287" y="71577"/>
                  <a:pt x="823048" y="70366"/>
                  <a:pt x="817976" y="70366"/>
                </a:cubicBezTo>
                <a:cubicBezTo>
                  <a:pt x="815440" y="70366"/>
                  <a:pt x="812944" y="70724"/>
                  <a:pt x="810488" y="71439"/>
                </a:cubicBezTo>
                <a:cubicBezTo>
                  <a:pt x="808031" y="72152"/>
                  <a:pt x="805535" y="73342"/>
                  <a:pt x="803000" y="75009"/>
                </a:cubicBezTo>
                <a:cubicBezTo>
                  <a:pt x="800464" y="76675"/>
                  <a:pt x="797829" y="78818"/>
                  <a:pt x="795095" y="81438"/>
                </a:cubicBezTo>
                <a:cubicBezTo>
                  <a:pt x="792362" y="84058"/>
                  <a:pt x="789449" y="87353"/>
                  <a:pt x="786359" y="91322"/>
                </a:cubicBezTo>
                <a:lnTo>
                  <a:pt x="786359" y="134038"/>
                </a:lnTo>
                <a:cubicBezTo>
                  <a:pt x="791747" y="140627"/>
                  <a:pt x="796898" y="145649"/>
                  <a:pt x="801811" y="149104"/>
                </a:cubicBezTo>
                <a:cubicBezTo>
                  <a:pt x="806724" y="152556"/>
                  <a:pt x="811835" y="154282"/>
                  <a:pt x="817144" y="154282"/>
                </a:cubicBezTo>
                <a:cubicBezTo>
                  <a:pt x="822057" y="154282"/>
                  <a:pt x="826257" y="153092"/>
                  <a:pt x="829743" y="150712"/>
                </a:cubicBezTo>
                <a:cubicBezTo>
                  <a:pt x="833230" y="148330"/>
                  <a:pt x="836063" y="145175"/>
                  <a:pt x="838242" y="141248"/>
                </a:cubicBezTo>
                <a:cubicBezTo>
                  <a:pt x="840421" y="137320"/>
                  <a:pt x="842006" y="132916"/>
                  <a:pt x="842996" y="128036"/>
                </a:cubicBezTo>
                <a:cubicBezTo>
                  <a:pt x="843987" y="123155"/>
                  <a:pt x="844482" y="118215"/>
                  <a:pt x="844482" y="113215"/>
                </a:cubicBezTo>
                <a:close/>
                <a:moveTo>
                  <a:pt x="916818" y="170566"/>
                </a:moveTo>
                <a:cubicBezTo>
                  <a:pt x="916818" y="178512"/>
                  <a:pt x="916223" y="184928"/>
                  <a:pt x="915035" y="189814"/>
                </a:cubicBezTo>
                <a:cubicBezTo>
                  <a:pt x="913846" y="194702"/>
                  <a:pt x="911984" y="198815"/>
                  <a:pt x="909448" y="202153"/>
                </a:cubicBezTo>
                <a:cubicBezTo>
                  <a:pt x="906913" y="205491"/>
                  <a:pt x="903664" y="208014"/>
                  <a:pt x="899702" y="209723"/>
                </a:cubicBezTo>
                <a:cubicBezTo>
                  <a:pt x="895740" y="211432"/>
                  <a:pt x="890946" y="212286"/>
                  <a:pt x="885320" y="212286"/>
                </a:cubicBezTo>
                <a:cubicBezTo>
                  <a:pt x="882784" y="212286"/>
                  <a:pt x="880625" y="212126"/>
                  <a:pt x="878842" y="211807"/>
                </a:cubicBezTo>
                <a:cubicBezTo>
                  <a:pt x="877059" y="211487"/>
                  <a:pt x="875692" y="211128"/>
                  <a:pt x="874741" y="210729"/>
                </a:cubicBezTo>
                <a:cubicBezTo>
                  <a:pt x="873790" y="210331"/>
                  <a:pt x="873136" y="209871"/>
                  <a:pt x="872780" y="209351"/>
                </a:cubicBezTo>
                <a:cubicBezTo>
                  <a:pt x="872423" y="208834"/>
                  <a:pt x="872166" y="208236"/>
                  <a:pt x="872007" y="207557"/>
                </a:cubicBezTo>
                <a:cubicBezTo>
                  <a:pt x="871849" y="206879"/>
                  <a:pt x="871750" y="206181"/>
                  <a:pt x="871710" y="205462"/>
                </a:cubicBezTo>
                <a:cubicBezTo>
                  <a:pt x="871670" y="204744"/>
                  <a:pt x="871651" y="203867"/>
                  <a:pt x="871651" y="202829"/>
                </a:cubicBezTo>
                <a:cubicBezTo>
                  <a:pt x="871651" y="201393"/>
                  <a:pt x="871710" y="200156"/>
                  <a:pt x="871829" y="199118"/>
                </a:cubicBezTo>
                <a:cubicBezTo>
                  <a:pt x="871948" y="198081"/>
                  <a:pt x="872146" y="197242"/>
                  <a:pt x="872423" y="196604"/>
                </a:cubicBezTo>
                <a:cubicBezTo>
                  <a:pt x="872700" y="195965"/>
                  <a:pt x="873017" y="195507"/>
                  <a:pt x="873374" y="195229"/>
                </a:cubicBezTo>
                <a:cubicBezTo>
                  <a:pt x="873731" y="194952"/>
                  <a:pt x="874186" y="194813"/>
                  <a:pt x="874741" y="194813"/>
                </a:cubicBezTo>
                <a:cubicBezTo>
                  <a:pt x="875216" y="194813"/>
                  <a:pt x="876147" y="194912"/>
                  <a:pt x="877534" y="195110"/>
                </a:cubicBezTo>
                <a:cubicBezTo>
                  <a:pt x="878921" y="195309"/>
                  <a:pt x="880525" y="195408"/>
                  <a:pt x="882348" y="195408"/>
                </a:cubicBezTo>
                <a:cubicBezTo>
                  <a:pt x="884963" y="195408"/>
                  <a:pt x="887202" y="195011"/>
                  <a:pt x="889064" y="194219"/>
                </a:cubicBezTo>
                <a:cubicBezTo>
                  <a:pt x="890926" y="193427"/>
                  <a:pt x="892451" y="192139"/>
                  <a:pt x="893640" y="190356"/>
                </a:cubicBezTo>
                <a:cubicBezTo>
                  <a:pt x="894828" y="188573"/>
                  <a:pt x="895700" y="186255"/>
                  <a:pt x="896255" y="183403"/>
                </a:cubicBezTo>
                <a:cubicBezTo>
                  <a:pt x="896809" y="180550"/>
                  <a:pt x="897087" y="176231"/>
                  <a:pt x="897087" y="170447"/>
                </a:cubicBezTo>
                <a:lnTo>
                  <a:pt x="897087" y="58836"/>
                </a:lnTo>
                <a:cubicBezTo>
                  <a:pt x="897087" y="58282"/>
                  <a:pt x="897245" y="57766"/>
                  <a:pt x="897562" y="57291"/>
                </a:cubicBezTo>
                <a:cubicBezTo>
                  <a:pt x="897879" y="56816"/>
                  <a:pt x="898414" y="56419"/>
                  <a:pt x="899167" y="56102"/>
                </a:cubicBezTo>
                <a:cubicBezTo>
                  <a:pt x="899920" y="55785"/>
                  <a:pt x="900930" y="55548"/>
                  <a:pt x="902198" y="55389"/>
                </a:cubicBezTo>
                <a:cubicBezTo>
                  <a:pt x="903466" y="55231"/>
                  <a:pt x="905050" y="55152"/>
                  <a:pt x="906952" y="55152"/>
                </a:cubicBezTo>
                <a:cubicBezTo>
                  <a:pt x="908854" y="55152"/>
                  <a:pt x="910439" y="55231"/>
                  <a:pt x="911707" y="55389"/>
                </a:cubicBezTo>
                <a:cubicBezTo>
                  <a:pt x="912975" y="55548"/>
                  <a:pt x="913985" y="55785"/>
                  <a:pt x="914738" y="56102"/>
                </a:cubicBezTo>
                <a:cubicBezTo>
                  <a:pt x="915490" y="56419"/>
                  <a:pt x="916025" y="56816"/>
                  <a:pt x="916342" y="57291"/>
                </a:cubicBezTo>
                <a:cubicBezTo>
                  <a:pt x="916659" y="57766"/>
                  <a:pt x="916818" y="58282"/>
                  <a:pt x="916818" y="58836"/>
                </a:cubicBezTo>
                <a:lnTo>
                  <a:pt x="916818" y="170566"/>
                </a:lnTo>
                <a:moveTo>
                  <a:pt x="919076" y="22584"/>
                </a:moveTo>
                <a:cubicBezTo>
                  <a:pt x="919076" y="27180"/>
                  <a:pt x="918204" y="30310"/>
                  <a:pt x="916461" y="31974"/>
                </a:cubicBezTo>
                <a:cubicBezTo>
                  <a:pt x="914718" y="33638"/>
                  <a:pt x="911509" y="34470"/>
                  <a:pt x="906833" y="34470"/>
                </a:cubicBezTo>
                <a:cubicBezTo>
                  <a:pt x="902237" y="34470"/>
                  <a:pt x="899107" y="33657"/>
                  <a:pt x="897443" y="32033"/>
                </a:cubicBezTo>
                <a:cubicBezTo>
                  <a:pt x="895779" y="30409"/>
                  <a:pt x="894947" y="27338"/>
                  <a:pt x="894947" y="22821"/>
                </a:cubicBezTo>
                <a:cubicBezTo>
                  <a:pt x="894947" y="18225"/>
                  <a:pt x="895799" y="15095"/>
                  <a:pt x="897503" y="13431"/>
                </a:cubicBezTo>
                <a:cubicBezTo>
                  <a:pt x="899206" y="11767"/>
                  <a:pt x="902396" y="10935"/>
                  <a:pt x="907071" y="10935"/>
                </a:cubicBezTo>
                <a:cubicBezTo>
                  <a:pt x="911746" y="10935"/>
                  <a:pt x="914916" y="11747"/>
                  <a:pt x="916580" y="13372"/>
                </a:cubicBezTo>
                <a:cubicBezTo>
                  <a:pt x="918244" y="14996"/>
                  <a:pt x="919076" y="18067"/>
                  <a:pt x="919076" y="22584"/>
                </a:cubicBezTo>
                <a:close/>
                <a:moveTo>
                  <a:pt x="1044991" y="107688"/>
                </a:moveTo>
                <a:cubicBezTo>
                  <a:pt x="1044991" y="110779"/>
                  <a:pt x="1044218" y="112977"/>
                  <a:pt x="1042673" y="114285"/>
                </a:cubicBezTo>
                <a:cubicBezTo>
                  <a:pt x="1041128" y="115592"/>
                  <a:pt x="1039365" y="116246"/>
                  <a:pt x="1037384" y="116246"/>
                </a:cubicBezTo>
                <a:lnTo>
                  <a:pt x="967256" y="116246"/>
                </a:lnTo>
                <a:cubicBezTo>
                  <a:pt x="967256" y="122206"/>
                  <a:pt x="967850" y="127571"/>
                  <a:pt x="969039" y="132341"/>
                </a:cubicBezTo>
                <a:cubicBezTo>
                  <a:pt x="970227" y="137110"/>
                  <a:pt x="972208" y="141203"/>
                  <a:pt x="974982" y="144620"/>
                </a:cubicBezTo>
                <a:cubicBezTo>
                  <a:pt x="977755" y="148038"/>
                  <a:pt x="981361" y="150661"/>
                  <a:pt x="985798" y="152491"/>
                </a:cubicBezTo>
                <a:cubicBezTo>
                  <a:pt x="990235" y="154319"/>
                  <a:pt x="995663" y="155233"/>
                  <a:pt x="1002082" y="155233"/>
                </a:cubicBezTo>
                <a:cubicBezTo>
                  <a:pt x="1007153" y="155233"/>
                  <a:pt x="1011670" y="154817"/>
                  <a:pt x="1015632" y="153984"/>
                </a:cubicBezTo>
                <a:cubicBezTo>
                  <a:pt x="1019594" y="153152"/>
                  <a:pt x="1023021" y="152221"/>
                  <a:pt x="1025914" y="151191"/>
                </a:cubicBezTo>
                <a:cubicBezTo>
                  <a:pt x="1028806" y="150161"/>
                  <a:pt x="1031183" y="149230"/>
                  <a:pt x="1033045" y="148398"/>
                </a:cubicBezTo>
                <a:cubicBezTo>
                  <a:pt x="1034907" y="147566"/>
                  <a:pt x="1036314" y="147150"/>
                  <a:pt x="1037265" y="147150"/>
                </a:cubicBezTo>
                <a:cubicBezTo>
                  <a:pt x="1037820" y="147150"/>
                  <a:pt x="1038315" y="147289"/>
                  <a:pt x="1038751" y="147566"/>
                </a:cubicBezTo>
                <a:cubicBezTo>
                  <a:pt x="1039186" y="147843"/>
                  <a:pt x="1039523" y="148259"/>
                  <a:pt x="1039761" y="148814"/>
                </a:cubicBezTo>
                <a:cubicBezTo>
                  <a:pt x="1039999" y="149369"/>
                  <a:pt x="1040177" y="150141"/>
                  <a:pt x="1040296" y="151132"/>
                </a:cubicBezTo>
                <a:cubicBezTo>
                  <a:pt x="1040415" y="152122"/>
                  <a:pt x="1040474" y="153331"/>
                  <a:pt x="1040474" y="154757"/>
                </a:cubicBezTo>
                <a:cubicBezTo>
                  <a:pt x="1040474" y="155787"/>
                  <a:pt x="1040434" y="156679"/>
                  <a:pt x="1040355" y="157431"/>
                </a:cubicBezTo>
                <a:cubicBezTo>
                  <a:pt x="1040276" y="158184"/>
                  <a:pt x="1040177" y="158858"/>
                  <a:pt x="1040058" y="159452"/>
                </a:cubicBezTo>
                <a:cubicBezTo>
                  <a:pt x="1039939" y="160046"/>
                  <a:pt x="1039741" y="160581"/>
                  <a:pt x="1039464" y="161057"/>
                </a:cubicBezTo>
                <a:cubicBezTo>
                  <a:pt x="1039186" y="161532"/>
                  <a:pt x="1038830" y="161988"/>
                  <a:pt x="1038394" y="162424"/>
                </a:cubicBezTo>
                <a:cubicBezTo>
                  <a:pt x="1037958" y="162859"/>
                  <a:pt x="1036671" y="163573"/>
                  <a:pt x="1034531" y="164563"/>
                </a:cubicBezTo>
                <a:cubicBezTo>
                  <a:pt x="1032392" y="165554"/>
                  <a:pt x="1029618" y="166524"/>
                  <a:pt x="1026211" y="167475"/>
                </a:cubicBezTo>
                <a:cubicBezTo>
                  <a:pt x="1022803" y="168426"/>
                  <a:pt x="1018861" y="169278"/>
                  <a:pt x="1014384" y="170031"/>
                </a:cubicBezTo>
                <a:cubicBezTo>
                  <a:pt x="1009907" y="170784"/>
                  <a:pt x="1005133" y="171160"/>
                  <a:pt x="1000061" y="171160"/>
                </a:cubicBezTo>
                <a:cubicBezTo>
                  <a:pt x="991266" y="171160"/>
                  <a:pt x="983559" y="169930"/>
                  <a:pt x="976943" y="167472"/>
                </a:cubicBezTo>
                <a:cubicBezTo>
                  <a:pt x="970326" y="165013"/>
                  <a:pt x="964760" y="161364"/>
                  <a:pt x="960243" y="156525"/>
                </a:cubicBezTo>
                <a:cubicBezTo>
                  <a:pt x="955726" y="151687"/>
                  <a:pt x="952319" y="145618"/>
                  <a:pt x="950021" y="138321"/>
                </a:cubicBezTo>
                <a:cubicBezTo>
                  <a:pt x="947723" y="131023"/>
                  <a:pt x="946574" y="122536"/>
                  <a:pt x="946574" y="112859"/>
                </a:cubicBezTo>
                <a:cubicBezTo>
                  <a:pt x="946574" y="103657"/>
                  <a:pt x="947762" y="95387"/>
                  <a:pt x="950140" y="88050"/>
                </a:cubicBezTo>
                <a:cubicBezTo>
                  <a:pt x="952517" y="80713"/>
                  <a:pt x="955944" y="74486"/>
                  <a:pt x="960421" y="69370"/>
                </a:cubicBezTo>
                <a:cubicBezTo>
                  <a:pt x="964898" y="64254"/>
                  <a:pt x="970306" y="60328"/>
                  <a:pt x="976646" y="57592"/>
                </a:cubicBezTo>
                <a:cubicBezTo>
                  <a:pt x="982985" y="54856"/>
                  <a:pt x="990077" y="53487"/>
                  <a:pt x="997922" y="53487"/>
                </a:cubicBezTo>
                <a:cubicBezTo>
                  <a:pt x="1006321" y="53487"/>
                  <a:pt x="1013473" y="54835"/>
                  <a:pt x="1019376" y="57529"/>
                </a:cubicBezTo>
                <a:cubicBezTo>
                  <a:pt x="1025280" y="60223"/>
                  <a:pt x="1030133" y="63848"/>
                  <a:pt x="1033937" y="68405"/>
                </a:cubicBezTo>
                <a:cubicBezTo>
                  <a:pt x="1037740" y="72961"/>
                  <a:pt x="1040534" y="78310"/>
                  <a:pt x="1042316" y="84451"/>
                </a:cubicBezTo>
                <a:cubicBezTo>
                  <a:pt x="1044099" y="90592"/>
                  <a:pt x="1044991" y="97149"/>
                  <a:pt x="1044991" y="104122"/>
                </a:cubicBezTo>
                <a:lnTo>
                  <a:pt x="1044991" y="107688"/>
                </a:lnTo>
                <a:moveTo>
                  <a:pt x="1025260" y="101745"/>
                </a:moveTo>
                <a:cubicBezTo>
                  <a:pt x="1025498" y="91518"/>
                  <a:pt x="1023219" y="83494"/>
                  <a:pt x="1018425" y="77672"/>
                </a:cubicBezTo>
                <a:cubicBezTo>
                  <a:pt x="1013631" y="71850"/>
                  <a:pt x="1006519" y="68939"/>
                  <a:pt x="997090" y="68939"/>
                </a:cubicBezTo>
                <a:cubicBezTo>
                  <a:pt x="992256" y="68939"/>
                  <a:pt x="988017" y="69844"/>
                  <a:pt x="984372" y="71655"/>
                </a:cubicBezTo>
                <a:cubicBezTo>
                  <a:pt x="980727" y="73462"/>
                  <a:pt x="977676" y="75862"/>
                  <a:pt x="975219" y="78853"/>
                </a:cubicBezTo>
                <a:cubicBezTo>
                  <a:pt x="972763" y="81842"/>
                  <a:pt x="970861" y="85324"/>
                  <a:pt x="969514" y="89298"/>
                </a:cubicBezTo>
                <a:cubicBezTo>
                  <a:pt x="968167" y="93270"/>
                  <a:pt x="967414" y="97419"/>
                  <a:pt x="967256" y="101745"/>
                </a:cubicBezTo>
                <a:lnTo>
                  <a:pt x="1025260" y="101745"/>
                </a:lnTo>
                <a:close/>
                <a:moveTo>
                  <a:pt x="1151941" y="149594"/>
                </a:moveTo>
                <a:cubicBezTo>
                  <a:pt x="1151941" y="150951"/>
                  <a:pt x="1151902" y="152129"/>
                  <a:pt x="1151823" y="153126"/>
                </a:cubicBezTo>
                <a:cubicBezTo>
                  <a:pt x="1151743" y="154124"/>
                  <a:pt x="1151605" y="154963"/>
                  <a:pt x="1151407" y="155641"/>
                </a:cubicBezTo>
                <a:cubicBezTo>
                  <a:pt x="1151209" y="156320"/>
                  <a:pt x="1150971" y="156916"/>
                  <a:pt x="1150693" y="157431"/>
                </a:cubicBezTo>
                <a:cubicBezTo>
                  <a:pt x="1150416" y="157947"/>
                  <a:pt x="1149782" y="158699"/>
                  <a:pt x="1148792" y="159690"/>
                </a:cubicBezTo>
                <a:cubicBezTo>
                  <a:pt x="1147801" y="160680"/>
                  <a:pt x="1146117" y="161909"/>
                  <a:pt x="1143740" y="163375"/>
                </a:cubicBezTo>
                <a:cubicBezTo>
                  <a:pt x="1141363" y="164840"/>
                  <a:pt x="1138688" y="166148"/>
                  <a:pt x="1135717" y="167297"/>
                </a:cubicBezTo>
                <a:cubicBezTo>
                  <a:pt x="1132745" y="168446"/>
                  <a:pt x="1129516" y="169377"/>
                  <a:pt x="1126030" y="170090"/>
                </a:cubicBezTo>
                <a:cubicBezTo>
                  <a:pt x="1122543" y="170803"/>
                  <a:pt x="1118938" y="171160"/>
                  <a:pt x="1115213" y="171160"/>
                </a:cubicBezTo>
                <a:cubicBezTo>
                  <a:pt x="1107527" y="171160"/>
                  <a:pt x="1100712" y="169890"/>
                  <a:pt x="1094769" y="167349"/>
                </a:cubicBezTo>
                <a:cubicBezTo>
                  <a:pt x="1088826" y="164808"/>
                  <a:pt x="1083854" y="161096"/>
                  <a:pt x="1079852" y="156213"/>
                </a:cubicBezTo>
                <a:cubicBezTo>
                  <a:pt x="1075851" y="151330"/>
                  <a:pt x="1072800" y="145335"/>
                  <a:pt x="1070700" y="138228"/>
                </a:cubicBezTo>
                <a:cubicBezTo>
                  <a:pt x="1068600" y="131121"/>
                  <a:pt x="1067550" y="122923"/>
                  <a:pt x="1067550" y="113635"/>
                </a:cubicBezTo>
                <a:cubicBezTo>
                  <a:pt x="1067550" y="103074"/>
                  <a:pt x="1068838" y="94002"/>
                  <a:pt x="1071413" y="86419"/>
                </a:cubicBezTo>
                <a:cubicBezTo>
                  <a:pt x="1073988" y="78837"/>
                  <a:pt x="1077515" y="72624"/>
                  <a:pt x="1081992" y="67781"/>
                </a:cubicBezTo>
                <a:cubicBezTo>
                  <a:pt x="1086469" y="62937"/>
                  <a:pt x="1091738" y="59344"/>
                  <a:pt x="1097800" y="57001"/>
                </a:cubicBezTo>
                <a:cubicBezTo>
                  <a:pt x="1103862" y="54659"/>
                  <a:pt x="1110419" y="53487"/>
                  <a:pt x="1117472" y="53487"/>
                </a:cubicBezTo>
                <a:cubicBezTo>
                  <a:pt x="1120879" y="53487"/>
                  <a:pt x="1124187" y="53804"/>
                  <a:pt x="1127397" y="54438"/>
                </a:cubicBezTo>
                <a:cubicBezTo>
                  <a:pt x="1130606" y="55072"/>
                  <a:pt x="1133558" y="55904"/>
                  <a:pt x="1136252" y="56934"/>
                </a:cubicBezTo>
                <a:cubicBezTo>
                  <a:pt x="1138946" y="57965"/>
                  <a:pt x="1141343" y="59153"/>
                  <a:pt x="1143443" y="60500"/>
                </a:cubicBezTo>
                <a:cubicBezTo>
                  <a:pt x="1145543" y="61847"/>
                  <a:pt x="1147068" y="62996"/>
                  <a:pt x="1148019" y="63947"/>
                </a:cubicBezTo>
                <a:cubicBezTo>
                  <a:pt x="1148970" y="64898"/>
                  <a:pt x="1149624" y="65651"/>
                  <a:pt x="1149980" y="66206"/>
                </a:cubicBezTo>
                <a:cubicBezTo>
                  <a:pt x="1150337" y="66760"/>
                  <a:pt x="1150634" y="67418"/>
                  <a:pt x="1150872" y="68178"/>
                </a:cubicBezTo>
                <a:cubicBezTo>
                  <a:pt x="1151109" y="68936"/>
                  <a:pt x="1151268" y="69794"/>
                  <a:pt x="1151347" y="70752"/>
                </a:cubicBezTo>
                <a:cubicBezTo>
                  <a:pt x="1151426" y="71710"/>
                  <a:pt x="1151466" y="72908"/>
                  <a:pt x="1151466" y="74344"/>
                </a:cubicBezTo>
                <a:cubicBezTo>
                  <a:pt x="1151466" y="77457"/>
                  <a:pt x="1151109" y="79632"/>
                  <a:pt x="1150396" y="80870"/>
                </a:cubicBezTo>
                <a:cubicBezTo>
                  <a:pt x="1149683" y="82108"/>
                  <a:pt x="1148811" y="82727"/>
                  <a:pt x="1147781" y="82727"/>
                </a:cubicBezTo>
                <a:cubicBezTo>
                  <a:pt x="1146593" y="82727"/>
                  <a:pt x="1145226" y="82074"/>
                  <a:pt x="1143681" y="80766"/>
                </a:cubicBezTo>
                <a:cubicBezTo>
                  <a:pt x="1142135" y="79459"/>
                  <a:pt x="1140174" y="78012"/>
                  <a:pt x="1137797" y="76428"/>
                </a:cubicBezTo>
                <a:cubicBezTo>
                  <a:pt x="1135420" y="74843"/>
                  <a:pt x="1132547" y="73397"/>
                  <a:pt x="1129180" y="72089"/>
                </a:cubicBezTo>
                <a:cubicBezTo>
                  <a:pt x="1125812" y="70782"/>
                  <a:pt x="1121830" y="70128"/>
                  <a:pt x="1117234" y="70128"/>
                </a:cubicBezTo>
                <a:cubicBezTo>
                  <a:pt x="1107804" y="70128"/>
                  <a:pt x="1100574" y="73753"/>
                  <a:pt x="1095542" y="81004"/>
                </a:cubicBezTo>
                <a:cubicBezTo>
                  <a:pt x="1090510" y="88254"/>
                  <a:pt x="1087994" y="98774"/>
                  <a:pt x="1087994" y="112561"/>
                </a:cubicBezTo>
                <a:cubicBezTo>
                  <a:pt x="1087994" y="119455"/>
                  <a:pt x="1088648" y="125497"/>
                  <a:pt x="1089955" y="130688"/>
                </a:cubicBezTo>
                <a:cubicBezTo>
                  <a:pt x="1091263" y="135878"/>
                  <a:pt x="1093185" y="140216"/>
                  <a:pt x="1095720" y="143703"/>
                </a:cubicBezTo>
                <a:cubicBezTo>
                  <a:pt x="1098256" y="147190"/>
                  <a:pt x="1101366" y="149785"/>
                  <a:pt x="1105051" y="151488"/>
                </a:cubicBezTo>
                <a:cubicBezTo>
                  <a:pt x="1108735" y="153192"/>
                  <a:pt x="1112955" y="154044"/>
                  <a:pt x="1117710" y="154044"/>
                </a:cubicBezTo>
                <a:cubicBezTo>
                  <a:pt x="1122226" y="154044"/>
                  <a:pt x="1126188" y="153331"/>
                  <a:pt x="1129596" y="151904"/>
                </a:cubicBezTo>
                <a:cubicBezTo>
                  <a:pt x="1133003" y="150478"/>
                  <a:pt x="1135955" y="148913"/>
                  <a:pt x="1138451" y="147209"/>
                </a:cubicBezTo>
                <a:cubicBezTo>
                  <a:pt x="1140947" y="145506"/>
                  <a:pt x="1143047" y="143961"/>
                  <a:pt x="1144750" y="142574"/>
                </a:cubicBezTo>
                <a:cubicBezTo>
                  <a:pt x="1146454" y="141187"/>
                  <a:pt x="1147781" y="140494"/>
                  <a:pt x="1148732" y="140494"/>
                </a:cubicBezTo>
                <a:cubicBezTo>
                  <a:pt x="1149287" y="140494"/>
                  <a:pt x="1149762" y="140653"/>
                  <a:pt x="1150159" y="140973"/>
                </a:cubicBezTo>
                <a:cubicBezTo>
                  <a:pt x="1150555" y="141292"/>
                  <a:pt x="1150892" y="141831"/>
                  <a:pt x="1151169" y="142589"/>
                </a:cubicBezTo>
                <a:cubicBezTo>
                  <a:pt x="1151446" y="143346"/>
                  <a:pt x="1151644" y="144305"/>
                  <a:pt x="1151763" y="145464"/>
                </a:cubicBezTo>
                <a:cubicBezTo>
                  <a:pt x="1151882" y="146620"/>
                  <a:pt x="1151941" y="147997"/>
                  <a:pt x="1151941" y="149594"/>
                </a:cubicBezTo>
                <a:close/>
                <a:moveTo>
                  <a:pt x="1233683" y="157992"/>
                </a:moveTo>
                <a:cubicBezTo>
                  <a:pt x="1233683" y="160308"/>
                  <a:pt x="1233525" y="162144"/>
                  <a:pt x="1233208" y="163501"/>
                </a:cubicBezTo>
                <a:cubicBezTo>
                  <a:pt x="1232891" y="164858"/>
                  <a:pt x="1232415" y="165856"/>
                  <a:pt x="1231781" y="166495"/>
                </a:cubicBezTo>
                <a:cubicBezTo>
                  <a:pt x="1231147" y="167131"/>
                  <a:pt x="1230197" y="167729"/>
                  <a:pt x="1228929" y="168289"/>
                </a:cubicBezTo>
                <a:cubicBezTo>
                  <a:pt x="1227661" y="168848"/>
                  <a:pt x="1226215" y="169308"/>
                  <a:pt x="1224590" y="169667"/>
                </a:cubicBezTo>
                <a:cubicBezTo>
                  <a:pt x="1222966" y="170026"/>
                  <a:pt x="1221242" y="170324"/>
                  <a:pt x="1219420" y="170562"/>
                </a:cubicBezTo>
                <a:cubicBezTo>
                  <a:pt x="1217597" y="170802"/>
                  <a:pt x="1215775" y="170922"/>
                  <a:pt x="1213952" y="170922"/>
                </a:cubicBezTo>
                <a:cubicBezTo>
                  <a:pt x="1208405" y="170922"/>
                  <a:pt x="1203651" y="170189"/>
                  <a:pt x="1199689" y="168723"/>
                </a:cubicBezTo>
                <a:cubicBezTo>
                  <a:pt x="1195727" y="167255"/>
                  <a:pt x="1192478" y="165034"/>
                  <a:pt x="1189942" y="162060"/>
                </a:cubicBezTo>
                <a:cubicBezTo>
                  <a:pt x="1187407" y="159083"/>
                  <a:pt x="1185564" y="155314"/>
                  <a:pt x="1184415" y="150753"/>
                </a:cubicBezTo>
                <a:cubicBezTo>
                  <a:pt x="1183266" y="146189"/>
                  <a:pt x="1182692" y="140813"/>
                  <a:pt x="1182692" y="134625"/>
                </a:cubicBezTo>
                <a:lnTo>
                  <a:pt x="1182692" y="72030"/>
                </a:lnTo>
                <a:lnTo>
                  <a:pt x="1167715" y="72030"/>
                </a:lnTo>
                <a:cubicBezTo>
                  <a:pt x="1166527" y="72030"/>
                  <a:pt x="1165576" y="71392"/>
                  <a:pt x="1164863" y="70117"/>
                </a:cubicBezTo>
                <a:cubicBezTo>
                  <a:pt x="1164149" y="68839"/>
                  <a:pt x="1163793" y="66763"/>
                  <a:pt x="1163793" y="63888"/>
                </a:cubicBezTo>
                <a:cubicBezTo>
                  <a:pt x="1163793" y="62372"/>
                  <a:pt x="1163892" y="61096"/>
                  <a:pt x="1164090" y="60058"/>
                </a:cubicBezTo>
                <a:cubicBezTo>
                  <a:pt x="1164288" y="59021"/>
                  <a:pt x="1164546" y="58163"/>
                  <a:pt x="1164863" y="57484"/>
                </a:cubicBezTo>
                <a:cubicBezTo>
                  <a:pt x="1165180" y="56806"/>
                  <a:pt x="1165596" y="56327"/>
                  <a:pt x="1166111" y="56047"/>
                </a:cubicBezTo>
                <a:cubicBezTo>
                  <a:pt x="1166626" y="55767"/>
                  <a:pt x="1167200" y="55627"/>
                  <a:pt x="1167834" y="55627"/>
                </a:cubicBezTo>
                <a:lnTo>
                  <a:pt x="1182692" y="55627"/>
                </a:lnTo>
                <a:lnTo>
                  <a:pt x="1182692" y="30191"/>
                </a:lnTo>
                <a:cubicBezTo>
                  <a:pt x="1182692" y="29636"/>
                  <a:pt x="1182830" y="29121"/>
                  <a:pt x="1183108" y="28646"/>
                </a:cubicBezTo>
                <a:cubicBezTo>
                  <a:pt x="1183385" y="28170"/>
                  <a:pt x="1183900" y="27754"/>
                  <a:pt x="1184653" y="27397"/>
                </a:cubicBezTo>
                <a:cubicBezTo>
                  <a:pt x="1185406" y="27041"/>
                  <a:pt x="1186416" y="26783"/>
                  <a:pt x="1187684" y="26625"/>
                </a:cubicBezTo>
                <a:cubicBezTo>
                  <a:pt x="1188952" y="26466"/>
                  <a:pt x="1190537" y="26387"/>
                  <a:pt x="1192438" y="26387"/>
                </a:cubicBezTo>
                <a:cubicBezTo>
                  <a:pt x="1194419" y="26387"/>
                  <a:pt x="1196044" y="26466"/>
                  <a:pt x="1197312" y="26625"/>
                </a:cubicBezTo>
                <a:cubicBezTo>
                  <a:pt x="1198579" y="26783"/>
                  <a:pt x="1199570" y="27041"/>
                  <a:pt x="1200283" y="27397"/>
                </a:cubicBezTo>
                <a:cubicBezTo>
                  <a:pt x="1200996" y="27754"/>
                  <a:pt x="1201511" y="28170"/>
                  <a:pt x="1201828" y="28646"/>
                </a:cubicBezTo>
                <a:cubicBezTo>
                  <a:pt x="1202145" y="29121"/>
                  <a:pt x="1202304" y="29636"/>
                  <a:pt x="1202304" y="30191"/>
                </a:cubicBezTo>
                <a:lnTo>
                  <a:pt x="1202304" y="55627"/>
                </a:lnTo>
                <a:lnTo>
                  <a:pt x="1229761" y="55627"/>
                </a:lnTo>
                <a:cubicBezTo>
                  <a:pt x="1230395" y="55627"/>
                  <a:pt x="1230949" y="55767"/>
                  <a:pt x="1231425" y="56047"/>
                </a:cubicBezTo>
                <a:cubicBezTo>
                  <a:pt x="1231900" y="56327"/>
                  <a:pt x="1232316" y="56806"/>
                  <a:pt x="1232673" y="57484"/>
                </a:cubicBezTo>
                <a:cubicBezTo>
                  <a:pt x="1233029" y="58163"/>
                  <a:pt x="1233287" y="59021"/>
                  <a:pt x="1233445" y="60058"/>
                </a:cubicBezTo>
                <a:cubicBezTo>
                  <a:pt x="1233604" y="61096"/>
                  <a:pt x="1233683" y="62372"/>
                  <a:pt x="1233683" y="63888"/>
                </a:cubicBezTo>
                <a:cubicBezTo>
                  <a:pt x="1233683" y="66763"/>
                  <a:pt x="1233327" y="68839"/>
                  <a:pt x="1232613" y="70117"/>
                </a:cubicBezTo>
                <a:cubicBezTo>
                  <a:pt x="1231900" y="71392"/>
                  <a:pt x="1230949" y="72030"/>
                  <a:pt x="1229761" y="72030"/>
                </a:cubicBezTo>
                <a:lnTo>
                  <a:pt x="1202304" y="72030"/>
                </a:lnTo>
                <a:lnTo>
                  <a:pt x="1202304" y="131698"/>
                </a:lnTo>
                <a:cubicBezTo>
                  <a:pt x="1202304" y="139067"/>
                  <a:pt x="1203393" y="144634"/>
                  <a:pt x="1205572" y="148398"/>
                </a:cubicBezTo>
                <a:cubicBezTo>
                  <a:pt x="1207752" y="152162"/>
                  <a:pt x="1211654" y="154044"/>
                  <a:pt x="1217280" y="154044"/>
                </a:cubicBezTo>
                <a:cubicBezTo>
                  <a:pt x="1219103" y="154044"/>
                  <a:pt x="1220727" y="153866"/>
                  <a:pt x="1222154" y="153509"/>
                </a:cubicBezTo>
                <a:cubicBezTo>
                  <a:pt x="1223580" y="153152"/>
                  <a:pt x="1224848" y="152776"/>
                  <a:pt x="1225957" y="152380"/>
                </a:cubicBezTo>
                <a:cubicBezTo>
                  <a:pt x="1227066" y="151984"/>
                  <a:pt x="1228017" y="151607"/>
                  <a:pt x="1228810" y="151251"/>
                </a:cubicBezTo>
                <a:cubicBezTo>
                  <a:pt x="1229602" y="150894"/>
                  <a:pt x="1230315" y="150716"/>
                  <a:pt x="1230949" y="150716"/>
                </a:cubicBezTo>
                <a:cubicBezTo>
                  <a:pt x="1231345" y="150716"/>
                  <a:pt x="1231722" y="150815"/>
                  <a:pt x="1232078" y="151013"/>
                </a:cubicBezTo>
                <a:cubicBezTo>
                  <a:pt x="1232435" y="151211"/>
                  <a:pt x="1232712" y="151587"/>
                  <a:pt x="1232910" y="152142"/>
                </a:cubicBezTo>
                <a:cubicBezTo>
                  <a:pt x="1233109" y="152697"/>
                  <a:pt x="1233287" y="153452"/>
                  <a:pt x="1233445" y="154408"/>
                </a:cubicBezTo>
                <a:cubicBezTo>
                  <a:pt x="1233604" y="155361"/>
                  <a:pt x="1233683" y="156556"/>
                  <a:pt x="1233683" y="157992"/>
                </a:cubicBezTo>
                <a:close/>
                <a:moveTo>
                  <a:pt x="1279319" y="165811"/>
                </a:moveTo>
                <a:cubicBezTo>
                  <a:pt x="1279319" y="166445"/>
                  <a:pt x="1279160" y="166980"/>
                  <a:pt x="1278844" y="167416"/>
                </a:cubicBezTo>
                <a:cubicBezTo>
                  <a:pt x="1278527" y="167852"/>
                  <a:pt x="1278011" y="168228"/>
                  <a:pt x="1277298" y="168545"/>
                </a:cubicBezTo>
                <a:cubicBezTo>
                  <a:pt x="1276585" y="168862"/>
                  <a:pt x="1275595" y="169100"/>
                  <a:pt x="1274327" y="169258"/>
                </a:cubicBezTo>
                <a:cubicBezTo>
                  <a:pt x="1273059" y="169417"/>
                  <a:pt x="1271435" y="169496"/>
                  <a:pt x="1269454" y="169496"/>
                </a:cubicBezTo>
                <a:cubicBezTo>
                  <a:pt x="1267552" y="169496"/>
                  <a:pt x="1265967" y="169417"/>
                  <a:pt x="1264699" y="169258"/>
                </a:cubicBezTo>
                <a:cubicBezTo>
                  <a:pt x="1263431" y="169100"/>
                  <a:pt x="1262421" y="168862"/>
                  <a:pt x="1261668" y="168545"/>
                </a:cubicBezTo>
                <a:cubicBezTo>
                  <a:pt x="1260915" y="168228"/>
                  <a:pt x="1260400" y="167852"/>
                  <a:pt x="1260123" y="167416"/>
                </a:cubicBezTo>
                <a:cubicBezTo>
                  <a:pt x="1259846" y="166980"/>
                  <a:pt x="1259707" y="166445"/>
                  <a:pt x="1259707" y="165811"/>
                </a:cubicBezTo>
                <a:lnTo>
                  <a:pt x="1259707" y="58836"/>
                </a:lnTo>
                <a:cubicBezTo>
                  <a:pt x="1259707" y="58282"/>
                  <a:pt x="1259846" y="57766"/>
                  <a:pt x="1260123" y="57291"/>
                </a:cubicBezTo>
                <a:cubicBezTo>
                  <a:pt x="1260400" y="56816"/>
                  <a:pt x="1260915" y="56419"/>
                  <a:pt x="1261668" y="56102"/>
                </a:cubicBezTo>
                <a:cubicBezTo>
                  <a:pt x="1262421" y="55785"/>
                  <a:pt x="1263431" y="55548"/>
                  <a:pt x="1264699" y="55389"/>
                </a:cubicBezTo>
                <a:cubicBezTo>
                  <a:pt x="1265967" y="55231"/>
                  <a:pt x="1267552" y="55152"/>
                  <a:pt x="1269454" y="55152"/>
                </a:cubicBezTo>
                <a:cubicBezTo>
                  <a:pt x="1271435" y="55152"/>
                  <a:pt x="1273059" y="55231"/>
                  <a:pt x="1274327" y="55389"/>
                </a:cubicBezTo>
                <a:cubicBezTo>
                  <a:pt x="1275595" y="55548"/>
                  <a:pt x="1276585" y="55785"/>
                  <a:pt x="1277298" y="56102"/>
                </a:cubicBezTo>
                <a:cubicBezTo>
                  <a:pt x="1278011" y="56419"/>
                  <a:pt x="1278527" y="56816"/>
                  <a:pt x="1278844" y="57291"/>
                </a:cubicBezTo>
                <a:cubicBezTo>
                  <a:pt x="1279160" y="57766"/>
                  <a:pt x="1279319" y="58282"/>
                  <a:pt x="1279319" y="58836"/>
                </a:cubicBezTo>
                <a:lnTo>
                  <a:pt x="1279319" y="165811"/>
                </a:lnTo>
                <a:moveTo>
                  <a:pt x="1281577" y="22584"/>
                </a:moveTo>
                <a:cubicBezTo>
                  <a:pt x="1281577" y="27180"/>
                  <a:pt x="1280706" y="30310"/>
                  <a:pt x="1278962" y="31974"/>
                </a:cubicBezTo>
                <a:cubicBezTo>
                  <a:pt x="1277219" y="33638"/>
                  <a:pt x="1274010" y="34470"/>
                  <a:pt x="1269335" y="34470"/>
                </a:cubicBezTo>
                <a:cubicBezTo>
                  <a:pt x="1264739" y="34470"/>
                  <a:pt x="1261589" y="33657"/>
                  <a:pt x="1259885" y="32033"/>
                </a:cubicBezTo>
                <a:cubicBezTo>
                  <a:pt x="1258182" y="30409"/>
                  <a:pt x="1257330" y="27338"/>
                  <a:pt x="1257330" y="22821"/>
                </a:cubicBezTo>
                <a:cubicBezTo>
                  <a:pt x="1257330" y="18225"/>
                  <a:pt x="1258201" y="15095"/>
                  <a:pt x="1259945" y="13431"/>
                </a:cubicBezTo>
                <a:cubicBezTo>
                  <a:pt x="1261688" y="11767"/>
                  <a:pt x="1264897" y="10935"/>
                  <a:pt x="1269572" y="10935"/>
                </a:cubicBezTo>
                <a:cubicBezTo>
                  <a:pt x="1274168" y="10935"/>
                  <a:pt x="1277318" y="11747"/>
                  <a:pt x="1279022" y="13372"/>
                </a:cubicBezTo>
                <a:cubicBezTo>
                  <a:pt x="1280725" y="14996"/>
                  <a:pt x="1281577" y="18067"/>
                  <a:pt x="1281577" y="22584"/>
                </a:cubicBezTo>
                <a:close/>
                <a:moveTo>
                  <a:pt x="1403133" y="58598"/>
                </a:moveTo>
                <a:cubicBezTo>
                  <a:pt x="1403133" y="58915"/>
                  <a:pt x="1403113" y="59252"/>
                  <a:pt x="1403074" y="59609"/>
                </a:cubicBezTo>
                <a:cubicBezTo>
                  <a:pt x="1403034" y="59965"/>
                  <a:pt x="1402975" y="60342"/>
                  <a:pt x="1402895" y="60738"/>
                </a:cubicBezTo>
                <a:cubicBezTo>
                  <a:pt x="1402816" y="61134"/>
                  <a:pt x="1402717" y="61570"/>
                  <a:pt x="1402598" y="62045"/>
                </a:cubicBezTo>
                <a:cubicBezTo>
                  <a:pt x="1402479" y="62521"/>
                  <a:pt x="1402341" y="63036"/>
                  <a:pt x="1402182" y="63591"/>
                </a:cubicBezTo>
                <a:lnTo>
                  <a:pt x="1365692" y="165217"/>
                </a:lnTo>
                <a:cubicBezTo>
                  <a:pt x="1365375" y="166089"/>
                  <a:pt x="1364959" y="166802"/>
                  <a:pt x="1364444" y="167356"/>
                </a:cubicBezTo>
                <a:cubicBezTo>
                  <a:pt x="1363929" y="167911"/>
                  <a:pt x="1363156" y="168347"/>
                  <a:pt x="1362126" y="168664"/>
                </a:cubicBezTo>
                <a:cubicBezTo>
                  <a:pt x="1361096" y="168981"/>
                  <a:pt x="1359788" y="169199"/>
                  <a:pt x="1358204" y="169318"/>
                </a:cubicBezTo>
                <a:cubicBezTo>
                  <a:pt x="1356619" y="169436"/>
                  <a:pt x="1354638" y="169496"/>
                  <a:pt x="1352260" y="169496"/>
                </a:cubicBezTo>
                <a:cubicBezTo>
                  <a:pt x="1349883" y="169496"/>
                  <a:pt x="1347902" y="169417"/>
                  <a:pt x="1346317" y="169258"/>
                </a:cubicBezTo>
                <a:cubicBezTo>
                  <a:pt x="1344733" y="169100"/>
                  <a:pt x="1343445" y="168862"/>
                  <a:pt x="1342454" y="168545"/>
                </a:cubicBezTo>
                <a:cubicBezTo>
                  <a:pt x="1341464" y="168228"/>
                  <a:pt x="1340691" y="167792"/>
                  <a:pt x="1340137" y="167237"/>
                </a:cubicBezTo>
                <a:cubicBezTo>
                  <a:pt x="1339582" y="166683"/>
                  <a:pt x="1339146" y="166009"/>
                  <a:pt x="1338829" y="165217"/>
                </a:cubicBezTo>
                <a:lnTo>
                  <a:pt x="1302458" y="63591"/>
                </a:lnTo>
                <a:cubicBezTo>
                  <a:pt x="1302141" y="62640"/>
                  <a:pt x="1301883" y="61808"/>
                  <a:pt x="1301685" y="61095"/>
                </a:cubicBezTo>
                <a:cubicBezTo>
                  <a:pt x="1301487" y="60381"/>
                  <a:pt x="1301368" y="59847"/>
                  <a:pt x="1301329" y="59490"/>
                </a:cubicBezTo>
                <a:cubicBezTo>
                  <a:pt x="1301289" y="59133"/>
                  <a:pt x="1301269" y="58836"/>
                  <a:pt x="1301269" y="58598"/>
                </a:cubicBezTo>
                <a:cubicBezTo>
                  <a:pt x="1301269" y="57965"/>
                  <a:pt x="1301428" y="57410"/>
                  <a:pt x="1301745" y="56934"/>
                </a:cubicBezTo>
                <a:cubicBezTo>
                  <a:pt x="1302062" y="56459"/>
                  <a:pt x="1302596" y="56083"/>
                  <a:pt x="1303349" y="55805"/>
                </a:cubicBezTo>
                <a:cubicBezTo>
                  <a:pt x="1304102" y="55528"/>
                  <a:pt x="1305092" y="55350"/>
                  <a:pt x="1306321" y="55270"/>
                </a:cubicBezTo>
                <a:cubicBezTo>
                  <a:pt x="1307549" y="55191"/>
                  <a:pt x="1309074" y="55152"/>
                  <a:pt x="1310897" y="55152"/>
                </a:cubicBezTo>
                <a:cubicBezTo>
                  <a:pt x="1313195" y="55152"/>
                  <a:pt x="1315037" y="55211"/>
                  <a:pt x="1316424" y="55330"/>
                </a:cubicBezTo>
                <a:cubicBezTo>
                  <a:pt x="1317811" y="55449"/>
                  <a:pt x="1318880" y="55667"/>
                  <a:pt x="1319633" y="55984"/>
                </a:cubicBezTo>
                <a:cubicBezTo>
                  <a:pt x="1320386" y="56301"/>
                  <a:pt x="1320941" y="56697"/>
                  <a:pt x="1321297" y="57172"/>
                </a:cubicBezTo>
                <a:cubicBezTo>
                  <a:pt x="1321654" y="57648"/>
                  <a:pt x="1321991" y="58242"/>
                  <a:pt x="1322308" y="58955"/>
                </a:cubicBezTo>
                <a:lnTo>
                  <a:pt x="1352498" y="147150"/>
                </a:lnTo>
                <a:lnTo>
                  <a:pt x="1352974" y="148576"/>
                </a:lnTo>
                <a:lnTo>
                  <a:pt x="1353330" y="147150"/>
                </a:lnTo>
                <a:lnTo>
                  <a:pt x="1383164" y="58955"/>
                </a:lnTo>
                <a:cubicBezTo>
                  <a:pt x="1383323" y="58242"/>
                  <a:pt x="1383600" y="57648"/>
                  <a:pt x="1383996" y="57172"/>
                </a:cubicBezTo>
                <a:cubicBezTo>
                  <a:pt x="1384393" y="56697"/>
                  <a:pt x="1384967" y="56301"/>
                  <a:pt x="1385720" y="55984"/>
                </a:cubicBezTo>
                <a:cubicBezTo>
                  <a:pt x="1386473" y="55667"/>
                  <a:pt x="1387503" y="55449"/>
                  <a:pt x="1388810" y="55330"/>
                </a:cubicBezTo>
                <a:cubicBezTo>
                  <a:pt x="1390118" y="55211"/>
                  <a:pt x="1391841" y="55152"/>
                  <a:pt x="1393981" y="55152"/>
                </a:cubicBezTo>
                <a:cubicBezTo>
                  <a:pt x="1395803" y="55152"/>
                  <a:pt x="1397309" y="55191"/>
                  <a:pt x="1398497" y="55270"/>
                </a:cubicBezTo>
                <a:cubicBezTo>
                  <a:pt x="1399686" y="55350"/>
                  <a:pt x="1400617" y="55548"/>
                  <a:pt x="1401291" y="55865"/>
                </a:cubicBezTo>
                <a:cubicBezTo>
                  <a:pt x="1401964" y="56182"/>
                  <a:pt x="1402440" y="56558"/>
                  <a:pt x="1402717" y="56994"/>
                </a:cubicBezTo>
                <a:cubicBezTo>
                  <a:pt x="1402994" y="57430"/>
                  <a:pt x="1403133" y="57965"/>
                  <a:pt x="1403133" y="58598"/>
                </a:cubicBezTo>
                <a:close/>
                <a:moveTo>
                  <a:pt x="1517348" y="107688"/>
                </a:moveTo>
                <a:cubicBezTo>
                  <a:pt x="1517348" y="110779"/>
                  <a:pt x="1516575" y="112977"/>
                  <a:pt x="1515030" y="114285"/>
                </a:cubicBezTo>
                <a:cubicBezTo>
                  <a:pt x="1513485" y="115592"/>
                  <a:pt x="1511721" y="116246"/>
                  <a:pt x="1509740" y="116246"/>
                </a:cubicBezTo>
                <a:lnTo>
                  <a:pt x="1439612" y="116246"/>
                </a:lnTo>
                <a:cubicBezTo>
                  <a:pt x="1439612" y="122206"/>
                  <a:pt x="1440207" y="127571"/>
                  <a:pt x="1441395" y="132341"/>
                </a:cubicBezTo>
                <a:cubicBezTo>
                  <a:pt x="1442584" y="137110"/>
                  <a:pt x="1444565" y="141203"/>
                  <a:pt x="1447338" y="144620"/>
                </a:cubicBezTo>
                <a:cubicBezTo>
                  <a:pt x="1450112" y="148038"/>
                  <a:pt x="1453717" y="150661"/>
                  <a:pt x="1458155" y="152491"/>
                </a:cubicBezTo>
                <a:cubicBezTo>
                  <a:pt x="1462592" y="154319"/>
                  <a:pt x="1468020" y="155233"/>
                  <a:pt x="1474439" y="155233"/>
                </a:cubicBezTo>
                <a:cubicBezTo>
                  <a:pt x="1479510" y="155233"/>
                  <a:pt x="1484027" y="154817"/>
                  <a:pt x="1487989" y="153984"/>
                </a:cubicBezTo>
                <a:cubicBezTo>
                  <a:pt x="1491951" y="153152"/>
                  <a:pt x="1495378" y="152221"/>
                  <a:pt x="1498270" y="151191"/>
                </a:cubicBezTo>
                <a:cubicBezTo>
                  <a:pt x="1501163" y="150161"/>
                  <a:pt x="1503540" y="149230"/>
                  <a:pt x="1505402" y="148398"/>
                </a:cubicBezTo>
                <a:cubicBezTo>
                  <a:pt x="1507264" y="147566"/>
                  <a:pt x="1508671" y="147150"/>
                  <a:pt x="1509622" y="147150"/>
                </a:cubicBezTo>
                <a:cubicBezTo>
                  <a:pt x="1510176" y="147150"/>
                  <a:pt x="1510672" y="147289"/>
                  <a:pt x="1511107" y="147566"/>
                </a:cubicBezTo>
                <a:cubicBezTo>
                  <a:pt x="1511543" y="147843"/>
                  <a:pt x="1511880" y="148259"/>
                  <a:pt x="1512118" y="148814"/>
                </a:cubicBezTo>
                <a:cubicBezTo>
                  <a:pt x="1512355" y="149369"/>
                  <a:pt x="1512534" y="150141"/>
                  <a:pt x="1512653" y="151132"/>
                </a:cubicBezTo>
                <a:cubicBezTo>
                  <a:pt x="1512771" y="152122"/>
                  <a:pt x="1512831" y="153331"/>
                  <a:pt x="1512831" y="154757"/>
                </a:cubicBezTo>
                <a:cubicBezTo>
                  <a:pt x="1512831" y="155787"/>
                  <a:pt x="1512791" y="156679"/>
                  <a:pt x="1512712" y="157431"/>
                </a:cubicBezTo>
                <a:cubicBezTo>
                  <a:pt x="1512633" y="158184"/>
                  <a:pt x="1512534" y="158858"/>
                  <a:pt x="1512415" y="159452"/>
                </a:cubicBezTo>
                <a:cubicBezTo>
                  <a:pt x="1512296" y="160046"/>
                  <a:pt x="1512098" y="160581"/>
                  <a:pt x="1511821" y="161057"/>
                </a:cubicBezTo>
                <a:cubicBezTo>
                  <a:pt x="1511543" y="161532"/>
                  <a:pt x="1511187" y="161988"/>
                  <a:pt x="1510751" y="162424"/>
                </a:cubicBezTo>
                <a:cubicBezTo>
                  <a:pt x="1510315" y="162859"/>
                  <a:pt x="1509027" y="163573"/>
                  <a:pt x="1506888" y="164563"/>
                </a:cubicBezTo>
                <a:cubicBezTo>
                  <a:pt x="1504748" y="165554"/>
                  <a:pt x="1501975" y="166524"/>
                  <a:pt x="1498567" y="167475"/>
                </a:cubicBezTo>
                <a:cubicBezTo>
                  <a:pt x="1495160" y="168426"/>
                  <a:pt x="1491218" y="169278"/>
                  <a:pt x="1486741" y="170031"/>
                </a:cubicBezTo>
                <a:cubicBezTo>
                  <a:pt x="1482264" y="170784"/>
                  <a:pt x="1477489" y="171160"/>
                  <a:pt x="1472418" y="171160"/>
                </a:cubicBezTo>
                <a:cubicBezTo>
                  <a:pt x="1463622" y="171160"/>
                  <a:pt x="1455916" y="169930"/>
                  <a:pt x="1449300" y="167472"/>
                </a:cubicBezTo>
                <a:cubicBezTo>
                  <a:pt x="1442683" y="165013"/>
                  <a:pt x="1437116" y="161364"/>
                  <a:pt x="1432600" y="156525"/>
                </a:cubicBezTo>
                <a:cubicBezTo>
                  <a:pt x="1428083" y="151687"/>
                  <a:pt x="1424676" y="145618"/>
                  <a:pt x="1422378" y="138321"/>
                </a:cubicBezTo>
                <a:cubicBezTo>
                  <a:pt x="1420080" y="131023"/>
                  <a:pt x="1418931" y="122536"/>
                  <a:pt x="1418931" y="112859"/>
                </a:cubicBezTo>
                <a:cubicBezTo>
                  <a:pt x="1418931" y="103657"/>
                  <a:pt x="1420119" y="95387"/>
                  <a:pt x="1422496" y="88050"/>
                </a:cubicBezTo>
                <a:cubicBezTo>
                  <a:pt x="1424874" y="80713"/>
                  <a:pt x="1428301" y="74486"/>
                  <a:pt x="1432778" y="69370"/>
                </a:cubicBezTo>
                <a:cubicBezTo>
                  <a:pt x="1437255" y="64254"/>
                  <a:pt x="1442663" y="60328"/>
                  <a:pt x="1449002" y="57592"/>
                </a:cubicBezTo>
                <a:cubicBezTo>
                  <a:pt x="1455342" y="54856"/>
                  <a:pt x="1462434" y="53487"/>
                  <a:pt x="1470279" y="53487"/>
                </a:cubicBezTo>
                <a:cubicBezTo>
                  <a:pt x="1478678" y="53487"/>
                  <a:pt x="1485830" y="54835"/>
                  <a:pt x="1491733" y="57529"/>
                </a:cubicBezTo>
                <a:cubicBezTo>
                  <a:pt x="1497636" y="60223"/>
                  <a:pt x="1502490" y="63848"/>
                  <a:pt x="1506293" y="68405"/>
                </a:cubicBezTo>
                <a:cubicBezTo>
                  <a:pt x="1510097" y="72961"/>
                  <a:pt x="1512890" y="78310"/>
                  <a:pt x="1514673" y="84451"/>
                </a:cubicBezTo>
                <a:cubicBezTo>
                  <a:pt x="1516456" y="90592"/>
                  <a:pt x="1517348" y="97149"/>
                  <a:pt x="1517348" y="104122"/>
                </a:cubicBezTo>
                <a:lnTo>
                  <a:pt x="1517348" y="107688"/>
                </a:lnTo>
                <a:moveTo>
                  <a:pt x="1497617" y="101745"/>
                </a:moveTo>
                <a:cubicBezTo>
                  <a:pt x="1497854" y="91518"/>
                  <a:pt x="1495576" y="83494"/>
                  <a:pt x="1490782" y="77672"/>
                </a:cubicBezTo>
                <a:cubicBezTo>
                  <a:pt x="1485988" y="71850"/>
                  <a:pt x="1478876" y="68939"/>
                  <a:pt x="1469447" y="68939"/>
                </a:cubicBezTo>
                <a:cubicBezTo>
                  <a:pt x="1464613" y="68939"/>
                  <a:pt x="1460373" y="69844"/>
                  <a:pt x="1456728" y="71655"/>
                </a:cubicBezTo>
                <a:cubicBezTo>
                  <a:pt x="1453083" y="73462"/>
                  <a:pt x="1450033" y="75862"/>
                  <a:pt x="1447576" y="78853"/>
                </a:cubicBezTo>
                <a:cubicBezTo>
                  <a:pt x="1445120" y="81842"/>
                  <a:pt x="1443218" y="85324"/>
                  <a:pt x="1441871" y="89298"/>
                </a:cubicBezTo>
                <a:cubicBezTo>
                  <a:pt x="1440524" y="93270"/>
                  <a:pt x="1439771" y="97419"/>
                  <a:pt x="1439612" y="101745"/>
                </a:cubicBezTo>
                <a:lnTo>
                  <a:pt x="1497617" y="10174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6454D8-19A6-40E5-B496-8DF734DA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0209" y="4352519"/>
            <a:ext cx="2970730" cy="2230680"/>
          </a:xfrm>
          <a:custGeom xmlns:a="http://schemas.openxmlformats.org/drawingml/2006/main">
            <a:pathLst>
              <a:path w="2970730" h="2230680">
                <a:moveTo>
                  <a:pt x="0" y="76920"/>
                </a:moveTo>
                <a:cubicBezTo>
                  <a:pt x="763" y="34232"/>
                  <a:pt x="34996" y="0"/>
                  <a:pt x="76920" y="0"/>
                </a:cubicBezTo>
                <a:lnTo>
                  <a:pt x="2893658" y="0"/>
                </a:lnTo>
                <a:cubicBezTo>
                  <a:pt x="2936498" y="0"/>
                  <a:pt x="2970730" y="34232"/>
                  <a:pt x="2970578" y="76920"/>
                </a:cubicBezTo>
                <a:lnTo>
                  <a:pt x="2970578" y="2153760"/>
                </a:lnTo>
                <a:cubicBezTo>
                  <a:pt x="2970730" y="2195532"/>
                  <a:pt x="2936498" y="2229765"/>
                  <a:pt x="2893658" y="2230680"/>
                </a:cubicBezTo>
                <a:lnTo>
                  <a:pt x="76920" y="2230680"/>
                </a:lnTo>
                <a:cubicBezTo>
                  <a:pt x="34996" y="2229765"/>
                  <a:pt x="763" y="2195532"/>
                  <a:pt x="0" y="2153760"/>
                </a:cubicBezTo>
                <a:lnTo>
                  <a:pt x="0" y="76920"/>
                </a:lnTo>
              </a:path>
            </a:pathLst>
          </a:custGeom>
          <a:solidFill xmlns:a="http://schemas.openxmlformats.org/drawingml/2006/main">
            <a:srgbClr val="DEE7F4">
              <a:alpha val="600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D6F92D-22FA-49FA-ABD6-4954F13F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39526" y="4341072"/>
            <a:ext cx="2992860" cy="2252658"/>
          </a:xfrm>
          <a:custGeom xmlns:a="http://schemas.openxmlformats.org/drawingml/2006/main">
            <a:pathLst>
              <a:path w="2992860" h="2252658">
                <a:moveTo>
                  <a:pt x="427" y="2173433"/>
                </a:moveTo>
                <a:lnTo>
                  <a:pt x="488" y="2174013"/>
                </a:lnTo>
                <a:lnTo>
                  <a:pt x="977" y="2177844"/>
                </a:lnTo>
                <a:lnTo>
                  <a:pt x="1053" y="2178408"/>
                </a:lnTo>
                <a:lnTo>
                  <a:pt x="1725" y="2182178"/>
                </a:lnTo>
                <a:lnTo>
                  <a:pt x="1847" y="2182743"/>
                </a:lnTo>
                <a:lnTo>
                  <a:pt x="2701" y="2186436"/>
                </a:lnTo>
                <a:lnTo>
                  <a:pt x="2839" y="2186986"/>
                </a:lnTo>
                <a:lnTo>
                  <a:pt x="3877" y="2190618"/>
                </a:lnTo>
                <a:lnTo>
                  <a:pt x="4044" y="2191152"/>
                </a:lnTo>
                <a:lnTo>
                  <a:pt x="5250" y="2194708"/>
                </a:lnTo>
                <a:lnTo>
                  <a:pt x="5433" y="2195242"/>
                </a:lnTo>
                <a:lnTo>
                  <a:pt x="6807" y="2198707"/>
                </a:lnTo>
                <a:lnTo>
                  <a:pt x="7143" y="2199485"/>
                </a:lnTo>
                <a:lnTo>
                  <a:pt x="10363" y="2206170"/>
                </a:lnTo>
                <a:lnTo>
                  <a:pt x="10897" y="2207147"/>
                </a:lnTo>
                <a:lnTo>
                  <a:pt x="14728" y="2213450"/>
                </a:lnTo>
                <a:lnTo>
                  <a:pt x="15338" y="2214350"/>
                </a:lnTo>
                <a:lnTo>
                  <a:pt x="19734" y="2220241"/>
                </a:lnTo>
                <a:lnTo>
                  <a:pt x="20436" y="2221081"/>
                </a:lnTo>
                <a:lnTo>
                  <a:pt x="25365" y="2226514"/>
                </a:lnTo>
                <a:lnTo>
                  <a:pt x="26144" y="2227292"/>
                </a:lnTo>
                <a:lnTo>
                  <a:pt x="31577" y="2232222"/>
                </a:lnTo>
                <a:lnTo>
                  <a:pt x="32416" y="2232924"/>
                </a:lnTo>
                <a:lnTo>
                  <a:pt x="38307" y="2237319"/>
                </a:lnTo>
                <a:lnTo>
                  <a:pt x="39208" y="2237930"/>
                </a:lnTo>
                <a:lnTo>
                  <a:pt x="45511" y="2241761"/>
                </a:lnTo>
                <a:lnTo>
                  <a:pt x="46488" y="2242295"/>
                </a:lnTo>
                <a:lnTo>
                  <a:pt x="53172" y="2245515"/>
                </a:lnTo>
                <a:lnTo>
                  <a:pt x="53951" y="2245851"/>
                </a:lnTo>
                <a:lnTo>
                  <a:pt x="57415" y="2247224"/>
                </a:lnTo>
                <a:lnTo>
                  <a:pt x="57949" y="2247407"/>
                </a:lnTo>
                <a:lnTo>
                  <a:pt x="61505" y="2248613"/>
                </a:lnTo>
                <a:lnTo>
                  <a:pt x="62040" y="2248781"/>
                </a:lnTo>
                <a:lnTo>
                  <a:pt x="65672" y="2249819"/>
                </a:lnTo>
                <a:lnTo>
                  <a:pt x="66221" y="2249956"/>
                </a:lnTo>
                <a:lnTo>
                  <a:pt x="69915" y="2250811"/>
                </a:lnTo>
                <a:lnTo>
                  <a:pt x="70479" y="2250933"/>
                </a:lnTo>
                <a:lnTo>
                  <a:pt x="74249" y="2251604"/>
                </a:lnTo>
                <a:lnTo>
                  <a:pt x="74814" y="2251681"/>
                </a:lnTo>
                <a:lnTo>
                  <a:pt x="78645" y="2252169"/>
                </a:lnTo>
                <a:lnTo>
                  <a:pt x="79225" y="2252230"/>
                </a:lnTo>
                <a:lnTo>
                  <a:pt x="83101" y="2252520"/>
                </a:lnTo>
                <a:lnTo>
                  <a:pt x="83681" y="2252551"/>
                </a:lnTo>
                <a:lnTo>
                  <a:pt x="87619" y="2252658"/>
                </a:lnTo>
                <a:lnTo>
                  <a:pt x="87909" y="2252658"/>
                </a:lnTo>
                <a:lnTo>
                  <a:pt x="2904951" y="2252658"/>
                </a:lnTo>
                <a:lnTo>
                  <a:pt x="2905241" y="2252658"/>
                </a:lnTo>
                <a:lnTo>
                  <a:pt x="2909179" y="2252551"/>
                </a:lnTo>
                <a:lnTo>
                  <a:pt x="2909759" y="2252520"/>
                </a:lnTo>
                <a:lnTo>
                  <a:pt x="2913635" y="2252230"/>
                </a:lnTo>
                <a:lnTo>
                  <a:pt x="2914215" y="2252169"/>
                </a:lnTo>
                <a:lnTo>
                  <a:pt x="2918046" y="2251681"/>
                </a:lnTo>
                <a:lnTo>
                  <a:pt x="2918611" y="2251604"/>
                </a:lnTo>
                <a:lnTo>
                  <a:pt x="2922381" y="2250933"/>
                </a:lnTo>
                <a:lnTo>
                  <a:pt x="2922945" y="2250811"/>
                </a:lnTo>
                <a:lnTo>
                  <a:pt x="2926639" y="2249956"/>
                </a:lnTo>
                <a:lnTo>
                  <a:pt x="2927188" y="2249819"/>
                </a:lnTo>
                <a:lnTo>
                  <a:pt x="2930820" y="2248781"/>
                </a:lnTo>
                <a:lnTo>
                  <a:pt x="2931355" y="2248613"/>
                </a:lnTo>
                <a:lnTo>
                  <a:pt x="2934911" y="2247407"/>
                </a:lnTo>
                <a:lnTo>
                  <a:pt x="2935445" y="2247224"/>
                </a:lnTo>
                <a:lnTo>
                  <a:pt x="2938909" y="2245851"/>
                </a:lnTo>
                <a:lnTo>
                  <a:pt x="2939688" y="2245515"/>
                </a:lnTo>
                <a:lnTo>
                  <a:pt x="2946372" y="2242295"/>
                </a:lnTo>
                <a:lnTo>
                  <a:pt x="2947349" y="2241761"/>
                </a:lnTo>
                <a:lnTo>
                  <a:pt x="2953652" y="2237930"/>
                </a:lnTo>
                <a:lnTo>
                  <a:pt x="2954553" y="2237319"/>
                </a:lnTo>
                <a:lnTo>
                  <a:pt x="2960444" y="2232924"/>
                </a:lnTo>
                <a:lnTo>
                  <a:pt x="2961283" y="2232222"/>
                </a:lnTo>
                <a:lnTo>
                  <a:pt x="2966716" y="2227292"/>
                </a:lnTo>
                <a:lnTo>
                  <a:pt x="2967495" y="2226514"/>
                </a:lnTo>
                <a:lnTo>
                  <a:pt x="2972424" y="2221081"/>
                </a:lnTo>
                <a:lnTo>
                  <a:pt x="2973126" y="2220241"/>
                </a:lnTo>
                <a:lnTo>
                  <a:pt x="2977522" y="2214350"/>
                </a:lnTo>
                <a:lnTo>
                  <a:pt x="2978132" y="2213450"/>
                </a:lnTo>
                <a:lnTo>
                  <a:pt x="2981963" y="2207147"/>
                </a:lnTo>
                <a:lnTo>
                  <a:pt x="2982497" y="2206170"/>
                </a:lnTo>
                <a:lnTo>
                  <a:pt x="2985717" y="2199485"/>
                </a:lnTo>
                <a:lnTo>
                  <a:pt x="2986053" y="2198707"/>
                </a:lnTo>
                <a:lnTo>
                  <a:pt x="2987427" y="2195242"/>
                </a:lnTo>
                <a:lnTo>
                  <a:pt x="2987610" y="2194708"/>
                </a:lnTo>
                <a:lnTo>
                  <a:pt x="2988816" y="2191152"/>
                </a:lnTo>
                <a:lnTo>
                  <a:pt x="2988984" y="2190618"/>
                </a:lnTo>
                <a:lnTo>
                  <a:pt x="2990021" y="2186986"/>
                </a:lnTo>
                <a:lnTo>
                  <a:pt x="2990159" y="2186436"/>
                </a:lnTo>
                <a:lnTo>
                  <a:pt x="2991013" y="2182743"/>
                </a:lnTo>
                <a:lnTo>
                  <a:pt x="2991120" y="2182178"/>
                </a:lnTo>
                <a:lnTo>
                  <a:pt x="2991807" y="2178408"/>
                </a:lnTo>
                <a:lnTo>
                  <a:pt x="2991883" y="2177844"/>
                </a:lnTo>
                <a:lnTo>
                  <a:pt x="2992372" y="2174013"/>
                </a:lnTo>
                <a:lnTo>
                  <a:pt x="2992433" y="2173433"/>
                </a:lnTo>
                <a:lnTo>
                  <a:pt x="2992723" y="2169556"/>
                </a:lnTo>
                <a:lnTo>
                  <a:pt x="2992753" y="2168977"/>
                </a:lnTo>
                <a:lnTo>
                  <a:pt x="2992860" y="2165039"/>
                </a:lnTo>
                <a:lnTo>
                  <a:pt x="2992860" y="2164749"/>
                </a:lnTo>
                <a:lnTo>
                  <a:pt x="2992860" y="87909"/>
                </a:lnTo>
                <a:lnTo>
                  <a:pt x="2992860" y="87619"/>
                </a:lnTo>
                <a:lnTo>
                  <a:pt x="2992753" y="83681"/>
                </a:lnTo>
                <a:lnTo>
                  <a:pt x="2992723" y="83101"/>
                </a:lnTo>
                <a:lnTo>
                  <a:pt x="2992433" y="79225"/>
                </a:lnTo>
                <a:lnTo>
                  <a:pt x="2992372" y="78645"/>
                </a:lnTo>
                <a:lnTo>
                  <a:pt x="2991883" y="74814"/>
                </a:lnTo>
                <a:lnTo>
                  <a:pt x="2991807" y="74249"/>
                </a:lnTo>
                <a:lnTo>
                  <a:pt x="2991120" y="70479"/>
                </a:lnTo>
                <a:lnTo>
                  <a:pt x="2991013" y="69915"/>
                </a:lnTo>
                <a:lnTo>
                  <a:pt x="2990159" y="66221"/>
                </a:lnTo>
                <a:lnTo>
                  <a:pt x="2990021" y="65672"/>
                </a:lnTo>
                <a:lnTo>
                  <a:pt x="2988984" y="62040"/>
                </a:lnTo>
                <a:lnTo>
                  <a:pt x="2988816" y="61505"/>
                </a:lnTo>
                <a:lnTo>
                  <a:pt x="2987610" y="57949"/>
                </a:lnTo>
                <a:lnTo>
                  <a:pt x="2987427" y="57415"/>
                </a:lnTo>
                <a:lnTo>
                  <a:pt x="2986053" y="53951"/>
                </a:lnTo>
                <a:lnTo>
                  <a:pt x="2985717" y="53172"/>
                </a:lnTo>
                <a:lnTo>
                  <a:pt x="2982497" y="46488"/>
                </a:lnTo>
                <a:lnTo>
                  <a:pt x="2981963" y="45511"/>
                </a:lnTo>
                <a:lnTo>
                  <a:pt x="2978132" y="39208"/>
                </a:lnTo>
                <a:lnTo>
                  <a:pt x="2977522" y="38307"/>
                </a:lnTo>
                <a:lnTo>
                  <a:pt x="2973126" y="32416"/>
                </a:lnTo>
                <a:lnTo>
                  <a:pt x="2972424" y="31577"/>
                </a:lnTo>
                <a:lnTo>
                  <a:pt x="2967495" y="26144"/>
                </a:lnTo>
                <a:lnTo>
                  <a:pt x="2966716" y="25365"/>
                </a:lnTo>
                <a:lnTo>
                  <a:pt x="2961283" y="20436"/>
                </a:lnTo>
                <a:lnTo>
                  <a:pt x="2960444" y="19734"/>
                </a:lnTo>
                <a:lnTo>
                  <a:pt x="2954553" y="15338"/>
                </a:lnTo>
                <a:lnTo>
                  <a:pt x="2953652" y="14728"/>
                </a:lnTo>
                <a:lnTo>
                  <a:pt x="2947349" y="10897"/>
                </a:lnTo>
                <a:lnTo>
                  <a:pt x="2946372" y="10363"/>
                </a:lnTo>
                <a:lnTo>
                  <a:pt x="2939688" y="7143"/>
                </a:lnTo>
                <a:lnTo>
                  <a:pt x="2938909" y="6807"/>
                </a:lnTo>
                <a:lnTo>
                  <a:pt x="2935445" y="5433"/>
                </a:lnTo>
                <a:lnTo>
                  <a:pt x="2934911" y="5250"/>
                </a:lnTo>
                <a:lnTo>
                  <a:pt x="2931355" y="4044"/>
                </a:lnTo>
                <a:lnTo>
                  <a:pt x="2930820" y="3877"/>
                </a:lnTo>
                <a:lnTo>
                  <a:pt x="2927188" y="2839"/>
                </a:lnTo>
                <a:lnTo>
                  <a:pt x="2926639" y="2701"/>
                </a:lnTo>
                <a:lnTo>
                  <a:pt x="2922945" y="1847"/>
                </a:lnTo>
                <a:lnTo>
                  <a:pt x="2922381" y="1725"/>
                </a:lnTo>
                <a:lnTo>
                  <a:pt x="2918611" y="1053"/>
                </a:lnTo>
                <a:lnTo>
                  <a:pt x="2918046" y="977"/>
                </a:lnTo>
                <a:lnTo>
                  <a:pt x="2914215" y="488"/>
                </a:lnTo>
                <a:lnTo>
                  <a:pt x="2913635" y="427"/>
                </a:lnTo>
                <a:lnTo>
                  <a:pt x="2909759" y="137"/>
                </a:lnTo>
                <a:lnTo>
                  <a:pt x="2909179" y="107"/>
                </a:lnTo>
                <a:lnTo>
                  <a:pt x="2905241" y="0"/>
                </a:lnTo>
                <a:lnTo>
                  <a:pt x="2904951" y="0"/>
                </a:lnTo>
                <a:lnTo>
                  <a:pt x="87909" y="0"/>
                </a:lnTo>
                <a:lnTo>
                  <a:pt x="87619" y="0"/>
                </a:lnTo>
                <a:lnTo>
                  <a:pt x="83681" y="107"/>
                </a:lnTo>
                <a:lnTo>
                  <a:pt x="83101" y="137"/>
                </a:lnTo>
                <a:lnTo>
                  <a:pt x="79225" y="427"/>
                </a:lnTo>
                <a:lnTo>
                  <a:pt x="78645" y="488"/>
                </a:lnTo>
                <a:lnTo>
                  <a:pt x="74814" y="977"/>
                </a:lnTo>
                <a:lnTo>
                  <a:pt x="74249" y="1053"/>
                </a:lnTo>
                <a:lnTo>
                  <a:pt x="70479" y="1725"/>
                </a:lnTo>
                <a:lnTo>
                  <a:pt x="69915" y="1847"/>
                </a:lnTo>
                <a:lnTo>
                  <a:pt x="66221" y="2701"/>
                </a:lnTo>
                <a:lnTo>
                  <a:pt x="65672" y="2839"/>
                </a:lnTo>
                <a:lnTo>
                  <a:pt x="62040" y="3877"/>
                </a:lnTo>
                <a:lnTo>
                  <a:pt x="61505" y="4044"/>
                </a:lnTo>
                <a:lnTo>
                  <a:pt x="57949" y="5250"/>
                </a:lnTo>
                <a:lnTo>
                  <a:pt x="57415" y="5433"/>
                </a:lnTo>
                <a:lnTo>
                  <a:pt x="53951" y="6807"/>
                </a:lnTo>
                <a:lnTo>
                  <a:pt x="53172" y="7143"/>
                </a:lnTo>
                <a:lnTo>
                  <a:pt x="46488" y="10363"/>
                </a:lnTo>
                <a:lnTo>
                  <a:pt x="45511" y="10897"/>
                </a:lnTo>
                <a:lnTo>
                  <a:pt x="39208" y="14728"/>
                </a:lnTo>
                <a:lnTo>
                  <a:pt x="38307" y="15338"/>
                </a:lnTo>
                <a:lnTo>
                  <a:pt x="32416" y="19734"/>
                </a:lnTo>
                <a:lnTo>
                  <a:pt x="31577" y="20436"/>
                </a:lnTo>
                <a:lnTo>
                  <a:pt x="26144" y="25365"/>
                </a:lnTo>
                <a:lnTo>
                  <a:pt x="25365" y="26144"/>
                </a:lnTo>
                <a:lnTo>
                  <a:pt x="20436" y="31577"/>
                </a:lnTo>
                <a:lnTo>
                  <a:pt x="19734" y="32416"/>
                </a:lnTo>
                <a:lnTo>
                  <a:pt x="15338" y="38307"/>
                </a:lnTo>
                <a:lnTo>
                  <a:pt x="14728" y="39208"/>
                </a:lnTo>
                <a:lnTo>
                  <a:pt x="10897" y="45511"/>
                </a:lnTo>
                <a:lnTo>
                  <a:pt x="10363" y="46488"/>
                </a:lnTo>
                <a:lnTo>
                  <a:pt x="7143" y="53172"/>
                </a:lnTo>
                <a:lnTo>
                  <a:pt x="6807" y="53951"/>
                </a:lnTo>
                <a:lnTo>
                  <a:pt x="5433" y="57415"/>
                </a:lnTo>
                <a:lnTo>
                  <a:pt x="5250" y="57949"/>
                </a:lnTo>
                <a:lnTo>
                  <a:pt x="4044" y="61505"/>
                </a:lnTo>
                <a:lnTo>
                  <a:pt x="3877" y="62040"/>
                </a:lnTo>
                <a:lnTo>
                  <a:pt x="2839" y="65672"/>
                </a:lnTo>
                <a:lnTo>
                  <a:pt x="2701" y="66221"/>
                </a:lnTo>
                <a:lnTo>
                  <a:pt x="1847" y="69915"/>
                </a:lnTo>
                <a:lnTo>
                  <a:pt x="1725" y="70479"/>
                </a:lnTo>
                <a:lnTo>
                  <a:pt x="1053" y="74249"/>
                </a:lnTo>
                <a:lnTo>
                  <a:pt x="977" y="74814"/>
                </a:lnTo>
                <a:lnTo>
                  <a:pt x="488" y="78645"/>
                </a:lnTo>
                <a:lnTo>
                  <a:pt x="427" y="79225"/>
                </a:lnTo>
                <a:lnTo>
                  <a:pt x="137" y="83101"/>
                </a:lnTo>
                <a:lnTo>
                  <a:pt x="107" y="83681"/>
                </a:lnTo>
                <a:lnTo>
                  <a:pt x="0" y="87619"/>
                </a:lnTo>
                <a:lnTo>
                  <a:pt x="0" y="87909"/>
                </a:lnTo>
                <a:lnTo>
                  <a:pt x="0" y="2164749"/>
                </a:lnTo>
                <a:lnTo>
                  <a:pt x="0" y="2165039"/>
                </a:lnTo>
                <a:lnTo>
                  <a:pt x="107" y="2168977"/>
                </a:lnTo>
                <a:lnTo>
                  <a:pt x="137" y="2169556"/>
                </a:lnTo>
                <a:lnTo>
                  <a:pt x="427" y="2173433"/>
                </a:lnTo>
                <a:close/>
                <a:moveTo>
                  <a:pt x="25833" y="68529"/>
                </a:moveTo>
                <a:lnTo>
                  <a:pt x="26800" y="65654"/>
                </a:lnTo>
                <a:lnTo>
                  <a:pt x="27958" y="62700"/>
                </a:lnTo>
                <a:lnTo>
                  <a:pt x="30696" y="57016"/>
                </a:lnTo>
                <a:lnTo>
                  <a:pt x="34035" y="51522"/>
                </a:lnTo>
                <a:lnTo>
                  <a:pt x="37732" y="46584"/>
                </a:lnTo>
                <a:lnTo>
                  <a:pt x="41948" y="41937"/>
                </a:lnTo>
                <a:lnTo>
                  <a:pt x="46504" y="37792"/>
                </a:lnTo>
                <a:lnTo>
                  <a:pt x="51522" y="34035"/>
                </a:lnTo>
                <a:lnTo>
                  <a:pt x="57016" y="30696"/>
                </a:lnTo>
                <a:lnTo>
                  <a:pt x="62700" y="27958"/>
                </a:lnTo>
                <a:lnTo>
                  <a:pt x="65654" y="26800"/>
                </a:lnTo>
                <a:lnTo>
                  <a:pt x="68529" y="25833"/>
                </a:lnTo>
                <a:lnTo>
                  <a:pt x="71522" y="24978"/>
                </a:lnTo>
                <a:lnTo>
                  <a:pt x="74954" y="24187"/>
                </a:lnTo>
                <a:lnTo>
                  <a:pt x="77930" y="23657"/>
                </a:lnTo>
                <a:lnTo>
                  <a:pt x="81212" y="23239"/>
                </a:lnTo>
                <a:lnTo>
                  <a:pt x="84532" y="22978"/>
                </a:lnTo>
                <a:lnTo>
                  <a:pt x="88199" y="22893"/>
                </a:lnTo>
                <a:lnTo>
                  <a:pt x="2904661" y="22893"/>
                </a:lnTo>
                <a:lnTo>
                  <a:pt x="2908328" y="22978"/>
                </a:lnTo>
                <a:lnTo>
                  <a:pt x="2911648" y="23239"/>
                </a:lnTo>
                <a:lnTo>
                  <a:pt x="2914930" y="23657"/>
                </a:lnTo>
                <a:lnTo>
                  <a:pt x="2917906" y="24187"/>
                </a:lnTo>
                <a:lnTo>
                  <a:pt x="2921338" y="24978"/>
                </a:lnTo>
                <a:lnTo>
                  <a:pt x="2924331" y="25833"/>
                </a:lnTo>
                <a:lnTo>
                  <a:pt x="2927206" y="26800"/>
                </a:lnTo>
                <a:lnTo>
                  <a:pt x="2930160" y="27958"/>
                </a:lnTo>
                <a:lnTo>
                  <a:pt x="2935844" y="30696"/>
                </a:lnTo>
                <a:lnTo>
                  <a:pt x="2941339" y="34035"/>
                </a:lnTo>
                <a:lnTo>
                  <a:pt x="2946276" y="37732"/>
                </a:lnTo>
                <a:lnTo>
                  <a:pt x="2950917" y="41943"/>
                </a:lnTo>
                <a:lnTo>
                  <a:pt x="2955128" y="46584"/>
                </a:lnTo>
                <a:lnTo>
                  <a:pt x="2958825" y="51522"/>
                </a:lnTo>
                <a:lnTo>
                  <a:pt x="2962164" y="57016"/>
                </a:lnTo>
                <a:lnTo>
                  <a:pt x="2964902" y="62700"/>
                </a:lnTo>
                <a:lnTo>
                  <a:pt x="2966060" y="65654"/>
                </a:lnTo>
                <a:lnTo>
                  <a:pt x="2967027" y="68529"/>
                </a:lnTo>
                <a:lnTo>
                  <a:pt x="2967882" y="71522"/>
                </a:lnTo>
                <a:lnTo>
                  <a:pt x="2968673" y="74954"/>
                </a:lnTo>
                <a:lnTo>
                  <a:pt x="2969203" y="77930"/>
                </a:lnTo>
                <a:lnTo>
                  <a:pt x="2969622" y="81212"/>
                </a:lnTo>
                <a:lnTo>
                  <a:pt x="2969882" y="84532"/>
                </a:lnTo>
                <a:lnTo>
                  <a:pt x="2969967" y="88199"/>
                </a:lnTo>
                <a:lnTo>
                  <a:pt x="2969967" y="2164459"/>
                </a:lnTo>
                <a:lnTo>
                  <a:pt x="2969882" y="2168125"/>
                </a:lnTo>
                <a:lnTo>
                  <a:pt x="2969622" y="2171446"/>
                </a:lnTo>
                <a:lnTo>
                  <a:pt x="2969203" y="2174727"/>
                </a:lnTo>
                <a:lnTo>
                  <a:pt x="2968673" y="2177704"/>
                </a:lnTo>
                <a:lnTo>
                  <a:pt x="2967882" y="2181135"/>
                </a:lnTo>
                <a:lnTo>
                  <a:pt x="2967027" y="2184129"/>
                </a:lnTo>
                <a:lnTo>
                  <a:pt x="2966060" y="2187004"/>
                </a:lnTo>
                <a:lnTo>
                  <a:pt x="2964902" y="2189957"/>
                </a:lnTo>
                <a:lnTo>
                  <a:pt x="2962164" y="2195641"/>
                </a:lnTo>
                <a:lnTo>
                  <a:pt x="2958825" y="2201136"/>
                </a:lnTo>
                <a:lnTo>
                  <a:pt x="2955128" y="2206073"/>
                </a:lnTo>
                <a:lnTo>
                  <a:pt x="2950917" y="2210715"/>
                </a:lnTo>
                <a:lnTo>
                  <a:pt x="2946276" y="2214926"/>
                </a:lnTo>
                <a:lnTo>
                  <a:pt x="2941339" y="2218622"/>
                </a:lnTo>
                <a:lnTo>
                  <a:pt x="2935844" y="2221962"/>
                </a:lnTo>
                <a:lnTo>
                  <a:pt x="2930160" y="2224700"/>
                </a:lnTo>
                <a:lnTo>
                  <a:pt x="2927206" y="2225858"/>
                </a:lnTo>
                <a:lnTo>
                  <a:pt x="2924331" y="2226824"/>
                </a:lnTo>
                <a:lnTo>
                  <a:pt x="2921338" y="2227680"/>
                </a:lnTo>
                <a:lnTo>
                  <a:pt x="2917906" y="2228470"/>
                </a:lnTo>
                <a:lnTo>
                  <a:pt x="2914930" y="2229001"/>
                </a:lnTo>
                <a:lnTo>
                  <a:pt x="2911648" y="2229419"/>
                </a:lnTo>
                <a:lnTo>
                  <a:pt x="2908328" y="2229679"/>
                </a:lnTo>
                <a:lnTo>
                  <a:pt x="2904661" y="2229765"/>
                </a:lnTo>
                <a:lnTo>
                  <a:pt x="88199" y="2229765"/>
                </a:lnTo>
                <a:lnTo>
                  <a:pt x="84532" y="2229679"/>
                </a:lnTo>
                <a:lnTo>
                  <a:pt x="81212" y="2229419"/>
                </a:lnTo>
                <a:lnTo>
                  <a:pt x="77930" y="2229001"/>
                </a:lnTo>
                <a:lnTo>
                  <a:pt x="74954" y="2228470"/>
                </a:lnTo>
                <a:lnTo>
                  <a:pt x="71522" y="2227680"/>
                </a:lnTo>
                <a:lnTo>
                  <a:pt x="68529" y="2226824"/>
                </a:lnTo>
                <a:lnTo>
                  <a:pt x="65654" y="2225858"/>
                </a:lnTo>
                <a:lnTo>
                  <a:pt x="62700" y="2224700"/>
                </a:lnTo>
                <a:lnTo>
                  <a:pt x="57016" y="2221962"/>
                </a:lnTo>
                <a:lnTo>
                  <a:pt x="51522" y="2218622"/>
                </a:lnTo>
                <a:lnTo>
                  <a:pt x="46504" y="2214866"/>
                </a:lnTo>
                <a:lnTo>
                  <a:pt x="41948" y="2210720"/>
                </a:lnTo>
                <a:lnTo>
                  <a:pt x="37732" y="2206073"/>
                </a:lnTo>
                <a:lnTo>
                  <a:pt x="34035" y="2201136"/>
                </a:lnTo>
                <a:lnTo>
                  <a:pt x="30696" y="2195641"/>
                </a:lnTo>
                <a:lnTo>
                  <a:pt x="27958" y="2189957"/>
                </a:lnTo>
                <a:lnTo>
                  <a:pt x="26800" y="2187004"/>
                </a:lnTo>
                <a:lnTo>
                  <a:pt x="25833" y="2184129"/>
                </a:lnTo>
                <a:lnTo>
                  <a:pt x="24908" y="2180889"/>
                </a:lnTo>
                <a:lnTo>
                  <a:pt x="24189" y="2177714"/>
                </a:lnTo>
                <a:lnTo>
                  <a:pt x="23657" y="2174727"/>
                </a:lnTo>
                <a:lnTo>
                  <a:pt x="23239" y="2171446"/>
                </a:lnTo>
                <a:lnTo>
                  <a:pt x="22978" y="2168125"/>
                </a:lnTo>
                <a:lnTo>
                  <a:pt x="22893" y="2164459"/>
                </a:lnTo>
                <a:lnTo>
                  <a:pt x="22893" y="88199"/>
                </a:lnTo>
                <a:lnTo>
                  <a:pt x="22978" y="84532"/>
                </a:lnTo>
                <a:lnTo>
                  <a:pt x="23239" y="81212"/>
                </a:lnTo>
                <a:lnTo>
                  <a:pt x="23657" y="77930"/>
                </a:lnTo>
                <a:lnTo>
                  <a:pt x="24189" y="74944"/>
                </a:lnTo>
                <a:lnTo>
                  <a:pt x="24908" y="71769"/>
                </a:lnTo>
                <a:lnTo>
                  <a:pt x="25833" y="68529"/>
                </a:lnTo>
                <a:close/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60333D-BE25-4346-925D-AAB5E01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5909" y="6127173"/>
            <a:ext cx="2552172" cy="95234"/>
          </a:xfrm>
          <a:custGeom xmlns:a="http://schemas.openxmlformats.org/drawingml/2006/main">
            <a:pathLst>
              <a:path w="2552172" h="95234">
                <a:moveTo>
                  <a:pt x="9539" y="38078"/>
                </a:moveTo>
                <a:lnTo>
                  <a:pt x="7066" y="38399"/>
                </a:lnTo>
                <a:lnTo>
                  <a:pt x="4762" y="39360"/>
                </a:lnTo>
                <a:lnTo>
                  <a:pt x="2793" y="40871"/>
                </a:lnTo>
                <a:lnTo>
                  <a:pt x="1282" y="42855"/>
                </a:lnTo>
                <a:lnTo>
                  <a:pt x="321" y="45145"/>
                </a:lnTo>
                <a:lnTo>
                  <a:pt x="0" y="47617"/>
                </a:lnTo>
                <a:lnTo>
                  <a:pt x="321" y="50090"/>
                </a:lnTo>
                <a:lnTo>
                  <a:pt x="1282" y="52379"/>
                </a:lnTo>
                <a:lnTo>
                  <a:pt x="2793" y="54363"/>
                </a:lnTo>
                <a:lnTo>
                  <a:pt x="4762" y="55874"/>
                </a:lnTo>
                <a:lnTo>
                  <a:pt x="7066" y="56835"/>
                </a:lnTo>
                <a:lnTo>
                  <a:pt x="9539" y="57156"/>
                </a:lnTo>
                <a:lnTo>
                  <a:pt x="2479681" y="57156"/>
                </a:lnTo>
                <a:lnTo>
                  <a:pt x="2432138" y="76966"/>
                </a:lnTo>
                <a:lnTo>
                  <a:pt x="2429970" y="78217"/>
                </a:lnTo>
                <a:lnTo>
                  <a:pt x="2428215" y="79988"/>
                </a:lnTo>
                <a:lnTo>
                  <a:pt x="2426979" y="82140"/>
                </a:lnTo>
                <a:lnTo>
                  <a:pt x="2426338" y="84551"/>
                </a:lnTo>
                <a:lnTo>
                  <a:pt x="2426353" y="87039"/>
                </a:lnTo>
                <a:lnTo>
                  <a:pt x="2426994" y="89435"/>
                </a:lnTo>
                <a:lnTo>
                  <a:pt x="2428246" y="91602"/>
                </a:lnTo>
                <a:lnTo>
                  <a:pt x="2430016" y="93357"/>
                </a:lnTo>
                <a:lnTo>
                  <a:pt x="2432168" y="94593"/>
                </a:lnTo>
                <a:lnTo>
                  <a:pt x="2434579" y="95234"/>
                </a:lnTo>
                <a:lnTo>
                  <a:pt x="2437067" y="95219"/>
                </a:lnTo>
                <a:lnTo>
                  <a:pt x="2439463" y="94578"/>
                </a:lnTo>
                <a:lnTo>
                  <a:pt x="2552172" y="47617"/>
                </a:lnTo>
                <a:lnTo>
                  <a:pt x="2439463" y="656"/>
                </a:lnTo>
                <a:lnTo>
                  <a:pt x="2437067" y="15"/>
                </a:lnTo>
                <a:lnTo>
                  <a:pt x="2434579" y="0"/>
                </a:lnTo>
                <a:lnTo>
                  <a:pt x="2432168" y="641"/>
                </a:lnTo>
                <a:lnTo>
                  <a:pt x="2430016" y="1877"/>
                </a:lnTo>
                <a:lnTo>
                  <a:pt x="2428246" y="3632"/>
                </a:lnTo>
                <a:lnTo>
                  <a:pt x="2426994" y="5800"/>
                </a:lnTo>
                <a:lnTo>
                  <a:pt x="2426353" y="8196"/>
                </a:lnTo>
                <a:lnTo>
                  <a:pt x="2426338" y="10683"/>
                </a:lnTo>
                <a:lnTo>
                  <a:pt x="2426979" y="13095"/>
                </a:lnTo>
                <a:lnTo>
                  <a:pt x="2428215" y="15247"/>
                </a:lnTo>
                <a:lnTo>
                  <a:pt x="2429970" y="17017"/>
                </a:lnTo>
                <a:lnTo>
                  <a:pt x="2432138" y="18269"/>
                </a:lnTo>
                <a:lnTo>
                  <a:pt x="2479681" y="38078"/>
                </a:lnTo>
                <a:lnTo>
                  <a:pt x="9539" y="38078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25441-6D19-4A08-BC4D-983E40A4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830" y="4502848"/>
            <a:ext cx="95234" cy="1681481"/>
          </a:xfrm>
          <a:custGeom xmlns:a="http://schemas.openxmlformats.org/drawingml/2006/main">
            <a:pathLst>
              <a:path w="95234" h="1681481">
                <a:moveTo>
                  <a:pt x="76966" y="120035"/>
                </a:moveTo>
                <a:lnTo>
                  <a:pt x="78217" y="122202"/>
                </a:lnTo>
                <a:lnTo>
                  <a:pt x="79988" y="123957"/>
                </a:lnTo>
                <a:lnTo>
                  <a:pt x="82140" y="125193"/>
                </a:lnTo>
                <a:lnTo>
                  <a:pt x="84551" y="125834"/>
                </a:lnTo>
                <a:lnTo>
                  <a:pt x="87039" y="125819"/>
                </a:lnTo>
                <a:lnTo>
                  <a:pt x="89435" y="125178"/>
                </a:lnTo>
                <a:lnTo>
                  <a:pt x="91602" y="123927"/>
                </a:lnTo>
                <a:lnTo>
                  <a:pt x="93357" y="122156"/>
                </a:lnTo>
                <a:lnTo>
                  <a:pt x="94593" y="120004"/>
                </a:lnTo>
                <a:lnTo>
                  <a:pt x="95234" y="117593"/>
                </a:lnTo>
                <a:lnTo>
                  <a:pt x="95219" y="115105"/>
                </a:lnTo>
                <a:lnTo>
                  <a:pt x="94578" y="112709"/>
                </a:lnTo>
                <a:lnTo>
                  <a:pt x="47617" y="0"/>
                </a:lnTo>
                <a:lnTo>
                  <a:pt x="656" y="112709"/>
                </a:lnTo>
                <a:lnTo>
                  <a:pt x="0" y="115105"/>
                </a:lnTo>
                <a:lnTo>
                  <a:pt x="0" y="117593"/>
                </a:lnTo>
                <a:lnTo>
                  <a:pt x="641" y="120004"/>
                </a:lnTo>
                <a:lnTo>
                  <a:pt x="1877" y="122156"/>
                </a:lnTo>
                <a:lnTo>
                  <a:pt x="3632" y="123927"/>
                </a:lnTo>
                <a:lnTo>
                  <a:pt x="5800" y="125178"/>
                </a:lnTo>
                <a:lnTo>
                  <a:pt x="8196" y="125819"/>
                </a:lnTo>
                <a:lnTo>
                  <a:pt x="10683" y="125834"/>
                </a:lnTo>
                <a:lnTo>
                  <a:pt x="13095" y="125193"/>
                </a:lnTo>
                <a:lnTo>
                  <a:pt x="15247" y="123957"/>
                </a:lnTo>
                <a:lnTo>
                  <a:pt x="17017" y="122202"/>
                </a:lnTo>
                <a:lnTo>
                  <a:pt x="18269" y="120035"/>
                </a:lnTo>
                <a:lnTo>
                  <a:pt x="38078" y="72491"/>
                </a:lnTo>
                <a:lnTo>
                  <a:pt x="38078" y="1671942"/>
                </a:lnTo>
                <a:lnTo>
                  <a:pt x="38399" y="1674414"/>
                </a:lnTo>
                <a:lnTo>
                  <a:pt x="39360" y="1676704"/>
                </a:lnTo>
                <a:lnTo>
                  <a:pt x="40871" y="1678688"/>
                </a:lnTo>
                <a:lnTo>
                  <a:pt x="42840" y="1680199"/>
                </a:lnTo>
                <a:lnTo>
                  <a:pt x="45145" y="1681160"/>
                </a:lnTo>
                <a:lnTo>
                  <a:pt x="47617" y="1681481"/>
                </a:lnTo>
                <a:lnTo>
                  <a:pt x="50090" y="1681160"/>
                </a:lnTo>
                <a:lnTo>
                  <a:pt x="52379" y="1680199"/>
                </a:lnTo>
                <a:lnTo>
                  <a:pt x="54363" y="1678688"/>
                </a:lnTo>
                <a:lnTo>
                  <a:pt x="55874" y="1676704"/>
                </a:lnTo>
                <a:lnTo>
                  <a:pt x="56835" y="1674414"/>
                </a:lnTo>
                <a:lnTo>
                  <a:pt x="57156" y="1671942"/>
                </a:lnTo>
                <a:lnTo>
                  <a:pt x="57156" y="72491"/>
                </a:lnTo>
                <a:lnTo>
                  <a:pt x="76966" y="120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430ba92cf944b6"/>
          <a:stretch xmlns:a="http://schemas.openxmlformats.org/drawingml/2006/main"/>
        </p:blipFill>
        <p:spPr>
          <a:xfrm xmlns:a="http://schemas.openxmlformats.org/drawingml/2006/main">
            <a:off x="10275102" y="5490117"/>
            <a:ext cx="1067722" cy="662416"/>
          </a:xfrm>
          <a:prstGeom xmlns:a="http://schemas.openxmlformats.org/drawingml/2006/main" prst="rect">
            <a:avLst/>
          </a:prstGeom>
        </p:spPr>
      </p:pic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2A00BF-F8BB-4B4F-A7B9-5C72A087E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4963" y="5472361"/>
            <a:ext cx="1071966" cy="34339"/>
          </a:xfrm>
          <a:custGeom xmlns:a="http://schemas.openxmlformats.org/drawingml/2006/main">
            <a:pathLst>
              <a:path w="1071966" h="34339">
                <a:moveTo>
                  <a:pt x="17078" y="0"/>
                </a:moveTo>
                <a:lnTo>
                  <a:pt x="1054888" y="0"/>
                </a:lnTo>
                <a:lnTo>
                  <a:pt x="1058459" y="382"/>
                </a:lnTo>
                <a:lnTo>
                  <a:pt x="1061878" y="1480"/>
                </a:lnTo>
                <a:lnTo>
                  <a:pt x="1064976" y="3281"/>
                </a:lnTo>
                <a:lnTo>
                  <a:pt x="1067647" y="5677"/>
                </a:lnTo>
                <a:lnTo>
                  <a:pt x="1069753" y="8577"/>
                </a:lnTo>
                <a:lnTo>
                  <a:pt x="1071218" y="11859"/>
                </a:lnTo>
                <a:lnTo>
                  <a:pt x="1071966" y="15369"/>
                </a:lnTo>
                <a:lnTo>
                  <a:pt x="1071966" y="18971"/>
                </a:lnTo>
                <a:lnTo>
                  <a:pt x="1071218" y="22481"/>
                </a:lnTo>
                <a:lnTo>
                  <a:pt x="1069753" y="25747"/>
                </a:lnTo>
                <a:lnTo>
                  <a:pt x="1067647" y="28662"/>
                </a:lnTo>
                <a:lnTo>
                  <a:pt x="1064976" y="31058"/>
                </a:lnTo>
                <a:lnTo>
                  <a:pt x="1061878" y="32859"/>
                </a:lnTo>
                <a:lnTo>
                  <a:pt x="1058459" y="33958"/>
                </a:lnTo>
                <a:lnTo>
                  <a:pt x="1054888" y="34339"/>
                </a:lnTo>
                <a:lnTo>
                  <a:pt x="17078" y="34339"/>
                </a:lnTo>
                <a:lnTo>
                  <a:pt x="13507" y="33958"/>
                </a:lnTo>
                <a:lnTo>
                  <a:pt x="10088" y="32859"/>
                </a:lnTo>
                <a:lnTo>
                  <a:pt x="6990" y="31058"/>
                </a:lnTo>
                <a:lnTo>
                  <a:pt x="4319" y="28662"/>
                </a:lnTo>
                <a:lnTo>
                  <a:pt x="2213" y="25747"/>
                </a:lnTo>
                <a:lnTo>
                  <a:pt x="748" y="22481"/>
                </a:lnTo>
                <a:lnTo>
                  <a:pt x="0" y="18971"/>
                </a:lnTo>
                <a:lnTo>
                  <a:pt x="0" y="15369"/>
                </a:lnTo>
                <a:lnTo>
                  <a:pt x="748" y="11859"/>
                </a:lnTo>
                <a:lnTo>
                  <a:pt x="2213" y="8577"/>
                </a:lnTo>
                <a:lnTo>
                  <a:pt x="4319" y="5677"/>
                </a:lnTo>
                <a:lnTo>
                  <a:pt x="6990" y="3281"/>
                </a:lnTo>
                <a:lnTo>
                  <a:pt x="10088" y="1480"/>
                </a:lnTo>
                <a:lnTo>
                  <a:pt x="13507" y="382"/>
                </a:lnTo>
                <a:lnTo>
                  <a:pt x="17078" y="0"/>
                </a:lnTo>
              </a:path>
            </a:pathLst>
          </a:custGeom>
          <a:solidFill xmlns:a="http://schemas.openxmlformats.org/drawingml/2006/main">
            <a:srgbClr val="016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" name="Text Ignore">
            <a:extLst xmlns:a="http://schemas.openxmlformats.org/drawingml/2006/main">
              <a:ext uri="{FF2B5EF4-FFF2-40B4-BE49-F238E27FC236}">
                <a16:creationId xmlns:a16="http://schemas.microsoft.com/office/drawing/2014/main" id="{91258463-B346-45F4-9CE1-589F98A4F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8645" y="5755569"/>
            <a:ext cx="543325" cy="174434"/>
          </a:xfrm>
          <a:custGeom xmlns:a="http://schemas.openxmlformats.org/drawingml/2006/main">
            <a:pathLst>
              <a:path w="543325" h="174434">
                <a:moveTo>
                  <a:pt x="27641" y="132343"/>
                </a:moveTo>
                <a:cubicBezTo>
                  <a:pt x="27641" y="133041"/>
                  <a:pt x="27414" y="133670"/>
                  <a:pt x="26961" y="134228"/>
                </a:cubicBezTo>
                <a:cubicBezTo>
                  <a:pt x="26507" y="134786"/>
                  <a:pt x="25757" y="135240"/>
                  <a:pt x="24710" y="135589"/>
                </a:cubicBezTo>
                <a:cubicBezTo>
                  <a:pt x="23663" y="135938"/>
                  <a:pt x="22267" y="136217"/>
                  <a:pt x="20522" y="136427"/>
                </a:cubicBezTo>
                <a:cubicBezTo>
                  <a:pt x="18777" y="136636"/>
                  <a:pt x="16543" y="136741"/>
                  <a:pt x="13821" y="136741"/>
                </a:cubicBezTo>
                <a:cubicBezTo>
                  <a:pt x="11168" y="136741"/>
                  <a:pt x="8952" y="136636"/>
                  <a:pt x="7172" y="136427"/>
                </a:cubicBezTo>
                <a:cubicBezTo>
                  <a:pt x="5392" y="136217"/>
                  <a:pt x="3979" y="135938"/>
                  <a:pt x="2932" y="135589"/>
                </a:cubicBezTo>
                <a:cubicBezTo>
                  <a:pt x="1885" y="135240"/>
                  <a:pt x="1134" y="134786"/>
                  <a:pt x="681" y="134228"/>
                </a:cubicBezTo>
                <a:cubicBezTo>
                  <a:pt x="227" y="133670"/>
                  <a:pt x="0" y="133041"/>
                  <a:pt x="0" y="132343"/>
                </a:cubicBezTo>
                <a:lnTo>
                  <a:pt x="0" y="4397"/>
                </a:lnTo>
                <a:cubicBezTo>
                  <a:pt x="0" y="3699"/>
                  <a:pt x="227" y="3071"/>
                  <a:pt x="681" y="2513"/>
                </a:cubicBezTo>
                <a:cubicBezTo>
                  <a:pt x="1134" y="1954"/>
                  <a:pt x="1902" y="1501"/>
                  <a:pt x="2984" y="1152"/>
                </a:cubicBezTo>
                <a:cubicBezTo>
                  <a:pt x="4066" y="803"/>
                  <a:pt x="5479" y="524"/>
                  <a:pt x="7224" y="314"/>
                </a:cubicBezTo>
                <a:cubicBezTo>
                  <a:pt x="8969" y="105"/>
                  <a:pt x="11168" y="0"/>
                  <a:pt x="13821" y="0"/>
                </a:cubicBezTo>
                <a:cubicBezTo>
                  <a:pt x="16543" y="0"/>
                  <a:pt x="18777" y="105"/>
                  <a:pt x="20522" y="314"/>
                </a:cubicBezTo>
                <a:cubicBezTo>
                  <a:pt x="22267" y="524"/>
                  <a:pt x="23663" y="803"/>
                  <a:pt x="24710" y="1152"/>
                </a:cubicBezTo>
                <a:cubicBezTo>
                  <a:pt x="25757" y="1501"/>
                  <a:pt x="26507" y="1954"/>
                  <a:pt x="26961" y="2513"/>
                </a:cubicBezTo>
                <a:cubicBezTo>
                  <a:pt x="27414" y="3071"/>
                  <a:pt x="27641" y="3699"/>
                  <a:pt x="27641" y="4397"/>
                </a:cubicBezTo>
                <a:lnTo>
                  <a:pt x="27641" y="132343"/>
                </a:lnTo>
                <a:close/>
                <a:moveTo>
                  <a:pt x="137553" y="45650"/>
                </a:moveTo>
                <a:cubicBezTo>
                  <a:pt x="137553" y="49001"/>
                  <a:pt x="137169" y="51479"/>
                  <a:pt x="136401" y="53084"/>
                </a:cubicBezTo>
                <a:cubicBezTo>
                  <a:pt x="135633" y="54689"/>
                  <a:pt x="134691" y="55492"/>
                  <a:pt x="133574" y="55492"/>
                </a:cubicBezTo>
                <a:lnTo>
                  <a:pt x="122580" y="55492"/>
                </a:lnTo>
                <a:cubicBezTo>
                  <a:pt x="124116" y="57152"/>
                  <a:pt x="125215" y="59038"/>
                  <a:pt x="125878" y="61149"/>
                </a:cubicBezTo>
                <a:cubicBezTo>
                  <a:pt x="126541" y="63261"/>
                  <a:pt x="126873" y="65458"/>
                  <a:pt x="126873" y="67742"/>
                </a:cubicBezTo>
                <a:cubicBezTo>
                  <a:pt x="126873" y="73187"/>
                  <a:pt x="125965" y="78020"/>
                  <a:pt x="124151" y="82243"/>
                </a:cubicBezTo>
                <a:cubicBezTo>
                  <a:pt x="122336" y="86466"/>
                  <a:pt x="119736" y="90026"/>
                  <a:pt x="116350" y="92923"/>
                </a:cubicBezTo>
                <a:cubicBezTo>
                  <a:pt x="112965" y="95820"/>
                  <a:pt x="108882" y="98019"/>
                  <a:pt x="104100" y="99519"/>
                </a:cubicBezTo>
                <a:cubicBezTo>
                  <a:pt x="99319" y="101020"/>
                  <a:pt x="93996" y="101770"/>
                  <a:pt x="88133" y="101770"/>
                </a:cubicBezTo>
                <a:cubicBezTo>
                  <a:pt x="85132" y="101770"/>
                  <a:pt x="82270" y="101404"/>
                  <a:pt x="79548" y="100671"/>
                </a:cubicBezTo>
                <a:cubicBezTo>
                  <a:pt x="76825" y="99938"/>
                  <a:pt x="74731" y="99083"/>
                  <a:pt x="73265" y="98106"/>
                </a:cubicBezTo>
                <a:cubicBezTo>
                  <a:pt x="72428" y="99013"/>
                  <a:pt x="71677" y="100095"/>
                  <a:pt x="71014" y="101352"/>
                </a:cubicBezTo>
                <a:cubicBezTo>
                  <a:pt x="70351" y="102608"/>
                  <a:pt x="70020" y="104004"/>
                  <a:pt x="70020" y="105540"/>
                </a:cubicBezTo>
                <a:cubicBezTo>
                  <a:pt x="70020" y="107564"/>
                  <a:pt x="70910" y="109222"/>
                  <a:pt x="72690" y="110513"/>
                </a:cubicBezTo>
                <a:cubicBezTo>
                  <a:pt x="74470" y="111804"/>
                  <a:pt x="76965" y="112520"/>
                  <a:pt x="80176" y="112659"/>
                </a:cubicBezTo>
                <a:lnTo>
                  <a:pt x="102896" y="113500"/>
                </a:lnTo>
                <a:cubicBezTo>
                  <a:pt x="108201" y="113710"/>
                  <a:pt x="112930" y="114462"/>
                  <a:pt x="117083" y="115758"/>
                </a:cubicBezTo>
                <a:cubicBezTo>
                  <a:pt x="121236" y="117054"/>
                  <a:pt x="124726" y="118875"/>
                  <a:pt x="127553" y="121222"/>
                </a:cubicBezTo>
                <a:cubicBezTo>
                  <a:pt x="130380" y="123569"/>
                  <a:pt x="132544" y="126388"/>
                  <a:pt x="134045" y="129680"/>
                </a:cubicBezTo>
                <a:cubicBezTo>
                  <a:pt x="135546" y="132972"/>
                  <a:pt x="136296" y="136718"/>
                  <a:pt x="136296" y="140919"/>
                </a:cubicBezTo>
                <a:cubicBezTo>
                  <a:pt x="136296" y="145541"/>
                  <a:pt x="135284" y="149901"/>
                  <a:pt x="133260" y="153997"/>
                </a:cubicBezTo>
                <a:cubicBezTo>
                  <a:pt x="131235" y="158096"/>
                  <a:pt x="128199" y="161651"/>
                  <a:pt x="124151" y="164664"/>
                </a:cubicBezTo>
                <a:cubicBezTo>
                  <a:pt x="120102" y="167676"/>
                  <a:pt x="115024" y="170057"/>
                  <a:pt x="108916" y="171806"/>
                </a:cubicBezTo>
                <a:cubicBezTo>
                  <a:pt x="102809" y="173558"/>
                  <a:pt x="95672" y="174434"/>
                  <a:pt x="87505" y="174434"/>
                </a:cubicBezTo>
                <a:cubicBezTo>
                  <a:pt x="79548" y="174434"/>
                  <a:pt x="72759" y="173804"/>
                  <a:pt x="67140" y="172546"/>
                </a:cubicBezTo>
                <a:cubicBezTo>
                  <a:pt x="61521" y="171287"/>
                  <a:pt x="56914" y="169539"/>
                  <a:pt x="53320" y="167301"/>
                </a:cubicBezTo>
                <a:cubicBezTo>
                  <a:pt x="49725" y="165065"/>
                  <a:pt x="47107" y="162392"/>
                  <a:pt x="45467" y="159281"/>
                </a:cubicBezTo>
                <a:cubicBezTo>
                  <a:pt x="43827" y="156171"/>
                  <a:pt x="43007" y="152764"/>
                  <a:pt x="43007" y="149060"/>
                </a:cubicBezTo>
                <a:cubicBezTo>
                  <a:pt x="43007" y="146752"/>
                  <a:pt x="43303" y="144549"/>
                  <a:pt x="43897" y="142450"/>
                </a:cubicBezTo>
                <a:cubicBezTo>
                  <a:pt x="44490" y="140354"/>
                  <a:pt x="45362" y="138344"/>
                  <a:pt x="46514" y="136420"/>
                </a:cubicBezTo>
                <a:cubicBezTo>
                  <a:pt x="47666" y="134499"/>
                  <a:pt x="49079" y="132664"/>
                  <a:pt x="50754" y="130917"/>
                </a:cubicBezTo>
                <a:cubicBezTo>
                  <a:pt x="52430" y="129170"/>
                  <a:pt x="54349" y="127492"/>
                  <a:pt x="56513" y="125885"/>
                </a:cubicBezTo>
                <a:cubicBezTo>
                  <a:pt x="53512" y="124273"/>
                  <a:pt x="51191" y="122084"/>
                  <a:pt x="49550" y="119318"/>
                </a:cubicBezTo>
                <a:cubicBezTo>
                  <a:pt x="47910" y="116550"/>
                  <a:pt x="47090" y="113519"/>
                  <a:pt x="47090" y="110225"/>
                </a:cubicBezTo>
                <a:cubicBezTo>
                  <a:pt x="47090" y="106092"/>
                  <a:pt x="48032" y="102326"/>
                  <a:pt x="49917" y="98927"/>
                </a:cubicBezTo>
                <a:cubicBezTo>
                  <a:pt x="51802" y="95529"/>
                  <a:pt x="54245" y="92463"/>
                  <a:pt x="57246" y="89730"/>
                </a:cubicBezTo>
                <a:cubicBezTo>
                  <a:pt x="54803" y="87287"/>
                  <a:pt x="52849" y="84355"/>
                  <a:pt x="51383" y="80935"/>
                </a:cubicBezTo>
                <a:cubicBezTo>
                  <a:pt x="49917" y="77514"/>
                  <a:pt x="49184" y="73257"/>
                  <a:pt x="49184" y="68161"/>
                </a:cubicBezTo>
                <a:cubicBezTo>
                  <a:pt x="49184" y="62717"/>
                  <a:pt x="50144" y="57848"/>
                  <a:pt x="52063" y="53555"/>
                </a:cubicBezTo>
                <a:cubicBezTo>
                  <a:pt x="53983" y="49262"/>
                  <a:pt x="56653" y="45633"/>
                  <a:pt x="60073" y="42666"/>
                </a:cubicBezTo>
                <a:cubicBezTo>
                  <a:pt x="63493" y="39700"/>
                  <a:pt x="67577" y="37431"/>
                  <a:pt x="72323" y="35860"/>
                </a:cubicBezTo>
                <a:cubicBezTo>
                  <a:pt x="77070" y="34290"/>
                  <a:pt x="82305" y="33505"/>
                  <a:pt x="88028" y="33505"/>
                </a:cubicBezTo>
                <a:cubicBezTo>
                  <a:pt x="90960" y="33505"/>
                  <a:pt x="93770" y="33689"/>
                  <a:pt x="96457" y="34058"/>
                </a:cubicBezTo>
                <a:cubicBezTo>
                  <a:pt x="99144" y="34424"/>
                  <a:pt x="101640" y="34938"/>
                  <a:pt x="103943" y="35599"/>
                </a:cubicBezTo>
                <a:lnTo>
                  <a:pt x="133574" y="35599"/>
                </a:lnTo>
                <a:cubicBezTo>
                  <a:pt x="134760" y="35599"/>
                  <a:pt x="135720" y="36367"/>
                  <a:pt x="136453" y="37902"/>
                </a:cubicBezTo>
                <a:cubicBezTo>
                  <a:pt x="137186" y="39438"/>
                  <a:pt x="137553" y="42020"/>
                  <a:pt x="137553" y="45650"/>
                </a:cubicBezTo>
                <a:moveTo>
                  <a:pt x="103734" y="67585"/>
                </a:moveTo>
                <a:cubicBezTo>
                  <a:pt x="103734" y="62577"/>
                  <a:pt x="102338" y="58681"/>
                  <a:pt x="99546" y="55898"/>
                </a:cubicBezTo>
                <a:cubicBezTo>
                  <a:pt x="96754" y="53114"/>
                  <a:pt x="92810" y="51723"/>
                  <a:pt x="87714" y="51723"/>
                </a:cubicBezTo>
                <a:cubicBezTo>
                  <a:pt x="85132" y="51723"/>
                  <a:pt x="82863" y="52158"/>
                  <a:pt x="80909" y="53028"/>
                </a:cubicBezTo>
                <a:cubicBezTo>
                  <a:pt x="78954" y="53896"/>
                  <a:pt x="77331" y="55079"/>
                  <a:pt x="76040" y="56575"/>
                </a:cubicBezTo>
                <a:cubicBezTo>
                  <a:pt x="74749" y="58071"/>
                  <a:pt x="73789" y="59811"/>
                  <a:pt x="73161" y="61794"/>
                </a:cubicBezTo>
                <a:cubicBezTo>
                  <a:pt x="72533" y="63777"/>
                  <a:pt x="72218" y="65847"/>
                  <a:pt x="72218" y="68004"/>
                </a:cubicBezTo>
                <a:cubicBezTo>
                  <a:pt x="72218" y="72733"/>
                  <a:pt x="73614" y="76472"/>
                  <a:pt x="76407" y="79220"/>
                </a:cubicBezTo>
                <a:cubicBezTo>
                  <a:pt x="79199" y="81969"/>
                  <a:pt x="83073" y="83343"/>
                  <a:pt x="88028" y="83343"/>
                </a:cubicBezTo>
                <a:cubicBezTo>
                  <a:pt x="90681" y="83343"/>
                  <a:pt x="92984" y="82926"/>
                  <a:pt x="94939" y="82093"/>
                </a:cubicBezTo>
                <a:cubicBezTo>
                  <a:pt x="96893" y="81258"/>
                  <a:pt x="98516" y="80109"/>
                  <a:pt x="99807" y="78648"/>
                </a:cubicBezTo>
                <a:cubicBezTo>
                  <a:pt x="101099" y="77186"/>
                  <a:pt x="102076" y="75499"/>
                  <a:pt x="102739" y="73586"/>
                </a:cubicBezTo>
                <a:cubicBezTo>
                  <a:pt x="103402" y="71673"/>
                  <a:pt x="103734" y="69673"/>
                  <a:pt x="103734" y="67585"/>
                </a:cubicBezTo>
                <a:moveTo>
                  <a:pt x="109911" y="142274"/>
                </a:moveTo>
                <a:cubicBezTo>
                  <a:pt x="109911" y="139106"/>
                  <a:pt x="108655" y="136679"/>
                  <a:pt x="106142" y="134990"/>
                </a:cubicBezTo>
                <a:cubicBezTo>
                  <a:pt x="103629" y="133300"/>
                  <a:pt x="100174" y="132384"/>
                  <a:pt x="95776" y="132242"/>
                </a:cubicBezTo>
                <a:lnTo>
                  <a:pt x="77035" y="131715"/>
                </a:lnTo>
                <a:cubicBezTo>
                  <a:pt x="75220" y="133052"/>
                  <a:pt x="73771" y="134337"/>
                  <a:pt x="72690" y="135570"/>
                </a:cubicBezTo>
                <a:cubicBezTo>
                  <a:pt x="71608" y="136802"/>
                  <a:pt x="70735" y="137981"/>
                  <a:pt x="70072" y="139106"/>
                </a:cubicBezTo>
                <a:cubicBezTo>
                  <a:pt x="69409" y="140234"/>
                  <a:pt x="68973" y="141326"/>
                  <a:pt x="68763" y="142382"/>
                </a:cubicBezTo>
                <a:cubicBezTo>
                  <a:pt x="68554" y="143437"/>
                  <a:pt x="68449" y="144528"/>
                  <a:pt x="68449" y="145654"/>
                </a:cubicBezTo>
                <a:cubicBezTo>
                  <a:pt x="68449" y="149174"/>
                  <a:pt x="70212" y="151850"/>
                  <a:pt x="73737" y="153680"/>
                </a:cubicBezTo>
                <a:cubicBezTo>
                  <a:pt x="77262" y="155510"/>
                  <a:pt x="82235" y="156425"/>
                  <a:pt x="88657" y="156425"/>
                </a:cubicBezTo>
                <a:cubicBezTo>
                  <a:pt x="92635" y="156425"/>
                  <a:pt x="95986" y="156020"/>
                  <a:pt x="98708" y="155211"/>
                </a:cubicBezTo>
                <a:cubicBezTo>
                  <a:pt x="101430" y="154402"/>
                  <a:pt x="103629" y="153327"/>
                  <a:pt x="105304" y="151988"/>
                </a:cubicBezTo>
                <a:cubicBezTo>
                  <a:pt x="106980" y="150651"/>
                  <a:pt x="108166" y="149155"/>
                  <a:pt x="108864" y="147499"/>
                </a:cubicBezTo>
                <a:cubicBezTo>
                  <a:pt x="109562" y="145846"/>
                  <a:pt x="109911" y="144104"/>
                  <a:pt x="109911" y="142274"/>
                </a:cubicBezTo>
                <a:close/>
                <a:moveTo>
                  <a:pt x="244070" y="132550"/>
                </a:moveTo>
                <a:cubicBezTo>
                  <a:pt x="244070" y="133248"/>
                  <a:pt x="243861" y="133859"/>
                  <a:pt x="243442" y="134385"/>
                </a:cubicBezTo>
                <a:cubicBezTo>
                  <a:pt x="243023" y="134909"/>
                  <a:pt x="242325" y="135345"/>
                  <a:pt x="241348" y="135694"/>
                </a:cubicBezTo>
                <a:cubicBezTo>
                  <a:pt x="240371" y="136043"/>
                  <a:pt x="239027" y="136305"/>
                  <a:pt x="237317" y="136479"/>
                </a:cubicBezTo>
                <a:cubicBezTo>
                  <a:pt x="235607" y="136654"/>
                  <a:pt x="233495" y="136741"/>
                  <a:pt x="230982" y="136741"/>
                </a:cubicBezTo>
                <a:cubicBezTo>
                  <a:pt x="228400" y="136741"/>
                  <a:pt x="226253" y="136654"/>
                  <a:pt x="224543" y="136479"/>
                </a:cubicBezTo>
                <a:cubicBezTo>
                  <a:pt x="222833" y="136305"/>
                  <a:pt x="221489" y="136043"/>
                  <a:pt x="220512" y="135694"/>
                </a:cubicBezTo>
                <a:cubicBezTo>
                  <a:pt x="219535" y="135345"/>
                  <a:pt x="218837" y="134909"/>
                  <a:pt x="218418" y="134385"/>
                </a:cubicBezTo>
                <a:cubicBezTo>
                  <a:pt x="217999" y="133862"/>
                  <a:pt x="217790" y="133251"/>
                  <a:pt x="217790" y="132553"/>
                </a:cubicBezTo>
                <a:lnTo>
                  <a:pt x="217790" y="79259"/>
                </a:lnTo>
                <a:cubicBezTo>
                  <a:pt x="217790" y="74722"/>
                  <a:pt x="217458" y="71162"/>
                  <a:pt x="216795" y="68580"/>
                </a:cubicBezTo>
                <a:cubicBezTo>
                  <a:pt x="216132" y="65997"/>
                  <a:pt x="215172" y="63781"/>
                  <a:pt x="213916" y="61931"/>
                </a:cubicBezTo>
                <a:cubicBezTo>
                  <a:pt x="212659" y="60082"/>
                  <a:pt x="211037" y="58651"/>
                  <a:pt x="209047" y="57638"/>
                </a:cubicBezTo>
                <a:cubicBezTo>
                  <a:pt x="207058" y="56626"/>
                  <a:pt x="204737" y="56120"/>
                  <a:pt x="202085" y="56120"/>
                </a:cubicBezTo>
                <a:cubicBezTo>
                  <a:pt x="198734" y="56120"/>
                  <a:pt x="195349" y="57342"/>
                  <a:pt x="191928" y="59785"/>
                </a:cubicBezTo>
                <a:cubicBezTo>
                  <a:pt x="188508" y="62228"/>
                  <a:pt x="184948" y="65788"/>
                  <a:pt x="181249" y="70464"/>
                </a:cubicBezTo>
                <a:lnTo>
                  <a:pt x="181249" y="132553"/>
                </a:lnTo>
                <a:cubicBezTo>
                  <a:pt x="181249" y="133251"/>
                  <a:pt x="181039" y="133862"/>
                  <a:pt x="180621" y="134385"/>
                </a:cubicBezTo>
                <a:cubicBezTo>
                  <a:pt x="180202" y="134909"/>
                  <a:pt x="179486" y="135345"/>
                  <a:pt x="178474" y="135694"/>
                </a:cubicBezTo>
                <a:cubicBezTo>
                  <a:pt x="177462" y="136043"/>
                  <a:pt x="176118" y="136305"/>
                  <a:pt x="174443" y="136479"/>
                </a:cubicBezTo>
                <a:cubicBezTo>
                  <a:pt x="172768" y="136654"/>
                  <a:pt x="170639" y="136741"/>
                  <a:pt x="168056" y="136741"/>
                </a:cubicBezTo>
                <a:cubicBezTo>
                  <a:pt x="165474" y="136741"/>
                  <a:pt x="163345" y="136654"/>
                  <a:pt x="161670" y="136479"/>
                </a:cubicBezTo>
                <a:cubicBezTo>
                  <a:pt x="159994" y="136305"/>
                  <a:pt x="158651" y="136043"/>
                  <a:pt x="157638" y="135694"/>
                </a:cubicBezTo>
                <a:cubicBezTo>
                  <a:pt x="156626" y="135345"/>
                  <a:pt x="155911" y="134909"/>
                  <a:pt x="155492" y="134385"/>
                </a:cubicBezTo>
                <a:cubicBezTo>
                  <a:pt x="155073" y="133862"/>
                  <a:pt x="154864" y="133251"/>
                  <a:pt x="154864" y="132553"/>
                </a:cubicBezTo>
                <a:lnTo>
                  <a:pt x="154864" y="39159"/>
                </a:lnTo>
                <a:cubicBezTo>
                  <a:pt x="154864" y="38461"/>
                  <a:pt x="155038" y="37850"/>
                  <a:pt x="155387" y="37326"/>
                </a:cubicBezTo>
                <a:cubicBezTo>
                  <a:pt x="155736" y="36803"/>
                  <a:pt x="156365" y="36367"/>
                  <a:pt x="157272" y="36017"/>
                </a:cubicBezTo>
                <a:cubicBezTo>
                  <a:pt x="158179" y="35668"/>
                  <a:pt x="159349" y="35407"/>
                  <a:pt x="160780" y="35232"/>
                </a:cubicBezTo>
                <a:cubicBezTo>
                  <a:pt x="162210" y="35058"/>
                  <a:pt x="164008" y="34970"/>
                  <a:pt x="166172" y="34970"/>
                </a:cubicBezTo>
                <a:cubicBezTo>
                  <a:pt x="168405" y="34970"/>
                  <a:pt x="170255" y="35058"/>
                  <a:pt x="171721" y="35232"/>
                </a:cubicBezTo>
                <a:cubicBezTo>
                  <a:pt x="173187" y="35407"/>
                  <a:pt x="174321" y="35668"/>
                  <a:pt x="175124" y="36017"/>
                </a:cubicBezTo>
                <a:cubicBezTo>
                  <a:pt x="175926" y="36367"/>
                  <a:pt x="176502" y="36803"/>
                  <a:pt x="176851" y="37326"/>
                </a:cubicBezTo>
                <a:cubicBezTo>
                  <a:pt x="177200" y="37850"/>
                  <a:pt x="177375" y="38461"/>
                  <a:pt x="177375" y="39159"/>
                </a:cubicBezTo>
                <a:lnTo>
                  <a:pt x="177375" y="49943"/>
                </a:lnTo>
                <a:cubicBezTo>
                  <a:pt x="182540" y="44324"/>
                  <a:pt x="187793" y="40110"/>
                  <a:pt x="193132" y="37300"/>
                </a:cubicBezTo>
                <a:cubicBezTo>
                  <a:pt x="198472" y="34491"/>
                  <a:pt x="204039" y="33086"/>
                  <a:pt x="209832" y="33086"/>
                </a:cubicBezTo>
                <a:cubicBezTo>
                  <a:pt x="216184" y="33086"/>
                  <a:pt x="221542" y="34134"/>
                  <a:pt x="225904" y="36230"/>
                </a:cubicBezTo>
                <a:cubicBezTo>
                  <a:pt x="230267" y="38326"/>
                  <a:pt x="233792" y="41174"/>
                  <a:pt x="236479" y="44773"/>
                </a:cubicBezTo>
                <a:cubicBezTo>
                  <a:pt x="239166" y="48370"/>
                  <a:pt x="241103" y="52580"/>
                  <a:pt x="242290" y="57403"/>
                </a:cubicBezTo>
                <a:cubicBezTo>
                  <a:pt x="243477" y="62224"/>
                  <a:pt x="244070" y="68023"/>
                  <a:pt x="244070" y="74800"/>
                </a:cubicBezTo>
                <a:lnTo>
                  <a:pt x="244070" y="132550"/>
                </a:lnTo>
                <a:close/>
                <a:moveTo>
                  <a:pt x="362244" y="84910"/>
                </a:moveTo>
                <a:cubicBezTo>
                  <a:pt x="362244" y="92885"/>
                  <a:pt x="361197" y="100160"/>
                  <a:pt x="359103" y="106734"/>
                </a:cubicBezTo>
                <a:cubicBezTo>
                  <a:pt x="357009" y="113308"/>
                  <a:pt x="353833" y="118973"/>
                  <a:pt x="349575" y="123728"/>
                </a:cubicBezTo>
                <a:cubicBezTo>
                  <a:pt x="345317" y="128484"/>
                  <a:pt x="339977" y="132156"/>
                  <a:pt x="333555" y="134745"/>
                </a:cubicBezTo>
                <a:cubicBezTo>
                  <a:pt x="327134" y="137332"/>
                  <a:pt x="319630" y="138626"/>
                  <a:pt x="311045" y="138626"/>
                </a:cubicBezTo>
                <a:cubicBezTo>
                  <a:pt x="302738" y="138626"/>
                  <a:pt x="295514" y="137472"/>
                  <a:pt x="289371" y="135164"/>
                </a:cubicBezTo>
                <a:cubicBezTo>
                  <a:pt x="283229" y="132856"/>
                  <a:pt x="278133" y="129499"/>
                  <a:pt x="274085" y="125093"/>
                </a:cubicBezTo>
                <a:cubicBezTo>
                  <a:pt x="270036" y="120687"/>
                  <a:pt x="267035" y="115266"/>
                  <a:pt x="265080" y="108831"/>
                </a:cubicBezTo>
                <a:cubicBezTo>
                  <a:pt x="263126" y="102396"/>
                  <a:pt x="262149" y="95053"/>
                  <a:pt x="262149" y="86801"/>
                </a:cubicBezTo>
                <a:cubicBezTo>
                  <a:pt x="262149" y="78826"/>
                  <a:pt x="263213" y="71534"/>
                  <a:pt x="265342" y="64925"/>
                </a:cubicBezTo>
                <a:cubicBezTo>
                  <a:pt x="267471" y="58316"/>
                  <a:pt x="270664" y="52651"/>
                  <a:pt x="274922" y="47931"/>
                </a:cubicBezTo>
                <a:cubicBezTo>
                  <a:pt x="279180" y="43210"/>
                  <a:pt x="284503" y="39557"/>
                  <a:pt x="290889" y="36970"/>
                </a:cubicBezTo>
                <a:cubicBezTo>
                  <a:pt x="297276" y="34380"/>
                  <a:pt x="304762" y="33086"/>
                  <a:pt x="313348" y="33086"/>
                </a:cubicBezTo>
                <a:cubicBezTo>
                  <a:pt x="321724" y="33086"/>
                  <a:pt x="328983" y="34222"/>
                  <a:pt x="335126" y="36495"/>
                </a:cubicBezTo>
                <a:cubicBezTo>
                  <a:pt x="341269" y="38768"/>
                  <a:pt x="346347" y="42108"/>
                  <a:pt x="350360" y="46514"/>
                </a:cubicBezTo>
                <a:cubicBezTo>
                  <a:pt x="354374" y="50920"/>
                  <a:pt x="357358" y="56341"/>
                  <a:pt x="359312" y="62775"/>
                </a:cubicBezTo>
                <a:cubicBezTo>
                  <a:pt x="361267" y="69210"/>
                  <a:pt x="362244" y="76588"/>
                  <a:pt x="362244" y="84910"/>
                </a:cubicBezTo>
                <a:moveTo>
                  <a:pt x="335126" y="85960"/>
                </a:moveTo>
                <a:cubicBezTo>
                  <a:pt x="335126" y="81353"/>
                  <a:pt x="334760" y="77113"/>
                  <a:pt x="334027" y="73239"/>
                </a:cubicBezTo>
                <a:cubicBezTo>
                  <a:pt x="333294" y="69365"/>
                  <a:pt x="332055" y="65997"/>
                  <a:pt x="330310" y="63135"/>
                </a:cubicBezTo>
                <a:cubicBezTo>
                  <a:pt x="328565" y="60273"/>
                  <a:pt x="326244" y="58040"/>
                  <a:pt x="323347" y="56434"/>
                </a:cubicBezTo>
                <a:cubicBezTo>
                  <a:pt x="320450" y="54829"/>
                  <a:pt x="316803" y="54026"/>
                  <a:pt x="312406" y="54026"/>
                </a:cubicBezTo>
                <a:cubicBezTo>
                  <a:pt x="308497" y="54026"/>
                  <a:pt x="305076" y="54742"/>
                  <a:pt x="302145" y="56173"/>
                </a:cubicBezTo>
                <a:cubicBezTo>
                  <a:pt x="299213" y="57604"/>
                  <a:pt x="296805" y="59698"/>
                  <a:pt x="294920" y="62455"/>
                </a:cubicBezTo>
                <a:cubicBezTo>
                  <a:pt x="293036" y="65212"/>
                  <a:pt x="291622" y="68527"/>
                  <a:pt x="290680" y="72401"/>
                </a:cubicBezTo>
                <a:cubicBezTo>
                  <a:pt x="289738" y="76275"/>
                  <a:pt x="289266" y="80690"/>
                  <a:pt x="289266" y="85646"/>
                </a:cubicBezTo>
                <a:cubicBezTo>
                  <a:pt x="289266" y="90253"/>
                  <a:pt x="289650" y="94494"/>
                  <a:pt x="290418" y="98368"/>
                </a:cubicBezTo>
                <a:cubicBezTo>
                  <a:pt x="291186" y="102242"/>
                  <a:pt x="292425" y="105609"/>
                  <a:pt x="294135" y="108471"/>
                </a:cubicBezTo>
                <a:cubicBezTo>
                  <a:pt x="295845" y="111333"/>
                  <a:pt x="298166" y="113549"/>
                  <a:pt x="301098" y="115120"/>
                </a:cubicBezTo>
                <a:cubicBezTo>
                  <a:pt x="304029" y="116690"/>
                  <a:pt x="307659" y="117476"/>
                  <a:pt x="311987" y="117476"/>
                </a:cubicBezTo>
                <a:cubicBezTo>
                  <a:pt x="315966" y="117476"/>
                  <a:pt x="319421" y="116760"/>
                  <a:pt x="322352" y="115329"/>
                </a:cubicBezTo>
                <a:cubicBezTo>
                  <a:pt x="325284" y="113898"/>
                  <a:pt x="327692" y="111822"/>
                  <a:pt x="329577" y="109100"/>
                </a:cubicBezTo>
                <a:cubicBezTo>
                  <a:pt x="331461" y="106377"/>
                  <a:pt x="332857" y="103079"/>
                  <a:pt x="333765" y="99205"/>
                </a:cubicBezTo>
                <a:cubicBezTo>
                  <a:pt x="334672" y="95331"/>
                  <a:pt x="335126" y="90916"/>
                  <a:pt x="335126" y="85960"/>
                </a:cubicBezTo>
                <a:close/>
                <a:moveTo>
                  <a:pt x="441498" y="47744"/>
                </a:moveTo>
                <a:cubicBezTo>
                  <a:pt x="441498" y="50257"/>
                  <a:pt x="441429" y="52316"/>
                  <a:pt x="441289" y="53922"/>
                </a:cubicBezTo>
                <a:cubicBezTo>
                  <a:pt x="441149" y="55527"/>
                  <a:pt x="440940" y="56783"/>
                  <a:pt x="440661" y="57691"/>
                </a:cubicBezTo>
                <a:cubicBezTo>
                  <a:pt x="440382" y="58598"/>
                  <a:pt x="440015" y="59226"/>
                  <a:pt x="439561" y="59575"/>
                </a:cubicBezTo>
                <a:cubicBezTo>
                  <a:pt x="439108" y="59924"/>
                  <a:pt x="438532" y="60099"/>
                  <a:pt x="437834" y="60099"/>
                </a:cubicBezTo>
                <a:cubicBezTo>
                  <a:pt x="437276" y="60099"/>
                  <a:pt x="436647" y="59977"/>
                  <a:pt x="435949" y="59733"/>
                </a:cubicBezTo>
                <a:cubicBezTo>
                  <a:pt x="435251" y="59488"/>
                  <a:pt x="434466" y="59226"/>
                  <a:pt x="433593" y="58947"/>
                </a:cubicBezTo>
                <a:cubicBezTo>
                  <a:pt x="432721" y="58668"/>
                  <a:pt x="431761" y="58406"/>
                  <a:pt x="430714" y="58162"/>
                </a:cubicBezTo>
                <a:cubicBezTo>
                  <a:pt x="429667" y="57918"/>
                  <a:pt x="428515" y="57796"/>
                  <a:pt x="427259" y="57796"/>
                </a:cubicBezTo>
                <a:cubicBezTo>
                  <a:pt x="425793" y="57796"/>
                  <a:pt x="424327" y="58094"/>
                  <a:pt x="422862" y="58692"/>
                </a:cubicBezTo>
                <a:cubicBezTo>
                  <a:pt x="421396" y="59288"/>
                  <a:pt x="419878" y="60218"/>
                  <a:pt x="418307" y="61483"/>
                </a:cubicBezTo>
                <a:cubicBezTo>
                  <a:pt x="416736" y="62748"/>
                  <a:pt x="415096" y="64434"/>
                  <a:pt x="413386" y="66541"/>
                </a:cubicBezTo>
                <a:cubicBezTo>
                  <a:pt x="411676" y="68649"/>
                  <a:pt x="409844" y="71248"/>
                  <a:pt x="407889" y="74338"/>
                </a:cubicBezTo>
                <a:lnTo>
                  <a:pt x="407889" y="132553"/>
                </a:lnTo>
                <a:cubicBezTo>
                  <a:pt x="407889" y="133251"/>
                  <a:pt x="407680" y="133862"/>
                  <a:pt x="407261" y="134385"/>
                </a:cubicBezTo>
                <a:cubicBezTo>
                  <a:pt x="406842" y="134909"/>
                  <a:pt x="406127" y="135345"/>
                  <a:pt x="405115" y="135694"/>
                </a:cubicBezTo>
                <a:cubicBezTo>
                  <a:pt x="404102" y="136043"/>
                  <a:pt x="402759" y="136305"/>
                  <a:pt x="401083" y="136479"/>
                </a:cubicBezTo>
                <a:cubicBezTo>
                  <a:pt x="399408" y="136654"/>
                  <a:pt x="397279" y="136741"/>
                  <a:pt x="394697" y="136741"/>
                </a:cubicBezTo>
                <a:cubicBezTo>
                  <a:pt x="392114" y="136741"/>
                  <a:pt x="389985" y="136654"/>
                  <a:pt x="388310" y="136479"/>
                </a:cubicBezTo>
                <a:cubicBezTo>
                  <a:pt x="386635" y="136305"/>
                  <a:pt x="385291" y="136043"/>
                  <a:pt x="384279" y="135694"/>
                </a:cubicBezTo>
                <a:cubicBezTo>
                  <a:pt x="383267" y="135345"/>
                  <a:pt x="382551" y="134909"/>
                  <a:pt x="382132" y="134385"/>
                </a:cubicBezTo>
                <a:cubicBezTo>
                  <a:pt x="381714" y="133862"/>
                  <a:pt x="381504" y="133251"/>
                  <a:pt x="381504" y="132553"/>
                </a:cubicBezTo>
                <a:lnTo>
                  <a:pt x="381504" y="39159"/>
                </a:lnTo>
                <a:cubicBezTo>
                  <a:pt x="381504" y="38461"/>
                  <a:pt x="381679" y="37850"/>
                  <a:pt x="382028" y="37326"/>
                </a:cubicBezTo>
                <a:cubicBezTo>
                  <a:pt x="382377" y="36803"/>
                  <a:pt x="383005" y="36367"/>
                  <a:pt x="383912" y="36017"/>
                </a:cubicBezTo>
                <a:cubicBezTo>
                  <a:pt x="384820" y="35668"/>
                  <a:pt x="385989" y="35407"/>
                  <a:pt x="387420" y="35232"/>
                </a:cubicBezTo>
                <a:cubicBezTo>
                  <a:pt x="388851" y="35058"/>
                  <a:pt x="390648" y="34970"/>
                  <a:pt x="392812" y="34970"/>
                </a:cubicBezTo>
                <a:cubicBezTo>
                  <a:pt x="395046" y="34970"/>
                  <a:pt x="396895" y="35058"/>
                  <a:pt x="398361" y="35232"/>
                </a:cubicBezTo>
                <a:cubicBezTo>
                  <a:pt x="399827" y="35407"/>
                  <a:pt x="400961" y="35668"/>
                  <a:pt x="401764" y="36017"/>
                </a:cubicBezTo>
                <a:cubicBezTo>
                  <a:pt x="402567" y="36367"/>
                  <a:pt x="403143" y="36803"/>
                  <a:pt x="403492" y="37326"/>
                </a:cubicBezTo>
                <a:cubicBezTo>
                  <a:pt x="403841" y="37850"/>
                  <a:pt x="404015" y="38461"/>
                  <a:pt x="404015" y="39159"/>
                </a:cubicBezTo>
                <a:lnTo>
                  <a:pt x="404015" y="50780"/>
                </a:lnTo>
                <a:cubicBezTo>
                  <a:pt x="406458" y="47269"/>
                  <a:pt x="408762" y="44372"/>
                  <a:pt x="410925" y="42090"/>
                </a:cubicBezTo>
                <a:cubicBezTo>
                  <a:pt x="413089" y="39809"/>
                  <a:pt x="415148" y="38001"/>
                  <a:pt x="417103" y="36669"/>
                </a:cubicBezTo>
                <a:cubicBezTo>
                  <a:pt x="419057" y="35334"/>
                  <a:pt x="421012" y="34403"/>
                  <a:pt x="422966" y="33878"/>
                </a:cubicBezTo>
                <a:cubicBezTo>
                  <a:pt x="424921" y="33350"/>
                  <a:pt x="426875" y="33086"/>
                  <a:pt x="428830" y="33086"/>
                </a:cubicBezTo>
                <a:cubicBezTo>
                  <a:pt x="429737" y="33086"/>
                  <a:pt x="430714" y="33138"/>
                  <a:pt x="431761" y="33243"/>
                </a:cubicBezTo>
                <a:cubicBezTo>
                  <a:pt x="432808" y="33348"/>
                  <a:pt x="433890" y="33522"/>
                  <a:pt x="435007" y="33766"/>
                </a:cubicBezTo>
                <a:cubicBezTo>
                  <a:pt x="436124" y="34011"/>
                  <a:pt x="437101" y="34290"/>
                  <a:pt x="437939" y="34604"/>
                </a:cubicBezTo>
                <a:cubicBezTo>
                  <a:pt x="438776" y="34918"/>
                  <a:pt x="439387" y="35250"/>
                  <a:pt x="439771" y="35599"/>
                </a:cubicBezTo>
                <a:cubicBezTo>
                  <a:pt x="440155" y="35948"/>
                  <a:pt x="440434" y="36332"/>
                  <a:pt x="440609" y="36750"/>
                </a:cubicBezTo>
                <a:cubicBezTo>
                  <a:pt x="440783" y="37169"/>
                  <a:pt x="440940" y="37745"/>
                  <a:pt x="441080" y="38478"/>
                </a:cubicBezTo>
                <a:cubicBezTo>
                  <a:pt x="441219" y="39211"/>
                  <a:pt x="441324" y="40310"/>
                  <a:pt x="441394" y="41776"/>
                </a:cubicBezTo>
                <a:cubicBezTo>
                  <a:pt x="441464" y="43242"/>
                  <a:pt x="441498" y="45231"/>
                  <a:pt x="441498" y="47744"/>
                </a:cubicBezTo>
                <a:close/>
                <a:moveTo>
                  <a:pt x="543325" y="83117"/>
                </a:moveTo>
                <a:cubicBezTo>
                  <a:pt x="543325" y="86334"/>
                  <a:pt x="542610" y="88712"/>
                  <a:pt x="541179" y="90250"/>
                </a:cubicBezTo>
                <a:cubicBezTo>
                  <a:pt x="539748" y="91788"/>
                  <a:pt x="537776" y="92557"/>
                  <a:pt x="535263" y="92557"/>
                </a:cubicBezTo>
                <a:lnTo>
                  <a:pt x="478410" y="92557"/>
                </a:lnTo>
                <a:cubicBezTo>
                  <a:pt x="478410" y="96551"/>
                  <a:pt x="478881" y="100177"/>
                  <a:pt x="479823" y="103436"/>
                </a:cubicBezTo>
                <a:cubicBezTo>
                  <a:pt x="480766" y="106695"/>
                  <a:pt x="482267" y="109464"/>
                  <a:pt x="484326" y="111743"/>
                </a:cubicBezTo>
                <a:cubicBezTo>
                  <a:pt x="486385" y="114021"/>
                  <a:pt x="489037" y="115755"/>
                  <a:pt x="492283" y="116946"/>
                </a:cubicBezTo>
                <a:cubicBezTo>
                  <a:pt x="495529" y="118137"/>
                  <a:pt x="499420" y="118732"/>
                  <a:pt x="503957" y="118732"/>
                </a:cubicBezTo>
                <a:cubicBezTo>
                  <a:pt x="508564" y="118732"/>
                  <a:pt x="512613" y="118395"/>
                  <a:pt x="516103" y="117721"/>
                </a:cubicBezTo>
                <a:cubicBezTo>
                  <a:pt x="519593" y="117047"/>
                  <a:pt x="522612" y="116302"/>
                  <a:pt x="525159" y="115486"/>
                </a:cubicBezTo>
                <a:cubicBezTo>
                  <a:pt x="527707" y="114671"/>
                  <a:pt x="529819" y="113926"/>
                  <a:pt x="531494" y="113252"/>
                </a:cubicBezTo>
                <a:cubicBezTo>
                  <a:pt x="533169" y="112578"/>
                  <a:pt x="534530" y="112241"/>
                  <a:pt x="535577" y="112241"/>
                </a:cubicBezTo>
                <a:cubicBezTo>
                  <a:pt x="536206" y="112241"/>
                  <a:pt x="536729" y="112364"/>
                  <a:pt x="537148" y="112610"/>
                </a:cubicBezTo>
                <a:cubicBezTo>
                  <a:pt x="537567" y="112855"/>
                  <a:pt x="537916" y="113293"/>
                  <a:pt x="538195" y="113926"/>
                </a:cubicBezTo>
                <a:cubicBezTo>
                  <a:pt x="538474" y="114556"/>
                  <a:pt x="538666" y="115450"/>
                  <a:pt x="538771" y="116609"/>
                </a:cubicBezTo>
                <a:cubicBezTo>
                  <a:pt x="538875" y="117767"/>
                  <a:pt x="538928" y="119223"/>
                  <a:pt x="538928" y="120977"/>
                </a:cubicBezTo>
                <a:cubicBezTo>
                  <a:pt x="538928" y="122521"/>
                  <a:pt x="538893" y="123837"/>
                  <a:pt x="538823" y="124926"/>
                </a:cubicBezTo>
                <a:cubicBezTo>
                  <a:pt x="538753" y="126012"/>
                  <a:pt x="538649" y="126941"/>
                  <a:pt x="538509" y="127714"/>
                </a:cubicBezTo>
                <a:cubicBezTo>
                  <a:pt x="538369" y="128486"/>
                  <a:pt x="538160" y="129136"/>
                  <a:pt x="537881" y="129664"/>
                </a:cubicBezTo>
                <a:cubicBezTo>
                  <a:pt x="537602" y="130189"/>
                  <a:pt x="537235" y="130698"/>
                  <a:pt x="536781" y="131188"/>
                </a:cubicBezTo>
                <a:cubicBezTo>
                  <a:pt x="536328" y="131679"/>
                  <a:pt x="535089" y="132343"/>
                  <a:pt x="533064" y="133181"/>
                </a:cubicBezTo>
                <a:cubicBezTo>
                  <a:pt x="531040" y="134019"/>
                  <a:pt x="528458" y="134839"/>
                  <a:pt x="525317" y="135642"/>
                </a:cubicBezTo>
                <a:cubicBezTo>
                  <a:pt x="522175" y="136444"/>
                  <a:pt x="518581" y="137142"/>
                  <a:pt x="514532" y="137736"/>
                </a:cubicBezTo>
                <a:cubicBezTo>
                  <a:pt x="510484" y="138329"/>
                  <a:pt x="506156" y="138626"/>
                  <a:pt x="501549" y="138626"/>
                </a:cubicBezTo>
                <a:cubicBezTo>
                  <a:pt x="493243" y="138626"/>
                  <a:pt x="485966" y="137576"/>
                  <a:pt x="479719" y="135478"/>
                </a:cubicBezTo>
                <a:cubicBezTo>
                  <a:pt x="473472" y="133380"/>
                  <a:pt x="468254" y="130197"/>
                  <a:pt x="464066" y="125930"/>
                </a:cubicBezTo>
                <a:cubicBezTo>
                  <a:pt x="459878" y="121664"/>
                  <a:pt x="456754" y="116279"/>
                  <a:pt x="454695" y="109777"/>
                </a:cubicBezTo>
                <a:cubicBezTo>
                  <a:pt x="452636" y="103272"/>
                  <a:pt x="451606" y="95649"/>
                  <a:pt x="451606" y="86906"/>
                </a:cubicBezTo>
                <a:cubicBezTo>
                  <a:pt x="451606" y="78582"/>
                  <a:pt x="452688" y="71081"/>
                  <a:pt x="454852" y="64402"/>
                </a:cubicBezTo>
                <a:cubicBezTo>
                  <a:pt x="457016" y="57722"/>
                  <a:pt x="460157" y="52058"/>
                  <a:pt x="464275" y="47407"/>
                </a:cubicBezTo>
                <a:cubicBezTo>
                  <a:pt x="468394" y="42754"/>
                  <a:pt x="473402" y="39204"/>
                  <a:pt x="479300" y="36757"/>
                </a:cubicBezTo>
                <a:cubicBezTo>
                  <a:pt x="485198" y="34310"/>
                  <a:pt x="491847" y="33086"/>
                  <a:pt x="499246" y="33086"/>
                </a:cubicBezTo>
                <a:cubicBezTo>
                  <a:pt x="507063" y="33086"/>
                  <a:pt x="513747" y="34240"/>
                  <a:pt x="519296" y="36548"/>
                </a:cubicBezTo>
                <a:cubicBezTo>
                  <a:pt x="524845" y="38855"/>
                  <a:pt x="529400" y="42054"/>
                  <a:pt x="532960" y="46144"/>
                </a:cubicBezTo>
                <a:cubicBezTo>
                  <a:pt x="536520" y="50234"/>
                  <a:pt x="539137" y="55077"/>
                  <a:pt x="540812" y="60672"/>
                </a:cubicBezTo>
                <a:cubicBezTo>
                  <a:pt x="542488" y="66264"/>
                  <a:pt x="543325" y="72348"/>
                  <a:pt x="543325" y="78922"/>
                </a:cubicBezTo>
                <a:lnTo>
                  <a:pt x="543325" y="83117"/>
                </a:lnTo>
                <a:moveTo>
                  <a:pt x="517778" y="75595"/>
                </a:moveTo>
                <a:cubicBezTo>
                  <a:pt x="517987" y="68163"/>
                  <a:pt x="516504" y="62327"/>
                  <a:pt x="513328" y="58087"/>
                </a:cubicBezTo>
                <a:cubicBezTo>
                  <a:pt x="510152" y="53844"/>
                  <a:pt x="505249" y="51723"/>
                  <a:pt x="498618" y="51723"/>
                </a:cubicBezTo>
                <a:cubicBezTo>
                  <a:pt x="495267" y="51723"/>
                  <a:pt x="492353" y="52354"/>
                  <a:pt x="489875" y="53617"/>
                </a:cubicBezTo>
                <a:cubicBezTo>
                  <a:pt x="487397" y="54878"/>
                  <a:pt x="485338" y="56578"/>
                  <a:pt x="483697" y="58718"/>
                </a:cubicBezTo>
                <a:cubicBezTo>
                  <a:pt x="482057" y="60856"/>
                  <a:pt x="480801" y="63380"/>
                  <a:pt x="479928" y="66289"/>
                </a:cubicBezTo>
                <a:cubicBezTo>
                  <a:pt x="479056" y="69197"/>
                  <a:pt x="478550" y="72299"/>
                  <a:pt x="478410" y="75595"/>
                </a:cubicBezTo>
                <a:lnTo>
                  <a:pt x="517778" y="7559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Text LocalEntropy">
            <a:extLst xmlns:a="http://schemas.openxmlformats.org/drawingml/2006/main">
              <a:ext uri="{FF2B5EF4-FFF2-40B4-BE49-F238E27FC236}">
                <a16:creationId xmlns:a16="http://schemas.microsoft.com/office/drawing/2014/main" id="{FB26DE49-DF33-4D64-9E2D-8BB84A40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8594" y="4979560"/>
            <a:ext cx="1073715" cy="169655"/>
          </a:xfrm>
          <a:custGeom xmlns:a="http://schemas.openxmlformats.org/drawingml/2006/main">
            <a:pathLst>
              <a:path w="1073715" h="169655">
                <a:moveTo>
                  <a:pt x="64755" y="127242"/>
                </a:moveTo>
                <a:cubicBezTo>
                  <a:pt x="64755" y="128536"/>
                  <a:pt x="64690" y="129621"/>
                  <a:pt x="64562" y="130496"/>
                </a:cubicBezTo>
                <a:cubicBezTo>
                  <a:pt x="64433" y="131370"/>
                  <a:pt x="64224" y="132115"/>
                  <a:pt x="63934" y="132730"/>
                </a:cubicBezTo>
                <a:cubicBezTo>
                  <a:pt x="63645" y="133345"/>
                  <a:pt x="63291" y="133799"/>
                  <a:pt x="62873" y="134090"/>
                </a:cubicBezTo>
                <a:cubicBezTo>
                  <a:pt x="62455" y="134382"/>
                  <a:pt x="61956" y="134528"/>
                  <a:pt x="61377" y="134528"/>
                </a:cubicBezTo>
                <a:lnTo>
                  <a:pt x="6176" y="134528"/>
                </a:lnTo>
                <a:cubicBezTo>
                  <a:pt x="4697" y="134528"/>
                  <a:pt x="3297" y="134029"/>
                  <a:pt x="1978" y="133032"/>
                </a:cubicBezTo>
                <a:cubicBezTo>
                  <a:pt x="659" y="132035"/>
                  <a:pt x="0" y="130281"/>
                  <a:pt x="0" y="127772"/>
                </a:cubicBezTo>
                <a:lnTo>
                  <a:pt x="0" y="12160"/>
                </a:lnTo>
                <a:cubicBezTo>
                  <a:pt x="0" y="11645"/>
                  <a:pt x="129" y="11195"/>
                  <a:pt x="386" y="10809"/>
                </a:cubicBezTo>
                <a:cubicBezTo>
                  <a:pt x="643" y="10423"/>
                  <a:pt x="1094" y="10117"/>
                  <a:pt x="1737" y="9892"/>
                </a:cubicBezTo>
                <a:cubicBezTo>
                  <a:pt x="2380" y="9667"/>
                  <a:pt x="3249" y="9474"/>
                  <a:pt x="4343" y="9313"/>
                </a:cubicBezTo>
                <a:cubicBezTo>
                  <a:pt x="5436" y="9152"/>
                  <a:pt x="6755" y="9071"/>
                  <a:pt x="8299" y="9071"/>
                </a:cubicBezTo>
                <a:cubicBezTo>
                  <a:pt x="9908" y="9071"/>
                  <a:pt x="11243" y="9152"/>
                  <a:pt x="12304" y="9313"/>
                </a:cubicBezTo>
                <a:cubicBezTo>
                  <a:pt x="13366" y="9474"/>
                  <a:pt x="14218" y="9667"/>
                  <a:pt x="14862" y="9892"/>
                </a:cubicBezTo>
                <a:cubicBezTo>
                  <a:pt x="15505" y="10117"/>
                  <a:pt x="15955" y="10423"/>
                  <a:pt x="16213" y="10809"/>
                </a:cubicBezTo>
                <a:cubicBezTo>
                  <a:pt x="16470" y="11193"/>
                  <a:pt x="16599" y="11642"/>
                  <a:pt x="16599" y="12157"/>
                </a:cubicBezTo>
                <a:lnTo>
                  <a:pt x="16599" y="120052"/>
                </a:lnTo>
                <a:lnTo>
                  <a:pt x="61377" y="120052"/>
                </a:lnTo>
                <a:cubicBezTo>
                  <a:pt x="61956" y="120052"/>
                  <a:pt x="62455" y="120198"/>
                  <a:pt x="62873" y="120489"/>
                </a:cubicBezTo>
                <a:cubicBezTo>
                  <a:pt x="63291" y="120781"/>
                  <a:pt x="63645" y="121202"/>
                  <a:pt x="63934" y="121753"/>
                </a:cubicBezTo>
                <a:cubicBezTo>
                  <a:pt x="64224" y="122304"/>
                  <a:pt x="64433" y="123032"/>
                  <a:pt x="64562" y="123939"/>
                </a:cubicBezTo>
                <a:cubicBezTo>
                  <a:pt x="64690" y="124846"/>
                  <a:pt x="64755" y="125947"/>
                  <a:pt x="64755" y="127242"/>
                </a:cubicBezTo>
                <a:close/>
                <a:moveTo>
                  <a:pt x="162119" y="87771"/>
                </a:moveTo>
                <a:cubicBezTo>
                  <a:pt x="162119" y="94854"/>
                  <a:pt x="161186" y="101374"/>
                  <a:pt x="159321" y="107331"/>
                </a:cubicBezTo>
                <a:cubicBezTo>
                  <a:pt x="157455" y="113289"/>
                  <a:pt x="154672" y="118425"/>
                  <a:pt x="150973" y="122742"/>
                </a:cubicBezTo>
                <a:cubicBezTo>
                  <a:pt x="147274" y="127057"/>
                  <a:pt x="142641" y="130421"/>
                  <a:pt x="137076" y="132836"/>
                </a:cubicBezTo>
                <a:cubicBezTo>
                  <a:pt x="131511" y="135250"/>
                  <a:pt x="125061" y="136458"/>
                  <a:pt x="117727" y="136458"/>
                </a:cubicBezTo>
                <a:cubicBezTo>
                  <a:pt x="110586" y="136458"/>
                  <a:pt x="104361" y="135395"/>
                  <a:pt x="99053" y="133270"/>
                </a:cubicBezTo>
                <a:cubicBezTo>
                  <a:pt x="93746" y="131145"/>
                  <a:pt x="89323" y="128054"/>
                  <a:pt x="85784" y="123997"/>
                </a:cubicBezTo>
                <a:cubicBezTo>
                  <a:pt x="82246" y="119939"/>
                  <a:pt x="79608" y="115013"/>
                  <a:pt x="77871" y="109216"/>
                </a:cubicBezTo>
                <a:cubicBezTo>
                  <a:pt x="76134" y="103420"/>
                  <a:pt x="75265" y="96851"/>
                  <a:pt x="75265" y="89508"/>
                </a:cubicBezTo>
                <a:cubicBezTo>
                  <a:pt x="75265" y="82425"/>
                  <a:pt x="76182" y="75905"/>
                  <a:pt x="78015" y="69948"/>
                </a:cubicBezTo>
                <a:cubicBezTo>
                  <a:pt x="79849" y="63991"/>
                  <a:pt x="82615" y="58855"/>
                  <a:pt x="86315" y="54540"/>
                </a:cubicBezTo>
                <a:cubicBezTo>
                  <a:pt x="90014" y="50224"/>
                  <a:pt x="94630" y="46874"/>
                  <a:pt x="100163" y="44492"/>
                </a:cubicBezTo>
                <a:cubicBezTo>
                  <a:pt x="105696" y="42109"/>
                  <a:pt x="112162" y="40918"/>
                  <a:pt x="119561" y="40918"/>
                </a:cubicBezTo>
                <a:cubicBezTo>
                  <a:pt x="126702" y="40918"/>
                  <a:pt x="132927" y="41981"/>
                  <a:pt x="138234" y="44106"/>
                </a:cubicBezTo>
                <a:cubicBezTo>
                  <a:pt x="143542" y="46231"/>
                  <a:pt x="147965" y="49322"/>
                  <a:pt x="151504" y="53379"/>
                </a:cubicBezTo>
                <a:cubicBezTo>
                  <a:pt x="155042" y="57436"/>
                  <a:pt x="157696" y="62363"/>
                  <a:pt x="159465" y="68159"/>
                </a:cubicBezTo>
                <a:cubicBezTo>
                  <a:pt x="161235" y="73956"/>
                  <a:pt x="162119" y="80493"/>
                  <a:pt x="162119" y="87771"/>
                </a:cubicBezTo>
                <a:moveTo>
                  <a:pt x="145327" y="88784"/>
                </a:moveTo>
                <a:cubicBezTo>
                  <a:pt x="145327" y="84088"/>
                  <a:pt x="144893" y="79649"/>
                  <a:pt x="144025" y="75467"/>
                </a:cubicBezTo>
                <a:cubicBezTo>
                  <a:pt x="143156" y="71285"/>
                  <a:pt x="141725" y="67618"/>
                  <a:pt x="139730" y="64465"/>
                </a:cubicBezTo>
                <a:cubicBezTo>
                  <a:pt x="137736" y="61313"/>
                  <a:pt x="135034" y="58820"/>
                  <a:pt x="131624" y="56986"/>
                </a:cubicBezTo>
                <a:cubicBezTo>
                  <a:pt x="128214" y="55152"/>
                  <a:pt x="123968" y="54236"/>
                  <a:pt x="118885" y="54236"/>
                </a:cubicBezTo>
                <a:cubicBezTo>
                  <a:pt x="114189" y="54236"/>
                  <a:pt x="110151" y="55072"/>
                  <a:pt x="106774" y="56745"/>
                </a:cubicBezTo>
                <a:cubicBezTo>
                  <a:pt x="103396" y="58418"/>
                  <a:pt x="100614" y="60782"/>
                  <a:pt x="98426" y="63838"/>
                </a:cubicBezTo>
                <a:cubicBezTo>
                  <a:pt x="96239" y="66894"/>
                  <a:pt x="94614" y="70513"/>
                  <a:pt x="93553" y="74695"/>
                </a:cubicBezTo>
                <a:cubicBezTo>
                  <a:pt x="92491" y="78877"/>
                  <a:pt x="91960" y="83444"/>
                  <a:pt x="91960" y="88398"/>
                </a:cubicBezTo>
                <a:cubicBezTo>
                  <a:pt x="91960" y="93159"/>
                  <a:pt x="92395" y="97631"/>
                  <a:pt x="93263" y="101813"/>
                </a:cubicBezTo>
                <a:cubicBezTo>
                  <a:pt x="94132" y="105994"/>
                  <a:pt x="95579" y="109645"/>
                  <a:pt x="97606" y="112766"/>
                </a:cubicBezTo>
                <a:cubicBezTo>
                  <a:pt x="99632" y="115886"/>
                  <a:pt x="102351" y="118363"/>
                  <a:pt x="105761" y="120197"/>
                </a:cubicBezTo>
                <a:cubicBezTo>
                  <a:pt x="109170" y="122030"/>
                  <a:pt x="113417" y="122947"/>
                  <a:pt x="118499" y="122947"/>
                </a:cubicBezTo>
                <a:cubicBezTo>
                  <a:pt x="123131" y="122947"/>
                  <a:pt x="127152" y="122111"/>
                  <a:pt x="130562" y="120438"/>
                </a:cubicBezTo>
                <a:cubicBezTo>
                  <a:pt x="133972" y="118765"/>
                  <a:pt x="136771" y="116417"/>
                  <a:pt x="138958" y="113393"/>
                </a:cubicBezTo>
                <a:cubicBezTo>
                  <a:pt x="141146" y="110369"/>
                  <a:pt x="142754" y="106766"/>
                  <a:pt x="143783" y="102585"/>
                </a:cubicBezTo>
                <a:cubicBezTo>
                  <a:pt x="144813" y="98403"/>
                  <a:pt x="145327" y="93803"/>
                  <a:pt x="145327" y="88784"/>
                </a:cubicBezTo>
                <a:close/>
                <a:moveTo>
                  <a:pt x="248327" y="118948"/>
                </a:moveTo>
                <a:cubicBezTo>
                  <a:pt x="248327" y="120050"/>
                  <a:pt x="248295" y="121006"/>
                  <a:pt x="248231" y="121816"/>
                </a:cubicBezTo>
                <a:cubicBezTo>
                  <a:pt x="248166" y="122626"/>
                  <a:pt x="248054" y="123307"/>
                  <a:pt x="247893" y="123858"/>
                </a:cubicBezTo>
                <a:cubicBezTo>
                  <a:pt x="247732" y="124409"/>
                  <a:pt x="247539" y="124893"/>
                  <a:pt x="247314" y="125311"/>
                </a:cubicBezTo>
                <a:cubicBezTo>
                  <a:pt x="247089" y="125730"/>
                  <a:pt x="246574" y="126341"/>
                  <a:pt x="245770" y="127145"/>
                </a:cubicBezTo>
                <a:cubicBezTo>
                  <a:pt x="244965" y="127949"/>
                  <a:pt x="243598" y="128946"/>
                  <a:pt x="241668" y="130137"/>
                </a:cubicBezTo>
                <a:cubicBezTo>
                  <a:pt x="239738" y="131327"/>
                  <a:pt x="237567" y="132388"/>
                  <a:pt x="235154" y="133321"/>
                </a:cubicBezTo>
                <a:cubicBezTo>
                  <a:pt x="232741" y="134254"/>
                  <a:pt x="230120" y="135010"/>
                  <a:pt x="227289" y="135589"/>
                </a:cubicBezTo>
                <a:cubicBezTo>
                  <a:pt x="224458" y="136168"/>
                  <a:pt x="221531" y="136458"/>
                  <a:pt x="218507" y="136458"/>
                </a:cubicBezTo>
                <a:cubicBezTo>
                  <a:pt x="212266" y="136458"/>
                  <a:pt x="206733" y="135426"/>
                  <a:pt x="201908" y="133364"/>
                </a:cubicBezTo>
                <a:cubicBezTo>
                  <a:pt x="197083" y="131301"/>
                  <a:pt x="193046" y="128287"/>
                  <a:pt x="189797" y="124322"/>
                </a:cubicBezTo>
                <a:cubicBezTo>
                  <a:pt x="186548" y="120357"/>
                  <a:pt x="184071" y="115490"/>
                  <a:pt x="182366" y="109720"/>
                </a:cubicBezTo>
                <a:cubicBezTo>
                  <a:pt x="180661" y="103950"/>
                  <a:pt x="179809" y="97294"/>
                  <a:pt x="179809" y="89752"/>
                </a:cubicBezTo>
                <a:cubicBezTo>
                  <a:pt x="179809" y="81178"/>
                  <a:pt x="180854" y="73812"/>
                  <a:pt x="182945" y="67656"/>
                </a:cubicBezTo>
                <a:cubicBezTo>
                  <a:pt x="185036" y="61500"/>
                  <a:pt x="187899" y="56455"/>
                  <a:pt x="191534" y="52523"/>
                </a:cubicBezTo>
                <a:cubicBezTo>
                  <a:pt x="195169" y="48590"/>
                  <a:pt x="199447" y="45673"/>
                  <a:pt x="204369" y="43771"/>
                </a:cubicBezTo>
                <a:cubicBezTo>
                  <a:pt x="209291" y="41869"/>
                  <a:pt x="214615" y="40918"/>
                  <a:pt x="220341" y="40918"/>
                </a:cubicBezTo>
                <a:cubicBezTo>
                  <a:pt x="223107" y="40918"/>
                  <a:pt x="225793" y="41175"/>
                  <a:pt x="228399" y="41690"/>
                </a:cubicBezTo>
                <a:cubicBezTo>
                  <a:pt x="231004" y="42205"/>
                  <a:pt x="233401" y="42880"/>
                  <a:pt x="235588" y="43717"/>
                </a:cubicBezTo>
                <a:cubicBezTo>
                  <a:pt x="237776" y="44553"/>
                  <a:pt x="239722" y="45518"/>
                  <a:pt x="241427" y="46612"/>
                </a:cubicBezTo>
                <a:cubicBezTo>
                  <a:pt x="243132" y="47706"/>
                  <a:pt x="244370" y="48638"/>
                  <a:pt x="245142" y="49410"/>
                </a:cubicBezTo>
                <a:cubicBezTo>
                  <a:pt x="245914" y="50182"/>
                  <a:pt x="246445" y="50794"/>
                  <a:pt x="246735" y="51244"/>
                </a:cubicBezTo>
                <a:cubicBezTo>
                  <a:pt x="247024" y="51694"/>
                  <a:pt x="247265" y="52228"/>
                  <a:pt x="247458" y="52845"/>
                </a:cubicBezTo>
                <a:cubicBezTo>
                  <a:pt x="247651" y="53461"/>
                  <a:pt x="247780" y="54157"/>
                  <a:pt x="247844" y="54935"/>
                </a:cubicBezTo>
                <a:cubicBezTo>
                  <a:pt x="247909" y="55713"/>
                  <a:pt x="247941" y="56685"/>
                  <a:pt x="247941" y="57852"/>
                </a:cubicBezTo>
                <a:cubicBezTo>
                  <a:pt x="247941" y="60379"/>
                  <a:pt x="247651" y="62145"/>
                  <a:pt x="247072" y="63150"/>
                </a:cubicBezTo>
                <a:cubicBezTo>
                  <a:pt x="246493" y="64156"/>
                  <a:pt x="245786" y="64658"/>
                  <a:pt x="244949" y="64658"/>
                </a:cubicBezTo>
                <a:cubicBezTo>
                  <a:pt x="243984" y="64658"/>
                  <a:pt x="242874" y="64127"/>
                  <a:pt x="241620" y="63066"/>
                </a:cubicBezTo>
                <a:cubicBezTo>
                  <a:pt x="240365" y="62004"/>
                  <a:pt x="238773" y="60830"/>
                  <a:pt x="236843" y="59543"/>
                </a:cubicBezTo>
                <a:cubicBezTo>
                  <a:pt x="234913" y="58257"/>
                  <a:pt x="232581" y="57083"/>
                  <a:pt x="229846" y="56021"/>
                </a:cubicBezTo>
                <a:cubicBezTo>
                  <a:pt x="227112" y="54959"/>
                  <a:pt x="223879" y="54429"/>
                  <a:pt x="220148" y="54429"/>
                </a:cubicBezTo>
                <a:cubicBezTo>
                  <a:pt x="212492" y="54429"/>
                  <a:pt x="206621" y="57372"/>
                  <a:pt x="202536" y="63259"/>
                </a:cubicBezTo>
                <a:cubicBezTo>
                  <a:pt x="198450" y="69146"/>
                  <a:pt x="196407" y="77686"/>
                  <a:pt x="196407" y="88881"/>
                </a:cubicBezTo>
                <a:cubicBezTo>
                  <a:pt x="196407" y="94478"/>
                  <a:pt x="196938" y="99384"/>
                  <a:pt x="198000" y="103598"/>
                </a:cubicBezTo>
                <a:cubicBezTo>
                  <a:pt x="199061" y="107812"/>
                  <a:pt x="200621" y="111334"/>
                  <a:pt x="202680" y="114165"/>
                </a:cubicBezTo>
                <a:cubicBezTo>
                  <a:pt x="204739" y="116996"/>
                  <a:pt x="207264" y="119103"/>
                  <a:pt x="210256" y="120486"/>
                </a:cubicBezTo>
                <a:cubicBezTo>
                  <a:pt x="213248" y="121869"/>
                  <a:pt x="216673" y="122561"/>
                  <a:pt x="220534" y="122561"/>
                </a:cubicBezTo>
                <a:cubicBezTo>
                  <a:pt x="224201" y="122561"/>
                  <a:pt x="227418" y="121982"/>
                  <a:pt x="230184" y="120824"/>
                </a:cubicBezTo>
                <a:cubicBezTo>
                  <a:pt x="232951" y="119666"/>
                  <a:pt x="235347" y="118395"/>
                  <a:pt x="237374" y="117012"/>
                </a:cubicBezTo>
                <a:cubicBezTo>
                  <a:pt x="239400" y="115629"/>
                  <a:pt x="241105" y="114374"/>
                  <a:pt x="242488" y="113248"/>
                </a:cubicBezTo>
                <a:cubicBezTo>
                  <a:pt x="243872" y="112122"/>
                  <a:pt x="244949" y="111559"/>
                  <a:pt x="245721" y="111559"/>
                </a:cubicBezTo>
                <a:cubicBezTo>
                  <a:pt x="246172" y="111559"/>
                  <a:pt x="246558" y="111689"/>
                  <a:pt x="246879" y="111949"/>
                </a:cubicBezTo>
                <a:cubicBezTo>
                  <a:pt x="247201" y="112208"/>
                  <a:pt x="247475" y="112645"/>
                  <a:pt x="247700" y="113260"/>
                </a:cubicBezTo>
                <a:cubicBezTo>
                  <a:pt x="247925" y="113876"/>
                  <a:pt x="248086" y="114654"/>
                  <a:pt x="248182" y="115595"/>
                </a:cubicBezTo>
                <a:cubicBezTo>
                  <a:pt x="248279" y="116533"/>
                  <a:pt x="248327" y="117651"/>
                  <a:pt x="248327" y="118948"/>
                </a:cubicBezTo>
                <a:close/>
                <a:moveTo>
                  <a:pt x="335259" y="132211"/>
                </a:moveTo>
                <a:cubicBezTo>
                  <a:pt x="335259" y="132984"/>
                  <a:pt x="335002" y="133563"/>
                  <a:pt x="334487" y="133949"/>
                </a:cubicBezTo>
                <a:cubicBezTo>
                  <a:pt x="333972" y="134335"/>
                  <a:pt x="333265" y="134624"/>
                  <a:pt x="332364" y="134817"/>
                </a:cubicBezTo>
                <a:cubicBezTo>
                  <a:pt x="331463" y="135010"/>
                  <a:pt x="330144" y="135107"/>
                  <a:pt x="328407" y="135107"/>
                </a:cubicBezTo>
                <a:cubicBezTo>
                  <a:pt x="326735" y="135107"/>
                  <a:pt x="325400" y="135010"/>
                  <a:pt x="324402" y="134817"/>
                </a:cubicBezTo>
                <a:cubicBezTo>
                  <a:pt x="323405" y="134624"/>
                  <a:pt x="322681" y="134335"/>
                  <a:pt x="322231" y="133949"/>
                </a:cubicBezTo>
                <a:cubicBezTo>
                  <a:pt x="321781" y="133563"/>
                  <a:pt x="321555" y="132984"/>
                  <a:pt x="321555" y="132211"/>
                </a:cubicBezTo>
                <a:lnTo>
                  <a:pt x="321555" y="123526"/>
                </a:lnTo>
                <a:cubicBezTo>
                  <a:pt x="317760" y="127579"/>
                  <a:pt x="313529" y="130748"/>
                  <a:pt x="308865" y="133032"/>
                </a:cubicBezTo>
                <a:cubicBezTo>
                  <a:pt x="304201" y="135316"/>
                  <a:pt x="299263" y="136458"/>
                  <a:pt x="294052" y="136458"/>
                </a:cubicBezTo>
                <a:cubicBezTo>
                  <a:pt x="289484" y="136458"/>
                  <a:pt x="285350" y="135860"/>
                  <a:pt x="281651" y="134663"/>
                </a:cubicBezTo>
                <a:cubicBezTo>
                  <a:pt x="277951" y="133467"/>
                  <a:pt x="274799" y="131737"/>
                  <a:pt x="272193" y="129473"/>
                </a:cubicBezTo>
                <a:cubicBezTo>
                  <a:pt x="269588" y="127209"/>
                  <a:pt x="267561" y="124429"/>
                  <a:pt x="266114" y="121132"/>
                </a:cubicBezTo>
                <a:cubicBezTo>
                  <a:pt x="264666" y="117832"/>
                  <a:pt x="263942" y="114081"/>
                  <a:pt x="263942" y="109877"/>
                </a:cubicBezTo>
                <a:cubicBezTo>
                  <a:pt x="263942" y="104961"/>
                  <a:pt x="264939" y="100693"/>
                  <a:pt x="266934" y="97072"/>
                </a:cubicBezTo>
                <a:cubicBezTo>
                  <a:pt x="268928" y="93451"/>
                  <a:pt x="271791" y="90444"/>
                  <a:pt x="275523" y="88052"/>
                </a:cubicBezTo>
                <a:cubicBezTo>
                  <a:pt x="279254" y="85657"/>
                  <a:pt x="283822" y="83862"/>
                  <a:pt x="289226" y="82665"/>
                </a:cubicBezTo>
                <a:cubicBezTo>
                  <a:pt x="294631" y="81469"/>
                  <a:pt x="300710" y="80871"/>
                  <a:pt x="307466" y="80871"/>
                </a:cubicBezTo>
                <a:lnTo>
                  <a:pt x="319432" y="80871"/>
                </a:lnTo>
                <a:lnTo>
                  <a:pt x="319432" y="74164"/>
                </a:lnTo>
                <a:cubicBezTo>
                  <a:pt x="319432" y="70843"/>
                  <a:pt x="319079" y="67904"/>
                  <a:pt x="318371" y="65349"/>
                </a:cubicBezTo>
                <a:cubicBezTo>
                  <a:pt x="317663" y="62793"/>
                  <a:pt x="316521" y="60669"/>
                  <a:pt x="314945" y="58976"/>
                </a:cubicBezTo>
                <a:cubicBezTo>
                  <a:pt x="313369" y="57284"/>
                  <a:pt x="311326" y="56006"/>
                  <a:pt x="308817" y="55143"/>
                </a:cubicBezTo>
                <a:cubicBezTo>
                  <a:pt x="306308" y="54281"/>
                  <a:pt x="303220" y="53850"/>
                  <a:pt x="299552" y="53850"/>
                </a:cubicBezTo>
                <a:cubicBezTo>
                  <a:pt x="295628" y="53850"/>
                  <a:pt x="292105" y="54311"/>
                  <a:pt x="288985" y="55234"/>
                </a:cubicBezTo>
                <a:cubicBezTo>
                  <a:pt x="285865" y="56157"/>
                  <a:pt x="283131" y="57175"/>
                  <a:pt x="280782" y="58289"/>
                </a:cubicBezTo>
                <a:cubicBezTo>
                  <a:pt x="278434" y="59403"/>
                  <a:pt x="276472" y="60421"/>
                  <a:pt x="274895" y="61344"/>
                </a:cubicBezTo>
                <a:cubicBezTo>
                  <a:pt x="273319" y="62267"/>
                  <a:pt x="272145" y="62728"/>
                  <a:pt x="271373" y="62728"/>
                </a:cubicBezTo>
                <a:cubicBezTo>
                  <a:pt x="270858" y="62728"/>
                  <a:pt x="270408" y="62599"/>
                  <a:pt x="270022" y="62342"/>
                </a:cubicBezTo>
                <a:cubicBezTo>
                  <a:pt x="269636" y="62085"/>
                  <a:pt x="269298" y="61699"/>
                  <a:pt x="269009" y="61184"/>
                </a:cubicBezTo>
                <a:cubicBezTo>
                  <a:pt x="268719" y="60669"/>
                  <a:pt x="268510" y="60010"/>
                  <a:pt x="268381" y="59206"/>
                </a:cubicBezTo>
                <a:cubicBezTo>
                  <a:pt x="268253" y="58401"/>
                  <a:pt x="268188" y="57517"/>
                  <a:pt x="268188" y="56552"/>
                </a:cubicBezTo>
                <a:cubicBezTo>
                  <a:pt x="268188" y="54943"/>
                  <a:pt x="268301" y="53673"/>
                  <a:pt x="268526" y="52740"/>
                </a:cubicBezTo>
                <a:cubicBezTo>
                  <a:pt x="268751" y="51807"/>
                  <a:pt x="269298" y="50922"/>
                  <a:pt x="270167" y="50086"/>
                </a:cubicBezTo>
                <a:cubicBezTo>
                  <a:pt x="271035" y="49250"/>
                  <a:pt x="272531" y="48275"/>
                  <a:pt x="274654" y="47164"/>
                </a:cubicBezTo>
                <a:cubicBezTo>
                  <a:pt x="276777" y="46050"/>
                  <a:pt x="279222" y="45033"/>
                  <a:pt x="281989" y="44112"/>
                </a:cubicBezTo>
                <a:cubicBezTo>
                  <a:pt x="284755" y="43191"/>
                  <a:pt x="287779" y="42429"/>
                  <a:pt x="291060" y="41826"/>
                </a:cubicBezTo>
                <a:cubicBezTo>
                  <a:pt x="294341" y="41221"/>
                  <a:pt x="297654" y="40918"/>
                  <a:pt x="301000" y="40918"/>
                </a:cubicBezTo>
                <a:cubicBezTo>
                  <a:pt x="307241" y="40918"/>
                  <a:pt x="312548" y="41626"/>
                  <a:pt x="316923" y="43041"/>
                </a:cubicBezTo>
                <a:cubicBezTo>
                  <a:pt x="321298" y="44457"/>
                  <a:pt x="324837" y="46531"/>
                  <a:pt x="327539" y="49266"/>
                </a:cubicBezTo>
                <a:cubicBezTo>
                  <a:pt x="330241" y="52000"/>
                  <a:pt x="332203" y="55394"/>
                  <a:pt x="333426" y="59447"/>
                </a:cubicBezTo>
                <a:cubicBezTo>
                  <a:pt x="334648" y="63500"/>
                  <a:pt x="335259" y="68229"/>
                  <a:pt x="335259" y="73633"/>
                </a:cubicBezTo>
                <a:lnTo>
                  <a:pt x="335259" y="132211"/>
                </a:lnTo>
                <a:moveTo>
                  <a:pt x="319432" y="92452"/>
                </a:moveTo>
                <a:lnTo>
                  <a:pt x="305825" y="92452"/>
                </a:lnTo>
                <a:cubicBezTo>
                  <a:pt x="301450" y="92452"/>
                  <a:pt x="297654" y="92822"/>
                  <a:pt x="294438" y="93564"/>
                </a:cubicBezTo>
                <a:cubicBezTo>
                  <a:pt x="291221" y="94306"/>
                  <a:pt x="288551" y="95404"/>
                  <a:pt x="286428" y="96858"/>
                </a:cubicBezTo>
                <a:cubicBezTo>
                  <a:pt x="284305" y="98309"/>
                  <a:pt x="282744" y="100051"/>
                  <a:pt x="281747" y="102084"/>
                </a:cubicBezTo>
                <a:cubicBezTo>
                  <a:pt x="280750" y="104117"/>
                  <a:pt x="280251" y="106456"/>
                  <a:pt x="280251" y="109102"/>
                </a:cubicBezTo>
                <a:cubicBezTo>
                  <a:pt x="280251" y="113619"/>
                  <a:pt x="281683" y="117217"/>
                  <a:pt x="284546" y="119895"/>
                </a:cubicBezTo>
                <a:cubicBezTo>
                  <a:pt x="287409" y="122573"/>
                  <a:pt x="291414" y="123912"/>
                  <a:pt x="296561" y="123912"/>
                </a:cubicBezTo>
                <a:cubicBezTo>
                  <a:pt x="300743" y="123912"/>
                  <a:pt x="304619" y="122848"/>
                  <a:pt x="308190" y="120718"/>
                </a:cubicBezTo>
                <a:cubicBezTo>
                  <a:pt x="311760" y="118589"/>
                  <a:pt x="315508" y="115330"/>
                  <a:pt x="319432" y="110941"/>
                </a:cubicBezTo>
                <a:lnTo>
                  <a:pt x="319432" y="92452"/>
                </a:lnTo>
                <a:close/>
                <a:moveTo>
                  <a:pt x="381138" y="132112"/>
                </a:moveTo>
                <a:cubicBezTo>
                  <a:pt x="381138" y="132627"/>
                  <a:pt x="381010" y="133062"/>
                  <a:pt x="380752" y="133418"/>
                </a:cubicBezTo>
                <a:cubicBezTo>
                  <a:pt x="380495" y="133772"/>
                  <a:pt x="380077" y="134077"/>
                  <a:pt x="379498" y="134335"/>
                </a:cubicBezTo>
                <a:cubicBezTo>
                  <a:pt x="378919" y="134592"/>
                  <a:pt x="378115" y="134785"/>
                  <a:pt x="377085" y="134914"/>
                </a:cubicBezTo>
                <a:cubicBezTo>
                  <a:pt x="376056" y="135042"/>
                  <a:pt x="374737" y="135107"/>
                  <a:pt x="373129" y="135107"/>
                </a:cubicBezTo>
                <a:cubicBezTo>
                  <a:pt x="371584" y="135107"/>
                  <a:pt x="370298" y="135042"/>
                  <a:pt x="369268" y="134914"/>
                </a:cubicBezTo>
                <a:cubicBezTo>
                  <a:pt x="368239" y="134785"/>
                  <a:pt x="367419" y="134592"/>
                  <a:pt x="366807" y="134335"/>
                </a:cubicBezTo>
                <a:cubicBezTo>
                  <a:pt x="366196" y="134077"/>
                  <a:pt x="365778" y="133772"/>
                  <a:pt x="365553" y="133418"/>
                </a:cubicBezTo>
                <a:cubicBezTo>
                  <a:pt x="365328" y="133062"/>
                  <a:pt x="365215" y="132627"/>
                  <a:pt x="365215" y="132112"/>
                </a:cubicBezTo>
                <a:lnTo>
                  <a:pt x="365215" y="3091"/>
                </a:lnTo>
                <a:cubicBezTo>
                  <a:pt x="365215" y="2576"/>
                  <a:pt x="365328" y="2126"/>
                  <a:pt x="365553" y="1740"/>
                </a:cubicBezTo>
                <a:cubicBezTo>
                  <a:pt x="365778" y="1352"/>
                  <a:pt x="366196" y="1029"/>
                  <a:pt x="366807" y="772"/>
                </a:cubicBezTo>
                <a:cubicBezTo>
                  <a:pt x="367419" y="515"/>
                  <a:pt x="368239" y="322"/>
                  <a:pt x="369268" y="193"/>
                </a:cubicBezTo>
                <a:cubicBezTo>
                  <a:pt x="370298" y="64"/>
                  <a:pt x="371584" y="0"/>
                  <a:pt x="373129" y="0"/>
                </a:cubicBezTo>
                <a:cubicBezTo>
                  <a:pt x="374737" y="0"/>
                  <a:pt x="376056" y="64"/>
                  <a:pt x="377085" y="193"/>
                </a:cubicBezTo>
                <a:cubicBezTo>
                  <a:pt x="378115" y="322"/>
                  <a:pt x="378919" y="515"/>
                  <a:pt x="379498" y="772"/>
                </a:cubicBezTo>
                <a:cubicBezTo>
                  <a:pt x="380077" y="1029"/>
                  <a:pt x="380495" y="1352"/>
                  <a:pt x="380752" y="1740"/>
                </a:cubicBezTo>
                <a:cubicBezTo>
                  <a:pt x="381010" y="2126"/>
                  <a:pt x="381138" y="2576"/>
                  <a:pt x="381138" y="3091"/>
                </a:cubicBezTo>
                <a:lnTo>
                  <a:pt x="381138" y="132112"/>
                </a:lnTo>
                <a:close/>
                <a:moveTo>
                  <a:pt x="527341" y="127628"/>
                </a:moveTo>
                <a:cubicBezTo>
                  <a:pt x="527341" y="128794"/>
                  <a:pt x="527277" y="129814"/>
                  <a:pt x="527148" y="130689"/>
                </a:cubicBezTo>
                <a:cubicBezTo>
                  <a:pt x="527020" y="131563"/>
                  <a:pt x="526795" y="132292"/>
                  <a:pt x="526473" y="132875"/>
                </a:cubicBezTo>
                <a:cubicBezTo>
                  <a:pt x="526151" y="133458"/>
                  <a:pt x="525781" y="133879"/>
                  <a:pt x="525363" y="134139"/>
                </a:cubicBezTo>
                <a:cubicBezTo>
                  <a:pt x="524945" y="134398"/>
                  <a:pt x="524479" y="134528"/>
                  <a:pt x="523964" y="134528"/>
                </a:cubicBezTo>
                <a:lnTo>
                  <a:pt x="464034" y="134528"/>
                </a:lnTo>
                <a:cubicBezTo>
                  <a:pt x="462555" y="134528"/>
                  <a:pt x="461155" y="134029"/>
                  <a:pt x="459836" y="133032"/>
                </a:cubicBezTo>
                <a:cubicBezTo>
                  <a:pt x="458518" y="132035"/>
                  <a:pt x="457858" y="130281"/>
                  <a:pt x="457858" y="127772"/>
                </a:cubicBezTo>
                <a:lnTo>
                  <a:pt x="457858" y="16406"/>
                </a:lnTo>
                <a:cubicBezTo>
                  <a:pt x="457858" y="13897"/>
                  <a:pt x="458518" y="12144"/>
                  <a:pt x="459836" y="11146"/>
                </a:cubicBezTo>
                <a:cubicBezTo>
                  <a:pt x="461155" y="10149"/>
                  <a:pt x="462555" y="9650"/>
                  <a:pt x="464034" y="9650"/>
                </a:cubicBezTo>
                <a:lnTo>
                  <a:pt x="523288" y="9650"/>
                </a:lnTo>
                <a:cubicBezTo>
                  <a:pt x="523803" y="9650"/>
                  <a:pt x="524269" y="9780"/>
                  <a:pt x="524688" y="10040"/>
                </a:cubicBezTo>
                <a:cubicBezTo>
                  <a:pt x="525106" y="10299"/>
                  <a:pt x="525444" y="10720"/>
                  <a:pt x="525701" y="11303"/>
                </a:cubicBezTo>
                <a:cubicBezTo>
                  <a:pt x="525958" y="11886"/>
                  <a:pt x="526167" y="12615"/>
                  <a:pt x="526328" y="13490"/>
                </a:cubicBezTo>
                <a:cubicBezTo>
                  <a:pt x="526489" y="14364"/>
                  <a:pt x="526569" y="15449"/>
                  <a:pt x="526569" y="16744"/>
                </a:cubicBezTo>
                <a:cubicBezTo>
                  <a:pt x="526569" y="17910"/>
                  <a:pt x="526489" y="18930"/>
                  <a:pt x="526328" y="19805"/>
                </a:cubicBezTo>
                <a:cubicBezTo>
                  <a:pt x="526167" y="20679"/>
                  <a:pt x="525958" y="21392"/>
                  <a:pt x="525701" y="21943"/>
                </a:cubicBezTo>
                <a:cubicBezTo>
                  <a:pt x="525444" y="22494"/>
                  <a:pt x="525106" y="22899"/>
                  <a:pt x="524688" y="23158"/>
                </a:cubicBezTo>
                <a:cubicBezTo>
                  <a:pt x="524269" y="23417"/>
                  <a:pt x="523803" y="23547"/>
                  <a:pt x="523288" y="23547"/>
                </a:cubicBezTo>
                <a:lnTo>
                  <a:pt x="474457" y="23547"/>
                </a:lnTo>
                <a:lnTo>
                  <a:pt x="474457" y="62535"/>
                </a:lnTo>
                <a:lnTo>
                  <a:pt x="516340" y="62535"/>
                </a:lnTo>
                <a:cubicBezTo>
                  <a:pt x="516855" y="62535"/>
                  <a:pt x="517321" y="62681"/>
                  <a:pt x="517739" y="62972"/>
                </a:cubicBezTo>
                <a:cubicBezTo>
                  <a:pt x="518157" y="63264"/>
                  <a:pt x="518511" y="63669"/>
                  <a:pt x="518801" y="64188"/>
                </a:cubicBezTo>
                <a:cubicBezTo>
                  <a:pt x="519090" y="64706"/>
                  <a:pt x="519299" y="65419"/>
                  <a:pt x="519428" y="66326"/>
                </a:cubicBezTo>
                <a:cubicBezTo>
                  <a:pt x="519557" y="67233"/>
                  <a:pt x="519621" y="68302"/>
                  <a:pt x="519621" y="69535"/>
                </a:cubicBezTo>
                <a:cubicBezTo>
                  <a:pt x="519621" y="70701"/>
                  <a:pt x="519557" y="71705"/>
                  <a:pt x="519428" y="72547"/>
                </a:cubicBezTo>
                <a:cubicBezTo>
                  <a:pt x="519299" y="73390"/>
                  <a:pt x="519090" y="74070"/>
                  <a:pt x="518801" y="74589"/>
                </a:cubicBezTo>
                <a:cubicBezTo>
                  <a:pt x="518511" y="75106"/>
                  <a:pt x="518157" y="75478"/>
                  <a:pt x="517739" y="75705"/>
                </a:cubicBezTo>
                <a:cubicBezTo>
                  <a:pt x="517321" y="75932"/>
                  <a:pt x="516855" y="76046"/>
                  <a:pt x="516340" y="76046"/>
                </a:cubicBezTo>
                <a:lnTo>
                  <a:pt x="474457" y="76046"/>
                </a:lnTo>
                <a:lnTo>
                  <a:pt x="474457" y="120631"/>
                </a:lnTo>
                <a:lnTo>
                  <a:pt x="523964" y="120631"/>
                </a:lnTo>
                <a:cubicBezTo>
                  <a:pt x="524479" y="120631"/>
                  <a:pt x="524945" y="120761"/>
                  <a:pt x="525363" y="121020"/>
                </a:cubicBezTo>
                <a:cubicBezTo>
                  <a:pt x="525781" y="121279"/>
                  <a:pt x="526151" y="121684"/>
                  <a:pt x="526473" y="122235"/>
                </a:cubicBezTo>
                <a:cubicBezTo>
                  <a:pt x="526795" y="122786"/>
                  <a:pt x="527020" y="123499"/>
                  <a:pt x="527148" y="124374"/>
                </a:cubicBezTo>
                <a:cubicBezTo>
                  <a:pt x="527277" y="125248"/>
                  <a:pt x="527341" y="126333"/>
                  <a:pt x="527341" y="127628"/>
                </a:cubicBezTo>
                <a:close/>
                <a:moveTo>
                  <a:pt x="627728" y="132115"/>
                </a:moveTo>
                <a:cubicBezTo>
                  <a:pt x="627728" y="132630"/>
                  <a:pt x="627599" y="133064"/>
                  <a:pt x="627342" y="133418"/>
                </a:cubicBezTo>
                <a:cubicBezTo>
                  <a:pt x="627085" y="133772"/>
                  <a:pt x="626667" y="134077"/>
                  <a:pt x="626087" y="134335"/>
                </a:cubicBezTo>
                <a:cubicBezTo>
                  <a:pt x="625508" y="134592"/>
                  <a:pt x="624704" y="134785"/>
                  <a:pt x="623675" y="134914"/>
                </a:cubicBezTo>
                <a:cubicBezTo>
                  <a:pt x="622645" y="135042"/>
                  <a:pt x="621359" y="135107"/>
                  <a:pt x="619815" y="135107"/>
                </a:cubicBezTo>
                <a:cubicBezTo>
                  <a:pt x="618206" y="135107"/>
                  <a:pt x="616887" y="135042"/>
                  <a:pt x="615858" y="134914"/>
                </a:cubicBezTo>
                <a:cubicBezTo>
                  <a:pt x="614829" y="134785"/>
                  <a:pt x="614024" y="134592"/>
                  <a:pt x="613445" y="134335"/>
                </a:cubicBezTo>
                <a:cubicBezTo>
                  <a:pt x="612866" y="134077"/>
                  <a:pt x="612448" y="133773"/>
                  <a:pt x="612191" y="133421"/>
                </a:cubicBezTo>
                <a:cubicBezTo>
                  <a:pt x="611933" y="133067"/>
                  <a:pt x="611805" y="132633"/>
                  <a:pt x="611805" y="132118"/>
                </a:cubicBezTo>
                <a:lnTo>
                  <a:pt x="611805" y="81320"/>
                </a:lnTo>
                <a:cubicBezTo>
                  <a:pt x="611805" y="76372"/>
                  <a:pt x="611419" y="72389"/>
                  <a:pt x="610647" y="69369"/>
                </a:cubicBezTo>
                <a:cubicBezTo>
                  <a:pt x="609875" y="66349"/>
                  <a:pt x="608749" y="63747"/>
                  <a:pt x="607269" y="61564"/>
                </a:cubicBezTo>
                <a:cubicBezTo>
                  <a:pt x="605789" y="59379"/>
                  <a:pt x="603875" y="57708"/>
                  <a:pt x="601527" y="56552"/>
                </a:cubicBezTo>
                <a:cubicBezTo>
                  <a:pt x="599179" y="55394"/>
                  <a:pt x="596461" y="54815"/>
                  <a:pt x="593372" y="54815"/>
                </a:cubicBezTo>
                <a:cubicBezTo>
                  <a:pt x="589384" y="54815"/>
                  <a:pt x="585395" y="56229"/>
                  <a:pt x="581406" y="59058"/>
                </a:cubicBezTo>
                <a:cubicBezTo>
                  <a:pt x="577417" y="61885"/>
                  <a:pt x="573235" y="66028"/>
                  <a:pt x="568860" y="71489"/>
                </a:cubicBezTo>
                <a:lnTo>
                  <a:pt x="568860" y="132118"/>
                </a:lnTo>
                <a:cubicBezTo>
                  <a:pt x="568860" y="132633"/>
                  <a:pt x="568731" y="133067"/>
                  <a:pt x="568474" y="133421"/>
                </a:cubicBezTo>
                <a:cubicBezTo>
                  <a:pt x="568217" y="133773"/>
                  <a:pt x="567799" y="134077"/>
                  <a:pt x="567220" y="134335"/>
                </a:cubicBezTo>
                <a:cubicBezTo>
                  <a:pt x="566641" y="134592"/>
                  <a:pt x="565836" y="134785"/>
                  <a:pt x="564807" y="134914"/>
                </a:cubicBezTo>
                <a:cubicBezTo>
                  <a:pt x="563778" y="135042"/>
                  <a:pt x="562459" y="135107"/>
                  <a:pt x="560850" y="135107"/>
                </a:cubicBezTo>
                <a:cubicBezTo>
                  <a:pt x="559306" y="135107"/>
                  <a:pt x="558019" y="135042"/>
                  <a:pt x="556990" y="134914"/>
                </a:cubicBezTo>
                <a:cubicBezTo>
                  <a:pt x="555961" y="134785"/>
                  <a:pt x="555140" y="134592"/>
                  <a:pt x="554529" y="134335"/>
                </a:cubicBezTo>
                <a:cubicBezTo>
                  <a:pt x="553918" y="134077"/>
                  <a:pt x="553500" y="133772"/>
                  <a:pt x="553275" y="133418"/>
                </a:cubicBezTo>
                <a:cubicBezTo>
                  <a:pt x="553049" y="133064"/>
                  <a:pt x="552937" y="132630"/>
                  <a:pt x="552937" y="132115"/>
                </a:cubicBezTo>
                <a:lnTo>
                  <a:pt x="552937" y="45261"/>
                </a:lnTo>
                <a:cubicBezTo>
                  <a:pt x="552937" y="44746"/>
                  <a:pt x="553033" y="44312"/>
                  <a:pt x="553226" y="43958"/>
                </a:cubicBezTo>
                <a:cubicBezTo>
                  <a:pt x="553419" y="43604"/>
                  <a:pt x="553805" y="43282"/>
                  <a:pt x="554384" y="42993"/>
                </a:cubicBezTo>
                <a:cubicBezTo>
                  <a:pt x="554963" y="42703"/>
                  <a:pt x="555703" y="42510"/>
                  <a:pt x="556604" y="42414"/>
                </a:cubicBezTo>
                <a:cubicBezTo>
                  <a:pt x="557505" y="42317"/>
                  <a:pt x="558695" y="42269"/>
                  <a:pt x="560175" y="42269"/>
                </a:cubicBezTo>
                <a:cubicBezTo>
                  <a:pt x="561590" y="42269"/>
                  <a:pt x="562764" y="42317"/>
                  <a:pt x="563697" y="42414"/>
                </a:cubicBezTo>
                <a:cubicBezTo>
                  <a:pt x="564630" y="42510"/>
                  <a:pt x="565354" y="42703"/>
                  <a:pt x="565869" y="42993"/>
                </a:cubicBezTo>
                <a:cubicBezTo>
                  <a:pt x="566383" y="43282"/>
                  <a:pt x="566753" y="43604"/>
                  <a:pt x="566978" y="43958"/>
                </a:cubicBezTo>
                <a:cubicBezTo>
                  <a:pt x="567204" y="44312"/>
                  <a:pt x="567316" y="44746"/>
                  <a:pt x="567316" y="45261"/>
                </a:cubicBezTo>
                <a:lnTo>
                  <a:pt x="567316" y="56745"/>
                </a:lnTo>
                <a:cubicBezTo>
                  <a:pt x="572206" y="51276"/>
                  <a:pt x="577079" y="47271"/>
                  <a:pt x="581937" y="44730"/>
                </a:cubicBezTo>
                <a:cubicBezTo>
                  <a:pt x="586794" y="42189"/>
                  <a:pt x="591700" y="40918"/>
                  <a:pt x="596654" y="40918"/>
                </a:cubicBezTo>
                <a:cubicBezTo>
                  <a:pt x="602444" y="40918"/>
                  <a:pt x="607317" y="41899"/>
                  <a:pt x="611274" y="43861"/>
                </a:cubicBezTo>
                <a:cubicBezTo>
                  <a:pt x="615231" y="45824"/>
                  <a:pt x="618431" y="48445"/>
                  <a:pt x="620876" y="51727"/>
                </a:cubicBezTo>
                <a:cubicBezTo>
                  <a:pt x="623321" y="55008"/>
                  <a:pt x="625074" y="58852"/>
                  <a:pt x="626136" y="63259"/>
                </a:cubicBezTo>
                <a:cubicBezTo>
                  <a:pt x="627197" y="67666"/>
                  <a:pt x="627728" y="72958"/>
                  <a:pt x="627728" y="79134"/>
                </a:cubicBezTo>
                <a:lnTo>
                  <a:pt x="627728" y="132115"/>
                </a:lnTo>
                <a:close/>
                <a:moveTo>
                  <a:pt x="702644" y="125767"/>
                </a:moveTo>
                <a:cubicBezTo>
                  <a:pt x="702644" y="127647"/>
                  <a:pt x="702516" y="129137"/>
                  <a:pt x="702258" y="130239"/>
                </a:cubicBezTo>
                <a:cubicBezTo>
                  <a:pt x="702001" y="131341"/>
                  <a:pt x="701615" y="132151"/>
                  <a:pt x="701100" y="132670"/>
                </a:cubicBezTo>
                <a:cubicBezTo>
                  <a:pt x="700586" y="133187"/>
                  <a:pt x="699814" y="133672"/>
                  <a:pt x="698784" y="134127"/>
                </a:cubicBezTo>
                <a:cubicBezTo>
                  <a:pt x="697755" y="134581"/>
                  <a:pt x="696581" y="134954"/>
                  <a:pt x="695262" y="135245"/>
                </a:cubicBezTo>
                <a:cubicBezTo>
                  <a:pt x="693943" y="135537"/>
                  <a:pt x="692544" y="135779"/>
                  <a:pt x="691064" y="135972"/>
                </a:cubicBezTo>
                <a:cubicBezTo>
                  <a:pt x="689584" y="136167"/>
                  <a:pt x="688104" y="136265"/>
                  <a:pt x="686625" y="136265"/>
                </a:cubicBezTo>
                <a:cubicBezTo>
                  <a:pt x="682121" y="136265"/>
                  <a:pt x="678261" y="135670"/>
                  <a:pt x="675044" y="134479"/>
                </a:cubicBezTo>
                <a:cubicBezTo>
                  <a:pt x="671827" y="133287"/>
                  <a:pt x="669189" y="131484"/>
                  <a:pt x="667131" y="129069"/>
                </a:cubicBezTo>
                <a:cubicBezTo>
                  <a:pt x="665072" y="126652"/>
                  <a:pt x="663576" y="123592"/>
                  <a:pt x="662643" y="119889"/>
                </a:cubicBezTo>
                <a:cubicBezTo>
                  <a:pt x="661710" y="116184"/>
                  <a:pt x="661244" y="111819"/>
                  <a:pt x="661244" y="106795"/>
                </a:cubicBezTo>
                <a:lnTo>
                  <a:pt x="661244" y="55973"/>
                </a:lnTo>
                <a:lnTo>
                  <a:pt x="649084" y="55973"/>
                </a:lnTo>
                <a:cubicBezTo>
                  <a:pt x="648119" y="55973"/>
                  <a:pt x="647347" y="55455"/>
                  <a:pt x="646768" y="54420"/>
                </a:cubicBezTo>
                <a:cubicBezTo>
                  <a:pt x="646189" y="53382"/>
                  <a:pt x="645900" y="51696"/>
                  <a:pt x="645900" y="49362"/>
                </a:cubicBezTo>
                <a:cubicBezTo>
                  <a:pt x="645900" y="48132"/>
                  <a:pt x="645980" y="47095"/>
                  <a:pt x="646141" y="46253"/>
                </a:cubicBezTo>
                <a:cubicBezTo>
                  <a:pt x="646302" y="45411"/>
                  <a:pt x="646511" y="44714"/>
                  <a:pt x="646768" y="44163"/>
                </a:cubicBezTo>
                <a:cubicBezTo>
                  <a:pt x="647026" y="43612"/>
                  <a:pt x="647363" y="43223"/>
                  <a:pt x="647782" y="42996"/>
                </a:cubicBezTo>
                <a:cubicBezTo>
                  <a:pt x="648200" y="42769"/>
                  <a:pt x="648666" y="42655"/>
                  <a:pt x="649181" y="42655"/>
                </a:cubicBezTo>
                <a:lnTo>
                  <a:pt x="661244" y="42655"/>
                </a:lnTo>
                <a:lnTo>
                  <a:pt x="661244" y="22003"/>
                </a:lnTo>
                <a:cubicBezTo>
                  <a:pt x="661244" y="21553"/>
                  <a:pt x="661357" y="21135"/>
                  <a:pt x="661582" y="20749"/>
                </a:cubicBezTo>
                <a:cubicBezTo>
                  <a:pt x="661807" y="20363"/>
                  <a:pt x="662225" y="20025"/>
                  <a:pt x="662836" y="19735"/>
                </a:cubicBezTo>
                <a:cubicBezTo>
                  <a:pt x="663447" y="19446"/>
                  <a:pt x="664268" y="19237"/>
                  <a:pt x="665297" y="19108"/>
                </a:cubicBezTo>
                <a:cubicBezTo>
                  <a:pt x="666327" y="18979"/>
                  <a:pt x="667613" y="18915"/>
                  <a:pt x="669157" y="18915"/>
                </a:cubicBezTo>
                <a:cubicBezTo>
                  <a:pt x="670766" y="18915"/>
                  <a:pt x="672085" y="18979"/>
                  <a:pt x="673114" y="19108"/>
                </a:cubicBezTo>
                <a:cubicBezTo>
                  <a:pt x="674143" y="19237"/>
                  <a:pt x="674948" y="19446"/>
                  <a:pt x="675527" y="19735"/>
                </a:cubicBezTo>
                <a:cubicBezTo>
                  <a:pt x="676106" y="20025"/>
                  <a:pt x="676524" y="20363"/>
                  <a:pt x="676781" y="20749"/>
                </a:cubicBezTo>
                <a:cubicBezTo>
                  <a:pt x="677039" y="21135"/>
                  <a:pt x="677167" y="21553"/>
                  <a:pt x="677167" y="22003"/>
                </a:cubicBezTo>
                <a:lnTo>
                  <a:pt x="677167" y="42655"/>
                </a:lnTo>
                <a:lnTo>
                  <a:pt x="699460" y="42655"/>
                </a:lnTo>
                <a:cubicBezTo>
                  <a:pt x="699974" y="42655"/>
                  <a:pt x="700425" y="42769"/>
                  <a:pt x="700811" y="42996"/>
                </a:cubicBezTo>
                <a:cubicBezTo>
                  <a:pt x="701197" y="43223"/>
                  <a:pt x="701535" y="43612"/>
                  <a:pt x="701824" y="44163"/>
                </a:cubicBezTo>
                <a:cubicBezTo>
                  <a:pt x="702114" y="44714"/>
                  <a:pt x="702323" y="45411"/>
                  <a:pt x="702451" y="46253"/>
                </a:cubicBezTo>
                <a:cubicBezTo>
                  <a:pt x="702580" y="47095"/>
                  <a:pt x="702644" y="48132"/>
                  <a:pt x="702644" y="49362"/>
                </a:cubicBezTo>
                <a:cubicBezTo>
                  <a:pt x="702644" y="51696"/>
                  <a:pt x="702355" y="53382"/>
                  <a:pt x="701776" y="54420"/>
                </a:cubicBezTo>
                <a:cubicBezTo>
                  <a:pt x="701197" y="55455"/>
                  <a:pt x="700425" y="55973"/>
                  <a:pt x="699460" y="55973"/>
                </a:cubicBezTo>
                <a:lnTo>
                  <a:pt x="677167" y="55973"/>
                </a:lnTo>
                <a:lnTo>
                  <a:pt x="677167" y="104418"/>
                </a:lnTo>
                <a:cubicBezTo>
                  <a:pt x="677167" y="110401"/>
                  <a:pt x="678052" y="114921"/>
                  <a:pt x="679821" y="117977"/>
                </a:cubicBezTo>
                <a:cubicBezTo>
                  <a:pt x="681590" y="121033"/>
                  <a:pt x="684759" y="122561"/>
                  <a:pt x="689327" y="122561"/>
                </a:cubicBezTo>
                <a:cubicBezTo>
                  <a:pt x="690807" y="122561"/>
                  <a:pt x="692125" y="122416"/>
                  <a:pt x="693284" y="122127"/>
                </a:cubicBezTo>
                <a:cubicBezTo>
                  <a:pt x="694442" y="121837"/>
                  <a:pt x="695471" y="121532"/>
                  <a:pt x="696372" y="121210"/>
                </a:cubicBezTo>
                <a:cubicBezTo>
                  <a:pt x="697272" y="120888"/>
                  <a:pt x="698044" y="120583"/>
                  <a:pt x="698688" y="120293"/>
                </a:cubicBezTo>
                <a:cubicBezTo>
                  <a:pt x="699331" y="120004"/>
                  <a:pt x="699910" y="119859"/>
                  <a:pt x="700425" y="119859"/>
                </a:cubicBezTo>
                <a:cubicBezTo>
                  <a:pt x="700747" y="119859"/>
                  <a:pt x="701052" y="119939"/>
                  <a:pt x="701342" y="120100"/>
                </a:cubicBezTo>
                <a:cubicBezTo>
                  <a:pt x="701631" y="120261"/>
                  <a:pt x="701856" y="120567"/>
                  <a:pt x="702017" y="121017"/>
                </a:cubicBezTo>
                <a:cubicBezTo>
                  <a:pt x="702178" y="121467"/>
                  <a:pt x="702323" y="122081"/>
                  <a:pt x="702451" y="122857"/>
                </a:cubicBezTo>
                <a:cubicBezTo>
                  <a:pt x="702580" y="123631"/>
                  <a:pt x="702644" y="124601"/>
                  <a:pt x="702644" y="125767"/>
                </a:cubicBezTo>
                <a:close/>
                <a:moveTo>
                  <a:pt x="774631" y="50955"/>
                </a:moveTo>
                <a:cubicBezTo>
                  <a:pt x="774631" y="52370"/>
                  <a:pt x="774599" y="53560"/>
                  <a:pt x="774535" y="54525"/>
                </a:cubicBezTo>
                <a:cubicBezTo>
                  <a:pt x="774470" y="55490"/>
                  <a:pt x="774342" y="56246"/>
                  <a:pt x="774149" y="56793"/>
                </a:cubicBezTo>
                <a:cubicBezTo>
                  <a:pt x="773956" y="57340"/>
                  <a:pt x="773714" y="57758"/>
                  <a:pt x="773425" y="58048"/>
                </a:cubicBezTo>
                <a:cubicBezTo>
                  <a:pt x="773135" y="58337"/>
                  <a:pt x="772733" y="58482"/>
                  <a:pt x="772219" y="58482"/>
                </a:cubicBezTo>
                <a:cubicBezTo>
                  <a:pt x="771704" y="58482"/>
                  <a:pt x="771077" y="58337"/>
                  <a:pt x="770337" y="58048"/>
                </a:cubicBezTo>
                <a:cubicBezTo>
                  <a:pt x="769597" y="57758"/>
                  <a:pt x="768760" y="57469"/>
                  <a:pt x="767828" y="57179"/>
                </a:cubicBezTo>
                <a:cubicBezTo>
                  <a:pt x="766895" y="56890"/>
                  <a:pt x="765849" y="56616"/>
                  <a:pt x="764691" y="56359"/>
                </a:cubicBezTo>
                <a:cubicBezTo>
                  <a:pt x="763533" y="56101"/>
                  <a:pt x="762279" y="55973"/>
                  <a:pt x="760928" y="55973"/>
                </a:cubicBezTo>
                <a:cubicBezTo>
                  <a:pt x="759319" y="55973"/>
                  <a:pt x="757743" y="56294"/>
                  <a:pt x="756199" y="56938"/>
                </a:cubicBezTo>
                <a:cubicBezTo>
                  <a:pt x="754655" y="57581"/>
                  <a:pt x="753030" y="58643"/>
                  <a:pt x="751325" y="60122"/>
                </a:cubicBezTo>
                <a:cubicBezTo>
                  <a:pt x="749620" y="61602"/>
                  <a:pt x="747835" y="63564"/>
                  <a:pt x="745969" y="66009"/>
                </a:cubicBezTo>
                <a:cubicBezTo>
                  <a:pt x="744104" y="68454"/>
                  <a:pt x="742045" y="71446"/>
                  <a:pt x="739793" y="74984"/>
                </a:cubicBezTo>
                <a:lnTo>
                  <a:pt x="739793" y="132115"/>
                </a:lnTo>
                <a:cubicBezTo>
                  <a:pt x="739793" y="132630"/>
                  <a:pt x="739664" y="133064"/>
                  <a:pt x="739407" y="133418"/>
                </a:cubicBezTo>
                <a:cubicBezTo>
                  <a:pt x="739150" y="133772"/>
                  <a:pt x="738731" y="134077"/>
                  <a:pt x="738152" y="134335"/>
                </a:cubicBezTo>
                <a:cubicBezTo>
                  <a:pt x="737573" y="134592"/>
                  <a:pt x="736769" y="134785"/>
                  <a:pt x="735740" y="134914"/>
                </a:cubicBezTo>
                <a:cubicBezTo>
                  <a:pt x="734710" y="135042"/>
                  <a:pt x="733391" y="135107"/>
                  <a:pt x="731783" y="135107"/>
                </a:cubicBezTo>
                <a:cubicBezTo>
                  <a:pt x="730239" y="135107"/>
                  <a:pt x="728952" y="135042"/>
                  <a:pt x="727923" y="134914"/>
                </a:cubicBezTo>
                <a:cubicBezTo>
                  <a:pt x="726893" y="134785"/>
                  <a:pt x="726073" y="134592"/>
                  <a:pt x="725462" y="134335"/>
                </a:cubicBezTo>
                <a:cubicBezTo>
                  <a:pt x="724851" y="134077"/>
                  <a:pt x="724433" y="133772"/>
                  <a:pt x="724207" y="133418"/>
                </a:cubicBezTo>
                <a:cubicBezTo>
                  <a:pt x="723982" y="133064"/>
                  <a:pt x="723870" y="132630"/>
                  <a:pt x="723870" y="132115"/>
                </a:cubicBezTo>
                <a:lnTo>
                  <a:pt x="723870" y="45261"/>
                </a:lnTo>
                <a:cubicBezTo>
                  <a:pt x="723870" y="44746"/>
                  <a:pt x="723966" y="44312"/>
                  <a:pt x="724159" y="43958"/>
                </a:cubicBezTo>
                <a:cubicBezTo>
                  <a:pt x="724352" y="43604"/>
                  <a:pt x="724738" y="43282"/>
                  <a:pt x="725317" y="42993"/>
                </a:cubicBezTo>
                <a:cubicBezTo>
                  <a:pt x="725896" y="42703"/>
                  <a:pt x="726636" y="42510"/>
                  <a:pt x="727537" y="42414"/>
                </a:cubicBezTo>
                <a:cubicBezTo>
                  <a:pt x="728438" y="42317"/>
                  <a:pt x="729628" y="42269"/>
                  <a:pt x="731108" y="42269"/>
                </a:cubicBezTo>
                <a:cubicBezTo>
                  <a:pt x="732523" y="42269"/>
                  <a:pt x="733697" y="42317"/>
                  <a:pt x="734630" y="42414"/>
                </a:cubicBezTo>
                <a:cubicBezTo>
                  <a:pt x="735563" y="42510"/>
                  <a:pt x="736287" y="42703"/>
                  <a:pt x="736801" y="42993"/>
                </a:cubicBezTo>
                <a:cubicBezTo>
                  <a:pt x="737316" y="43282"/>
                  <a:pt x="737686" y="43604"/>
                  <a:pt x="737911" y="43958"/>
                </a:cubicBezTo>
                <a:cubicBezTo>
                  <a:pt x="738136" y="44312"/>
                  <a:pt x="738249" y="44746"/>
                  <a:pt x="738249" y="45261"/>
                </a:cubicBezTo>
                <a:lnTo>
                  <a:pt x="738249" y="57903"/>
                </a:lnTo>
                <a:cubicBezTo>
                  <a:pt x="740629" y="54429"/>
                  <a:pt x="742865" y="51598"/>
                  <a:pt x="744956" y="49410"/>
                </a:cubicBezTo>
                <a:cubicBezTo>
                  <a:pt x="747047" y="47223"/>
                  <a:pt x="749025" y="45502"/>
                  <a:pt x="750891" y="44247"/>
                </a:cubicBezTo>
                <a:cubicBezTo>
                  <a:pt x="752757" y="42993"/>
                  <a:pt x="754606" y="42124"/>
                  <a:pt x="756440" y="41642"/>
                </a:cubicBezTo>
                <a:cubicBezTo>
                  <a:pt x="758274" y="41159"/>
                  <a:pt x="760123" y="40918"/>
                  <a:pt x="761989" y="40918"/>
                </a:cubicBezTo>
                <a:cubicBezTo>
                  <a:pt x="762825" y="40918"/>
                  <a:pt x="763774" y="40966"/>
                  <a:pt x="764836" y="41063"/>
                </a:cubicBezTo>
                <a:cubicBezTo>
                  <a:pt x="765897" y="41159"/>
                  <a:pt x="767007" y="41336"/>
                  <a:pt x="768165" y="41594"/>
                </a:cubicBezTo>
                <a:cubicBezTo>
                  <a:pt x="769323" y="41851"/>
                  <a:pt x="770369" y="42140"/>
                  <a:pt x="771302" y="42462"/>
                </a:cubicBezTo>
                <a:cubicBezTo>
                  <a:pt x="772235" y="42784"/>
                  <a:pt x="772894" y="43105"/>
                  <a:pt x="773280" y="43427"/>
                </a:cubicBezTo>
                <a:cubicBezTo>
                  <a:pt x="773666" y="43749"/>
                  <a:pt x="773923" y="44054"/>
                  <a:pt x="774052" y="44344"/>
                </a:cubicBezTo>
                <a:cubicBezTo>
                  <a:pt x="774181" y="44633"/>
                  <a:pt x="774293" y="45003"/>
                  <a:pt x="774390" y="45454"/>
                </a:cubicBezTo>
                <a:cubicBezTo>
                  <a:pt x="774486" y="45904"/>
                  <a:pt x="774551" y="46564"/>
                  <a:pt x="774583" y="47432"/>
                </a:cubicBezTo>
                <a:cubicBezTo>
                  <a:pt x="774615" y="48301"/>
                  <a:pt x="774631" y="49475"/>
                  <a:pt x="774631" y="50955"/>
                </a:cubicBezTo>
                <a:close/>
                <a:moveTo>
                  <a:pt x="874086" y="87771"/>
                </a:moveTo>
                <a:cubicBezTo>
                  <a:pt x="874086" y="94854"/>
                  <a:pt x="873153" y="101374"/>
                  <a:pt x="871287" y="107331"/>
                </a:cubicBezTo>
                <a:cubicBezTo>
                  <a:pt x="869421" y="113289"/>
                  <a:pt x="866639" y="118425"/>
                  <a:pt x="862939" y="122742"/>
                </a:cubicBezTo>
                <a:cubicBezTo>
                  <a:pt x="859240" y="127057"/>
                  <a:pt x="854608" y="130421"/>
                  <a:pt x="849043" y="132836"/>
                </a:cubicBezTo>
                <a:cubicBezTo>
                  <a:pt x="843478" y="135250"/>
                  <a:pt x="837028" y="136458"/>
                  <a:pt x="829694" y="136458"/>
                </a:cubicBezTo>
                <a:cubicBezTo>
                  <a:pt x="822552" y="136458"/>
                  <a:pt x="816328" y="135395"/>
                  <a:pt x="811020" y="133270"/>
                </a:cubicBezTo>
                <a:cubicBezTo>
                  <a:pt x="805712" y="131145"/>
                  <a:pt x="801289" y="128054"/>
                  <a:pt x="797750" y="123997"/>
                </a:cubicBezTo>
                <a:cubicBezTo>
                  <a:pt x="794212" y="119939"/>
                  <a:pt x="791574" y="115013"/>
                  <a:pt x="789837" y="109216"/>
                </a:cubicBezTo>
                <a:cubicBezTo>
                  <a:pt x="788100" y="103420"/>
                  <a:pt x="787231" y="96851"/>
                  <a:pt x="787231" y="89508"/>
                </a:cubicBezTo>
                <a:cubicBezTo>
                  <a:pt x="787231" y="82425"/>
                  <a:pt x="788148" y="75905"/>
                  <a:pt x="789982" y="69948"/>
                </a:cubicBezTo>
                <a:cubicBezTo>
                  <a:pt x="791815" y="63991"/>
                  <a:pt x="794582" y="58855"/>
                  <a:pt x="798281" y="54540"/>
                </a:cubicBezTo>
                <a:cubicBezTo>
                  <a:pt x="801981" y="50224"/>
                  <a:pt x="806597" y="46874"/>
                  <a:pt x="812130" y="44492"/>
                </a:cubicBezTo>
                <a:cubicBezTo>
                  <a:pt x="817663" y="42109"/>
                  <a:pt x="824128" y="40918"/>
                  <a:pt x="831527" y="40918"/>
                </a:cubicBezTo>
                <a:cubicBezTo>
                  <a:pt x="838668" y="40918"/>
                  <a:pt x="844893" y="41981"/>
                  <a:pt x="850201" y="44106"/>
                </a:cubicBezTo>
                <a:cubicBezTo>
                  <a:pt x="855509" y="46231"/>
                  <a:pt x="859932" y="49322"/>
                  <a:pt x="863470" y="53379"/>
                </a:cubicBezTo>
                <a:cubicBezTo>
                  <a:pt x="867009" y="57436"/>
                  <a:pt x="869663" y="62363"/>
                  <a:pt x="871432" y="68159"/>
                </a:cubicBezTo>
                <a:cubicBezTo>
                  <a:pt x="873201" y="73956"/>
                  <a:pt x="874086" y="80493"/>
                  <a:pt x="874086" y="87771"/>
                </a:cubicBezTo>
                <a:moveTo>
                  <a:pt x="857294" y="88784"/>
                </a:moveTo>
                <a:cubicBezTo>
                  <a:pt x="857294" y="84088"/>
                  <a:pt x="856860" y="79649"/>
                  <a:pt x="855991" y="75467"/>
                </a:cubicBezTo>
                <a:cubicBezTo>
                  <a:pt x="855123" y="71285"/>
                  <a:pt x="853691" y="67618"/>
                  <a:pt x="851697" y="64465"/>
                </a:cubicBezTo>
                <a:cubicBezTo>
                  <a:pt x="849702" y="61313"/>
                  <a:pt x="847000" y="58820"/>
                  <a:pt x="843590" y="56986"/>
                </a:cubicBezTo>
                <a:cubicBezTo>
                  <a:pt x="840180" y="55152"/>
                  <a:pt x="835934" y="54236"/>
                  <a:pt x="830852" y="54236"/>
                </a:cubicBezTo>
                <a:cubicBezTo>
                  <a:pt x="826155" y="54236"/>
                  <a:pt x="822118" y="55072"/>
                  <a:pt x="818740" y="56745"/>
                </a:cubicBezTo>
                <a:cubicBezTo>
                  <a:pt x="815363" y="58418"/>
                  <a:pt x="812580" y="60782"/>
                  <a:pt x="810393" y="63838"/>
                </a:cubicBezTo>
                <a:cubicBezTo>
                  <a:pt x="808205" y="66894"/>
                  <a:pt x="806581" y="70513"/>
                  <a:pt x="805519" y="74695"/>
                </a:cubicBezTo>
                <a:cubicBezTo>
                  <a:pt x="804458" y="78877"/>
                  <a:pt x="803927" y="83444"/>
                  <a:pt x="803927" y="88398"/>
                </a:cubicBezTo>
                <a:cubicBezTo>
                  <a:pt x="803927" y="93159"/>
                  <a:pt x="804361" y="97631"/>
                  <a:pt x="805230" y="101813"/>
                </a:cubicBezTo>
                <a:cubicBezTo>
                  <a:pt x="806098" y="105994"/>
                  <a:pt x="807546" y="109645"/>
                  <a:pt x="809572" y="112766"/>
                </a:cubicBezTo>
                <a:cubicBezTo>
                  <a:pt x="811599" y="115886"/>
                  <a:pt x="814317" y="118363"/>
                  <a:pt x="817727" y="120197"/>
                </a:cubicBezTo>
                <a:cubicBezTo>
                  <a:pt x="821137" y="122030"/>
                  <a:pt x="825383" y="122947"/>
                  <a:pt x="830466" y="122947"/>
                </a:cubicBezTo>
                <a:cubicBezTo>
                  <a:pt x="835098" y="122947"/>
                  <a:pt x="839119" y="122111"/>
                  <a:pt x="842529" y="120438"/>
                </a:cubicBezTo>
                <a:cubicBezTo>
                  <a:pt x="845938" y="118765"/>
                  <a:pt x="848737" y="116417"/>
                  <a:pt x="850925" y="113393"/>
                </a:cubicBezTo>
                <a:cubicBezTo>
                  <a:pt x="853112" y="110369"/>
                  <a:pt x="854720" y="106766"/>
                  <a:pt x="855750" y="102585"/>
                </a:cubicBezTo>
                <a:cubicBezTo>
                  <a:pt x="856779" y="98403"/>
                  <a:pt x="857294" y="93803"/>
                  <a:pt x="857294" y="88784"/>
                </a:cubicBezTo>
                <a:close/>
                <a:moveTo>
                  <a:pt x="977761" y="87385"/>
                </a:moveTo>
                <a:cubicBezTo>
                  <a:pt x="977761" y="94983"/>
                  <a:pt x="976940" y="101808"/>
                  <a:pt x="975300" y="107862"/>
                </a:cubicBezTo>
                <a:cubicBezTo>
                  <a:pt x="973659" y="113916"/>
                  <a:pt x="971247" y="119053"/>
                  <a:pt x="968062" y="123273"/>
                </a:cubicBezTo>
                <a:cubicBezTo>
                  <a:pt x="964877" y="127491"/>
                  <a:pt x="960937" y="130743"/>
                  <a:pt x="956240" y="133029"/>
                </a:cubicBezTo>
                <a:cubicBezTo>
                  <a:pt x="951544" y="135315"/>
                  <a:pt x="946172" y="136458"/>
                  <a:pt x="940124" y="136458"/>
                </a:cubicBezTo>
                <a:cubicBezTo>
                  <a:pt x="937550" y="136458"/>
                  <a:pt x="935170" y="136200"/>
                  <a:pt x="932983" y="135686"/>
                </a:cubicBezTo>
                <a:cubicBezTo>
                  <a:pt x="930795" y="135171"/>
                  <a:pt x="928656" y="134367"/>
                  <a:pt x="926565" y="133273"/>
                </a:cubicBezTo>
                <a:cubicBezTo>
                  <a:pt x="924474" y="132177"/>
                  <a:pt x="922399" y="130792"/>
                  <a:pt x="920340" y="129117"/>
                </a:cubicBezTo>
                <a:cubicBezTo>
                  <a:pt x="918282" y="127443"/>
                  <a:pt x="916094" y="125478"/>
                  <a:pt x="913778" y="123224"/>
                </a:cubicBezTo>
                <a:lnTo>
                  <a:pt x="913778" y="166573"/>
                </a:lnTo>
                <a:cubicBezTo>
                  <a:pt x="913778" y="167086"/>
                  <a:pt x="913649" y="167535"/>
                  <a:pt x="913392" y="167921"/>
                </a:cubicBezTo>
                <a:cubicBezTo>
                  <a:pt x="913135" y="168307"/>
                  <a:pt x="912717" y="168628"/>
                  <a:pt x="912138" y="168883"/>
                </a:cubicBezTo>
                <a:cubicBezTo>
                  <a:pt x="911559" y="169141"/>
                  <a:pt x="910754" y="169334"/>
                  <a:pt x="909725" y="169462"/>
                </a:cubicBezTo>
                <a:cubicBezTo>
                  <a:pt x="908696" y="169591"/>
                  <a:pt x="907377" y="169655"/>
                  <a:pt x="905768" y="169655"/>
                </a:cubicBezTo>
                <a:cubicBezTo>
                  <a:pt x="904224" y="169655"/>
                  <a:pt x="902937" y="169591"/>
                  <a:pt x="901908" y="169462"/>
                </a:cubicBezTo>
                <a:cubicBezTo>
                  <a:pt x="900879" y="169334"/>
                  <a:pt x="900058" y="169141"/>
                  <a:pt x="899447" y="168883"/>
                </a:cubicBezTo>
                <a:cubicBezTo>
                  <a:pt x="898836" y="168626"/>
                  <a:pt x="898418" y="168304"/>
                  <a:pt x="898193" y="167918"/>
                </a:cubicBezTo>
                <a:cubicBezTo>
                  <a:pt x="897967" y="167532"/>
                  <a:pt x="897855" y="167082"/>
                  <a:pt x="897855" y="166567"/>
                </a:cubicBezTo>
                <a:lnTo>
                  <a:pt x="897855" y="45261"/>
                </a:lnTo>
                <a:cubicBezTo>
                  <a:pt x="897855" y="44682"/>
                  <a:pt x="897951" y="44215"/>
                  <a:pt x="898144" y="43861"/>
                </a:cubicBezTo>
                <a:cubicBezTo>
                  <a:pt x="898337" y="43508"/>
                  <a:pt x="898723" y="43202"/>
                  <a:pt x="899302" y="42945"/>
                </a:cubicBezTo>
                <a:cubicBezTo>
                  <a:pt x="899881" y="42687"/>
                  <a:pt x="900621" y="42510"/>
                  <a:pt x="901522" y="42414"/>
                </a:cubicBezTo>
                <a:cubicBezTo>
                  <a:pt x="902423" y="42317"/>
                  <a:pt x="903516" y="42269"/>
                  <a:pt x="904803" y="42269"/>
                </a:cubicBezTo>
                <a:cubicBezTo>
                  <a:pt x="906154" y="42269"/>
                  <a:pt x="907264" y="42317"/>
                  <a:pt x="908133" y="42414"/>
                </a:cubicBezTo>
                <a:cubicBezTo>
                  <a:pt x="909001" y="42510"/>
                  <a:pt x="909725" y="42687"/>
                  <a:pt x="910304" y="42945"/>
                </a:cubicBezTo>
                <a:cubicBezTo>
                  <a:pt x="910883" y="43202"/>
                  <a:pt x="911285" y="43509"/>
                  <a:pt x="911510" y="43864"/>
                </a:cubicBezTo>
                <a:cubicBezTo>
                  <a:pt x="911735" y="44218"/>
                  <a:pt x="911848" y="44685"/>
                  <a:pt x="911848" y="45264"/>
                </a:cubicBezTo>
                <a:lnTo>
                  <a:pt x="911848" y="56953"/>
                </a:lnTo>
                <a:cubicBezTo>
                  <a:pt x="914486" y="54249"/>
                  <a:pt x="917027" y="51898"/>
                  <a:pt x="919472" y="49902"/>
                </a:cubicBezTo>
                <a:cubicBezTo>
                  <a:pt x="921917" y="47906"/>
                  <a:pt x="924378" y="46248"/>
                  <a:pt x="926855" y="44929"/>
                </a:cubicBezTo>
                <a:cubicBezTo>
                  <a:pt x="929331" y="43608"/>
                  <a:pt x="931873" y="42610"/>
                  <a:pt x="934478" y="41934"/>
                </a:cubicBezTo>
                <a:cubicBezTo>
                  <a:pt x="937084" y="41257"/>
                  <a:pt x="939834" y="40918"/>
                  <a:pt x="942730" y="40918"/>
                </a:cubicBezTo>
                <a:cubicBezTo>
                  <a:pt x="949035" y="40918"/>
                  <a:pt x="954407" y="42141"/>
                  <a:pt x="958846" y="44588"/>
                </a:cubicBezTo>
                <a:cubicBezTo>
                  <a:pt x="963285" y="47035"/>
                  <a:pt x="966904" y="50385"/>
                  <a:pt x="969703" y="54637"/>
                </a:cubicBezTo>
                <a:cubicBezTo>
                  <a:pt x="972501" y="58887"/>
                  <a:pt x="974544" y="63830"/>
                  <a:pt x="975831" y="69465"/>
                </a:cubicBezTo>
                <a:cubicBezTo>
                  <a:pt x="977117" y="75099"/>
                  <a:pt x="977761" y="81072"/>
                  <a:pt x="977761" y="87385"/>
                </a:cubicBezTo>
                <a:moveTo>
                  <a:pt x="960969" y="89219"/>
                </a:moveTo>
                <a:cubicBezTo>
                  <a:pt x="960969" y="84773"/>
                  <a:pt x="960631" y="80473"/>
                  <a:pt x="959956" y="76317"/>
                </a:cubicBezTo>
                <a:cubicBezTo>
                  <a:pt x="959280" y="72161"/>
                  <a:pt x="958122" y="68473"/>
                  <a:pt x="956481" y="65252"/>
                </a:cubicBezTo>
                <a:cubicBezTo>
                  <a:pt x="954841" y="62031"/>
                  <a:pt x="952637" y="59455"/>
                  <a:pt x="949871" y="57523"/>
                </a:cubicBezTo>
                <a:cubicBezTo>
                  <a:pt x="947104" y="55589"/>
                  <a:pt x="943662" y="54622"/>
                  <a:pt x="939545" y="54622"/>
                </a:cubicBezTo>
                <a:cubicBezTo>
                  <a:pt x="937486" y="54622"/>
                  <a:pt x="935460" y="54928"/>
                  <a:pt x="933465" y="55541"/>
                </a:cubicBezTo>
                <a:cubicBezTo>
                  <a:pt x="931471" y="56153"/>
                  <a:pt x="929444" y="57119"/>
                  <a:pt x="927385" y="58440"/>
                </a:cubicBezTo>
                <a:cubicBezTo>
                  <a:pt x="925327" y="59761"/>
                  <a:pt x="923171" y="61501"/>
                  <a:pt x="920919" y="63660"/>
                </a:cubicBezTo>
                <a:cubicBezTo>
                  <a:pt x="918668" y="65819"/>
                  <a:pt x="916287" y="68478"/>
                  <a:pt x="913778" y="71637"/>
                </a:cubicBezTo>
                <a:lnTo>
                  <a:pt x="913778" y="106222"/>
                </a:lnTo>
                <a:cubicBezTo>
                  <a:pt x="918153" y="111572"/>
                  <a:pt x="922303" y="115665"/>
                  <a:pt x="926227" y="118502"/>
                </a:cubicBezTo>
                <a:cubicBezTo>
                  <a:pt x="930152" y="121337"/>
                  <a:pt x="934269" y="122754"/>
                  <a:pt x="938580" y="122754"/>
                </a:cubicBezTo>
                <a:cubicBezTo>
                  <a:pt x="942569" y="122754"/>
                  <a:pt x="945995" y="121788"/>
                  <a:pt x="948858" y="119856"/>
                </a:cubicBezTo>
                <a:cubicBezTo>
                  <a:pt x="951721" y="117922"/>
                  <a:pt x="954037" y="115344"/>
                  <a:pt x="955806" y="112123"/>
                </a:cubicBezTo>
                <a:cubicBezTo>
                  <a:pt x="957575" y="108903"/>
                  <a:pt x="958878" y="105295"/>
                  <a:pt x="959714" y="101300"/>
                </a:cubicBezTo>
                <a:cubicBezTo>
                  <a:pt x="960551" y="97305"/>
                  <a:pt x="960969" y="93278"/>
                  <a:pt x="960969" y="89219"/>
                </a:cubicBezTo>
                <a:close/>
                <a:moveTo>
                  <a:pt x="1041965" y="134528"/>
                </a:moveTo>
                <a:lnTo>
                  <a:pt x="1030384" y="166471"/>
                </a:lnTo>
                <a:cubicBezTo>
                  <a:pt x="1029998" y="167500"/>
                  <a:pt x="1029017" y="168288"/>
                  <a:pt x="1027441" y="168835"/>
                </a:cubicBezTo>
                <a:cubicBezTo>
                  <a:pt x="1025864" y="169382"/>
                  <a:pt x="1023468" y="169655"/>
                  <a:pt x="1020251" y="169655"/>
                </a:cubicBezTo>
                <a:cubicBezTo>
                  <a:pt x="1018578" y="169655"/>
                  <a:pt x="1017227" y="169575"/>
                  <a:pt x="1016198" y="169414"/>
                </a:cubicBezTo>
                <a:cubicBezTo>
                  <a:pt x="1015168" y="169253"/>
                  <a:pt x="1014380" y="168980"/>
                  <a:pt x="1013833" y="168594"/>
                </a:cubicBezTo>
                <a:cubicBezTo>
                  <a:pt x="1013287" y="168208"/>
                  <a:pt x="1012981" y="167693"/>
                  <a:pt x="1012917" y="167050"/>
                </a:cubicBezTo>
                <a:cubicBezTo>
                  <a:pt x="1012852" y="166406"/>
                  <a:pt x="1013013" y="165634"/>
                  <a:pt x="1013399" y="164734"/>
                </a:cubicBezTo>
                <a:lnTo>
                  <a:pt x="1025366" y="134528"/>
                </a:lnTo>
                <a:cubicBezTo>
                  <a:pt x="1024787" y="134270"/>
                  <a:pt x="1024240" y="133852"/>
                  <a:pt x="1023725" y="133273"/>
                </a:cubicBezTo>
                <a:cubicBezTo>
                  <a:pt x="1023210" y="132694"/>
                  <a:pt x="1022857" y="132083"/>
                  <a:pt x="1022664" y="131439"/>
                </a:cubicBezTo>
                <a:lnTo>
                  <a:pt x="991686" y="48445"/>
                </a:lnTo>
                <a:cubicBezTo>
                  <a:pt x="991171" y="47094"/>
                  <a:pt x="990914" y="46033"/>
                  <a:pt x="990914" y="45261"/>
                </a:cubicBezTo>
                <a:cubicBezTo>
                  <a:pt x="990914" y="44489"/>
                  <a:pt x="991171" y="43877"/>
                  <a:pt x="991686" y="43427"/>
                </a:cubicBezTo>
                <a:cubicBezTo>
                  <a:pt x="992200" y="42977"/>
                  <a:pt x="993037" y="42671"/>
                  <a:pt x="994195" y="42510"/>
                </a:cubicBezTo>
                <a:cubicBezTo>
                  <a:pt x="995353" y="42349"/>
                  <a:pt x="996897" y="42269"/>
                  <a:pt x="998827" y="42269"/>
                </a:cubicBezTo>
                <a:cubicBezTo>
                  <a:pt x="1000757" y="42269"/>
                  <a:pt x="1002269" y="42317"/>
                  <a:pt x="1003363" y="42414"/>
                </a:cubicBezTo>
                <a:cubicBezTo>
                  <a:pt x="1004456" y="42510"/>
                  <a:pt x="1005325" y="42687"/>
                  <a:pt x="1005968" y="42945"/>
                </a:cubicBezTo>
                <a:cubicBezTo>
                  <a:pt x="1006612" y="43202"/>
                  <a:pt x="1007078" y="43572"/>
                  <a:pt x="1007368" y="44054"/>
                </a:cubicBezTo>
                <a:cubicBezTo>
                  <a:pt x="1007657" y="44537"/>
                  <a:pt x="1007963" y="45196"/>
                  <a:pt x="1008284" y="46033"/>
                </a:cubicBezTo>
                <a:lnTo>
                  <a:pt x="1033086" y="115709"/>
                </a:lnTo>
                <a:lnTo>
                  <a:pt x="1033376" y="115709"/>
                </a:lnTo>
                <a:lnTo>
                  <a:pt x="1057309" y="45647"/>
                </a:lnTo>
                <a:cubicBezTo>
                  <a:pt x="1057695" y="44424"/>
                  <a:pt x="1058161" y="43636"/>
                  <a:pt x="1058708" y="43282"/>
                </a:cubicBezTo>
                <a:cubicBezTo>
                  <a:pt x="1059255" y="42929"/>
                  <a:pt x="1060075" y="42671"/>
                  <a:pt x="1061169" y="42510"/>
                </a:cubicBezTo>
                <a:cubicBezTo>
                  <a:pt x="1062263" y="42349"/>
                  <a:pt x="1063839" y="42269"/>
                  <a:pt x="1065898" y="42269"/>
                </a:cubicBezTo>
                <a:cubicBezTo>
                  <a:pt x="1067699" y="42269"/>
                  <a:pt x="1069179" y="42349"/>
                  <a:pt x="1070337" y="42510"/>
                </a:cubicBezTo>
                <a:cubicBezTo>
                  <a:pt x="1071495" y="42671"/>
                  <a:pt x="1072347" y="42977"/>
                  <a:pt x="1072894" y="43427"/>
                </a:cubicBezTo>
                <a:cubicBezTo>
                  <a:pt x="1073441" y="43877"/>
                  <a:pt x="1073715" y="44489"/>
                  <a:pt x="1073715" y="45261"/>
                </a:cubicBezTo>
                <a:cubicBezTo>
                  <a:pt x="1073715" y="46033"/>
                  <a:pt x="1073522" y="46998"/>
                  <a:pt x="1073136" y="48156"/>
                </a:cubicBezTo>
                <a:lnTo>
                  <a:pt x="1041965" y="134528"/>
                </a:ln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Text Maximization">
            <a:extLst xmlns:a="http://schemas.openxmlformats.org/drawingml/2006/main">
              <a:ext uri="{FF2B5EF4-FFF2-40B4-BE49-F238E27FC236}">
                <a16:creationId xmlns:a16="http://schemas.microsoft.com/office/drawing/2014/main" id="{75C2F5A8-5419-4179-BA18-F47D6AF1E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962" y="5224015"/>
            <a:ext cx="1064981" cy="130088"/>
          </a:xfrm>
          <a:custGeom xmlns:a="http://schemas.openxmlformats.org/drawingml/2006/main">
            <a:pathLst>
              <a:path w="1064981" h="130088">
                <a:moveTo>
                  <a:pt x="135782" y="125649"/>
                </a:moveTo>
                <a:cubicBezTo>
                  <a:pt x="135782" y="126164"/>
                  <a:pt x="135653" y="126614"/>
                  <a:pt x="135396" y="127000"/>
                </a:cubicBezTo>
                <a:cubicBezTo>
                  <a:pt x="135139" y="127386"/>
                  <a:pt x="134688" y="127692"/>
                  <a:pt x="134045" y="127917"/>
                </a:cubicBezTo>
                <a:cubicBezTo>
                  <a:pt x="133402" y="128142"/>
                  <a:pt x="132581" y="128335"/>
                  <a:pt x="131584" y="128496"/>
                </a:cubicBezTo>
                <a:cubicBezTo>
                  <a:pt x="130587" y="128657"/>
                  <a:pt x="129284" y="128737"/>
                  <a:pt x="127676" y="128737"/>
                </a:cubicBezTo>
                <a:cubicBezTo>
                  <a:pt x="126196" y="128737"/>
                  <a:pt x="124925" y="128657"/>
                  <a:pt x="123864" y="128496"/>
                </a:cubicBezTo>
                <a:cubicBezTo>
                  <a:pt x="122802" y="128335"/>
                  <a:pt x="121966" y="128142"/>
                  <a:pt x="121355" y="127917"/>
                </a:cubicBezTo>
                <a:cubicBezTo>
                  <a:pt x="120744" y="127692"/>
                  <a:pt x="120309" y="127386"/>
                  <a:pt x="120052" y="127000"/>
                </a:cubicBezTo>
                <a:cubicBezTo>
                  <a:pt x="119795" y="126614"/>
                  <a:pt x="119666" y="126164"/>
                  <a:pt x="119666" y="125649"/>
                </a:cubicBezTo>
                <a:lnTo>
                  <a:pt x="119666" y="16888"/>
                </a:lnTo>
                <a:lnTo>
                  <a:pt x="119473" y="16888"/>
                </a:lnTo>
                <a:lnTo>
                  <a:pt x="74984" y="126132"/>
                </a:lnTo>
                <a:cubicBezTo>
                  <a:pt x="74791" y="126582"/>
                  <a:pt x="74518" y="126968"/>
                  <a:pt x="74164" y="127290"/>
                </a:cubicBezTo>
                <a:cubicBezTo>
                  <a:pt x="73810" y="127611"/>
                  <a:pt x="73295" y="127885"/>
                  <a:pt x="72620" y="128110"/>
                </a:cubicBezTo>
                <a:cubicBezTo>
                  <a:pt x="71944" y="128335"/>
                  <a:pt x="71140" y="128496"/>
                  <a:pt x="70207" y="128593"/>
                </a:cubicBezTo>
                <a:cubicBezTo>
                  <a:pt x="69274" y="128689"/>
                  <a:pt x="68165" y="128737"/>
                  <a:pt x="66878" y="128737"/>
                </a:cubicBezTo>
                <a:cubicBezTo>
                  <a:pt x="65527" y="128737"/>
                  <a:pt x="64369" y="128673"/>
                  <a:pt x="63404" y="128544"/>
                </a:cubicBezTo>
                <a:cubicBezTo>
                  <a:pt x="62439" y="128416"/>
                  <a:pt x="61634" y="128239"/>
                  <a:pt x="60991" y="128014"/>
                </a:cubicBezTo>
                <a:cubicBezTo>
                  <a:pt x="60348" y="127788"/>
                  <a:pt x="59849" y="127515"/>
                  <a:pt x="59495" y="127193"/>
                </a:cubicBezTo>
                <a:cubicBezTo>
                  <a:pt x="59141" y="126872"/>
                  <a:pt x="58900" y="126518"/>
                  <a:pt x="58771" y="126132"/>
                </a:cubicBezTo>
                <a:lnTo>
                  <a:pt x="16213" y="16888"/>
                </a:lnTo>
                <a:lnTo>
                  <a:pt x="16116" y="16888"/>
                </a:lnTo>
                <a:lnTo>
                  <a:pt x="16116" y="125649"/>
                </a:lnTo>
                <a:cubicBezTo>
                  <a:pt x="16116" y="126164"/>
                  <a:pt x="15988" y="126614"/>
                  <a:pt x="15730" y="127000"/>
                </a:cubicBezTo>
                <a:cubicBezTo>
                  <a:pt x="15473" y="127386"/>
                  <a:pt x="15023" y="127692"/>
                  <a:pt x="14379" y="127917"/>
                </a:cubicBezTo>
                <a:cubicBezTo>
                  <a:pt x="13736" y="128142"/>
                  <a:pt x="12899" y="128335"/>
                  <a:pt x="11870" y="128496"/>
                </a:cubicBezTo>
                <a:cubicBezTo>
                  <a:pt x="10841" y="128657"/>
                  <a:pt x="9522" y="128737"/>
                  <a:pt x="7913" y="128737"/>
                </a:cubicBezTo>
                <a:cubicBezTo>
                  <a:pt x="6369" y="128737"/>
                  <a:pt x="5083" y="128657"/>
                  <a:pt x="4053" y="128496"/>
                </a:cubicBezTo>
                <a:cubicBezTo>
                  <a:pt x="3024" y="128335"/>
                  <a:pt x="2204" y="128142"/>
                  <a:pt x="1592" y="127917"/>
                </a:cubicBezTo>
                <a:cubicBezTo>
                  <a:pt x="981" y="127692"/>
                  <a:pt x="563" y="127386"/>
                  <a:pt x="338" y="127000"/>
                </a:cubicBezTo>
                <a:cubicBezTo>
                  <a:pt x="113" y="126614"/>
                  <a:pt x="0" y="126164"/>
                  <a:pt x="0" y="125649"/>
                </a:cubicBezTo>
                <a:lnTo>
                  <a:pt x="0" y="10809"/>
                </a:lnTo>
                <a:cubicBezTo>
                  <a:pt x="0" y="8106"/>
                  <a:pt x="708" y="6176"/>
                  <a:pt x="2123" y="5018"/>
                </a:cubicBezTo>
                <a:cubicBezTo>
                  <a:pt x="3539" y="3860"/>
                  <a:pt x="5115" y="3281"/>
                  <a:pt x="6852" y="3281"/>
                </a:cubicBezTo>
                <a:lnTo>
                  <a:pt x="16888" y="3281"/>
                </a:lnTo>
                <a:cubicBezTo>
                  <a:pt x="18947" y="3281"/>
                  <a:pt x="20749" y="3474"/>
                  <a:pt x="22293" y="3860"/>
                </a:cubicBezTo>
                <a:cubicBezTo>
                  <a:pt x="23837" y="4246"/>
                  <a:pt x="25188" y="4857"/>
                  <a:pt x="26346" y="5694"/>
                </a:cubicBezTo>
                <a:cubicBezTo>
                  <a:pt x="27504" y="6530"/>
                  <a:pt x="28469" y="7592"/>
                  <a:pt x="29241" y="8878"/>
                </a:cubicBezTo>
                <a:cubicBezTo>
                  <a:pt x="30013" y="10165"/>
                  <a:pt x="30689" y="11677"/>
                  <a:pt x="31268" y="13414"/>
                </a:cubicBezTo>
                <a:lnTo>
                  <a:pt x="67457" y="103839"/>
                </a:lnTo>
                <a:lnTo>
                  <a:pt x="67939" y="103839"/>
                </a:lnTo>
                <a:lnTo>
                  <a:pt x="105576" y="13704"/>
                </a:lnTo>
                <a:cubicBezTo>
                  <a:pt x="106284" y="11774"/>
                  <a:pt x="107056" y="10133"/>
                  <a:pt x="107892" y="8782"/>
                </a:cubicBezTo>
                <a:cubicBezTo>
                  <a:pt x="108729" y="7431"/>
                  <a:pt x="109645" y="6353"/>
                  <a:pt x="110643" y="5549"/>
                </a:cubicBezTo>
                <a:cubicBezTo>
                  <a:pt x="111640" y="4745"/>
                  <a:pt x="112750" y="4166"/>
                  <a:pt x="113972" y="3812"/>
                </a:cubicBezTo>
                <a:cubicBezTo>
                  <a:pt x="115194" y="3458"/>
                  <a:pt x="116610" y="3281"/>
                  <a:pt x="118218" y="3281"/>
                </a:cubicBezTo>
                <a:lnTo>
                  <a:pt x="128737" y="3281"/>
                </a:lnTo>
                <a:cubicBezTo>
                  <a:pt x="129702" y="3281"/>
                  <a:pt x="130619" y="3426"/>
                  <a:pt x="131488" y="3715"/>
                </a:cubicBezTo>
                <a:cubicBezTo>
                  <a:pt x="132356" y="4005"/>
                  <a:pt x="133096" y="4455"/>
                  <a:pt x="133707" y="5066"/>
                </a:cubicBezTo>
                <a:cubicBezTo>
                  <a:pt x="134319" y="5678"/>
                  <a:pt x="134817" y="6450"/>
                  <a:pt x="135203" y="7383"/>
                </a:cubicBezTo>
                <a:cubicBezTo>
                  <a:pt x="135589" y="8315"/>
                  <a:pt x="135782" y="9457"/>
                  <a:pt x="135782" y="10809"/>
                </a:cubicBezTo>
                <a:lnTo>
                  <a:pt x="135782" y="125649"/>
                </a:lnTo>
                <a:close/>
                <a:moveTo>
                  <a:pt x="233004" y="125842"/>
                </a:moveTo>
                <a:cubicBezTo>
                  <a:pt x="233004" y="126614"/>
                  <a:pt x="232746" y="127193"/>
                  <a:pt x="232231" y="127579"/>
                </a:cubicBezTo>
                <a:cubicBezTo>
                  <a:pt x="231717" y="127965"/>
                  <a:pt x="231009" y="128255"/>
                  <a:pt x="230108" y="128448"/>
                </a:cubicBezTo>
                <a:cubicBezTo>
                  <a:pt x="229208" y="128641"/>
                  <a:pt x="227889" y="128737"/>
                  <a:pt x="226152" y="128737"/>
                </a:cubicBezTo>
                <a:cubicBezTo>
                  <a:pt x="224479" y="128737"/>
                  <a:pt x="223144" y="128641"/>
                  <a:pt x="222147" y="128448"/>
                </a:cubicBezTo>
                <a:cubicBezTo>
                  <a:pt x="221150" y="128255"/>
                  <a:pt x="220426" y="127965"/>
                  <a:pt x="219975" y="127579"/>
                </a:cubicBezTo>
                <a:cubicBezTo>
                  <a:pt x="219525" y="127193"/>
                  <a:pt x="219300" y="126614"/>
                  <a:pt x="219300" y="125842"/>
                </a:cubicBezTo>
                <a:lnTo>
                  <a:pt x="219300" y="117157"/>
                </a:lnTo>
                <a:cubicBezTo>
                  <a:pt x="215504" y="121210"/>
                  <a:pt x="211274" y="124379"/>
                  <a:pt x="206609" y="126662"/>
                </a:cubicBezTo>
                <a:cubicBezTo>
                  <a:pt x="201945" y="128946"/>
                  <a:pt x="197007" y="130088"/>
                  <a:pt x="191796" y="130088"/>
                </a:cubicBezTo>
                <a:cubicBezTo>
                  <a:pt x="187228" y="130088"/>
                  <a:pt x="183094" y="129490"/>
                  <a:pt x="179395" y="128294"/>
                </a:cubicBezTo>
                <a:cubicBezTo>
                  <a:pt x="175696" y="127098"/>
                  <a:pt x="172543" y="125368"/>
                  <a:pt x="169938" y="123104"/>
                </a:cubicBezTo>
                <a:cubicBezTo>
                  <a:pt x="167332" y="120840"/>
                  <a:pt x="165305" y="118059"/>
                  <a:pt x="163858" y="114762"/>
                </a:cubicBezTo>
                <a:cubicBezTo>
                  <a:pt x="162410" y="111463"/>
                  <a:pt x="161687" y="107711"/>
                  <a:pt x="161687" y="103507"/>
                </a:cubicBezTo>
                <a:cubicBezTo>
                  <a:pt x="161687" y="98592"/>
                  <a:pt x="162684" y="94323"/>
                  <a:pt x="164678" y="90702"/>
                </a:cubicBezTo>
                <a:cubicBezTo>
                  <a:pt x="166673" y="87081"/>
                  <a:pt x="169536" y="84075"/>
                  <a:pt x="173267" y="81682"/>
                </a:cubicBezTo>
                <a:cubicBezTo>
                  <a:pt x="176999" y="79288"/>
                  <a:pt x="181566" y="77492"/>
                  <a:pt x="186971" y="76296"/>
                </a:cubicBezTo>
                <a:cubicBezTo>
                  <a:pt x="192375" y="75100"/>
                  <a:pt x="198455" y="74502"/>
                  <a:pt x="205210" y="74502"/>
                </a:cubicBezTo>
                <a:lnTo>
                  <a:pt x="217177" y="74502"/>
                </a:lnTo>
                <a:lnTo>
                  <a:pt x="217177" y="67795"/>
                </a:lnTo>
                <a:cubicBezTo>
                  <a:pt x="217177" y="64473"/>
                  <a:pt x="216823" y="61535"/>
                  <a:pt x="216115" y="58979"/>
                </a:cubicBezTo>
                <a:cubicBezTo>
                  <a:pt x="215407" y="56424"/>
                  <a:pt x="214266" y="54300"/>
                  <a:pt x="212689" y="52607"/>
                </a:cubicBezTo>
                <a:cubicBezTo>
                  <a:pt x="211113" y="50914"/>
                  <a:pt x="209070" y="49637"/>
                  <a:pt x="206561" y="48774"/>
                </a:cubicBezTo>
                <a:cubicBezTo>
                  <a:pt x="204052" y="47912"/>
                  <a:pt x="200964" y="47480"/>
                  <a:pt x="197297" y="47480"/>
                </a:cubicBezTo>
                <a:cubicBezTo>
                  <a:pt x="193372" y="47480"/>
                  <a:pt x="189850" y="47942"/>
                  <a:pt x="186729" y="48865"/>
                </a:cubicBezTo>
                <a:cubicBezTo>
                  <a:pt x="183609" y="49787"/>
                  <a:pt x="180875" y="50806"/>
                  <a:pt x="178527" y="51920"/>
                </a:cubicBezTo>
                <a:cubicBezTo>
                  <a:pt x="176178" y="53033"/>
                  <a:pt x="174216" y="54052"/>
                  <a:pt x="172640" y="54975"/>
                </a:cubicBezTo>
                <a:cubicBezTo>
                  <a:pt x="171064" y="55897"/>
                  <a:pt x="169889" y="56359"/>
                  <a:pt x="169117" y="56359"/>
                </a:cubicBezTo>
                <a:cubicBezTo>
                  <a:pt x="168603" y="56359"/>
                  <a:pt x="168152" y="56230"/>
                  <a:pt x="167766" y="55973"/>
                </a:cubicBezTo>
                <a:cubicBezTo>
                  <a:pt x="167380" y="55715"/>
                  <a:pt x="167043" y="55329"/>
                  <a:pt x="166753" y="54815"/>
                </a:cubicBezTo>
                <a:cubicBezTo>
                  <a:pt x="166463" y="54300"/>
                  <a:pt x="166254" y="53641"/>
                  <a:pt x="166126" y="52836"/>
                </a:cubicBezTo>
                <a:cubicBezTo>
                  <a:pt x="165997" y="52032"/>
                  <a:pt x="165933" y="51148"/>
                  <a:pt x="165933" y="50182"/>
                </a:cubicBezTo>
                <a:cubicBezTo>
                  <a:pt x="165933" y="48574"/>
                  <a:pt x="166045" y="47303"/>
                  <a:pt x="166270" y="46371"/>
                </a:cubicBezTo>
                <a:cubicBezTo>
                  <a:pt x="166496" y="45438"/>
                  <a:pt x="167043" y="44553"/>
                  <a:pt x="167911" y="43717"/>
                </a:cubicBezTo>
                <a:cubicBezTo>
                  <a:pt x="168780" y="42880"/>
                  <a:pt x="170275" y="41906"/>
                  <a:pt x="172399" y="40794"/>
                </a:cubicBezTo>
                <a:cubicBezTo>
                  <a:pt x="174522" y="39681"/>
                  <a:pt x="176966" y="38663"/>
                  <a:pt x="179733" y="37742"/>
                </a:cubicBezTo>
                <a:cubicBezTo>
                  <a:pt x="182499" y="36822"/>
                  <a:pt x="185523" y="36060"/>
                  <a:pt x="188804" y="35456"/>
                </a:cubicBezTo>
                <a:cubicBezTo>
                  <a:pt x="192086" y="34851"/>
                  <a:pt x="195399" y="34549"/>
                  <a:pt x="198744" y="34549"/>
                </a:cubicBezTo>
                <a:cubicBezTo>
                  <a:pt x="204985" y="34549"/>
                  <a:pt x="210293" y="35256"/>
                  <a:pt x="214668" y="36672"/>
                </a:cubicBezTo>
                <a:cubicBezTo>
                  <a:pt x="219042" y="38087"/>
                  <a:pt x="222581" y="40162"/>
                  <a:pt x="225283" y="42896"/>
                </a:cubicBezTo>
                <a:cubicBezTo>
                  <a:pt x="227985" y="45631"/>
                  <a:pt x="229948" y="49024"/>
                  <a:pt x="231170" y="53078"/>
                </a:cubicBezTo>
                <a:cubicBezTo>
                  <a:pt x="232392" y="57131"/>
                  <a:pt x="233004" y="61860"/>
                  <a:pt x="233004" y="67264"/>
                </a:cubicBezTo>
                <a:lnTo>
                  <a:pt x="233004" y="125842"/>
                </a:lnTo>
                <a:moveTo>
                  <a:pt x="217177" y="86082"/>
                </a:moveTo>
                <a:lnTo>
                  <a:pt x="203570" y="86082"/>
                </a:lnTo>
                <a:cubicBezTo>
                  <a:pt x="199195" y="86082"/>
                  <a:pt x="195399" y="86453"/>
                  <a:pt x="192182" y="87195"/>
                </a:cubicBezTo>
                <a:cubicBezTo>
                  <a:pt x="188965" y="87937"/>
                  <a:pt x="186295" y="89035"/>
                  <a:pt x="184172" y="90488"/>
                </a:cubicBezTo>
                <a:cubicBezTo>
                  <a:pt x="182049" y="91940"/>
                  <a:pt x="180489" y="93682"/>
                  <a:pt x="179492" y="95715"/>
                </a:cubicBezTo>
                <a:cubicBezTo>
                  <a:pt x="178494" y="97747"/>
                  <a:pt x="177996" y="100086"/>
                  <a:pt x="177996" y="102732"/>
                </a:cubicBezTo>
                <a:cubicBezTo>
                  <a:pt x="177996" y="107250"/>
                  <a:pt x="179427" y="110848"/>
                  <a:pt x="182290" y="113526"/>
                </a:cubicBezTo>
                <a:cubicBezTo>
                  <a:pt x="185153" y="116204"/>
                  <a:pt x="189158" y="117543"/>
                  <a:pt x="194305" y="117543"/>
                </a:cubicBezTo>
                <a:cubicBezTo>
                  <a:pt x="198487" y="117543"/>
                  <a:pt x="202363" y="116478"/>
                  <a:pt x="205934" y="114349"/>
                </a:cubicBezTo>
                <a:cubicBezTo>
                  <a:pt x="209505" y="112220"/>
                  <a:pt x="213252" y="108961"/>
                  <a:pt x="217177" y="104572"/>
                </a:cubicBezTo>
                <a:lnTo>
                  <a:pt x="217177" y="86082"/>
                </a:lnTo>
                <a:close/>
                <a:moveTo>
                  <a:pt x="328776" y="123912"/>
                </a:moveTo>
                <a:cubicBezTo>
                  <a:pt x="329290" y="124813"/>
                  <a:pt x="329548" y="125569"/>
                  <a:pt x="329548" y="126180"/>
                </a:cubicBezTo>
                <a:cubicBezTo>
                  <a:pt x="329548" y="126791"/>
                  <a:pt x="329242" y="127290"/>
                  <a:pt x="328631" y="127676"/>
                </a:cubicBezTo>
                <a:cubicBezTo>
                  <a:pt x="328020" y="128062"/>
                  <a:pt x="327087" y="128335"/>
                  <a:pt x="325832" y="128496"/>
                </a:cubicBezTo>
                <a:cubicBezTo>
                  <a:pt x="324578" y="128657"/>
                  <a:pt x="322953" y="128737"/>
                  <a:pt x="320959" y="128737"/>
                </a:cubicBezTo>
                <a:cubicBezTo>
                  <a:pt x="319029" y="128737"/>
                  <a:pt x="317501" y="128689"/>
                  <a:pt x="316375" y="128593"/>
                </a:cubicBezTo>
                <a:cubicBezTo>
                  <a:pt x="315249" y="128496"/>
                  <a:pt x="314348" y="128335"/>
                  <a:pt x="313673" y="128110"/>
                </a:cubicBezTo>
                <a:cubicBezTo>
                  <a:pt x="312997" y="127885"/>
                  <a:pt x="312483" y="127595"/>
                  <a:pt x="312129" y="127241"/>
                </a:cubicBezTo>
                <a:cubicBezTo>
                  <a:pt x="311775" y="126888"/>
                  <a:pt x="311469" y="126486"/>
                  <a:pt x="311212" y="126035"/>
                </a:cubicBezTo>
                <a:lnTo>
                  <a:pt x="290367" y="91583"/>
                </a:lnTo>
                <a:lnTo>
                  <a:pt x="269618" y="126035"/>
                </a:lnTo>
                <a:cubicBezTo>
                  <a:pt x="269361" y="126486"/>
                  <a:pt x="269055" y="126888"/>
                  <a:pt x="268702" y="127241"/>
                </a:cubicBezTo>
                <a:cubicBezTo>
                  <a:pt x="268348" y="127595"/>
                  <a:pt x="267833" y="127885"/>
                  <a:pt x="267157" y="128110"/>
                </a:cubicBezTo>
                <a:cubicBezTo>
                  <a:pt x="266482" y="128335"/>
                  <a:pt x="265597" y="128496"/>
                  <a:pt x="264504" y="128593"/>
                </a:cubicBezTo>
                <a:cubicBezTo>
                  <a:pt x="263410" y="128689"/>
                  <a:pt x="261962" y="128737"/>
                  <a:pt x="260161" y="128737"/>
                </a:cubicBezTo>
                <a:cubicBezTo>
                  <a:pt x="258295" y="128737"/>
                  <a:pt x="256767" y="128657"/>
                  <a:pt x="255577" y="128496"/>
                </a:cubicBezTo>
                <a:cubicBezTo>
                  <a:pt x="254387" y="128335"/>
                  <a:pt x="253518" y="128062"/>
                  <a:pt x="252971" y="127676"/>
                </a:cubicBezTo>
                <a:cubicBezTo>
                  <a:pt x="252424" y="127290"/>
                  <a:pt x="252167" y="126791"/>
                  <a:pt x="252199" y="126180"/>
                </a:cubicBezTo>
                <a:cubicBezTo>
                  <a:pt x="252231" y="125569"/>
                  <a:pt x="252537" y="124813"/>
                  <a:pt x="253116" y="123912"/>
                </a:cubicBezTo>
                <a:lnTo>
                  <a:pt x="280137" y="81547"/>
                </a:lnTo>
                <a:lnTo>
                  <a:pt x="254564" y="40725"/>
                </a:lnTo>
                <a:cubicBezTo>
                  <a:pt x="254049" y="39824"/>
                  <a:pt x="253775" y="39068"/>
                  <a:pt x="253743" y="38457"/>
                </a:cubicBezTo>
                <a:cubicBezTo>
                  <a:pt x="253711" y="37846"/>
                  <a:pt x="254001" y="37331"/>
                  <a:pt x="254612" y="36913"/>
                </a:cubicBezTo>
                <a:cubicBezTo>
                  <a:pt x="255223" y="36495"/>
                  <a:pt x="256156" y="36221"/>
                  <a:pt x="257410" y="36093"/>
                </a:cubicBezTo>
                <a:cubicBezTo>
                  <a:pt x="258665" y="35964"/>
                  <a:pt x="260322" y="35900"/>
                  <a:pt x="262380" y="35900"/>
                </a:cubicBezTo>
                <a:cubicBezTo>
                  <a:pt x="264246" y="35900"/>
                  <a:pt x="265742" y="35948"/>
                  <a:pt x="266868" y="36045"/>
                </a:cubicBezTo>
                <a:cubicBezTo>
                  <a:pt x="267994" y="36141"/>
                  <a:pt x="268878" y="36286"/>
                  <a:pt x="269522" y="36479"/>
                </a:cubicBezTo>
                <a:cubicBezTo>
                  <a:pt x="270165" y="36672"/>
                  <a:pt x="270648" y="36929"/>
                  <a:pt x="270969" y="37251"/>
                </a:cubicBezTo>
                <a:cubicBezTo>
                  <a:pt x="271291" y="37573"/>
                  <a:pt x="271581" y="37959"/>
                  <a:pt x="271838" y="38409"/>
                </a:cubicBezTo>
                <a:lnTo>
                  <a:pt x="291621" y="70738"/>
                </a:lnTo>
                <a:lnTo>
                  <a:pt x="311694" y="38409"/>
                </a:lnTo>
                <a:cubicBezTo>
                  <a:pt x="311952" y="38023"/>
                  <a:pt x="312241" y="37669"/>
                  <a:pt x="312563" y="37347"/>
                </a:cubicBezTo>
                <a:cubicBezTo>
                  <a:pt x="312885" y="37026"/>
                  <a:pt x="313319" y="36752"/>
                  <a:pt x="313866" y="36527"/>
                </a:cubicBezTo>
                <a:cubicBezTo>
                  <a:pt x="314413" y="36302"/>
                  <a:pt x="315185" y="36141"/>
                  <a:pt x="316182" y="36045"/>
                </a:cubicBezTo>
                <a:cubicBezTo>
                  <a:pt x="317179" y="35948"/>
                  <a:pt x="318546" y="35900"/>
                  <a:pt x="320283" y="35900"/>
                </a:cubicBezTo>
                <a:cubicBezTo>
                  <a:pt x="322149" y="35900"/>
                  <a:pt x="323677" y="35964"/>
                  <a:pt x="324867" y="36093"/>
                </a:cubicBezTo>
                <a:cubicBezTo>
                  <a:pt x="326058" y="36221"/>
                  <a:pt x="326942" y="36463"/>
                  <a:pt x="327521" y="36817"/>
                </a:cubicBezTo>
                <a:cubicBezTo>
                  <a:pt x="328100" y="37170"/>
                  <a:pt x="328358" y="37669"/>
                  <a:pt x="328293" y="38312"/>
                </a:cubicBezTo>
                <a:cubicBezTo>
                  <a:pt x="328229" y="38956"/>
                  <a:pt x="327907" y="39760"/>
                  <a:pt x="327328" y="40725"/>
                </a:cubicBezTo>
                <a:lnTo>
                  <a:pt x="301947" y="81064"/>
                </a:lnTo>
                <a:lnTo>
                  <a:pt x="328776" y="123912"/>
                </a:lnTo>
                <a:close/>
                <a:moveTo>
                  <a:pt x="365114" y="125746"/>
                </a:moveTo>
                <a:cubicBezTo>
                  <a:pt x="365114" y="126260"/>
                  <a:pt x="364985" y="126695"/>
                  <a:pt x="364728" y="127048"/>
                </a:cubicBezTo>
                <a:cubicBezTo>
                  <a:pt x="364470" y="127402"/>
                  <a:pt x="364052" y="127708"/>
                  <a:pt x="363473" y="127965"/>
                </a:cubicBezTo>
                <a:cubicBezTo>
                  <a:pt x="362894" y="128223"/>
                  <a:pt x="362090" y="128416"/>
                  <a:pt x="361060" y="128544"/>
                </a:cubicBezTo>
                <a:cubicBezTo>
                  <a:pt x="360031" y="128673"/>
                  <a:pt x="358712" y="128737"/>
                  <a:pt x="357104" y="128737"/>
                </a:cubicBezTo>
                <a:cubicBezTo>
                  <a:pt x="355560" y="128737"/>
                  <a:pt x="354273" y="128673"/>
                  <a:pt x="353243" y="128544"/>
                </a:cubicBezTo>
                <a:cubicBezTo>
                  <a:pt x="352214" y="128416"/>
                  <a:pt x="351394" y="128223"/>
                  <a:pt x="350783" y="127965"/>
                </a:cubicBezTo>
                <a:cubicBezTo>
                  <a:pt x="350171" y="127708"/>
                  <a:pt x="349753" y="127402"/>
                  <a:pt x="349528" y="127048"/>
                </a:cubicBezTo>
                <a:cubicBezTo>
                  <a:pt x="349303" y="126695"/>
                  <a:pt x="349190" y="126260"/>
                  <a:pt x="349190" y="125746"/>
                </a:cubicBezTo>
                <a:lnTo>
                  <a:pt x="349190" y="38891"/>
                </a:lnTo>
                <a:cubicBezTo>
                  <a:pt x="349190" y="38441"/>
                  <a:pt x="349303" y="38023"/>
                  <a:pt x="349528" y="37637"/>
                </a:cubicBezTo>
                <a:cubicBezTo>
                  <a:pt x="349753" y="37251"/>
                  <a:pt x="350171" y="36929"/>
                  <a:pt x="350783" y="36672"/>
                </a:cubicBezTo>
                <a:cubicBezTo>
                  <a:pt x="351394" y="36414"/>
                  <a:pt x="352214" y="36221"/>
                  <a:pt x="353243" y="36093"/>
                </a:cubicBezTo>
                <a:cubicBezTo>
                  <a:pt x="354273" y="35964"/>
                  <a:pt x="355560" y="35900"/>
                  <a:pt x="357104" y="35900"/>
                </a:cubicBezTo>
                <a:cubicBezTo>
                  <a:pt x="358712" y="35900"/>
                  <a:pt x="360031" y="35964"/>
                  <a:pt x="361060" y="36093"/>
                </a:cubicBezTo>
                <a:cubicBezTo>
                  <a:pt x="362090" y="36221"/>
                  <a:pt x="362894" y="36414"/>
                  <a:pt x="363473" y="36672"/>
                </a:cubicBezTo>
                <a:cubicBezTo>
                  <a:pt x="364052" y="36929"/>
                  <a:pt x="364470" y="37251"/>
                  <a:pt x="364728" y="37637"/>
                </a:cubicBezTo>
                <a:cubicBezTo>
                  <a:pt x="364985" y="38023"/>
                  <a:pt x="365114" y="38441"/>
                  <a:pt x="365114" y="38891"/>
                </a:cubicBezTo>
                <a:lnTo>
                  <a:pt x="365114" y="125746"/>
                </a:lnTo>
                <a:moveTo>
                  <a:pt x="366947" y="9457"/>
                </a:moveTo>
                <a:cubicBezTo>
                  <a:pt x="366947" y="13189"/>
                  <a:pt x="366239" y="15730"/>
                  <a:pt x="364824" y="17081"/>
                </a:cubicBezTo>
                <a:cubicBezTo>
                  <a:pt x="363409" y="18432"/>
                  <a:pt x="360803" y="19108"/>
                  <a:pt x="357007" y="19108"/>
                </a:cubicBezTo>
                <a:cubicBezTo>
                  <a:pt x="353276" y="19108"/>
                  <a:pt x="350718" y="18448"/>
                  <a:pt x="349335" y="17130"/>
                </a:cubicBezTo>
                <a:cubicBezTo>
                  <a:pt x="347952" y="15811"/>
                  <a:pt x="347260" y="13318"/>
                  <a:pt x="347260" y="9650"/>
                </a:cubicBezTo>
                <a:cubicBezTo>
                  <a:pt x="347260" y="5919"/>
                  <a:pt x="347968" y="3378"/>
                  <a:pt x="349383" y="2027"/>
                </a:cubicBezTo>
                <a:cubicBezTo>
                  <a:pt x="350799" y="676"/>
                  <a:pt x="353404" y="0"/>
                  <a:pt x="357200" y="0"/>
                </a:cubicBezTo>
                <a:cubicBezTo>
                  <a:pt x="360932" y="0"/>
                  <a:pt x="363489" y="659"/>
                  <a:pt x="364872" y="1978"/>
                </a:cubicBezTo>
                <a:cubicBezTo>
                  <a:pt x="366256" y="3297"/>
                  <a:pt x="366947" y="5790"/>
                  <a:pt x="366947" y="9457"/>
                </a:cubicBezTo>
                <a:close/>
                <a:moveTo>
                  <a:pt x="523810" y="125746"/>
                </a:moveTo>
                <a:cubicBezTo>
                  <a:pt x="523810" y="126260"/>
                  <a:pt x="523681" y="126695"/>
                  <a:pt x="523424" y="127048"/>
                </a:cubicBezTo>
                <a:cubicBezTo>
                  <a:pt x="523166" y="127402"/>
                  <a:pt x="522748" y="127708"/>
                  <a:pt x="522169" y="127965"/>
                </a:cubicBezTo>
                <a:cubicBezTo>
                  <a:pt x="521590" y="128223"/>
                  <a:pt x="520786" y="128416"/>
                  <a:pt x="519757" y="128544"/>
                </a:cubicBezTo>
                <a:cubicBezTo>
                  <a:pt x="518727" y="128673"/>
                  <a:pt x="517441" y="128737"/>
                  <a:pt x="515896" y="128737"/>
                </a:cubicBezTo>
                <a:cubicBezTo>
                  <a:pt x="514288" y="128737"/>
                  <a:pt x="512969" y="128673"/>
                  <a:pt x="511940" y="128544"/>
                </a:cubicBezTo>
                <a:cubicBezTo>
                  <a:pt x="510910" y="128416"/>
                  <a:pt x="510090" y="128223"/>
                  <a:pt x="509479" y="127965"/>
                </a:cubicBezTo>
                <a:cubicBezTo>
                  <a:pt x="508868" y="127708"/>
                  <a:pt x="508433" y="127403"/>
                  <a:pt x="508176" y="127052"/>
                </a:cubicBezTo>
                <a:cubicBezTo>
                  <a:pt x="507919" y="126698"/>
                  <a:pt x="507790" y="126263"/>
                  <a:pt x="507790" y="125749"/>
                </a:cubicBezTo>
                <a:lnTo>
                  <a:pt x="507790" y="73024"/>
                </a:lnTo>
                <a:cubicBezTo>
                  <a:pt x="507790" y="69361"/>
                  <a:pt x="507468" y="66019"/>
                  <a:pt x="506825" y="62999"/>
                </a:cubicBezTo>
                <a:cubicBezTo>
                  <a:pt x="506182" y="59980"/>
                  <a:pt x="505152" y="57378"/>
                  <a:pt x="503737" y="55195"/>
                </a:cubicBezTo>
                <a:cubicBezTo>
                  <a:pt x="502321" y="53009"/>
                  <a:pt x="500520" y="51339"/>
                  <a:pt x="498333" y="50182"/>
                </a:cubicBezTo>
                <a:cubicBezTo>
                  <a:pt x="496145" y="49024"/>
                  <a:pt x="493572" y="48445"/>
                  <a:pt x="490612" y="48445"/>
                </a:cubicBezTo>
                <a:cubicBezTo>
                  <a:pt x="486945" y="48445"/>
                  <a:pt x="483262" y="49860"/>
                  <a:pt x="479562" y="52689"/>
                </a:cubicBezTo>
                <a:cubicBezTo>
                  <a:pt x="475863" y="55515"/>
                  <a:pt x="471794" y="59659"/>
                  <a:pt x="467355" y="65120"/>
                </a:cubicBezTo>
                <a:lnTo>
                  <a:pt x="467355" y="125749"/>
                </a:lnTo>
                <a:cubicBezTo>
                  <a:pt x="467355" y="126263"/>
                  <a:pt x="467226" y="126698"/>
                  <a:pt x="466969" y="127052"/>
                </a:cubicBezTo>
                <a:cubicBezTo>
                  <a:pt x="466711" y="127403"/>
                  <a:pt x="466277" y="127708"/>
                  <a:pt x="465666" y="127965"/>
                </a:cubicBezTo>
                <a:cubicBezTo>
                  <a:pt x="465055" y="128223"/>
                  <a:pt x="464234" y="128416"/>
                  <a:pt x="463205" y="128544"/>
                </a:cubicBezTo>
                <a:cubicBezTo>
                  <a:pt x="462175" y="128673"/>
                  <a:pt x="460889" y="128737"/>
                  <a:pt x="459345" y="128737"/>
                </a:cubicBezTo>
                <a:cubicBezTo>
                  <a:pt x="457865" y="128737"/>
                  <a:pt x="456594" y="128673"/>
                  <a:pt x="455533" y="128544"/>
                </a:cubicBezTo>
                <a:cubicBezTo>
                  <a:pt x="454471" y="128416"/>
                  <a:pt x="453635" y="128223"/>
                  <a:pt x="453024" y="127965"/>
                </a:cubicBezTo>
                <a:cubicBezTo>
                  <a:pt x="452412" y="127708"/>
                  <a:pt x="451994" y="127403"/>
                  <a:pt x="451769" y="127052"/>
                </a:cubicBezTo>
                <a:cubicBezTo>
                  <a:pt x="451544" y="126698"/>
                  <a:pt x="451431" y="126263"/>
                  <a:pt x="451431" y="125749"/>
                </a:cubicBezTo>
                <a:lnTo>
                  <a:pt x="451431" y="73024"/>
                </a:lnTo>
                <a:cubicBezTo>
                  <a:pt x="451431" y="69361"/>
                  <a:pt x="451077" y="66019"/>
                  <a:pt x="450370" y="62999"/>
                </a:cubicBezTo>
                <a:cubicBezTo>
                  <a:pt x="449662" y="59980"/>
                  <a:pt x="448600" y="57378"/>
                  <a:pt x="447185" y="55195"/>
                </a:cubicBezTo>
                <a:cubicBezTo>
                  <a:pt x="445770" y="53009"/>
                  <a:pt x="443984" y="51339"/>
                  <a:pt x="441829" y="50182"/>
                </a:cubicBezTo>
                <a:cubicBezTo>
                  <a:pt x="439674" y="49024"/>
                  <a:pt x="437116" y="48445"/>
                  <a:pt x="434157" y="48445"/>
                </a:cubicBezTo>
                <a:cubicBezTo>
                  <a:pt x="430490" y="48445"/>
                  <a:pt x="426790" y="49860"/>
                  <a:pt x="423059" y="52689"/>
                </a:cubicBezTo>
                <a:cubicBezTo>
                  <a:pt x="419327" y="55515"/>
                  <a:pt x="415274" y="59659"/>
                  <a:pt x="410899" y="65120"/>
                </a:cubicBezTo>
                <a:lnTo>
                  <a:pt x="410899" y="125749"/>
                </a:lnTo>
                <a:cubicBezTo>
                  <a:pt x="410899" y="126263"/>
                  <a:pt x="410771" y="126698"/>
                  <a:pt x="410513" y="127052"/>
                </a:cubicBezTo>
                <a:cubicBezTo>
                  <a:pt x="410256" y="127403"/>
                  <a:pt x="409838" y="127708"/>
                  <a:pt x="409259" y="127965"/>
                </a:cubicBezTo>
                <a:cubicBezTo>
                  <a:pt x="408680" y="128223"/>
                  <a:pt x="407875" y="128416"/>
                  <a:pt x="406846" y="128544"/>
                </a:cubicBezTo>
                <a:cubicBezTo>
                  <a:pt x="405817" y="128673"/>
                  <a:pt x="404498" y="128737"/>
                  <a:pt x="402889" y="128737"/>
                </a:cubicBezTo>
                <a:cubicBezTo>
                  <a:pt x="401345" y="128737"/>
                  <a:pt x="400059" y="128673"/>
                  <a:pt x="399029" y="128544"/>
                </a:cubicBezTo>
                <a:cubicBezTo>
                  <a:pt x="398000" y="128416"/>
                  <a:pt x="397180" y="128223"/>
                  <a:pt x="396568" y="127965"/>
                </a:cubicBezTo>
                <a:cubicBezTo>
                  <a:pt x="395957" y="127708"/>
                  <a:pt x="395539" y="127402"/>
                  <a:pt x="395314" y="127048"/>
                </a:cubicBezTo>
                <a:cubicBezTo>
                  <a:pt x="395089" y="126695"/>
                  <a:pt x="394976" y="126260"/>
                  <a:pt x="394976" y="125746"/>
                </a:cubicBezTo>
                <a:lnTo>
                  <a:pt x="394976" y="38891"/>
                </a:lnTo>
                <a:cubicBezTo>
                  <a:pt x="394976" y="38377"/>
                  <a:pt x="395073" y="37942"/>
                  <a:pt x="395266" y="37589"/>
                </a:cubicBezTo>
                <a:cubicBezTo>
                  <a:pt x="395459" y="37235"/>
                  <a:pt x="395845" y="36913"/>
                  <a:pt x="396424" y="36624"/>
                </a:cubicBezTo>
                <a:cubicBezTo>
                  <a:pt x="397003" y="36334"/>
                  <a:pt x="397742" y="36141"/>
                  <a:pt x="398643" y="36045"/>
                </a:cubicBezTo>
                <a:cubicBezTo>
                  <a:pt x="399544" y="35948"/>
                  <a:pt x="400734" y="35900"/>
                  <a:pt x="402214" y="35900"/>
                </a:cubicBezTo>
                <a:cubicBezTo>
                  <a:pt x="403629" y="35900"/>
                  <a:pt x="404803" y="35948"/>
                  <a:pt x="405736" y="36045"/>
                </a:cubicBezTo>
                <a:cubicBezTo>
                  <a:pt x="406669" y="36141"/>
                  <a:pt x="407393" y="36334"/>
                  <a:pt x="407908" y="36624"/>
                </a:cubicBezTo>
                <a:cubicBezTo>
                  <a:pt x="408422" y="36913"/>
                  <a:pt x="408792" y="37235"/>
                  <a:pt x="409017" y="37589"/>
                </a:cubicBezTo>
                <a:cubicBezTo>
                  <a:pt x="409243" y="37942"/>
                  <a:pt x="409355" y="38377"/>
                  <a:pt x="409355" y="38891"/>
                </a:cubicBezTo>
                <a:lnTo>
                  <a:pt x="409355" y="50375"/>
                </a:lnTo>
                <a:cubicBezTo>
                  <a:pt x="414245" y="44907"/>
                  <a:pt x="418990" y="40902"/>
                  <a:pt x="423590" y="38361"/>
                </a:cubicBezTo>
                <a:cubicBezTo>
                  <a:pt x="428190" y="35819"/>
                  <a:pt x="432838" y="34549"/>
                  <a:pt x="437535" y="34549"/>
                </a:cubicBezTo>
                <a:cubicBezTo>
                  <a:pt x="441137" y="34549"/>
                  <a:pt x="444370" y="34967"/>
                  <a:pt x="447233" y="35803"/>
                </a:cubicBezTo>
                <a:cubicBezTo>
                  <a:pt x="450096" y="36640"/>
                  <a:pt x="452622" y="37814"/>
                  <a:pt x="454809" y="39326"/>
                </a:cubicBezTo>
                <a:cubicBezTo>
                  <a:pt x="456996" y="40838"/>
                  <a:pt x="458862" y="42639"/>
                  <a:pt x="460406" y="44730"/>
                </a:cubicBezTo>
                <a:cubicBezTo>
                  <a:pt x="461950" y="46821"/>
                  <a:pt x="463237" y="49153"/>
                  <a:pt x="464266" y="51727"/>
                </a:cubicBezTo>
                <a:cubicBezTo>
                  <a:pt x="467162" y="48574"/>
                  <a:pt x="469912" y="45904"/>
                  <a:pt x="472518" y="43717"/>
                </a:cubicBezTo>
                <a:cubicBezTo>
                  <a:pt x="475123" y="41529"/>
                  <a:pt x="477632" y="39760"/>
                  <a:pt x="480045" y="38409"/>
                </a:cubicBezTo>
                <a:cubicBezTo>
                  <a:pt x="482458" y="37058"/>
                  <a:pt x="484806" y="36077"/>
                  <a:pt x="487090" y="35465"/>
                </a:cubicBezTo>
                <a:cubicBezTo>
                  <a:pt x="489374" y="34854"/>
                  <a:pt x="491674" y="34549"/>
                  <a:pt x="493990" y="34549"/>
                </a:cubicBezTo>
                <a:cubicBezTo>
                  <a:pt x="499587" y="34549"/>
                  <a:pt x="504284" y="35530"/>
                  <a:pt x="508080" y="37492"/>
                </a:cubicBezTo>
                <a:cubicBezTo>
                  <a:pt x="511875" y="39454"/>
                  <a:pt x="514947" y="42076"/>
                  <a:pt x="517296" y="45357"/>
                </a:cubicBezTo>
                <a:cubicBezTo>
                  <a:pt x="519644" y="48638"/>
                  <a:pt x="521317" y="52482"/>
                  <a:pt x="522314" y="56890"/>
                </a:cubicBezTo>
                <a:cubicBezTo>
                  <a:pt x="523311" y="61297"/>
                  <a:pt x="523810" y="65945"/>
                  <a:pt x="523810" y="70834"/>
                </a:cubicBezTo>
                <a:lnTo>
                  <a:pt x="523810" y="125746"/>
                </a:lnTo>
                <a:close/>
                <a:moveTo>
                  <a:pt x="569623" y="125746"/>
                </a:moveTo>
                <a:cubicBezTo>
                  <a:pt x="569623" y="126260"/>
                  <a:pt x="569495" y="126695"/>
                  <a:pt x="569237" y="127048"/>
                </a:cubicBezTo>
                <a:cubicBezTo>
                  <a:pt x="568980" y="127402"/>
                  <a:pt x="568562" y="127708"/>
                  <a:pt x="567983" y="127965"/>
                </a:cubicBezTo>
                <a:cubicBezTo>
                  <a:pt x="567404" y="128223"/>
                  <a:pt x="566600" y="128416"/>
                  <a:pt x="565570" y="128544"/>
                </a:cubicBezTo>
                <a:cubicBezTo>
                  <a:pt x="564541" y="128673"/>
                  <a:pt x="563222" y="128737"/>
                  <a:pt x="561614" y="128737"/>
                </a:cubicBezTo>
                <a:cubicBezTo>
                  <a:pt x="560069" y="128737"/>
                  <a:pt x="558783" y="128673"/>
                  <a:pt x="557753" y="128544"/>
                </a:cubicBezTo>
                <a:cubicBezTo>
                  <a:pt x="556724" y="128416"/>
                  <a:pt x="555904" y="128223"/>
                  <a:pt x="555292" y="127965"/>
                </a:cubicBezTo>
                <a:cubicBezTo>
                  <a:pt x="554681" y="127708"/>
                  <a:pt x="554263" y="127402"/>
                  <a:pt x="554038" y="127048"/>
                </a:cubicBezTo>
                <a:cubicBezTo>
                  <a:pt x="553813" y="126695"/>
                  <a:pt x="553700" y="126260"/>
                  <a:pt x="553700" y="125746"/>
                </a:cubicBezTo>
                <a:lnTo>
                  <a:pt x="553700" y="38891"/>
                </a:lnTo>
                <a:cubicBezTo>
                  <a:pt x="553700" y="38441"/>
                  <a:pt x="553813" y="38023"/>
                  <a:pt x="554038" y="37637"/>
                </a:cubicBezTo>
                <a:cubicBezTo>
                  <a:pt x="554263" y="37251"/>
                  <a:pt x="554681" y="36929"/>
                  <a:pt x="555292" y="36672"/>
                </a:cubicBezTo>
                <a:cubicBezTo>
                  <a:pt x="555904" y="36414"/>
                  <a:pt x="556724" y="36221"/>
                  <a:pt x="557753" y="36093"/>
                </a:cubicBezTo>
                <a:cubicBezTo>
                  <a:pt x="558783" y="35964"/>
                  <a:pt x="560069" y="35900"/>
                  <a:pt x="561614" y="35900"/>
                </a:cubicBezTo>
                <a:cubicBezTo>
                  <a:pt x="563222" y="35900"/>
                  <a:pt x="564541" y="35964"/>
                  <a:pt x="565570" y="36093"/>
                </a:cubicBezTo>
                <a:cubicBezTo>
                  <a:pt x="566600" y="36221"/>
                  <a:pt x="567404" y="36414"/>
                  <a:pt x="567983" y="36672"/>
                </a:cubicBezTo>
                <a:cubicBezTo>
                  <a:pt x="568562" y="36929"/>
                  <a:pt x="568980" y="37251"/>
                  <a:pt x="569237" y="37637"/>
                </a:cubicBezTo>
                <a:cubicBezTo>
                  <a:pt x="569495" y="38023"/>
                  <a:pt x="569623" y="38441"/>
                  <a:pt x="569623" y="38891"/>
                </a:cubicBezTo>
                <a:lnTo>
                  <a:pt x="569623" y="125746"/>
                </a:lnTo>
                <a:moveTo>
                  <a:pt x="571457" y="9457"/>
                </a:moveTo>
                <a:cubicBezTo>
                  <a:pt x="571457" y="13189"/>
                  <a:pt x="570749" y="15730"/>
                  <a:pt x="569334" y="17081"/>
                </a:cubicBezTo>
                <a:cubicBezTo>
                  <a:pt x="567918" y="18432"/>
                  <a:pt x="565313" y="19108"/>
                  <a:pt x="561517" y="19108"/>
                </a:cubicBezTo>
                <a:cubicBezTo>
                  <a:pt x="557785" y="19108"/>
                  <a:pt x="555228" y="18448"/>
                  <a:pt x="553845" y="17130"/>
                </a:cubicBezTo>
                <a:cubicBezTo>
                  <a:pt x="552462" y="15811"/>
                  <a:pt x="551770" y="13318"/>
                  <a:pt x="551770" y="9650"/>
                </a:cubicBezTo>
                <a:cubicBezTo>
                  <a:pt x="551770" y="5919"/>
                  <a:pt x="552478" y="3378"/>
                  <a:pt x="553893" y="2027"/>
                </a:cubicBezTo>
                <a:cubicBezTo>
                  <a:pt x="555309" y="676"/>
                  <a:pt x="557914" y="0"/>
                  <a:pt x="561710" y="0"/>
                </a:cubicBezTo>
                <a:cubicBezTo>
                  <a:pt x="565442" y="0"/>
                  <a:pt x="567999" y="659"/>
                  <a:pt x="569382" y="1978"/>
                </a:cubicBezTo>
                <a:cubicBezTo>
                  <a:pt x="570765" y="3297"/>
                  <a:pt x="571457" y="5790"/>
                  <a:pt x="571457" y="9457"/>
                </a:cubicBezTo>
                <a:close/>
                <a:moveTo>
                  <a:pt x="654880" y="121355"/>
                </a:moveTo>
                <a:cubicBezTo>
                  <a:pt x="654880" y="122585"/>
                  <a:pt x="654783" y="123638"/>
                  <a:pt x="654590" y="124512"/>
                </a:cubicBezTo>
                <a:cubicBezTo>
                  <a:pt x="654397" y="125387"/>
                  <a:pt x="654172" y="126100"/>
                  <a:pt x="653915" y="126650"/>
                </a:cubicBezTo>
                <a:cubicBezTo>
                  <a:pt x="653657" y="127201"/>
                  <a:pt x="653303" y="127590"/>
                  <a:pt x="652853" y="127818"/>
                </a:cubicBezTo>
                <a:cubicBezTo>
                  <a:pt x="652403" y="128045"/>
                  <a:pt x="651920" y="128158"/>
                  <a:pt x="651405" y="128158"/>
                </a:cubicBezTo>
                <a:lnTo>
                  <a:pt x="597942" y="128158"/>
                </a:lnTo>
                <a:cubicBezTo>
                  <a:pt x="596591" y="128158"/>
                  <a:pt x="595481" y="127706"/>
                  <a:pt x="594612" y="126801"/>
                </a:cubicBezTo>
                <a:cubicBezTo>
                  <a:pt x="593744" y="125894"/>
                  <a:pt x="593310" y="124375"/>
                  <a:pt x="593310" y="122241"/>
                </a:cubicBezTo>
                <a:lnTo>
                  <a:pt x="593310" y="118942"/>
                </a:lnTo>
                <a:cubicBezTo>
                  <a:pt x="593310" y="118037"/>
                  <a:pt x="593374" y="117229"/>
                  <a:pt x="593503" y="116517"/>
                </a:cubicBezTo>
                <a:cubicBezTo>
                  <a:pt x="593631" y="115806"/>
                  <a:pt x="593824" y="115095"/>
                  <a:pt x="594082" y="114385"/>
                </a:cubicBezTo>
                <a:cubicBezTo>
                  <a:pt x="594339" y="113674"/>
                  <a:pt x="594693" y="112914"/>
                  <a:pt x="595143" y="112105"/>
                </a:cubicBezTo>
                <a:cubicBezTo>
                  <a:pt x="595593" y="111297"/>
                  <a:pt x="596140" y="110375"/>
                  <a:pt x="596784" y="109340"/>
                </a:cubicBezTo>
                <a:lnTo>
                  <a:pt x="635096" y="49796"/>
                </a:lnTo>
                <a:lnTo>
                  <a:pt x="597942" y="49796"/>
                </a:lnTo>
                <a:cubicBezTo>
                  <a:pt x="596912" y="49796"/>
                  <a:pt x="596092" y="49262"/>
                  <a:pt x="595481" y="48192"/>
                </a:cubicBezTo>
                <a:cubicBezTo>
                  <a:pt x="594870" y="47122"/>
                  <a:pt x="594564" y="45389"/>
                  <a:pt x="594564" y="42993"/>
                </a:cubicBezTo>
                <a:cubicBezTo>
                  <a:pt x="594564" y="41827"/>
                  <a:pt x="594628" y="40806"/>
                  <a:pt x="594757" y="39932"/>
                </a:cubicBezTo>
                <a:cubicBezTo>
                  <a:pt x="594886" y="39057"/>
                  <a:pt x="595095" y="38345"/>
                  <a:pt x="595384" y="37794"/>
                </a:cubicBezTo>
                <a:cubicBezTo>
                  <a:pt x="595674" y="37243"/>
                  <a:pt x="596028" y="36854"/>
                  <a:pt x="596446" y="36627"/>
                </a:cubicBezTo>
                <a:cubicBezTo>
                  <a:pt x="596864" y="36399"/>
                  <a:pt x="597363" y="36286"/>
                  <a:pt x="597942" y="36286"/>
                </a:cubicBezTo>
                <a:lnTo>
                  <a:pt x="647738" y="36286"/>
                </a:lnTo>
                <a:cubicBezTo>
                  <a:pt x="648446" y="36286"/>
                  <a:pt x="649073" y="36383"/>
                  <a:pt x="649620" y="36578"/>
                </a:cubicBezTo>
                <a:cubicBezTo>
                  <a:pt x="650167" y="36771"/>
                  <a:pt x="650633" y="37094"/>
                  <a:pt x="651019" y="37546"/>
                </a:cubicBezTo>
                <a:cubicBezTo>
                  <a:pt x="651405" y="37999"/>
                  <a:pt x="651711" y="38581"/>
                  <a:pt x="651936" y="39293"/>
                </a:cubicBezTo>
                <a:cubicBezTo>
                  <a:pt x="652161" y="40004"/>
                  <a:pt x="652274" y="40910"/>
                  <a:pt x="652274" y="42010"/>
                </a:cubicBezTo>
                <a:lnTo>
                  <a:pt x="652274" y="45113"/>
                </a:lnTo>
                <a:cubicBezTo>
                  <a:pt x="652274" y="46018"/>
                  <a:pt x="652210" y="46858"/>
                  <a:pt x="652081" y="47634"/>
                </a:cubicBezTo>
                <a:cubicBezTo>
                  <a:pt x="651952" y="48410"/>
                  <a:pt x="651759" y="49170"/>
                  <a:pt x="651502" y="49914"/>
                </a:cubicBezTo>
                <a:cubicBezTo>
                  <a:pt x="651245" y="50658"/>
                  <a:pt x="650891" y="51450"/>
                  <a:pt x="650440" y="52290"/>
                </a:cubicBezTo>
                <a:cubicBezTo>
                  <a:pt x="649990" y="53131"/>
                  <a:pt x="649443" y="54069"/>
                  <a:pt x="648800" y="55104"/>
                </a:cubicBezTo>
                <a:lnTo>
                  <a:pt x="610680" y="114648"/>
                </a:lnTo>
                <a:lnTo>
                  <a:pt x="651405" y="114648"/>
                </a:lnTo>
                <a:cubicBezTo>
                  <a:pt x="651920" y="114648"/>
                  <a:pt x="652387" y="114761"/>
                  <a:pt x="652805" y="114988"/>
                </a:cubicBezTo>
                <a:cubicBezTo>
                  <a:pt x="653223" y="115216"/>
                  <a:pt x="653577" y="115589"/>
                  <a:pt x="653866" y="116107"/>
                </a:cubicBezTo>
                <a:cubicBezTo>
                  <a:pt x="654156" y="116624"/>
                  <a:pt x="654397" y="117321"/>
                  <a:pt x="654590" y="118197"/>
                </a:cubicBezTo>
                <a:cubicBezTo>
                  <a:pt x="654783" y="119072"/>
                  <a:pt x="654880" y="120124"/>
                  <a:pt x="654880" y="121355"/>
                </a:cubicBezTo>
                <a:close/>
                <a:moveTo>
                  <a:pt x="743515" y="125842"/>
                </a:moveTo>
                <a:cubicBezTo>
                  <a:pt x="743515" y="126614"/>
                  <a:pt x="743257" y="127193"/>
                  <a:pt x="742743" y="127579"/>
                </a:cubicBezTo>
                <a:cubicBezTo>
                  <a:pt x="742228" y="127965"/>
                  <a:pt x="741520" y="128255"/>
                  <a:pt x="740620" y="128448"/>
                </a:cubicBezTo>
                <a:cubicBezTo>
                  <a:pt x="739719" y="128641"/>
                  <a:pt x="738400" y="128737"/>
                  <a:pt x="736663" y="128737"/>
                </a:cubicBezTo>
                <a:cubicBezTo>
                  <a:pt x="734990" y="128737"/>
                  <a:pt x="733655" y="128641"/>
                  <a:pt x="732658" y="128448"/>
                </a:cubicBezTo>
                <a:cubicBezTo>
                  <a:pt x="731661" y="128255"/>
                  <a:pt x="730937" y="127965"/>
                  <a:pt x="730487" y="127579"/>
                </a:cubicBezTo>
                <a:cubicBezTo>
                  <a:pt x="730036" y="127193"/>
                  <a:pt x="729811" y="126614"/>
                  <a:pt x="729811" y="125842"/>
                </a:cubicBezTo>
                <a:lnTo>
                  <a:pt x="729811" y="117157"/>
                </a:lnTo>
                <a:cubicBezTo>
                  <a:pt x="726015" y="121210"/>
                  <a:pt x="721785" y="124379"/>
                  <a:pt x="717121" y="126662"/>
                </a:cubicBezTo>
                <a:cubicBezTo>
                  <a:pt x="712456" y="128946"/>
                  <a:pt x="707518" y="130088"/>
                  <a:pt x="702307" y="130088"/>
                </a:cubicBezTo>
                <a:cubicBezTo>
                  <a:pt x="697739" y="130088"/>
                  <a:pt x="693606" y="129490"/>
                  <a:pt x="689906" y="128294"/>
                </a:cubicBezTo>
                <a:cubicBezTo>
                  <a:pt x="686207" y="127098"/>
                  <a:pt x="683055" y="125368"/>
                  <a:pt x="680449" y="123104"/>
                </a:cubicBezTo>
                <a:cubicBezTo>
                  <a:pt x="677843" y="120840"/>
                  <a:pt x="675817" y="118059"/>
                  <a:pt x="674369" y="114762"/>
                </a:cubicBezTo>
                <a:cubicBezTo>
                  <a:pt x="672922" y="111463"/>
                  <a:pt x="672198" y="107711"/>
                  <a:pt x="672198" y="103507"/>
                </a:cubicBezTo>
                <a:cubicBezTo>
                  <a:pt x="672198" y="98592"/>
                  <a:pt x="673195" y="94323"/>
                  <a:pt x="675189" y="90702"/>
                </a:cubicBezTo>
                <a:cubicBezTo>
                  <a:pt x="677184" y="87081"/>
                  <a:pt x="680047" y="84075"/>
                  <a:pt x="683778" y="81682"/>
                </a:cubicBezTo>
                <a:cubicBezTo>
                  <a:pt x="687510" y="79288"/>
                  <a:pt x="692078" y="77492"/>
                  <a:pt x="697482" y="76296"/>
                </a:cubicBezTo>
                <a:cubicBezTo>
                  <a:pt x="702886" y="75100"/>
                  <a:pt x="708966" y="74502"/>
                  <a:pt x="715721" y="74502"/>
                </a:cubicBezTo>
                <a:lnTo>
                  <a:pt x="727688" y="74502"/>
                </a:lnTo>
                <a:lnTo>
                  <a:pt x="727688" y="67795"/>
                </a:lnTo>
                <a:cubicBezTo>
                  <a:pt x="727688" y="64473"/>
                  <a:pt x="727334" y="61535"/>
                  <a:pt x="726626" y="58979"/>
                </a:cubicBezTo>
                <a:cubicBezTo>
                  <a:pt x="725919" y="56424"/>
                  <a:pt x="724777" y="54300"/>
                  <a:pt x="723200" y="52607"/>
                </a:cubicBezTo>
                <a:cubicBezTo>
                  <a:pt x="721624" y="50914"/>
                  <a:pt x="719582" y="49637"/>
                  <a:pt x="717072" y="48774"/>
                </a:cubicBezTo>
                <a:cubicBezTo>
                  <a:pt x="714563" y="47912"/>
                  <a:pt x="711475" y="47480"/>
                  <a:pt x="707808" y="47480"/>
                </a:cubicBezTo>
                <a:cubicBezTo>
                  <a:pt x="703883" y="47480"/>
                  <a:pt x="700361" y="47942"/>
                  <a:pt x="697241" y="48865"/>
                </a:cubicBezTo>
                <a:cubicBezTo>
                  <a:pt x="694120" y="49787"/>
                  <a:pt x="691386" y="50806"/>
                  <a:pt x="689038" y="51920"/>
                </a:cubicBezTo>
                <a:cubicBezTo>
                  <a:pt x="686690" y="53033"/>
                  <a:pt x="684727" y="54052"/>
                  <a:pt x="683151" y="54975"/>
                </a:cubicBezTo>
                <a:cubicBezTo>
                  <a:pt x="681575" y="55897"/>
                  <a:pt x="680401" y="56359"/>
                  <a:pt x="679629" y="56359"/>
                </a:cubicBezTo>
                <a:cubicBezTo>
                  <a:pt x="679114" y="56359"/>
                  <a:pt x="678664" y="56230"/>
                  <a:pt x="678278" y="55973"/>
                </a:cubicBezTo>
                <a:cubicBezTo>
                  <a:pt x="677892" y="55715"/>
                  <a:pt x="677554" y="55329"/>
                  <a:pt x="677264" y="54815"/>
                </a:cubicBezTo>
                <a:cubicBezTo>
                  <a:pt x="676975" y="54300"/>
                  <a:pt x="676766" y="53641"/>
                  <a:pt x="676637" y="52836"/>
                </a:cubicBezTo>
                <a:cubicBezTo>
                  <a:pt x="676508" y="52032"/>
                  <a:pt x="676444" y="51148"/>
                  <a:pt x="676444" y="50182"/>
                </a:cubicBezTo>
                <a:cubicBezTo>
                  <a:pt x="676444" y="48574"/>
                  <a:pt x="676557" y="47303"/>
                  <a:pt x="676782" y="46371"/>
                </a:cubicBezTo>
                <a:cubicBezTo>
                  <a:pt x="677007" y="45438"/>
                  <a:pt x="677554" y="44553"/>
                  <a:pt x="678422" y="43717"/>
                </a:cubicBezTo>
                <a:cubicBezTo>
                  <a:pt x="679291" y="42880"/>
                  <a:pt x="680787" y="41906"/>
                  <a:pt x="682910" y="40794"/>
                </a:cubicBezTo>
                <a:cubicBezTo>
                  <a:pt x="685033" y="39681"/>
                  <a:pt x="687478" y="38663"/>
                  <a:pt x="690244" y="37742"/>
                </a:cubicBezTo>
                <a:cubicBezTo>
                  <a:pt x="693011" y="36822"/>
                  <a:pt x="696034" y="36060"/>
                  <a:pt x="699316" y="35456"/>
                </a:cubicBezTo>
                <a:cubicBezTo>
                  <a:pt x="702597" y="34851"/>
                  <a:pt x="705910" y="34549"/>
                  <a:pt x="709256" y="34549"/>
                </a:cubicBezTo>
                <a:cubicBezTo>
                  <a:pt x="715496" y="34549"/>
                  <a:pt x="720804" y="35256"/>
                  <a:pt x="725179" y="36672"/>
                </a:cubicBezTo>
                <a:cubicBezTo>
                  <a:pt x="729554" y="38087"/>
                  <a:pt x="733092" y="40162"/>
                  <a:pt x="735794" y="42896"/>
                </a:cubicBezTo>
                <a:cubicBezTo>
                  <a:pt x="738496" y="45631"/>
                  <a:pt x="740459" y="49024"/>
                  <a:pt x="741681" y="53078"/>
                </a:cubicBezTo>
                <a:cubicBezTo>
                  <a:pt x="742904" y="57131"/>
                  <a:pt x="743515" y="61860"/>
                  <a:pt x="743515" y="67264"/>
                </a:cubicBezTo>
                <a:lnTo>
                  <a:pt x="743515" y="125842"/>
                </a:lnTo>
                <a:moveTo>
                  <a:pt x="727688" y="86082"/>
                </a:moveTo>
                <a:lnTo>
                  <a:pt x="714081" y="86082"/>
                </a:lnTo>
                <a:cubicBezTo>
                  <a:pt x="709706" y="86082"/>
                  <a:pt x="705910" y="86453"/>
                  <a:pt x="702693" y="87195"/>
                </a:cubicBezTo>
                <a:cubicBezTo>
                  <a:pt x="699476" y="87937"/>
                  <a:pt x="696806" y="89035"/>
                  <a:pt x="694683" y="90488"/>
                </a:cubicBezTo>
                <a:cubicBezTo>
                  <a:pt x="692560" y="91940"/>
                  <a:pt x="691000" y="93682"/>
                  <a:pt x="690003" y="95715"/>
                </a:cubicBezTo>
                <a:cubicBezTo>
                  <a:pt x="689006" y="97747"/>
                  <a:pt x="688507" y="100086"/>
                  <a:pt x="688507" y="102732"/>
                </a:cubicBezTo>
                <a:cubicBezTo>
                  <a:pt x="688507" y="107250"/>
                  <a:pt x="689939" y="110848"/>
                  <a:pt x="692802" y="113526"/>
                </a:cubicBezTo>
                <a:cubicBezTo>
                  <a:pt x="695664" y="116204"/>
                  <a:pt x="699669" y="117543"/>
                  <a:pt x="704816" y="117543"/>
                </a:cubicBezTo>
                <a:cubicBezTo>
                  <a:pt x="708998" y="117543"/>
                  <a:pt x="712874" y="116478"/>
                  <a:pt x="716445" y="114349"/>
                </a:cubicBezTo>
                <a:cubicBezTo>
                  <a:pt x="720016" y="112220"/>
                  <a:pt x="723763" y="108961"/>
                  <a:pt x="727688" y="104572"/>
                </a:cubicBezTo>
                <a:lnTo>
                  <a:pt x="727688" y="86082"/>
                </a:lnTo>
                <a:close/>
                <a:moveTo>
                  <a:pt x="818636" y="119397"/>
                </a:moveTo>
                <a:cubicBezTo>
                  <a:pt x="818636" y="121277"/>
                  <a:pt x="818507" y="122768"/>
                  <a:pt x="818250" y="123870"/>
                </a:cubicBezTo>
                <a:cubicBezTo>
                  <a:pt x="817992" y="124972"/>
                  <a:pt x="817606" y="125782"/>
                  <a:pt x="817092" y="126301"/>
                </a:cubicBezTo>
                <a:cubicBezTo>
                  <a:pt x="816577" y="126817"/>
                  <a:pt x="815805" y="127303"/>
                  <a:pt x="814776" y="127757"/>
                </a:cubicBezTo>
                <a:cubicBezTo>
                  <a:pt x="813746" y="128212"/>
                  <a:pt x="812572" y="128585"/>
                  <a:pt x="811253" y="128876"/>
                </a:cubicBezTo>
                <a:cubicBezTo>
                  <a:pt x="809934" y="129168"/>
                  <a:pt x="808535" y="129410"/>
                  <a:pt x="807055" y="129603"/>
                </a:cubicBezTo>
                <a:cubicBezTo>
                  <a:pt x="805576" y="129798"/>
                  <a:pt x="804096" y="129895"/>
                  <a:pt x="802616" y="129895"/>
                </a:cubicBezTo>
                <a:cubicBezTo>
                  <a:pt x="798112" y="129895"/>
                  <a:pt x="794252" y="129300"/>
                  <a:pt x="791035" y="128110"/>
                </a:cubicBezTo>
                <a:cubicBezTo>
                  <a:pt x="787819" y="126918"/>
                  <a:pt x="785181" y="125114"/>
                  <a:pt x="783122" y="122700"/>
                </a:cubicBezTo>
                <a:cubicBezTo>
                  <a:pt x="781063" y="120283"/>
                  <a:pt x="779567" y="117223"/>
                  <a:pt x="778635" y="113520"/>
                </a:cubicBezTo>
                <a:cubicBezTo>
                  <a:pt x="777702" y="109814"/>
                  <a:pt x="777235" y="105450"/>
                  <a:pt x="777235" y="100425"/>
                </a:cubicBezTo>
                <a:lnTo>
                  <a:pt x="777235" y="49603"/>
                </a:lnTo>
                <a:lnTo>
                  <a:pt x="765076" y="49603"/>
                </a:lnTo>
                <a:cubicBezTo>
                  <a:pt x="764111" y="49603"/>
                  <a:pt x="763339" y="49086"/>
                  <a:pt x="762760" y="48050"/>
                </a:cubicBezTo>
                <a:cubicBezTo>
                  <a:pt x="762181" y="47013"/>
                  <a:pt x="761891" y="45327"/>
                  <a:pt x="761891" y="42993"/>
                </a:cubicBezTo>
                <a:cubicBezTo>
                  <a:pt x="761891" y="41762"/>
                  <a:pt x="761971" y="40726"/>
                  <a:pt x="762132" y="39884"/>
                </a:cubicBezTo>
                <a:cubicBezTo>
                  <a:pt x="762293" y="39041"/>
                  <a:pt x="762502" y="38345"/>
                  <a:pt x="762760" y="37794"/>
                </a:cubicBezTo>
                <a:cubicBezTo>
                  <a:pt x="763017" y="37243"/>
                  <a:pt x="763355" y="36854"/>
                  <a:pt x="763773" y="36627"/>
                </a:cubicBezTo>
                <a:cubicBezTo>
                  <a:pt x="764191" y="36399"/>
                  <a:pt x="764657" y="36286"/>
                  <a:pt x="765172" y="36286"/>
                </a:cubicBezTo>
                <a:lnTo>
                  <a:pt x="777235" y="36286"/>
                </a:lnTo>
                <a:lnTo>
                  <a:pt x="777235" y="15634"/>
                </a:lnTo>
                <a:cubicBezTo>
                  <a:pt x="777235" y="15183"/>
                  <a:pt x="777348" y="14765"/>
                  <a:pt x="777573" y="14379"/>
                </a:cubicBezTo>
                <a:cubicBezTo>
                  <a:pt x="777798" y="13993"/>
                  <a:pt x="778216" y="13655"/>
                  <a:pt x="778828" y="13366"/>
                </a:cubicBezTo>
                <a:cubicBezTo>
                  <a:pt x="779439" y="13076"/>
                  <a:pt x="780259" y="12867"/>
                  <a:pt x="781288" y="12739"/>
                </a:cubicBezTo>
                <a:cubicBezTo>
                  <a:pt x="782318" y="12610"/>
                  <a:pt x="783605" y="12546"/>
                  <a:pt x="785149" y="12546"/>
                </a:cubicBezTo>
                <a:cubicBezTo>
                  <a:pt x="786757" y="12546"/>
                  <a:pt x="788076" y="12610"/>
                  <a:pt x="789105" y="12739"/>
                </a:cubicBezTo>
                <a:cubicBezTo>
                  <a:pt x="790135" y="12867"/>
                  <a:pt x="790939" y="13076"/>
                  <a:pt x="791518" y="13366"/>
                </a:cubicBezTo>
                <a:cubicBezTo>
                  <a:pt x="792097" y="13655"/>
                  <a:pt x="792515" y="13993"/>
                  <a:pt x="792773" y="14379"/>
                </a:cubicBezTo>
                <a:cubicBezTo>
                  <a:pt x="793030" y="14765"/>
                  <a:pt x="793159" y="15183"/>
                  <a:pt x="793159" y="15634"/>
                </a:cubicBezTo>
                <a:lnTo>
                  <a:pt x="793159" y="36286"/>
                </a:lnTo>
                <a:lnTo>
                  <a:pt x="815451" y="36286"/>
                </a:lnTo>
                <a:cubicBezTo>
                  <a:pt x="815966" y="36286"/>
                  <a:pt x="816416" y="36399"/>
                  <a:pt x="816802" y="36627"/>
                </a:cubicBezTo>
                <a:cubicBezTo>
                  <a:pt x="817188" y="36854"/>
                  <a:pt x="817526" y="37243"/>
                  <a:pt x="817816" y="37794"/>
                </a:cubicBezTo>
                <a:cubicBezTo>
                  <a:pt x="818105" y="38345"/>
                  <a:pt x="818314" y="39041"/>
                  <a:pt x="818443" y="39884"/>
                </a:cubicBezTo>
                <a:cubicBezTo>
                  <a:pt x="818571" y="40726"/>
                  <a:pt x="818636" y="41762"/>
                  <a:pt x="818636" y="42993"/>
                </a:cubicBezTo>
                <a:cubicBezTo>
                  <a:pt x="818636" y="45327"/>
                  <a:pt x="818346" y="47013"/>
                  <a:pt x="817767" y="48050"/>
                </a:cubicBezTo>
                <a:cubicBezTo>
                  <a:pt x="817188" y="49086"/>
                  <a:pt x="816416" y="49603"/>
                  <a:pt x="815451" y="49603"/>
                </a:cubicBezTo>
                <a:lnTo>
                  <a:pt x="793159" y="49603"/>
                </a:lnTo>
                <a:lnTo>
                  <a:pt x="793159" y="98049"/>
                </a:lnTo>
                <a:cubicBezTo>
                  <a:pt x="793159" y="104032"/>
                  <a:pt x="794043" y="108552"/>
                  <a:pt x="795812" y="111608"/>
                </a:cubicBezTo>
                <a:cubicBezTo>
                  <a:pt x="797582" y="114664"/>
                  <a:pt x="800750" y="116192"/>
                  <a:pt x="805318" y="116192"/>
                </a:cubicBezTo>
                <a:cubicBezTo>
                  <a:pt x="806798" y="116192"/>
                  <a:pt x="808117" y="116047"/>
                  <a:pt x="809275" y="115757"/>
                </a:cubicBezTo>
                <a:cubicBezTo>
                  <a:pt x="810433" y="115468"/>
                  <a:pt x="811462" y="115162"/>
                  <a:pt x="812363" y="114841"/>
                </a:cubicBezTo>
                <a:cubicBezTo>
                  <a:pt x="813264" y="114519"/>
                  <a:pt x="814036" y="114213"/>
                  <a:pt x="814679" y="113924"/>
                </a:cubicBezTo>
                <a:cubicBezTo>
                  <a:pt x="815322" y="113634"/>
                  <a:pt x="815902" y="113490"/>
                  <a:pt x="816416" y="113490"/>
                </a:cubicBezTo>
                <a:cubicBezTo>
                  <a:pt x="816738" y="113490"/>
                  <a:pt x="817043" y="113570"/>
                  <a:pt x="817333" y="113731"/>
                </a:cubicBezTo>
                <a:cubicBezTo>
                  <a:pt x="817623" y="113892"/>
                  <a:pt x="817848" y="114197"/>
                  <a:pt x="818009" y="114648"/>
                </a:cubicBezTo>
                <a:cubicBezTo>
                  <a:pt x="818169" y="115098"/>
                  <a:pt x="818314" y="115711"/>
                  <a:pt x="818443" y="116487"/>
                </a:cubicBezTo>
                <a:cubicBezTo>
                  <a:pt x="818571" y="117261"/>
                  <a:pt x="818636" y="118231"/>
                  <a:pt x="818636" y="119397"/>
                </a:cubicBezTo>
                <a:close/>
                <a:moveTo>
                  <a:pt x="855784" y="125746"/>
                </a:moveTo>
                <a:cubicBezTo>
                  <a:pt x="855784" y="126260"/>
                  <a:pt x="855655" y="126695"/>
                  <a:pt x="855398" y="127048"/>
                </a:cubicBezTo>
                <a:cubicBezTo>
                  <a:pt x="855140" y="127402"/>
                  <a:pt x="854722" y="127708"/>
                  <a:pt x="854143" y="127965"/>
                </a:cubicBezTo>
                <a:cubicBezTo>
                  <a:pt x="853564" y="128223"/>
                  <a:pt x="852760" y="128416"/>
                  <a:pt x="851731" y="128544"/>
                </a:cubicBezTo>
                <a:cubicBezTo>
                  <a:pt x="850701" y="128673"/>
                  <a:pt x="849382" y="128737"/>
                  <a:pt x="847774" y="128737"/>
                </a:cubicBezTo>
                <a:cubicBezTo>
                  <a:pt x="846230" y="128737"/>
                  <a:pt x="844943" y="128673"/>
                  <a:pt x="843914" y="128544"/>
                </a:cubicBezTo>
                <a:cubicBezTo>
                  <a:pt x="842884" y="128416"/>
                  <a:pt x="842064" y="128223"/>
                  <a:pt x="841453" y="127965"/>
                </a:cubicBezTo>
                <a:cubicBezTo>
                  <a:pt x="840842" y="127708"/>
                  <a:pt x="840423" y="127402"/>
                  <a:pt x="840198" y="127048"/>
                </a:cubicBezTo>
                <a:cubicBezTo>
                  <a:pt x="839973" y="126695"/>
                  <a:pt x="839860" y="126260"/>
                  <a:pt x="839860" y="125746"/>
                </a:cubicBezTo>
                <a:lnTo>
                  <a:pt x="839860" y="38891"/>
                </a:lnTo>
                <a:cubicBezTo>
                  <a:pt x="839860" y="38441"/>
                  <a:pt x="839973" y="38023"/>
                  <a:pt x="840198" y="37637"/>
                </a:cubicBezTo>
                <a:cubicBezTo>
                  <a:pt x="840423" y="37251"/>
                  <a:pt x="840842" y="36929"/>
                  <a:pt x="841453" y="36672"/>
                </a:cubicBezTo>
                <a:cubicBezTo>
                  <a:pt x="842064" y="36414"/>
                  <a:pt x="842884" y="36221"/>
                  <a:pt x="843914" y="36093"/>
                </a:cubicBezTo>
                <a:cubicBezTo>
                  <a:pt x="844943" y="35964"/>
                  <a:pt x="846230" y="35900"/>
                  <a:pt x="847774" y="35900"/>
                </a:cubicBezTo>
                <a:cubicBezTo>
                  <a:pt x="849382" y="35900"/>
                  <a:pt x="850701" y="35964"/>
                  <a:pt x="851731" y="36093"/>
                </a:cubicBezTo>
                <a:cubicBezTo>
                  <a:pt x="852760" y="36221"/>
                  <a:pt x="853564" y="36414"/>
                  <a:pt x="854143" y="36672"/>
                </a:cubicBezTo>
                <a:cubicBezTo>
                  <a:pt x="854722" y="36929"/>
                  <a:pt x="855140" y="37251"/>
                  <a:pt x="855398" y="37637"/>
                </a:cubicBezTo>
                <a:cubicBezTo>
                  <a:pt x="855655" y="38023"/>
                  <a:pt x="855784" y="38441"/>
                  <a:pt x="855784" y="38891"/>
                </a:cubicBezTo>
                <a:lnTo>
                  <a:pt x="855784" y="125746"/>
                </a:lnTo>
                <a:moveTo>
                  <a:pt x="857617" y="9457"/>
                </a:moveTo>
                <a:cubicBezTo>
                  <a:pt x="857617" y="13189"/>
                  <a:pt x="856910" y="15730"/>
                  <a:pt x="855494" y="17081"/>
                </a:cubicBezTo>
                <a:cubicBezTo>
                  <a:pt x="854079" y="18432"/>
                  <a:pt x="851473" y="19108"/>
                  <a:pt x="847677" y="19108"/>
                </a:cubicBezTo>
                <a:cubicBezTo>
                  <a:pt x="843946" y="19108"/>
                  <a:pt x="841388" y="18448"/>
                  <a:pt x="840005" y="17130"/>
                </a:cubicBezTo>
                <a:cubicBezTo>
                  <a:pt x="838622" y="15811"/>
                  <a:pt x="837930" y="13318"/>
                  <a:pt x="837930" y="9650"/>
                </a:cubicBezTo>
                <a:cubicBezTo>
                  <a:pt x="837930" y="5919"/>
                  <a:pt x="838638" y="3378"/>
                  <a:pt x="840053" y="2027"/>
                </a:cubicBezTo>
                <a:cubicBezTo>
                  <a:pt x="841469" y="676"/>
                  <a:pt x="844075" y="0"/>
                  <a:pt x="847870" y="0"/>
                </a:cubicBezTo>
                <a:cubicBezTo>
                  <a:pt x="851602" y="0"/>
                  <a:pt x="854159" y="659"/>
                  <a:pt x="855542" y="1978"/>
                </a:cubicBezTo>
                <a:cubicBezTo>
                  <a:pt x="856926" y="3297"/>
                  <a:pt x="857617" y="5790"/>
                  <a:pt x="857617" y="9457"/>
                </a:cubicBezTo>
                <a:close/>
                <a:moveTo>
                  <a:pt x="966421" y="81402"/>
                </a:moveTo>
                <a:cubicBezTo>
                  <a:pt x="966421" y="88485"/>
                  <a:pt x="965488" y="95005"/>
                  <a:pt x="963622" y="100962"/>
                </a:cubicBezTo>
                <a:cubicBezTo>
                  <a:pt x="961756" y="106919"/>
                  <a:pt x="958974" y="112056"/>
                  <a:pt x="955274" y="116373"/>
                </a:cubicBezTo>
                <a:cubicBezTo>
                  <a:pt x="951575" y="120687"/>
                  <a:pt x="946943" y="124052"/>
                  <a:pt x="941378" y="126466"/>
                </a:cubicBezTo>
                <a:cubicBezTo>
                  <a:pt x="935813" y="128881"/>
                  <a:pt x="929363" y="130088"/>
                  <a:pt x="922028" y="130088"/>
                </a:cubicBezTo>
                <a:cubicBezTo>
                  <a:pt x="914887" y="130088"/>
                  <a:pt x="908663" y="129026"/>
                  <a:pt x="903355" y="126901"/>
                </a:cubicBezTo>
                <a:cubicBezTo>
                  <a:pt x="898047" y="124776"/>
                  <a:pt x="893624" y="121684"/>
                  <a:pt x="890085" y="117627"/>
                </a:cubicBezTo>
                <a:cubicBezTo>
                  <a:pt x="886547" y="113570"/>
                  <a:pt x="883909" y="108643"/>
                  <a:pt x="882172" y="102847"/>
                </a:cubicBezTo>
                <a:cubicBezTo>
                  <a:pt x="880435" y="97051"/>
                  <a:pt x="879566" y="90481"/>
                  <a:pt x="879566" y="83139"/>
                </a:cubicBezTo>
                <a:cubicBezTo>
                  <a:pt x="879566" y="76056"/>
                  <a:pt x="880483" y="69536"/>
                  <a:pt x="882317" y="63579"/>
                </a:cubicBezTo>
                <a:cubicBezTo>
                  <a:pt x="884150" y="57621"/>
                  <a:pt x="886917" y="52486"/>
                  <a:pt x="890616" y="48171"/>
                </a:cubicBezTo>
                <a:cubicBezTo>
                  <a:pt x="894316" y="43854"/>
                  <a:pt x="898932" y="40505"/>
                  <a:pt x="904465" y="38122"/>
                </a:cubicBezTo>
                <a:cubicBezTo>
                  <a:pt x="909998" y="35740"/>
                  <a:pt x="916463" y="34549"/>
                  <a:pt x="923862" y="34549"/>
                </a:cubicBezTo>
                <a:cubicBezTo>
                  <a:pt x="931003" y="34549"/>
                  <a:pt x="937228" y="35611"/>
                  <a:pt x="942536" y="37736"/>
                </a:cubicBezTo>
                <a:cubicBezTo>
                  <a:pt x="947843" y="39861"/>
                  <a:pt x="952267" y="42953"/>
                  <a:pt x="955805" y="47010"/>
                </a:cubicBezTo>
                <a:cubicBezTo>
                  <a:pt x="959344" y="51067"/>
                  <a:pt x="961998" y="55994"/>
                  <a:pt x="963767" y="61790"/>
                </a:cubicBezTo>
                <a:cubicBezTo>
                  <a:pt x="965536" y="67586"/>
                  <a:pt x="966421" y="74124"/>
                  <a:pt x="966421" y="81402"/>
                </a:cubicBezTo>
                <a:moveTo>
                  <a:pt x="949629" y="82415"/>
                </a:moveTo>
                <a:cubicBezTo>
                  <a:pt x="949629" y="77718"/>
                  <a:pt x="949195" y="73279"/>
                  <a:pt x="948326" y="69097"/>
                </a:cubicBezTo>
                <a:cubicBezTo>
                  <a:pt x="947457" y="64916"/>
                  <a:pt x="946026" y="61248"/>
                  <a:pt x="944032" y="58096"/>
                </a:cubicBezTo>
                <a:cubicBezTo>
                  <a:pt x="942037" y="54943"/>
                  <a:pt x="939335" y="52450"/>
                  <a:pt x="935925" y="50617"/>
                </a:cubicBezTo>
                <a:cubicBezTo>
                  <a:pt x="932515" y="48783"/>
                  <a:pt x="928269" y="47866"/>
                  <a:pt x="923187" y="47866"/>
                </a:cubicBezTo>
                <a:cubicBezTo>
                  <a:pt x="918490" y="47866"/>
                  <a:pt x="914453" y="48703"/>
                  <a:pt x="911075" y="50375"/>
                </a:cubicBezTo>
                <a:cubicBezTo>
                  <a:pt x="907698" y="52048"/>
                  <a:pt x="904915" y="54413"/>
                  <a:pt x="902728" y="57469"/>
                </a:cubicBezTo>
                <a:cubicBezTo>
                  <a:pt x="900540" y="60525"/>
                  <a:pt x="898916" y="64143"/>
                  <a:pt x="897854" y="68325"/>
                </a:cubicBezTo>
                <a:cubicBezTo>
                  <a:pt x="896792" y="72507"/>
                  <a:pt x="896262" y="77075"/>
                  <a:pt x="896262" y="82029"/>
                </a:cubicBezTo>
                <a:cubicBezTo>
                  <a:pt x="896262" y="86790"/>
                  <a:pt x="896696" y="91261"/>
                  <a:pt x="897565" y="95443"/>
                </a:cubicBezTo>
                <a:cubicBezTo>
                  <a:pt x="898433" y="99625"/>
                  <a:pt x="899881" y="103276"/>
                  <a:pt x="901907" y="106396"/>
                </a:cubicBezTo>
                <a:cubicBezTo>
                  <a:pt x="903934" y="109517"/>
                  <a:pt x="906652" y="111994"/>
                  <a:pt x="910062" y="113827"/>
                </a:cubicBezTo>
                <a:cubicBezTo>
                  <a:pt x="913472" y="115661"/>
                  <a:pt x="917718" y="116578"/>
                  <a:pt x="922801" y="116578"/>
                </a:cubicBezTo>
                <a:cubicBezTo>
                  <a:pt x="927433" y="116578"/>
                  <a:pt x="931454" y="115741"/>
                  <a:pt x="934864" y="114069"/>
                </a:cubicBezTo>
                <a:cubicBezTo>
                  <a:pt x="938273" y="112396"/>
                  <a:pt x="941072" y="110048"/>
                  <a:pt x="943260" y="107024"/>
                </a:cubicBezTo>
                <a:cubicBezTo>
                  <a:pt x="945447" y="104000"/>
                  <a:pt x="947055" y="100397"/>
                  <a:pt x="948085" y="96215"/>
                </a:cubicBezTo>
                <a:cubicBezTo>
                  <a:pt x="949114" y="92033"/>
                  <a:pt x="949629" y="87433"/>
                  <a:pt x="949629" y="82415"/>
                </a:cubicBezTo>
                <a:close/>
                <a:moveTo>
                  <a:pt x="1064981" y="125746"/>
                </a:moveTo>
                <a:cubicBezTo>
                  <a:pt x="1064981" y="126260"/>
                  <a:pt x="1064853" y="126695"/>
                  <a:pt x="1064595" y="127048"/>
                </a:cubicBezTo>
                <a:cubicBezTo>
                  <a:pt x="1064338" y="127402"/>
                  <a:pt x="1063920" y="127708"/>
                  <a:pt x="1063341" y="127965"/>
                </a:cubicBezTo>
                <a:cubicBezTo>
                  <a:pt x="1062762" y="128223"/>
                  <a:pt x="1061957" y="128416"/>
                  <a:pt x="1060928" y="128544"/>
                </a:cubicBezTo>
                <a:cubicBezTo>
                  <a:pt x="1059899" y="128673"/>
                  <a:pt x="1058612" y="128737"/>
                  <a:pt x="1057068" y="128737"/>
                </a:cubicBezTo>
                <a:cubicBezTo>
                  <a:pt x="1055459" y="128737"/>
                  <a:pt x="1054141" y="128673"/>
                  <a:pt x="1053111" y="128544"/>
                </a:cubicBezTo>
                <a:cubicBezTo>
                  <a:pt x="1052082" y="128416"/>
                  <a:pt x="1051278" y="128223"/>
                  <a:pt x="1050699" y="127965"/>
                </a:cubicBezTo>
                <a:cubicBezTo>
                  <a:pt x="1050120" y="127708"/>
                  <a:pt x="1049701" y="127403"/>
                  <a:pt x="1049444" y="127052"/>
                </a:cubicBezTo>
                <a:cubicBezTo>
                  <a:pt x="1049187" y="126698"/>
                  <a:pt x="1049058" y="126263"/>
                  <a:pt x="1049058" y="125749"/>
                </a:cubicBezTo>
                <a:lnTo>
                  <a:pt x="1049058" y="74951"/>
                </a:lnTo>
                <a:cubicBezTo>
                  <a:pt x="1049058" y="70003"/>
                  <a:pt x="1048672" y="66019"/>
                  <a:pt x="1047900" y="62999"/>
                </a:cubicBezTo>
                <a:cubicBezTo>
                  <a:pt x="1047128" y="59980"/>
                  <a:pt x="1046002" y="57378"/>
                  <a:pt x="1044522" y="55195"/>
                </a:cubicBezTo>
                <a:cubicBezTo>
                  <a:pt x="1043043" y="53009"/>
                  <a:pt x="1041129" y="51339"/>
                  <a:pt x="1038780" y="50182"/>
                </a:cubicBezTo>
                <a:cubicBezTo>
                  <a:pt x="1036432" y="49024"/>
                  <a:pt x="1033714" y="48445"/>
                  <a:pt x="1030626" y="48445"/>
                </a:cubicBezTo>
                <a:cubicBezTo>
                  <a:pt x="1026637" y="48445"/>
                  <a:pt x="1022648" y="49860"/>
                  <a:pt x="1018659" y="52689"/>
                </a:cubicBezTo>
                <a:cubicBezTo>
                  <a:pt x="1014670" y="55515"/>
                  <a:pt x="1010488" y="59659"/>
                  <a:pt x="1006113" y="65120"/>
                </a:cubicBezTo>
                <a:lnTo>
                  <a:pt x="1006113" y="125749"/>
                </a:lnTo>
                <a:cubicBezTo>
                  <a:pt x="1006113" y="126263"/>
                  <a:pt x="1005985" y="126698"/>
                  <a:pt x="1005727" y="127052"/>
                </a:cubicBezTo>
                <a:cubicBezTo>
                  <a:pt x="1005470" y="127403"/>
                  <a:pt x="1005052" y="127708"/>
                  <a:pt x="1004473" y="127965"/>
                </a:cubicBezTo>
                <a:cubicBezTo>
                  <a:pt x="1003894" y="128223"/>
                  <a:pt x="1003090" y="128416"/>
                  <a:pt x="1002060" y="128544"/>
                </a:cubicBezTo>
                <a:cubicBezTo>
                  <a:pt x="1001031" y="128673"/>
                  <a:pt x="999712" y="128737"/>
                  <a:pt x="998104" y="128737"/>
                </a:cubicBezTo>
                <a:cubicBezTo>
                  <a:pt x="996559" y="128737"/>
                  <a:pt x="995273" y="128673"/>
                  <a:pt x="994243" y="128544"/>
                </a:cubicBezTo>
                <a:cubicBezTo>
                  <a:pt x="993214" y="128416"/>
                  <a:pt x="992394" y="128223"/>
                  <a:pt x="991782" y="127965"/>
                </a:cubicBezTo>
                <a:cubicBezTo>
                  <a:pt x="991171" y="127708"/>
                  <a:pt x="990753" y="127402"/>
                  <a:pt x="990528" y="127048"/>
                </a:cubicBezTo>
                <a:cubicBezTo>
                  <a:pt x="990303" y="126695"/>
                  <a:pt x="990190" y="126260"/>
                  <a:pt x="990190" y="125746"/>
                </a:cubicBezTo>
                <a:lnTo>
                  <a:pt x="990190" y="38891"/>
                </a:lnTo>
                <a:cubicBezTo>
                  <a:pt x="990190" y="38377"/>
                  <a:pt x="990287" y="37942"/>
                  <a:pt x="990480" y="37589"/>
                </a:cubicBezTo>
                <a:cubicBezTo>
                  <a:pt x="990673" y="37235"/>
                  <a:pt x="991059" y="36913"/>
                  <a:pt x="991638" y="36624"/>
                </a:cubicBezTo>
                <a:cubicBezTo>
                  <a:pt x="992217" y="36334"/>
                  <a:pt x="992957" y="36141"/>
                  <a:pt x="993857" y="36045"/>
                </a:cubicBezTo>
                <a:cubicBezTo>
                  <a:pt x="994758" y="35948"/>
                  <a:pt x="995948" y="35900"/>
                  <a:pt x="997428" y="35900"/>
                </a:cubicBezTo>
                <a:cubicBezTo>
                  <a:pt x="998843" y="35900"/>
                  <a:pt x="1000018" y="35948"/>
                  <a:pt x="1000950" y="36045"/>
                </a:cubicBezTo>
                <a:cubicBezTo>
                  <a:pt x="1001883" y="36141"/>
                  <a:pt x="1002607" y="36334"/>
                  <a:pt x="1003122" y="36624"/>
                </a:cubicBezTo>
                <a:cubicBezTo>
                  <a:pt x="1003636" y="36913"/>
                  <a:pt x="1004006" y="37235"/>
                  <a:pt x="1004232" y="37589"/>
                </a:cubicBezTo>
                <a:cubicBezTo>
                  <a:pt x="1004457" y="37942"/>
                  <a:pt x="1004569" y="38377"/>
                  <a:pt x="1004569" y="38891"/>
                </a:cubicBezTo>
                <a:lnTo>
                  <a:pt x="1004569" y="50375"/>
                </a:lnTo>
                <a:cubicBezTo>
                  <a:pt x="1009459" y="44907"/>
                  <a:pt x="1014332" y="40902"/>
                  <a:pt x="1019190" y="38361"/>
                </a:cubicBezTo>
                <a:cubicBezTo>
                  <a:pt x="1024047" y="35819"/>
                  <a:pt x="1028953" y="34549"/>
                  <a:pt x="1033907" y="34549"/>
                </a:cubicBezTo>
                <a:cubicBezTo>
                  <a:pt x="1039697" y="34549"/>
                  <a:pt x="1044571" y="35530"/>
                  <a:pt x="1048527" y="37492"/>
                </a:cubicBezTo>
                <a:cubicBezTo>
                  <a:pt x="1052484" y="39454"/>
                  <a:pt x="1055685" y="42076"/>
                  <a:pt x="1058129" y="45357"/>
                </a:cubicBezTo>
                <a:cubicBezTo>
                  <a:pt x="1060574" y="48638"/>
                  <a:pt x="1062327" y="52482"/>
                  <a:pt x="1063389" y="56890"/>
                </a:cubicBezTo>
                <a:cubicBezTo>
                  <a:pt x="1064451" y="61297"/>
                  <a:pt x="1064981" y="66588"/>
                  <a:pt x="1064981" y="72765"/>
                </a:cubicBezTo>
                <a:lnTo>
                  <a:pt x="1064981" y="125746"/>
                </a:ln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7A6F5467-1F91-46FE-BB5F-5077D8D2C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97841" y="4501119"/>
            <a:ext cx="918606" cy="184066"/>
          </a:xfrm>
          <a:custGeom xmlns:a="http://schemas.openxmlformats.org/drawingml/2006/main">
            <a:pathLst>
              <a:path w="918606" h="184066">
                <a:moveTo>
                  <a:pt x="83238" y="50152"/>
                </a:moveTo>
                <a:cubicBezTo>
                  <a:pt x="83238" y="56923"/>
                  <a:pt x="82121" y="63031"/>
                  <a:pt x="79888" y="68475"/>
                </a:cubicBezTo>
                <a:cubicBezTo>
                  <a:pt x="77654" y="73920"/>
                  <a:pt x="74461" y="78561"/>
                  <a:pt x="70307" y="82401"/>
                </a:cubicBezTo>
                <a:cubicBezTo>
                  <a:pt x="66154" y="86240"/>
                  <a:pt x="61059" y="89206"/>
                  <a:pt x="55021" y="91300"/>
                </a:cubicBezTo>
                <a:cubicBezTo>
                  <a:pt x="48983" y="93394"/>
                  <a:pt x="41776" y="94441"/>
                  <a:pt x="33400" y="94441"/>
                </a:cubicBezTo>
                <a:lnTo>
                  <a:pt x="18009" y="94441"/>
                </a:lnTo>
                <a:lnTo>
                  <a:pt x="18009" y="143232"/>
                </a:lnTo>
                <a:cubicBezTo>
                  <a:pt x="18009" y="143791"/>
                  <a:pt x="17852" y="144279"/>
                  <a:pt x="17538" y="144698"/>
                </a:cubicBezTo>
                <a:cubicBezTo>
                  <a:pt x="17223" y="145117"/>
                  <a:pt x="16735" y="145449"/>
                  <a:pt x="16072" y="145693"/>
                </a:cubicBezTo>
                <a:cubicBezTo>
                  <a:pt x="15409" y="145937"/>
                  <a:pt x="14501" y="146147"/>
                  <a:pt x="13350" y="146321"/>
                </a:cubicBezTo>
                <a:cubicBezTo>
                  <a:pt x="12198" y="146496"/>
                  <a:pt x="10749" y="146583"/>
                  <a:pt x="9004" y="146583"/>
                </a:cubicBezTo>
                <a:cubicBezTo>
                  <a:pt x="7259" y="146583"/>
                  <a:pt x="5811" y="146496"/>
                  <a:pt x="4659" y="146321"/>
                </a:cubicBezTo>
                <a:cubicBezTo>
                  <a:pt x="3508" y="146147"/>
                  <a:pt x="2583" y="145937"/>
                  <a:pt x="1885" y="145693"/>
                </a:cubicBezTo>
                <a:cubicBezTo>
                  <a:pt x="1187" y="145449"/>
                  <a:pt x="698" y="145117"/>
                  <a:pt x="419" y="144698"/>
                </a:cubicBezTo>
                <a:cubicBezTo>
                  <a:pt x="140" y="144279"/>
                  <a:pt x="0" y="143791"/>
                  <a:pt x="0" y="143232"/>
                </a:cubicBezTo>
                <a:lnTo>
                  <a:pt x="0" y="18218"/>
                </a:lnTo>
                <a:cubicBezTo>
                  <a:pt x="0" y="15426"/>
                  <a:pt x="733" y="13437"/>
                  <a:pt x="2199" y="12250"/>
                </a:cubicBezTo>
                <a:cubicBezTo>
                  <a:pt x="3665" y="11064"/>
                  <a:pt x="5305" y="10470"/>
                  <a:pt x="7120" y="10470"/>
                </a:cubicBezTo>
                <a:lnTo>
                  <a:pt x="36122" y="10470"/>
                </a:lnTo>
                <a:cubicBezTo>
                  <a:pt x="39054" y="10470"/>
                  <a:pt x="41863" y="10592"/>
                  <a:pt x="44551" y="10837"/>
                </a:cubicBezTo>
                <a:cubicBezTo>
                  <a:pt x="47238" y="11081"/>
                  <a:pt x="50414" y="11604"/>
                  <a:pt x="54079" y="12407"/>
                </a:cubicBezTo>
                <a:cubicBezTo>
                  <a:pt x="57743" y="13210"/>
                  <a:pt x="61478" y="14711"/>
                  <a:pt x="65282" y="16909"/>
                </a:cubicBezTo>
                <a:cubicBezTo>
                  <a:pt x="69086" y="19108"/>
                  <a:pt x="72314" y="21813"/>
                  <a:pt x="74967" y="25024"/>
                </a:cubicBezTo>
                <a:cubicBezTo>
                  <a:pt x="77619" y="28235"/>
                  <a:pt x="79661" y="31952"/>
                  <a:pt x="81092" y="36175"/>
                </a:cubicBezTo>
                <a:cubicBezTo>
                  <a:pt x="82523" y="40398"/>
                  <a:pt x="83238" y="45057"/>
                  <a:pt x="83238" y="50152"/>
                </a:cubicBezTo>
                <a:moveTo>
                  <a:pt x="64287" y="51569"/>
                </a:moveTo>
                <a:cubicBezTo>
                  <a:pt x="64287" y="46063"/>
                  <a:pt x="63257" y="41465"/>
                  <a:pt x="61198" y="37775"/>
                </a:cubicBezTo>
                <a:cubicBezTo>
                  <a:pt x="59139" y="34082"/>
                  <a:pt x="56591" y="31330"/>
                  <a:pt x="53555" y="29519"/>
                </a:cubicBezTo>
                <a:cubicBezTo>
                  <a:pt x="50519" y="27707"/>
                  <a:pt x="47378" y="26557"/>
                  <a:pt x="44132" y="26071"/>
                </a:cubicBezTo>
                <a:cubicBezTo>
                  <a:pt x="40886" y="25582"/>
                  <a:pt x="37728" y="25338"/>
                  <a:pt x="34656" y="25338"/>
                </a:cubicBezTo>
                <a:lnTo>
                  <a:pt x="18009" y="25338"/>
                </a:lnTo>
                <a:lnTo>
                  <a:pt x="18009" y="79574"/>
                </a:lnTo>
                <a:lnTo>
                  <a:pt x="34238" y="79574"/>
                </a:lnTo>
                <a:cubicBezTo>
                  <a:pt x="39682" y="79574"/>
                  <a:pt x="44202" y="78877"/>
                  <a:pt x="47796" y="77483"/>
                </a:cubicBezTo>
                <a:cubicBezTo>
                  <a:pt x="51391" y="76089"/>
                  <a:pt x="54410" y="74156"/>
                  <a:pt x="56853" y="71685"/>
                </a:cubicBezTo>
                <a:cubicBezTo>
                  <a:pt x="59296" y="69211"/>
                  <a:pt x="61146" y="66250"/>
                  <a:pt x="62402" y="62802"/>
                </a:cubicBezTo>
                <a:cubicBezTo>
                  <a:pt x="63659" y="59353"/>
                  <a:pt x="64287" y="55609"/>
                  <a:pt x="64287" y="51569"/>
                </a:cubicBezTo>
                <a:close/>
                <a:moveTo>
                  <a:pt x="163733" y="55283"/>
                </a:moveTo>
                <a:cubicBezTo>
                  <a:pt x="163733" y="56818"/>
                  <a:pt x="163698" y="58110"/>
                  <a:pt x="163628" y="59157"/>
                </a:cubicBezTo>
                <a:cubicBezTo>
                  <a:pt x="163558" y="60204"/>
                  <a:pt x="163419" y="61024"/>
                  <a:pt x="163209" y="61617"/>
                </a:cubicBezTo>
                <a:cubicBezTo>
                  <a:pt x="163000" y="62210"/>
                  <a:pt x="162738" y="62664"/>
                  <a:pt x="162424" y="62978"/>
                </a:cubicBezTo>
                <a:cubicBezTo>
                  <a:pt x="162110" y="63292"/>
                  <a:pt x="161673" y="63449"/>
                  <a:pt x="161115" y="63449"/>
                </a:cubicBezTo>
                <a:cubicBezTo>
                  <a:pt x="160557" y="63449"/>
                  <a:pt x="159876" y="63292"/>
                  <a:pt x="159073" y="62978"/>
                </a:cubicBezTo>
                <a:cubicBezTo>
                  <a:pt x="158271" y="62664"/>
                  <a:pt x="157363" y="62350"/>
                  <a:pt x="156351" y="62036"/>
                </a:cubicBezTo>
                <a:cubicBezTo>
                  <a:pt x="155339" y="61722"/>
                  <a:pt x="154205" y="61425"/>
                  <a:pt x="152948" y="61146"/>
                </a:cubicBezTo>
                <a:cubicBezTo>
                  <a:pt x="151692" y="60867"/>
                  <a:pt x="150331" y="60727"/>
                  <a:pt x="148865" y="60727"/>
                </a:cubicBezTo>
                <a:cubicBezTo>
                  <a:pt x="147120" y="60727"/>
                  <a:pt x="145410" y="61076"/>
                  <a:pt x="143735" y="61774"/>
                </a:cubicBezTo>
                <a:cubicBezTo>
                  <a:pt x="142059" y="62472"/>
                  <a:pt x="140297" y="63624"/>
                  <a:pt x="138447" y="65229"/>
                </a:cubicBezTo>
                <a:cubicBezTo>
                  <a:pt x="136597" y="66835"/>
                  <a:pt x="134660" y="68964"/>
                  <a:pt x="132636" y="71616"/>
                </a:cubicBezTo>
                <a:cubicBezTo>
                  <a:pt x="130612" y="74269"/>
                  <a:pt x="128378" y="77514"/>
                  <a:pt x="125935" y="81353"/>
                </a:cubicBezTo>
                <a:lnTo>
                  <a:pt x="125935" y="143337"/>
                </a:lnTo>
                <a:cubicBezTo>
                  <a:pt x="125935" y="143896"/>
                  <a:pt x="125796" y="144367"/>
                  <a:pt x="125516" y="144751"/>
                </a:cubicBezTo>
                <a:cubicBezTo>
                  <a:pt x="125237" y="145134"/>
                  <a:pt x="124783" y="145466"/>
                  <a:pt x="124155" y="145745"/>
                </a:cubicBezTo>
                <a:cubicBezTo>
                  <a:pt x="123527" y="146024"/>
                  <a:pt x="122655" y="146234"/>
                  <a:pt x="121538" y="146373"/>
                </a:cubicBezTo>
                <a:cubicBezTo>
                  <a:pt x="120421" y="146513"/>
                  <a:pt x="118990" y="146583"/>
                  <a:pt x="117245" y="146583"/>
                </a:cubicBezTo>
                <a:cubicBezTo>
                  <a:pt x="115570" y="146583"/>
                  <a:pt x="114174" y="146513"/>
                  <a:pt x="113057" y="146373"/>
                </a:cubicBezTo>
                <a:cubicBezTo>
                  <a:pt x="111940" y="146234"/>
                  <a:pt x="111050" y="146024"/>
                  <a:pt x="110387" y="145745"/>
                </a:cubicBezTo>
                <a:cubicBezTo>
                  <a:pt x="109724" y="145466"/>
                  <a:pt x="109270" y="145134"/>
                  <a:pt x="109026" y="144751"/>
                </a:cubicBezTo>
                <a:cubicBezTo>
                  <a:pt x="108782" y="144367"/>
                  <a:pt x="108659" y="143896"/>
                  <a:pt x="108659" y="143337"/>
                </a:cubicBezTo>
                <a:lnTo>
                  <a:pt x="108659" y="49105"/>
                </a:lnTo>
                <a:cubicBezTo>
                  <a:pt x="108659" y="48547"/>
                  <a:pt x="108764" y="48076"/>
                  <a:pt x="108973" y="47692"/>
                </a:cubicBezTo>
                <a:cubicBezTo>
                  <a:pt x="109183" y="47308"/>
                  <a:pt x="109602" y="46959"/>
                  <a:pt x="110230" y="46645"/>
                </a:cubicBezTo>
                <a:cubicBezTo>
                  <a:pt x="110858" y="46331"/>
                  <a:pt x="111661" y="46121"/>
                  <a:pt x="112638" y="46017"/>
                </a:cubicBezTo>
                <a:cubicBezTo>
                  <a:pt x="113615" y="45912"/>
                  <a:pt x="114907" y="45860"/>
                  <a:pt x="116512" y="45860"/>
                </a:cubicBezTo>
                <a:cubicBezTo>
                  <a:pt x="118048" y="45860"/>
                  <a:pt x="119322" y="45912"/>
                  <a:pt x="120334" y="46017"/>
                </a:cubicBezTo>
                <a:cubicBezTo>
                  <a:pt x="121346" y="46121"/>
                  <a:pt x="122131" y="46331"/>
                  <a:pt x="122689" y="46645"/>
                </a:cubicBezTo>
                <a:cubicBezTo>
                  <a:pt x="123248" y="46959"/>
                  <a:pt x="123649" y="47308"/>
                  <a:pt x="123893" y="47692"/>
                </a:cubicBezTo>
                <a:cubicBezTo>
                  <a:pt x="124138" y="48076"/>
                  <a:pt x="124260" y="48547"/>
                  <a:pt x="124260" y="49105"/>
                </a:cubicBezTo>
                <a:lnTo>
                  <a:pt x="124260" y="62821"/>
                </a:lnTo>
                <a:cubicBezTo>
                  <a:pt x="126843" y="59052"/>
                  <a:pt x="129268" y="55981"/>
                  <a:pt x="131537" y="53607"/>
                </a:cubicBezTo>
                <a:cubicBezTo>
                  <a:pt x="133805" y="51234"/>
                  <a:pt x="135952" y="49367"/>
                  <a:pt x="137976" y="48006"/>
                </a:cubicBezTo>
                <a:cubicBezTo>
                  <a:pt x="140000" y="46645"/>
                  <a:pt x="142007" y="45702"/>
                  <a:pt x="143996" y="45179"/>
                </a:cubicBezTo>
                <a:cubicBezTo>
                  <a:pt x="145986" y="44655"/>
                  <a:pt x="147992" y="44394"/>
                  <a:pt x="150017" y="44394"/>
                </a:cubicBezTo>
                <a:cubicBezTo>
                  <a:pt x="150924" y="44394"/>
                  <a:pt x="151954" y="44446"/>
                  <a:pt x="153105" y="44551"/>
                </a:cubicBezTo>
                <a:cubicBezTo>
                  <a:pt x="154257" y="44655"/>
                  <a:pt x="155461" y="44847"/>
                  <a:pt x="156718" y="45127"/>
                </a:cubicBezTo>
                <a:cubicBezTo>
                  <a:pt x="157974" y="45406"/>
                  <a:pt x="159108" y="45720"/>
                  <a:pt x="160120" y="46069"/>
                </a:cubicBezTo>
                <a:cubicBezTo>
                  <a:pt x="161133" y="46418"/>
                  <a:pt x="161848" y="46767"/>
                  <a:pt x="162267" y="47116"/>
                </a:cubicBezTo>
                <a:cubicBezTo>
                  <a:pt x="162686" y="47465"/>
                  <a:pt x="162965" y="47796"/>
                  <a:pt x="163104" y="48111"/>
                </a:cubicBezTo>
                <a:cubicBezTo>
                  <a:pt x="163244" y="48425"/>
                  <a:pt x="163366" y="48826"/>
                  <a:pt x="163471" y="49315"/>
                </a:cubicBezTo>
                <a:cubicBezTo>
                  <a:pt x="163576" y="49803"/>
                  <a:pt x="163645" y="50519"/>
                  <a:pt x="163680" y="51461"/>
                </a:cubicBezTo>
                <a:cubicBezTo>
                  <a:pt x="163715" y="52403"/>
                  <a:pt x="163733" y="53677"/>
                  <a:pt x="163733" y="55283"/>
                </a:cubicBezTo>
                <a:close/>
                <a:moveTo>
                  <a:pt x="271078" y="95227"/>
                </a:moveTo>
                <a:cubicBezTo>
                  <a:pt x="271078" y="102911"/>
                  <a:pt x="270066" y="109985"/>
                  <a:pt x="268042" y="116448"/>
                </a:cubicBezTo>
                <a:cubicBezTo>
                  <a:pt x="266018" y="122911"/>
                  <a:pt x="262999" y="128485"/>
                  <a:pt x="258985" y="133168"/>
                </a:cubicBezTo>
                <a:cubicBezTo>
                  <a:pt x="254972" y="137849"/>
                  <a:pt x="249946" y="141499"/>
                  <a:pt x="243908" y="144119"/>
                </a:cubicBezTo>
                <a:cubicBezTo>
                  <a:pt x="237870" y="146739"/>
                  <a:pt x="230873" y="148049"/>
                  <a:pt x="222915" y="148049"/>
                </a:cubicBezTo>
                <a:cubicBezTo>
                  <a:pt x="215167" y="148049"/>
                  <a:pt x="208414" y="146896"/>
                  <a:pt x="202656" y="144590"/>
                </a:cubicBezTo>
                <a:cubicBezTo>
                  <a:pt x="196897" y="142285"/>
                  <a:pt x="192098" y="138931"/>
                  <a:pt x="188259" y="134529"/>
                </a:cubicBezTo>
                <a:cubicBezTo>
                  <a:pt x="184420" y="130127"/>
                  <a:pt x="181558" y="124782"/>
                  <a:pt x="179673" y="118493"/>
                </a:cubicBezTo>
                <a:cubicBezTo>
                  <a:pt x="177789" y="112205"/>
                  <a:pt x="176846" y="105077"/>
                  <a:pt x="176846" y="97111"/>
                </a:cubicBezTo>
                <a:cubicBezTo>
                  <a:pt x="176846" y="89426"/>
                  <a:pt x="177841" y="82353"/>
                  <a:pt x="179830" y="75889"/>
                </a:cubicBezTo>
                <a:cubicBezTo>
                  <a:pt x="181820" y="69426"/>
                  <a:pt x="184821" y="63854"/>
                  <a:pt x="188835" y="59173"/>
                </a:cubicBezTo>
                <a:cubicBezTo>
                  <a:pt x="192848" y="54490"/>
                  <a:pt x="197857" y="50856"/>
                  <a:pt x="203860" y="48271"/>
                </a:cubicBezTo>
                <a:cubicBezTo>
                  <a:pt x="209863" y="45686"/>
                  <a:pt x="216878" y="44394"/>
                  <a:pt x="224905" y="44394"/>
                </a:cubicBezTo>
                <a:cubicBezTo>
                  <a:pt x="232653" y="44394"/>
                  <a:pt x="239406" y="45546"/>
                  <a:pt x="245165" y="47852"/>
                </a:cubicBezTo>
                <a:cubicBezTo>
                  <a:pt x="250923" y="50158"/>
                  <a:pt x="255722" y="53511"/>
                  <a:pt x="259561" y="57913"/>
                </a:cubicBezTo>
                <a:cubicBezTo>
                  <a:pt x="263400" y="62315"/>
                  <a:pt x="266279" y="67660"/>
                  <a:pt x="268199" y="73949"/>
                </a:cubicBezTo>
                <a:cubicBezTo>
                  <a:pt x="270119" y="80238"/>
                  <a:pt x="271078" y="87330"/>
                  <a:pt x="271078" y="95227"/>
                </a:cubicBezTo>
                <a:moveTo>
                  <a:pt x="252860" y="96326"/>
                </a:moveTo>
                <a:cubicBezTo>
                  <a:pt x="252860" y="91230"/>
                  <a:pt x="252389" y="86414"/>
                  <a:pt x="251447" y="81877"/>
                </a:cubicBezTo>
                <a:cubicBezTo>
                  <a:pt x="250504" y="77340"/>
                  <a:pt x="248951" y="73361"/>
                  <a:pt x="246787" y="69941"/>
                </a:cubicBezTo>
                <a:cubicBezTo>
                  <a:pt x="244624" y="66521"/>
                  <a:pt x="241692" y="63816"/>
                  <a:pt x="237992" y="61827"/>
                </a:cubicBezTo>
                <a:cubicBezTo>
                  <a:pt x="234293" y="59837"/>
                  <a:pt x="229686" y="58843"/>
                  <a:pt x="224172" y="58843"/>
                </a:cubicBezTo>
                <a:cubicBezTo>
                  <a:pt x="219076" y="58843"/>
                  <a:pt x="214696" y="59750"/>
                  <a:pt x="211032" y="61565"/>
                </a:cubicBezTo>
                <a:cubicBezTo>
                  <a:pt x="207367" y="63380"/>
                  <a:pt x="204348" y="65945"/>
                  <a:pt x="201975" y="69260"/>
                </a:cubicBezTo>
                <a:cubicBezTo>
                  <a:pt x="199602" y="72576"/>
                  <a:pt x="197839" y="76502"/>
                  <a:pt x="196688" y="81039"/>
                </a:cubicBezTo>
                <a:cubicBezTo>
                  <a:pt x="195536" y="85576"/>
                  <a:pt x="194960" y="90532"/>
                  <a:pt x="194960" y="95907"/>
                </a:cubicBezTo>
                <a:cubicBezTo>
                  <a:pt x="194960" y="101072"/>
                  <a:pt x="195431" y="105924"/>
                  <a:pt x="196373" y="110461"/>
                </a:cubicBezTo>
                <a:cubicBezTo>
                  <a:pt x="197316" y="114998"/>
                  <a:pt x="198886" y="118959"/>
                  <a:pt x="201085" y="122344"/>
                </a:cubicBezTo>
                <a:cubicBezTo>
                  <a:pt x="203284" y="125730"/>
                  <a:pt x="206233" y="128417"/>
                  <a:pt x="209932" y="130406"/>
                </a:cubicBezTo>
                <a:cubicBezTo>
                  <a:pt x="213632" y="132396"/>
                  <a:pt x="218239" y="133390"/>
                  <a:pt x="223753" y="133390"/>
                </a:cubicBezTo>
                <a:cubicBezTo>
                  <a:pt x="228779" y="133390"/>
                  <a:pt x="233141" y="132483"/>
                  <a:pt x="236841" y="130668"/>
                </a:cubicBezTo>
                <a:cubicBezTo>
                  <a:pt x="240540" y="128853"/>
                  <a:pt x="243577" y="126306"/>
                  <a:pt x="245950" y="123025"/>
                </a:cubicBezTo>
                <a:cubicBezTo>
                  <a:pt x="248323" y="119744"/>
                  <a:pt x="250068" y="115835"/>
                  <a:pt x="251185" y="111298"/>
                </a:cubicBezTo>
                <a:cubicBezTo>
                  <a:pt x="252302" y="106761"/>
                  <a:pt x="252860" y="101770"/>
                  <a:pt x="252860" y="96326"/>
                </a:cubicBezTo>
                <a:close/>
                <a:moveTo>
                  <a:pt x="383075" y="95017"/>
                </a:moveTo>
                <a:cubicBezTo>
                  <a:pt x="383075" y="103190"/>
                  <a:pt x="382185" y="110544"/>
                  <a:pt x="380405" y="117077"/>
                </a:cubicBezTo>
                <a:cubicBezTo>
                  <a:pt x="378625" y="123610"/>
                  <a:pt x="376008" y="129183"/>
                  <a:pt x="372552" y="133796"/>
                </a:cubicBezTo>
                <a:cubicBezTo>
                  <a:pt x="369097" y="138407"/>
                  <a:pt x="364857" y="141936"/>
                  <a:pt x="359831" y="144381"/>
                </a:cubicBezTo>
                <a:cubicBezTo>
                  <a:pt x="354805" y="146826"/>
                  <a:pt x="349047" y="148049"/>
                  <a:pt x="342555" y="148049"/>
                </a:cubicBezTo>
                <a:cubicBezTo>
                  <a:pt x="339554" y="148049"/>
                  <a:pt x="336779" y="147751"/>
                  <a:pt x="334231" y="147155"/>
                </a:cubicBezTo>
                <a:cubicBezTo>
                  <a:pt x="331684" y="146562"/>
                  <a:pt x="329188" y="145602"/>
                  <a:pt x="326745" y="144276"/>
                </a:cubicBezTo>
                <a:cubicBezTo>
                  <a:pt x="324302" y="142948"/>
                  <a:pt x="321859" y="141270"/>
                  <a:pt x="319416" y="139244"/>
                </a:cubicBezTo>
                <a:cubicBezTo>
                  <a:pt x="316973" y="137217"/>
                  <a:pt x="314390" y="134772"/>
                  <a:pt x="311668" y="131908"/>
                </a:cubicBezTo>
                <a:lnTo>
                  <a:pt x="311668" y="143357"/>
                </a:lnTo>
                <a:cubicBezTo>
                  <a:pt x="311668" y="143911"/>
                  <a:pt x="311529" y="144396"/>
                  <a:pt x="311249" y="144813"/>
                </a:cubicBezTo>
                <a:cubicBezTo>
                  <a:pt x="310970" y="145229"/>
                  <a:pt x="310516" y="145560"/>
                  <a:pt x="309888" y="145804"/>
                </a:cubicBezTo>
                <a:cubicBezTo>
                  <a:pt x="309260" y="146046"/>
                  <a:pt x="308475" y="146236"/>
                  <a:pt x="307532" y="146373"/>
                </a:cubicBezTo>
                <a:cubicBezTo>
                  <a:pt x="306590" y="146513"/>
                  <a:pt x="305386" y="146583"/>
                  <a:pt x="303920" y="146583"/>
                </a:cubicBezTo>
                <a:cubicBezTo>
                  <a:pt x="302524" y="146583"/>
                  <a:pt x="301338" y="146513"/>
                  <a:pt x="300360" y="146373"/>
                </a:cubicBezTo>
                <a:cubicBezTo>
                  <a:pt x="299383" y="146234"/>
                  <a:pt x="298580" y="146042"/>
                  <a:pt x="297952" y="145798"/>
                </a:cubicBezTo>
                <a:cubicBezTo>
                  <a:pt x="297324" y="145553"/>
                  <a:pt x="296905" y="145222"/>
                  <a:pt x="296696" y="144803"/>
                </a:cubicBezTo>
                <a:cubicBezTo>
                  <a:pt x="296486" y="144382"/>
                  <a:pt x="296382" y="143892"/>
                  <a:pt x="296382" y="143334"/>
                </a:cubicBezTo>
                <a:lnTo>
                  <a:pt x="296382" y="3354"/>
                </a:lnTo>
                <a:cubicBezTo>
                  <a:pt x="296382" y="2795"/>
                  <a:pt x="296504" y="2307"/>
                  <a:pt x="296748" y="1888"/>
                </a:cubicBezTo>
                <a:cubicBezTo>
                  <a:pt x="296992" y="1467"/>
                  <a:pt x="297446" y="1117"/>
                  <a:pt x="298109" y="838"/>
                </a:cubicBezTo>
                <a:cubicBezTo>
                  <a:pt x="298772" y="558"/>
                  <a:pt x="299662" y="349"/>
                  <a:pt x="300779" y="209"/>
                </a:cubicBezTo>
                <a:cubicBezTo>
                  <a:pt x="301896" y="70"/>
                  <a:pt x="303292" y="0"/>
                  <a:pt x="304967" y="0"/>
                </a:cubicBezTo>
                <a:cubicBezTo>
                  <a:pt x="306712" y="0"/>
                  <a:pt x="308143" y="70"/>
                  <a:pt x="309260" y="209"/>
                </a:cubicBezTo>
                <a:cubicBezTo>
                  <a:pt x="310377" y="349"/>
                  <a:pt x="311249" y="560"/>
                  <a:pt x="311878" y="841"/>
                </a:cubicBezTo>
                <a:cubicBezTo>
                  <a:pt x="312506" y="1120"/>
                  <a:pt x="312959" y="1470"/>
                  <a:pt x="313239" y="1891"/>
                </a:cubicBezTo>
                <a:cubicBezTo>
                  <a:pt x="313518" y="2310"/>
                  <a:pt x="313658" y="2799"/>
                  <a:pt x="313658" y="3357"/>
                </a:cubicBezTo>
                <a:lnTo>
                  <a:pt x="313658" y="59906"/>
                </a:lnTo>
                <a:cubicBezTo>
                  <a:pt x="316450" y="57042"/>
                  <a:pt x="319154" y="54632"/>
                  <a:pt x="321772" y="52675"/>
                </a:cubicBezTo>
                <a:cubicBezTo>
                  <a:pt x="324389" y="50718"/>
                  <a:pt x="326955" y="49129"/>
                  <a:pt x="329468" y="47908"/>
                </a:cubicBezTo>
                <a:cubicBezTo>
                  <a:pt x="331980" y="46684"/>
                  <a:pt x="334493" y="45793"/>
                  <a:pt x="337006" y="45235"/>
                </a:cubicBezTo>
                <a:cubicBezTo>
                  <a:pt x="339519" y="44674"/>
                  <a:pt x="342171" y="44394"/>
                  <a:pt x="344963" y="44394"/>
                </a:cubicBezTo>
                <a:cubicBezTo>
                  <a:pt x="351804" y="44394"/>
                  <a:pt x="357650" y="45757"/>
                  <a:pt x="362501" y="48484"/>
                </a:cubicBezTo>
                <a:cubicBezTo>
                  <a:pt x="367352" y="51208"/>
                  <a:pt x="371296" y="54858"/>
                  <a:pt x="374332" y="59435"/>
                </a:cubicBezTo>
                <a:cubicBezTo>
                  <a:pt x="377369" y="64011"/>
                  <a:pt x="379585" y="69374"/>
                  <a:pt x="380981" y="75523"/>
                </a:cubicBezTo>
                <a:cubicBezTo>
                  <a:pt x="382377" y="81670"/>
                  <a:pt x="383075" y="88168"/>
                  <a:pt x="383075" y="95017"/>
                </a:cubicBezTo>
                <a:moveTo>
                  <a:pt x="364857" y="97006"/>
                </a:moveTo>
                <a:cubicBezTo>
                  <a:pt x="364857" y="92184"/>
                  <a:pt x="364490" y="87500"/>
                  <a:pt x="363757" y="82957"/>
                </a:cubicBezTo>
                <a:cubicBezTo>
                  <a:pt x="363025" y="78413"/>
                  <a:pt x="361751" y="74394"/>
                  <a:pt x="359936" y="70900"/>
                </a:cubicBezTo>
                <a:cubicBezTo>
                  <a:pt x="358121" y="67405"/>
                  <a:pt x="355713" y="64592"/>
                  <a:pt x="352711" y="62461"/>
                </a:cubicBezTo>
                <a:cubicBezTo>
                  <a:pt x="349710" y="60328"/>
                  <a:pt x="345976" y="59261"/>
                  <a:pt x="341508" y="59261"/>
                </a:cubicBezTo>
                <a:cubicBezTo>
                  <a:pt x="339275" y="59261"/>
                  <a:pt x="337076" y="59577"/>
                  <a:pt x="334912" y="60207"/>
                </a:cubicBezTo>
                <a:cubicBezTo>
                  <a:pt x="332748" y="60835"/>
                  <a:pt x="330549" y="61883"/>
                  <a:pt x="328316" y="63351"/>
                </a:cubicBezTo>
                <a:cubicBezTo>
                  <a:pt x="326082" y="64819"/>
                  <a:pt x="323761" y="66707"/>
                  <a:pt x="321353" y="69015"/>
                </a:cubicBezTo>
                <a:cubicBezTo>
                  <a:pt x="318945" y="71323"/>
                  <a:pt x="316380" y="74225"/>
                  <a:pt x="313658" y="77722"/>
                </a:cubicBezTo>
                <a:lnTo>
                  <a:pt x="313658" y="115349"/>
                </a:lnTo>
                <a:cubicBezTo>
                  <a:pt x="318404" y="121153"/>
                  <a:pt x="322941" y="125577"/>
                  <a:pt x="327269" y="128620"/>
                </a:cubicBezTo>
                <a:cubicBezTo>
                  <a:pt x="331596" y="131661"/>
                  <a:pt x="336099" y="133181"/>
                  <a:pt x="340775" y="133181"/>
                </a:cubicBezTo>
                <a:cubicBezTo>
                  <a:pt x="345103" y="133181"/>
                  <a:pt x="348802" y="132133"/>
                  <a:pt x="351874" y="130037"/>
                </a:cubicBezTo>
                <a:cubicBezTo>
                  <a:pt x="354945" y="127938"/>
                  <a:pt x="357440" y="125159"/>
                  <a:pt x="359360" y="121700"/>
                </a:cubicBezTo>
                <a:cubicBezTo>
                  <a:pt x="361279" y="118240"/>
                  <a:pt x="362676" y="114361"/>
                  <a:pt x="363548" y="110061"/>
                </a:cubicBezTo>
                <a:cubicBezTo>
                  <a:pt x="364421" y="105762"/>
                  <a:pt x="364857" y="101410"/>
                  <a:pt x="364857" y="97006"/>
                </a:cubicBezTo>
                <a:close/>
                <a:moveTo>
                  <a:pt x="479545" y="143442"/>
                </a:moveTo>
                <a:cubicBezTo>
                  <a:pt x="479545" y="144279"/>
                  <a:pt x="479265" y="144908"/>
                  <a:pt x="478707" y="145326"/>
                </a:cubicBezTo>
                <a:cubicBezTo>
                  <a:pt x="478149" y="145745"/>
                  <a:pt x="477381" y="146059"/>
                  <a:pt x="476403" y="146269"/>
                </a:cubicBezTo>
                <a:cubicBezTo>
                  <a:pt x="475426" y="146478"/>
                  <a:pt x="473995" y="146583"/>
                  <a:pt x="472111" y="146583"/>
                </a:cubicBezTo>
                <a:cubicBezTo>
                  <a:pt x="470296" y="146583"/>
                  <a:pt x="468847" y="146478"/>
                  <a:pt x="467766" y="146269"/>
                </a:cubicBezTo>
                <a:cubicBezTo>
                  <a:pt x="466684" y="146059"/>
                  <a:pt x="465898" y="145745"/>
                  <a:pt x="465410" y="145326"/>
                </a:cubicBezTo>
                <a:cubicBezTo>
                  <a:pt x="464921" y="144908"/>
                  <a:pt x="464677" y="144279"/>
                  <a:pt x="464677" y="143442"/>
                </a:cubicBezTo>
                <a:lnTo>
                  <a:pt x="464677" y="134019"/>
                </a:lnTo>
                <a:cubicBezTo>
                  <a:pt x="460559" y="138416"/>
                  <a:pt x="455969" y="141854"/>
                  <a:pt x="450909" y="144332"/>
                </a:cubicBezTo>
                <a:cubicBezTo>
                  <a:pt x="445848" y="146810"/>
                  <a:pt x="440491" y="148049"/>
                  <a:pt x="434837" y="148049"/>
                </a:cubicBezTo>
                <a:cubicBezTo>
                  <a:pt x="429881" y="148049"/>
                  <a:pt x="425396" y="147400"/>
                  <a:pt x="421383" y="146102"/>
                </a:cubicBezTo>
                <a:cubicBezTo>
                  <a:pt x="417369" y="144804"/>
                  <a:pt x="413949" y="142927"/>
                  <a:pt x="411122" y="140471"/>
                </a:cubicBezTo>
                <a:cubicBezTo>
                  <a:pt x="408295" y="138015"/>
                  <a:pt x="406096" y="134998"/>
                  <a:pt x="404526" y="131421"/>
                </a:cubicBezTo>
                <a:cubicBezTo>
                  <a:pt x="402955" y="127841"/>
                  <a:pt x="402170" y="123771"/>
                  <a:pt x="402170" y="119210"/>
                </a:cubicBezTo>
                <a:cubicBezTo>
                  <a:pt x="402170" y="113877"/>
                  <a:pt x="403252" y="109246"/>
                  <a:pt x="405415" y="105317"/>
                </a:cubicBezTo>
                <a:cubicBezTo>
                  <a:pt x="407579" y="101389"/>
                  <a:pt x="410685" y="98127"/>
                  <a:pt x="414734" y="95531"/>
                </a:cubicBezTo>
                <a:cubicBezTo>
                  <a:pt x="418782" y="92933"/>
                  <a:pt x="423738" y="90985"/>
                  <a:pt x="429602" y="89687"/>
                </a:cubicBezTo>
                <a:cubicBezTo>
                  <a:pt x="435465" y="88389"/>
                  <a:pt x="442061" y="87740"/>
                  <a:pt x="449390" y="87740"/>
                </a:cubicBezTo>
                <a:lnTo>
                  <a:pt x="462373" y="87740"/>
                </a:lnTo>
                <a:lnTo>
                  <a:pt x="462373" y="80464"/>
                </a:lnTo>
                <a:cubicBezTo>
                  <a:pt x="462373" y="76860"/>
                  <a:pt x="461989" y="73672"/>
                  <a:pt x="461222" y="70900"/>
                </a:cubicBezTo>
                <a:cubicBezTo>
                  <a:pt x="460454" y="68127"/>
                  <a:pt x="459215" y="65823"/>
                  <a:pt x="457505" y="63986"/>
                </a:cubicBezTo>
                <a:cubicBezTo>
                  <a:pt x="455795" y="62149"/>
                  <a:pt x="453578" y="60763"/>
                  <a:pt x="450856" y="59827"/>
                </a:cubicBezTo>
                <a:cubicBezTo>
                  <a:pt x="448134" y="58892"/>
                  <a:pt x="444783" y="58424"/>
                  <a:pt x="440805" y="58424"/>
                </a:cubicBezTo>
                <a:cubicBezTo>
                  <a:pt x="436547" y="58424"/>
                  <a:pt x="432725" y="58924"/>
                  <a:pt x="429340" y="59926"/>
                </a:cubicBezTo>
                <a:cubicBezTo>
                  <a:pt x="425955" y="60927"/>
                  <a:pt x="422988" y="62032"/>
                  <a:pt x="420440" y="63240"/>
                </a:cubicBezTo>
                <a:cubicBezTo>
                  <a:pt x="417892" y="64448"/>
                  <a:pt x="415764" y="65553"/>
                  <a:pt x="414053" y="66555"/>
                </a:cubicBezTo>
                <a:cubicBezTo>
                  <a:pt x="412343" y="67556"/>
                  <a:pt x="411069" y="68056"/>
                  <a:pt x="410232" y="68056"/>
                </a:cubicBezTo>
                <a:cubicBezTo>
                  <a:pt x="409673" y="68056"/>
                  <a:pt x="409185" y="67917"/>
                  <a:pt x="408766" y="67638"/>
                </a:cubicBezTo>
                <a:cubicBezTo>
                  <a:pt x="408347" y="67358"/>
                  <a:pt x="407981" y="66940"/>
                  <a:pt x="407667" y="66381"/>
                </a:cubicBezTo>
                <a:cubicBezTo>
                  <a:pt x="407352" y="65823"/>
                  <a:pt x="407126" y="65107"/>
                  <a:pt x="406986" y="64235"/>
                </a:cubicBezTo>
                <a:cubicBezTo>
                  <a:pt x="406846" y="63362"/>
                  <a:pt x="406777" y="62402"/>
                  <a:pt x="406777" y="61355"/>
                </a:cubicBezTo>
                <a:cubicBezTo>
                  <a:pt x="406777" y="59610"/>
                  <a:pt x="406899" y="58232"/>
                  <a:pt x="407143" y="57220"/>
                </a:cubicBezTo>
                <a:cubicBezTo>
                  <a:pt x="407387" y="56208"/>
                  <a:pt x="407981" y="55248"/>
                  <a:pt x="408923" y="54340"/>
                </a:cubicBezTo>
                <a:cubicBezTo>
                  <a:pt x="409865" y="53433"/>
                  <a:pt x="411488" y="52376"/>
                  <a:pt x="413792" y="51170"/>
                </a:cubicBezTo>
                <a:cubicBezTo>
                  <a:pt x="416095" y="49961"/>
                  <a:pt x="418748" y="48858"/>
                  <a:pt x="421749" y="47859"/>
                </a:cubicBezTo>
                <a:cubicBezTo>
                  <a:pt x="424750" y="46860"/>
                  <a:pt x="428031" y="46033"/>
                  <a:pt x="431591" y="45379"/>
                </a:cubicBezTo>
                <a:cubicBezTo>
                  <a:pt x="435151" y="44722"/>
                  <a:pt x="438746" y="44394"/>
                  <a:pt x="442375" y="44394"/>
                </a:cubicBezTo>
                <a:cubicBezTo>
                  <a:pt x="449146" y="44394"/>
                  <a:pt x="454905" y="45161"/>
                  <a:pt x="459651" y="46697"/>
                </a:cubicBezTo>
                <a:cubicBezTo>
                  <a:pt x="464398" y="48233"/>
                  <a:pt x="468237" y="50484"/>
                  <a:pt x="471168" y="53450"/>
                </a:cubicBezTo>
                <a:cubicBezTo>
                  <a:pt x="474100" y="56417"/>
                  <a:pt x="476229" y="60099"/>
                  <a:pt x="477555" y="64496"/>
                </a:cubicBezTo>
                <a:cubicBezTo>
                  <a:pt x="478881" y="68894"/>
                  <a:pt x="479545" y="74024"/>
                  <a:pt x="479545" y="79888"/>
                </a:cubicBezTo>
                <a:lnTo>
                  <a:pt x="479545" y="143442"/>
                </a:lnTo>
                <a:moveTo>
                  <a:pt x="462373" y="100305"/>
                </a:moveTo>
                <a:lnTo>
                  <a:pt x="447610" y="100305"/>
                </a:lnTo>
                <a:cubicBezTo>
                  <a:pt x="442864" y="100305"/>
                  <a:pt x="438746" y="100707"/>
                  <a:pt x="435256" y="101512"/>
                </a:cubicBezTo>
                <a:cubicBezTo>
                  <a:pt x="431765" y="102317"/>
                  <a:pt x="428869" y="103508"/>
                  <a:pt x="426565" y="105085"/>
                </a:cubicBezTo>
                <a:cubicBezTo>
                  <a:pt x="424262" y="106660"/>
                  <a:pt x="422569" y="108550"/>
                  <a:pt x="421487" y="110755"/>
                </a:cubicBezTo>
                <a:cubicBezTo>
                  <a:pt x="420405" y="112960"/>
                  <a:pt x="419864" y="115498"/>
                  <a:pt x="419864" y="118369"/>
                </a:cubicBezTo>
                <a:cubicBezTo>
                  <a:pt x="419864" y="123270"/>
                  <a:pt x="421417" y="127174"/>
                  <a:pt x="424524" y="130079"/>
                </a:cubicBezTo>
                <a:cubicBezTo>
                  <a:pt x="427630" y="132985"/>
                  <a:pt x="431975" y="134437"/>
                  <a:pt x="437559" y="134437"/>
                </a:cubicBezTo>
                <a:cubicBezTo>
                  <a:pt x="442096" y="134437"/>
                  <a:pt x="446302" y="133282"/>
                  <a:pt x="450176" y="130972"/>
                </a:cubicBezTo>
                <a:cubicBezTo>
                  <a:pt x="454050" y="128662"/>
                  <a:pt x="458116" y="125127"/>
                  <a:pt x="462373" y="120365"/>
                </a:cubicBezTo>
                <a:lnTo>
                  <a:pt x="462373" y="100305"/>
                </a:lnTo>
                <a:close/>
                <a:moveTo>
                  <a:pt x="597504" y="95017"/>
                </a:moveTo>
                <a:cubicBezTo>
                  <a:pt x="597504" y="103190"/>
                  <a:pt x="596614" y="110544"/>
                  <a:pt x="594834" y="117077"/>
                </a:cubicBezTo>
                <a:cubicBezTo>
                  <a:pt x="593055" y="123610"/>
                  <a:pt x="590437" y="129183"/>
                  <a:pt x="586982" y="133796"/>
                </a:cubicBezTo>
                <a:cubicBezTo>
                  <a:pt x="583527" y="138407"/>
                  <a:pt x="579286" y="141936"/>
                  <a:pt x="574260" y="144381"/>
                </a:cubicBezTo>
                <a:cubicBezTo>
                  <a:pt x="569235" y="146826"/>
                  <a:pt x="563476" y="148049"/>
                  <a:pt x="556985" y="148049"/>
                </a:cubicBezTo>
                <a:cubicBezTo>
                  <a:pt x="553983" y="148049"/>
                  <a:pt x="551209" y="147751"/>
                  <a:pt x="548661" y="147155"/>
                </a:cubicBezTo>
                <a:cubicBezTo>
                  <a:pt x="546113" y="146562"/>
                  <a:pt x="543618" y="145602"/>
                  <a:pt x="541175" y="144276"/>
                </a:cubicBezTo>
                <a:cubicBezTo>
                  <a:pt x="538732" y="142948"/>
                  <a:pt x="536289" y="141270"/>
                  <a:pt x="533845" y="139244"/>
                </a:cubicBezTo>
                <a:cubicBezTo>
                  <a:pt x="531402" y="137217"/>
                  <a:pt x="528820" y="134772"/>
                  <a:pt x="526098" y="131908"/>
                </a:cubicBezTo>
                <a:lnTo>
                  <a:pt x="526098" y="143357"/>
                </a:lnTo>
                <a:cubicBezTo>
                  <a:pt x="526098" y="143911"/>
                  <a:pt x="525958" y="144396"/>
                  <a:pt x="525679" y="144813"/>
                </a:cubicBezTo>
                <a:cubicBezTo>
                  <a:pt x="525400" y="145229"/>
                  <a:pt x="524946" y="145560"/>
                  <a:pt x="524318" y="145804"/>
                </a:cubicBezTo>
                <a:cubicBezTo>
                  <a:pt x="523689" y="146046"/>
                  <a:pt x="522904" y="146236"/>
                  <a:pt x="521962" y="146373"/>
                </a:cubicBezTo>
                <a:cubicBezTo>
                  <a:pt x="521019" y="146513"/>
                  <a:pt x="519815" y="146583"/>
                  <a:pt x="518350" y="146583"/>
                </a:cubicBezTo>
                <a:cubicBezTo>
                  <a:pt x="516954" y="146583"/>
                  <a:pt x="515767" y="146513"/>
                  <a:pt x="514790" y="146373"/>
                </a:cubicBezTo>
                <a:cubicBezTo>
                  <a:pt x="513812" y="146234"/>
                  <a:pt x="513010" y="146042"/>
                  <a:pt x="512382" y="145798"/>
                </a:cubicBezTo>
                <a:cubicBezTo>
                  <a:pt x="511753" y="145553"/>
                  <a:pt x="511335" y="145222"/>
                  <a:pt x="511125" y="144803"/>
                </a:cubicBezTo>
                <a:cubicBezTo>
                  <a:pt x="510916" y="144382"/>
                  <a:pt x="510811" y="143892"/>
                  <a:pt x="510811" y="143334"/>
                </a:cubicBezTo>
                <a:lnTo>
                  <a:pt x="510811" y="3354"/>
                </a:lnTo>
                <a:cubicBezTo>
                  <a:pt x="510811" y="2795"/>
                  <a:pt x="510933" y="2307"/>
                  <a:pt x="511177" y="1888"/>
                </a:cubicBezTo>
                <a:cubicBezTo>
                  <a:pt x="511422" y="1467"/>
                  <a:pt x="511876" y="1117"/>
                  <a:pt x="512539" y="838"/>
                </a:cubicBezTo>
                <a:cubicBezTo>
                  <a:pt x="513202" y="558"/>
                  <a:pt x="514092" y="349"/>
                  <a:pt x="515209" y="209"/>
                </a:cubicBezTo>
                <a:cubicBezTo>
                  <a:pt x="516325" y="70"/>
                  <a:pt x="517721" y="0"/>
                  <a:pt x="519397" y="0"/>
                </a:cubicBezTo>
                <a:cubicBezTo>
                  <a:pt x="521142" y="0"/>
                  <a:pt x="522573" y="70"/>
                  <a:pt x="523689" y="209"/>
                </a:cubicBezTo>
                <a:cubicBezTo>
                  <a:pt x="524806" y="349"/>
                  <a:pt x="525679" y="560"/>
                  <a:pt x="526307" y="841"/>
                </a:cubicBezTo>
                <a:cubicBezTo>
                  <a:pt x="526935" y="1120"/>
                  <a:pt x="527389" y="1470"/>
                  <a:pt x="527668" y="1891"/>
                </a:cubicBezTo>
                <a:cubicBezTo>
                  <a:pt x="527947" y="2310"/>
                  <a:pt x="528087" y="2799"/>
                  <a:pt x="528087" y="3357"/>
                </a:cubicBezTo>
                <a:lnTo>
                  <a:pt x="528087" y="59906"/>
                </a:lnTo>
                <a:cubicBezTo>
                  <a:pt x="530879" y="57042"/>
                  <a:pt x="533584" y="54632"/>
                  <a:pt x="536201" y="52675"/>
                </a:cubicBezTo>
                <a:cubicBezTo>
                  <a:pt x="538819" y="50718"/>
                  <a:pt x="541384" y="49129"/>
                  <a:pt x="543897" y="47908"/>
                </a:cubicBezTo>
                <a:cubicBezTo>
                  <a:pt x="546410" y="46684"/>
                  <a:pt x="548923" y="45793"/>
                  <a:pt x="551435" y="45235"/>
                </a:cubicBezTo>
                <a:cubicBezTo>
                  <a:pt x="553948" y="44674"/>
                  <a:pt x="556601" y="44394"/>
                  <a:pt x="559393" y="44394"/>
                </a:cubicBezTo>
                <a:cubicBezTo>
                  <a:pt x="566233" y="44394"/>
                  <a:pt x="572079" y="45757"/>
                  <a:pt x="576930" y="48484"/>
                </a:cubicBezTo>
                <a:cubicBezTo>
                  <a:pt x="581782" y="51208"/>
                  <a:pt x="585725" y="54858"/>
                  <a:pt x="588762" y="59435"/>
                </a:cubicBezTo>
                <a:cubicBezTo>
                  <a:pt x="591798" y="64011"/>
                  <a:pt x="594014" y="69374"/>
                  <a:pt x="595410" y="75523"/>
                </a:cubicBezTo>
                <a:cubicBezTo>
                  <a:pt x="596806" y="81670"/>
                  <a:pt x="597504" y="88168"/>
                  <a:pt x="597504" y="95017"/>
                </a:cubicBezTo>
                <a:moveTo>
                  <a:pt x="579286" y="97006"/>
                </a:moveTo>
                <a:cubicBezTo>
                  <a:pt x="579286" y="92184"/>
                  <a:pt x="578920" y="87500"/>
                  <a:pt x="578187" y="82957"/>
                </a:cubicBezTo>
                <a:cubicBezTo>
                  <a:pt x="577454" y="78413"/>
                  <a:pt x="576180" y="74394"/>
                  <a:pt x="574365" y="70900"/>
                </a:cubicBezTo>
                <a:cubicBezTo>
                  <a:pt x="572550" y="67405"/>
                  <a:pt x="570142" y="64592"/>
                  <a:pt x="567141" y="62461"/>
                </a:cubicBezTo>
                <a:cubicBezTo>
                  <a:pt x="564139" y="60328"/>
                  <a:pt x="560405" y="59261"/>
                  <a:pt x="555938" y="59261"/>
                </a:cubicBezTo>
                <a:cubicBezTo>
                  <a:pt x="553704" y="59261"/>
                  <a:pt x="551505" y="59577"/>
                  <a:pt x="549341" y="60207"/>
                </a:cubicBezTo>
                <a:cubicBezTo>
                  <a:pt x="547178" y="60835"/>
                  <a:pt x="544979" y="61883"/>
                  <a:pt x="542745" y="63351"/>
                </a:cubicBezTo>
                <a:cubicBezTo>
                  <a:pt x="540512" y="64819"/>
                  <a:pt x="538191" y="66707"/>
                  <a:pt x="535782" y="69015"/>
                </a:cubicBezTo>
                <a:cubicBezTo>
                  <a:pt x="533374" y="71323"/>
                  <a:pt x="530809" y="74225"/>
                  <a:pt x="528087" y="77722"/>
                </a:cubicBezTo>
                <a:lnTo>
                  <a:pt x="528087" y="115349"/>
                </a:lnTo>
                <a:cubicBezTo>
                  <a:pt x="532833" y="121153"/>
                  <a:pt x="537370" y="125577"/>
                  <a:pt x="541698" y="128620"/>
                </a:cubicBezTo>
                <a:cubicBezTo>
                  <a:pt x="546026" y="131661"/>
                  <a:pt x="550528" y="133181"/>
                  <a:pt x="555205" y="133181"/>
                </a:cubicBezTo>
                <a:cubicBezTo>
                  <a:pt x="559532" y="133181"/>
                  <a:pt x="563232" y="132133"/>
                  <a:pt x="566303" y="130037"/>
                </a:cubicBezTo>
                <a:cubicBezTo>
                  <a:pt x="569374" y="127938"/>
                  <a:pt x="571870" y="125159"/>
                  <a:pt x="573789" y="121700"/>
                </a:cubicBezTo>
                <a:cubicBezTo>
                  <a:pt x="575709" y="118240"/>
                  <a:pt x="577105" y="114361"/>
                  <a:pt x="577977" y="110061"/>
                </a:cubicBezTo>
                <a:cubicBezTo>
                  <a:pt x="578850" y="105762"/>
                  <a:pt x="579286" y="101410"/>
                  <a:pt x="579286" y="97006"/>
                </a:cubicBezTo>
                <a:close/>
                <a:moveTo>
                  <a:pt x="640261" y="143337"/>
                </a:moveTo>
                <a:cubicBezTo>
                  <a:pt x="640261" y="143896"/>
                  <a:pt x="640122" y="144367"/>
                  <a:pt x="639843" y="144751"/>
                </a:cubicBezTo>
                <a:cubicBezTo>
                  <a:pt x="639563" y="145134"/>
                  <a:pt x="639110" y="145466"/>
                  <a:pt x="638482" y="145745"/>
                </a:cubicBezTo>
                <a:cubicBezTo>
                  <a:pt x="637853" y="146024"/>
                  <a:pt x="636981" y="146234"/>
                  <a:pt x="635864" y="146373"/>
                </a:cubicBezTo>
                <a:cubicBezTo>
                  <a:pt x="634747" y="146513"/>
                  <a:pt x="633316" y="146583"/>
                  <a:pt x="631571" y="146583"/>
                </a:cubicBezTo>
                <a:cubicBezTo>
                  <a:pt x="629896" y="146583"/>
                  <a:pt x="628500" y="146513"/>
                  <a:pt x="627383" y="146373"/>
                </a:cubicBezTo>
                <a:cubicBezTo>
                  <a:pt x="626266" y="146234"/>
                  <a:pt x="625376" y="146024"/>
                  <a:pt x="624713" y="145745"/>
                </a:cubicBezTo>
                <a:cubicBezTo>
                  <a:pt x="624050" y="145466"/>
                  <a:pt x="623596" y="145134"/>
                  <a:pt x="623352" y="144751"/>
                </a:cubicBezTo>
                <a:cubicBezTo>
                  <a:pt x="623108" y="144367"/>
                  <a:pt x="622986" y="143896"/>
                  <a:pt x="622986" y="143337"/>
                </a:cubicBezTo>
                <a:lnTo>
                  <a:pt x="622986" y="49105"/>
                </a:lnTo>
                <a:cubicBezTo>
                  <a:pt x="622986" y="48617"/>
                  <a:pt x="623108" y="48163"/>
                  <a:pt x="623352" y="47744"/>
                </a:cubicBezTo>
                <a:cubicBezTo>
                  <a:pt x="623596" y="47325"/>
                  <a:pt x="624050" y="46976"/>
                  <a:pt x="624713" y="46697"/>
                </a:cubicBezTo>
                <a:cubicBezTo>
                  <a:pt x="625376" y="46418"/>
                  <a:pt x="626266" y="46209"/>
                  <a:pt x="627383" y="46069"/>
                </a:cubicBezTo>
                <a:cubicBezTo>
                  <a:pt x="628500" y="45929"/>
                  <a:pt x="629896" y="45860"/>
                  <a:pt x="631571" y="45860"/>
                </a:cubicBezTo>
                <a:cubicBezTo>
                  <a:pt x="633316" y="45860"/>
                  <a:pt x="634747" y="45929"/>
                  <a:pt x="635864" y="46069"/>
                </a:cubicBezTo>
                <a:cubicBezTo>
                  <a:pt x="636981" y="46209"/>
                  <a:pt x="637853" y="46418"/>
                  <a:pt x="638482" y="46697"/>
                </a:cubicBezTo>
                <a:cubicBezTo>
                  <a:pt x="639110" y="46976"/>
                  <a:pt x="639563" y="47325"/>
                  <a:pt x="639843" y="47744"/>
                </a:cubicBezTo>
                <a:cubicBezTo>
                  <a:pt x="640122" y="48163"/>
                  <a:pt x="640261" y="48617"/>
                  <a:pt x="640261" y="49105"/>
                </a:cubicBezTo>
                <a:lnTo>
                  <a:pt x="640261" y="143337"/>
                </a:lnTo>
                <a:moveTo>
                  <a:pt x="642251" y="17171"/>
                </a:moveTo>
                <a:cubicBezTo>
                  <a:pt x="642251" y="21220"/>
                  <a:pt x="641483" y="23977"/>
                  <a:pt x="639947" y="25443"/>
                </a:cubicBezTo>
                <a:cubicBezTo>
                  <a:pt x="638412" y="26908"/>
                  <a:pt x="635585" y="27641"/>
                  <a:pt x="631466" y="27641"/>
                </a:cubicBezTo>
                <a:cubicBezTo>
                  <a:pt x="627418" y="27641"/>
                  <a:pt x="624643" y="26926"/>
                  <a:pt x="623143" y="25495"/>
                </a:cubicBezTo>
                <a:cubicBezTo>
                  <a:pt x="621642" y="24064"/>
                  <a:pt x="620892" y="21359"/>
                  <a:pt x="620892" y="17381"/>
                </a:cubicBezTo>
                <a:cubicBezTo>
                  <a:pt x="620892" y="13332"/>
                  <a:pt x="621659" y="10575"/>
                  <a:pt x="623195" y="9109"/>
                </a:cubicBezTo>
                <a:cubicBezTo>
                  <a:pt x="624731" y="7643"/>
                  <a:pt x="627558" y="6910"/>
                  <a:pt x="631676" y="6910"/>
                </a:cubicBezTo>
                <a:cubicBezTo>
                  <a:pt x="635724" y="6910"/>
                  <a:pt x="638499" y="7626"/>
                  <a:pt x="640000" y="9057"/>
                </a:cubicBezTo>
                <a:cubicBezTo>
                  <a:pt x="641500" y="10488"/>
                  <a:pt x="642251" y="13192"/>
                  <a:pt x="642251" y="17171"/>
                </a:cubicBezTo>
                <a:close/>
                <a:moveTo>
                  <a:pt x="689100" y="143334"/>
                </a:moveTo>
                <a:cubicBezTo>
                  <a:pt x="689100" y="143892"/>
                  <a:pt x="688961" y="144365"/>
                  <a:pt x="688681" y="144751"/>
                </a:cubicBezTo>
                <a:cubicBezTo>
                  <a:pt x="688402" y="145134"/>
                  <a:pt x="687948" y="145466"/>
                  <a:pt x="687320" y="145745"/>
                </a:cubicBezTo>
                <a:cubicBezTo>
                  <a:pt x="686692" y="146024"/>
                  <a:pt x="685819" y="146234"/>
                  <a:pt x="684703" y="146373"/>
                </a:cubicBezTo>
                <a:cubicBezTo>
                  <a:pt x="683586" y="146513"/>
                  <a:pt x="682155" y="146583"/>
                  <a:pt x="680410" y="146583"/>
                </a:cubicBezTo>
                <a:cubicBezTo>
                  <a:pt x="678735" y="146583"/>
                  <a:pt x="677339" y="146513"/>
                  <a:pt x="676222" y="146373"/>
                </a:cubicBezTo>
                <a:cubicBezTo>
                  <a:pt x="675105" y="146234"/>
                  <a:pt x="674215" y="146024"/>
                  <a:pt x="673552" y="145745"/>
                </a:cubicBezTo>
                <a:cubicBezTo>
                  <a:pt x="672889" y="145466"/>
                  <a:pt x="672435" y="145134"/>
                  <a:pt x="672191" y="144751"/>
                </a:cubicBezTo>
                <a:cubicBezTo>
                  <a:pt x="671946" y="144365"/>
                  <a:pt x="671824" y="143892"/>
                  <a:pt x="671824" y="143334"/>
                </a:cubicBezTo>
                <a:lnTo>
                  <a:pt x="671824" y="3354"/>
                </a:lnTo>
                <a:cubicBezTo>
                  <a:pt x="671824" y="2795"/>
                  <a:pt x="671946" y="2307"/>
                  <a:pt x="672191" y="1888"/>
                </a:cubicBezTo>
                <a:cubicBezTo>
                  <a:pt x="672435" y="1467"/>
                  <a:pt x="672889" y="1117"/>
                  <a:pt x="673552" y="838"/>
                </a:cubicBezTo>
                <a:cubicBezTo>
                  <a:pt x="674215" y="558"/>
                  <a:pt x="675105" y="349"/>
                  <a:pt x="676222" y="209"/>
                </a:cubicBezTo>
                <a:cubicBezTo>
                  <a:pt x="677339" y="70"/>
                  <a:pt x="678735" y="0"/>
                  <a:pt x="680410" y="0"/>
                </a:cubicBezTo>
                <a:cubicBezTo>
                  <a:pt x="682155" y="0"/>
                  <a:pt x="683586" y="70"/>
                  <a:pt x="684703" y="209"/>
                </a:cubicBezTo>
                <a:cubicBezTo>
                  <a:pt x="685819" y="349"/>
                  <a:pt x="686692" y="558"/>
                  <a:pt x="687320" y="838"/>
                </a:cubicBezTo>
                <a:cubicBezTo>
                  <a:pt x="687948" y="1117"/>
                  <a:pt x="688402" y="1467"/>
                  <a:pt x="688681" y="1888"/>
                </a:cubicBezTo>
                <a:cubicBezTo>
                  <a:pt x="688961" y="2307"/>
                  <a:pt x="689100" y="2795"/>
                  <a:pt x="689100" y="3354"/>
                </a:cubicBezTo>
                <a:lnTo>
                  <a:pt x="689100" y="143334"/>
                </a:lnTo>
                <a:close/>
                <a:moveTo>
                  <a:pt x="737938" y="143337"/>
                </a:moveTo>
                <a:cubicBezTo>
                  <a:pt x="737938" y="143896"/>
                  <a:pt x="737798" y="144367"/>
                  <a:pt x="737519" y="144751"/>
                </a:cubicBezTo>
                <a:cubicBezTo>
                  <a:pt x="737240" y="145134"/>
                  <a:pt x="736786" y="145466"/>
                  <a:pt x="736158" y="145745"/>
                </a:cubicBezTo>
                <a:cubicBezTo>
                  <a:pt x="735530" y="146024"/>
                  <a:pt x="734657" y="146234"/>
                  <a:pt x="733540" y="146373"/>
                </a:cubicBezTo>
                <a:cubicBezTo>
                  <a:pt x="732424" y="146513"/>
                  <a:pt x="730993" y="146583"/>
                  <a:pt x="729248" y="146583"/>
                </a:cubicBezTo>
                <a:cubicBezTo>
                  <a:pt x="727572" y="146583"/>
                  <a:pt x="726176" y="146513"/>
                  <a:pt x="725060" y="146373"/>
                </a:cubicBezTo>
                <a:cubicBezTo>
                  <a:pt x="723943" y="146234"/>
                  <a:pt x="723053" y="146024"/>
                  <a:pt x="722390" y="145745"/>
                </a:cubicBezTo>
                <a:cubicBezTo>
                  <a:pt x="721727" y="145466"/>
                  <a:pt x="721273" y="145134"/>
                  <a:pt x="721029" y="144751"/>
                </a:cubicBezTo>
                <a:cubicBezTo>
                  <a:pt x="720784" y="144367"/>
                  <a:pt x="720662" y="143896"/>
                  <a:pt x="720662" y="143337"/>
                </a:cubicBezTo>
                <a:lnTo>
                  <a:pt x="720662" y="49105"/>
                </a:lnTo>
                <a:cubicBezTo>
                  <a:pt x="720662" y="48617"/>
                  <a:pt x="720784" y="48163"/>
                  <a:pt x="721029" y="47744"/>
                </a:cubicBezTo>
                <a:cubicBezTo>
                  <a:pt x="721273" y="47325"/>
                  <a:pt x="721727" y="46976"/>
                  <a:pt x="722390" y="46697"/>
                </a:cubicBezTo>
                <a:cubicBezTo>
                  <a:pt x="723053" y="46418"/>
                  <a:pt x="723943" y="46209"/>
                  <a:pt x="725060" y="46069"/>
                </a:cubicBezTo>
                <a:cubicBezTo>
                  <a:pt x="726176" y="45929"/>
                  <a:pt x="727572" y="45860"/>
                  <a:pt x="729248" y="45860"/>
                </a:cubicBezTo>
                <a:cubicBezTo>
                  <a:pt x="730993" y="45860"/>
                  <a:pt x="732424" y="45929"/>
                  <a:pt x="733540" y="46069"/>
                </a:cubicBezTo>
                <a:cubicBezTo>
                  <a:pt x="734657" y="46209"/>
                  <a:pt x="735530" y="46418"/>
                  <a:pt x="736158" y="46697"/>
                </a:cubicBezTo>
                <a:cubicBezTo>
                  <a:pt x="736786" y="46976"/>
                  <a:pt x="737240" y="47325"/>
                  <a:pt x="737519" y="47744"/>
                </a:cubicBezTo>
                <a:cubicBezTo>
                  <a:pt x="737798" y="48163"/>
                  <a:pt x="737938" y="48617"/>
                  <a:pt x="737938" y="49105"/>
                </a:cubicBezTo>
                <a:lnTo>
                  <a:pt x="737938" y="143337"/>
                </a:lnTo>
                <a:moveTo>
                  <a:pt x="739927" y="17171"/>
                </a:moveTo>
                <a:cubicBezTo>
                  <a:pt x="739927" y="21220"/>
                  <a:pt x="739159" y="23977"/>
                  <a:pt x="737624" y="25443"/>
                </a:cubicBezTo>
                <a:cubicBezTo>
                  <a:pt x="736088" y="26908"/>
                  <a:pt x="733261" y="27641"/>
                  <a:pt x="729143" y="27641"/>
                </a:cubicBezTo>
                <a:cubicBezTo>
                  <a:pt x="725095" y="27641"/>
                  <a:pt x="722320" y="26926"/>
                  <a:pt x="720819" y="25495"/>
                </a:cubicBezTo>
                <a:cubicBezTo>
                  <a:pt x="719318" y="24064"/>
                  <a:pt x="718568" y="21359"/>
                  <a:pt x="718568" y="17381"/>
                </a:cubicBezTo>
                <a:cubicBezTo>
                  <a:pt x="718568" y="13332"/>
                  <a:pt x="719336" y="10575"/>
                  <a:pt x="720872" y="9109"/>
                </a:cubicBezTo>
                <a:cubicBezTo>
                  <a:pt x="722407" y="7643"/>
                  <a:pt x="725234" y="6910"/>
                  <a:pt x="729352" y="6910"/>
                </a:cubicBezTo>
                <a:cubicBezTo>
                  <a:pt x="733401" y="6910"/>
                  <a:pt x="736175" y="7626"/>
                  <a:pt x="737676" y="9057"/>
                </a:cubicBezTo>
                <a:cubicBezTo>
                  <a:pt x="739177" y="10488"/>
                  <a:pt x="739927" y="13192"/>
                  <a:pt x="739927" y="17171"/>
                </a:cubicBezTo>
                <a:close/>
                <a:moveTo>
                  <a:pt x="818501" y="136450"/>
                </a:moveTo>
                <a:cubicBezTo>
                  <a:pt x="818501" y="138489"/>
                  <a:pt x="818362" y="140107"/>
                  <a:pt x="818083" y="141302"/>
                </a:cubicBezTo>
                <a:cubicBezTo>
                  <a:pt x="817803" y="142497"/>
                  <a:pt x="817385" y="143376"/>
                  <a:pt x="816826" y="143939"/>
                </a:cubicBezTo>
                <a:cubicBezTo>
                  <a:pt x="816268" y="144500"/>
                  <a:pt x="815430" y="145027"/>
                  <a:pt x="814313" y="145519"/>
                </a:cubicBezTo>
                <a:cubicBezTo>
                  <a:pt x="813196" y="146012"/>
                  <a:pt x="811923" y="146417"/>
                  <a:pt x="810492" y="146733"/>
                </a:cubicBezTo>
                <a:cubicBezTo>
                  <a:pt x="809061" y="147050"/>
                  <a:pt x="807543" y="147313"/>
                  <a:pt x="805937" y="147522"/>
                </a:cubicBezTo>
                <a:cubicBezTo>
                  <a:pt x="804332" y="147734"/>
                  <a:pt x="802726" y="147839"/>
                  <a:pt x="801121" y="147839"/>
                </a:cubicBezTo>
                <a:cubicBezTo>
                  <a:pt x="796235" y="147839"/>
                  <a:pt x="792047" y="147194"/>
                  <a:pt x="788557" y="145902"/>
                </a:cubicBezTo>
                <a:cubicBezTo>
                  <a:pt x="785067" y="144609"/>
                  <a:pt x="782205" y="142652"/>
                  <a:pt x="779971" y="140032"/>
                </a:cubicBezTo>
                <a:cubicBezTo>
                  <a:pt x="777737" y="137411"/>
                  <a:pt x="776114" y="134091"/>
                  <a:pt x="775102" y="130073"/>
                </a:cubicBezTo>
                <a:cubicBezTo>
                  <a:pt x="774090" y="126053"/>
                  <a:pt x="773584" y="121317"/>
                  <a:pt x="773584" y="115866"/>
                </a:cubicBezTo>
                <a:lnTo>
                  <a:pt x="773584" y="60727"/>
                </a:lnTo>
                <a:lnTo>
                  <a:pt x="760392" y="60727"/>
                </a:lnTo>
                <a:cubicBezTo>
                  <a:pt x="759345" y="60727"/>
                  <a:pt x="758507" y="60166"/>
                  <a:pt x="757879" y="59042"/>
                </a:cubicBezTo>
                <a:cubicBezTo>
                  <a:pt x="757251" y="57917"/>
                  <a:pt x="756937" y="56088"/>
                  <a:pt x="756937" y="53555"/>
                </a:cubicBezTo>
                <a:cubicBezTo>
                  <a:pt x="756937" y="52220"/>
                  <a:pt x="757024" y="51096"/>
                  <a:pt x="757198" y="50182"/>
                </a:cubicBezTo>
                <a:cubicBezTo>
                  <a:pt x="757373" y="49268"/>
                  <a:pt x="757600" y="48512"/>
                  <a:pt x="757879" y="47914"/>
                </a:cubicBezTo>
                <a:cubicBezTo>
                  <a:pt x="758158" y="47317"/>
                  <a:pt x="758525" y="46895"/>
                  <a:pt x="758978" y="46648"/>
                </a:cubicBezTo>
                <a:cubicBezTo>
                  <a:pt x="759432" y="46402"/>
                  <a:pt x="759938" y="46278"/>
                  <a:pt x="760496" y="46278"/>
                </a:cubicBezTo>
                <a:lnTo>
                  <a:pt x="773584" y="46278"/>
                </a:lnTo>
                <a:lnTo>
                  <a:pt x="773584" y="23872"/>
                </a:lnTo>
                <a:cubicBezTo>
                  <a:pt x="773584" y="23383"/>
                  <a:pt x="773706" y="22930"/>
                  <a:pt x="773951" y="22511"/>
                </a:cubicBezTo>
                <a:cubicBezTo>
                  <a:pt x="774195" y="22092"/>
                  <a:pt x="774649" y="21726"/>
                  <a:pt x="775312" y="21412"/>
                </a:cubicBezTo>
                <a:cubicBezTo>
                  <a:pt x="775975" y="21097"/>
                  <a:pt x="776865" y="20871"/>
                  <a:pt x="777982" y="20731"/>
                </a:cubicBezTo>
                <a:cubicBezTo>
                  <a:pt x="779098" y="20591"/>
                  <a:pt x="780495" y="20522"/>
                  <a:pt x="782170" y="20522"/>
                </a:cubicBezTo>
                <a:cubicBezTo>
                  <a:pt x="783915" y="20522"/>
                  <a:pt x="785346" y="20591"/>
                  <a:pt x="786463" y="20731"/>
                </a:cubicBezTo>
                <a:cubicBezTo>
                  <a:pt x="787579" y="20871"/>
                  <a:pt x="788452" y="21097"/>
                  <a:pt x="789080" y="21412"/>
                </a:cubicBezTo>
                <a:cubicBezTo>
                  <a:pt x="789708" y="21726"/>
                  <a:pt x="790162" y="22092"/>
                  <a:pt x="790441" y="22511"/>
                </a:cubicBezTo>
                <a:cubicBezTo>
                  <a:pt x="790720" y="22930"/>
                  <a:pt x="790860" y="23383"/>
                  <a:pt x="790860" y="23872"/>
                </a:cubicBezTo>
                <a:lnTo>
                  <a:pt x="790860" y="46278"/>
                </a:lnTo>
                <a:lnTo>
                  <a:pt x="815046" y="46278"/>
                </a:lnTo>
                <a:cubicBezTo>
                  <a:pt x="815605" y="46278"/>
                  <a:pt x="816093" y="46402"/>
                  <a:pt x="816512" y="46648"/>
                </a:cubicBezTo>
                <a:cubicBezTo>
                  <a:pt x="816931" y="46895"/>
                  <a:pt x="817297" y="47317"/>
                  <a:pt x="817611" y="47914"/>
                </a:cubicBezTo>
                <a:cubicBezTo>
                  <a:pt x="817925" y="48512"/>
                  <a:pt x="818152" y="49268"/>
                  <a:pt x="818292" y="50182"/>
                </a:cubicBezTo>
                <a:cubicBezTo>
                  <a:pt x="818432" y="51096"/>
                  <a:pt x="818501" y="52220"/>
                  <a:pt x="818501" y="53555"/>
                </a:cubicBezTo>
                <a:cubicBezTo>
                  <a:pt x="818501" y="56088"/>
                  <a:pt x="818187" y="57917"/>
                  <a:pt x="817559" y="59042"/>
                </a:cubicBezTo>
                <a:cubicBezTo>
                  <a:pt x="816931" y="60166"/>
                  <a:pt x="816093" y="60727"/>
                  <a:pt x="815046" y="60727"/>
                </a:cubicBezTo>
                <a:lnTo>
                  <a:pt x="790860" y="60727"/>
                </a:lnTo>
                <a:lnTo>
                  <a:pt x="790860" y="113288"/>
                </a:lnTo>
                <a:cubicBezTo>
                  <a:pt x="790860" y="119779"/>
                  <a:pt x="791820" y="124683"/>
                  <a:pt x="793739" y="127998"/>
                </a:cubicBezTo>
                <a:cubicBezTo>
                  <a:pt x="795659" y="131314"/>
                  <a:pt x="799097" y="132972"/>
                  <a:pt x="804052" y="132972"/>
                </a:cubicBezTo>
                <a:cubicBezTo>
                  <a:pt x="805658" y="132972"/>
                  <a:pt x="807089" y="132815"/>
                  <a:pt x="808345" y="132500"/>
                </a:cubicBezTo>
                <a:cubicBezTo>
                  <a:pt x="809602" y="132186"/>
                  <a:pt x="810719" y="131855"/>
                  <a:pt x="811696" y="131506"/>
                </a:cubicBezTo>
                <a:cubicBezTo>
                  <a:pt x="812673" y="131157"/>
                  <a:pt x="813511" y="130825"/>
                  <a:pt x="814209" y="130511"/>
                </a:cubicBezTo>
                <a:cubicBezTo>
                  <a:pt x="814907" y="130197"/>
                  <a:pt x="815535" y="130040"/>
                  <a:pt x="816093" y="130040"/>
                </a:cubicBezTo>
                <a:cubicBezTo>
                  <a:pt x="816442" y="130040"/>
                  <a:pt x="816774" y="130127"/>
                  <a:pt x="817088" y="130302"/>
                </a:cubicBezTo>
                <a:cubicBezTo>
                  <a:pt x="817402" y="130476"/>
                  <a:pt x="817646" y="130808"/>
                  <a:pt x="817821" y="131296"/>
                </a:cubicBezTo>
                <a:cubicBezTo>
                  <a:pt x="817995" y="131785"/>
                  <a:pt x="818152" y="132450"/>
                  <a:pt x="818292" y="133292"/>
                </a:cubicBezTo>
                <a:cubicBezTo>
                  <a:pt x="818432" y="134132"/>
                  <a:pt x="818501" y="135185"/>
                  <a:pt x="818501" y="136450"/>
                </a:cubicBezTo>
                <a:close/>
                <a:moveTo>
                  <a:pt x="884159" y="145955"/>
                </a:moveTo>
                <a:lnTo>
                  <a:pt x="871595" y="180611"/>
                </a:lnTo>
                <a:cubicBezTo>
                  <a:pt x="871176" y="181728"/>
                  <a:pt x="870112" y="182583"/>
                  <a:pt x="868402" y="183176"/>
                </a:cubicBezTo>
                <a:cubicBezTo>
                  <a:pt x="866692" y="183770"/>
                  <a:pt x="864091" y="184066"/>
                  <a:pt x="860601" y="184066"/>
                </a:cubicBezTo>
                <a:cubicBezTo>
                  <a:pt x="858787" y="184066"/>
                  <a:pt x="857321" y="183979"/>
                  <a:pt x="856204" y="183804"/>
                </a:cubicBezTo>
                <a:cubicBezTo>
                  <a:pt x="855087" y="183630"/>
                  <a:pt x="854232" y="183333"/>
                  <a:pt x="853639" y="182914"/>
                </a:cubicBezTo>
                <a:cubicBezTo>
                  <a:pt x="853045" y="182496"/>
                  <a:pt x="852714" y="181937"/>
                  <a:pt x="852644" y="181239"/>
                </a:cubicBezTo>
                <a:cubicBezTo>
                  <a:pt x="852574" y="180541"/>
                  <a:pt x="852749" y="179704"/>
                  <a:pt x="853168" y="178726"/>
                </a:cubicBezTo>
                <a:lnTo>
                  <a:pt x="866151" y="145955"/>
                </a:lnTo>
                <a:cubicBezTo>
                  <a:pt x="865522" y="145675"/>
                  <a:pt x="864929" y="145222"/>
                  <a:pt x="864371" y="144594"/>
                </a:cubicBezTo>
                <a:cubicBezTo>
                  <a:pt x="863812" y="143965"/>
                  <a:pt x="863428" y="143302"/>
                  <a:pt x="863219" y="142604"/>
                </a:cubicBezTo>
                <a:lnTo>
                  <a:pt x="829610" y="52560"/>
                </a:lnTo>
                <a:cubicBezTo>
                  <a:pt x="829051" y="51095"/>
                  <a:pt x="828772" y="49943"/>
                  <a:pt x="828772" y="49105"/>
                </a:cubicBezTo>
                <a:cubicBezTo>
                  <a:pt x="828772" y="48268"/>
                  <a:pt x="829051" y="47605"/>
                  <a:pt x="829610" y="47116"/>
                </a:cubicBezTo>
                <a:cubicBezTo>
                  <a:pt x="830168" y="46627"/>
                  <a:pt x="831075" y="46296"/>
                  <a:pt x="832332" y="46121"/>
                </a:cubicBezTo>
                <a:cubicBezTo>
                  <a:pt x="833588" y="45947"/>
                  <a:pt x="835263" y="45860"/>
                  <a:pt x="837358" y="45860"/>
                </a:cubicBezTo>
                <a:cubicBezTo>
                  <a:pt x="839452" y="45860"/>
                  <a:pt x="841092" y="45912"/>
                  <a:pt x="842278" y="46017"/>
                </a:cubicBezTo>
                <a:cubicBezTo>
                  <a:pt x="843465" y="46121"/>
                  <a:pt x="844407" y="46313"/>
                  <a:pt x="845105" y="46592"/>
                </a:cubicBezTo>
                <a:cubicBezTo>
                  <a:pt x="845803" y="46872"/>
                  <a:pt x="846310" y="47273"/>
                  <a:pt x="846624" y="47796"/>
                </a:cubicBezTo>
                <a:cubicBezTo>
                  <a:pt x="846938" y="48320"/>
                  <a:pt x="847269" y="49035"/>
                  <a:pt x="847618" y="49943"/>
                </a:cubicBezTo>
                <a:lnTo>
                  <a:pt x="874527" y="125538"/>
                </a:lnTo>
                <a:lnTo>
                  <a:pt x="874841" y="125538"/>
                </a:lnTo>
                <a:lnTo>
                  <a:pt x="900807" y="49524"/>
                </a:lnTo>
                <a:cubicBezTo>
                  <a:pt x="901226" y="48198"/>
                  <a:pt x="901732" y="47343"/>
                  <a:pt x="902325" y="46959"/>
                </a:cubicBezTo>
                <a:cubicBezTo>
                  <a:pt x="902918" y="46575"/>
                  <a:pt x="903808" y="46296"/>
                  <a:pt x="904995" y="46121"/>
                </a:cubicBezTo>
                <a:cubicBezTo>
                  <a:pt x="906182" y="45947"/>
                  <a:pt x="907892" y="45860"/>
                  <a:pt x="910125" y="45860"/>
                </a:cubicBezTo>
                <a:cubicBezTo>
                  <a:pt x="912080" y="45860"/>
                  <a:pt x="913685" y="45947"/>
                  <a:pt x="914942" y="46121"/>
                </a:cubicBezTo>
                <a:cubicBezTo>
                  <a:pt x="916198" y="46296"/>
                  <a:pt x="917123" y="46627"/>
                  <a:pt x="917716" y="47116"/>
                </a:cubicBezTo>
                <a:cubicBezTo>
                  <a:pt x="918310" y="47605"/>
                  <a:pt x="918606" y="48268"/>
                  <a:pt x="918606" y="49105"/>
                </a:cubicBezTo>
                <a:cubicBezTo>
                  <a:pt x="918606" y="49943"/>
                  <a:pt x="918397" y="50990"/>
                  <a:pt x="917978" y="52246"/>
                </a:cubicBezTo>
                <a:lnTo>
                  <a:pt x="884159" y="145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Text 4)OurObjective">
            <a:extLst xmlns:a="http://schemas.openxmlformats.org/drawingml/2006/main">
              <a:ext uri="{FF2B5EF4-FFF2-40B4-BE49-F238E27FC236}">
                <a16:creationId xmlns:a16="http://schemas.microsoft.com/office/drawing/2014/main" id="{DD835A84-8D3D-4ACD-A308-9DC013F9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0671" y="6274142"/>
            <a:ext cx="1624150" cy="212761"/>
          </a:xfrm>
          <a:custGeom xmlns:a="http://schemas.openxmlformats.org/drawingml/2006/main">
            <a:pathLst>
              <a:path w="1624150" h="212761">
                <a:moveTo>
                  <a:pt x="114107" y="125042"/>
                </a:moveTo>
                <a:cubicBezTo>
                  <a:pt x="114107" y="129083"/>
                  <a:pt x="113691" y="132154"/>
                  <a:pt x="112859" y="134254"/>
                </a:cubicBezTo>
                <a:cubicBezTo>
                  <a:pt x="112027" y="136353"/>
                  <a:pt x="110897" y="137403"/>
                  <a:pt x="109471" y="137403"/>
                </a:cubicBezTo>
                <a:lnTo>
                  <a:pt x="95802" y="137403"/>
                </a:lnTo>
                <a:lnTo>
                  <a:pt x="95802" y="165217"/>
                </a:lnTo>
                <a:cubicBezTo>
                  <a:pt x="95802" y="166009"/>
                  <a:pt x="95564" y="166703"/>
                  <a:pt x="95089" y="167297"/>
                </a:cubicBezTo>
                <a:cubicBezTo>
                  <a:pt x="94613" y="167891"/>
                  <a:pt x="93781" y="168386"/>
                  <a:pt x="92593" y="168783"/>
                </a:cubicBezTo>
                <a:cubicBezTo>
                  <a:pt x="91404" y="169179"/>
                  <a:pt x="89859" y="169476"/>
                  <a:pt x="87957" y="169674"/>
                </a:cubicBezTo>
                <a:cubicBezTo>
                  <a:pt x="86055" y="169872"/>
                  <a:pt x="83599" y="169971"/>
                  <a:pt x="80588" y="169971"/>
                </a:cubicBezTo>
                <a:cubicBezTo>
                  <a:pt x="77735" y="169971"/>
                  <a:pt x="75338" y="169872"/>
                  <a:pt x="73397" y="169674"/>
                </a:cubicBezTo>
                <a:cubicBezTo>
                  <a:pt x="71455" y="169476"/>
                  <a:pt x="69910" y="169179"/>
                  <a:pt x="68761" y="168783"/>
                </a:cubicBezTo>
                <a:cubicBezTo>
                  <a:pt x="67612" y="168386"/>
                  <a:pt x="66820" y="167891"/>
                  <a:pt x="66384" y="167297"/>
                </a:cubicBezTo>
                <a:cubicBezTo>
                  <a:pt x="65948" y="166703"/>
                  <a:pt x="65730" y="166009"/>
                  <a:pt x="65730" y="165217"/>
                </a:cubicBezTo>
                <a:lnTo>
                  <a:pt x="65730" y="137403"/>
                </a:lnTo>
                <a:lnTo>
                  <a:pt x="6894" y="137403"/>
                </a:lnTo>
                <a:cubicBezTo>
                  <a:pt x="5785" y="137403"/>
                  <a:pt x="4794" y="137265"/>
                  <a:pt x="3922" y="136987"/>
                </a:cubicBezTo>
                <a:cubicBezTo>
                  <a:pt x="3051" y="136710"/>
                  <a:pt x="2318" y="136076"/>
                  <a:pt x="1723" y="135086"/>
                </a:cubicBezTo>
                <a:cubicBezTo>
                  <a:pt x="1129" y="134095"/>
                  <a:pt x="693" y="132669"/>
                  <a:pt x="416" y="130807"/>
                </a:cubicBezTo>
                <a:cubicBezTo>
                  <a:pt x="139" y="128944"/>
                  <a:pt x="0" y="126468"/>
                  <a:pt x="0" y="123378"/>
                </a:cubicBezTo>
                <a:cubicBezTo>
                  <a:pt x="0" y="120842"/>
                  <a:pt x="59" y="118643"/>
                  <a:pt x="178" y="116781"/>
                </a:cubicBezTo>
                <a:cubicBezTo>
                  <a:pt x="297" y="114919"/>
                  <a:pt x="495" y="113235"/>
                  <a:pt x="773" y="111729"/>
                </a:cubicBezTo>
                <a:cubicBezTo>
                  <a:pt x="1050" y="110224"/>
                  <a:pt x="1446" y="108797"/>
                  <a:pt x="1961" y="107450"/>
                </a:cubicBezTo>
                <a:cubicBezTo>
                  <a:pt x="2476" y="106103"/>
                  <a:pt x="3130" y="104677"/>
                  <a:pt x="3922" y="103171"/>
                </a:cubicBezTo>
                <a:lnTo>
                  <a:pt x="51705" y="18899"/>
                </a:lnTo>
                <a:cubicBezTo>
                  <a:pt x="52101" y="18186"/>
                  <a:pt x="52774" y="17572"/>
                  <a:pt x="53725" y="17057"/>
                </a:cubicBezTo>
                <a:cubicBezTo>
                  <a:pt x="54676" y="16541"/>
                  <a:pt x="56003" y="16106"/>
                  <a:pt x="57707" y="15749"/>
                </a:cubicBezTo>
                <a:cubicBezTo>
                  <a:pt x="59411" y="15393"/>
                  <a:pt x="61570" y="15135"/>
                  <a:pt x="64185" y="14976"/>
                </a:cubicBezTo>
                <a:cubicBezTo>
                  <a:pt x="66800" y="14818"/>
                  <a:pt x="69970" y="14739"/>
                  <a:pt x="73694" y="14739"/>
                </a:cubicBezTo>
                <a:cubicBezTo>
                  <a:pt x="77735" y="14739"/>
                  <a:pt x="81182" y="14838"/>
                  <a:pt x="84035" y="15036"/>
                </a:cubicBezTo>
                <a:cubicBezTo>
                  <a:pt x="86887" y="15234"/>
                  <a:pt x="89166" y="15551"/>
                  <a:pt x="90869" y="15987"/>
                </a:cubicBezTo>
                <a:cubicBezTo>
                  <a:pt x="92573" y="16423"/>
                  <a:pt x="93821" y="16957"/>
                  <a:pt x="94613" y="17591"/>
                </a:cubicBezTo>
                <a:cubicBezTo>
                  <a:pt x="95406" y="18225"/>
                  <a:pt x="95802" y="18978"/>
                  <a:pt x="95802" y="19850"/>
                </a:cubicBezTo>
                <a:lnTo>
                  <a:pt x="95802" y="112443"/>
                </a:lnTo>
                <a:lnTo>
                  <a:pt x="109471" y="112443"/>
                </a:lnTo>
                <a:cubicBezTo>
                  <a:pt x="110739" y="112443"/>
                  <a:pt x="111828" y="113413"/>
                  <a:pt x="112740" y="115355"/>
                </a:cubicBezTo>
                <a:cubicBezTo>
                  <a:pt x="113651" y="117296"/>
                  <a:pt x="114107" y="120525"/>
                  <a:pt x="114107" y="125042"/>
                </a:cubicBezTo>
                <a:moveTo>
                  <a:pt x="65730" y="41839"/>
                </a:moveTo>
                <a:lnTo>
                  <a:pt x="65492" y="41839"/>
                </a:lnTo>
                <a:lnTo>
                  <a:pt x="24961" y="112443"/>
                </a:lnTo>
                <a:lnTo>
                  <a:pt x="65730" y="112443"/>
                </a:lnTo>
                <a:lnTo>
                  <a:pt x="65730" y="41839"/>
                </a:lnTo>
                <a:close/>
                <a:moveTo>
                  <a:pt x="183101" y="105370"/>
                </a:moveTo>
                <a:cubicBezTo>
                  <a:pt x="183101" y="114329"/>
                  <a:pt x="182586" y="123150"/>
                  <a:pt x="181556" y="131832"/>
                </a:cubicBezTo>
                <a:cubicBezTo>
                  <a:pt x="180526" y="140514"/>
                  <a:pt x="178961" y="149116"/>
                  <a:pt x="176861" y="157639"/>
                </a:cubicBezTo>
                <a:cubicBezTo>
                  <a:pt x="174761" y="166163"/>
                  <a:pt x="172146" y="174607"/>
                  <a:pt x="169016" y="182972"/>
                </a:cubicBezTo>
                <a:cubicBezTo>
                  <a:pt x="165886" y="191337"/>
                  <a:pt x="162182" y="199641"/>
                  <a:pt x="157903" y="207884"/>
                </a:cubicBezTo>
                <a:cubicBezTo>
                  <a:pt x="157665" y="208441"/>
                  <a:pt x="157249" y="208938"/>
                  <a:pt x="156655" y="209374"/>
                </a:cubicBezTo>
                <a:cubicBezTo>
                  <a:pt x="156061" y="209810"/>
                  <a:pt x="155229" y="210166"/>
                  <a:pt x="154159" y="210443"/>
                </a:cubicBezTo>
                <a:cubicBezTo>
                  <a:pt x="153089" y="210721"/>
                  <a:pt x="151762" y="210939"/>
                  <a:pt x="150177" y="211097"/>
                </a:cubicBezTo>
                <a:cubicBezTo>
                  <a:pt x="148592" y="211256"/>
                  <a:pt x="146690" y="211335"/>
                  <a:pt x="144472" y="211335"/>
                </a:cubicBezTo>
                <a:cubicBezTo>
                  <a:pt x="141223" y="211335"/>
                  <a:pt x="138707" y="211176"/>
                  <a:pt x="136924" y="210859"/>
                </a:cubicBezTo>
                <a:cubicBezTo>
                  <a:pt x="135141" y="210543"/>
                  <a:pt x="133814" y="210067"/>
                  <a:pt x="132942" y="209433"/>
                </a:cubicBezTo>
                <a:cubicBezTo>
                  <a:pt x="132070" y="208799"/>
                  <a:pt x="131635" y="208025"/>
                  <a:pt x="131635" y="207112"/>
                </a:cubicBezTo>
                <a:cubicBezTo>
                  <a:pt x="131635" y="206200"/>
                  <a:pt x="131872" y="205111"/>
                  <a:pt x="132348" y="203843"/>
                </a:cubicBezTo>
                <a:cubicBezTo>
                  <a:pt x="138925" y="188302"/>
                  <a:pt x="143937" y="172306"/>
                  <a:pt x="147384" y="155857"/>
                </a:cubicBezTo>
                <a:cubicBezTo>
                  <a:pt x="150831" y="139404"/>
                  <a:pt x="152554" y="122496"/>
                  <a:pt x="152554" y="105133"/>
                </a:cubicBezTo>
                <a:cubicBezTo>
                  <a:pt x="152554" y="87848"/>
                  <a:pt x="150851" y="70981"/>
                  <a:pt x="147443" y="54531"/>
                </a:cubicBezTo>
                <a:cubicBezTo>
                  <a:pt x="144036" y="38079"/>
                  <a:pt x="138964" y="22122"/>
                  <a:pt x="132229" y="6660"/>
                </a:cubicBezTo>
                <a:cubicBezTo>
                  <a:pt x="131833" y="5630"/>
                  <a:pt x="131694" y="4679"/>
                  <a:pt x="131813" y="3807"/>
                </a:cubicBezTo>
                <a:cubicBezTo>
                  <a:pt x="131932" y="2933"/>
                  <a:pt x="132486" y="2219"/>
                  <a:pt x="133477" y="1664"/>
                </a:cubicBezTo>
                <a:cubicBezTo>
                  <a:pt x="134467" y="1109"/>
                  <a:pt x="135854" y="693"/>
                  <a:pt x="137637" y="416"/>
                </a:cubicBezTo>
                <a:cubicBezTo>
                  <a:pt x="139420" y="139"/>
                  <a:pt x="141777" y="0"/>
                  <a:pt x="144709" y="0"/>
                </a:cubicBezTo>
                <a:cubicBezTo>
                  <a:pt x="147166" y="0"/>
                  <a:pt x="149186" y="59"/>
                  <a:pt x="150771" y="178"/>
                </a:cubicBezTo>
                <a:cubicBezTo>
                  <a:pt x="152356" y="297"/>
                  <a:pt x="153664" y="495"/>
                  <a:pt x="154694" y="773"/>
                </a:cubicBezTo>
                <a:cubicBezTo>
                  <a:pt x="155724" y="1050"/>
                  <a:pt x="156457" y="1347"/>
                  <a:pt x="156893" y="1664"/>
                </a:cubicBezTo>
                <a:cubicBezTo>
                  <a:pt x="157328" y="1981"/>
                  <a:pt x="157665" y="2338"/>
                  <a:pt x="157903" y="2734"/>
                </a:cubicBezTo>
                <a:cubicBezTo>
                  <a:pt x="166144" y="19384"/>
                  <a:pt x="172404" y="36213"/>
                  <a:pt x="176683" y="53220"/>
                </a:cubicBezTo>
                <a:cubicBezTo>
                  <a:pt x="180962" y="70227"/>
                  <a:pt x="183101" y="87610"/>
                  <a:pt x="183101" y="105370"/>
                </a:cubicBezTo>
                <a:close/>
                <a:moveTo>
                  <a:pt x="405709" y="90568"/>
                </a:moveTo>
                <a:cubicBezTo>
                  <a:pt x="405709" y="103346"/>
                  <a:pt x="404125" y="114774"/>
                  <a:pt x="400955" y="124852"/>
                </a:cubicBezTo>
                <a:cubicBezTo>
                  <a:pt x="397785" y="134931"/>
                  <a:pt x="393070" y="143483"/>
                  <a:pt x="386810" y="150508"/>
                </a:cubicBezTo>
                <a:cubicBezTo>
                  <a:pt x="380550" y="157531"/>
                  <a:pt x="372805" y="162887"/>
                  <a:pt x="363573" y="166576"/>
                </a:cubicBezTo>
                <a:cubicBezTo>
                  <a:pt x="354342" y="170266"/>
                  <a:pt x="343664" y="172111"/>
                  <a:pt x="331540" y="172111"/>
                </a:cubicBezTo>
                <a:cubicBezTo>
                  <a:pt x="319575" y="172111"/>
                  <a:pt x="309135" y="170543"/>
                  <a:pt x="300220" y="167408"/>
                </a:cubicBezTo>
                <a:cubicBezTo>
                  <a:pt x="291306" y="164273"/>
                  <a:pt x="283877" y="159492"/>
                  <a:pt x="277934" y="153063"/>
                </a:cubicBezTo>
                <a:cubicBezTo>
                  <a:pt x="271991" y="146635"/>
                  <a:pt x="267533" y="138462"/>
                  <a:pt x="264562" y="128545"/>
                </a:cubicBezTo>
                <a:cubicBezTo>
                  <a:pt x="261590" y="118625"/>
                  <a:pt x="260105" y="106878"/>
                  <a:pt x="260105" y="93306"/>
                </a:cubicBezTo>
                <a:cubicBezTo>
                  <a:pt x="260105" y="80848"/>
                  <a:pt x="261689" y="69639"/>
                  <a:pt x="264859" y="59679"/>
                </a:cubicBezTo>
                <a:cubicBezTo>
                  <a:pt x="268029" y="49720"/>
                  <a:pt x="272743" y="41248"/>
                  <a:pt x="279004" y="34265"/>
                </a:cubicBezTo>
                <a:cubicBezTo>
                  <a:pt x="285264" y="27280"/>
                  <a:pt x="293009" y="21922"/>
                  <a:pt x="302241" y="18193"/>
                </a:cubicBezTo>
                <a:cubicBezTo>
                  <a:pt x="311472" y="14464"/>
                  <a:pt x="322190" y="12599"/>
                  <a:pt x="334393" y="12599"/>
                </a:cubicBezTo>
                <a:cubicBezTo>
                  <a:pt x="346041" y="12599"/>
                  <a:pt x="356323" y="14147"/>
                  <a:pt x="365237" y="17242"/>
                </a:cubicBezTo>
                <a:cubicBezTo>
                  <a:pt x="374152" y="20338"/>
                  <a:pt x="381600" y="25099"/>
                  <a:pt x="387583" y="31528"/>
                </a:cubicBezTo>
                <a:cubicBezTo>
                  <a:pt x="393566" y="37954"/>
                  <a:pt x="398082" y="46067"/>
                  <a:pt x="401133" y="55868"/>
                </a:cubicBezTo>
                <a:cubicBezTo>
                  <a:pt x="404184" y="65669"/>
                  <a:pt x="405709" y="77236"/>
                  <a:pt x="405709" y="90568"/>
                </a:cubicBezTo>
                <a:moveTo>
                  <a:pt x="372904" y="92177"/>
                </a:moveTo>
                <a:cubicBezTo>
                  <a:pt x="372904" y="84084"/>
                  <a:pt x="372270" y="76726"/>
                  <a:pt x="371002" y="70102"/>
                </a:cubicBezTo>
                <a:cubicBezTo>
                  <a:pt x="369734" y="63478"/>
                  <a:pt x="367575" y="57806"/>
                  <a:pt x="364524" y="53086"/>
                </a:cubicBezTo>
                <a:cubicBezTo>
                  <a:pt x="361473" y="48367"/>
                  <a:pt x="357412" y="44718"/>
                  <a:pt x="352341" y="42140"/>
                </a:cubicBezTo>
                <a:cubicBezTo>
                  <a:pt x="347269" y="39562"/>
                  <a:pt x="340930" y="38273"/>
                  <a:pt x="333323" y="38273"/>
                </a:cubicBezTo>
                <a:cubicBezTo>
                  <a:pt x="325637" y="38273"/>
                  <a:pt x="319218" y="39722"/>
                  <a:pt x="314068" y="42619"/>
                </a:cubicBezTo>
                <a:cubicBezTo>
                  <a:pt x="308917" y="45514"/>
                  <a:pt x="304757" y="49381"/>
                  <a:pt x="301587" y="54219"/>
                </a:cubicBezTo>
                <a:cubicBezTo>
                  <a:pt x="298417" y="59058"/>
                  <a:pt x="296179" y="64710"/>
                  <a:pt x="294871" y="71175"/>
                </a:cubicBezTo>
                <a:cubicBezTo>
                  <a:pt x="293564" y="77641"/>
                  <a:pt x="292910" y="84483"/>
                  <a:pt x="292910" y="91701"/>
                </a:cubicBezTo>
                <a:cubicBezTo>
                  <a:pt x="292910" y="100111"/>
                  <a:pt x="293544" y="107667"/>
                  <a:pt x="294812" y="114370"/>
                </a:cubicBezTo>
                <a:cubicBezTo>
                  <a:pt x="296080" y="121074"/>
                  <a:pt x="298219" y="126805"/>
                  <a:pt x="301231" y="131564"/>
                </a:cubicBezTo>
                <a:cubicBezTo>
                  <a:pt x="304242" y="136324"/>
                  <a:pt x="308283" y="139953"/>
                  <a:pt x="313354" y="142451"/>
                </a:cubicBezTo>
                <a:cubicBezTo>
                  <a:pt x="318426" y="144950"/>
                  <a:pt x="324805" y="146199"/>
                  <a:pt x="332491" y="146199"/>
                </a:cubicBezTo>
                <a:cubicBezTo>
                  <a:pt x="340177" y="146199"/>
                  <a:pt x="346596" y="144772"/>
                  <a:pt x="351746" y="141916"/>
                </a:cubicBezTo>
                <a:cubicBezTo>
                  <a:pt x="356897" y="139059"/>
                  <a:pt x="361057" y="135171"/>
                  <a:pt x="364227" y="130253"/>
                </a:cubicBezTo>
                <a:cubicBezTo>
                  <a:pt x="367397" y="125335"/>
                  <a:pt x="369635" y="119604"/>
                  <a:pt x="370943" y="113059"/>
                </a:cubicBezTo>
                <a:cubicBezTo>
                  <a:pt x="372250" y="106514"/>
                  <a:pt x="372904" y="99554"/>
                  <a:pt x="372904" y="92177"/>
                </a:cubicBezTo>
                <a:close/>
                <a:moveTo>
                  <a:pt x="528669" y="165217"/>
                </a:moveTo>
                <a:cubicBezTo>
                  <a:pt x="528669" y="166009"/>
                  <a:pt x="528471" y="166703"/>
                  <a:pt x="528074" y="167297"/>
                </a:cubicBezTo>
                <a:cubicBezTo>
                  <a:pt x="527678" y="167891"/>
                  <a:pt x="526985" y="168386"/>
                  <a:pt x="525994" y="168783"/>
                </a:cubicBezTo>
                <a:cubicBezTo>
                  <a:pt x="525004" y="169179"/>
                  <a:pt x="523696" y="169476"/>
                  <a:pt x="522072" y="169674"/>
                </a:cubicBezTo>
                <a:cubicBezTo>
                  <a:pt x="520447" y="169872"/>
                  <a:pt x="518407" y="169971"/>
                  <a:pt x="515951" y="169971"/>
                </a:cubicBezTo>
                <a:cubicBezTo>
                  <a:pt x="513336" y="169971"/>
                  <a:pt x="511216" y="169872"/>
                  <a:pt x="509591" y="169674"/>
                </a:cubicBezTo>
                <a:cubicBezTo>
                  <a:pt x="507967" y="169476"/>
                  <a:pt x="506679" y="169179"/>
                  <a:pt x="505729" y="168783"/>
                </a:cubicBezTo>
                <a:cubicBezTo>
                  <a:pt x="504778" y="168386"/>
                  <a:pt x="504104" y="167891"/>
                  <a:pt x="503708" y="167297"/>
                </a:cubicBezTo>
                <a:cubicBezTo>
                  <a:pt x="503312" y="166703"/>
                  <a:pt x="503114" y="166009"/>
                  <a:pt x="503114" y="165217"/>
                </a:cubicBezTo>
                <a:lnTo>
                  <a:pt x="503114" y="152974"/>
                </a:lnTo>
                <a:cubicBezTo>
                  <a:pt x="497250" y="159353"/>
                  <a:pt x="491287" y="164137"/>
                  <a:pt x="485225" y="167327"/>
                </a:cubicBezTo>
                <a:cubicBezTo>
                  <a:pt x="479163" y="170516"/>
                  <a:pt x="472883" y="172111"/>
                  <a:pt x="466385" y="172111"/>
                </a:cubicBezTo>
                <a:cubicBezTo>
                  <a:pt x="459095" y="172111"/>
                  <a:pt x="452974" y="170921"/>
                  <a:pt x="448021" y="168541"/>
                </a:cubicBezTo>
                <a:cubicBezTo>
                  <a:pt x="443069" y="166162"/>
                  <a:pt x="439067" y="162910"/>
                  <a:pt x="436016" y="158787"/>
                </a:cubicBezTo>
                <a:cubicBezTo>
                  <a:pt x="432966" y="154662"/>
                  <a:pt x="430787" y="149883"/>
                  <a:pt x="429479" y="144450"/>
                </a:cubicBezTo>
                <a:cubicBezTo>
                  <a:pt x="428172" y="139014"/>
                  <a:pt x="427518" y="132251"/>
                  <a:pt x="427518" y="124162"/>
                </a:cubicBezTo>
                <a:lnTo>
                  <a:pt x="427518" y="59197"/>
                </a:lnTo>
                <a:cubicBezTo>
                  <a:pt x="427518" y="58404"/>
                  <a:pt x="427736" y="57711"/>
                  <a:pt x="428172" y="57116"/>
                </a:cubicBezTo>
                <a:cubicBezTo>
                  <a:pt x="428607" y="56520"/>
                  <a:pt x="429400" y="56023"/>
                  <a:pt x="430549" y="55627"/>
                </a:cubicBezTo>
                <a:cubicBezTo>
                  <a:pt x="431698" y="55231"/>
                  <a:pt x="433243" y="54934"/>
                  <a:pt x="435184" y="54736"/>
                </a:cubicBezTo>
                <a:cubicBezTo>
                  <a:pt x="437126" y="54537"/>
                  <a:pt x="439523" y="54438"/>
                  <a:pt x="442376" y="54438"/>
                </a:cubicBezTo>
                <a:cubicBezTo>
                  <a:pt x="445307" y="54438"/>
                  <a:pt x="447724" y="54537"/>
                  <a:pt x="449626" y="54736"/>
                </a:cubicBezTo>
                <a:cubicBezTo>
                  <a:pt x="451528" y="54934"/>
                  <a:pt x="453053" y="55231"/>
                  <a:pt x="454202" y="55627"/>
                </a:cubicBezTo>
                <a:cubicBezTo>
                  <a:pt x="455351" y="56023"/>
                  <a:pt x="456163" y="56518"/>
                  <a:pt x="456639" y="57113"/>
                </a:cubicBezTo>
                <a:cubicBezTo>
                  <a:pt x="457114" y="57707"/>
                  <a:pt x="457352" y="58400"/>
                  <a:pt x="457352" y="59193"/>
                </a:cubicBezTo>
                <a:lnTo>
                  <a:pt x="457352" y="119099"/>
                </a:lnTo>
                <a:cubicBezTo>
                  <a:pt x="457352" y="124646"/>
                  <a:pt x="457709" y="128885"/>
                  <a:pt x="458422" y="131817"/>
                </a:cubicBezTo>
                <a:cubicBezTo>
                  <a:pt x="459135" y="134749"/>
                  <a:pt x="460225" y="137265"/>
                  <a:pt x="461690" y="139365"/>
                </a:cubicBezTo>
                <a:cubicBezTo>
                  <a:pt x="463156" y="141464"/>
                  <a:pt x="465019" y="143089"/>
                  <a:pt x="467277" y="144238"/>
                </a:cubicBezTo>
                <a:cubicBezTo>
                  <a:pt x="469535" y="145387"/>
                  <a:pt x="472170" y="145961"/>
                  <a:pt x="475181" y="145961"/>
                </a:cubicBezTo>
                <a:cubicBezTo>
                  <a:pt x="478985" y="145961"/>
                  <a:pt x="482808" y="144575"/>
                  <a:pt x="486651" y="141801"/>
                </a:cubicBezTo>
                <a:cubicBezTo>
                  <a:pt x="490494" y="139028"/>
                  <a:pt x="494595" y="134987"/>
                  <a:pt x="498953" y="129677"/>
                </a:cubicBezTo>
                <a:lnTo>
                  <a:pt x="498953" y="59193"/>
                </a:lnTo>
                <a:cubicBezTo>
                  <a:pt x="498953" y="58400"/>
                  <a:pt x="499171" y="57707"/>
                  <a:pt x="499607" y="57113"/>
                </a:cubicBezTo>
                <a:cubicBezTo>
                  <a:pt x="500043" y="56518"/>
                  <a:pt x="500835" y="56023"/>
                  <a:pt x="501984" y="55627"/>
                </a:cubicBezTo>
                <a:cubicBezTo>
                  <a:pt x="503133" y="55231"/>
                  <a:pt x="504659" y="54934"/>
                  <a:pt x="506561" y="54736"/>
                </a:cubicBezTo>
                <a:cubicBezTo>
                  <a:pt x="508462" y="54537"/>
                  <a:pt x="510879" y="54438"/>
                  <a:pt x="513811" y="54438"/>
                </a:cubicBezTo>
                <a:cubicBezTo>
                  <a:pt x="516743" y="54438"/>
                  <a:pt x="519160" y="54537"/>
                  <a:pt x="521062" y="54736"/>
                </a:cubicBezTo>
                <a:cubicBezTo>
                  <a:pt x="522963" y="54934"/>
                  <a:pt x="524469" y="55231"/>
                  <a:pt x="525578" y="55627"/>
                </a:cubicBezTo>
                <a:cubicBezTo>
                  <a:pt x="526688" y="56023"/>
                  <a:pt x="527480" y="56518"/>
                  <a:pt x="527956" y="57113"/>
                </a:cubicBezTo>
                <a:cubicBezTo>
                  <a:pt x="528431" y="57707"/>
                  <a:pt x="528669" y="58400"/>
                  <a:pt x="528669" y="59193"/>
                </a:cubicBezTo>
                <a:lnTo>
                  <a:pt x="528669" y="165217"/>
                </a:lnTo>
                <a:close/>
                <a:moveTo>
                  <a:pt x="625183" y="68939"/>
                </a:moveTo>
                <a:cubicBezTo>
                  <a:pt x="625183" y="71792"/>
                  <a:pt x="625104" y="74130"/>
                  <a:pt x="624945" y="75952"/>
                </a:cubicBezTo>
                <a:cubicBezTo>
                  <a:pt x="624787" y="77775"/>
                  <a:pt x="624549" y="79201"/>
                  <a:pt x="624232" y="80231"/>
                </a:cubicBezTo>
                <a:cubicBezTo>
                  <a:pt x="623915" y="81261"/>
                  <a:pt x="623499" y="81975"/>
                  <a:pt x="622984" y="82371"/>
                </a:cubicBezTo>
                <a:cubicBezTo>
                  <a:pt x="622469" y="82767"/>
                  <a:pt x="621815" y="82965"/>
                  <a:pt x="621023" y="82965"/>
                </a:cubicBezTo>
                <a:cubicBezTo>
                  <a:pt x="620389" y="82965"/>
                  <a:pt x="619676" y="82826"/>
                  <a:pt x="618883" y="82549"/>
                </a:cubicBezTo>
                <a:cubicBezTo>
                  <a:pt x="618091" y="82272"/>
                  <a:pt x="617199" y="81975"/>
                  <a:pt x="616209" y="81658"/>
                </a:cubicBezTo>
                <a:cubicBezTo>
                  <a:pt x="615218" y="81341"/>
                  <a:pt x="614129" y="81043"/>
                  <a:pt x="612940" y="80766"/>
                </a:cubicBezTo>
                <a:cubicBezTo>
                  <a:pt x="611752" y="80489"/>
                  <a:pt x="610444" y="80350"/>
                  <a:pt x="609018" y="80350"/>
                </a:cubicBezTo>
                <a:cubicBezTo>
                  <a:pt x="607354" y="80350"/>
                  <a:pt x="605690" y="80689"/>
                  <a:pt x="604026" y="81368"/>
                </a:cubicBezTo>
                <a:cubicBezTo>
                  <a:pt x="602362" y="82044"/>
                  <a:pt x="600638" y="83100"/>
                  <a:pt x="598855" y="84536"/>
                </a:cubicBezTo>
                <a:cubicBezTo>
                  <a:pt x="597072" y="85972"/>
                  <a:pt x="595210" y="87887"/>
                  <a:pt x="593269" y="90279"/>
                </a:cubicBezTo>
                <a:cubicBezTo>
                  <a:pt x="591327" y="92671"/>
                  <a:pt x="589247" y="95621"/>
                  <a:pt x="587028" y="99130"/>
                </a:cubicBezTo>
                <a:lnTo>
                  <a:pt x="587028" y="165217"/>
                </a:lnTo>
                <a:cubicBezTo>
                  <a:pt x="587028" y="166009"/>
                  <a:pt x="586791" y="166703"/>
                  <a:pt x="586315" y="167297"/>
                </a:cubicBezTo>
                <a:cubicBezTo>
                  <a:pt x="585840" y="167891"/>
                  <a:pt x="585028" y="168386"/>
                  <a:pt x="583879" y="168783"/>
                </a:cubicBezTo>
                <a:cubicBezTo>
                  <a:pt x="582730" y="169179"/>
                  <a:pt x="581204" y="169476"/>
                  <a:pt x="579303" y="169674"/>
                </a:cubicBezTo>
                <a:cubicBezTo>
                  <a:pt x="577401" y="169872"/>
                  <a:pt x="574984" y="169971"/>
                  <a:pt x="572052" y="169971"/>
                </a:cubicBezTo>
                <a:cubicBezTo>
                  <a:pt x="569120" y="169971"/>
                  <a:pt x="566703" y="169872"/>
                  <a:pt x="564801" y="169674"/>
                </a:cubicBezTo>
                <a:cubicBezTo>
                  <a:pt x="562900" y="169476"/>
                  <a:pt x="561374" y="169179"/>
                  <a:pt x="560225" y="168783"/>
                </a:cubicBezTo>
                <a:cubicBezTo>
                  <a:pt x="559076" y="168386"/>
                  <a:pt x="558264" y="167891"/>
                  <a:pt x="557789" y="167297"/>
                </a:cubicBezTo>
                <a:cubicBezTo>
                  <a:pt x="557313" y="166703"/>
                  <a:pt x="557075" y="166009"/>
                  <a:pt x="557075" y="165217"/>
                </a:cubicBezTo>
                <a:lnTo>
                  <a:pt x="557075" y="59193"/>
                </a:lnTo>
                <a:cubicBezTo>
                  <a:pt x="557075" y="58400"/>
                  <a:pt x="557274" y="57707"/>
                  <a:pt x="557670" y="57113"/>
                </a:cubicBezTo>
                <a:cubicBezTo>
                  <a:pt x="558066" y="56518"/>
                  <a:pt x="558779" y="56023"/>
                  <a:pt x="559809" y="55627"/>
                </a:cubicBezTo>
                <a:cubicBezTo>
                  <a:pt x="560839" y="55231"/>
                  <a:pt x="562167" y="54934"/>
                  <a:pt x="563791" y="54736"/>
                </a:cubicBezTo>
                <a:cubicBezTo>
                  <a:pt x="565416" y="54537"/>
                  <a:pt x="567456" y="54438"/>
                  <a:pt x="569912" y="54438"/>
                </a:cubicBezTo>
                <a:cubicBezTo>
                  <a:pt x="572448" y="54438"/>
                  <a:pt x="574548" y="54537"/>
                  <a:pt x="576212" y="54736"/>
                </a:cubicBezTo>
                <a:cubicBezTo>
                  <a:pt x="577876" y="54934"/>
                  <a:pt x="579164" y="55231"/>
                  <a:pt x="580075" y="55627"/>
                </a:cubicBezTo>
                <a:cubicBezTo>
                  <a:pt x="580986" y="56023"/>
                  <a:pt x="581640" y="56518"/>
                  <a:pt x="582036" y="57113"/>
                </a:cubicBezTo>
                <a:cubicBezTo>
                  <a:pt x="582433" y="57707"/>
                  <a:pt x="582631" y="58400"/>
                  <a:pt x="582631" y="59193"/>
                </a:cubicBezTo>
                <a:lnTo>
                  <a:pt x="582631" y="72386"/>
                </a:lnTo>
                <a:cubicBezTo>
                  <a:pt x="585404" y="68400"/>
                  <a:pt x="588019" y="65111"/>
                  <a:pt x="590475" y="62521"/>
                </a:cubicBezTo>
                <a:cubicBezTo>
                  <a:pt x="592932" y="59931"/>
                  <a:pt x="595270" y="57879"/>
                  <a:pt x="597488" y="56366"/>
                </a:cubicBezTo>
                <a:cubicBezTo>
                  <a:pt x="599707" y="54851"/>
                  <a:pt x="601926" y="53795"/>
                  <a:pt x="604144" y="53198"/>
                </a:cubicBezTo>
                <a:cubicBezTo>
                  <a:pt x="606363" y="52598"/>
                  <a:pt x="608582" y="52299"/>
                  <a:pt x="610801" y="52299"/>
                </a:cubicBezTo>
                <a:cubicBezTo>
                  <a:pt x="611831" y="52299"/>
                  <a:pt x="612940" y="52358"/>
                  <a:pt x="614129" y="52477"/>
                </a:cubicBezTo>
                <a:cubicBezTo>
                  <a:pt x="615317" y="52596"/>
                  <a:pt x="616546" y="52794"/>
                  <a:pt x="617813" y="53071"/>
                </a:cubicBezTo>
                <a:cubicBezTo>
                  <a:pt x="619081" y="53349"/>
                  <a:pt x="620191" y="53666"/>
                  <a:pt x="621142" y="54022"/>
                </a:cubicBezTo>
                <a:cubicBezTo>
                  <a:pt x="622092" y="54379"/>
                  <a:pt x="622786" y="54755"/>
                  <a:pt x="623222" y="55152"/>
                </a:cubicBezTo>
                <a:cubicBezTo>
                  <a:pt x="623657" y="55548"/>
                  <a:pt x="623974" y="55984"/>
                  <a:pt x="624173" y="56459"/>
                </a:cubicBezTo>
                <a:cubicBezTo>
                  <a:pt x="624371" y="56934"/>
                  <a:pt x="624549" y="57588"/>
                  <a:pt x="624707" y="58420"/>
                </a:cubicBezTo>
                <a:cubicBezTo>
                  <a:pt x="624866" y="59252"/>
                  <a:pt x="624985" y="60500"/>
                  <a:pt x="625064" y="62164"/>
                </a:cubicBezTo>
                <a:cubicBezTo>
                  <a:pt x="625143" y="63828"/>
                  <a:pt x="625183" y="66087"/>
                  <a:pt x="625183" y="68939"/>
                </a:cubicBezTo>
                <a:close/>
                <a:moveTo>
                  <a:pt x="839149" y="90568"/>
                </a:moveTo>
                <a:cubicBezTo>
                  <a:pt x="839149" y="103346"/>
                  <a:pt x="837564" y="114774"/>
                  <a:pt x="834395" y="124852"/>
                </a:cubicBezTo>
                <a:cubicBezTo>
                  <a:pt x="831225" y="134931"/>
                  <a:pt x="826510" y="143483"/>
                  <a:pt x="820250" y="150508"/>
                </a:cubicBezTo>
                <a:cubicBezTo>
                  <a:pt x="813990" y="157531"/>
                  <a:pt x="806245" y="162887"/>
                  <a:pt x="797013" y="166576"/>
                </a:cubicBezTo>
                <a:cubicBezTo>
                  <a:pt x="787781" y="170266"/>
                  <a:pt x="777104" y="172111"/>
                  <a:pt x="764980" y="172111"/>
                </a:cubicBezTo>
                <a:cubicBezTo>
                  <a:pt x="753015" y="172111"/>
                  <a:pt x="742575" y="170543"/>
                  <a:pt x="733660" y="167408"/>
                </a:cubicBezTo>
                <a:cubicBezTo>
                  <a:pt x="724746" y="164273"/>
                  <a:pt x="717317" y="159492"/>
                  <a:pt x="711374" y="153063"/>
                </a:cubicBezTo>
                <a:cubicBezTo>
                  <a:pt x="705431" y="146635"/>
                  <a:pt x="700973" y="138462"/>
                  <a:pt x="698002" y="128545"/>
                </a:cubicBezTo>
                <a:cubicBezTo>
                  <a:pt x="695030" y="118625"/>
                  <a:pt x="693544" y="106878"/>
                  <a:pt x="693544" y="93306"/>
                </a:cubicBezTo>
                <a:cubicBezTo>
                  <a:pt x="693544" y="80848"/>
                  <a:pt x="695129" y="69639"/>
                  <a:pt x="698299" y="59679"/>
                </a:cubicBezTo>
                <a:cubicBezTo>
                  <a:pt x="701469" y="49720"/>
                  <a:pt x="706183" y="41248"/>
                  <a:pt x="712443" y="34265"/>
                </a:cubicBezTo>
                <a:cubicBezTo>
                  <a:pt x="718703" y="27280"/>
                  <a:pt x="726449" y="21922"/>
                  <a:pt x="735681" y="18193"/>
                </a:cubicBezTo>
                <a:cubicBezTo>
                  <a:pt x="744912" y="14464"/>
                  <a:pt x="755630" y="12599"/>
                  <a:pt x="767833" y="12599"/>
                </a:cubicBezTo>
                <a:cubicBezTo>
                  <a:pt x="779481" y="12599"/>
                  <a:pt x="789763" y="14147"/>
                  <a:pt x="798677" y="17242"/>
                </a:cubicBezTo>
                <a:cubicBezTo>
                  <a:pt x="807592" y="20338"/>
                  <a:pt x="815040" y="25099"/>
                  <a:pt x="821023" y="31528"/>
                </a:cubicBezTo>
                <a:cubicBezTo>
                  <a:pt x="827006" y="37954"/>
                  <a:pt x="831522" y="46067"/>
                  <a:pt x="834573" y="55868"/>
                </a:cubicBezTo>
                <a:cubicBezTo>
                  <a:pt x="837624" y="65669"/>
                  <a:pt x="839149" y="77236"/>
                  <a:pt x="839149" y="90568"/>
                </a:cubicBezTo>
                <a:moveTo>
                  <a:pt x="806344" y="92177"/>
                </a:moveTo>
                <a:cubicBezTo>
                  <a:pt x="806344" y="84084"/>
                  <a:pt x="805710" y="76726"/>
                  <a:pt x="804442" y="70102"/>
                </a:cubicBezTo>
                <a:cubicBezTo>
                  <a:pt x="803174" y="63478"/>
                  <a:pt x="801015" y="57806"/>
                  <a:pt x="797964" y="53086"/>
                </a:cubicBezTo>
                <a:cubicBezTo>
                  <a:pt x="794913" y="48367"/>
                  <a:pt x="790852" y="44718"/>
                  <a:pt x="785781" y="42140"/>
                </a:cubicBezTo>
                <a:cubicBezTo>
                  <a:pt x="780709" y="39562"/>
                  <a:pt x="774370" y="38273"/>
                  <a:pt x="766763" y="38273"/>
                </a:cubicBezTo>
                <a:cubicBezTo>
                  <a:pt x="759077" y="38273"/>
                  <a:pt x="752658" y="39722"/>
                  <a:pt x="747507" y="42619"/>
                </a:cubicBezTo>
                <a:cubicBezTo>
                  <a:pt x="742357" y="45514"/>
                  <a:pt x="738197" y="49381"/>
                  <a:pt x="735027" y="54219"/>
                </a:cubicBezTo>
                <a:cubicBezTo>
                  <a:pt x="731857" y="59058"/>
                  <a:pt x="729619" y="64710"/>
                  <a:pt x="728311" y="71175"/>
                </a:cubicBezTo>
                <a:cubicBezTo>
                  <a:pt x="727004" y="77641"/>
                  <a:pt x="726350" y="84483"/>
                  <a:pt x="726350" y="91701"/>
                </a:cubicBezTo>
                <a:cubicBezTo>
                  <a:pt x="726350" y="100111"/>
                  <a:pt x="726984" y="107667"/>
                  <a:pt x="728252" y="114370"/>
                </a:cubicBezTo>
                <a:cubicBezTo>
                  <a:pt x="729520" y="121074"/>
                  <a:pt x="731659" y="126805"/>
                  <a:pt x="734670" y="131564"/>
                </a:cubicBezTo>
                <a:cubicBezTo>
                  <a:pt x="737682" y="136324"/>
                  <a:pt x="741723" y="139953"/>
                  <a:pt x="746794" y="142451"/>
                </a:cubicBezTo>
                <a:cubicBezTo>
                  <a:pt x="751866" y="144950"/>
                  <a:pt x="758245" y="146199"/>
                  <a:pt x="765931" y="146199"/>
                </a:cubicBezTo>
                <a:cubicBezTo>
                  <a:pt x="773617" y="146199"/>
                  <a:pt x="780036" y="144772"/>
                  <a:pt x="785186" y="141916"/>
                </a:cubicBezTo>
                <a:cubicBezTo>
                  <a:pt x="790337" y="139059"/>
                  <a:pt x="794497" y="135171"/>
                  <a:pt x="797667" y="130253"/>
                </a:cubicBezTo>
                <a:cubicBezTo>
                  <a:pt x="800836" y="125335"/>
                  <a:pt x="803075" y="119604"/>
                  <a:pt x="804382" y="113059"/>
                </a:cubicBezTo>
                <a:cubicBezTo>
                  <a:pt x="805690" y="106514"/>
                  <a:pt x="806344" y="99554"/>
                  <a:pt x="806344" y="92177"/>
                </a:cubicBezTo>
                <a:close/>
                <a:moveTo>
                  <a:pt x="968289" y="110775"/>
                </a:moveTo>
                <a:cubicBezTo>
                  <a:pt x="968289" y="120224"/>
                  <a:pt x="967259" y="128720"/>
                  <a:pt x="965198" y="136263"/>
                </a:cubicBezTo>
                <a:cubicBezTo>
                  <a:pt x="963138" y="143806"/>
                  <a:pt x="960167" y="150237"/>
                  <a:pt x="956284" y="155556"/>
                </a:cubicBezTo>
                <a:cubicBezTo>
                  <a:pt x="952401" y="160875"/>
                  <a:pt x="947627" y="164964"/>
                  <a:pt x="941961" y="167824"/>
                </a:cubicBezTo>
                <a:cubicBezTo>
                  <a:pt x="936295" y="170682"/>
                  <a:pt x="929857" y="172111"/>
                  <a:pt x="922646" y="172111"/>
                </a:cubicBezTo>
                <a:cubicBezTo>
                  <a:pt x="919080" y="172111"/>
                  <a:pt x="915752" y="171773"/>
                  <a:pt x="912662" y="171097"/>
                </a:cubicBezTo>
                <a:cubicBezTo>
                  <a:pt x="909571" y="170423"/>
                  <a:pt x="906620" y="169332"/>
                  <a:pt x="903807" y="167824"/>
                </a:cubicBezTo>
                <a:cubicBezTo>
                  <a:pt x="900994" y="166314"/>
                  <a:pt x="898220" y="164408"/>
                  <a:pt x="895486" y="162108"/>
                </a:cubicBezTo>
                <a:cubicBezTo>
                  <a:pt x="892753" y="159805"/>
                  <a:pt x="889959" y="157025"/>
                  <a:pt x="887107" y="153769"/>
                </a:cubicBezTo>
                <a:lnTo>
                  <a:pt x="887107" y="165239"/>
                </a:lnTo>
                <a:cubicBezTo>
                  <a:pt x="887107" y="166108"/>
                  <a:pt x="886889" y="166839"/>
                  <a:pt x="886453" y="167431"/>
                </a:cubicBezTo>
                <a:cubicBezTo>
                  <a:pt x="886017" y="168020"/>
                  <a:pt x="885304" y="168513"/>
                  <a:pt x="884313" y="168909"/>
                </a:cubicBezTo>
                <a:cubicBezTo>
                  <a:pt x="883323" y="169303"/>
                  <a:pt x="881996" y="169578"/>
                  <a:pt x="880332" y="169734"/>
                </a:cubicBezTo>
                <a:cubicBezTo>
                  <a:pt x="878668" y="169892"/>
                  <a:pt x="876647" y="169971"/>
                  <a:pt x="874270" y="169971"/>
                </a:cubicBezTo>
                <a:cubicBezTo>
                  <a:pt x="871813" y="169971"/>
                  <a:pt x="869773" y="169892"/>
                  <a:pt x="868148" y="169734"/>
                </a:cubicBezTo>
                <a:cubicBezTo>
                  <a:pt x="866524" y="169575"/>
                  <a:pt x="865216" y="169298"/>
                  <a:pt x="864226" y="168902"/>
                </a:cubicBezTo>
                <a:cubicBezTo>
                  <a:pt x="863235" y="168505"/>
                  <a:pt x="862542" y="168010"/>
                  <a:pt x="862146" y="167416"/>
                </a:cubicBezTo>
                <a:cubicBezTo>
                  <a:pt x="861750" y="166821"/>
                  <a:pt x="861552" y="166089"/>
                  <a:pt x="861552" y="165217"/>
                </a:cubicBezTo>
                <a:lnTo>
                  <a:pt x="861552" y="8915"/>
                </a:lnTo>
                <a:cubicBezTo>
                  <a:pt x="861552" y="8122"/>
                  <a:pt x="861789" y="7409"/>
                  <a:pt x="862265" y="6775"/>
                </a:cubicBezTo>
                <a:cubicBezTo>
                  <a:pt x="862740" y="6141"/>
                  <a:pt x="863552" y="5606"/>
                  <a:pt x="864701" y="5170"/>
                </a:cubicBezTo>
                <a:cubicBezTo>
                  <a:pt x="865850" y="4735"/>
                  <a:pt x="867376" y="4398"/>
                  <a:pt x="869278" y="4160"/>
                </a:cubicBezTo>
                <a:cubicBezTo>
                  <a:pt x="871179" y="3922"/>
                  <a:pt x="873596" y="3804"/>
                  <a:pt x="876528" y="3804"/>
                </a:cubicBezTo>
                <a:cubicBezTo>
                  <a:pt x="879460" y="3804"/>
                  <a:pt x="881877" y="3922"/>
                  <a:pt x="883779" y="4160"/>
                </a:cubicBezTo>
                <a:cubicBezTo>
                  <a:pt x="885680" y="4398"/>
                  <a:pt x="887206" y="4735"/>
                  <a:pt x="888355" y="5170"/>
                </a:cubicBezTo>
                <a:cubicBezTo>
                  <a:pt x="889504" y="5604"/>
                  <a:pt x="890316" y="6137"/>
                  <a:pt x="890791" y="6771"/>
                </a:cubicBezTo>
                <a:cubicBezTo>
                  <a:pt x="891267" y="7405"/>
                  <a:pt x="891505" y="8117"/>
                  <a:pt x="891505" y="8907"/>
                </a:cubicBezTo>
                <a:lnTo>
                  <a:pt x="891505" y="67424"/>
                </a:lnTo>
                <a:cubicBezTo>
                  <a:pt x="894199" y="64725"/>
                  <a:pt x="896893" y="62423"/>
                  <a:pt x="899587" y="60519"/>
                </a:cubicBezTo>
                <a:cubicBezTo>
                  <a:pt x="902281" y="58612"/>
                  <a:pt x="904975" y="57043"/>
                  <a:pt x="907670" y="55813"/>
                </a:cubicBezTo>
                <a:cubicBezTo>
                  <a:pt x="910364" y="54582"/>
                  <a:pt x="913137" y="53689"/>
                  <a:pt x="915990" y="53135"/>
                </a:cubicBezTo>
                <a:cubicBezTo>
                  <a:pt x="918843" y="52577"/>
                  <a:pt x="921854" y="52299"/>
                  <a:pt x="925023" y="52299"/>
                </a:cubicBezTo>
                <a:cubicBezTo>
                  <a:pt x="932868" y="52299"/>
                  <a:pt x="939524" y="53868"/>
                  <a:pt x="944992" y="57005"/>
                </a:cubicBezTo>
                <a:cubicBezTo>
                  <a:pt x="950460" y="60140"/>
                  <a:pt x="954917" y="64368"/>
                  <a:pt x="958364" y="69690"/>
                </a:cubicBezTo>
                <a:cubicBezTo>
                  <a:pt x="961811" y="75009"/>
                  <a:pt x="964327" y="81222"/>
                  <a:pt x="965912" y="88329"/>
                </a:cubicBezTo>
                <a:cubicBezTo>
                  <a:pt x="967496" y="95433"/>
                  <a:pt x="968289" y="102915"/>
                  <a:pt x="968289" y="110775"/>
                </a:cubicBezTo>
                <a:moveTo>
                  <a:pt x="937266" y="112977"/>
                </a:moveTo>
                <a:cubicBezTo>
                  <a:pt x="937266" y="108453"/>
                  <a:pt x="936929" y="104088"/>
                  <a:pt x="936256" y="99880"/>
                </a:cubicBezTo>
                <a:cubicBezTo>
                  <a:pt x="935582" y="95673"/>
                  <a:pt x="934413" y="91943"/>
                  <a:pt x="932749" y="88689"/>
                </a:cubicBezTo>
                <a:cubicBezTo>
                  <a:pt x="931085" y="85435"/>
                  <a:pt x="928926" y="82836"/>
                  <a:pt x="926271" y="80892"/>
                </a:cubicBezTo>
                <a:cubicBezTo>
                  <a:pt x="923617" y="78946"/>
                  <a:pt x="920269" y="77973"/>
                  <a:pt x="916228" y="77973"/>
                </a:cubicBezTo>
                <a:cubicBezTo>
                  <a:pt x="914247" y="77973"/>
                  <a:pt x="912305" y="78250"/>
                  <a:pt x="910403" y="78805"/>
                </a:cubicBezTo>
                <a:cubicBezTo>
                  <a:pt x="908502" y="79357"/>
                  <a:pt x="906540" y="80305"/>
                  <a:pt x="904520" y="81650"/>
                </a:cubicBezTo>
                <a:cubicBezTo>
                  <a:pt x="902499" y="82995"/>
                  <a:pt x="900419" y="84736"/>
                  <a:pt x="898280" y="86873"/>
                </a:cubicBezTo>
                <a:cubicBezTo>
                  <a:pt x="896140" y="89007"/>
                  <a:pt x="893882" y="91655"/>
                  <a:pt x="891505" y="94818"/>
                </a:cubicBezTo>
                <a:lnTo>
                  <a:pt x="891505" y="130071"/>
                </a:lnTo>
                <a:cubicBezTo>
                  <a:pt x="895704" y="135487"/>
                  <a:pt x="899726" y="139608"/>
                  <a:pt x="903569" y="142436"/>
                </a:cubicBezTo>
                <a:cubicBezTo>
                  <a:pt x="907412" y="145262"/>
                  <a:pt x="911434" y="146675"/>
                  <a:pt x="915633" y="146675"/>
                </a:cubicBezTo>
                <a:cubicBezTo>
                  <a:pt x="919516" y="146675"/>
                  <a:pt x="922805" y="145683"/>
                  <a:pt x="925499" y="143699"/>
                </a:cubicBezTo>
                <a:cubicBezTo>
                  <a:pt x="928193" y="141713"/>
                  <a:pt x="930432" y="139133"/>
                  <a:pt x="932214" y="135958"/>
                </a:cubicBezTo>
                <a:cubicBezTo>
                  <a:pt x="933997" y="132784"/>
                  <a:pt x="935285" y="129172"/>
                  <a:pt x="936077" y="125124"/>
                </a:cubicBezTo>
                <a:cubicBezTo>
                  <a:pt x="936870" y="121075"/>
                  <a:pt x="937266" y="117026"/>
                  <a:pt x="937266" y="112977"/>
                </a:cubicBezTo>
                <a:close/>
                <a:moveTo>
                  <a:pt x="1022726" y="168783"/>
                </a:moveTo>
                <a:cubicBezTo>
                  <a:pt x="1022726" y="177125"/>
                  <a:pt x="1022013" y="183878"/>
                  <a:pt x="1020587" y="189041"/>
                </a:cubicBezTo>
                <a:cubicBezTo>
                  <a:pt x="1019161" y="194207"/>
                  <a:pt x="1017001" y="198557"/>
                  <a:pt x="1014109" y="202093"/>
                </a:cubicBezTo>
                <a:cubicBezTo>
                  <a:pt x="1011217" y="205630"/>
                  <a:pt x="1007591" y="208292"/>
                  <a:pt x="1003233" y="210079"/>
                </a:cubicBezTo>
                <a:cubicBezTo>
                  <a:pt x="998875" y="211867"/>
                  <a:pt x="993764" y="212761"/>
                  <a:pt x="987900" y="212761"/>
                </a:cubicBezTo>
                <a:cubicBezTo>
                  <a:pt x="984651" y="212761"/>
                  <a:pt x="981878" y="212543"/>
                  <a:pt x="979580" y="212108"/>
                </a:cubicBezTo>
                <a:cubicBezTo>
                  <a:pt x="977282" y="211672"/>
                  <a:pt x="975618" y="211216"/>
                  <a:pt x="974588" y="210741"/>
                </a:cubicBezTo>
                <a:cubicBezTo>
                  <a:pt x="973558" y="210265"/>
                  <a:pt x="972844" y="209671"/>
                  <a:pt x="972448" y="208958"/>
                </a:cubicBezTo>
                <a:cubicBezTo>
                  <a:pt x="972052" y="208245"/>
                  <a:pt x="971775" y="207432"/>
                  <a:pt x="971616" y="206521"/>
                </a:cubicBezTo>
                <a:cubicBezTo>
                  <a:pt x="971458" y="205610"/>
                  <a:pt x="971339" y="204580"/>
                  <a:pt x="971260" y="203431"/>
                </a:cubicBezTo>
                <a:cubicBezTo>
                  <a:pt x="971180" y="202282"/>
                  <a:pt x="971141" y="200796"/>
                  <a:pt x="971141" y="198973"/>
                </a:cubicBezTo>
                <a:cubicBezTo>
                  <a:pt x="971141" y="196755"/>
                  <a:pt x="971200" y="194912"/>
                  <a:pt x="971319" y="193446"/>
                </a:cubicBezTo>
                <a:cubicBezTo>
                  <a:pt x="971438" y="191980"/>
                  <a:pt x="971656" y="190812"/>
                  <a:pt x="971973" y="189940"/>
                </a:cubicBezTo>
                <a:cubicBezTo>
                  <a:pt x="972290" y="189068"/>
                  <a:pt x="972646" y="188434"/>
                  <a:pt x="973043" y="188038"/>
                </a:cubicBezTo>
                <a:cubicBezTo>
                  <a:pt x="973439" y="187642"/>
                  <a:pt x="973954" y="187444"/>
                  <a:pt x="974588" y="187444"/>
                </a:cubicBezTo>
                <a:cubicBezTo>
                  <a:pt x="974984" y="187444"/>
                  <a:pt x="975796" y="187543"/>
                  <a:pt x="977024" y="187741"/>
                </a:cubicBezTo>
                <a:cubicBezTo>
                  <a:pt x="978253" y="187939"/>
                  <a:pt x="979580" y="188038"/>
                  <a:pt x="981006" y="188038"/>
                </a:cubicBezTo>
                <a:cubicBezTo>
                  <a:pt x="983066" y="188038"/>
                  <a:pt x="984849" y="187719"/>
                  <a:pt x="986355" y="187080"/>
                </a:cubicBezTo>
                <a:cubicBezTo>
                  <a:pt x="987861" y="186443"/>
                  <a:pt x="989089" y="185427"/>
                  <a:pt x="990040" y="184030"/>
                </a:cubicBezTo>
                <a:cubicBezTo>
                  <a:pt x="990991" y="182636"/>
                  <a:pt x="991704" y="180843"/>
                  <a:pt x="992179" y="178652"/>
                </a:cubicBezTo>
                <a:cubicBezTo>
                  <a:pt x="992655" y="176460"/>
                  <a:pt x="992892" y="172973"/>
                  <a:pt x="992892" y="168188"/>
                </a:cubicBezTo>
                <a:lnTo>
                  <a:pt x="992892" y="59431"/>
                </a:lnTo>
                <a:cubicBezTo>
                  <a:pt x="992892" y="58638"/>
                  <a:pt x="993130" y="57945"/>
                  <a:pt x="993605" y="57350"/>
                </a:cubicBezTo>
                <a:cubicBezTo>
                  <a:pt x="994081" y="56756"/>
                  <a:pt x="994873" y="56241"/>
                  <a:pt x="995983" y="55805"/>
                </a:cubicBezTo>
                <a:cubicBezTo>
                  <a:pt x="997092" y="55369"/>
                  <a:pt x="998598" y="55033"/>
                  <a:pt x="1000499" y="54795"/>
                </a:cubicBezTo>
                <a:cubicBezTo>
                  <a:pt x="1002401" y="54557"/>
                  <a:pt x="1004818" y="54438"/>
                  <a:pt x="1007750" y="54438"/>
                </a:cubicBezTo>
                <a:cubicBezTo>
                  <a:pt x="1010682" y="54438"/>
                  <a:pt x="1013099" y="54557"/>
                  <a:pt x="1015000" y="54795"/>
                </a:cubicBezTo>
                <a:cubicBezTo>
                  <a:pt x="1016902" y="55033"/>
                  <a:pt x="1018428" y="55369"/>
                  <a:pt x="1019577" y="55805"/>
                </a:cubicBezTo>
                <a:cubicBezTo>
                  <a:pt x="1020726" y="56241"/>
                  <a:pt x="1021538" y="56756"/>
                  <a:pt x="1022013" y="57350"/>
                </a:cubicBezTo>
                <a:cubicBezTo>
                  <a:pt x="1022489" y="57945"/>
                  <a:pt x="1022726" y="58638"/>
                  <a:pt x="1022726" y="59431"/>
                </a:cubicBezTo>
                <a:lnTo>
                  <a:pt x="1022726" y="168783"/>
                </a:lnTo>
                <a:moveTo>
                  <a:pt x="1024985" y="23297"/>
                </a:moveTo>
                <a:cubicBezTo>
                  <a:pt x="1024985" y="29319"/>
                  <a:pt x="1023776" y="33479"/>
                  <a:pt x="1021360" y="35777"/>
                </a:cubicBezTo>
                <a:cubicBezTo>
                  <a:pt x="1018943" y="38075"/>
                  <a:pt x="1014367" y="39224"/>
                  <a:pt x="1007631" y="39224"/>
                </a:cubicBezTo>
                <a:cubicBezTo>
                  <a:pt x="1000975" y="39224"/>
                  <a:pt x="996458" y="38115"/>
                  <a:pt x="994081" y="35896"/>
                </a:cubicBezTo>
                <a:cubicBezTo>
                  <a:pt x="991704" y="33677"/>
                  <a:pt x="990515" y="29676"/>
                  <a:pt x="990515" y="23891"/>
                </a:cubicBezTo>
                <a:cubicBezTo>
                  <a:pt x="990515" y="17869"/>
                  <a:pt x="991743" y="13689"/>
                  <a:pt x="994200" y="11351"/>
                </a:cubicBezTo>
                <a:cubicBezTo>
                  <a:pt x="996656" y="9014"/>
                  <a:pt x="1001213" y="7845"/>
                  <a:pt x="1007869" y="7845"/>
                </a:cubicBezTo>
                <a:cubicBezTo>
                  <a:pt x="1014604" y="7845"/>
                  <a:pt x="1019141" y="8974"/>
                  <a:pt x="1021478" y="11232"/>
                </a:cubicBezTo>
                <a:cubicBezTo>
                  <a:pt x="1023816" y="13491"/>
                  <a:pt x="1024985" y="17512"/>
                  <a:pt x="1024985" y="23297"/>
                </a:cubicBezTo>
                <a:close/>
                <a:moveTo>
                  <a:pt x="1147978" y="109096"/>
                </a:moveTo>
                <a:cubicBezTo>
                  <a:pt x="1147978" y="112748"/>
                  <a:pt x="1147166" y="115448"/>
                  <a:pt x="1145542" y="117193"/>
                </a:cubicBezTo>
                <a:cubicBezTo>
                  <a:pt x="1143917" y="118939"/>
                  <a:pt x="1141679" y="119812"/>
                  <a:pt x="1138826" y="119812"/>
                </a:cubicBezTo>
                <a:lnTo>
                  <a:pt x="1074284" y="119812"/>
                </a:lnTo>
                <a:cubicBezTo>
                  <a:pt x="1074284" y="124346"/>
                  <a:pt x="1074819" y="128463"/>
                  <a:pt x="1075889" y="132162"/>
                </a:cubicBezTo>
                <a:cubicBezTo>
                  <a:pt x="1076959" y="135862"/>
                  <a:pt x="1078663" y="139006"/>
                  <a:pt x="1081000" y="141593"/>
                </a:cubicBezTo>
                <a:cubicBezTo>
                  <a:pt x="1083338" y="144178"/>
                  <a:pt x="1086349" y="146147"/>
                  <a:pt x="1090034" y="147499"/>
                </a:cubicBezTo>
                <a:cubicBezTo>
                  <a:pt x="1093718" y="148851"/>
                  <a:pt x="1098136" y="149527"/>
                  <a:pt x="1103287" y="149527"/>
                </a:cubicBezTo>
                <a:cubicBezTo>
                  <a:pt x="1108516" y="149527"/>
                  <a:pt x="1113112" y="149145"/>
                  <a:pt x="1117074" y="148379"/>
                </a:cubicBezTo>
                <a:cubicBezTo>
                  <a:pt x="1121036" y="147614"/>
                  <a:pt x="1124464" y="146769"/>
                  <a:pt x="1127356" y="145843"/>
                </a:cubicBezTo>
                <a:cubicBezTo>
                  <a:pt x="1130248" y="144916"/>
                  <a:pt x="1132645" y="144071"/>
                  <a:pt x="1134547" y="143306"/>
                </a:cubicBezTo>
                <a:cubicBezTo>
                  <a:pt x="1136449" y="142540"/>
                  <a:pt x="1137994" y="142158"/>
                  <a:pt x="1139183" y="142158"/>
                </a:cubicBezTo>
                <a:cubicBezTo>
                  <a:pt x="1139896" y="142158"/>
                  <a:pt x="1140490" y="142298"/>
                  <a:pt x="1140966" y="142578"/>
                </a:cubicBezTo>
                <a:cubicBezTo>
                  <a:pt x="1141441" y="142855"/>
                  <a:pt x="1141837" y="143353"/>
                  <a:pt x="1142154" y="144071"/>
                </a:cubicBezTo>
                <a:cubicBezTo>
                  <a:pt x="1142471" y="144786"/>
                  <a:pt x="1142689" y="145802"/>
                  <a:pt x="1142808" y="147117"/>
                </a:cubicBezTo>
                <a:cubicBezTo>
                  <a:pt x="1142927" y="148431"/>
                  <a:pt x="1142986" y="150084"/>
                  <a:pt x="1142986" y="152075"/>
                </a:cubicBezTo>
                <a:cubicBezTo>
                  <a:pt x="1142986" y="153828"/>
                  <a:pt x="1142947" y="155323"/>
                  <a:pt x="1142867" y="156559"/>
                </a:cubicBezTo>
                <a:cubicBezTo>
                  <a:pt x="1142788" y="157792"/>
                  <a:pt x="1142669" y="158847"/>
                  <a:pt x="1142511" y="159723"/>
                </a:cubicBezTo>
                <a:cubicBezTo>
                  <a:pt x="1142352" y="160600"/>
                  <a:pt x="1142115" y="161338"/>
                  <a:pt x="1141798" y="161937"/>
                </a:cubicBezTo>
                <a:cubicBezTo>
                  <a:pt x="1141481" y="162534"/>
                  <a:pt x="1141065" y="163111"/>
                  <a:pt x="1140550" y="163668"/>
                </a:cubicBezTo>
                <a:cubicBezTo>
                  <a:pt x="1140034" y="164225"/>
                  <a:pt x="1138628" y="164979"/>
                  <a:pt x="1136330" y="165930"/>
                </a:cubicBezTo>
                <a:cubicBezTo>
                  <a:pt x="1134032" y="166881"/>
                  <a:pt x="1131100" y="167812"/>
                  <a:pt x="1127534" y="168723"/>
                </a:cubicBezTo>
                <a:cubicBezTo>
                  <a:pt x="1123968" y="169635"/>
                  <a:pt x="1119888" y="170427"/>
                  <a:pt x="1115292" y="171100"/>
                </a:cubicBezTo>
                <a:cubicBezTo>
                  <a:pt x="1110696" y="171774"/>
                  <a:pt x="1105783" y="172111"/>
                  <a:pt x="1100553" y="172111"/>
                </a:cubicBezTo>
                <a:cubicBezTo>
                  <a:pt x="1091123" y="172111"/>
                  <a:pt x="1082862" y="170920"/>
                  <a:pt x="1075770" y="168538"/>
                </a:cubicBezTo>
                <a:cubicBezTo>
                  <a:pt x="1068678" y="166155"/>
                  <a:pt x="1062755" y="162542"/>
                  <a:pt x="1058001" y="157699"/>
                </a:cubicBezTo>
                <a:cubicBezTo>
                  <a:pt x="1053246" y="152855"/>
                  <a:pt x="1049700" y="146743"/>
                  <a:pt x="1047362" y="139361"/>
                </a:cubicBezTo>
                <a:cubicBezTo>
                  <a:pt x="1045025" y="131977"/>
                  <a:pt x="1043856" y="123322"/>
                  <a:pt x="1043856" y="113397"/>
                </a:cubicBezTo>
                <a:cubicBezTo>
                  <a:pt x="1043856" y="103948"/>
                  <a:pt x="1045084" y="95432"/>
                  <a:pt x="1047541" y="87849"/>
                </a:cubicBezTo>
                <a:cubicBezTo>
                  <a:pt x="1049997" y="80267"/>
                  <a:pt x="1053563" y="73836"/>
                  <a:pt x="1058238" y="68557"/>
                </a:cubicBezTo>
                <a:cubicBezTo>
                  <a:pt x="1062913" y="63275"/>
                  <a:pt x="1068599" y="59245"/>
                  <a:pt x="1075295" y="56466"/>
                </a:cubicBezTo>
                <a:cubicBezTo>
                  <a:pt x="1081991" y="53688"/>
                  <a:pt x="1089538" y="52299"/>
                  <a:pt x="1097938" y="52299"/>
                </a:cubicBezTo>
                <a:cubicBezTo>
                  <a:pt x="1106813" y="52299"/>
                  <a:pt x="1114400" y="53609"/>
                  <a:pt x="1120700" y="56229"/>
                </a:cubicBezTo>
                <a:cubicBezTo>
                  <a:pt x="1126999" y="58849"/>
                  <a:pt x="1132170" y="62480"/>
                  <a:pt x="1136211" y="67123"/>
                </a:cubicBezTo>
                <a:cubicBezTo>
                  <a:pt x="1140252" y="71766"/>
                  <a:pt x="1143224" y="77263"/>
                  <a:pt x="1145126" y="83615"/>
                </a:cubicBezTo>
                <a:cubicBezTo>
                  <a:pt x="1147027" y="89964"/>
                  <a:pt x="1147978" y="96871"/>
                  <a:pt x="1147978" y="104334"/>
                </a:cubicBezTo>
                <a:lnTo>
                  <a:pt x="1147978" y="109096"/>
                </a:lnTo>
                <a:moveTo>
                  <a:pt x="1118976" y="100556"/>
                </a:moveTo>
                <a:cubicBezTo>
                  <a:pt x="1119214" y="92120"/>
                  <a:pt x="1117530" y="85495"/>
                  <a:pt x="1113925" y="80681"/>
                </a:cubicBezTo>
                <a:cubicBezTo>
                  <a:pt x="1110319" y="75864"/>
                  <a:pt x="1104753" y="73456"/>
                  <a:pt x="1097225" y="73456"/>
                </a:cubicBezTo>
                <a:cubicBezTo>
                  <a:pt x="1093421" y="73456"/>
                  <a:pt x="1090113" y="74173"/>
                  <a:pt x="1087300" y="75607"/>
                </a:cubicBezTo>
                <a:cubicBezTo>
                  <a:pt x="1084487" y="77038"/>
                  <a:pt x="1082149" y="78968"/>
                  <a:pt x="1080287" y="81398"/>
                </a:cubicBezTo>
                <a:cubicBezTo>
                  <a:pt x="1078425" y="83824"/>
                  <a:pt x="1076998" y="86689"/>
                  <a:pt x="1076008" y="89993"/>
                </a:cubicBezTo>
                <a:cubicBezTo>
                  <a:pt x="1075017" y="93294"/>
                  <a:pt x="1074443" y="96815"/>
                  <a:pt x="1074284" y="100556"/>
                </a:cubicBezTo>
                <a:lnTo>
                  <a:pt x="1118976" y="100556"/>
                </a:lnTo>
                <a:close/>
                <a:moveTo>
                  <a:pt x="1252363" y="148339"/>
                </a:moveTo>
                <a:cubicBezTo>
                  <a:pt x="1252363" y="150399"/>
                  <a:pt x="1252304" y="152122"/>
                  <a:pt x="1252185" y="153509"/>
                </a:cubicBezTo>
                <a:cubicBezTo>
                  <a:pt x="1252066" y="154896"/>
                  <a:pt x="1251908" y="156065"/>
                  <a:pt x="1251710" y="157015"/>
                </a:cubicBezTo>
                <a:cubicBezTo>
                  <a:pt x="1251511" y="157966"/>
                  <a:pt x="1251274" y="158739"/>
                  <a:pt x="1250996" y="159333"/>
                </a:cubicBezTo>
                <a:cubicBezTo>
                  <a:pt x="1250719" y="159928"/>
                  <a:pt x="1250105" y="160680"/>
                  <a:pt x="1249154" y="161592"/>
                </a:cubicBezTo>
                <a:cubicBezTo>
                  <a:pt x="1248203" y="162503"/>
                  <a:pt x="1246579" y="163612"/>
                  <a:pt x="1244281" y="164920"/>
                </a:cubicBezTo>
                <a:cubicBezTo>
                  <a:pt x="1241983" y="166227"/>
                  <a:pt x="1239368" y="167396"/>
                  <a:pt x="1236436" y="168426"/>
                </a:cubicBezTo>
                <a:cubicBezTo>
                  <a:pt x="1233504" y="169456"/>
                  <a:pt x="1230315" y="170288"/>
                  <a:pt x="1226868" y="170922"/>
                </a:cubicBezTo>
                <a:cubicBezTo>
                  <a:pt x="1223421" y="171556"/>
                  <a:pt x="1219875" y="171873"/>
                  <a:pt x="1216230" y="171873"/>
                </a:cubicBezTo>
                <a:cubicBezTo>
                  <a:pt x="1208068" y="171873"/>
                  <a:pt x="1200837" y="170605"/>
                  <a:pt x="1194537" y="168070"/>
                </a:cubicBezTo>
                <a:cubicBezTo>
                  <a:pt x="1188238" y="165534"/>
                  <a:pt x="1182948" y="161790"/>
                  <a:pt x="1178669" y="156837"/>
                </a:cubicBezTo>
                <a:cubicBezTo>
                  <a:pt x="1174390" y="151885"/>
                  <a:pt x="1171161" y="145843"/>
                  <a:pt x="1168982" y="138711"/>
                </a:cubicBezTo>
                <a:cubicBezTo>
                  <a:pt x="1166803" y="131579"/>
                  <a:pt x="1165714" y="123417"/>
                  <a:pt x="1165714" y="114225"/>
                </a:cubicBezTo>
                <a:cubicBezTo>
                  <a:pt x="1165714" y="103607"/>
                  <a:pt x="1167041" y="94435"/>
                  <a:pt x="1169695" y="86709"/>
                </a:cubicBezTo>
                <a:cubicBezTo>
                  <a:pt x="1172350" y="78983"/>
                  <a:pt x="1176054" y="72584"/>
                  <a:pt x="1180809" y="67513"/>
                </a:cubicBezTo>
                <a:cubicBezTo>
                  <a:pt x="1185563" y="62442"/>
                  <a:pt x="1191189" y="58678"/>
                  <a:pt x="1197687" y="56221"/>
                </a:cubicBezTo>
                <a:cubicBezTo>
                  <a:pt x="1204185" y="53765"/>
                  <a:pt x="1211317" y="52537"/>
                  <a:pt x="1219082" y="52537"/>
                </a:cubicBezTo>
                <a:cubicBezTo>
                  <a:pt x="1222252" y="52537"/>
                  <a:pt x="1225362" y="52814"/>
                  <a:pt x="1228413" y="53369"/>
                </a:cubicBezTo>
                <a:cubicBezTo>
                  <a:pt x="1231464" y="53923"/>
                  <a:pt x="1234316" y="54676"/>
                  <a:pt x="1236971" y="55627"/>
                </a:cubicBezTo>
                <a:cubicBezTo>
                  <a:pt x="1239625" y="56578"/>
                  <a:pt x="1242003" y="57648"/>
                  <a:pt x="1244102" y="58836"/>
                </a:cubicBezTo>
                <a:cubicBezTo>
                  <a:pt x="1246202" y="60025"/>
                  <a:pt x="1247688" y="61055"/>
                  <a:pt x="1248560" y="61927"/>
                </a:cubicBezTo>
                <a:cubicBezTo>
                  <a:pt x="1249431" y="62798"/>
                  <a:pt x="1250046" y="63531"/>
                  <a:pt x="1250402" y="64126"/>
                </a:cubicBezTo>
                <a:cubicBezTo>
                  <a:pt x="1250759" y="64720"/>
                  <a:pt x="1251036" y="65492"/>
                  <a:pt x="1251234" y="66443"/>
                </a:cubicBezTo>
                <a:cubicBezTo>
                  <a:pt x="1251432" y="67394"/>
                  <a:pt x="1251591" y="68563"/>
                  <a:pt x="1251710" y="69950"/>
                </a:cubicBezTo>
                <a:cubicBezTo>
                  <a:pt x="1251828" y="71336"/>
                  <a:pt x="1251888" y="73020"/>
                  <a:pt x="1251888" y="75001"/>
                </a:cubicBezTo>
                <a:cubicBezTo>
                  <a:pt x="1251888" y="79597"/>
                  <a:pt x="1251492" y="82826"/>
                  <a:pt x="1250699" y="84688"/>
                </a:cubicBezTo>
                <a:cubicBezTo>
                  <a:pt x="1249907" y="86551"/>
                  <a:pt x="1248877" y="87482"/>
                  <a:pt x="1247609" y="87482"/>
                </a:cubicBezTo>
                <a:cubicBezTo>
                  <a:pt x="1246262" y="87482"/>
                  <a:pt x="1244835" y="86927"/>
                  <a:pt x="1243330" y="85818"/>
                </a:cubicBezTo>
                <a:cubicBezTo>
                  <a:pt x="1241824" y="84708"/>
                  <a:pt x="1240041" y="83480"/>
                  <a:pt x="1237981" y="82133"/>
                </a:cubicBezTo>
                <a:cubicBezTo>
                  <a:pt x="1235921" y="80786"/>
                  <a:pt x="1233464" y="79558"/>
                  <a:pt x="1230612" y="78448"/>
                </a:cubicBezTo>
                <a:cubicBezTo>
                  <a:pt x="1227759" y="77339"/>
                  <a:pt x="1224352" y="76784"/>
                  <a:pt x="1220390" y="76784"/>
                </a:cubicBezTo>
                <a:cubicBezTo>
                  <a:pt x="1212624" y="76784"/>
                  <a:pt x="1206681" y="79776"/>
                  <a:pt x="1202561" y="85758"/>
                </a:cubicBezTo>
                <a:cubicBezTo>
                  <a:pt x="1198440" y="91741"/>
                  <a:pt x="1196380" y="100517"/>
                  <a:pt x="1196380" y="112086"/>
                </a:cubicBezTo>
                <a:cubicBezTo>
                  <a:pt x="1196380" y="117791"/>
                  <a:pt x="1196895" y="122823"/>
                  <a:pt x="1197925" y="127181"/>
                </a:cubicBezTo>
                <a:cubicBezTo>
                  <a:pt x="1198955" y="131540"/>
                  <a:pt x="1200480" y="135185"/>
                  <a:pt x="1202501" y="138117"/>
                </a:cubicBezTo>
                <a:cubicBezTo>
                  <a:pt x="1204522" y="141048"/>
                  <a:pt x="1207057" y="143247"/>
                  <a:pt x="1210108" y="144713"/>
                </a:cubicBezTo>
                <a:cubicBezTo>
                  <a:pt x="1213159" y="146179"/>
                  <a:pt x="1216705" y="146912"/>
                  <a:pt x="1220746" y="146912"/>
                </a:cubicBezTo>
                <a:cubicBezTo>
                  <a:pt x="1224867" y="146912"/>
                  <a:pt x="1228413" y="146298"/>
                  <a:pt x="1231384" y="145070"/>
                </a:cubicBezTo>
                <a:cubicBezTo>
                  <a:pt x="1234356" y="143842"/>
                  <a:pt x="1236951" y="142475"/>
                  <a:pt x="1239170" y="140969"/>
                </a:cubicBezTo>
                <a:cubicBezTo>
                  <a:pt x="1241388" y="139464"/>
                  <a:pt x="1243251" y="138097"/>
                  <a:pt x="1244756" y="136868"/>
                </a:cubicBezTo>
                <a:cubicBezTo>
                  <a:pt x="1246262" y="135640"/>
                  <a:pt x="1247530" y="135026"/>
                  <a:pt x="1248560" y="135026"/>
                </a:cubicBezTo>
                <a:cubicBezTo>
                  <a:pt x="1249273" y="135026"/>
                  <a:pt x="1249867" y="135224"/>
                  <a:pt x="1250343" y="135620"/>
                </a:cubicBezTo>
                <a:cubicBezTo>
                  <a:pt x="1250818" y="136017"/>
                  <a:pt x="1251194" y="136750"/>
                  <a:pt x="1251472" y="137819"/>
                </a:cubicBezTo>
                <a:cubicBezTo>
                  <a:pt x="1251749" y="138889"/>
                  <a:pt x="1251967" y="140256"/>
                  <a:pt x="1252126" y="141920"/>
                </a:cubicBezTo>
                <a:cubicBezTo>
                  <a:pt x="1252284" y="143584"/>
                  <a:pt x="1252363" y="145724"/>
                  <a:pt x="1252363" y="148339"/>
                </a:cubicBezTo>
                <a:close/>
                <a:moveTo>
                  <a:pt x="1338671" y="154675"/>
                </a:moveTo>
                <a:cubicBezTo>
                  <a:pt x="1338671" y="158179"/>
                  <a:pt x="1338453" y="160867"/>
                  <a:pt x="1338018" y="162739"/>
                </a:cubicBezTo>
                <a:cubicBezTo>
                  <a:pt x="1337582" y="164609"/>
                  <a:pt x="1337007" y="165923"/>
                  <a:pt x="1336294" y="166680"/>
                </a:cubicBezTo>
                <a:cubicBezTo>
                  <a:pt x="1335581" y="167436"/>
                  <a:pt x="1334531" y="168112"/>
                  <a:pt x="1333144" y="168708"/>
                </a:cubicBezTo>
                <a:cubicBezTo>
                  <a:pt x="1331758" y="169305"/>
                  <a:pt x="1330133" y="169823"/>
                  <a:pt x="1328271" y="170261"/>
                </a:cubicBezTo>
                <a:cubicBezTo>
                  <a:pt x="1326409" y="170699"/>
                  <a:pt x="1324388" y="171037"/>
                  <a:pt x="1322209" y="171275"/>
                </a:cubicBezTo>
                <a:cubicBezTo>
                  <a:pt x="1320030" y="171515"/>
                  <a:pt x="1317831" y="171635"/>
                  <a:pt x="1315612" y="171635"/>
                </a:cubicBezTo>
                <a:cubicBezTo>
                  <a:pt x="1309669" y="171635"/>
                  <a:pt x="1304519" y="170883"/>
                  <a:pt x="1300160" y="169377"/>
                </a:cubicBezTo>
                <a:cubicBezTo>
                  <a:pt x="1295802" y="167871"/>
                  <a:pt x="1292197" y="165554"/>
                  <a:pt x="1289344" y="162424"/>
                </a:cubicBezTo>
                <a:cubicBezTo>
                  <a:pt x="1286491" y="159294"/>
                  <a:pt x="1284392" y="155351"/>
                  <a:pt x="1283044" y="150597"/>
                </a:cubicBezTo>
                <a:cubicBezTo>
                  <a:pt x="1281697" y="145843"/>
                  <a:pt x="1281024" y="140216"/>
                  <a:pt x="1281024" y="133719"/>
                </a:cubicBezTo>
                <a:lnTo>
                  <a:pt x="1281024" y="79399"/>
                </a:lnTo>
                <a:lnTo>
                  <a:pt x="1268306" y="79399"/>
                </a:lnTo>
                <a:cubicBezTo>
                  <a:pt x="1266800" y="79399"/>
                  <a:pt x="1265651" y="78468"/>
                  <a:pt x="1264859" y="76606"/>
                </a:cubicBezTo>
                <a:cubicBezTo>
                  <a:pt x="1264066" y="74744"/>
                  <a:pt x="1263670" y="71634"/>
                  <a:pt x="1263670" y="67275"/>
                </a:cubicBezTo>
                <a:cubicBezTo>
                  <a:pt x="1263670" y="64977"/>
                  <a:pt x="1263769" y="63036"/>
                  <a:pt x="1263967" y="61451"/>
                </a:cubicBezTo>
                <a:cubicBezTo>
                  <a:pt x="1264165" y="59866"/>
                  <a:pt x="1264462" y="58618"/>
                  <a:pt x="1264859" y="57707"/>
                </a:cubicBezTo>
                <a:cubicBezTo>
                  <a:pt x="1265255" y="56796"/>
                  <a:pt x="1265750" y="56142"/>
                  <a:pt x="1266344" y="55746"/>
                </a:cubicBezTo>
                <a:cubicBezTo>
                  <a:pt x="1266939" y="55350"/>
                  <a:pt x="1267632" y="55152"/>
                  <a:pt x="1268425" y="55152"/>
                </a:cubicBezTo>
                <a:lnTo>
                  <a:pt x="1281024" y="55152"/>
                </a:lnTo>
                <a:lnTo>
                  <a:pt x="1281024" y="31402"/>
                </a:lnTo>
                <a:cubicBezTo>
                  <a:pt x="1281024" y="30604"/>
                  <a:pt x="1281242" y="29887"/>
                  <a:pt x="1281678" y="29251"/>
                </a:cubicBezTo>
                <a:cubicBezTo>
                  <a:pt x="1282113" y="28615"/>
                  <a:pt x="1282906" y="28078"/>
                  <a:pt x="1284055" y="27643"/>
                </a:cubicBezTo>
                <a:cubicBezTo>
                  <a:pt x="1285204" y="27204"/>
                  <a:pt x="1286749" y="26886"/>
                  <a:pt x="1288690" y="26688"/>
                </a:cubicBezTo>
                <a:cubicBezTo>
                  <a:pt x="1290632" y="26487"/>
                  <a:pt x="1293029" y="26387"/>
                  <a:pt x="1295881" y="26387"/>
                </a:cubicBezTo>
                <a:cubicBezTo>
                  <a:pt x="1298813" y="26387"/>
                  <a:pt x="1301250" y="26487"/>
                  <a:pt x="1303191" y="26688"/>
                </a:cubicBezTo>
                <a:cubicBezTo>
                  <a:pt x="1305133" y="26886"/>
                  <a:pt x="1306658" y="27204"/>
                  <a:pt x="1307768" y="27643"/>
                </a:cubicBezTo>
                <a:cubicBezTo>
                  <a:pt x="1308877" y="28078"/>
                  <a:pt x="1309669" y="28615"/>
                  <a:pt x="1310145" y="29251"/>
                </a:cubicBezTo>
                <a:cubicBezTo>
                  <a:pt x="1310620" y="29887"/>
                  <a:pt x="1310858" y="30604"/>
                  <a:pt x="1310858" y="31402"/>
                </a:cubicBezTo>
                <a:lnTo>
                  <a:pt x="1310858" y="55152"/>
                </a:lnTo>
                <a:lnTo>
                  <a:pt x="1333917" y="55152"/>
                </a:lnTo>
                <a:cubicBezTo>
                  <a:pt x="1334709" y="55152"/>
                  <a:pt x="1335403" y="55350"/>
                  <a:pt x="1335997" y="55746"/>
                </a:cubicBezTo>
                <a:cubicBezTo>
                  <a:pt x="1336591" y="56142"/>
                  <a:pt x="1337087" y="56796"/>
                  <a:pt x="1337483" y="57707"/>
                </a:cubicBezTo>
                <a:cubicBezTo>
                  <a:pt x="1337879" y="58618"/>
                  <a:pt x="1338176" y="59866"/>
                  <a:pt x="1338374" y="61451"/>
                </a:cubicBezTo>
                <a:cubicBezTo>
                  <a:pt x="1338572" y="63036"/>
                  <a:pt x="1338671" y="64977"/>
                  <a:pt x="1338671" y="67275"/>
                </a:cubicBezTo>
                <a:cubicBezTo>
                  <a:pt x="1338671" y="71634"/>
                  <a:pt x="1338275" y="74744"/>
                  <a:pt x="1337483" y="76606"/>
                </a:cubicBezTo>
                <a:cubicBezTo>
                  <a:pt x="1336690" y="78468"/>
                  <a:pt x="1335541" y="79399"/>
                  <a:pt x="1334036" y="79399"/>
                </a:cubicBezTo>
                <a:lnTo>
                  <a:pt x="1310858" y="79399"/>
                </a:lnTo>
                <a:lnTo>
                  <a:pt x="1310858" y="129113"/>
                </a:lnTo>
                <a:cubicBezTo>
                  <a:pt x="1310858" y="134887"/>
                  <a:pt x="1311769" y="139218"/>
                  <a:pt x="1313592" y="142106"/>
                </a:cubicBezTo>
                <a:cubicBezTo>
                  <a:pt x="1315414" y="144993"/>
                  <a:pt x="1318663" y="146437"/>
                  <a:pt x="1323338" y="146437"/>
                </a:cubicBezTo>
                <a:cubicBezTo>
                  <a:pt x="1324923" y="146437"/>
                  <a:pt x="1326349" y="146298"/>
                  <a:pt x="1327617" y="146021"/>
                </a:cubicBezTo>
                <a:cubicBezTo>
                  <a:pt x="1328885" y="145743"/>
                  <a:pt x="1330014" y="145426"/>
                  <a:pt x="1331005" y="145070"/>
                </a:cubicBezTo>
                <a:cubicBezTo>
                  <a:pt x="1331995" y="144713"/>
                  <a:pt x="1332827" y="144396"/>
                  <a:pt x="1333501" y="144119"/>
                </a:cubicBezTo>
                <a:cubicBezTo>
                  <a:pt x="1334174" y="143842"/>
                  <a:pt x="1334789" y="143703"/>
                  <a:pt x="1335343" y="143703"/>
                </a:cubicBezTo>
                <a:cubicBezTo>
                  <a:pt x="1335819" y="143703"/>
                  <a:pt x="1336274" y="143842"/>
                  <a:pt x="1336710" y="144119"/>
                </a:cubicBezTo>
                <a:cubicBezTo>
                  <a:pt x="1337146" y="144396"/>
                  <a:pt x="1337483" y="144952"/>
                  <a:pt x="1337721" y="145787"/>
                </a:cubicBezTo>
                <a:cubicBezTo>
                  <a:pt x="1337958" y="146619"/>
                  <a:pt x="1338176" y="147752"/>
                  <a:pt x="1338374" y="149185"/>
                </a:cubicBezTo>
                <a:cubicBezTo>
                  <a:pt x="1338572" y="150617"/>
                  <a:pt x="1338671" y="152447"/>
                  <a:pt x="1338671" y="154675"/>
                </a:cubicBezTo>
                <a:close/>
                <a:moveTo>
                  <a:pt x="1388280" y="165217"/>
                </a:moveTo>
                <a:cubicBezTo>
                  <a:pt x="1388280" y="166009"/>
                  <a:pt x="1388043" y="166703"/>
                  <a:pt x="1387567" y="167297"/>
                </a:cubicBezTo>
                <a:cubicBezTo>
                  <a:pt x="1387092" y="167891"/>
                  <a:pt x="1386280" y="168386"/>
                  <a:pt x="1385131" y="168783"/>
                </a:cubicBezTo>
                <a:cubicBezTo>
                  <a:pt x="1383982" y="169179"/>
                  <a:pt x="1382456" y="169476"/>
                  <a:pt x="1380554" y="169674"/>
                </a:cubicBezTo>
                <a:cubicBezTo>
                  <a:pt x="1378653" y="169872"/>
                  <a:pt x="1376236" y="169971"/>
                  <a:pt x="1373304" y="169971"/>
                </a:cubicBezTo>
                <a:cubicBezTo>
                  <a:pt x="1370372" y="169971"/>
                  <a:pt x="1367955" y="169872"/>
                  <a:pt x="1366053" y="169674"/>
                </a:cubicBezTo>
                <a:cubicBezTo>
                  <a:pt x="1364152" y="169476"/>
                  <a:pt x="1362626" y="169179"/>
                  <a:pt x="1361477" y="168783"/>
                </a:cubicBezTo>
                <a:cubicBezTo>
                  <a:pt x="1360328" y="168386"/>
                  <a:pt x="1359516" y="167891"/>
                  <a:pt x="1359041" y="167297"/>
                </a:cubicBezTo>
                <a:cubicBezTo>
                  <a:pt x="1358565" y="166703"/>
                  <a:pt x="1358327" y="166009"/>
                  <a:pt x="1358327" y="165217"/>
                </a:cubicBezTo>
                <a:lnTo>
                  <a:pt x="1358327" y="59431"/>
                </a:lnTo>
                <a:cubicBezTo>
                  <a:pt x="1358327" y="58638"/>
                  <a:pt x="1358565" y="57945"/>
                  <a:pt x="1359041" y="57350"/>
                </a:cubicBezTo>
                <a:cubicBezTo>
                  <a:pt x="1359516" y="56756"/>
                  <a:pt x="1360328" y="56241"/>
                  <a:pt x="1361477" y="55805"/>
                </a:cubicBezTo>
                <a:cubicBezTo>
                  <a:pt x="1362626" y="55369"/>
                  <a:pt x="1364152" y="55033"/>
                  <a:pt x="1366053" y="54795"/>
                </a:cubicBezTo>
                <a:cubicBezTo>
                  <a:pt x="1367955" y="54557"/>
                  <a:pt x="1370372" y="54438"/>
                  <a:pt x="1373304" y="54438"/>
                </a:cubicBezTo>
                <a:cubicBezTo>
                  <a:pt x="1376236" y="54438"/>
                  <a:pt x="1378653" y="54557"/>
                  <a:pt x="1380554" y="54795"/>
                </a:cubicBezTo>
                <a:cubicBezTo>
                  <a:pt x="1382456" y="55033"/>
                  <a:pt x="1383982" y="55369"/>
                  <a:pt x="1385131" y="55805"/>
                </a:cubicBezTo>
                <a:cubicBezTo>
                  <a:pt x="1386280" y="56241"/>
                  <a:pt x="1387092" y="56756"/>
                  <a:pt x="1387567" y="57350"/>
                </a:cubicBezTo>
                <a:cubicBezTo>
                  <a:pt x="1388043" y="57945"/>
                  <a:pt x="1388280" y="58638"/>
                  <a:pt x="1388280" y="59431"/>
                </a:cubicBezTo>
                <a:lnTo>
                  <a:pt x="1388280" y="165217"/>
                </a:lnTo>
                <a:moveTo>
                  <a:pt x="1390539" y="23297"/>
                </a:moveTo>
                <a:cubicBezTo>
                  <a:pt x="1390539" y="29319"/>
                  <a:pt x="1389310" y="33479"/>
                  <a:pt x="1386854" y="35777"/>
                </a:cubicBezTo>
                <a:cubicBezTo>
                  <a:pt x="1384398" y="38075"/>
                  <a:pt x="1379841" y="39224"/>
                  <a:pt x="1373185" y="39224"/>
                </a:cubicBezTo>
                <a:cubicBezTo>
                  <a:pt x="1366450" y="39224"/>
                  <a:pt x="1361913" y="38115"/>
                  <a:pt x="1359575" y="35896"/>
                </a:cubicBezTo>
                <a:cubicBezTo>
                  <a:pt x="1357238" y="33677"/>
                  <a:pt x="1356069" y="29676"/>
                  <a:pt x="1356069" y="23891"/>
                </a:cubicBezTo>
                <a:cubicBezTo>
                  <a:pt x="1356069" y="17869"/>
                  <a:pt x="1357277" y="13689"/>
                  <a:pt x="1359694" y="11351"/>
                </a:cubicBezTo>
                <a:cubicBezTo>
                  <a:pt x="1362111" y="9014"/>
                  <a:pt x="1366687" y="7845"/>
                  <a:pt x="1373423" y="7845"/>
                </a:cubicBezTo>
                <a:cubicBezTo>
                  <a:pt x="1380079" y="7845"/>
                  <a:pt x="1384596" y="8974"/>
                  <a:pt x="1386973" y="11232"/>
                </a:cubicBezTo>
                <a:cubicBezTo>
                  <a:pt x="1389350" y="13491"/>
                  <a:pt x="1390539" y="17512"/>
                  <a:pt x="1390539" y="23297"/>
                </a:cubicBezTo>
                <a:close/>
                <a:moveTo>
                  <a:pt x="1512382" y="59074"/>
                </a:moveTo>
                <a:cubicBezTo>
                  <a:pt x="1512382" y="59470"/>
                  <a:pt x="1512362" y="59946"/>
                  <a:pt x="1512323" y="60500"/>
                </a:cubicBezTo>
                <a:cubicBezTo>
                  <a:pt x="1512283" y="61055"/>
                  <a:pt x="1512204" y="61669"/>
                  <a:pt x="1512085" y="62343"/>
                </a:cubicBezTo>
                <a:cubicBezTo>
                  <a:pt x="1511966" y="63016"/>
                  <a:pt x="1511808" y="63789"/>
                  <a:pt x="1511610" y="64660"/>
                </a:cubicBezTo>
                <a:cubicBezTo>
                  <a:pt x="1511411" y="65532"/>
                  <a:pt x="1511154" y="66523"/>
                  <a:pt x="1510837" y="67632"/>
                </a:cubicBezTo>
                <a:lnTo>
                  <a:pt x="1478982" y="163553"/>
                </a:lnTo>
                <a:cubicBezTo>
                  <a:pt x="1478586" y="164900"/>
                  <a:pt x="1478051" y="165989"/>
                  <a:pt x="1477378" y="166821"/>
                </a:cubicBezTo>
                <a:cubicBezTo>
                  <a:pt x="1476704" y="167654"/>
                  <a:pt x="1475595" y="168307"/>
                  <a:pt x="1474050" y="168783"/>
                </a:cubicBezTo>
                <a:cubicBezTo>
                  <a:pt x="1472504" y="169258"/>
                  <a:pt x="1470404" y="169575"/>
                  <a:pt x="1467750" y="169734"/>
                </a:cubicBezTo>
                <a:cubicBezTo>
                  <a:pt x="1465095" y="169892"/>
                  <a:pt x="1461629" y="169971"/>
                  <a:pt x="1457350" y="169971"/>
                </a:cubicBezTo>
                <a:cubicBezTo>
                  <a:pt x="1453150" y="169971"/>
                  <a:pt x="1449723" y="169872"/>
                  <a:pt x="1447068" y="169674"/>
                </a:cubicBezTo>
                <a:cubicBezTo>
                  <a:pt x="1444413" y="169476"/>
                  <a:pt x="1442333" y="169139"/>
                  <a:pt x="1440828" y="168664"/>
                </a:cubicBezTo>
                <a:cubicBezTo>
                  <a:pt x="1439322" y="168188"/>
                  <a:pt x="1438233" y="167535"/>
                  <a:pt x="1437559" y="166703"/>
                </a:cubicBezTo>
                <a:cubicBezTo>
                  <a:pt x="1436886" y="165871"/>
                  <a:pt x="1436351" y="164821"/>
                  <a:pt x="1435955" y="163553"/>
                </a:cubicBezTo>
                <a:lnTo>
                  <a:pt x="1404100" y="67632"/>
                </a:lnTo>
                <a:cubicBezTo>
                  <a:pt x="1403624" y="66047"/>
                  <a:pt x="1403248" y="64621"/>
                  <a:pt x="1402971" y="63353"/>
                </a:cubicBezTo>
                <a:cubicBezTo>
                  <a:pt x="1402693" y="62085"/>
                  <a:pt x="1402535" y="61174"/>
                  <a:pt x="1402495" y="60619"/>
                </a:cubicBezTo>
                <a:cubicBezTo>
                  <a:pt x="1402456" y="60064"/>
                  <a:pt x="1402436" y="59549"/>
                  <a:pt x="1402436" y="59074"/>
                </a:cubicBezTo>
                <a:cubicBezTo>
                  <a:pt x="1402436" y="58282"/>
                  <a:pt x="1402654" y="57588"/>
                  <a:pt x="1403089" y="56994"/>
                </a:cubicBezTo>
                <a:cubicBezTo>
                  <a:pt x="1403525" y="56400"/>
                  <a:pt x="1404298" y="55904"/>
                  <a:pt x="1405407" y="55508"/>
                </a:cubicBezTo>
                <a:cubicBezTo>
                  <a:pt x="1406517" y="55112"/>
                  <a:pt x="1408042" y="54835"/>
                  <a:pt x="1409983" y="54676"/>
                </a:cubicBezTo>
                <a:cubicBezTo>
                  <a:pt x="1411925" y="54518"/>
                  <a:pt x="1414361" y="54438"/>
                  <a:pt x="1417293" y="54438"/>
                </a:cubicBezTo>
                <a:cubicBezTo>
                  <a:pt x="1420542" y="54438"/>
                  <a:pt x="1423157" y="54537"/>
                  <a:pt x="1425138" y="54736"/>
                </a:cubicBezTo>
                <a:cubicBezTo>
                  <a:pt x="1427119" y="54934"/>
                  <a:pt x="1428684" y="55211"/>
                  <a:pt x="1429833" y="55568"/>
                </a:cubicBezTo>
                <a:cubicBezTo>
                  <a:pt x="1430982" y="55924"/>
                  <a:pt x="1431794" y="56439"/>
                  <a:pt x="1432270" y="57113"/>
                </a:cubicBezTo>
                <a:cubicBezTo>
                  <a:pt x="1432745" y="57786"/>
                  <a:pt x="1433141" y="58598"/>
                  <a:pt x="1433458" y="59549"/>
                </a:cubicBezTo>
                <a:lnTo>
                  <a:pt x="1457587" y="137403"/>
                </a:lnTo>
                <a:lnTo>
                  <a:pt x="1458300" y="140375"/>
                </a:lnTo>
                <a:lnTo>
                  <a:pt x="1459014" y="137403"/>
                </a:lnTo>
                <a:lnTo>
                  <a:pt x="1482786" y="59549"/>
                </a:lnTo>
                <a:cubicBezTo>
                  <a:pt x="1483024" y="58598"/>
                  <a:pt x="1483400" y="57786"/>
                  <a:pt x="1483915" y="57113"/>
                </a:cubicBezTo>
                <a:cubicBezTo>
                  <a:pt x="1484430" y="56439"/>
                  <a:pt x="1485242" y="55924"/>
                  <a:pt x="1486352" y="55568"/>
                </a:cubicBezTo>
                <a:cubicBezTo>
                  <a:pt x="1487461" y="55211"/>
                  <a:pt x="1488947" y="54934"/>
                  <a:pt x="1490809" y="54736"/>
                </a:cubicBezTo>
                <a:cubicBezTo>
                  <a:pt x="1492671" y="54537"/>
                  <a:pt x="1495108" y="54438"/>
                  <a:pt x="1498119" y="54438"/>
                </a:cubicBezTo>
                <a:cubicBezTo>
                  <a:pt x="1501051" y="54438"/>
                  <a:pt x="1503448" y="54518"/>
                  <a:pt x="1505310" y="54676"/>
                </a:cubicBezTo>
                <a:cubicBezTo>
                  <a:pt x="1507172" y="54835"/>
                  <a:pt x="1508618" y="55112"/>
                  <a:pt x="1509648" y="55508"/>
                </a:cubicBezTo>
                <a:cubicBezTo>
                  <a:pt x="1510679" y="55904"/>
                  <a:pt x="1511392" y="56400"/>
                  <a:pt x="1511788" y="56994"/>
                </a:cubicBezTo>
                <a:cubicBezTo>
                  <a:pt x="1512184" y="57588"/>
                  <a:pt x="1512382" y="58282"/>
                  <a:pt x="1512382" y="59074"/>
                </a:cubicBezTo>
                <a:close/>
                <a:moveTo>
                  <a:pt x="1624150" y="109096"/>
                </a:moveTo>
                <a:cubicBezTo>
                  <a:pt x="1624150" y="112748"/>
                  <a:pt x="1623337" y="115448"/>
                  <a:pt x="1621713" y="117193"/>
                </a:cubicBezTo>
                <a:cubicBezTo>
                  <a:pt x="1620088" y="118939"/>
                  <a:pt x="1617850" y="119812"/>
                  <a:pt x="1614997" y="119812"/>
                </a:cubicBezTo>
                <a:lnTo>
                  <a:pt x="1550456" y="119812"/>
                </a:lnTo>
                <a:cubicBezTo>
                  <a:pt x="1550456" y="124346"/>
                  <a:pt x="1550991" y="128463"/>
                  <a:pt x="1552060" y="132162"/>
                </a:cubicBezTo>
                <a:cubicBezTo>
                  <a:pt x="1553130" y="135862"/>
                  <a:pt x="1554834" y="139006"/>
                  <a:pt x="1557171" y="141593"/>
                </a:cubicBezTo>
                <a:cubicBezTo>
                  <a:pt x="1559509" y="144178"/>
                  <a:pt x="1562520" y="146147"/>
                  <a:pt x="1566205" y="147499"/>
                </a:cubicBezTo>
                <a:cubicBezTo>
                  <a:pt x="1569889" y="148851"/>
                  <a:pt x="1574307" y="149527"/>
                  <a:pt x="1579458" y="149527"/>
                </a:cubicBezTo>
                <a:cubicBezTo>
                  <a:pt x="1584688" y="149527"/>
                  <a:pt x="1589284" y="149145"/>
                  <a:pt x="1593246" y="148379"/>
                </a:cubicBezTo>
                <a:cubicBezTo>
                  <a:pt x="1597208" y="147614"/>
                  <a:pt x="1600635" y="146769"/>
                  <a:pt x="1603527" y="145843"/>
                </a:cubicBezTo>
                <a:cubicBezTo>
                  <a:pt x="1606419" y="144916"/>
                  <a:pt x="1608816" y="144071"/>
                  <a:pt x="1610718" y="143306"/>
                </a:cubicBezTo>
                <a:cubicBezTo>
                  <a:pt x="1612620" y="142540"/>
                  <a:pt x="1614165" y="142158"/>
                  <a:pt x="1615354" y="142158"/>
                </a:cubicBezTo>
                <a:cubicBezTo>
                  <a:pt x="1616067" y="142158"/>
                  <a:pt x="1616661" y="142298"/>
                  <a:pt x="1617137" y="142578"/>
                </a:cubicBezTo>
                <a:cubicBezTo>
                  <a:pt x="1617612" y="142855"/>
                  <a:pt x="1618008" y="143353"/>
                  <a:pt x="1618325" y="144071"/>
                </a:cubicBezTo>
                <a:cubicBezTo>
                  <a:pt x="1618642" y="144786"/>
                  <a:pt x="1618860" y="145802"/>
                  <a:pt x="1618979" y="147117"/>
                </a:cubicBezTo>
                <a:cubicBezTo>
                  <a:pt x="1619098" y="148431"/>
                  <a:pt x="1619157" y="150084"/>
                  <a:pt x="1619157" y="152075"/>
                </a:cubicBezTo>
                <a:cubicBezTo>
                  <a:pt x="1619157" y="153828"/>
                  <a:pt x="1619118" y="155323"/>
                  <a:pt x="1619039" y="156559"/>
                </a:cubicBezTo>
                <a:cubicBezTo>
                  <a:pt x="1618959" y="157792"/>
                  <a:pt x="1618840" y="158847"/>
                  <a:pt x="1618682" y="159723"/>
                </a:cubicBezTo>
                <a:cubicBezTo>
                  <a:pt x="1618523" y="160600"/>
                  <a:pt x="1618286" y="161338"/>
                  <a:pt x="1617969" y="161937"/>
                </a:cubicBezTo>
                <a:cubicBezTo>
                  <a:pt x="1617652" y="162534"/>
                  <a:pt x="1617236" y="163111"/>
                  <a:pt x="1616721" y="163668"/>
                </a:cubicBezTo>
                <a:cubicBezTo>
                  <a:pt x="1616206" y="164225"/>
                  <a:pt x="1614799" y="164979"/>
                  <a:pt x="1612501" y="165930"/>
                </a:cubicBezTo>
                <a:cubicBezTo>
                  <a:pt x="1610203" y="166881"/>
                  <a:pt x="1607271" y="167812"/>
                  <a:pt x="1603705" y="168723"/>
                </a:cubicBezTo>
                <a:cubicBezTo>
                  <a:pt x="1600140" y="169635"/>
                  <a:pt x="1596059" y="170427"/>
                  <a:pt x="1591463" y="171100"/>
                </a:cubicBezTo>
                <a:cubicBezTo>
                  <a:pt x="1586867" y="171774"/>
                  <a:pt x="1581954" y="172111"/>
                  <a:pt x="1576724" y="172111"/>
                </a:cubicBezTo>
                <a:cubicBezTo>
                  <a:pt x="1567294" y="172111"/>
                  <a:pt x="1559034" y="170920"/>
                  <a:pt x="1551941" y="168538"/>
                </a:cubicBezTo>
                <a:cubicBezTo>
                  <a:pt x="1544849" y="166155"/>
                  <a:pt x="1538926" y="162542"/>
                  <a:pt x="1534172" y="157699"/>
                </a:cubicBezTo>
                <a:cubicBezTo>
                  <a:pt x="1529417" y="152855"/>
                  <a:pt x="1525871" y="146743"/>
                  <a:pt x="1523534" y="139361"/>
                </a:cubicBezTo>
                <a:cubicBezTo>
                  <a:pt x="1521196" y="131977"/>
                  <a:pt x="1520027" y="123322"/>
                  <a:pt x="1520027" y="113397"/>
                </a:cubicBezTo>
                <a:cubicBezTo>
                  <a:pt x="1520027" y="103948"/>
                  <a:pt x="1521256" y="95432"/>
                  <a:pt x="1523712" y="87849"/>
                </a:cubicBezTo>
                <a:cubicBezTo>
                  <a:pt x="1526168" y="80267"/>
                  <a:pt x="1529734" y="73836"/>
                  <a:pt x="1534409" y="68557"/>
                </a:cubicBezTo>
                <a:cubicBezTo>
                  <a:pt x="1539085" y="63275"/>
                  <a:pt x="1544770" y="59245"/>
                  <a:pt x="1551466" y="56466"/>
                </a:cubicBezTo>
                <a:cubicBezTo>
                  <a:pt x="1558162" y="53688"/>
                  <a:pt x="1565710" y="52299"/>
                  <a:pt x="1574109" y="52299"/>
                </a:cubicBezTo>
                <a:cubicBezTo>
                  <a:pt x="1582984" y="52299"/>
                  <a:pt x="1590571" y="53609"/>
                  <a:pt x="1596871" y="56229"/>
                </a:cubicBezTo>
                <a:cubicBezTo>
                  <a:pt x="1603171" y="58849"/>
                  <a:pt x="1608341" y="62480"/>
                  <a:pt x="1612382" y="67123"/>
                </a:cubicBezTo>
                <a:cubicBezTo>
                  <a:pt x="1616424" y="71766"/>
                  <a:pt x="1619395" y="77263"/>
                  <a:pt x="1621297" y="83615"/>
                </a:cubicBezTo>
                <a:cubicBezTo>
                  <a:pt x="1623199" y="89964"/>
                  <a:pt x="1624150" y="96871"/>
                  <a:pt x="1624150" y="104334"/>
                </a:cubicBezTo>
                <a:lnTo>
                  <a:pt x="1624150" y="109096"/>
                </a:lnTo>
                <a:moveTo>
                  <a:pt x="1595147" y="100556"/>
                </a:moveTo>
                <a:cubicBezTo>
                  <a:pt x="1595385" y="92120"/>
                  <a:pt x="1593701" y="85495"/>
                  <a:pt x="1590096" y="80681"/>
                </a:cubicBezTo>
                <a:cubicBezTo>
                  <a:pt x="1586490" y="75864"/>
                  <a:pt x="1580924" y="73456"/>
                  <a:pt x="1573396" y="73456"/>
                </a:cubicBezTo>
                <a:cubicBezTo>
                  <a:pt x="1569592" y="73456"/>
                  <a:pt x="1566284" y="74173"/>
                  <a:pt x="1563471" y="75607"/>
                </a:cubicBezTo>
                <a:cubicBezTo>
                  <a:pt x="1560658" y="77038"/>
                  <a:pt x="1558320" y="78968"/>
                  <a:pt x="1556458" y="81398"/>
                </a:cubicBezTo>
                <a:cubicBezTo>
                  <a:pt x="1554596" y="83824"/>
                  <a:pt x="1553170" y="86689"/>
                  <a:pt x="1552179" y="89993"/>
                </a:cubicBezTo>
                <a:cubicBezTo>
                  <a:pt x="1551189" y="93294"/>
                  <a:pt x="1550614" y="96815"/>
                  <a:pt x="1550456" y="100556"/>
                </a:cubicBezTo>
                <a:lnTo>
                  <a:pt x="1595147" y="10055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AA5203-89E3-438F-BD3F-1FA87DBB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3433" y="1676343"/>
            <a:ext cx="2969967" cy="2182453"/>
          </a:xfrm>
          <a:custGeom xmlns:a="http://schemas.openxmlformats.org/drawingml/2006/main">
            <a:pathLst>
              <a:path w="2969967" h="2182453">
                <a:moveTo>
                  <a:pt x="610" y="75546"/>
                </a:moveTo>
                <a:cubicBezTo>
                  <a:pt x="0" y="33500"/>
                  <a:pt x="33500" y="0"/>
                  <a:pt x="75699" y="458"/>
                </a:cubicBezTo>
                <a:lnTo>
                  <a:pt x="2894268" y="458"/>
                </a:lnTo>
                <a:cubicBezTo>
                  <a:pt x="2936467" y="0"/>
                  <a:pt x="2969967" y="33500"/>
                  <a:pt x="2969357" y="75546"/>
                </a:cubicBezTo>
                <a:lnTo>
                  <a:pt x="2969357" y="2108433"/>
                </a:lnTo>
                <a:cubicBezTo>
                  <a:pt x="2969967" y="2148953"/>
                  <a:pt x="2936467" y="2182453"/>
                  <a:pt x="2894268" y="2181690"/>
                </a:cubicBezTo>
                <a:lnTo>
                  <a:pt x="75699" y="2181690"/>
                </a:lnTo>
                <a:cubicBezTo>
                  <a:pt x="33500" y="2182453"/>
                  <a:pt x="0" y="2148953"/>
                  <a:pt x="610" y="2108433"/>
                </a:cubicBezTo>
                <a:lnTo>
                  <a:pt x="610" y="75546"/>
                </a:lnTo>
              </a:path>
            </a:pathLst>
          </a:custGeom>
          <a:solidFill xmlns:a="http://schemas.openxmlformats.org/drawingml/2006/main">
            <a:srgbClr val="FDEADA">
              <a:alpha val="41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DC35A9-33A2-422B-8DB3-6B155682D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854" y="1671765"/>
            <a:ext cx="2979124" cy="2191610"/>
          </a:xfrm>
          <a:custGeom xmlns:a="http://schemas.openxmlformats.org/drawingml/2006/main">
            <a:pathLst>
              <a:path w="2979124" h="2191610">
                <a:moveTo>
                  <a:pt x="107" y="2116399"/>
                </a:moveTo>
                <a:lnTo>
                  <a:pt x="397" y="2120199"/>
                </a:lnTo>
                <a:lnTo>
                  <a:pt x="427" y="2120428"/>
                </a:lnTo>
                <a:lnTo>
                  <a:pt x="900" y="2124168"/>
                </a:lnTo>
                <a:lnTo>
                  <a:pt x="931" y="2124396"/>
                </a:lnTo>
                <a:lnTo>
                  <a:pt x="1587" y="2128075"/>
                </a:lnTo>
                <a:lnTo>
                  <a:pt x="1633" y="2128304"/>
                </a:lnTo>
                <a:lnTo>
                  <a:pt x="2472" y="2131921"/>
                </a:lnTo>
                <a:lnTo>
                  <a:pt x="2533" y="2132150"/>
                </a:lnTo>
                <a:lnTo>
                  <a:pt x="3541" y="2135706"/>
                </a:lnTo>
                <a:lnTo>
                  <a:pt x="3648" y="2136026"/>
                </a:lnTo>
                <a:lnTo>
                  <a:pt x="6166" y="2142894"/>
                </a:lnTo>
                <a:lnTo>
                  <a:pt x="6334" y="2143306"/>
                </a:lnTo>
                <a:lnTo>
                  <a:pt x="9493" y="2149853"/>
                </a:lnTo>
                <a:lnTo>
                  <a:pt x="9691" y="2150250"/>
                </a:lnTo>
                <a:lnTo>
                  <a:pt x="13446" y="2156416"/>
                </a:lnTo>
                <a:lnTo>
                  <a:pt x="13690" y="2156782"/>
                </a:lnTo>
                <a:lnTo>
                  <a:pt x="17994" y="2162536"/>
                </a:lnTo>
                <a:lnTo>
                  <a:pt x="18284" y="2162872"/>
                </a:lnTo>
                <a:lnTo>
                  <a:pt x="23107" y="2168198"/>
                </a:lnTo>
                <a:lnTo>
                  <a:pt x="23412" y="2168503"/>
                </a:lnTo>
                <a:lnTo>
                  <a:pt x="28738" y="2173326"/>
                </a:lnTo>
                <a:lnTo>
                  <a:pt x="29074" y="2173616"/>
                </a:lnTo>
                <a:lnTo>
                  <a:pt x="34828" y="2177920"/>
                </a:lnTo>
                <a:lnTo>
                  <a:pt x="35194" y="2178164"/>
                </a:lnTo>
                <a:lnTo>
                  <a:pt x="41360" y="2181919"/>
                </a:lnTo>
                <a:lnTo>
                  <a:pt x="41757" y="2182117"/>
                </a:lnTo>
                <a:lnTo>
                  <a:pt x="48304" y="2185276"/>
                </a:lnTo>
                <a:lnTo>
                  <a:pt x="48716" y="2185444"/>
                </a:lnTo>
                <a:lnTo>
                  <a:pt x="55584" y="2187962"/>
                </a:lnTo>
                <a:lnTo>
                  <a:pt x="55904" y="2188069"/>
                </a:lnTo>
                <a:lnTo>
                  <a:pt x="59460" y="2189076"/>
                </a:lnTo>
                <a:lnTo>
                  <a:pt x="59689" y="2189137"/>
                </a:lnTo>
                <a:lnTo>
                  <a:pt x="63306" y="2189977"/>
                </a:lnTo>
                <a:lnTo>
                  <a:pt x="63535" y="2190023"/>
                </a:lnTo>
                <a:lnTo>
                  <a:pt x="67213" y="2190679"/>
                </a:lnTo>
                <a:lnTo>
                  <a:pt x="67442" y="2190709"/>
                </a:lnTo>
                <a:lnTo>
                  <a:pt x="71182" y="2191183"/>
                </a:lnTo>
                <a:lnTo>
                  <a:pt x="71410" y="2191213"/>
                </a:lnTo>
                <a:lnTo>
                  <a:pt x="75211" y="2191503"/>
                </a:lnTo>
                <a:lnTo>
                  <a:pt x="75455" y="2191518"/>
                </a:lnTo>
                <a:lnTo>
                  <a:pt x="79301" y="2191610"/>
                </a:lnTo>
                <a:lnTo>
                  <a:pt x="79408" y="2191610"/>
                </a:lnTo>
                <a:lnTo>
                  <a:pt x="2899717" y="2191610"/>
                </a:lnTo>
                <a:lnTo>
                  <a:pt x="2899823" y="2191610"/>
                </a:lnTo>
                <a:lnTo>
                  <a:pt x="2903669" y="2191518"/>
                </a:lnTo>
                <a:lnTo>
                  <a:pt x="2903914" y="2191503"/>
                </a:lnTo>
                <a:lnTo>
                  <a:pt x="2907714" y="2191213"/>
                </a:lnTo>
                <a:lnTo>
                  <a:pt x="2907943" y="2191183"/>
                </a:lnTo>
                <a:lnTo>
                  <a:pt x="2911682" y="2190709"/>
                </a:lnTo>
                <a:lnTo>
                  <a:pt x="2911911" y="2190679"/>
                </a:lnTo>
                <a:lnTo>
                  <a:pt x="2915604" y="2190023"/>
                </a:lnTo>
                <a:lnTo>
                  <a:pt x="2915818" y="2189977"/>
                </a:lnTo>
                <a:lnTo>
                  <a:pt x="2919435" y="2189137"/>
                </a:lnTo>
                <a:lnTo>
                  <a:pt x="2919664" y="2189076"/>
                </a:lnTo>
                <a:lnTo>
                  <a:pt x="2923220" y="2188069"/>
                </a:lnTo>
                <a:lnTo>
                  <a:pt x="2923540" y="2187962"/>
                </a:lnTo>
                <a:lnTo>
                  <a:pt x="2930408" y="2185444"/>
                </a:lnTo>
                <a:lnTo>
                  <a:pt x="2930820" y="2185276"/>
                </a:lnTo>
                <a:lnTo>
                  <a:pt x="2937368" y="2182117"/>
                </a:lnTo>
                <a:lnTo>
                  <a:pt x="2937765" y="2181919"/>
                </a:lnTo>
                <a:lnTo>
                  <a:pt x="2943930" y="2178164"/>
                </a:lnTo>
                <a:lnTo>
                  <a:pt x="2944297" y="2177920"/>
                </a:lnTo>
                <a:lnTo>
                  <a:pt x="2950050" y="2173616"/>
                </a:lnTo>
                <a:lnTo>
                  <a:pt x="2950386" y="2173326"/>
                </a:lnTo>
                <a:lnTo>
                  <a:pt x="2955713" y="2168503"/>
                </a:lnTo>
                <a:lnTo>
                  <a:pt x="2956018" y="2168198"/>
                </a:lnTo>
                <a:lnTo>
                  <a:pt x="2960841" y="2162872"/>
                </a:lnTo>
                <a:lnTo>
                  <a:pt x="2961131" y="2162536"/>
                </a:lnTo>
                <a:lnTo>
                  <a:pt x="2965434" y="2156782"/>
                </a:lnTo>
                <a:lnTo>
                  <a:pt x="2965679" y="2156416"/>
                </a:lnTo>
                <a:lnTo>
                  <a:pt x="2969433" y="2150250"/>
                </a:lnTo>
                <a:lnTo>
                  <a:pt x="2969631" y="2149853"/>
                </a:lnTo>
                <a:lnTo>
                  <a:pt x="2972791" y="2143306"/>
                </a:lnTo>
                <a:lnTo>
                  <a:pt x="2972959" y="2142894"/>
                </a:lnTo>
                <a:lnTo>
                  <a:pt x="2975477" y="2136026"/>
                </a:lnTo>
                <a:lnTo>
                  <a:pt x="2975584" y="2135706"/>
                </a:lnTo>
                <a:lnTo>
                  <a:pt x="2976591" y="2132150"/>
                </a:lnTo>
                <a:lnTo>
                  <a:pt x="2976652" y="2131921"/>
                </a:lnTo>
                <a:lnTo>
                  <a:pt x="2977491" y="2128304"/>
                </a:lnTo>
                <a:lnTo>
                  <a:pt x="2977537" y="2128075"/>
                </a:lnTo>
                <a:lnTo>
                  <a:pt x="2978193" y="2124396"/>
                </a:lnTo>
                <a:lnTo>
                  <a:pt x="2978224" y="2124168"/>
                </a:lnTo>
                <a:lnTo>
                  <a:pt x="2978697" y="2120428"/>
                </a:lnTo>
                <a:lnTo>
                  <a:pt x="2978728" y="2120199"/>
                </a:lnTo>
                <a:lnTo>
                  <a:pt x="2979018" y="2116399"/>
                </a:lnTo>
                <a:lnTo>
                  <a:pt x="2979033" y="2116155"/>
                </a:lnTo>
                <a:lnTo>
                  <a:pt x="2979124" y="2112309"/>
                </a:lnTo>
                <a:lnTo>
                  <a:pt x="2979124" y="2112202"/>
                </a:lnTo>
                <a:lnTo>
                  <a:pt x="2979124" y="79408"/>
                </a:lnTo>
                <a:lnTo>
                  <a:pt x="2979124" y="79301"/>
                </a:lnTo>
                <a:lnTo>
                  <a:pt x="2979033" y="75455"/>
                </a:lnTo>
                <a:lnTo>
                  <a:pt x="2979018" y="75211"/>
                </a:lnTo>
                <a:lnTo>
                  <a:pt x="2978728" y="71410"/>
                </a:lnTo>
                <a:lnTo>
                  <a:pt x="2978697" y="71182"/>
                </a:lnTo>
                <a:lnTo>
                  <a:pt x="2978224" y="67442"/>
                </a:lnTo>
                <a:lnTo>
                  <a:pt x="2978193" y="67213"/>
                </a:lnTo>
                <a:lnTo>
                  <a:pt x="2977537" y="63535"/>
                </a:lnTo>
                <a:lnTo>
                  <a:pt x="2977491" y="63306"/>
                </a:lnTo>
                <a:lnTo>
                  <a:pt x="2976652" y="59689"/>
                </a:lnTo>
                <a:lnTo>
                  <a:pt x="2976591" y="59460"/>
                </a:lnTo>
                <a:lnTo>
                  <a:pt x="2975584" y="55904"/>
                </a:lnTo>
                <a:lnTo>
                  <a:pt x="2975477" y="55584"/>
                </a:lnTo>
                <a:lnTo>
                  <a:pt x="2972959" y="48716"/>
                </a:lnTo>
                <a:lnTo>
                  <a:pt x="2972791" y="48304"/>
                </a:lnTo>
                <a:lnTo>
                  <a:pt x="2969631" y="41757"/>
                </a:lnTo>
                <a:lnTo>
                  <a:pt x="2969433" y="41360"/>
                </a:lnTo>
                <a:lnTo>
                  <a:pt x="2965679" y="35194"/>
                </a:lnTo>
                <a:lnTo>
                  <a:pt x="2965434" y="34828"/>
                </a:lnTo>
                <a:lnTo>
                  <a:pt x="2961131" y="29074"/>
                </a:lnTo>
                <a:lnTo>
                  <a:pt x="2960841" y="28738"/>
                </a:lnTo>
                <a:lnTo>
                  <a:pt x="2956018" y="23412"/>
                </a:lnTo>
                <a:lnTo>
                  <a:pt x="2955713" y="23107"/>
                </a:lnTo>
                <a:lnTo>
                  <a:pt x="2950386" y="18284"/>
                </a:lnTo>
                <a:lnTo>
                  <a:pt x="2950050" y="17994"/>
                </a:lnTo>
                <a:lnTo>
                  <a:pt x="2944297" y="13690"/>
                </a:lnTo>
                <a:lnTo>
                  <a:pt x="2943930" y="13446"/>
                </a:lnTo>
                <a:lnTo>
                  <a:pt x="2937765" y="9691"/>
                </a:lnTo>
                <a:lnTo>
                  <a:pt x="2937368" y="9493"/>
                </a:lnTo>
                <a:lnTo>
                  <a:pt x="2930820" y="6334"/>
                </a:lnTo>
                <a:lnTo>
                  <a:pt x="2930408" y="6166"/>
                </a:lnTo>
                <a:lnTo>
                  <a:pt x="2923540" y="3648"/>
                </a:lnTo>
                <a:lnTo>
                  <a:pt x="2923220" y="3541"/>
                </a:lnTo>
                <a:lnTo>
                  <a:pt x="2919664" y="2533"/>
                </a:lnTo>
                <a:lnTo>
                  <a:pt x="2919435" y="2472"/>
                </a:lnTo>
                <a:lnTo>
                  <a:pt x="2915818" y="1633"/>
                </a:lnTo>
                <a:lnTo>
                  <a:pt x="2915604" y="1587"/>
                </a:lnTo>
                <a:lnTo>
                  <a:pt x="2911911" y="931"/>
                </a:lnTo>
                <a:lnTo>
                  <a:pt x="2911682" y="900"/>
                </a:lnTo>
                <a:lnTo>
                  <a:pt x="2907943" y="427"/>
                </a:lnTo>
                <a:lnTo>
                  <a:pt x="2907714" y="397"/>
                </a:lnTo>
                <a:lnTo>
                  <a:pt x="2903914" y="107"/>
                </a:lnTo>
                <a:lnTo>
                  <a:pt x="2903669" y="92"/>
                </a:lnTo>
                <a:lnTo>
                  <a:pt x="2899823" y="0"/>
                </a:lnTo>
                <a:lnTo>
                  <a:pt x="2899717" y="0"/>
                </a:lnTo>
                <a:lnTo>
                  <a:pt x="79408" y="0"/>
                </a:lnTo>
                <a:lnTo>
                  <a:pt x="79301" y="0"/>
                </a:lnTo>
                <a:lnTo>
                  <a:pt x="75455" y="92"/>
                </a:lnTo>
                <a:lnTo>
                  <a:pt x="75211" y="107"/>
                </a:lnTo>
                <a:lnTo>
                  <a:pt x="71410" y="397"/>
                </a:lnTo>
                <a:lnTo>
                  <a:pt x="71182" y="427"/>
                </a:lnTo>
                <a:lnTo>
                  <a:pt x="67442" y="900"/>
                </a:lnTo>
                <a:lnTo>
                  <a:pt x="67213" y="931"/>
                </a:lnTo>
                <a:lnTo>
                  <a:pt x="63535" y="1587"/>
                </a:lnTo>
                <a:lnTo>
                  <a:pt x="63306" y="1633"/>
                </a:lnTo>
                <a:lnTo>
                  <a:pt x="59689" y="2472"/>
                </a:lnTo>
                <a:lnTo>
                  <a:pt x="59460" y="2533"/>
                </a:lnTo>
                <a:lnTo>
                  <a:pt x="55904" y="3541"/>
                </a:lnTo>
                <a:lnTo>
                  <a:pt x="55584" y="3648"/>
                </a:lnTo>
                <a:lnTo>
                  <a:pt x="48716" y="6166"/>
                </a:lnTo>
                <a:lnTo>
                  <a:pt x="48304" y="6334"/>
                </a:lnTo>
                <a:lnTo>
                  <a:pt x="41757" y="9493"/>
                </a:lnTo>
                <a:lnTo>
                  <a:pt x="41360" y="9691"/>
                </a:lnTo>
                <a:lnTo>
                  <a:pt x="35194" y="13446"/>
                </a:lnTo>
                <a:lnTo>
                  <a:pt x="34828" y="13690"/>
                </a:lnTo>
                <a:lnTo>
                  <a:pt x="29074" y="17994"/>
                </a:lnTo>
                <a:lnTo>
                  <a:pt x="28738" y="18284"/>
                </a:lnTo>
                <a:lnTo>
                  <a:pt x="23412" y="23107"/>
                </a:lnTo>
                <a:lnTo>
                  <a:pt x="23107" y="23412"/>
                </a:lnTo>
                <a:lnTo>
                  <a:pt x="18284" y="28738"/>
                </a:lnTo>
                <a:lnTo>
                  <a:pt x="17994" y="29074"/>
                </a:lnTo>
                <a:lnTo>
                  <a:pt x="13690" y="34828"/>
                </a:lnTo>
                <a:lnTo>
                  <a:pt x="13446" y="35194"/>
                </a:lnTo>
                <a:lnTo>
                  <a:pt x="9691" y="41360"/>
                </a:lnTo>
                <a:lnTo>
                  <a:pt x="9493" y="41757"/>
                </a:lnTo>
                <a:lnTo>
                  <a:pt x="6334" y="48304"/>
                </a:lnTo>
                <a:lnTo>
                  <a:pt x="6166" y="48716"/>
                </a:lnTo>
                <a:lnTo>
                  <a:pt x="3648" y="55584"/>
                </a:lnTo>
                <a:lnTo>
                  <a:pt x="3541" y="55904"/>
                </a:lnTo>
                <a:lnTo>
                  <a:pt x="2533" y="59460"/>
                </a:lnTo>
                <a:lnTo>
                  <a:pt x="2472" y="59689"/>
                </a:lnTo>
                <a:lnTo>
                  <a:pt x="1633" y="63306"/>
                </a:lnTo>
                <a:lnTo>
                  <a:pt x="1587" y="63535"/>
                </a:lnTo>
                <a:lnTo>
                  <a:pt x="931" y="67213"/>
                </a:lnTo>
                <a:lnTo>
                  <a:pt x="900" y="67442"/>
                </a:lnTo>
                <a:lnTo>
                  <a:pt x="427" y="71182"/>
                </a:lnTo>
                <a:lnTo>
                  <a:pt x="397" y="71410"/>
                </a:lnTo>
                <a:lnTo>
                  <a:pt x="107" y="75211"/>
                </a:lnTo>
                <a:lnTo>
                  <a:pt x="92" y="75455"/>
                </a:lnTo>
                <a:lnTo>
                  <a:pt x="0" y="79301"/>
                </a:lnTo>
                <a:lnTo>
                  <a:pt x="0" y="79408"/>
                </a:lnTo>
                <a:lnTo>
                  <a:pt x="0" y="2112202"/>
                </a:lnTo>
                <a:lnTo>
                  <a:pt x="0" y="2112309"/>
                </a:lnTo>
                <a:lnTo>
                  <a:pt x="92" y="2116155"/>
                </a:lnTo>
                <a:lnTo>
                  <a:pt x="107" y="2116399"/>
                </a:lnTo>
                <a:close/>
                <a:moveTo>
                  <a:pt x="9963" y="68749"/>
                </a:moveTo>
                <a:lnTo>
                  <a:pt x="10583" y="65273"/>
                </a:lnTo>
                <a:lnTo>
                  <a:pt x="11384" y="61807"/>
                </a:lnTo>
                <a:lnTo>
                  <a:pt x="12311" y="58535"/>
                </a:lnTo>
                <a:lnTo>
                  <a:pt x="14661" y="52124"/>
                </a:lnTo>
                <a:lnTo>
                  <a:pt x="17630" y="45942"/>
                </a:lnTo>
                <a:lnTo>
                  <a:pt x="21146" y="40168"/>
                </a:lnTo>
                <a:lnTo>
                  <a:pt x="25196" y="34739"/>
                </a:lnTo>
                <a:lnTo>
                  <a:pt x="29738" y="29738"/>
                </a:lnTo>
                <a:lnTo>
                  <a:pt x="34739" y="25196"/>
                </a:lnTo>
                <a:lnTo>
                  <a:pt x="40168" y="21146"/>
                </a:lnTo>
                <a:lnTo>
                  <a:pt x="45942" y="17630"/>
                </a:lnTo>
                <a:lnTo>
                  <a:pt x="52124" y="14661"/>
                </a:lnTo>
                <a:lnTo>
                  <a:pt x="58535" y="12311"/>
                </a:lnTo>
                <a:lnTo>
                  <a:pt x="61807" y="11384"/>
                </a:lnTo>
                <a:lnTo>
                  <a:pt x="65273" y="10583"/>
                </a:lnTo>
                <a:lnTo>
                  <a:pt x="68749" y="9963"/>
                </a:lnTo>
                <a:lnTo>
                  <a:pt x="72341" y="9508"/>
                </a:lnTo>
                <a:lnTo>
                  <a:pt x="72113" y="9523"/>
                </a:lnTo>
                <a:lnTo>
                  <a:pt x="75913" y="9249"/>
                </a:lnTo>
                <a:lnTo>
                  <a:pt x="75684" y="9249"/>
                </a:lnTo>
                <a:lnTo>
                  <a:pt x="79530" y="9157"/>
                </a:lnTo>
                <a:lnTo>
                  <a:pt x="2899595" y="9157"/>
                </a:lnTo>
                <a:lnTo>
                  <a:pt x="2903441" y="9249"/>
                </a:lnTo>
                <a:lnTo>
                  <a:pt x="2903212" y="9249"/>
                </a:lnTo>
                <a:lnTo>
                  <a:pt x="2907012" y="9523"/>
                </a:lnTo>
                <a:lnTo>
                  <a:pt x="2906783" y="9508"/>
                </a:lnTo>
                <a:lnTo>
                  <a:pt x="2910376" y="9963"/>
                </a:lnTo>
                <a:lnTo>
                  <a:pt x="2913851" y="10583"/>
                </a:lnTo>
                <a:lnTo>
                  <a:pt x="2917317" y="11384"/>
                </a:lnTo>
                <a:lnTo>
                  <a:pt x="2920589" y="12311"/>
                </a:lnTo>
                <a:lnTo>
                  <a:pt x="2927000" y="14661"/>
                </a:lnTo>
                <a:lnTo>
                  <a:pt x="2933182" y="17630"/>
                </a:lnTo>
                <a:lnTo>
                  <a:pt x="2938957" y="21146"/>
                </a:lnTo>
                <a:lnTo>
                  <a:pt x="2944385" y="25196"/>
                </a:lnTo>
                <a:lnTo>
                  <a:pt x="2949387" y="29738"/>
                </a:lnTo>
                <a:lnTo>
                  <a:pt x="2953929" y="34739"/>
                </a:lnTo>
                <a:lnTo>
                  <a:pt x="2957978" y="40168"/>
                </a:lnTo>
                <a:lnTo>
                  <a:pt x="2961494" y="45942"/>
                </a:lnTo>
                <a:lnTo>
                  <a:pt x="2964463" y="52124"/>
                </a:lnTo>
                <a:lnTo>
                  <a:pt x="2966814" y="58535"/>
                </a:lnTo>
                <a:lnTo>
                  <a:pt x="2967741" y="61807"/>
                </a:lnTo>
                <a:lnTo>
                  <a:pt x="2968541" y="65273"/>
                </a:lnTo>
                <a:lnTo>
                  <a:pt x="2969162" y="68749"/>
                </a:lnTo>
                <a:lnTo>
                  <a:pt x="2969616" y="72341"/>
                </a:lnTo>
                <a:lnTo>
                  <a:pt x="2969601" y="72113"/>
                </a:lnTo>
                <a:lnTo>
                  <a:pt x="2969877" y="75726"/>
                </a:lnTo>
                <a:lnTo>
                  <a:pt x="2969967" y="79530"/>
                </a:lnTo>
                <a:lnTo>
                  <a:pt x="2969967" y="2112080"/>
                </a:lnTo>
                <a:lnTo>
                  <a:pt x="2969877" y="2115884"/>
                </a:lnTo>
                <a:lnTo>
                  <a:pt x="2969601" y="2119497"/>
                </a:lnTo>
                <a:lnTo>
                  <a:pt x="2969616" y="2119268"/>
                </a:lnTo>
                <a:lnTo>
                  <a:pt x="2969162" y="2122861"/>
                </a:lnTo>
                <a:lnTo>
                  <a:pt x="2968541" y="2126337"/>
                </a:lnTo>
                <a:lnTo>
                  <a:pt x="2967741" y="2129803"/>
                </a:lnTo>
                <a:lnTo>
                  <a:pt x="2966814" y="2133075"/>
                </a:lnTo>
                <a:lnTo>
                  <a:pt x="2964463" y="2139486"/>
                </a:lnTo>
                <a:lnTo>
                  <a:pt x="2961494" y="2145668"/>
                </a:lnTo>
                <a:lnTo>
                  <a:pt x="2957978" y="2151442"/>
                </a:lnTo>
                <a:lnTo>
                  <a:pt x="2953929" y="2156871"/>
                </a:lnTo>
                <a:lnTo>
                  <a:pt x="2949387" y="2161872"/>
                </a:lnTo>
                <a:lnTo>
                  <a:pt x="2944385" y="2166414"/>
                </a:lnTo>
                <a:lnTo>
                  <a:pt x="2938957" y="2170464"/>
                </a:lnTo>
                <a:lnTo>
                  <a:pt x="2933182" y="2173980"/>
                </a:lnTo>
                <a:lnTo>
                  <a:pt x="2927000" y="2176949"/>
                </a:lnTo>
                <a:lnTo>
                  <a:pt x="2920589" y="2179299"/>
                </a:lnTo>
                <a:lnTo>
                  <a:pt x="2917317" y="2180226"/>
                </a:lnTo>
                <a:lnTo>
                  <a:pt x="2913851" y="2181027"/>
                </a:lnTo>
                <a:lnTo>
                  <a:pt x="2910376" y="2181647"/>
                </a:lnTo>
                <a:lnTo>
                  <a:pt x="2906783" y="2182102"/>
                </a:lnTo>
                <a:lnTo>
                  <a:pt x="2907012" y="2182086"/>
                </a:lnTo>
                <a:lnTo>
                  <a:pt x="2903212" y="2182361"/>
                </a:lnTo>
                <a:lnTo>
                  <a:pt x="2903441" y="2182361"/>
                </a:lnTo>
                <a:lnTo>
                  <a:pt x="2899595" y="2182453"/>
                </a:lnTo>
                <a:lnTo>
                  <a:pt x="79530" y="2182453"/>
                </a:lnTo>
                <a:lnTo>
                  <a:pt x="75684" y="2182361"/>
                </a:lnTo>
                <a:lnTo>
                  <a:pt x="75913" y="2182361"/>
                </a:lnTo>
                <a:lnTo>
                  <a:pt x="72113" y="2182086"/>
                </a:lnTo>
                <a:lnTo>
                  <a:pt x="72341" y="2182102"/>
                </a:lnTo>
                <a:lnTo>
                  <a:pt x="68749" y="2181647"/>
                </a:lnTo>
                <a:lnTo>
                  <a:pt x="65273" y="2181027"/>
                </a:lnTo>
                <a:lnTo>
                  <a:pt x="61807" y="2180226"/>
                </a:lnTo>
                <a:lnTo>
                  <a:pt x="58535" y="2179299"/>
                </a:lnTo>
                <a:lnTo>
                  <a:pt x="52124" y="2176949"/>
                </a:lnTo>
                <a:lnTo>
                  <a:pt x="45942" y="2173980"/>
                </a:lnTo>
                <a:lnTo>
                  <a:pt x="40168" y="2170464"/>
                </a:lnTo>
                <a:lnTo>
                  <a:pt x="34739" y="2166414"/>
                </a:lnTo>
                <a:lnTo>
                  <a:pt x="29738" y="2161872"/>
                </a:lnTo>
                <a:lnTo>
                  <a:pt x="25196" y="2156871"/>
                </a:lnTo>
                <a:lnTo>
                  <a:pt x="21146" y="2151442"/>
                </a:lnTo>
                <a:lnTo>
                  <a:pt x="17630" y="2145668"/>
                </a:lnTo>
                <a:lnTo>
                  <a:pt x="14661" y="2139486"/>
                </a:lnTo>
                <a:lnTo>
                  <a:pt x="12311" y="2133075"/>
                </a:lnTo>
                <a:lnTo>
                  <a:pt x="11384" y="2129803"/>
                </a:lnTo>
                <a:lnTo>
                  <a:pt x="10583" y="2126337"/>
                </a:lnTo>
                <a:lnTo>
                  <a:pt x="9963" y="2122861"/>
                </a:lnTo>
                <a:lnTo>
                  <a:pt x="9508" y="2119268"/>
                </a:lnTo>
                <a:lnTo>
                  <a:pt x="9523" y="2119497"/>
                </a:lnTo>
                <a:lnTo>
                  <a:pt x="9249" y="2115697"/>
                </a:lnTo>
                <a:lnTo>
                  <a:pt x="9249" y="2115926"/>
                </a:lnTo>
                <a:lnTo>
                  <a:pt x="9157" y="2112080"/>
                </a:lnTo>
                <a:lnTo>
                  <a:pt x="9157" y="79530"/>
                </a:lnTo>
                <a:lnTo>
                  <a:pt x="9249" y="75684"/>
                </a:lnTo>
                <a:lnTo>
                  <a:pt x="9249" y="75913"/>
                </a:lnTo>
                <a:lnTo>
                  <a:pt x="9523" y="72113"/>
                </a:lnTo>
                <a:lnTo>
                  <a:pt x="9508" y="72341"/>
                </a:lnTo>
                <a:lnTo>
                  <a:pt x="9963" y="6874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0418DC-4E58-45E4-B933-310A5E005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9417" y="3466260"/>
            <a:ext cx="2552172" cy="95234"/>
          </a:xfrm>
          <a:custGeom xmlns:a="http://schemas.openxmlformats.org/drawingml/2006/main">
            <a:pathLst>
              <a:path w="2552172" h="95234">
                <a:moveTo>
                  <a:pt x="7066" y="38399"/>
                </a:moveTo>
                <a:lnTo>
                  <a:pt x="4762" y="39360"/>
                </a:lnTo>
                <a:lnTo>
                  <a:pt x="2793" y="40871"/>
                </a:lnTo>
                <a:lnTo>
                  <a:pt x="1282" y="42840"/>
                </a:lnTo>
                <a:lnTo>
                  <a:pt x="321" y="45145"/>
                </a:lnTo>
                <a:lnTo>
                  <a:pt x="0" y="47617"/>
                </a:lnTo>
                <a:lnTo>
                  <a:pt x="321" y="50090"/>
                </a:lnTo>
                <a:lnTo>
                  <a:pt x="1282" y="52379"/>
                </a:lnTo>
                <a:lnTo>
                  <a:pt x="2793" y="54363"/>
                </a:lnTo>
                <a:lnTo>
                  <a:pt x="4762" y="55874"/>
                </a:lnTo>
                <a:lnTo>
                  <a:pt x="7066" y="56835"/>
                </a:lnTo>
                <a:lnTo>
                  <a:pt x="9539" y="57156"/>
                </a:lnTo>
                <a:lnTo>
                  <a:pt x="2479681" y="57156"/>
                </a:lnTo>
                <a:lnTo>
                  <a:pt x="2432138" y="76966"/>
                </a:lnTo>
                <a:lnTo>
                  <a:pt x="2429970" y="78217"/>
                </a:lnTo>
                <a:lnTo>
                  <a:pt x="2428215" y="79988"/>
                </a:lnTo>
                <a:lnTo>
                  <a:pt x="2426979" y="82140"/>
                </a:lnTo>
                <a:lnTo>
                  <a:pt x="2426338" y="84551"/>
                </a:lnTo>
                <a:lnTo>
                  <a:pt x="2426338" y="87039"/>
                </a:lnTo>
                <a:lnTo>
                  <a:pt x="2426994" y="89435"/>
                </a:lnTo>
                <a:lnTo>
                  <a:pt x="2428246" y="91587"/>
                </a:lnTo>
                <a:lnTo>
                  <a:pt x="2430016" y="93357"/>
                </a:lnTo>
                <a:lnTo>
                  <a:pt x="2432168" y="94593"/>
                </a:lnTo>
                <a:lnTo>
                  <a:pt x="2434579" y="95234"/>
                </a:lnTo>
                <a:lnTo>
                  <a:pt x="2437067" y="95219"/>
                </a:lnTo>
                <a:lnTo>
                  <a:pt x="2439463" y="94578"/>
                </a:lnTo>
                <a:lnTo>
                  <a:pt x="2552172" y="47617"/>
                </a:lnTo>
                <a:lnTo>
                  <a:pt x="2439463" y="656"/>
                </a:lnTo>
                <a:lnTo>
                  <a:pt x="2437067" y="15"/>
                </a:lnTo>
                <a:lnTo>
                  <a:pt x="2434579" y="0"/>
                </a:lnTo>
                <a:lnTo>
                  <a:pt x="2432168" y="641"/>
                </a:lnTo>
                <a:lnTo>
                  <a:pt x="2430016" y="1877"/>
                </a:lnTo>
                <a:lnTo>
                  <a:pt x="2428246" y="3632"/>
                </a:lnTo>
                <a:lnTo>
                  <a:pt x="2426994" y="5800"/>
                </a:lnTo>
                <a:lnTo>
                  <a:pt x="2426338" y="8196"/>
                </a:lnTo>
                <a:lnTo>
                  <a:pt x="2426338" y="10683"/>
                </a:lnTo>
                <a:lnTo>
                  <a:pt x="2426979" y="13095"/>
                </a:lnTo>
                <a:lnTo>
                  <a:pt x="2428215" y="15247"/>
                </a:lnTo>
                <a:lnTo>
                  <a:pt x="2429970" y="17017"/>
                </a:lnTo>
                <a:lnTo>
                  <a:pt x="2432138" y="18269"/>
                </a:lnTo>
                <a:lnTo>
                  <a:pt x="2479681" y="38078"/>
                </a:lnTo>
                <a:lnTo>
                  <a:pt x="9539" y="38078"/>
                </a:lnTo>
                <a:lnTo>
                  <a:pt x="7066" y="38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E7AAFA-39EA-4C77-9475-8F680D0F2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338" y="1771730"/>
            <a:ext cx="95234" cy="1751685"/>
          </a:xfrm>
          <a:custGeom xmlns:a="http://schemas.openxmlformats.org/drawingml/2006/main">
            <a:pathLst>
              <a:path w="95234" h="1751685">
                <a:moveTo>
                  <a:pt x="76966" y="120035"/>
                </a:moveTo>
                <a:lnTo>
                  <a:pt x="78217" y="122202"/>
                </a:lnTo>
                <a:lnTo>
                  <a:pt x="79988" y="123957"/>
                </a:lnTo>
                <a:lnTo>
                  <a:pt x="82140" y="125193"/>
                </a:lnTo>
                <a:lnTo>
                  <a:pt x="84551" y="125834"/>
                </a:lnTo>
                <a:lnTo>
                  <a:pt x="87039" y="125819"/>
                </a:lnTo>
                <a:lnTo>
                  <a:pt x="89435" y="125178"/>
                </a:lnTo>
                <a:lnTo>
                  <a:pt x="91587" y="123927"/>
                </a:lnTo>
                <a:lnTo>
                  <a:pt x="93357" y="122156"/>
                </a:lnTo>
                <a:lnTo>
                  <a:pt x="94593" y="120004"/>
                </a:lnTo>
                <a:lnTo>
                  <a:pt x="95234" y="117593"/>
                </a:lnTo>
                <a:lnTo>
                  <a:pt x="95219" y="115105"/>
                </a:lnTo>
                <a:lnTo>
                  <a:pt x="94578" y="112709"/>
                </a:lnTo>
                <a:lnTo>
                  <a:pt x="47617" y="0"/>
                </a:lnTo>
                <a:lnTo>
                  <a:pt x="656" y="112709"/>
                </a:lnTo>
                <a:lnTo>
                  <a:pt x="15" y="115105"/>
                </a:lnTo>
                <a:lnTo>
                  <a:pt x="0" y="117593"/>
                </a:lnTo>
                <a:lnTo>
                  <a:pt x="641" y="120004"/>
                </a:lnTo>
                <a:lnTo>
                  <a:pt x="1877" y="122156"/>
                </a:lnTo>
                <a:lnTo>
                  <a:pt x="3632" y="123927"/>
                </a:lnTo>
                <a:lnTo>
                  <a:pt x="5800" y="125178"/>
                </a:lnTo>
                <a:lnTo>
                  <a:pt x="8196" y="125819"/>
                </a:lnTo>
                <a:lnTo>
                  <a:pt x="10683" y="125834"/>
                </a:lnTo>
                <a:lnTo>
                  <a:pt x="13095" y="125193"/>
                </a:lnTo>
                <a:lnTo>
                  <a:pt x="15247" y="123957"/>
                </a:lnTo>
                <a:lnTo>
                  <a:pt x="17017" y="122202"/>
                </a:lnTo>
                <a:lnTo>
                  <a:pt x="18269" y="120035"/>
                </a:lnTo>
                <a:lnTo>
                  <a:pt x="38078" y="72491"/>
                </a:lnTo>
                <a:lnTo>
                  <a:pt x="38078" y="1742147"/>
                </a:lnTo>
                <a:lnTo>
                  <a:pt x="38399" y="1744619"/>
                </a:lnTo>
                <a:lnTo>
                  <a:pt x="39360" y="1746908"/>
                </a:lnTo>
                <a:lnTo>
                  <a:pt x="40871" y="1748893"/>
                </a:lnTo>
                <a:lnTo>
                  <a:pt x="42840" y="1750403"/>
                </a:lnTo>
                <a:lnTo>
                  <a:pt x="45145" y="1751365"/>
                </a:lnTo>
                <a:lnTo>
                  <a:pt x="47617" y="1751685"/>
                </a:lnTo>
                <a:lnTo>
                  <a:pt x="50090" y="1751365"/>
                </a:lnTo>
                <a:lnTo>
                  <a:pt x="52379" y="1750403"/>
                </a:lnTo>
                <a:lnTo>
                  <a:pt x="54363" y="1748893"/>
                </a:lnTo>
                <a:lnTo>
                  <a:pt x="55874" y="1746908"/>
                </a:lnTo>
                <a:lnTo>
                  <a:pt x="56835" y="1744619"/>
                </a:lnTo>
                <a:lnTo>
                  <a:pt x="57156" y="1742147"/>
                </a:lnTo>
                <a:lnTo>
                  <a:pt x="57156" y="72491"/>
                </a:lnTo>
                <a:lnTo>
                  <a:pt x="76966" y="120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da2a759c334279"/>
          <a:stretch xmlns:a="http://schemas.openxmlformats.org/drawingml/2006/main"/>
        </p:blipFill>
        <p:spPr>
          <a:xfrm xmlns:a="http://schemas.openxmlformats.org/drawingml/2006/main">
            <a:off x="6984816" y="2018210"/>
            <a:ext cx="1786667" cy="1468958"/>
          </a:xfrm>
          <a:prstGeom xmlns:a="http://schemas.openxmlformats.org/drawingml/2006/main" prst="rect">
            <a:avLst/>
          </a:prstGeom>
        </p:spPr>
      </p:pic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E1660F-DA7C-42F4-B909-52D0374E5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69585" y="2002933"/>
            <a:ext cx="1805545" cy="1424470"/>
          </a:xfrm>
          <a:custGeom xmlns:a="http://schemas.openxmlformats.org/drawingml/2006/main">
            <a:pathLst>
              <a:path w="1805545" h="1424470">
                <a:moveTo>
                  <a:pt x="1737904" y="1390818"/>
                </a:moveTo>
                <a:lnTo>
                  <a:pt x="1737644" y="1390818"/>
                </a:lnTo>
                <a:lnTo>
                  <a:pt x="1707426" y="1389841"/>
                </a:lnTo>
                <a:lnTo>
                  <a:pt x="1707258" y="1389841"/>
                </a:lnTo>
                <a:lnTo>
                  <a:pt x="1674796" y="1389185"/>
                </a:lnTo>
                <a:lnTo>
                  <a:pt x="1674674" y="1389185"/>
                </a:lnTo>
                <a:lnTo>
                  <a:pt x="1640136" y="1388757"/>
                </a:lnTo>
                <a:lnTo>
                  <a:pt x="1640060" y="1388757"/>
                </a:lnTo>
                <a:lnTo>
                  <a:pt x="1603584" y="1388483"/>
                </a:lnTo>
                <a:lnTo>
                  <a:pt x="1603553" y="1388483"/>
                </a:lnTo>
                <a:lnTo>
                  <a:pt x="1525367" y="1388040"/>
                </a:lnTo>
                <a:lnTo>
                  <a:pt x="1525397" y="1388040"/>
                </a:lnTo>
                <a:lnTo>
                  <a:pt x="1484007" y="1387704"/>
                </a:lnTo>
                <a:lnTo>
                  <a:pt x="1484068" y="1387719"/>
                </a:lnTo>
                <a:lnTo>
                  <a:pt x="1441335" y="1387201"/>
                </a:lnTo>
                <a:lnTo>
                  <a:pt x="1441411" y="1387216"/>
                </a:lnTo>
                <a:lnTo>
                  <a:pt x="1397487" y="1386437"/>
                </a:lnTo>
                <a:lnTo>
                  <a:pt x="1397594" y="1386437"/>
                </a:lnTo>
                <a:lnTo>
                  <a:pt x="1352632" y="1385339"/>
                </a:lnTo>
                <a:lnTo>
                  <a:pt x="1352770" y="1385339"/>
                </a:lnTo>
                <a:lnTo>
                  <a:pt x="1306908" y="1383812"/>
                </a:lnTo>
                <a:lnTo>
                  <a:pt x="1307076" y="1383812"/>
                </a:lnTo>
                <a:lnTo>
                  <a:pt x="1260481" y="1381767"/>
                </a:lnTo>
                <a:lnTo>
                  <a:pt x="1260603" y="1381783"/>
                </a:lnTo>
                <a:lnTo>
                  <a:pt x="1237084" y="1380546"/>
                </a:lnTo>
                <a:lnTo>
                  <a:pt x="1237176" y="1380546"/>
                </a:lnTo>
                <a:lnTo>
                  <a:pt x="1213520" y="1379158"/>
                </a:lnTo>
                <a:lnTo>
                  <a:pt x="1213627" y="1379158"/>
                </a:lnTo>
                <a:lnTo>
                  <a:pt x="1189849" y="1377601"/>
                </a:lnTo>
                <a:lnTo>
                  <a:pt x="1189971" y="1377616"/>
                </a:lnTo>
                <a:lnTo>
                  <a:pt x="1166101" y="1375876"/>
                </a:lnTo>
                <a:lnTo>
                  <a:pt x="1166223" y="1375876"/>
                </a:lnTo>
                <a:lnTo>
                  <a:pt x="1142293" y="1373953"/>
                </a:lnTo>
                <a:lnTo>
                  <a:pt x="1142415" y="1373968"/>
                </a:lnTo>
                <a:lnTo>
                  <a:pt x="1118423" y="1371847"/>
                </a:lnTo>
                <a:lnTo>
                  <a:pt x="1118560" y="1371862"/>
                </a:lnTo>
                <a:lnTo>
                  <a:pt x="1094538" y="1369527"/>
                </a:lnTo>
                <a:lnTo>
                  <a:pt x="1094676" y="1369543"/>
                </a:lnTo>
                <a:lnTo>
                  <a:pt x="1070707" y="1367001"/>
                </a:lnTo>
                <a:lnTo>
                  <a:pt x="1046753" y="1364216"/>
                </a:lnTo>
                <a:lnTo>
                  <a:pt x="1046891" y="1364247"/>
                </a:lnTo>
                <a:lnTo>
                  <a:pt x="1022884" y="1361225"/>
                </a:lnTo>
                <a:lnTo>
                  <a:pt x="1023036" y="1361240"/>
                </a:lnTo>
                <a:lnTo>
                  <a:pt x="999075" y="1357974"/>
                </a:lnTo>
                <a:lnTo>
                  <a:pt x="999228" y="1358005"/>
                </a:lnTo>
                <a:lnTo>
                  <a:pt x="975312" y="1354479"/>
                </a:lnTo>
                <a:lnTo>
                  <a:pt x="975495" y="1354494"/>
                </a:lnTo>
                <a:lnTo>
                  <a:pt x="951732" y="1350721"/>
                </a:lnTo>
                <a:lnTo>
                  <a:pt x="928092" y="1346650"/>
                </a:lnTo>
                <a:lnTo>
                  <a:pt x="928290" y="1346695"/>
                </a:lnTo>
                <a:lnTo>
                  <a:pt x="904665" y="1342331"/>
                </a:lnTo>
                <a:lnTo>
                  <a:pt x="904863" y="1342361"/>
                </a:lnTo>
                <a:lnTo>
                  <a:pt x="881360" y="1337691"/>
                </a:lnTo>
                <a:lnTo>
                  <a:pt x="881574" y="1337737"/>
                </a:lnTo>
                <a:lnTo>
                  <a:pt x="858437" y="1332804"/>
                </a:lnTo>
                <a:lnTo>
                  <a:pt x="835284" y="1327511"/>
                </a:lnTo>
                <a:lnTo>
                  <a:pt x="835513" y="1327572"/>
                </a:lnTo>
                <a:lnTo>
                  <a:pt x="812702" y="1321983"/>
                </a:lnTo>
                <a:lnTo>
                  <a:pt x="790002" y="1316034"/>
                </a:lnTo>
                <a:lnTo>
                  <a:pt x="790246" y="1316095"/>
                </a:lnTo>
                <a:lnTo>
                  <a:pt x="767780" y="1309798"/>
                </a:lnTo>
                <a:lnTo>
                  <a:pt x="745666" y="1303168"/>
                </a:lnTo>
                <a:lnTo>
                  <a:pt x="745926" y="1303260"/>
                </a:lnTo>
                <a:lnTo>
                  <a:pt x="724014" y="1296229"/>
                </a:lnTo>
                <a:lnTo>
                  <a:pt x="702429" y="1288853"/>
                </a:lnTo>
                <a:lnTo>
                  <a:pt x="702719" y="1288960"/>
                </a:lnTo>
                <a:lnTo>
                  <a:pt x="681276" y="1281130"/>
                </a:lnTo>
                <a:lnTo>
                  <a:pt x="681582" y="1281252"/>
                </a:lnTo>
                <a:lnTo>
                  <a:pt x="660444" y="1273011"/>
                </a:lnTo>
                <a:lnTo>
                  <a:pt x="660764" y="1273148"/>
                </a:lnTo>
                <a:lnTo>
                  <a:pt x="639978" y="1264495"/>
                </a:lnTo>
                <a:lnTo>
                  <a:pt x="640313" y="1264647"/>
                </a:lnTo>
                <a:lnTo>
                  <a:pt x="619878" y="1255567"/>
                </a:lnTo>
                <a:lnTo>
                  <a:pt x="620213" y="1255734"/>
                </a:lnTo>
                <a:lnTo>
                  <a:pt x="600159" y="1246226"/>
                </a:lnTo>
                <a:lnTo>
                  <a:pt x="600510" y="1246409"/>
                </a:lnTo>
                <a:lnTo>
                  <a:pt x="580853" y="1236459"/>
                </a:lnTo>
                <a:lnTo>
                  <a:pt x="581219" y="1236657"/>
                </a:lnTo>
                <a:lnTo>
                  <a:pt x="562156" y="1226347"/>
                </a:lnTo>
                <a:lnTo>
                  <a:pt x="543538" y="1215596"/>
                </a:lnTo>
                <a:lnTo>
                  <a:pt x="543919" y="1215840"/>
                </a:lnTo>
                <a:lnTo>
                  <a:pt x="525559" y="1204500"/>
                </a:lnTo>
                <a:lnTo>
                  <a:pt x="525956" y="1204744"/>
                </a:lnTo>
                <a:lnTo>
                  <a:pt x="508199" y="1193018"/>
                </a:lnTo>
                <a:lnTo>
                  <a:pt x="491213" y="1180994"/>
                </a:lnTo>
                <a:lnTo>
                  <a:pt x="474855" y="1168580"/>
                </a:lnTo>
                <a:lnTo>
                  <a:pt x="458765" y="1155484"/>
                </a:lnTo>
                <a:lnTo>
                  <a:pt x="443141" y="1141866"/>
                </a:lnTo>
                <a:lnTo>
                  <a:pt x="428148" y="1127907"/>
                </a:lnTo>
                <a:lnTo>
                  <a:pt x="413312" y="1113192"/>
                </a:lnTo>
                <a:lnTo>
                  <a:pt x="399007" y="1098110"/>
                </a:lnTo>
                <a:lnTo>
                  <a:pt x="399328" y="1098430"/>
                </a:lnTo>
                <a:lnTo>
                  <a:pt x="385290" y="1082729"/>
                </a:lnTo>
                <a:lnTo>
                  <a:pt x="371734" y="1066624"/>
                </a:lnTo>
                <a:lnTo>
                  <a:pt x="371994" y="1066960"/>
                </a:lnTo>
                <a:lnTo>
                  <a:pt x="358738" y="1050299"/>
                </a:lnTo>
                <a:lnTo>
                  <a:pt x="346039" y="1033437"/>
                </a:lnTo>
                <a:lnTo>
                  <a:pt x="333763" y="1016229"/>
                </a:lnTo>
                <a:lnTo>
                  <a:pt x="333976" y="1016550"/>
                </a:lnTo>
                <a:lnTo>
                  <a:pt x="321902" y="998727"/>
                </a:lnTo>
                <a:lnTo>
                  <a:pt x="310458" y="980920"/>
                </a:lnTo>
                <a:lnTo>
                  <a:pt x="299179" y="962446"/>
                </a:lnTo>
                <a:lnTo>
                  <a:pt x="299347" y="962736"/>
                </a:lnTo>
                <a:lnTo>
                  <a:pt x="288369" y="943875"/>
                </a:lnTo>
                <a:lnTo>
                  <a:pt x="277889" y="924948"/>
                </a:lnTo>
                <a:lnTo>
                  <a:pt x="278041" y="925223"/>
                </a:lnTo>
                <a:lnTo>
                  <a:pt x="267770" y="905764"/>
                </a:lnTo>
                <a:lnTo>
                  <a:pt x="267908" y="906023"/>
                </a:lnTo>
                <a:lnTo>
                  <a:pt x="258075" y="886509"/>
                </a:lnTo>
                <a:lnTo>
                  <a:pt x="248510" y="866602"/>
                </a:lnTo>
                <a:lnTo>
                  <a:pt x="248616" y="866846"/>
                </a:lnTo>
                <a:lnTo>
                  <a:pt x="239352" y="846654"/>
                </a:lnTo>
                <a:lnTo>
                  <a:pt x="239459" y="846899"/>
                </a:lnTo>
                <a:lnTo>
                  <a:pt x="230516" y="826509"/>
                </a:lnTo>
                <a:lnTo>
                  <a:pt x="230607" y="826738"/>
                </a:lnTo>
                <a:lnTo>
                  <a:pt x="221984" y="806164"/>
                </a:lnTo>
                <a:lnTo>
                  <a:pt x="222061" y="806378"/>
                </a:lnTo>
                <a:lnTo>
                  <a:pt x="213728" y="785652"/>
                </a:lnTo>
                <a:lnTo>
                  <a:pt x="213819" y="785851"/>
                </a:lnTo>
                <a:lnTo>
                  <a:pt x="205850" y="765163"/>
                </a:lnTo>
                <a:lnTo>
                  <a:pt x="198100" y="744155"/>
                </a:lnTo>
                <a:lnTo>
                  <a:pt x="198176" y="744354"/>
                </a:lnTo>
                <a:lnTo>
                  <a:pt x="190698" y="723216"/>
                </a:lnTo>
                <a:lnTo>
                  <a:pt x="190759" y="723414"/>
                </a:lnTo>
                <a:lnTo>
                  <a:pt x="183589" y="702285"/>
                </a:lnTo>
                <a:lnTo>
                  <a:pt x="176672" y="681078"/>
                </a:lnTo>
                <a:lnTo>
                  <a:pt x="176733" y="681246"/>
                </a:lnTo>
                <a:lnTo>
                  <a:pt x="170033" y="659894"/>
                </a:lnTo>
                <a:lnTo>
                  <a:pt x="170094" y="660062"/>
                </a:lnTo>
                <a:lnTo>
                  <a:pt x="163694" y="638816"/>
                </a:lnTo>
                <a:lnTo>
                  <a:pt x="157488" y="617420"/>
                </a:lnTo>
                <a:lnTo>
                  <a:pt x="157533" y="617573"/>
                </a:lnTo>
                <a:lnTo>
                  <a:pt x="151551" y="596161"/>
                </a:lnTo>
                <a:lnTo>
                  <a:pt x="151597" y="596313"/>
                </a:lnTo>
                <a:lnTo>
                  <a:pt x="145843" y="574916"/>
                </a:lnTo>
                <a:lnTo>
                  <a:pt x="145873" y="575053"/>
                </a:lnTo>
                <a:lnTo>
                  <a:pt x="140333" y="553702"/>
                </a:lnTo>
                <a:lnTo>
                  <a:pt x="140364" y="553839"/>
                </a:lnTo>
                <a:lnTo>
                  <a:pt x="135037" y="532534"/>
                </a:lnTo>
                <a:lnTo>
                  <a:pt x="135083" y="532717"/>
                </a:lnTo>
                <a:lnTo>
                  <a:pt x="125018" y="490477"/>
                </a:lnTo>
                <a:lnTo>
                  <a:pt x="115670" y="448685"/>
                </a:lnTo>
                <a:lnTo>
                  <a:pt x="115716" y="448868"/>
                </a:lnTo>
                <a:lnTo>
                  <a:pt x="107016" y="407569"/>
                </a:lnTo>
                <a:lnTo>
                  <a:pt x="107047" y="407722"/>
                </a:lnTo>
                <a:lnTo>
                  <a:pt x="98928" y="367156"/>
                </a:lnTo>
                <a:lnTo>
                  <a:pt x="98958" y="367278"/>
                </a:lnTo>
                <a:lnTo>
                  <a:pt x="91373" y="327612"/>
                </a:lnTo>
                <a:lnTo>
                  <a:pt x="91388" y="327704"/>
                </a:lnTo>
                <a:lnTo>
                  <a:pt x="84261" y="289076"/>
                </a:lnTo>
                <a:lnTo>
                  <a:pt x="84276" y="289152"/>
                </a:lnTo>
                <a:lnTo>
                  <a:pt x="77546" y="251699"/>
                </a:lnTo>
                <a:lnTo>
                  <a:pt x="77561" y="251730"/>
                </a:lnTo>
                <a:lnTo>
                  <a:pt x="65046" y="180976"/>
                </a:lnTo>
                <a:lnTo>
                  <a:pt x="65031" y="180945"/>
                </a:lnTo>
                <a:lnTo>
                  <a:pt x="59109" y="147949"/>
                </a:lnTo>
                <a:lnTo>
                  <a:pt x="59094" y="147857"/>
                </a:lnTo>
                <a:lnTo>
                  <a:pt x="53310" y="116631"/>
                </a:lnTo>
                <a:lnTo>
                  <a:pt x="53295" y="116494"/>
                </a:lnTo>
                <a:lnTo>
                  <a:pt x="47571" y="87191"/>
                </a:lnTo>
                <a:lnTo>
                  <a:pt x="47526" y="86978"/>
                </a:lnTo>
                <a:lnTo>
                  <a:pt x="41833" y="59750"/>
                </a:lnTo>
                <a:lnTo>
                  <a:pt x="41757" y="59460"/>
                </a:lnTo>
                <a:lnTo>
                  <a:pt x="36003" y="34446"/>
                </a:lnTo>
                <a:lnTo>
                  <a:pt x="35927" y="34156"/>
                </a:lnTo>
                <a:lnTo>
                  <a:pt x="32996" y="22542"/>
                </a:lnTo>
                <a:lnTo>
                  <a:pt x="32935" y="22298"/>
                </a:lnTo>
                <a:lnTo>
                  <a:pt x="29974" y="11279"/>
                </a:lnTo>
                <a:lnTo>
                  <a:pt x="28830" y="8302"/>
                </a:lnTo>
                <a:lnTo>
                  <a:pt x="27090" y="5632"/>
                </a:lnTo>
                <a:lnTo>
                  <a:pt x="24831" y="3373"/>
                </a:lnTo>
                <a:lnTo>
                  <a:pt x="22160" y="1648"/>
                </a:lnTo>
                <a:lnTo>
                  <a:pt x="19169" y="504"/>
                </a:lnTo>
                <a:lnTo>
                  <a:pt x="16025" y="0"/>
                </a:lnTo>
                <a:lnTo>
                  <a:pt x="12835" y="183"/>
                </a:lnTo>
                <a:lnTo>
                  <a:pt x="9752" y="1007"/>
                </a:lnTo>
                <a:lnTo>
                  <a:pt x="6914" y="2457"/>
                </a:lnTo>
                <a:lnTo>
                  <a:pt x="4441" y="4472"/>
                </a:lnTo>
                <a:lnTo>
                  <a:pt x="2427" y="6944"/>
                </a:lnTo>
                <a:lnTo>
                  <a:pt x="992" y="9798"/>
                </a:lnTo>
                <a:lnTo>
                  <a:pt x="168" y="12881"/>
                </a:lnTo>
                <a:lnTo>
                  <a:pt x="0" y="16056"/>
                </a:lnTo>
                <a:lnTo>
                  <a:pt x="504" y="19215"/>
                </a:lnTo>
                <a:lnTo>
                  <a:pt x="3411" y="30020"/>
                </a:lnTo>
                <a:lnTo>
                  <a:pt x="6318" y="41604"/>
                </a:lnTo>
                <a:lnTo>
                  <a:pt x="6257" y="41314"/>
                </a:lnTo>
                <a:lnTo>
                  <a:pt x="12011" y="66313"/>
                </a:lnTo>
                <a:lnTo>
                  <a:pt x="11950" y="66008"/>
                </a:lnTo>
                <a:lnTo>
                  <a:pt x="17658" y="93235"/>
                </a:lnTo>
                <a:lnTo>
                  <a:pt x="17612" y="93037"/>
                </a:lnTo>
                <a:lnTo>
                  <a:pt x="23335" y="122324"/>
                </a:lnTo>
                <a:lnTo>
                  <a:pt x="23305" y="122187"/>
                </a:lnTo>
                <a:lnTo>
                  <a:pt x="29089" y="153413"/>
                </a:lnTo>
                <a:lnTo>
                  <a:pt x="29074" y="153336"/>
                </a:lnTo>
                <a:lnTo>
                  <a:pt x="34996" y="186333"/>
                </a:lnTo>
                <a:lnTo>
                  <a:pt x="34980" y="186302"/>
                </a:lnTo>
                <a:lnTo>
                  <a:pt x="47510" y="257056"/>
                </a:lnTo>
                <a:lnTo>
                  <a:pt x="47510" y="257087"/>
                </a:lnTo>
                <a:lnTo>
                  <a:pt x="54241" y="294540"/>
                </a:lnTo>
                <a:lnTo>
                  <a:pt x="54241" y="294616"/>
                </a:lnTo>
                <a:lnTo>
                  <a:pt x="61368" y="333244"/>
                </a:lnTo>
                <a:lnTo>
                  <a:pt x="61383" y="333351"/>
                </a:lnTo>
                <a:lnTo>
                  <a:pt x="68969" y="373016"/>
                </a:lnTo>
                <a:lnTo>
                  <a:pt x="68999" y="373138"/>
                </a:lnTo>
                <a:lnTo>
                  <a:pt x="77103" y="413705"/>
                </a:lnTo>
                <a:lnTo>
                  <a:pt x="77149" y="413857"/>
                </a:lnTo>
                <a:lnTo>
                  <a:pt x="85848" y="455156"/>
                </a:lnTo>
                <a:lnTo>
                  <a:pt x="85879" y="455339"/>
                </a:lnTo>
                <a:lnTo>
                  <a:pt x="95250" y="497233"/>
                </a:lnTo>
                <a:lnTo>
                  <a:pt x="95295" y="497447"/>
                </a:lnTo>
                <a:lnTo>
                  <a:pt x="105383" y="539783"/>
                </a:lnTo>
                <a:lnTo>
                  <a:pt x="105429" y="539966"/>
                </a:lnTo>
                <a:lnTo>
                  <a:pt x="110756" y="561257"/>
                </a:lnTo>
                <a:lnTo>
                  <a:pt x="110786" y="561379"/>
                </a:lnTo>
                <a:lnTo>
                  <a:pt x="116326" y="582715"/>
                </a:lnTo>
                <a:lnTo>
                  <a:pt x="116372" y="582852"/>
                </a:lnTo>
                <a:lnTo>
                  <a:pt x="122126" y="604234"/>
                </a:lnTo>
                <a:lnTo>
                  <a:pt x="122156" y="604372"/>
                </a:lnTo>
                <a:lnTo>
                  <a:pt x="128124" y="625769"/>
                </a:lnTo>
                <a:lnTo>
                  <a:pt x="128169" y="625921"/>
                </a:lnTo>
                <a:lnTo>
                  <a:pt x="134381" y="647319"/>
                </a:lnTo>
                <a:lnTo>
                  <a:pt x="134427" y="647471"/>
                </a:lnTo>
                <a:lnTo>
                  <a:pt x="140867" y="668853"/>
                </a:lnTo>
                <a:lnTo>
                  <a:pt x="140913" y="669021"/>
                </a:lnTo>
                <a:lnTo>
                  <a:pt x="147598" y="690372"/>
                </a:lnTo>
                <a:lnTo>
                  <a:pt x="147659" y="690540"/>
                </a:lnTo>
                <a:lnTo>
                  <a:pt x="154588" y="711831"/>
                </a:lnTo>
                <a:lnTo>
                  <a:pt x="154649" y="711999"/>
                </a:lnTo>
                <a:lnTo>
                  <a:pt x="161853" y="733213"/>
                </a:lnTo>
                <a:lnTo>
                  <a:pt x="161914" y="733411"/>
                </a:lnTo>
                <a:lnTo>
                  <a:pt x="169392" y="754533"/>
                </a:lnTo>
                <a:lnTo>
                  <a:pt x="169468" y="754717"/>
                </a:lnTo>
                <a:lnTo>
                  <a:pt x="177221" y="775732"/>
                </a:lnTo>
                <a:lnTo>
                  <a:pt x="177298" y="775931"/>
                </a:lnTo>
                <a:lnTo>
                  <a:pt x="185325" y="796824"/>
                </a:lnTo>
                <a:lnTo>
                  <a:pt x="185417" y="797023"/>
                </a:lnTo>
                <a:lnTo>
                  <a:pt x="193750" y="817764"/>
                </a:lnTo>
                <a:lnTo>
                  <a:pt x="193826" y="817977"/>
                </a:lnTo>
                <a:lnTo>
                  <a:pt x="202464" y="838550"/>
                </a:lnTo>
                <a:lnTo>
                  <a:pt x="202571" y="838779"/>
                </a:lnTo>
                <a:lnTo>
                  <a:pt x="211515" y="859154"/>
                </a:lnTo>
                <a:lnTo>
                  <a:pt x="211622" y="859398"/>
                </a:lnTo>
                <a:lnTo>
                  <a:pt x="220886" y="879574"/>
                </a:lnTo>
                <a:lnTo>
                  <a:pt x="220992" y="879818"/>
                </a:lnTo>
                <a:lnTo>
                  <a:pt x="230592" y="899781"/>
                </a:lnTo>
                <a:lnTo>
                  <a:pt x="230714" y="900025"/>
                </a:lnTo>
                <a:lnTo>
                  <a:pt x="240634" y="919744"/>
                </a:lnTo>
                <a:lnTo>
                  <a:pt x="240772" y="920003"/>
                </a:lnTo>
                <a:lnTo>
                  <a:pt x="251043" y="939462"/>
                </a:lnTo>
                <a:lnTo>
                  <a:pt x="251196" y="939737"/>
                </a:lnTo>
                <a:lnTo>
                  <a:pt x="261818" y="958921"/>
                </a:lnTo>
                <a:lnTo>
                  <a:pt x="261971" y="959196"/>
                </a:lnTo>
                <a:lnTo>
                  <a:pt x="272959" y="978075"/>
                </a:lnTo>
                <a:lnTo>
                  <a:pt x="273127" y="978365"/>
                </a:lnTo>
                <a:lnTo>
                  <a:pt x="284482" y="996938"/>
                </a:lnTo>
                <a:lnTo>
                  <a:pt x="284665" y="997228"/>
                </a:lnTo>
                <a:lnTo>
                  <a:pt x="296386" y="1015466"/>
                </a:lnTo>
                <a:lnTo>
                  <a:pt x="296585" y="1015772"/>
                </a:lnTo>
                <a:lnTo>
                  <a:pt x="308703" y="1033658"/>
                </a:lnTo>
                <a:lnTo>
                  <a:pt x="308916" y="1033964"/>
                </a:lnTo>
                <a:lnTo>
                  <a:pt x="321416" y="1051484"/>
                </a:lnTo>
                <a:lnTo>
                  <a:pt x="321645" y="1051805"/>
                </a:lnTo>
                <a:lnTo>
                  <a:pt x="334556" y="1068929"/>
                </a:lnTo>
                <a:lnTo>
                  <a:pt x="334800" y="1069249"/>
                </a:lnTo>
                <a:lnTo>
                  <a:pt x="348109" y="1085961"/>
                </a:lnTo>
                <a:lnTo>
                  <a:pt x="348384" y="1086297"/>
                </a:lnTo>
                <a:lnTo>
                  <a:pt x="362119" y="1102581"/>
                </a:lnTo>
                <a:lnTo>
                  <a:pt x="362394" y="1102917"/>
                </a:lnTo>
                <a:lnTo>
                  <a:pt x="376557" y="1118774"/>
                </a:lnTo>
                <a:lnTo>
                  <a:pt x="376862" y="1119110"/>
                </a:lnTo>
                <a:lnTo>
                  <a:pt x="391453" y="1134494"/>
                </a:lnTo>
                <a:lnTo>
                  <a:pt x="391773" y="1134830"/>
                </a:lnTo>
                <a:lnTo>
                  <a:pt x="406806" y="1149725"/>
                </a:lnTo>
                <a:lnTo>
                  <a:pt x="407157" y="1150061"/>
                </a:lnTo>
                <a:lnTo>
                  <a:pt x="422633" y="1164468"/>
                </a:lnTo>
                <a:lnTo>
                  <a:pt x="422999" y="1164804"/>
                </a:lnTo>
                <a:lnTo>
                  <a:pt x="438932" y="1178692"/>
                </a:lnTo>
                <a:lnTo>
                  <a:pt x="439329" y="1179013"/>
                </a:lnTo>
                <a:lnTo>
                  <a:pt x="455721" y="1192367"/>
                </a:lnTo>
                <a:lnTo>
                  <a:pt x="456133" y="1192688"/>
                </a:lnTo>
                <a:lnTo>
                  <a:pt x="473028" y="1205508"/>
                </a:lnTo>
                <a:lnTo>
                  <a:pt x="473440" y="1205813"/>
                </a:lnTo>
                <a:lnTo>
                  <a:pt x="490838" y="1218129"/>
                </a:lnTo>
                <a:lnTo>
                  <a:pt x="491250" y="1218404"/>
                </a:lnTo>
                <a:lnTo>
                  <a:pt x="509137" y="1230217"/>
                </a:lnTo>
                <a:lnTo>
                  <a:pt x="509534" y="1230476"/>
                </a:lnTo>
                <a:lnTo>
                  <a:pt x="527894" y="1241800"/>
                </a:lnTo>
                <a:lnTo>
                  <a:pt x="528276" y="1242045"/>
                </a:lnTo>
                <a:lnTo>
                  <a:pt x="547094" y="1252896"/>
                </a:lnTo>
                <a:lnTo>
                  <a:pt x="547475" y="1253109"/>
                </a:lnTo>
                <a:lnTo>
                  <a:pt x="566720" y="1263503"/>
                </a:lnTo>
                <a:lnTo>
                  <a:pt x="567087" y="1263701"/>
                </a:lnTo>
                <a:lnTo>
                  <a:pt x="586744" y="1273637"/>
                </a:lnTo>
                <a:lnTo>
                  <a:pt x="587095" y="1273820"/>
                </a:lnTo>
                <a:lnTo>
                  <a:pt x="607149" y="1283313"/>
                </a:lnTo>
                <a:lnTo>
                  <a:pt x="607500" y="1283481"/>
                </a:lnTo>
                <a:lnTo>
                  <a:pt x="627921" y="1292546"/>
                </a:lnTo>
                <a:lnTo>
                  <a:pt x="628256" y="1292684"/>
                </a:lnTo>
                <a:lnTo>
                  <a:pt x="649043" y="1301322"/>
                </a:lnTo>
                <a:lnTo>
                  <a:pt x="649364" y="1301459"/>
                </a:lnTo>
                <a:lnTo>
                  <a:pt x="670501" y="1309685"/>
                </a:lnTo>
                <a:lnTo>
                  <a:pt x="670807" y="1309807"/>
                </a:lnTo>
                <a:lnTo>
                  <a:pt x="692250" y="1317637"/>
                </a:lnTo>
                <a:lnTo>
                  <a:pt x="692555" y="1317744"/>
                </a:lnTo>
                <a:lnTo>
                  <a:pt x="714303" y="1325176"/>
                </a:lnTo>
                <a:lnTo>
                  <a:pt x="714593" y="1325268"/>
                </a:lnTo>
                <a:lnTo>
                  <a:pt x="736631" y="1332319"/>
                </a:lnTo>
                <a:lnTo>
                  <a:pt x="736891" y="1332410"/>
                </a:lnTo>
                <a:lnTo>
                  <a:pt x="759204" y="1339095"/>
                </a:lnTo>
                <a:lnTo>
                  <a:pt x="759463" y="1339171"/>
                </a:lnTo>
                <a:lnTo>
                  <a:pt x="782005" y="1345490"/>
                </a:lnTo>
                <a:lnTo>
                  <a:pt x="782249" y="1345551"/>
                </a:lnTo>
                <a:lnTo>
                  <a:pt x="805035" y="1351518"/>
                </a:lnTo>
                <a:lnTo>
                  <a:pt x="805264" y="1351579"/>
                </a:lnTo>
                <a:lnTo>
                  <a:pt x="828248" y="1357211"/>
                </a:lnTo>
                <a:lnTo>
                  <a:pt x="828477" y="1357272"/>
                </a:lnTo>
                <a:lnTo>
                  <a:pt x="851645" y="1362568"/>
                </a:lnTo>
                <a:lnTo>
                  <a:pt x="851874" y="1362614"/>
                </a:lnTo>
                <a:lnTo>
                  <a:pt x="875209" y="1367589"/>
                </a:lnTo>
                <a:lnTo>
                  <a:pt x="875423" y="1367635"/>
                </a:lnTo>
                <a:lnTo>
                  <a:pt x="898911" y="1372305"/>
                </a:lnTo>
                <a:lnTo>
                  <a:pt x="899109" y="1372335"/>
                </a:lnTo>
                <a:lnTo>
                  <a:pt x="922735" y="1376700"/>
                </a:lnTo>
                <a:lnTo>
                  <a:pt x="922933" y="1376746"/>
                </a:lnTo>
                <a:lnTo>
                  <a:pt x="946666" y="1380821"/>
                </a:lnTo>
                <a:lnTo>
                  <a:pt x="946849" y="1380852"/>
                </a:lnTo>
                <a:lnTo>
                  <a:pt x="970688" y="1384637"/>
                </a:lnTo>
                <a:lnTo>
                  <a:pt x="970871" y="1384667"/>
                </a:lnTo>
                <a:lnTo>
                  <a:pt x="994786" y="1388193"/>
                </a:lnTo>
                <a:lnTo>
                  <a:pt x="994939" y="1388223"/>
                </a:lnTo>
                <a:lnTo>
                  <a:pt x="1018915" y="1391489"/>
                </a:lnTo>
                <a:lnTo>
                  <a:pt x="1019083" y="1391504"/>
                </a:lnTo>
                <a:lnTo>
                  <a:pt x="1043090" y="1394526"/>
                </a:lnTo>
                <a:lnTo>
                  <a:pt x="1043243" y="1394542"/>
                </a:lnTo>
                <a:lnTo>
                  <a:pt x="1067280" y="1397319"/>
                </a:lnTo>
                <a:lnTo>
                  <a:pt x="1067418" y="1397334"/>
                </a:lnTo>
                <a:lnTo>
                  <a:pt x="1091455" y="1399883"/>
                </a:lnTo>
                <a:lnTo>
                  <a:pt x="1091593" y="1399898"/>
                </a:lnTo>
                <a:lnTo>
                  <a:pt x="1115615" y="1402234"/>
                </a:lnTo>
                <a:lnTo>
                  <a:pt x="1115737" y="1402249"/>
                </a:lnTo>
                <a:lnTo>
                  <a:pt x="1139729" y="1404370"/>
                </a:lnTo>
                <a:lnTo>
                  <a:pt x="1139851" y="1404385"/>
                </a:lnTo>
                <a:lnTo>
                  <a:pt x="1163766" y="1406308"/>
                </a:lnTo>
                <a:lnTo>
                  <a:pt x="1163888" y="1406324"/>
                </a:lnTo>
                <a:lnTo>
                  <a:pt x="1187743" y="1408048"/>
                </a:lnTo>
                <a:lnTo>
                  <a:pt x="1187850" y="1408064"/>
                </a:lnTo>
                <a:lnTo>
                  <a:pt x="1211628" y="1409620"/>
                </a:lnTo>
                <a:lnTo>
                  <a:pt x="1211719" y="1409620"/>
                </a:lnTo>
                <a:lnTo>
                  <a:pt x="1235390" y="1411024"/>
                </a:lnTo>
                <a:lnTo>
                  <a:pt x="1235482" y="1411024"/>
                </a:lnTo>
                <a:lnTo>
                  <a:pt x="1259001" y="1412261"/>
                </a:lnTo>
                <a:lnTo>
                  <a:pt x="1259138" y="1412261"/>
                </a:lnTo>
                <a:lnTo>
                  <a:pt x="1305732" y="1414306"/>
                </a:lnTo>
                <a:lnTo>
                  <a:pt x="1305900" y="1414306"/>
                </a:lnTo>
                <a:lnTo>
                  <a:pt x="1351747" y="1415847"/>
                </a:lnTo>
                <a:lnTo>
                  <a:pt x="1351885" y="1415847"/>
                </a:lnTo>
                <a:lnTo>
                  <a:pt x="1396846" y="1416961"/>
                </a:lnTo>
                <a:lnTo>
                  <a:pt x="1396953" y="1416961"/>
                </a:lnTo>
                <a:lnTo>
                  <a:pt x="1440877" y="1417724"/>
                </a:lnTo>
                <a:lnTo>
                  <a:pt x="1440968" y="1417724"/>
                </a:lnTo>
                <a:lnTo>
                  <a:pt x="1483702" y="1418228"/>
                </a:lnTo>
                <a:lnTo>
                  <a:pt x="1483763" y="1418228"/>
                </a:lnTo>
                <a:lnTo>
                  <a:pt x="1525168" y="1418564"/>
                </a:lnTo>
                <a:lnTo>
                  <a:pt x="1525199" y="1418564"/>
                </a:lnTo>
                <a:lnTo>
                  <a:pt x="1603370" y="1419006"/>
                </a:lnTo>
                <a:lnTo>
                  <a:pt x="1603340" y="1419006"/>
                </a:lnTo>
                <a:lnTo>
                  <a:pt x="1639831" y="1419281"/>
                </a:lnTo>
                <a:lnTo>
                  <a:pt x="1639755" y="1419281"/>
                </a:lnTo>
                <a:lnTo>
                  <a:pt x="1674292" y="1419708"/>
                </a:lnTo>
                <a:lnTo>
                  <a:pt x="1674185" y="1419708"/>
                </a:lnTo>
                <a:lnTo>
                  <a:pt x="1706632" y="1420365"/>
                </a:lnTo>
                <a:lnTo>
                  <a:pt x="1706449" y="1420349"/>
                </a:lnTo>
                <a:lnTo>
                  <a:pt x="1736668" y="1421326"/>
                </a:lnTo>
                <a:lnTo>
                  <a:pt x="1736424" y="1421311"/>
                </a:lnTo>
                <a:lnTo>
                  <a:pt x="1764139" y="1422664"/>
                </a:lnTo>
                <a:lnTo>
                  <a:pt x="1776834" y="1423500"/>
                </a:lnTo>
                <a:lnTo>
                  <a:pt x="1789077" y="1424470"/>
                </a:lnTo>
                <a:lnTo>
                  <a:pt x="1792267" y="1424394"/>
                </a:lnTo>
                <a:lnTo>
                  <a:pt x="1795365" y="1423661"/>
                </a:lnTo>
                <a:lnTo>
                  <a:pt x="1798250" y="1422288"/>
                </a:lnTo>
                <a:lnTo>
                  <a:pt x="1800783" y="1420349"/>
                </a:lnTo>
                <a:lnTo>
                  <a:pt x="1802859" y="1417923"/>
                </a:lnTo>
                <a:lnTo>
                  <a:pt x="1804385" y="1415115"/>
                </a:lnTo>
                <a:lnTo>
                  <a:pt x="1805285" y="1412062"/>
                </a:lnTo>
                <a:lnTo>
                  <a:pt x="1805545" y="1408872"/>
                </a:lnTo>
                <a:lnTo>
                  <a:pt x="1805133" y="1405713"/>
                </a:lnTo>
                <a:lnTo>
                  <a:pt x="1804064" y="1402707"/>
                </a:lnTo>
                <a:lnTo>
                  <a:pt x="1802401" y="1399990"/>
                </a:lnTo>
                <a:lnTo>
                  <a:pt x="1800203" y="1397670"/>
                </a:lnTo>
                <a:lnTo>
                  <a:pt x="1797578" y="1395854"/>
                </a:lnTo>
                <a:lnTo>
                  <a:pt x="1794632" y="1394633"/>
                </a:lnTo>
                <a:lnTo>
                  <a:pt x="1791504" y="1394053"/>
                </a:lnTo>
                <a:lnTo>
                  <a:pt x="1779172" y="1393061"/>
                </a:lnTo>
                <a:lnTo>
                  <a:pt x="1778974" y="1393046"/>
                </a:lnTo>
                <a:lnTo>
                  <a:pt x="1765986" y="1392206"/>
                </a:lnTo>
                <a:lnTo>
                  <a:pt x="1765742" y="1392191"/>
                </a:lnTo>
                <a:lnTo>
                  <a:pt x="1737904" y="1390818"/>
                </a:lnTo>
                <a:close/>
              </a:path>
            </a:pathLst>
          </a:custGeom>
          <a:solidFill xmlns:a="http://schemas.openxmlformats.org/drawingml/2006/main">
            <a:srgbClr val="984807">
              <a:alpha val="502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69154FB0-DBBC-4E94-9E00-3DEDBA33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6850" y="1760843"/>
            <a:ext cx="918606" cy="184066"/>
          </a:xfrm>
          <a:custGeom xmlns:a="http://schemas.openxmlformats.org/drawingml/2006/main">
            <a:pathLst>
              <a:path w="918606" h="184066">
                <a:moveTo>
                  <a:pt x="83238" y="50152"/>
                </a:moveTo>
                <a:cubicBezTo>
                  <a:pt x="83238" y="56923"/>
                  <a:pt x="82121" y="63031"/>
                  <a:pt x="79888" y="68475"/>
                </a:cubicBezTo>
                <a:cubicBezTo>
                  <a:pt x="77654" y="73920"/>
                  <a:pt x="74461" y="78561"/>
                  <a:pt x="70307" y="82401"/>
                </a:cubicBezTo>
                <a:cubicBezTo>
                  <a:pt x="66154" y="86240"/>
                  <a:pt x="61059" y="89206"/>
                  <a:pt x="55021" y="91300"/>
                </a:cubicBezTo>
                <a:cubicBezTo>
                  <a:pt x="48983" y="93394"/>
                  <a:pt x="41776" y="94441"/>
                  <a:pt x="33400" y="94441"/>
                </a:cubicBezTo>
                <a:lnTo>
                  <a:pt x="18009" y="94441"/>
                </a:lnTo>
                <a:lnTo>
                  <a:pt x="18009" y="143232"/>
                </a:lnTo>
                <a:cubicBezTo>
                  <a:pt x="18009" y="143791"/>
                  <a:pt x="17852" y="144279"/>
                  <a:pt x="17538" y="144698"/>
                </a:cubicBezTo>
                <a:cubicBezTo>
                  <a:pt x="17223" y="145117"/>
                  <a:pt x="16735" y="145449"/>
                  <a:pt x="16072" y="145693"/>
                </a:cubicBezTo>
                <a:cubicBezTo>
                  <a:pt x="15409" y="145937"/>
                  <a:pt x="14501" y="146147"/>
                  <a:pt x="13350" y="146321"/>
                </a:cubicBezTo>
                <a:cubicBezTo>
                  <a:pt x="12198" y="146496"/>
                  <a:pt x="10749" y="146583"/>
                  <a:pt x="9004" y="146583"/>
                </a:cubicBezTo>
                <a:cubicBezTo>
                  <a:pt x="7259" y="146583"/>
                  <a:pt x="5811" y="146496"/>
                  <a:pt x="4659" y="146321"/>
                </a:cubicBezTo>
                <a:cubicBezTo>
                  <a:pt x="3508" y="146147"/>
                  <a:pt x="2583" y="145937"/>
                  <a:pt x="1885" y="145693"/>
                </a:cubicBezTo>
                <a:cubicBezTo>
                  <a:pt x="1187" y="145449"/>
                  <a:pt x="698" y="145117"/>
                  <a:pt x="419" y="144698"/>
                </a:cubicBezTo>
                <a:cubicBezTo>
                  <a:pt x="140" y="144279"/>
                  <a:pt x="0" y="143791"/>
                  <a:pt x="0" y="143232"/>
                </a:cubicBezTo>
                <a:lnTo>
                  <a:pt x="0" y="18218"/>
                </a:lnTo>
                <a:cubicBezTo>
                  <a:pt x="0" y="15426"/>
                  <a:pt x="733" y="13437"/>
                  <a:pt x="2199" y="12250"/>
                </a:cubicBezTo>
                <a:cubicBezTo>
                  <a:pt x="3665" y="11064"/>
                  <a:pt x="5305" y="10470"/>
                  <a:pt x="7120" y="10470"/>
                </a:cubicBezTo>
                <a:lnTo>
                  <a:pt x="36122" y="10470"/>
                </a:lnTo>
                <a:cubicBezTo>
                  <a:pt x="39054" y="10470"/>
                  <a:pt x="41863" y="10592"/>
                  <a:pt x="44551" y="10837"/>
                </a:cubicBezTo>
                <a:cubicBezTo>
                  <a:pt x="47238" y="11081"/>
                  <a:pt x="50414" y="11604"/>
                  <a:pt x="54079" y="12407"/>
                </a:cubicBezTo>
                <a:cubicBezTo>
                  <a:pt x="57743" y="13210"/>
                  <a:pt x="61478" y="14711"/>
                  <a:pt x="65282" y="16909"/>
                </a:cubicBezTo>
                <a:cubicBezTo>
                  <a:pt x="69086" y="19108"/>
                  <a:pt x="72314" y="21813"/>
                  <a:pt x="74967" y="25024"/>
                </a:cubicBezTo>
                <a:cubicBezTo>
                  <a:pt x="77619" y="28235"/>
                  <a:pt x="79661" y="31952"/>
                  <a:pt x="81092" y="36175"/>
                </a:cubicBezTo>
                <a:cubicBezTo>
                  <a:pt x="82523" y="40398"/>
                  <a:pt x="83238" y="45057"/>
                  <a:pt x="83238" y="50152"/>
                </a:cubicBezTo>
                <a:moveTo>
                  <a:pt x="64287" y="51569"/>
                </a:moveTo>
                <a:cubicBezTo>
                  <a:pt x="64287" y="46063"/>
                  <a:pt x="63257" y="41465"/>
                  <a:pt x="61198" y="37775"/>
                </a:cubicBezTo>
                <a:cubicBezTo>
                  <a:pt x="59139" y="34082"/>
                  <a:pt x="56591" y="31330"/>
                  <a:pt x="53555" y="29519"/>
                </a:cubicBezTo>
                <a:cubicBezTo>
                  <a:pt x="50519" y="27707"/>
                  <a:pt x="47378" y="26557"/>
                  <a:pt x="44132" y="26071"/>
                </a:cubicBezTo>
                <a:cubicBezTo>
                  <a:pt x="40886" y="25582"/>
                  <a:pt x="37728" y="25338"/>
                  <a:pt x="34656" y="25338"/>
                </a:cubicBezTo>
                <a:lnTo>
                  <a:pt x="18009" y="25338"/>
                </a:lnTo>
                <a:lnTo>
                  <a:pt x="18009" y="79574"/>
                </a:lnTo>
                <a:lnTo>
                  <a:pt x="34238" y="79574"/>
                </a:lnTo>
                <a:cubicBezTo>
                  <a:pt x="39682" y="79574"/>
                  <a:pt x="44202" y="78877"/>
                  <a:pt x="47796" y="77483"/>
                </a:cubicBezTo>
                <a:cubicBezTo>
                  <a:pt x="51391" y="76089"/>
                  <a:pt x="54410" y="74156"/>
                  <a:pt x="56853" y="71685"/>
                </a:cubicBezTo>
                <a:cubicBezTo>
                  <a:pt x="59296" y="69211"/>
                  <a:pt x="61146" y="66250"/>
                  <a:pt x="62402" y="62802"/>
                </a:cubicBezTo>
                <a:cubicBezTo>
                  <a:pt x="63659" y="59353"/>
                  <a:pt x="64287" y="55609"/>
                  <a:pt x="64287" y="51569"/>
                </a:cubicBezTo>
                <a:close/>
                <a:moveTo>
                  <a:pt x="163733" y="55283"/>
                </a:moveTo>
                <a:cubicBezTo>
                  <a:pt x="163733" y="56818"/>
                  <a:pt x="163698" y="58110"/>
                  <a:pt x="163628" y="59157"/>
                </a:cubicBezTo>
                <a:cubicBezTo>
                  <a:pt x="163558" y="60204"/>
                  <a:pt x="163419" y="61024"/>
                  <a:pt x="163209" y="61617"/>
                </a:cubicBezTo>
                <a:cubicBezTo>
                  <a:pt x="163000" y="62210"/>
                  <a:pt x="162738" y="62664"/>
                  <a:pt x="162424" y="62978"/>
                </a:cubicBezTo>
                <a:cubicBezTo>
                  <a:pt x="162110" y="63292"/>
                  <a:pt x="161674" y="63449"/>
                  <a:pt x="161115" y="63449"/>
                </a:cubicBezTo>
                <a:cubicBezTo>
                  <a:pt x="160557" y="63449"/>
                  <a:pt x="159876" y="63292"/>
                  <a:pt x="159074" y="62978"/>
                </a:cubicBezTo>
                <a:cubicBezTo>
                  <a:pt x="158271" y="62664"/>
                  <a:pt x="157364" y="62350"/>
                  <a:pt x="156351" y="62036"/>
                </a:cubicBezTo>
                <a:cubicBezTo>
                  <a:pt x="155339" y="61722"/>
                  <a:pt x="154205" y="61425"/>
                  <a:pt x="152949" y="61146"/>
                </a:cubicBezTo>
                <a:cubicBezTo>
                  <a:pt x="151692" y="60867"/>
                  <a:pt x="150331" y="60727"/>
                  <a:pt x="148865" y="60727"/>
                </a:cubicBezTo>
                <a:cubicBezTo>
                  <a:pt x="147120" y="60727"/>
                  <a:pt x="145410" y="61076"/>
                  <a:pt x="143735" y="61774"/>
                </a:cubicBezTo>
                <a:cubicBezTo>
                  <a:pt x="142060" y="62472"/>
                  <a:pt x="140297" y="63624"/>
                  <a:pt x="138447" y="65229"/>
                </a:cubicBezTo>
                <a:cubicBezTo>
                  <a:pt x="136598" y="66835"/>
                  <a:pt x="134661" y="68964"/>
                  <a:pt x="132636" y="71616"/>
                </a:cubicBezTo>
                <a:cubicBezTo>
                  <a:pt x="130612" y="74269"/>
                  <a:pt x="128379" y="77514"/>
                  <a:pt x="125935" y="81353"/>
                </a:cubicBezTo>
                <a:lnTo>
                  <a:pt x="125935" y="143337"/>
                </a:lnTo>
                <a:cubicBezTo>
                  <a:pt x="125935" y="143896"/>
                  <a:pt x="125796" y="144367"/>
                  <a:pt x="125517" y="144751"/>
                </a:cubicBezTo>
                <a:cubicBezTo>
                  <a:pt x="125237" y="145134"/>
                  <a:pt x="124784" y="145466"/>
                  <a:pt x="124156" y="145745"/>
                </a:cubicBezTo>
                <a:cubicBezTo>
                  <a:pt x="123527" y="146024"/>
                  <a:pt x="122655" y="146234"/>
                  <a:pt x="121538" y="146373"/>
                </a:cubicBezTo>
                <a:cubicBezTo>
                  <a:pt x="120421" y="146513"/>
                  <a:pt x="118990" y="146583"/>
                  <a:pt x="117245" y="146583"/>
                </a:cubicBezTo>
                <a:cubicBezTo>
                  <a:pt x="115570" y="146583"/>
                  <a:pt x="114174" y="146513"/>
                  <a:pt x="113057" y="146373"/>
                </a:cubicBezTo>
                <a:cubicBezTo>
                  <a:pt x="111940" y="146234"/>
                  <a:pt x="111050" y="146024"/>
                  <a:pt x="110387" y="145745"/>
                </a:cubicBezTo>
                <a:cubicBezTo>
                  <a:pt x="109724" y="145466"/>
                  <a:pt x="109270" y="145134"/>
                  <a:pt x="109026" y="144751"/>
                </a:cubicBezTo>
                <a:cubicBezTo>
                  <a:pt x="108782" y="144367"/>
                  <a:pt x="108660" y="143896"/>
                  <a:pt x="108660" y="143337"/>
                </a:cubicBezTo>
                <a:lnTo>
                  <a:pt x="108660" y="49105"/>
                </a:lnTo>
                <a:cubicBezTo>
                  <a:pt x="108660" y="48547"/>
                  <a:pt x="108764" y="48076"/>
                  <a:pt x="108974" y="47692"/>
                </a:cubicBezTo>
                <a:cubicBezTo>
                  <a:pt x="109183" y="47308"/>
                  <a:pt x="109602" y="46959"/>
                  <a:pt x="110230" y="46645"/>
                </a:cubicBezTo>
                <a:cubicBezTo>
                  <a:pt x="110858" y="46331"/>
                  <a:pt x="111661" y="46121"/>
                  <a:pt x="112638" y="46017"/>
                </a:cubicBezTo>
                <a:cubicBezTo>
                  <a:pt x="113616" y="45912"/>
                  <a:pt x="114907" y="45860"/>
                  <a:pt x="116512" y="45860"/>
                </a:cubicBezTo>
                <a:cubicBezTo>
                  <a:pt x="118048" y="45860"/>
                  <a:pt x="119322" y="45912"/>
                  <a:pt x="120334" y="46017"/>
                </a:cubicBezTo>
                <a:cubicBezTo>
                  <a:pt x="121346" y="46121"/>
                  <a:pt x="122131" y="46331"/>
                  <a:pt x="122690" y="46645"/>
                </a:cubicBezTo>
                <a:cubicBezTo>
                  <a:pt x="123248" y="46959"/>
                  <a:pt x="123649" y="47308"/>
                  <a:pt x="123894" y="47692"/>
                </a:cubicBezTo>
                <a:cubicBezTo>
                  <a:pt x="124138" y="48076"/>
                  <a:pt x="124260" y="48547"/>
                  <a:pt x="124260" y="49105"/>
                </a:cubicBezTo>
                <a:lnTo>
                  <a:pt x="124260" y="62821"/>
                </a:lnTo>
                <a:cubicBezTo>
                  <a:pt x="126843" y="59052"/>
                  <a:pt x="129268" y="55981"/>
                  <a:pt x="131537" y="53607"/>
                </a:cubicBezTo>
                <a:cubicBezTo>
                  <a:pt x="133806" y="51234"/>
                  <a:pt x="135952" y="49367"/>
                  <a:pt x="137976" y="48006"/>
                </a:cubicBezTo>
                <a:cubicBezTo>
                  <a:pt x="140000" y="46645"/>
                  <a:pt x="142007" y="45702"/>
                  <a:pt x="143997" y="45179"/>
                </a:cubicBezTo>
                <a:cubicBezTo>
                  <a:pt x="145986" y="44655"/>
                  <a:pt x="147993" y="44394"/>
                  <a:pt x="150017" y="44394"/>
                </a:cubicBezTo>
                <a:cubicBezTo>
                  <a:pt x="150924" y="44394"/>
                  <a:pt x="151954" y="44446"/>
                  <a:pt x="153106" y="44551"/>
                </a:cubicBezTo>
                <a:cubicBezTo>
                  <a:pt x="154257" y="44655"/>
                  <a:pt x="155461" y="44847"/>
                  <a:pt x="156718" y="45127"/>
                </a:cubicBezTo>
                <a:cubicBezTo>
                  <a:pt x="157974" y="45406"/>
                  <a:pt x="159109" y="45720"/>
                  <a:pt x="160121" y="46069"/>
                </a:cubicBezTo>
                <a:cubicBezTo>
                  <a:pt x="161133" y="46418"/>
                  <a:pt x="161848" y="46767"/>
                  <a:pt x="162267" y="47116"/>
                </a:cubicBezTo>
                <a:cubicBezTo>
                  <a:pt x="162686" y="47465"/>
                  <a:pt x="162965" y="47796"/>
                  <a:pt x="163105" y="48111"/>
                </a:cubicBezTo>
                <a:cubicBezTo>
                  <a:pt x="163244" y="48425"/>
                  <a:pt x="163366" y="48826"/>
                  <a:pt x="163471" y="49315"/>
                </a:cubicBezTo>
                <a:cubicBezTo>
                  <a:pt x="163576" y="49803"/>
                  <a:pt x="163646" y="50519"/>
                  <a:pt x="163681" y="51461"/>
                </a:cubicBezTo>
                <a:cubicBezTo>
                  <a:pt x="163715" y="52403"/>
                  <a:pt x="163733" y="53677"/>
                  <a:pt x="163733" y="55283"/>
                </a:cubicBezTo>
                <a:close/>
                <a:moveTo>
                  <a:pt x="271078" y="95227"/>
                </a:moveTo>
                <a:cubicBezTo>
                  <a:pt x="271078" y="102911"/>
                  <a:pt x="270066" y="109985"/>
                  <a:pt x="268042" y="116448"/>
                </a:cubicBezTo>
                <a:cubicBezTo>
                  <a:pt x="266017" y="122911"/>
                  <a:pt x="262999" y="128485"/>
                  <a:pt x="258985" y="133168"/>
                </a:cubicBezTo>
                <a:cubicBezTo>
                  <a:pt x="254971" y="137849"/>
                  <a:pt x="249946" y="141499"/>
                  <a:pt x="243908" y="144119"/>
                </a:cubicBezTo>
                <a:cubicBezTo>
                  <a:pt x="237870" y="146739"/>
                  <a:pt x="230872" y="148049"/>
                  <a:pt x="222915" y="148049"/>
                </a:cubicBezTo>
                <a:cubicBezTo>
                  <a:pt x="215167" y="148049"/>
                  <a:pt x="208414" y="146896"/>
                  <a:pt x="202655" y="144590"/>
                </a:cubicBezTo>
                <a:cubicBezTo>
                  <a:pt x="196897" y="142285"/>
                  <a:pt x="192098" y="138931"/>
                  <a:pt x="188259" y="134529"/>
                </a:cubicBezTo>
                <a:cubicBezTo>
                  <a:pt x="184420" y="130127"/>
                  <a:pt x="181558" y="124782"/>
                  <a:pt x="179673" y="118493"/>
                </a:cubicBezTo>
                <a:cubicBezTo>
                  <a:pt x="177788" y="112205"/>
                  <a:pt x="176846" y="105077"/>
                  <a:pt x="176846" y="97111"/>
                </a:cubicBezTo>
                <a:cubicBezTo>
                  <a:pt x="176846" y="89426"/>
                  <a:pt x="177841" y="82353"/>
                  <a:pt x="179830" y="75889"/>
                </a:cubicBezTo>
                <a:cubicBezTo>
                  <a:pt x="181820" y="69426"/>
                  <a:pt x="184821" y="63854"/>
                  <a:pt x="188835" y="59173"/>
                </a:cubicBezTo>
                <a:cubicBezTo>
                  <a:pt x="192848" y="54490"/>
                  <a:pt x="197856" y="50856"/>
                  <a:pt x="203859" y="48271"/>
                </a:cubicBezTo>
                <a:cubicBezTo>
                  <a:pt x="209862" y="45686"/>
                  <a:pt x="216877" y="44394"/>
                  <a:pt x="224904" y="44394"/>
                </a:cubicBezTo>
                <a:cubicBezTo>
                  <a:pt x="232652" y="44394"/>
                  <a:pt x="239406" y="45546"/>
                  <a:pt x="245164" y="47852"/>
                </a:cubicBezTo>
                <a:cubicBezTo>
                  <a:pt x="250923" y="50158"/>
                  <a:pt x="255722" y="53511"/>
                  <a:pt x="259561" y="57913"/>
                </a:cubicBezTo>
                <a:cubicBezTo>
                  <a:pt x="263400" y="62315"/>
                  <a:pt x="266279" y="67660"/>
                  <a:pt x="268199" y="73949"/>
                </a:cubicBezTo>
                <a:cubicBezTo>
                  <a:pt x="270118" y="80238"/>
                  <a:pt x="271078" y="87330"/>
                  <a:pt x="271078" y="95227"/>
                </a:cubicBezTo>
                <a:moveTo>
                  <a:pt x="252860" y="96326"/>
                </a:moveTo>
                <a:cubicBezTo>
                  <a:pt x="252860" y="91230"/>
                  <a:pt x="252389" y="86414"/>
                  <a:pt x="251446" y="81877"/>
                </a:cubicBezTo>
                <a:cubicBezTo>
                  <a:pt x="250504" y="77340"/>
                  <a:pt x="248951" y="73361"/>
                  <a:pt x="246787" y="69941"/>
                </a:cubicBezTo>
                <a:cubicBezTo>
                  <a:pt x="244623" y="66521"/>
                  <a:pt x="241692" y="63816"/>
                  <a:pt x="237992" y="61827"/>
                </a:cubicBezTo>
                <a:cubicBezTo>
                  <a:pt x="234293" y="59837"/>
                  <a:pt x="229686" y="58843"/>
                  <a:pt x="224172" y="58843"/>
                </a:cubicBezTo>
                <a:cubicBezTo>
                  <a:pt x="219076" y="58843"/>
                  <a:pt x="214696" y="59750"/>
                  <a:pt x="211031" y="61565"/>
                </a:cubicBezTo>
                <a:cubicBezTo>
                  <a:pt x="207367" y="63380"/>
                  <a:pt x="204348" y="65945"/>
                  <a:pt x="201975" y="69260"/>
                </a:cubicBezTo>
                <a:cubicBezTo>
                  <a:pt x="199601" y="72576"/>
                  <a:pt x="197839" y="76502"/>
                  <a:pt x="196687" y="81039"/>
                </a:cubicBezTo>
                <a:cubicBezTo>
                  <a:pt x="195535" y="85576"/>
                  <a:pt x="194960" y="90532"/>
                  <a:pt x="194960" y="95907"/>
                </a:cubicBezTo>
                <a:cubicBezTo>
                  <a:pt x="194960" y="101072"/>
                  <a:pt x="195431" y="105924"/>
                  <a:pt x="196373" y="110461"/>
                </a:cubicBezTo>
                <a:cubicBezTo>
                  <a:pt x="197315" y="114998"/>
                  <a:pt x="198886" y="118959"/>
                  <a:pt x="201085" y="122344"/>
                </a:cubicBezTo>
                <a:cubicBezTo>
                  <a:pt x="203283" y="125730"/>
                  <a:pt x="206233" y="128417"/>
                  <a:pt x="209932" y="130406"/>
                </a:cubicBezTo>
                <a:cubicBezTo>
                  <a:pt x="213632" y="132396"/>
                  <a:pt x="218238" y="133390"/>
                  <a:pt x="223753" y="133390"/>
                </a:cubicBezTo>
                <a:cubicBezTo>
                  <a:pt x="228778" y="133390"/>
                  <a:pt x="233141" y="132483"/>
                  <a:pt x="236840" y="130668"/>
                </a:cubicBezTo>
                <a:cubicBezTo>
                  <a:pt x="240540" y="128853"/>
                  <a:pt x="243576" y="126306"/>
                  <a:pt x="245950" y="123025"/>
                </a:cubicBezTo>
                <a:cubicBezTo>
                  <a:pt x="248323" y="119744"/>
                  <a:pt x="250068" y="115835"/>
                  <a:pt x="251185" y="111298"/>
                </a:cubicBezTo>
                <a:cubicBezTo>
                  <a:pt x="252301" y="106761"/>
                  <a:pt x="252860" y="101770"/>
                  <a:pt x="252860" y="96326"/>
                </a:cubicBezTo>
                <a:close/>
                <a:moveTo>
                  <a:pt x="383074" y="95017"/>
                </a:moveTo>
                <a:cubicBezTo>
                  <a:pt x="383074" y="103190"/>
                  <a:pt x="382184" y="110544"/>
                  <a:pt x="380404" y="117077"/>
                </a:cubicBezTo>
                <a:cubicBezTo>
                  <a:pt x="378625" y="123610"/>
                  <a:pt x="376007" y="129183"/>
                  <a:pt x="372552" y="133796"/>
                </a:cubicBezTo>
                <a:cubicBezTo>
                  <a:pt x="369097" y="138407"/>
                  <a:pt x="364856" y="141936"/>
                  <a:pt x="359831" y="144381"/>
                </a:cubicBezTo>
                <a:cubicBezTo>
                  <a:pt x="354805" y="146826"/>
                  <a:pt x="349046" y="148049"/>
                  <a:pt x="342555" y="148049"/>
                </a:cubicBezTo>
                <a:cubicBezTo>
                  <a:pt x="339553" y="148049"/>
                  <a:pt x="336779" y="147751"/>
                  <a:pt x="334231" y="147155"/>
                </a:cubicBezTo>
                <a:cubicBezTo>
                  <a:pt x="331683" y="146562"/>
                  <a:pt x="329188" y="145602"/>
                  <a:pt x="326745" y="144276"/>
                </a:cubicBezTo>
                <a:cubicBezTo>
                  <a:pt x="324302" y="142948"/>
                  <a:pt x="321859" y="141270"/>
                  <a:pt x="319416" y="139244"/>
                </a:cubicBezTo>
                <a:cubicBezTo>
                  <a:pt x="316972" y="137217"/>
                  <a:pt x="314390" y="134772"/>
                  <a:pt x="311668" y="131908"/>
                </a:cubicBezTo>
                <a:lnTo>
                  <a:pt x="311668" y="143357"/>
                </a:lnTo>
                <a:cubicBezTo>
                  <a:pt x="311668" y="143911"/>
                  <a:pt x="311528" y="144396"/>
                  <a:pt x="311249" y="144813"/>
                </a:cubicBezTo>
                <a:cubicBezTo>
                  <a:pt x="310970" y="145229"/>
                  <a:pt x="310516" y="145560"/>
                  <a:pt x="309888" y="145804"/>
                </a:cubicBezTo>
                <a:cubicBezTo>
                  <a:pt x="309259" y="146046"/>
                  <a:pt x="308474" y="146236"/>
                  <a:pt x="307532" y="146373"/>
                </a:cubicBezTo>
                <a:cubicBezTo>
                  <a:pt x="306590" y="146513"/>
                  <a:pt x="305385" y="146583"/>
                  <a:pt x="303920" y="146583"/>
                </a:cubicBezTo>
                <a:cubicBezTo>
                  <a:pt x="302524" y="146583"/>
                  <a:pt x="301337" y="146513"/>
                  <a:pt x="300360" y="146373"/>
                </a:cubicBezTo>
                <a:cubicBezTo>
                  <a:pt x="299383" y="146234"/>
                  <a:pt x="298580" y="146042"/>
                  <a:pt x="297952" y="145798"/>
                </a:cubicBezTo>
                <a:cubicBezTo>
                  <a:pt x="297323" y="145553"/>
                  <a:pt x="296905" y="145222"/>
                  <a:pt x="296695" y="144803"/>
                </a:cubicBezTo>
                <a:cubicBezTo>
                  <a:pt x="296486" y="144382"/>
                  <a:pt x="296381" y="143892"/>
                  <a:pt x="296381" y="143334"/>
                </a:cubicBezTo>
                <a:lnTo>
                  <a:pt x="296381" y="3354"/>
                </a:lnTo>
                <a:cubicBezTo>
                  <a:pt x="296381" y="2795"/>
                  <a:pt x="296503" y="2307"/>
                  <a:pt x="296748" y="1888"/>
                </a:cubicBezTo>
                <a:cubicBezTo>
                  <a:pt x="296992" y="1467"/>
                  <a:pt x="297446" y="1117"/>
                  <a:pt x="298109" y="838"/>
                </a:cubicBezTo>
                <a:cubicBezTo>
                  <a:pt x="298772" y="558"/>
                  <a:pt x="299662" y="349"/>
                  <a:pt x="300779" y="209"/>
                </a:cubicBezTo>
                <a:cubicBezTo>
                  <a:pt x="301895" y="70"/>
                  <a:pt x="303291" y="0"/>
                  <a:pt x="304967" y="0"/>
                </a:cubicBezTo>
                <a:cubicBezTo>
                  <a:pt x="306712" y="0"/>
                  <a:pt x="308143" y="70"/>
                  <a:pt x="309259" y="209"/>
                </a:cubicBezTo>
                <a:cubicBezTo>
                  <a:pt x="310376" y="349"/>
                  <a:pt x="311249" y="560"/>
                  <a:pt x="311877" y="841"/>
                </a:cubicBezTo>
                <a:cubicBezTo>
                  <a:pt x="312505" y="1120"/>
                  <a:pt x="312959" y="1470"/>
                  <a:pt x="313238" y="1891"/>
                </a:cubicBezTo>
                <a:cubicBezTo>
                  <a:pt x="313517" y="2310"/>
                  <a:pt x="313657" y="2799"/>
                  <a:pt x="313657" y="3357"/>
                </a:cubicBezTo>
                <a:lnTo>
                  <a:pt x="313657" y="59906"/>
                </a:lnTo>
                <a:cubicBezTo>
                  <a:pt x="316449" y="57042"/>
                  <a:pt x="319154" y="54632"/>
                  <a:pt x="321771" y="52675"/>
                </a:cubicBezTo>
                <a:cubicBezTo>
                  <a:pt x="324389" y="50718"/>
                  <a:pt x="326954" y="49129"/>
                  <a:pt x="329467" y="47908"/>
                </a:cubicBezTo>
                <a:cubicBezTo>
                  <a:pt x="331980" y="46684"/>
                  <a:pt x="334493" y="45793"/>
                  <a:pt x="337005" y="45235"/>
                </a:cubicBezTo>
                <a:cubicBezTo>
                  <a:pt x="339518" y="44674"/>
                  <a:pt x="342171" y="44394"/>
                  <a:pt x="344963" y="44394"/>
                </a:cubicBezTo>
                <a:cubicBezTo>
                  <a:pt x="351803" y="44394"/>
                  <a:pt x="357649" y="45757"/>
                  <a:pt x="362500" y="48484"/>
                </a:cubicBezTo>
                <a:cubicBezTo>
                  <a:pt x="367352" y="51208"/>
                  <a:pt x="371295" y="54858"/>
                  <a:pt x="374332" y="59435"/>
                </a:cubicBezTo>
                <a:cubicBezTo>
                  <a:pt x="377368" y="64011"/>
                  <a:pt x="379584" y="69374"/>
                  <a:pt x="380980" y="75523"/>
                </a:cubicBezTo>
                <a:cubicBezTo>
                  <a:pt x="382376" y="81670"/>
                  <a:pt x="383074" y="88168"/>
                  <a:pt x="383074" y="95017"/>
                </a:cubicBezTo>
                <a:moveTo>
                  <a:pt x="364856" y="97006"/>
                </a:moveTo>
                <a:cubicBezTo>
                  <a:pt x="364856" y="92184"/>
                  <a:pt x="364490" y="87500"/>
                  <a:pt x="363757" y="82957"/>
                </a:cubicBezTo>
                <a:cubicBezTo>
                  <a:pt x="363024" y="78413"/>
                  <a:pt x="361750" y="74394"/>
                  <a:pt x="359935" y="70900"/>
                </a:cubicBezTo>
                <a:cubicBezTo>
                  <a:pt x="358120" y="67405"/>
                  <a:pt x="355712" y="64592"/>
                  <a:pt x="352711" y="62461"/>
                </a:cubicBezTo>
                <a:cubicBezTo>
                  <a:pt x="349709" y="60328"/>
                  <a:pt x="345975" y="59261"/>
                  <a:pt x="341508" y="59261"/>
                </a:cubicBezTo>
                <a:cubicBezTo>
                  <a:pt x="339274" y="59261"/>
                  <a:pt x="337075" y="59577"/>
                  <a:pt x="334911" y="60207"/>
                </a:cubicBezTo>
                <a:cubicBezTo>
                  <a:pt x="332748" y="60835"/>
                  <a:pt x="330549" y="61883"/>
                  <a:pt x="328315" y="63351"/>
                </a:cubicBezTo>
                <a:cubicBezTo>
                  <a:pt x="326082" y="64819"/>
                  <a:pt x="323761" y="66707"/>
                  <a:pt x="321353" y="69015"/>
                </a:cubicBezTo>
                <a:cubicBezTo>
                  <a:pt x="318944" y="71323"/>
                  <a:pt x="316379" y="74225"/>
                  <a:pt x="313657" y="77722"/>
                </a:cubicBezTo>
                <a:lnTo>
                  <a:pt x="313657" y="115349"/>
                </a:lnTo>
                <a:cubicBezTo>
                  <a:pt x="318403" y="121153"/>
                  <a:pt x="322941" y="125577"/>
                  <a:pt x="327268" y="128620"/>
                </a:cubicBezTo>
                <a:cubicBezTo>
                  <a:pt x="331596" y="131661"/>
                  <a:pt x="336098" y="133181"/>
                  <a:pt x="340775" y="133181"/>
                </a:cubicBezTo>
                <a:cubicBezTo>
                  <a:pt x="345102" y="133181"/>
                  <a:pt x="348802" y="132133"/>
                  <a:pt x="351873" y="130037"/>
                </a:cubicBezTo>
                <a:cubicBezTo>
                  <a:pt x="354944" y="127938"/>
                  <a:pt x="357440" y="125159"/>
                  <a:pt x="359359" y="121700"/>
                </a:cubicBezTo>
                <a:cubicBezTo>
                  <a:pt x="361279" y="118240"/>
                  <a:pt x="362675" y="114361"/>
                  <a:pt x="363547" y="110061"/>
                </a:cubicBezTo>
                <a:cubicBezTo>
                  <a:pt x="364420" y="105762"/>
                  <a:pt x="364856" y="101410"/>
                  <a:pt x="364856" y="97006"/>
                </a:cubicBezTo>
                <a:close/>
                <a:moveTo>
                  <a:pt x="479544" y="143442"/>
                </a:moveTo>
                <a:cubicBezTo>
                  <a:pt x="479544" y="144279"/>
                  <a:pt x="479264" y="144908"/>
                  <a:pt x="478706" y="145326"/>
                </a:cubicBezTo>
                <a:cubicBezTo>
                  <a:pt x="478148" y="145745"/>
                  <a:pt x="477380" y="146059"/>
                  <a:pt x="476403" y="146269"/>
                </a:cubicBezTo>
                <a:cubicBezTo>
                  <a:pt x="475425" y="146478"/>
                  <a:pt x="473994" y="146583"/>
                  <a:pt x="472110" y="146583"/>
                </a:cubicBezTo>
                <a:cubicBezTo>
                  <a:pt x="470295" y="146583"/>
                  <a:pt x="468847" y="146478"/>
                  <a:pt x="467765" y="146269"/>
                </a:cubicBezTo>
                <a:cubicBezTo>
                  <a:pt x="466683" y="146059"/>
                  <a:pt x="465898" y="145745"/>
                  <a:pt x="465409" y="145326"/>
                </a:cubicBezTo>
                <a:cubicBezTo>
                  <a:pt x="464920" y="144908"/>
                  <a:pt x="464676" y="144279"/>
                  <a:pt x="464676" y="143442"/>
                </a:cubicBezTo>
                <a:lnTo>
                  <a:pt x="464676" y="134019"/>
                </a:lnTo>
                <a:cubicBezTo>
                  <a:pt x="460558" y="138416"/>
                  <a:pt x="455968" y="141854"/>
                  <a:pt x="450908" y="144332"/>
                </a:cubicBezTo>
                <a:cubicBezTo>
                  <a:pt x="445847" y="146810"/>
                  <a:pt x="440490" y="148049"/>
                  <a:pt x="434836" y="148049"/>
                </a:cubicBezTo>
                <a:cubicBezTo>
                  <a:pt x="429880" y="148049"/>
                  <a:pt x="425395" y="147400"/>
                  <a:pt x="421382" y="146102"/>
                </a:cubicBezTo>
                <a:cubicBezTo>
                  <a:pt x="417368" y="144804"/>
                  <a:pt x="413948" y="142927"/>
                  <a:pt x="411121" y="140471"/>
                </a:cubicBezTo>
                <a:cubicBezTo>
                  <a:pt x="408294" y="138015"/>
                  <a:pt x="406095" y="134998"/>
                  <a:pt x="404525" y="131421"/>
                </a:cubicBezTo>
                <a:cubicBezTo>
                  <a:pt x="402954" y="127841"/>
                  <a:pt x="402169" y="123771"/>
                  <a:pt x="402169" y="119210"/>
                </a:cubicBezTo>
                <a:cubicBezTo>
                  <a:pt x="402169" y="113877"/>
                  <a:pt x="403251" y="109246"/>
                  <a:pt x="405415" y="105317"/>
                </a:cubicBezTo>
                <a:cubicBezTo>
                  <a:pt x="407578" y="101389"/>
                  <a:pt x="410685" y="98127"/>
                  <a:pt x="414733" y="95531"/>
                </a:cubicBezTo>
                <a:cubicBezTo>
                  <a:pt x="418782" y="92933"/>
                  <a:pt x="423737" y="90985"/>
                  <a:pt x="429601" y="89687"/>
                </a:cubicBezTo>
                <a:cubicBezTo>
                  <a:pt x="435464" y="88389"/>
                  <a:pt x="442060" y="87740"/>
                  <a:pt x="449389" y="87740"/>
                </a:cubicBezTo>
                <a:lnTo>
                  <a:pt x="462373" y="87740"/>
                </a:lnTo>
                <a:lnTo>
                  <a:pt x="462373" y="80464"/>
                </a:lnTo>
                <a:cubicBezTo>
                  <a:pt x="462373" y="76860"/>
                  <a:pt x="461989" y="73672"/>
                  <a:pt x="461221" y="70900"/>
                </a:cubicBezTo>
                <a:cubicBezTo>
                  <a:pt x="460453" y="68127"/>
                  <a:pt x="459214" y="65823"/>
                  <a:pt x="457504" y="63986"/>
                </a:cubicBezTo>
                <a:cubicBezTo>
                  <a:pt x="455794" y="62149"/>
                  <a:pt x="453578" y="60763"/>
                  <a:pt x="450855" y="59827"/>
                </a:cubicBezTo>
                <a:cubicBezTo>
                  <a:pt x="448133" y="58892"/>
                  <a:pt x="444783" y="58424"/>
                  <a:pt x="440804" y="58424"/>
                </a:cubicBezTo>
                <a:cubicBezTo>
                  <a:pt x="436546" y="58424"/>
                  <a:pt x="432724" y="58924"/>
                  <a:pt x="429339" y="59926"/>
                </a:cubicBezTo>
                <a:cubicBezTo>
                  <a:pt x="425954" y="60927"/>
                  <a:pt x="422987" y="62032"/>
                  <a:pt x="420439" y="63240"/>
                </a:cubicBezTo>
                <a:cubicBezTo>
                  <a:pt x="417892" y="64448"/>
                  <a:pt x="415763" y="65553"/>
                  <a:pt x="414053" y="66555"/>
                </a:cubicBezTo>
                <a:cubicBezTo>
                  <a:pt x="412342" y="67556"/>
                  <a:pt x="411069" y="68056"/>
                  <a:pt x="410231" y="68056"/>
                </a:cubicBezTo>
                <a:cubicBezTo>
                  <a:pt x="409673" y="68056"/>
                  <a:pt x="409184" y="67917"/>
                  <a:pt x="408765" y="67638"/>
                </a:cubicBezTo>
                <a:cubicBezTo>
                  <a:pt x="408346" y="67358"/>
                  <a:pt x="407980" y="66940"/>
                  <a:pt x="407666" y="66381"/>
                </a:cubicBezTo>
                <a:cubicBezTo>
                  <a:pt x="407352" y="65823"/>
                  <a:pt x="407125" y="65107"/>
                  <a:pt x="406985" y="64235"/>
                </a:cubicBezTo>
                <a:cubicBezTo>
                  <a:pt x="406846" y="63362"/>
                  <a:pt x="406776" y="62402"/>
                  <a:pt x="406776" y="61355"/>
                </a:cubicBezTo>
                <a:cubicBezTo>
                  <a:pt x="406776" y="59610"/>
                  <a:pt x="406898" y="58232"/>
                  <a:pt x="407142" y="57220"/>
                </a:cubicBezTo>
                <a:cubicBezTo>
                  <a:pt x="407387" y="56208"/>
                  <a:pt x="407980" y="55248"/>
                  <a:pt x="408922" y="54340"/>
                </a:cubicBezTo>
                <a:cubicBezTo>
                  <a:pt x="409864" y="53433"/>
                  <a:pt x="411487" y="52376"/>
                  <a:pt x="413791" y="51170"/>
                </a:cubicBezTo>
                <a:cubicBezTo>
                  <a:pt x="416094" y="49961"/>
                  <a:pt x="418747" y="48858"/>
                  <a:pt x="421748" y="47859"/>
                </a:cubicBezTo>
                <a:cubicBezTo>
                  <a:pt x="424750" y="46860"/>
                  <a:pt x="428030" y="46033"/>
                  <a:pt x="431590" y="45379"/>
                </a:cubicBezTo>
                <a:cubicBezTo>
                  <a:pt x="435150" y="44722"/>
                  <a:pt x="438745" y="44394"/>
                  <a:pt x="442374" y="44394"/>
                </a:cubicBezTo>
                <a:cubicBezTo>
                  <a:pt x="449145" y="44394"/>
                  <a:pt x="454904" y="45161"/>
                  <a:pt x="459650" y="46697"/>
                </a:cubicBezTo>
                <a:cubicBezTo>
                  <a:pt x="464397" y="48233"/>
                  <a:pt x="468236" y="50484"/>
                  <a:pt x="471168" y="53450"/>
                </a:cubicBezTo>
                <a:cubicBezTo>
                  <a:pt x="474099" y="56417"/>
                  <a:pt x="476228" y="60099"/>
                  <a:pt x="477554" y="64496"/>
                </a:cubicBezTo>
                <a:cubicBezTo>
                  <a:pt x="478881" y="68894"/>
                  <a:pt x="479544" y="74024"/>
                  <a:pt x="479544" y="79888"/>
                </a:cubicBezTo>
                <a:lnTo>
                  <a:pt x="479544" y="143442"/>
                </a:lnTo>
                <a:moveTo>
                  <a:pt x="462373" y="100305"/>
                </a:moveTo>
                <a:lnTo>
                  <a:pt x="447610" y="100305"/>
                </a:lnTo>
                <a:cubicBezTo>
                  <a:pt x="442863" y="100305"/>
                  <a:pt x="438745" y="100707"/>
                  <a:pt x="435255" y="101512"/>
                </a:cubicBezTo>
                <a:cubicBezTo>
                  <a:pt x="431765" y="102317"/>
                  <a:pt x="428868" y="103508"/>
                  <a:pt x="426564" y="105085"/>
                </a:cubicBezTo>
                <a:cubicBezTo>
                  <a:pt x="424261" y="106660"/>
                  <a:pt x="422568" y="108550"/>
                  <a:pt x="421486" y="110755"/>
                </a:cubicBezTo>
                <a:cubicBezTo>
                  <a:pt x="420404" y="112960"/>
                  <a:pt x="419864" y="115498"/>
                  <a:pt x="419864" y="118369"/>
                </a:cubicBezTo>
                <a:cubicBezTo>
                  <a:pt x="419864" y="123270"/>
                  <a:pt x="421417" y="127174"/>
                  <a:pt x="424523" y="130079"/>
                </a:cubicBezTo>
                <a:cubicBezTo>
                  <a:pt x="427629" y="132985"/>
                  <a:pt x="431974" y="134437"/>
                  <a:pt x="437558" y="134437"/>
                </a:cubicBezTo>
                <a:cubicBezTo>
                  <a:pt x="442095" y="134437"/>
                  <a:pt x="446301" y="133282"/>
                  <a:pt x="450175" y="130972"/>
                </a:cubicBezTo>
                <a:cubicBezTo>
                  <a:pt x="454049" y="128662"/>
                  <a:pt x="458115" y="125127"/>
                  <a:pt x="462373" y="120365"/>
                </a:cubicBezTo>
                <a:lnTo>
                  <a:pt x="462373" y="100305"/>
                </a:lnTo>
                <a:close/>
                <a:moveTo>
                  <a:pt x="597503" y="95017"/>
                </a:moveTo>
                <a:cubicBezTo>
                  <a:pt x="597503" y="103190"/>
                  <a:pt x="596614" y="110544"/>
                  <a:pt x="594834" y="117077"/>
                </a:cubicBezTo>
                <a:cubicBezTo>
                  <a:pt x="593054" y="123610"/>
                  <a:pt x="590436" y="129183"/>
                  <a:pt x="586981" y="133796"/>
                </a:cubicBezTo>
                <a:cubicBezTo>
                  <a:pt x="583526" y="138407"/>
                  <a:pt x="579285" y="141936"/>
                  <a:pt x="574260" y="144381"/>
                </a:cubicBezTo>
                <a:cubicBezTo>
                  <a:pt x="569234" y="146826"/>
                  <a:pt x="563475" y="148049"/>
                  <a:pt x="556984" y="148049"/>
                </a:cubicBezTo>
                <a:cubicBezTo>
                  <a:pt x="553982" y="148049"/>
                  <a:pt x="551208" y="147751"/>
                  <a:pt x="548660" y="147155"/>
                </a:cubicBezTo>
                <a:cubicBezTo>
                  <a:pt x="546112" y="146562"/>
                  <a:pt x="543617" y="145602"/>
                  <a:pt x="541174" y="144276"/>
                </a:cubicBezTo>
                <a:cubicBezTo>
                  <a:pt x="538731" y="142948"/>
                  <a:pt x="536288" y="141270"/>
                  <a:pt x="533845" y="139244"/>
                </a:cubicBezTo>
                <a:cubicBezTo>
                  <a:pt x="531402" y="137217"/>
                  <a:pt x="528819" y="134772"/>
                  <a:pt x="526097" y="131908"/>
                </a:cubicBezTo>
                <a:lnTo>
                  <a:pt x="526097" y="143357"/>
                </a:lnTo>
                <a:cubicBezTo>
                  <a:pt x="526097" y="143911"/>
                  <a:pt x="525957" y="144396"/>
                  <a:pt x="525678" y="144813"/>
                </a:cubicBezTo>
                <a:cubicBezTo>
                  <a:pt x="525399" y="145229"/>
                  <a:pt x="524945" y="145560"/>
                  <a:pt x="524317" y="145804"/>
                </a:cubicBezTo>
                <a:cubicBezTo>
                  <a:pt x="523689" y="146046"/>
                  <a:pt x="522903" y="146236"/>
                  <a:pt x="521961" y="146373"/>
                </a:cubicBezTo>
                <a:cubicBezTo>
                  <a:pt x="521019" y="146513"/>
                  <a:pt x="519815" y="146583"/>
                  <a:pt x="518349" y="146583"/>
                </a:cubicBezTo>
                <a:cubicBezTo>
                  <a:pt x="516953" y="146583"/>
                  <a:pt x="515766" y="146513"/>
                  <a:pt x="514789" y="146373"/>
                </a:cubicBezTo>
                <a:cubicBezTo>
                  <a:pt x="513812" y="146234"/>
                  <a:pt x="513009" y="146042"/>
                  <a:pt x="512381" y="145798"/>
                </a:cubicBezTo>
                <a:cubicBezTo>
                  <a:pt x="511752" y="145553"/>
                  <a:pt x="511334" y="145222"/>
                  <a:pt x="511124" y="144803"/>
                </a:cubicBezTo>
                <a:cubicBezTo>
                  <a:pt x="510915" y="144382"/>
                  <a:pt x="510810" y="143892"/>
                  <a:pt x="510810" y="143334"/>
                </a:cubicBezTo>
                <a:lnTo>
                  <a:pt x="510810" y="3354"/>
                </a:lnTo>
                <a:cubicBezTo>
                  <a:pt x="510810" y="2795"/>
                  <a:pt x="510932" y="2307"/>
                  <a:pt x="511177" y="1888"/>
                </a:cubicBezTo>
                <a:cubicBezTo>
                  <a:pt x="511421" y="1467"/>
                  <a:pt x="511875" y="1117"/>
                  <a:pt x="512538" y="838"/>
                </a:cubicBezTo>
                <a:cubicBezTo>
                  <a:pt x="513201" y="558"/>
                  <a:pt x="514091" y="349"/>
                  <a:pt x="515208" y="209"/>
                </a:cubicBezTo>
                <a:cubicBezTo>
                  <a:pt x="516324" y="70"/>
                  <a:pt x="517721" y="0"/>
                  <a:pt x="519396" y="0"/>
                </a:cubicBezTo>
                <a:cubicBezTo>
                  <a:pt x="521141" y="0"/>
                  <a:pt x="522572" y="70"/>
                  <a:pt x="523689" y="209"/>
                </a:cubicBezTo>
                <a:cubicBezTo>
                  <a:pt x="524805" y="349"/>
                  <a:pt x="525678" y="560"/>
                  <a:pt x="526306" y="841"/>
                </a:cubicBezTo>
                <a:cubicBezTo>
                  <a:pt x="526934" y="1120"/>
                  <a:pt x="527388" y="1470"/>
                  <a:pt x="527667" y="1891"/>
                </a:cubicBezTo>
                <a:cubicBezTo>
                  <a:pt x="527946" y="2310"/>
                  <a:pt x="528086" y="2799"/>
                  <a:pt x="528086" y="3357"/>
                </a:cubicBezTo>
                <a:lnTo>
                  <a:pt x="528086" y="59906"/>
                </a:lnTo>
                <a:cubicBezTo>
                  <a:pt x="530878" y="57042"/>
                  <a:pt x="533583" y="54632"/>
                  <a:pt x="536200" y="52675"/>
                </a:cubicBezTo>
                <a:cubicBezTo>
                  <a:pt x="538818" y="50718"/>
                  <a:pt x="541383" y="49129"/>
                  <a:pt x="543896" y="47908"/>
                </a:cubicBezTo>
                <a:cubicBezTo>
                  <a:pt x="546409" y="46684"/>
                  <a:pt x="548922" y="45793"/>
                  <a:pt x="551435" y="45235"/>
                </a:cubicBezTo>
                <a:cubicBezTo>
                  <a:pt x="553947" y="44674"/>
                  <a:pt x="556600" y="44394"/>
                  <a:pt x="559392" y="44394"/>
                </a:cubicBezTo>
                <a:cubicBezTo>
                  <a:pt x="566232" y="44394"/>
                  <a:pt x="572078" y="45757"/>
                  <a:pt x="576930" y="48484"/>
                </a:cubicBezTo>
                <a:cubicBezTo>
                  <a:pt x="581781" y="51208"/>
                  <a:pt x="585725" y="54858"/>
                  <a:pt x="588761" y="59435"/>
                </a:cubicBezTo>
                <a:cubicBezTo>
                  <a:pt x="591797" y="64011"/>
                  <a:pt x="594013" y="69374"/>
                  <a:pt x="595409" y="75523"/>
                </a:cubicBezTo>
                <a:cubicBezTo>
                  <a:pt x="596805" y="81670"/>
                  <a:pt x="597503" y="88168"/>
                  <a:pt x="597503" y="95017"/>
                </a:cubicBezTo>
                <a:moveTo>
                  <a:pt x="579285" y="97006"/>
                </a:moveTo>
                <a:cubicBezTo>
                  <a:pt x="579285" y="92184"/>
                  <a:pt x="578919" y="87500"/>
                  <a:pt x="578186" y="82957"/>
                </a:cubicBezTo>
                <a:cubicBezTo>
                  <a:pt x="577453" y="78413"/>
                  <a:pt x="576179" y="74394"/>
                  <a:pt x="574364" y="70900"/>
                </a:cubicBezTo>
                <a:cubicBezTo>
                  <a:pt x="572549" y="67405"/>
                  <a:pt x="570141" y="64592"/>
                  <a:pt x="567140" y="62461"/>
                </a:cubicBezTo>
                <a:cubicBezTo>
                  <a:pt x="564138" y="60328"/>
                  <a:pt x="560404" y="59261"/>
                  <a:pt x="555937" y="59261"/>
                </a:cubicBezTo>
                <a:cubicBezTo>
                  <a:pt x="553703" y="59261"/>
                  <a:pt x="551504" y="59577"/>
                  <a:pt x="549341" y="60207"/>
                </a:cubicBezTo>
                <a:cubicBezTo>
                  <a:pt x="547177" y="60835"/>
                  <a:pt x="544978" y="61883"/>
                  <a:pt x="542744" y="63351"/>
                </a:cubicBezTo>
                <a:cubicBezTo>
                  <a:pt x="540511" y="64819"/>
                  <a:pt x="538190" y="66707"/>
                  <a:pt x="535782" y="69015"/>
                </a:cubicBezTo>
                <a:cubicBezTo>
                  <a:pt x="533373" y="71323"/>
                  <a:pt x="530808" y="74225"/>
                  <a:pt x="528086" y="77722"/>
                </a:cubicBezTo>
                <a:lnTo>
                  <a:pt x="528086" y="115349"/>
                </a:lnTo>
                <a:cubicBezTo>
                  <a:pt x="532833" y="121153"/>
                  <a:pt x="537370" y="125577"/>
                  <a:pt x="541697" y="128620"/>
                </a:cubicBezTo>
                <a:cubicBezTo>
                  <a:pt x="546025" y="131661"/>
                  <a:pt x="550527" y="133181"/>
                  <a:pt x="555204" y="133181"/>
                </a:cubicBezTo>
                <a:cubicBezTo>
                  <a:pt x="559532" y="133181"/>
                  <a:pt x="563231" y="132133"/>
                  <a:pt x="566302" y="130037"/>
                </a:cubicBezTo>
                <a:cubicBezTo>
                  <a:pt x="569374" y="127938"/>
                  <a:pt x="571869" y="125159"/>
                  <a:pt x="573788" y="121700"/>
                </a:cubicBezTo>
                <a:cubicBezTo>
                  <a:pt x="575708" y="118240"/>
                  <a:pt x="577104" y="114361"/>
                  <a:pt x="577977" y="110061"/>
                </a:cubicBezTo>
                <a:cubicBezTo>
                  <a:pt x="578849" y="105762"/>
                  <a:pt x="579285" y="101410"/>
                  <a:pt x="579285" y="97006"/>
                </a:cubicBezTo>
                <a:close/>
                <a:moveTo>
                  <a:pt x="640261" y="143337"/>
                </a:moveTo>
                <a:cubicBezTo>
                  <a:pt x="640261" y="143896"/>
                  <a:pt x="640121" y="144367"/>
                  <a:pt x="639842" y="144751"/>
                </a:cubicBezTo>
                <a:cubicBezTo>
                  <a:pt x="639563" y="145134"/>
                  <a:pt x="639109" y="145466"/>
                  <a:pt x="638481" y="145745"/>
                </a:cubicBezTo>
                <a:cubicBezTo>
                  <a:pt x="637853" y="146024"/>
                  <a:pt x="636980" y="146234"/>
                  <a:pt x="635863" y="146373"/>
                </a:cubicBezTo>
                <a:cubicBezTo>
                  <a:pt x="634747" y="146513"/>
                  <a:pt x="633316" y="146583"/>
                  <a:pt x="631571" y="146583"/>
                </a:cubicBezTo>
                <a:cubicBezTo>
                  <a:pt x="629895" y="146583"/>
                  <a:pt x="628499" y="146513"/>
                  <a:pt x="627383" y="146373"/>
                </a:cubicBezTo>
                <a:cubicBezTo>
                  <a:pt x="626266" y="146234"/>
                  <a:pt x="625376" y="146024"/>
                  <a:pt x="624713" y="145745"/>
                </a:cubicBezTo>
                <a:cubicBezTo>
                  <a:pt x="624050" y="145466"/>
                  <a:pt x="623596" y="145134"/>
                  <a:pt x="623352" y="144751"/>
                </a:cubicBezTo>
                <a:cubicBezTo>
                  <a:pt x="623107" y="144367"/>
                  <a:pt x="622985" y="143896"/>
                  <a:pt x="622985" y="143337"/>
                </a:cubicBezTo>
                <a:lnTo>
                  <a:pt x="622985" y="49105"/>
                </a:lnTo>
                <a:cubicBezTo>
                  <a:pt x="622985" y="48617"/>
                  <a:pt x="623107" y="48163"/>
                  <a:pt x="623352" y="47744"/>
                </a:cubicBezTo>
                <a:cubicBezTo>
                  <a:pt x="623596" y="47325"/>
                  <a:pt x="624050" y="46976"/>
                  <a:pt x="624713" y="46697"/>
                </a:cubicBezTo>
                <a:cubicBezTo>
                  <a:pt x="625376" y="46418"/>
                  <a:pt x="626266" y="46209"/>
                  <a:pt x="627383" y="46069"/>
                </a:cubicBezTo>
                <a:cubicBezTo>
                  <a:pt x="628499" y="45929"/>
                  <a:pt x="629895" y="45860"/>
                  <a:pt x="631571" y="45860"/>
                </a:cubicBezTo>
                <a:cubicBezTo>
                  <a:pt x="633316" y="45860"/>
                  <a:pt x="634747" y="45929"/>
                  <a:pt x="635863" y="46069"/>
                </a:cubicBezTo>
                <a:cubicBezTo>
                  <a:pt x="636980" y="46209"/>
                  <a:pt x="637853" y="46418"/>
                  <a:pt x="638481" y="46697"/>
                </a:cubicBezTo>
                <a:cubicBezTo>
                  <a:pt x="639109" y="46976"/>
                  <a:pt x="639563" y="47325"/>
                  <a:pt x="639842" y="47744"/>
                </a:cubicBezTo>
                <a:cubicBezTo>
                  <a:pt x="640121" y="48163"/>
                  <a:pt x="640261" y="48617"/>
                  <a:pt x="640261" y="49105"/>
                </a:cubicBezTo>
                <a:lnTo>
                  <a:pt x="640261" y="143337"/>
                </a:lnTo>
                <a:moveTo>
                  <a:pt x="642250" y="17171"/>
                </a:moveTo>
                <a:cubicBezTo>
                  <a:pt x="642250" y="21220"/>
                  <a:pt x="641482" y="23977"/>
                  <a:pt x="639947" y="25443"/>
                </a:cubicBezTo>
                <a:cubicBezTo>
                  <a:pt x="638411" y="26908"/>
                  <a:pt x="635584" y="27641"/>
                  <a:pt x="631466" y="27641"/>
                </a:cubicBezTo>
                <a:cubicBezTo>
                  <a:pt x="627417" y="27641"/>
                  <a:pt x="624643" y="26926"/>
                  <a:pt x="623142" y="25495"/>
                </a:cubicBezTo>
                <a:cubicBezTo>
                  <a:pt x="621641" y="24064"/>
                  <a:pt x="620891" y="21359"/>
                  <a:pt x="620891" y="17381"/>
                </a:cubicBezTo>
                <a:cubicBezTo>
                  <a:pt x="620891" y="13332"/>
                  <a:pt x="621659" y="10575"/>
                  <a:pt x="623194" y="9109"/>
                </a:cubicBezTo>
                <a:cubicBezTo>
                  <a:pt x="624730" y="7643"/>
                  <a:pt x="627557" y="6910"/>
                  <a:pt x="631675" y="6910"/>
                </a:cubicBezTo>
                <a:cubicBezTo>
                  <a:pt x="635724" y="6910"/>
                  <a:pt x="638498" y="7626"/>
                  <a:pt x="639999" y="9057"/>
                </a:cubicBezTo>
                <a:cubicBezTo>
                  <a:pt x="641500" y="10488"/>
                  <a:pt x="642250" y="13192"/>
                  <a:pt x="642250" y="17171"/>
                </a:cubicBezTo>
                <a:close/>
                <a:moveTo>
                  <a:pt x="689099" y="143334"/>
                </a:moveTo>
                <a:cubicBezTo>
                  <a:pt x="689099" y="143892"/>
                  <a:pt x="688960" y="144365"/>
                  <a:pt x="688680" y="144751"/>
                </a:cubicBezTo>
                <a:cubicBezTo>
                  <a:pt x="688401" y="145134"/>
                  <a:pt x="687948" y="145466"/>
                  <a:pt x="687319" y="145745"/>
                </a:cubicBezTo>
                <a:cubicBezTo>
                  <a:pt x="686691" y="146024"/>
                  <a:pt x="685819" y="146234"/>
                  <a:pt x="684702" y="146373"/>
                </a:cubicBezTo>
                <a:cubicBezTo>
                  <a:pt x="683585" y="146513"/>
                  <a:pt x="682154" y="146583"/>
                  <a:pt x="680409" y="146583"/>
                </a:cubicBezTo>
                <a:cubicBezTo>
                  <a:pt x="678734" y="146583"/>
                  <a:pt x="677338" y="146513"/>
                  <a:pt x="676221" y="146373"/>
                </a:cubicBezTo>
                <a:cubicBezTo>
                  <a:pt x="675104" y="146234"/>
                  <a:pt x="674214" y="146024"/>
                  <a:pt x="673551" y="145745"/>
                </a:cubicBezTo>
                <a:cubicBezTo>
                  <a:pt x="672888" y="145466"/>
                  <a:pt x="672434" y="145134"/>
                  <a:pt x="672190" y="144751"/>
                </a:cubicBezTo>
                <a:cubicBezTo>
                  <a:pt x="671946" y="144365"/>
                  <a:pt x="671823" y="143892"/>
                  <a:pt x="671823" y="143334"/>
                </a:cubicBezTo>
                <a:lnTo>
                  <a:pt x="671823" y="3354"/>
                </a:lnTo>
                <a:cubicBezTo>
                  <a:pt x="671823" y="2795"/>
                  <a:pt x="671946" y="2307"/>
                  <a:pt x="672190" y="1888"/>
                </a:cubicBezTo>
                <a:cubicBezTo>
                  <a:pt x="672434" y="1467"/>
                  <a:pt x="672888" y="1117"/>
                  <a:pt x="673551" y="838"/>
                </a:cubicBezTo>
                <a:cubicBezTo>
                  <a:pt x="674214" y="558"/>
                  <a:pt x="675104" y="349"/>
                  <a:pt x="676221" y="209"/>
                </a:cubicBezTo>
                <a:cubicBezTo>
                  <a:pt x="677338" y="70"/>
                  <a:pt x="678734" y="0"/>
                  <a:pt x="680409" y="0"/>
                </a:cubicBezTo>
                <a:cubicBezTo>
                  <a:pt x="682154" y="0"/>
                  <a:pt x="683585" y="70"/>
                  <a:pt x="684702" y="209"/>
                </a:cubicBezTo>
                <a:cubicBezTo>
                  <a:pt x="685819" y="349"/>
                  <a:pt x="686691" y="558"/>
                  <a:pt x="687319" y="838"/>
                </a:cubicBezTo>
                <a:cubicBezTo>
                  <a:pt x="687948" y="1117"/>
                  <a:pt x="688401" y="1467"/>
                  <a:pt x="688680" y="1888"/>
                </a:cubicBezTo>
                <a:cubicBezTo>
                  <a:pt x="688960" y="2307"/>
                  <a:pt x="689099" y="2795"/>
                  <a:pt x="689099" y="3354"/>
                </a:cubicBezTo>
                <a:lnTo>
                  <a:pt x="689099" y="143334"/>
                </a:lnTo>
                <a:close/>
                <a:moveTo>
                  <a:pt x="737938" y="143337"/>
                </a:moveTo>
                <a:cubicBezTo>
                  <a:pt x="737938" y="143896"/>
                  <a:pt x="737798" y="144367"/>
                  <a:pt x="737519" y="144751"/>
                </a:cubicBezTo>
                <a:cubicBezTo>
                  <a:pt x="737240" y="145134"/>
                  <a:pt x="736786" y="145466"/>
                  <a:pt x="736158" y="145745"/>
                </a:cubicBezTo>
                <a:cubicBezTo>
                  <a:pt x="735530" y="146024"/>
                  <a:pt x="734657" y="146234"/>
                  <a:pt x="733540" y="146373"/>
                </a:cubicBezTo>
                <a:cubicBezTo>
                  <a:pt x="732424" y="146513"/>
                  <a:pt x="730993" y="146583"/>
                  <a:pt x="729248" y="146583"/>
                </a:cubicBezTo>
                <a:cubicBezTo>
                  <a:pt x="727572" y="146583"/>
                  <a:pt x="726176" y="146513"/>
                  <a:pt x="725060" y="146373"/>
                </a:cubicBezTo>
                <a:cubicBezTo>
                  <a:pt x="723943" y="146234"/>
                  <a:pt x="723053" y="146024"/>
                  <a:pt x="722390" y="145745"/>
                </a:cubicBezTo>
                <a:cubicBezTo>
                  <a:pt x="721727" y="145466"/>
                  <a:pt x="721273" y="145134"/>
                  <a:pt x="721029" y="144751"/>
                </a:cubicBezTo>
                <a:cubicBezTo>
                  <a:pt x="720784" y="144367"/>
                  <a:pt x="720662" y="143896"/>
                  <a:pt x="720662" y="143337"/>
                </a:cubicBezTo>
                <a:lnTo>
                  <a:pt x="720662" y="49105"/>
                </a:lnTo>
                <a:cubicBezTo>
                  <a:pt x="720662" y="48617"/>
                  <a:pt x="720784" y="48163"/>
                  <a:pt x="721029" y="47744"/>
                </a:cubicBezTo>
                <a:cubicBezTo>
                  <a:pt x="721273" y="47325"/>
                  <a:pt x="721727" y="46976"/>
                  <a:pt x="722390" y="46697"/>
                </a:cubicBezTo>
                <a:cubicBezTo>
                  <a:pt x="723053" y="46418"/>
                  <a:pt x="723943" y="46209"/>
                  <a:pt x="725060" y="46069"/>
                </a:cubicBezTo>
                <a:cubicBezTo>
                  <a:pt x="726176" y="45929"/>
                  <a:pt x="727572" y="45860"/>
                  <a:pt x="729248" y="45860"/>
                </a:cubicBezTo>
                <a:cubicBezTo>
                  <a:pt x="730993" y="45860"/>
                  <a:pt x="732424" y="45929"/>
                  <a:pt x="733540" y="46069"/>
                </a:cubicBezTo>
                <a:cubicBezTo>
                  <a:pt x="734657" y="46209"/>
                  <a:pt x="735530" y="46418"/>
                  <a:pt x="736158" y="46697"/>
                </a:cubicBezTo>
                <a:cubicBezTo>
                  <a:pt x="736786" y="46976"/>
                  <a:pt x="737240" y="47325"/>
                  <a:pt x="737519" y="47744"/>
                </a:cubicBezTo>
                <a:cubicBezTo>
                  <a:pt x="737798" y="48163"/>
                  <a:pt x="737938" y="48617"/>
                  <a:pt x="737938" y="49105"/>
                </a:cubicBezTo>
                <a:lnTo>
                  <a:pt x="737938" y="143337"/>
                </a:lnTo>
                <a:moveTo>
                  <a:pt x="739927" y="17171"/>
                </a:moveTo>
                <a:cubicBezTo>
                  <a:pt x="739927" y="21220"/>
                  <a:pt x="739159" y="23977"/>
                  <a:pt x="737624" y="25443"/>
                </a:cubicBezTo>
                <a:cubicBezTo>
                  <a:pt x="736088" y="26908"/>
                  <a:pt x="733261" y="27641"/>
                  <a:pt x="729143" y="27641"/>
                </a:cubicBezTo>
                <a:cubicBezTo>
                  <a:pt x="725095" y="27641"/>
                  <a:pt x="722320" y="26926"/>
                  <a:pt x="720819" y="25495"/>
                </a:cubicBezTo>
                <a:cubicBezTo>
                  <a:pt x="719318" y="24064"/>
                  <a:pt x="718568" y="21359"/>
                  <a:pt x="718568" y="17381"/>
                </a:cubicBezTo>
                <a:cubicBezTo>
                  <a:pt x="718568" y="13332"/>
                  <a:pt x="719336" y="10575"/>
                  <a:pt x="720872" y="9109"/>
                </a:cubicBezTo>
                <a:cubicBezTo>
                  <a:pt x="722407" y="7643"/>
                  <a:pt x="725234" y="6910"/>
                  <a:pt x="729352" y="6910"/>
                </a:cubicBezTo>
                <a:cubicBezTo>
                  <a:pt x="733401" y="6910"/>
                  <a:pt x="736175" y="7626"/>
                  <a:pt x="737676" y="9057"/>
                </a:cubicBezTo>
                <a:cubicBezTo>
                  <a:pt x="739177" y="10488"/>
                  <a:pt x="739927" y="13192"/>
                  <a:pt x="739927" y="17171"/>
                </a:cubicBezTo>
                <a:close/>
                <a:moveTo>
                  <a:pt x="818501" y="136450"/>
                </a:moveTo>
                <a:cubicBezTo>
                  <a:pt x="818501" y="138489"/>
                  <a:pt x="818361" y="140107"/>
                  <a:pt x="818082" y="141302"/>
                </a:cubicBezTo>
                <a:cubicBezTo>
                  <a:pt x="817802" y="142497"/>
                  <a:pt x="817384" y="143376"/>
                  <a:pt x="816825" y="143939"/>
                </a:cubicBezTo>
                <a:cubicBezTo>
                  <a:pt x="816267" y="144500"/>
                  <a:pt x="815429" y="145027"/>
                  <a:pt x="814312" y="145519"/>
                </a:cubicBezTo>
                <a:cubicBezTo>
                  <a:pt x="813196" y="146012"/>
                  <a:pt x="811922" y="146417"/>
                  <a:pt x="810491" y="146733"/>
                </a:cubicBezTo>
                <a:cubicBezTo>
                  <a:pt x="809060" y="147050"/>
                  <a:pt x="807542" y="147313"/>
                  <a:pt x="805936" y="147522"/>
                </a:cubicBezTo>
                <a:cubicBezTo>
                  <a:pt x="804331" y="147734"/>
                  <a:pt x="802725" y="147839"/>
                  <a:pt x="801120" y="147839"/>
                </a:cubicBezTo>
                <a:cubicBezTo>
                  <a:pt x="796234" y="147839"/>
                  <a:pt x="792046" y="147194"/>
                  <a:pt x="788556" y="145902"/>
                </a:cubicBezTo>
                <a:cubicBezTo>
                  <a:pt x="785066" y="144609"/>
                  <a:pt x="782204" y="142652"/>
                  <a:pt x="779970" y="140032"/>
                </a:cubicBezTo>
                <a:cubicBezTo>
                  <a:pt x="777737" y="137411"/>
                  <a:pt x="776114" y="134091"/>
                  <a:pt x="775102" y="130073"/>
                </a:cubicBezTo>
                <a:cubicBezTo>
                  <a:pt x="774089" y="126053"/>
                  <a:pt x="773583" y="121317"/>
                  <a:pt x="773583" y="115866"/>
                </a:cubicBezTo>
                <a:lnTo>
                  <a:pt x="773583" y="60727"/>
                </a:lnTo>
                <a:lnTo>
                  <a:pt x="760391" y="60727"/>
                </a:lnTo>
                <a:cubicBezTo>
                  <a:pt x="759344" y="60727"/>
                  <a:pt x="758506" y="60166"/>
                  <a:pt x="757878" y="59042"/>
                </a:cubicBezTo>
                <a:cubicBezTo>
                  <a:pt x="757250" y="57917"/>
                  <a:pt x="756936" y="56088"/>
                  <a:pt x="756936" y="53555"/>
                </a:cubicBezTo>
                <a:cubicBezTo>
                  <a:pt x="756936" y="52220"/>
                  <a:pt x="757023" y="51096"/>
                  <a:pt x="757197" y="50182"/>
                </a:cubicBezTo>
                <a:cubicBezTo>
                  <a:pt x="757372" y="49268"/>
                  <a:pt x="757599" y="48512"/>
                  <a:pt x="757878" y="47914"/>
                </a:cubicBezTo>
                <a:cubicBezTo>
                  <a:pt x="758157" y="47317"/>
                  <a:pt x="758524" y="46895"/>
                  <a:pt x="758977" y="46648"/>
                </a:cubicBezTo>
                <a:cubicBezTo>
                  <a:pt x="759431" y="46402"/>
                  <a:pt x="759937" y="46278"/>
                  <a:pt x="760496" y="46278"/>
                </a:cubicBezTo>
                <a:lnTo>
                  <a:pt x="773583" y="46278"/>
                </a:lnTo>
                <a:lnTo>
                  <a:pt x="773583" y="23872"/>
                </a:lnTo>
                <a:cubicBezTo>
                  <a:pt x="773583" y="23383"/>
                  <a:pt x="773705" y="22930"/>
                  <a:pt x="773950" y="22511"/>
                </a:cubicBezTo>
                <a:cubicBezTo>
                  <a:pt x="774194" y="22092"/>
                  <a:pt x="774648" y="21726"/>
                  <a:pt x="775311" y="21412"/>
                </a:cubicBezTo>
                <a:cubicBezTo>
                  <a:pt x="775974" y="21097"/>
                  <a:pt x="776864" y="20871"/>
                  <a:pt x="777981" y="20731"/>
                </a:cubicBezTo>
                <a:cubicBezTo>
                  <a:pt x="779098" y="20591"/>
                  <a:pt x="780494" y="20522"/>
                  <a:pt x="782169" y="20522"/>
                </a:cubicBezTo>
                <a:cubicBezTo>
                  <a:pt x="783914" y="20522"/>
                  <a:pt x="785345" y="20591"/>
                  <a:pt x="786462" y="20731"/>
                </a:cubicBezTo>
                <a:cubicBezTo>
                  <a:pt x="787578" y="20871"/>
                  <a:pt x="788451" y="21097"/>
                  <a:pt x="789079" y="21412"/>
                </a:cubicBezTo>
                <a:cubicBezTo>
                  <a:pt x="789707" y="21726"/>
                  <a:pt x="790161" y="22092"/>
                  <a:pt x="790440" y="22511"/>
                </a:cubicBezTo>
                <a:cubicBezTo>
                  <a:pt x="790720" y="22930"/>
                  <a:pt x="790859" y="23383"/>
                  <a:pt x="790859" y="23872"/>
                </a:cubicBezTo>
                <a:lnTo>
                  <a:pt x="790859" y="46278"/>
                </a:lnTo>
                <a:lnTo>
                  <a:pt x="815045" y="46278"/>
                </a:lnTo>
                <a:cubicBezTo>
                  <a:pt x="815604" y="46278"/>
                  <a:pt x="816092" y="46402"/>
                  <a:pt x="816511" y="46648"/>
                </a:cubicBezTo>
                <a:cubicBezTo>
                  <a:pt x="816930" y="46895"/>
                  <a:pt x="817296" y="47317"/>
                  <a:pt x="817611" y="47914"/>
                </a:cubicBezTo>
                <a:cubicBezTo>
                  <a:pt x="817925" y="48512"/>
                  <a:pt x="818151" y="49268"/>
                  <a:pt x="818291" y="50182"/>
                </a:cubicBezTo>
                <a:cubicBezTo>
                  <a:pt x="818431" y="51096"/>
                  <a:pt x="818501" y="52220"/>
                  <a:pt x="818501" y="53555"/>
                </a:cubicBezTo>
                <a:cubicBezTo>
                  <a:pt x="818501" y="56088"/>
                  <a:pt x="818186" y="57917"/>
                  <a:pt x="817558" y="59042"/>
                </a:cubicBezTo>
                <a:cubicBezTo>
                  <a:pt x="816930" y="60166"/>
                  <a:pt x="816092" y="60727"/>
                  <a:pt x="815045" y="60727"/>
                </a:cubicBezTo>
                <a:lnTo>
                  <a:pt x="790859" y="60727"/>
                </a:lnTo>
                <a:lnTo>
                  <a:pt x="790859" y="113288"/>
                </a:lnTo>
                <a:cubicBezTo>
                  <a:pt x="790859" y="119779"/>
                  <a:pt x="791819" y="124683"/>
                  <a:pt x="793738" y="127998"/>
                </a:cubicBezTo>
                <a:cubicBezTo>
                  <a:pt x="795658" y="131314"/>
                  <a:pt x="799096" y="132972"/>
                  <a:pt x="804052" y="132972"/>
                </a:cubicBezTo>
                <a:cubicBezTo>
                  <a:pt x="805657" y="132972"/>
                  <a:pt x="807088" y="132815"/>
                  <a:pt x="808344" y="132500"/>
                </a:cubicBezTo>
                <a:cubicBezTo>
                  <a:pt x="809601" y="132186"/>
                  <a:pt x="810718" y="131855"/>
                  <a:pt x="811695" y="131506"/>
                </a:cubicBezTo>
                <a:cubicBezTo>
                  <a:pt x="812672" y="131157"/>
                  <a:pt x="813510" y="130825"/>
                  <a:pt x="814208" y="130511"/>
                </a:cubicBezTo>
                <a:cubicBezTo>
                  <a:pt x="814906" y="130197"/>
                  <a:pt x="815534" y="130040"/>
                  <a:pt x="816092" y="130040"/>
                </a:cubicBezTo>
                <a:cubicBezTo>
                  <a:pt x="816441" y="130040"/>
                  <a:pt x="816773" y="130127"/>
                  <a:pt x="817087" y="130302"/>
                </a:cubicBezTo>
                <a:cubicBezTo>
                  <a:pt x="817401" y="130476"/>
                  <a:pt x="817645" y="130808"/>
                  <a:pt x="817820" y="131296"/>
                </a:cubicBezTo>
                <a:cubicBezTo>
                  <a:pt x="817994" y="131785"/>
                  <a:pt x="818151" y="132450"/>
                  <a:pt x="818291" y="133292"/>
                </a:cubicBezTo>
                <a:cubicBezTo>
                  <a:pt x="818431" y="134132"/>
                  <a:pt x="818501" y="135185"/>
                  <a:pt x="818501" y="136450"/>
                </a:cubicBezTo>
                <a:close/>
                <a:moveTo>
                  <a:pt x="884159" y="145955"/>
                </a:moveTo>
                <a:lnTo>
                  <a:pt x="871595" y="180611"/>
                </a:lnTo>
                <a:cubicBezTo>
                  <a:pt x="871176" y="181728"/>
                  <a:pt x="870112" y="182583"/>
                  <a:pt x="868402" y="183176"/>
                </a:cubicBezTo>
                <a:cubicBezTo>
                  <a:pt x="866692" y="183770"/>
                  <a:pt x="864091" y="184066"/>
                  <a:pt x="860601" y="184066"/>
                </a:cubicBezTo>
                <a:cubicBezTo>
                  <a:pt x="858787" y="184066"/>
                  <a:pt x="857321" y="183979"/>
                  <a:pt x="856204" y="183804"/>
                </a:cubicBezTo>
                <a:cubicBezTo>
                  <a:pt x="855087" y="183630"/>
                  <a:pt x="854232" y="183333"/>
                  <a:pt x="853639" y="182914"/>
                </a:cubicBezTo>
                <a:cubicBezTo>
                  <a:pt x="853045" y="182496"/>
                  <a:pt x="852714" y="181937"/>
                  <a:pt x="852644" y="181239"/>
                </a:cubicBezTo>
                <a:cubicBezTo>
                  <a:pt x="852574" y="180541"/>
                  <a:pt x="852749" y="179704"/>
                  <a:pt x="853168" y="178726"/>
                </a:cubicBezTo>
                <a:lnTo>
                  <a:pt x="866151" y="145955"/>
                </a:lnTo>
                <a:cubicBezTo>
                  <a:pt x="865522" y="145675"/>
                  <a:pt x="864929" y="145222"/>
                  <a:pt x="864371" y="144594"/>
                </a:cubicBezTo>
                <a:cubicBezTo>
                  <a:pt x="863812" y="143965"/>
                  <a:pt x="863428" y="143302"/>
                  <a:pt x="863219" y="142604"/>
                </a:cubicBezTo>
                <a:lnTo>
                  <a:pt x="829610" y="52560"/>
                </a:lnTo>
                <a:cubicBezTo>
                  <a:pt x="829051" y="51095"/>
                  <a:pt x="828772" y="49943"/>
                  <a:pt x="828772" y="49105"/>
                </a:cubicBezTo>
                <a:cubicBezTo>
                  <a:pt x="828772" y="48268"/>
                  <a:pt x="829051" y="47605"/>
                  <a:pt x="829610" y="47116"/>
                </a:cubicBezTo>
                <a:cubicBezTo>
                  <a:pt x="830168" y="46627"/>
                  <a:pt x="831075" y="46296"/>
                  <a:pt x="832332" y="46121"/>
                </a:cubicBezTo>
                <a:cubicBezTo>
                  <a:pt x="833588" y="45947"/>
                  <a:pt x="835263" y="45860"/>
                  <a:pt x="837358" y="45860"/>
                </a:cubicBezTo>
                <a:cubicBezTo>
                  <a:pt x="839452" y="45860"/>
                  <a:pt x="841092" y="45912"/>
                  <a:pt x="842278" y="46017"/>
                </a:cubicBezTo>
                <a:cubicBezTo>
                  <a:pt x="843465" y="46121"/>
                  <a:pt x="844407" y="46313"/>
                  <a:pt x="845105" y="46592"/>
                </a:cubicBezTo>
                <a:cubicBezTo>
                  <a:pt x="845803" y="46872"/>
                  <a:pt x="846310" y="47273"/>
                  <a:pt x="846624" y="47796"/>
                </a:cubicBezTo>
                <a:cubicBezTo>
                  <a:pt x="846938" y="48320"/>
                  <a:pt x="847269" y="49035"/>
                  <a:pt x="847618" y="49943"/>
                </a:cubicBezTo>
                <a:lnTo>
                  <a:pt x="874527" y="125538"/>
                </a:lnTo>
                <a:lnTo>
                  <a:pt x="874841" y="125538"/>
                </a:lnTo>
                <a:lnTo>
                  <a:pt x="900807" y="49524"/>
                </a:lnTo>
                <a:cubicBezTo>
                  <a:pt x="901226" y="48198"/>
                  <a:pt x="901732" y="47343"/>
                  <a:pt x="902325" y="46959"/>
                </a:cubicBezTo>
                <a:cubicBezTo>
                  <a:pt x="902918" y="46575"/>
                  <a:pt x="903808" y="46296"/>
                  <a:pt x="904995" y="46121"/>
                </a:cubicBezTo>
                <a:cubicBezTo>
                  <a:pt x="906182" y="45947"/>
                  <a:pt x="907892" y="45860"/>
                  <a:pt x="910125" y="45860"/>
                </a:cubicBezTo>
                <a:cubicBezTo>
                  <a:pt x="912080" y="45860"/>
                  <a:pt x="913685" y="45947"/>
                  <a:pt x="914942" y="46121"/>
                </a:cubicBezTo>
                <a:cubicBezTo>
                  <a:pt x="916198" y="46296"/>
                  <a:pt x="917123" y="46627"/>
                  <a:pt x="917716" y="47116"/>
                </a:cubicBezTo>
                <a:cubicBezTo>
                  <a:pt x="918310" y="47605"/>
                  <a:pt x="918606" y="48268"/>
                  <a:pt x="918606" y="49105"/>
                </a:cubicBezTo>
                <a:cubicBezTo>
                  <a:pt x="918606" y="49943"/>
                  <a:pt x="918397" y="50990"/>
                  <a:pt x="917978" y="52246"/>
                </a:cubicBezTo>
                <a:lnTo>
                  <a:pt x="884159" y="145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" name="Text 1)OriginalLLM">
            <a:extLst xmlns:a="http://schemas.openxmlformats.org/drawingml/2006/main">
              <a:ext uri="{FF2B5EF4-FFF2-40B4-BE49-F238E27FC236}">
                <a16:creationId xmlns:a16="http://schemas.microsoft.com/office/drawing/2014/main" id="{6DABCDCF-A8B8-4313-96CB-60792E3B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133" y="3586995"/>
            <a:ext cx="1455104" cy="212286"/>
          </a:xfrm>
          <a:custGeom xmlns:a="http://schemas.openxmlformats.org/drawingml/2006/main">
            <a:pathLst>
              <a:path w="1455104" h="212286">
                <a:moveTo>
                  <a:pt x="89502" y="160700"/>
                </a:moveTo>
                <a:cubicBezTo>
                  <a:pt x="89502" y="162206"/>
                  <a:pt x="89384" y="163474"/>
                  <a:pt x="89146" y="164504"/>
                </a:cubicBezTo>
                <a:cubicBezTo>
                  <a:pt x="88908" y="165534"/>
                  <a:pt x="88591" y="166366"/>
                  <a:pt x="88195" y="167000"/>
                </a:cubicBezTo>
                <a:cubicBezTo>
                  <a:pt x="87799" y="167634"/>
                  <a:pt x="87343" y="168089"/>
                  <a:pt x="86828" y="168367"/>
                </a:cubicBezTo>
                <a:cubicBezTo>
                  <a:pt x="86313" y="168644"/>
                  <a:pt x="85778" y="168783"/>
                  <a:pt x="85223" y="168783"/>
                </a:cubicBezTo>
                <a:lnTo>
                  <a:pt x="4873" y="168783"/>
                </a:lnTo>
                <a:cubicBezTo>
                  <a:pt x="4319" y="168783"/>
                  <a:pt x="3804" y="168644"/>
                  <a:pt x="3328" y="168367"/>
                </a:cubicBezTo>
                <a:cubicBezTo>
                  <a:pt x="2853" y="168089"/>
                  <a:pt x="2397" y="167634"/>
                  <a:pt x="1961" y="167000"/>
                </a:cubicBezTo>
                <a:cubicBezTo>
                  <a:pt x="1525" y="166366"/>
                  <a:pt x="1189" y="165534"/>
                  <a:pt x="951" y="164504"/>
                </a:cubicBezTo>
                <a:cubicBezTo>
                  <a:pt x="713" y="163474"/>
                  <a:pt x="594" y="162206"/>
                  <a:pt x="594" y="160700"/>
                </a:cubicBezTo>
                <a:cubicBezTo>
                  <a:pt x="594" y="159274"/>
                  <a:pt x="713" y="158046"/>
                  <a:pt x="951" y="157015"/>
                </a:cubicBezTo>
                <a:cubicBezTo>
                  <a:pt x="1189" y="155985"/>
                  <a:pt x="1486" y="155133"/>
                  <a:pt x="1842" y="154460"/>
                </a:cubicBezTo>
                <a:cubicBezTo>
                  <a:pt x="2199" y="153786"/>
                  <a:pt x="2635" y="153271"/>
                  <a:pt x="3150" y="152915"/>
                </a:cubicBezTo>
                <a:cubicBezTo>
                  <a:pt x="3665" y="152558"/>
                  <a:pt x="4239" y="152380"/>
                  <a:pt x="4873" y="152380"/>
                </a:cubicBezTo>
                <a:lnTo>
                  <a:pt x="36966" y="152380"/>
                </a:lnTo>
                <a:lnTo>
                  <a:pt x="36966" y="35421"/>
                </a:lnTo>
                <a:lnTo>
                  <a:pt x="7251" y="53250"/>
                </a:lnTo>
                <a:cubicBezTo>
                  <a:pt x="5745" y="54042"/>
                  <a:pt x="4537" y="54518"/>
                  <a:pt x="3625" y="54676"/>
                </a:cubicBezTo>
                <a:cubicBezTo>
                  <a:pt x="2714" y="54835"/>
                  <a:pt x="1981" y="54656"/>
                  <a:pt x="1426" y="54141"/>
                </a:cubicBezTo>
                <a:cubicBezTo>
                  <a:pt x="872" y="53626"/>
                  <a:pt x="495" y="52771"/>
                  <a:pt x="297" y="51575"/>
                </a:cubicBezTo>
                <a:cubicBezTo>
                  <a:pt x="99" y="50379"/>
                  <a:pt x="0" y="48864"/>
                  <a:pt x="0" y="47032"/>
                </a:cubicBezTo>
                <a:cubicBezTo>
                  <a:pt x="0" y="45677"/>
                  <a:pt x="59" y="44522"/>
                  <a:pt x="178" y="43566"/>
                </a:cubicBezTo>
                <a:cubicBezTo>
                  <a:pt x="297" y="42608"/>
                  <a:pt x="475" y="41811"/>
                  <a:pt x="713" y="41174"/>
                </a:cubicBezTo>
                <a:cubicBezTo>
                  <a:pt x="951" y="40535"/>
                  <a:pt x="1288" y="39977"/>
                  <a:pt x="1723" y="39499"/>
                </a:cubicBezTo>
                <a:cubicBezTo>
                  <a:pt x="2159" y="39021"/>
                  <a:pt x="2734" y="38542"/>
                  <a:pt x="3447" y="38062"/>
                </a:cubicBezTo>
                <a:lnTo>
                  <a:pt x="38868" y="15222"/>
                </a:lnTo>
                <a:cubicBezTo>
                  <a:pt x="39185" y="14984"/>
                  <a:pt x="39581" y="14786"/>
                  <a:pt x="40056" y="14627"/>
                </a:cubicBezTo>
                <a:cubicBezTo>
                  <a:pt x="40532" y="14466"/>
                  <a:pt x="41126" y="14307"/>
                  <a:pt x="41839" y="14148"/>
                </a:cubicBezTo>
                <a:cubicBezTo>
                  <a:pt x="42552" y="13987"/>
                  <a:pt x="43384" y="13887"/>
                  <a:pt x="44335" y="13847"/>
                </a:cubicBezTo>
                <a:cubicBezTo>
                  <a:pt x="45286" y="13808"/>
                  <a:pt x="46475" y="13788"/>
                  <a:pt x="47901" y="13788"/>
                </a:cubicBezTo>
                <a:cubicBezTo>
                  <a:pt x="49803" y="13788"/>
                  <a:pt x="51388" y="13867"/>
                  <a:pt x="52655" y="14026"/>
                </a:cubicBezTo>
                <a:cubicBezTo>
                  <a:pt x="53923" y="14184"/>
                  <a:pt x="54914" y="14402"/>
                  <a:pt x="55627" y="14679"/>
                </a:cubicBezTo>
                <a:cubicBezTo>
                  <a:pt x="56340" y="14957"/>
                  <a:pt x="56816" y="15315"/>
                  <a:pt x="57053" y="15753"/>
                </a:cubicBezTo>
                <a:cubicBezTo>
                  <a:pt x="57291" y="16189"/>
                  <a:pt x="57410" y="16644"/>
                  <a:pt x="57410" y="17120"/>
                </a:cubicBezTo>
                <a:lnTo>
                  <a:pt x="57410" y="152380"/>
                </a:lnTo>
                <a:lnTo>
                  <a:pt x="85223" y="152380"/>
                </a:lnTo>
                <a:cubicBezTo>
                  <a:pt x="85857" y="152380"/>
                  <a:pt x="86452" y="152558"/>
                  <a:pt x="87006" y="152915"/>
                </a:cubicBezTo>
                <a:cubicBezTo>
                  <a:pt x="87561" y="153271"/>
                  <a:pt x="88017" y="153786"/>
                  <a:pt x="88373" y="154460"/>
                </a:cubicBezTo>
                <a:cubicBezTo>
                  <a:pt x="88730" y="155133"/>
                  <a:pt x="89007" y="155985"/>
                  <a:pt x="89205" y="157015"/>
                </a:cubicBezTo>
                <a:cubicBezTo>
                  <a:pt x="89403" y="158046"/>
                  <a:pt x="89502" y="159274"/>
                  <a:pt x="89502" y="160700"/>
                </a:cubicBezTo>
                <a:close/>
                <a:moveTo>
                  <a:pt x="160824" y="104954"/>
                </a:moveTo>
                <a:cubicBezTo>
                  <a:pt x="160824" y="113918"/>
                  <a:pt x="160270" y="122783"/>
                  <a:pt x="159160" y="131549"/>
                </a:cubicBezTo>
                <a:cubicBezTo>
                  <a:pt x="158051" y="140315"/>
                  <a:pt x="156387" y="148982"/>
                  <a:pt x="154168" y="157550"/>
                </a:cubicBezTo>
                <a:cubicBezTo>
                  <a:pt x="151949" y="166118"/>
                  <a:pt x="149235" y="174547"/>
                  <a:pt x="146026" y="182838"/>
                </a:cubicBezTo>
                <a:cubicBezTo>
                  <a:pt x="142817" y="191129"/>
                  <a:pt x="139073" y="199319"/>
                  <a:pt x="134794" y="207409"/>
                </a:cubicBezTo>
                <a:cubicBezTo>
                  <a:pt x="134556" y="207805"/>
                  <a:pt x="134200" y="208162"/>
                  <a:pt x="133724" y="208479"/>
                </a:cubicBezTo>
                <a:cubicBezTo>
                  <a:pt x="133249" y="208798"/>
                  <a:pt x="132635" y="209077"/>
                  <a:pt x="131882" y="209314"/>
                </a:cubicBezTo>
                <a:cubicBezTo>
                  <a:pt x="131129" y="209552"/>
                  <a:pt x="130237" y="209711"/>
                  <a:pt x="129207" y="209790"/>
                </a:cubicBezTo>
                <a:cubicBezTo>
                  <a:pt x="128177" y="209869"/>
                  <a:pt x="126949" y="209909"/>
                  <a:pt x="125523" y="209909"/>
                </a:cubicBezTo>
                <a:cubicBezTo>
                  <a:pt x="123462" y="209909"/>
                  <a:pt x="121858" y="209810"/>
                  <a:pt x="120709" y="209611"/>
                </a:cubicBezTo>
                <a:cubicBezTo>
                  <a:pt x="119560" y="209413"/>
                  <a:pt x="118728" y="209095"/>
                  <a:pt x="118213" y="208657"/>
                </a:cubicBezTo>
                <a:cubicBezTo>
                  <a:pt x="117698" y="208221"/>
                  <a:pt x="117460" y="207666"/>
                  <a:pt x="117500" y="206993"/>
                </a:cubicBezTo>
                <a:cubicBezTo>
                  <a:pt x="117539" y="206319"/>
                  <a:pt x="117757" y="205506"/>
                  <a:pt x="118153" y="204552"/>
                </a:cubicBezTo>
                <a:cubicBezTo>
                  <a:pt x="125443" y="188528"/>
                  <a:pt x="130951" y="172128"/>
                  <a:pt x="134675" y="155351"/>
                </a:cubicBezTo>
                <a:cubicBezTo>
                  <a:pt x="138399" y="138572"/>
                  <a:pt x="140261" y="121654"/>
                  <a:pt x="140261" y="104598"/>
                </a:cubicBezTo>
                <a:cubicBezTo>
                  <a:pt x="140261" y="87620"/>
                  <a:pt x="138399" y="70743"/>
                  <a:pt x="134675" y="53967"/>
                </a:cubicBezTo>
                <a:cubicBezTo>
                  <a:pt x="130951" y="37187"/>
                  <a:pt x="125364" y="20824"/>
                  <a:pt x="117916" y="4877"/>
                </a:cubicBezTo>
                <a:cubicBezTo>
                  <a:pt x="117599" y="4164"/>
                  <a:pt x="117480" y="3490"/>
                  <a:pt x="117559" y="2856"/>
                </a:cubicBezTo>
                <a:cubicBezTo>
                  <a:pt x="117638" y="2222"/>
                  <a:pt x="117995" y="1707"/>
                  <a:pt x="118629" y="1311"/>
                </a:cubicBezTo>
                <a:cubicBezTo>
                  <a:pt x="119263" y="913"/>
                  <a:pt x="120134" y="594"/>
                  <a:pt x="121244" y="357"/>
                </a:cubicBezTo>
                <a:cubicBezTo>
                  <a:pt x="122353" y="119"/>
                  <a:pt x="123819" y="0"/>
                  <a:pt x="125642" y="0"/>
                </a:cubicBezTo>
                <a:cubicBezTo>
                  <a:pt x="127306" y="0"/>
                  <a:pt x="128692" y="59"/>
                  <a:pt x="129802" y="178"/>
                </a:cubicBezTo>
                <a:cubicBezTo>
                  <a:pt x="130911" y="297"/>
                  <a:pt x="131802" y="475"/>
                  <a:pt x="132476" y="713"/>
                </a:cubicBezTo>
                <a:cubicBezTo>
                  <a:pt x="133150" y="951"/>
                  <a:pt x="133645" y="1190"/>
                  <a:pt x="133962" y="1430"/>
                </a:cubicBezTo>
                <a:cubicBezTo>
                  <a:pt x="134279" y="1668"/>
                  <a:pt x="134516" y="1945"/>
                  <a:pt x="134675" y="2262"/>
                </a:cubicBezTo>
                <a:cubicBezTo>
                  <a:pt x="142837" y="18524"/>
                  <a:pt x="149235" y="35242"/>
                  <a:pt x="153871" y="52418"/>
                </a:cubicBezTo>
                <a:cubicBezTo>
                  <a:pt x="158507" y="69593"/>
                  <a:pt x="160824" y="87105"/>
                  <a:pt x="160824" y="104954"/>
                </a:cubicBezTo>
                <a:close/>
                <a:moveTo>
                  <a:pt x="381191" y="90093"/>
                </a:moveTo>
                <a:cubicBezTo>
                  <a:pt x="381191" y="102554"/>
                  <a:pt x="379725" y="113783"/>
                  <a:pt x="376793" y="123783"/>
                </a:cubicBezTo>
                <a:cubicBezTo>
                  <a:pt x="373861" y="133782"/>
                  <a:pt x="369483" y="142293"/>
                  <a:pt x="363659" y="149315"/>
                </a:cubicBezTo>
                <a:cubicBezTo>
                  <a:pt x="357835" y="156338"/>
                  <a:pt x="350525" y="161735"/>
                  <a:pt x="341729" y="165507"/>
                </a:cubicBezTo>
                <a:cubicBezTo>
                  <a:pt x="332933" y="169275"/>
                  <a:pt x="322672" y="171160"/>
                  <a:pt x="310944" y="171160"/>
                </a:cubicBezTo>
                <a:cubicBezTo>
                  <a:pt x="299375" y="171160"/>
                  <a:pt x="289371" y="169434"/>
                  <a:pt x="280932" y="165982"/>
                </a:cubicBezTo>
                <a:cubicBezTo>
                  <a:pt x="272493" y="162530"/>
                  <a:pt x="265519" y="157511"/>
                  <a:pt x="260012" y="150924"/>
                </a:cubicBezTo>
                <a:cubicBezTo>
                  <a:pt x="254505" y="144337"/>
                  <a:pt x="250404" y="136163"/>
                  <a:pt x="247710" y="126401"/>
                </a:cubicBezTo>
                <a:cubicBezTo>
                  <a:pt x="245016" y="116640"/>
                  <a:pt x="243669" y="105410"/>
                  <a:pt x="243669" y="92712"/>
                </a:cubicBezTo>
                <a:cubicBezTo>
                  <a:pt x="243669" y="80570"/>
                  <a:pt x="245135" y="69540"/>
                  <a:pt x="248067" y="59620"/>
                </a:cubicBezTo>
                <a:cubicBezTo>
                  <a:pt x="250998" y="49700"/>
                  <a:pt x="255396" y="41268"/>
                  <a:pt x="261260" y="34325"/>
                </a:cubicBezTo>
                <a:cubicBezTo>
                  <a:pt x="267124" y="27381"/>
                  <a:pt x="274454" y="22025"/>
                  <a:pt x="283249" y="18256"/>
                </a:cubicBezTo>
                <a:cubicBezTo>
                  <a:pt x="292045" y="14485"/>
                  <a:pt x="302307" y="12599"/>
                  <a:pt x="314034" y="12599"/>
                </a:cubicBezTo>
                <a:cubicBezTo>
                  <a:pt x="325366" y="12599"/>
                  <a:pt x="335231" y="14305"/>
                  <a:pt x="343631" y="17718"/>
                </a:cubicBezTo>
                <a:cubicBezTo>
                  <a:pt x="352030" y="21130"/>
                  <a:pt x="359023" y="26110"/>
                  <a:pt x="364610" y="32657"/>
                </a:cubicBezTo>
                <a:cubicBezTo>
                  <a:pt x="370196" y="39204"/>
                  <a:pt x="374356" y="47299"/>
                  <a:pt x="377090" y="56942"/>
                </a:cubicBezTo>
                <a:cubicBezTo>
                  <a:pt x="379824" y="66584"/>
                  <a:pt x="381191" y="77635"/>
                  <a:pt x="381191" y="90093"/>
                </a:cubicBezTo>
                <a:moveTo>
                  <a:pt x="359677" y="91523"/>
                </a:moveTo>
                <a:cubicBezTo>
                  <a:pt x="359677" y="82807"/>
                  <a:pt x="358904" y="74704"/>
                  <a:pt x="357359" y="67216"/>
                </a:cubicBezTo>
                <a:cubicBezTo>
                  <a:pt x="355814" y="59728"/>
                  <a:pt x="353239" y="53230"/>
                  <a:pt x="349633" y="47723"/>
                </a:cubicBezTo>
                <a:cubicBezTo>
                  <a:pt x="346028" y="42215"/>
                  <a:pt x="341214" y="37917"/>
                  <a:pt x="335192" y="34826"/>
                </a:cubicBezTo>
                <a:cubicBezTo>
                  <a:pt x="329169" y="31736"/>
                  <a:pt x="321721" y="30191"/>
                  <a:pt x="312846" y="30191"/>
                </a:cubicBezTo>
                <a:cubicBezTo>
                  <a:pt x="303971" y="30191"/>
                  <a:pt x="296522" y="31855"/>
                  <a:pt x="290500" y="35183"/>
                </a:cubicBezTo>
                <a:cubicBezTo>
                  <a:pt x="284478" y="38511"/>
                  <a:pt x="279585" y="42948"/>
                  <a:pt x="275821" y="48495"/>
                </a:cubicBezTo>
                <a:cubicBezTo>
                  <a:pt x="272057" y="54042"/>
                  <a:pt x="269362" y="60520"/>
                  <a:pt x="267738" y="67929"/>
                </a:cubicBezTo>
                <a:cubicBezTo>
                  <a:pt x="266114" y="75338"/>
                  <a:pt x="265301" y="83123"/>
                  <a:pt x="265301" y="91285"/>
                </a:cubicBezTo>
                <a:cubicBezTo>
                  <a:pt x="265301" y="100319"/>
                  <a:pt x="266054" y="108639"/>
                  <a:pt x="267560" y="116246"/>
                </a:cubicBezTo>
                <a:cubicBezTo>
                  <a:pt x="269065" y="123853"/>
                  <a:pt x="271601" y="130410"/>
                  <a:pt x="275167" y="135918"/>
                </a:cubicBezTo>
                <a:cubicBezTo>
                  <a:pt x="278733" y="141425"/>
                  <a:pt x="283507" y="145704"/>
                  <a:pt x="289490" y="148755"/>
                </a:cubicBezTo>
                <a:cubicBezTo>
                  <a:pt x="295472" y="151805"/>
                  <a:pt x="302980" y="153331"/>
                  <a:pt x="312014" y="153331"/>
                </a:cubicBezTo>
                <a:cubicBezTo>
                  <a:pt x="320968" y="153331"/>
                  <a:pt x="328496" y="151667"/>
                  <a:pt x="334597" y="148339"/>
                </a:cubicBezTo>
                <a:cubicBezTo>
                  <a:pt x="340699" y="145010"/>
                  <a:pt x="345612" y="140514"/>
                  <a:pt x="349336" y="134848"/>
                </a:cubicBezTo>
                <a:cubicBezTo>
                  <a:pt x="353060" y="129182"/>
                  <a:pt x="355715" y="122625"/>
                  <a:pt x="357300" y="115176"/>
                </a:cubicBezTo>
                <a:cubicBezTo>
                  <a:pt x="358885" y="107728"/>
                  <a:pt x="359677" y="99843"/>
                  <a:pt x="359677" y="91523"/>
                </a:cubicBezTo>
                <a:close/>
                <a:moveTo>
                  <a:pt x="474383" y="65849"/>
                </a:moveTo>
                <a:cubicBezTo>
                  <a:pt x="474383" y="67592"/>
                  <a:pt x="474344" y="69058"/>
                  <a:pt x="474265" y="70247"/>
                </a:cubicBezTo>
                <a:cubicBezTo>
                  <a:pt x="474185" y="71435"/>
                  <a:pt x="474027" y="72367"/>
                  <a:pt x="473789" y="73040"/>
                </a:cubicBezTo>
                <a:cubicBezTo>
                  <a:pt x="473551" y="73714"/>
                  <a:pt x="473254" y="74229"/>
                  <a:pt x="472898" y="74585"/>
                </a:cubicBezTo>
                <a:cubicBezTo>
                  <a:pt x="472541" y="74942"/>
                  <a:pt x="472046" y="75120"/>
                  <a:pt x="471412" y="75120"/>
                </a:cubicBezTo>
                <a:cubicBezTo>
                  <a:pt x="470778" y="75120"/>
                  <a:pt x="470005" y="74942"/>
                  <a:pt x="469094" y="74585"/>
                </a:cubicBezTo>
                <a:cubicBezTo>
                  <a:pt x="468183" y="74229"/>
                  <a:pt x="467153" y="73872"/>
                  <a:pt x="466004" y="73516"/>
                </a:cubicBezTo>
                <a:cubicBezTo>
                  <a:pt x="464855" y="73159"/>
                  <a:pt x="463567" y="72822"/>
                  <a:pt x="462141" y="72505"/>
                </a:cubicBezTo>
                <a:cubicBezTo>
                  <a:pt x="460714" y="72188"/>
                  <a:pt x="459169" y="72030"/>
                  <a:pt x="457505" y="72030"/>
                </a:cubicBezTo>
                <a:cubicBezTo>
                  <a:pt x="455524" y="72030"/>
                  <a:pt x="453583" y="72426"/>
                  <a:pt x="451681" y="73218"/>
                </a:cubicBezTo>
                <a:cubicBezTo>
                  <a:pt x="449779" y="74011"/>
                  <a:pt x="447778" y="75318"/>
                  <a:pt x="445679" y="77141"/>
                </a:cubicBezTo>
                <a:cubicBezTo>
                  <a:pt x="443579" y="78963"/>
                  <a:pt x="441380" y="81380"/>
                  <a:pt x="439082" y="84391"/>
                </a:cubicBezTo>
                <a:cubicBezTo>
                  <a:pt x="436784" y="87402"/>
                  <a:pt x="434248" y="91087"/>
                  <a:pt x="431475" y="95445"/>
                </a:cubicBezTo>
                <a:lnTo>
                  <a:pt x="431475" y="165811"/>
                </a:lnTo>
                <a:cubicBezTo>
                  <a:pt x="431475" y="166445"/>
                  <a:pt x="431316" y="166980"/>
                  <a:pt x="430999" y="167416"/>
                </a:cubicBezTo>
                <a:cubicBezTo>
                  <a:pt x="430682" y="167852"/>
                  <a:pt x="430167" y="168228"/>
                  <a:pt x="429454" y="168545"/>
                </a:cubicBezTo>
                <a:cubicBezTo>
                  <a:pt x="428741" y="168862"/>
                  <a:pt x="427750" y="169100"/>
                  <a:pt x="426482" y="169258"/>
                </a:cubicBezTo>
                <a:cubicBezTo>
                  <a:pt x="425215" y="169417"/>
                  <a:pt x="423590" y="169496"/>
                  <a:pt x="421609" y="169496"/>
                </a:cubicBezTo>
                <a:cubicBezTo>
                  <a:pt x="419707" y="169496"/>
                  <a:pt x="418123" y="169417"/>
                  <a:pt x="416855" y="169258"/>
                </a:cubicBezTo>
                <a:cubicBezTo>
                  <a:pt x="415587" y="169100"/>
                  <a:pt x="414577" y="168862"/>
                  <a:pt x="413824" y="168545"/>
                </a:cubicBezTo>
                <a:cubicBezTo>
                  <a:pt x="413071" y="168228"/>
                  <a:pt x="412556" y="167852"/>
                  <a:pt x="412279" y="167416"/>
                </a:cubicBezTo>
                <a:cubicBezTo>
                  <a:pt x="412001" y="166980"/>
                  <a:pt x="411863" y="166445"/>
                  <a:pt x="411863" y="165811"/>
                </a:cubicBezTo>
                <a:lnTo>
                  <a:pt x="411863" y="58836"/>
                </a:lnTo>
                <a:cubicBezTo>
                  <a:pt x="411863" y="58202"/>
                  <a:pt x="411981" y="57667"/>
                  <a:pt x="412219" y="57232"/>
                </a:cubicBezTo>
                <a:cubicBezTo>
                  <a:pt x="412457" y="56796"/>
                  <a:pt x="412932" y="56400"/>
                  <a:pt x="413645" y="56043"/>
                </a:cubicBezTo>
                <a:cubicBezTo>
                  <a:pt x="414359" y="55686"/>
                  <a:pt x="415270" y="55449"/>
                  <a:pt x="416379" y="55330"/>
                </a:cubicBezTo>
                <a:cubicBezTo>
                  <a:pt x="417489" y="55211"/>
                  <a:pt x="418955" y="55152"/>
                  <a:pt x="420777" y="55152"/>
                </a:cubicBezTo>
                <a:cubicBezTo>
                  <a:pt x="422520" y="55152"/>
                  <a:pt x="423967" y="55211"/>
                  <a:pt x="425116" y="55330"/>
                </a:cubicBezTo>
                <a:cubicBezTo>
                  <a:pt x="426265" y="55449"/>
                  <a:pt x="427156" y="55686"/>
                  <a:pt x="427790" y="56043"/>
                </a:cubicBezTo>
                <a:cubicBezTo>
                  <a:pt x="428424" y="56400"/>
                  <a:pt x="428880" y="56796"/>
                  <a:pt x="429157" y="57232"/>
                </a:cubicBezTo>
                <a:cubicBezTo>
                  <a:pt x="429434" y="57667"/>
                  <a:pt x="429573" y="58202"/>
                  <a:pt x="429573" y="58836"/>
                </a:cubicBezTo>
                <a:lnTo>
                  <a:pt x="429573" y="74407"/>
                </a:lnTo>
                <a:cubicBezTo>
                  <a:pt x="432505" y="70128"/>
                  <a:pt x="435258" y="66641"/>
                  <a:pt x="437834" y="63947"/>
                </a:cubicBezTo>
                <a:cubicBezTo>
                  <a:pt x="440409" y="61253"/>
                  <a:pt x="442846" y="59133"/>
                  <a:pt x="445144" y="57588"/>
                </a:cubicBezTo>
                <a:cubicBezTo>
                  <a:pt x="447442" y="56043"/>
                  <a:pt x="449720" y="54973"/>
                  <a:pt x="451978" y="54379"/>
                </a:cubicBezTo>
                <a:cubicBezTo>
                  <a:pt x="454237" y="53785"/>
                  <a:pt x="456515" y="53487"/>
                  <a:pt x="458813" y="53487"/>
                </a:cubicBezTo>
                <a:cubicBezTo>
                  <a:pt x="459843" y="53487"/>
                  <a:pt x="461012" y="53547"/>
                  <a:pt x="462319" y="53666"/>
                </a:cubicBezTo>
                <a:cubicBezTo>
                  <a:pt x="463627" y="53785"/>
                  <a:pt x="464993" y="54003"/>
                  <a:pt x="466420" y="54320"/>
                </a:cubicBezTo>
                <a:cubicBezTo>
                  <a:pt x="467846" y="54636"/>
                  <a:pt x="469134" y="54993"/>
                  <a:pt x="470283" y="55389"/>
                </a:cubicBezTo>
                <a:cubicBezTo>
                  <a:pt x="471432" y="55785"/>
                  <a:pt x="472244" y="56182"/>
                  <a:pt x="472719" y="56578"/>
                </a:cubicBezTo>
                <a:cubicBezTo>
                  <a:pt x="473195" y="56974"/>
                  <a:pt x="473512" y="57350"/>
                  <a:pt x="473670" y="57707"/>
                </a:cubicBezTo>
                <a:cubicBezTo>
                  <a:pt x="473829" y="58064"/>
                  <a:pt x="473967" y="58519"/>
                  <a:pt x="474086" y="59074"/>
                </a:cubicBezTo>
                <a:cubicBezTo>
                  <a:pt x="474205" y="59629"/>
                  <a:pt x="474284" y="60441"/>
                  <a:pt x="474324" y="61511"/>
                </a:cubicBezTo>
                <a:cubicBezTo>
                  <a:pt x="474364" y="62580"/>
                  <a:pt x="474383" y="64026"/>
                  <a:pt x="474383" y="65849"/>
                </a:cubicBezTo>
                <a:close/>
                <a:moveTo>
                  <a:pt x="516942" y="165811"/>
                </a:moveTo>
                <a:cubicBezTo>
                  <a:pt x="516942" y="166445"/>
                  <a:pt x="516783" y="166980"/>
                  <a:pt x="516466" y="167416"/>
                </a:cubicBezTo>
                <a:cubicBezTo>
                  <a:pt x="516149" y="167852"/>
                  <a:pt x="515634" y="168228"/>
                  <a:pt x="514921" y="168545"/>
                </a:cubicBezTo>
                <a:cubicBezTo>
                  <a:pt x="514208" y="168862"/>
                  <a:pt x="513218" y="169100"/>
                  <a:pt x="511950" y="169258"/>
                </a:cubicBezTo>
                <a:cubicBezTo>
                  <a:pt x="510682" y="169417"/>
                  <a:pt x="509057" y="169496"/>
                  <a:pt x="507076" y="169496"/>
                </a:cubicBezTo>
                <a:cubicBezTo>
                  <a:pt x="505175" y="169496"/>
                  <a:pt x="503590" y="169417"/>
                  <a:pt x="502322" y="169258"/>
                </a:cubicBezTo>
                <a:cubicBezTo>
                  <a:pt x="501054" y="169100"/>
                  <a:pt x="500044" y="168862"/>
                  <a:pt x="499291" y="168545"/>
                </a:cubicBezTo>
                <a:cubicBezTo>
                  <a:pt x="498538" y="168228"/>
                  <a:pt x="498023" y="167852"/>
                  <a:pt x="497746" y="167416"/>
                </a:cubicBezTo>
                <a:cubicBezTo>
                  <a:pt x="497468" y="166980"/>
                  <a:pt x="497330" y="166445"/>
                  <a:pt x="497330" y="165811"/>
                </a:cubicBezTo>
                <a:lnTo>
                  <a:pt x="497330" y="58836"/>
                </a:lnTo>
                <a:cubicBezTo>
                  <a:pt x="497330" y="58282"/>
                  <a:pt x="497468" y="57766"/>
                  <a:pt x="497746" y="57291"/>
                </a:cubicBezTo>
                <a:cubicBezTo>
                  <a:pt x="498023" y="56816"/>
                  <a:pt x="498538" y="56419"/>
                  <a:pt x="499291" y="56102"/>
                </a:cubicBezTo>
                <a:cubicBezTo>
                  <a:pt x="500044" y="55785"/>
                  <a:pt x="501054" y="55548"/>
                  <a:pt x="502322" y="55389"/>
                </a:cubicBezTo>
                <a:cubicBezTo>
                  <a:pt x="503590" y="55231"/>
                  <a:pt x="505175" y="55152"/>
                  <a:pt x="507076" y="55152"/>
                </a:cubicBezTo>
                <a:cubicBezTo>
                  <a:pt x="509057" y="55152"/>
                  <a:pt x="510682" y="55231"/>
                  <a:pt x="511950" y="55389"/>
                </a:cubicBezTo>
                <a:cubicBezTo>
                  <a:pt x="513218" y="55548"/>
                  <a:pt x="514208" y="55785"/>
                  <a:pt x="514921" y="56102"/>
                </a:cubicBezTo>
                <a:cubicBezTo>
                  <a:pt x="515634" y="56419"/>
                  <a:pt x="516149" y="56816"/>
                  <a:pt x="516466" y="57291"/>
                </a:cubicBezTo>
                <a:cubicBezTo>
                  <a:pt x="516783" y="57766"/>
                  <a:pt x="516942" y="58282"/>
                  <a:pt x="516942" y="58836"/>
                </a:cubicBezTo>
                <a:lnTo>
                  <a:pt x="516942" y="165811"/>
                </a:lnTo>
                <a:moveTo>
                  <a:pt x="519200" y="22584"/>
                </a:moveTo>
                <a:cubicBezTo>
                  <a:pt x="519200" y="27180"/>
                  <a:pt x="518329" y="30310"/>
                  <a:pt x="516585" y="31974"/>
                </a:cubicBezTo>
                <a:cubicBezTo>
                  <a:pt x="514842" y="33638"/>
                  <a:pt x="511633" y="34470"/>
                  <a:pt x="506958" y="34470"/>
                </a:cubicBezTo>
                <a:cubicBezTo>
                  <a:pt x="502362" y="34470"/>
                  <a:pt x="499212" y="33657"/>
                  <a:pt x="497508" y="32033"/>
                </a:cubicBezTo>
                <a:cubicBezTo>
                  <a:pt x="495804" y="30409"/>
                  <a:pt x="494953" y="27338"/>
                  <a:pt x="494953" y="22821"/>
                </a:cubicBezTo>
                <a:cubicBezTo>
                  <a:pt x="494953" y="18225"/>
                  <a:pt x="495824" y="15095"/>
                  <a:pt x="497568" y="13431"/>
                </a:cubicBezTo>
                <a:cubicBezTo>
                  <a:pt x="499311" y="11767"/>
                  <a:pt x="502520" y="10935"/>
                  <a:pt x="507195" y="10935"/>
                </a:cubicBezTo>
                <a:cubicBezTo>
                  <a:pt x="511791" y="10935"/>
                  <a:pt x="514941" y="11747"/>
                  <a:pt x="516645" y="13372"/>
                </a:cubicBezTo>
                <a:cubicBezTo>
                  <a:pt x="518348" y="14996"/>
                  <a:pt x="519200" y="18067"/>
                  <a:pt x="519200" y="22584"/>
                </a:cubicBezTo>
                <a:close/>
                <a:moveTo>
                  <a:pt x="642419" y="63650"/>
                </a:moveTo>
                <a:cubicBezTo>
                  <a:pt x="642419" y="66446"/>
                  <a:pt x="642043" y="68463"/>
                  <a:pt x="641290" y="69701"/>
                </a:cubicBezTo>
                <a:cubicBezTo>
                  <a:pt x="640537" y="70937"/>
                  <a:pt x="639566" y="71554"/>
                  <a:pt x="638378" y="71554"/>
                </a:cubicBezTo>
                <a:lnTo>
                  <a:pt x="623045" y="71554"/>
                </a:lnTo>
                <a:cubicBezTo>
                  <a:pt x="625818" y="74400"/>
                  <a:pt x="627760" y="77541"/>
                  <a:pt x="628869" y="80978"/>
                </a:cubicBezTo>
                <a:cubicBezTo>
                  <a:pt x="629978" y="84412"/>
                  <a:pt x="630533" y="87987"/>
                  <a:pt x="630533" y="91701"/>
                </a:cubicBezTo>
                <a:cubicBezTo>
                  <a:pt x="630533" y="97872"/>
                  <a:pt x="629543" y="103331"/>
                  <a:pt x="627562" y="108078"/>
                </a:cubicBezTo>
                <a:cubicBezTo>
                  <a:pt x="625580" y="112825"/>
                  <a:pt x="622748" y="116840"/>
                  <a:pt x="619063" y="120124"/>
                </a:cubicBezTo>
                <a:cubicBezTo>
                  <a:pt x="615378" y="123407"/>
                  <a:pt x="611000" y="125920"/>
                  <a:pt x="605929" y="127660"/>
                </a:cubicBezTo>
                <a:cubicBezTo>
                  <a:pt x="600857" y="129401"/>
                  <a:pt x="595231" y="130272"/>
                  <a:pt x="589051" y="130272"/>
                </a:cubicBezTo>
                <a:cubicBezTo>
                  <a:pt x="584692" y="130272"/>
                  <a:pt x="580552" y="129698"/>
                  <a:pt x="576630" y="128552"/>
                </a:cubicBezTo>
                <a:cubicBezTo>
                  <a:pt x="572707" y="127405"/>
                  <a:pt x="569676" y="125962"/>
                  <a:pt x="567537" y="124221"/>
                </a:cubicBezTo>
                <a:cubicBezTo>
                  <a:pt x="566110" y="125647"/>
                  <a:pt x="564942" y="127272"/>
                  <a:pt x="564030" y="129094"/>
                </a:cubicBezTo>
                <a:cubicBezTo>
                  <a:pt x="563119" y="130914"/>
                  <a:pt x="562663" y="133012"/>
                  <a:pt x="562663" y="135386"/>
                </a:cubicBezTo>
                <a:cubicBezTo>
                  <a:pt x="562663" y="138160"/>
                  <a:pt x="563951" y="140458"/>
                  <a:pt x="566526" y="142280"/>
                </a:cubicBezTo>
                <a:cubicBezTo>
                  <a:pt x="569102" y="144100"/>
                  <a:pt x="572529" y="145090"/>
                  <a:pt x="576808" y="145248"/>
                </a:cubicBezTo>
                <a:lnTo>
                  <a:pt x="604740" y="146441"/>
                </a:lnTo>
                <a:cubicBezTo>
                  <a:pt x="610049" y="146599"/>
                  <a:pt x="614923" y="147334"/>
                  <a:pt x="619360" y="148647"/>
                </a:cubicBezTo>
                <a:cubicBezTo>
                  <a:pt x="623798" y="149959"/>
                  <a:pt x="627641" y="151829"/>
                  <a:pt x="630890" y="154256"/>
                </a:cubicBezTo>
                <a:cubicBezTo>
                  <a:pt x="634138" y="156680"/>
                  <a:pt x="636674" y="159661"/>
                  <a:pt x="638497" y="163200"/>
                </a:cubicBezTo>
                <a:cubicBezTo>
                  <a:pt x="640319" y="166739"/>
                  <a:pt x="641231" y="170854"/>
                  <a:pt x="641231" y="175547"/>
                </a:cubicBezTo>
                <a:cubicBezTo>
                  <a:pt x="641231" y="180477"/>
                  <a:pt x="640200" y="185168"/>
                  <a:pt x="638140" y="189621"/>
                </a:cubicBezTo>
                <a:cubicBezTo>
                  <a:pt x="636080" y="194075"/>
                  <a:pt x="632930" y="197992"/>
                  <a:pt x="628691" y="201369"/>
                </a:cubicBezTo>
                <a:cubicBezTo>
                  <a:pt x="624451" y="204749"/>
                  <a:pt x="619043" y="207414"/>
                  <a:pt x="612466" y="209363"/>
                </a:cubicBezTo>
                <a:cubicBezTo>
                  <a:pt x="605889" y="211311"/>
                  <a:pt x="598124" y="212286"/>
                  <a:pt x="589169" y="212286"/>
                </a:cubicBezTo>
                <a:cubicBezTo>
                  <a:pt x="580532" y="212286"/>
                  <a:pt x="573183" y="211552"/>
                  <a:pt x="567121" y="210083"/>
                </a:cubicBezTo>
                <a:cubicBezTo>
                  <a:pt x="561059" y="208617"/>
                  <a:pt x="556086" y="206615"/>
                  <a:pt x="552204" y="204077"/>
                </a:cubicBezTo>
                <a:cubicBezTo>
                  <a:pt x="548321" y="201541"/>
                  <a:pt x="545508" y="198509"/>
                  <a:pt x="543764" y="194980"/>
                </a:cubicBezTo>
                <a:cubicBezTo>
                  <a:pt x="542021" y="191452"/>
                  <a:pt x="541150" y="187625"/>
                  <a:pt x="541150" y="183499"/>
                </a:cubicBezTo>
                <a:cubicBezTo>
                  <a:pt x="541150" y="180884"/>
                  <a:pt x="541466" y="178347"/>
                  <a:pt x="542100" y="175888"/>
                </a:cubicBezTo>
                <a:cubicBezTo>
                  <a:pt x="542734" y="173429"/>
                  <a:pt x="543705" y="171089"/>
                  <a:pt x="545013" y="168868"/>
                </a:cubicBezTo>
                <a:cubicBezTo>
                  <a:pt x="546320" y="166649"/>
                  <a:pt x="547944" y="164530"/>
                  <a:pt x="549886" y="162509"/>
                </a:cubicBezTo>
                <a:cubicBezTo>
                  <a:pt x="551827" y="160486"/>
                  <a:pt x="554066" y="158483"/>
                  <a:pt x="556601" y="156499"/>
                </a:cubicBezTo>
                <a:cubicBezTo>
                  <a:pt x="552719" y="154511"/>
                  <a:pt x="549846" y="152005"/>
                  <a:pt x="547984" y="148981"/>
                </a:cubicBezTo>
                <a:cubicBezTo>
                  <a:pt x="546122" y="145955"/>
                  <a:pt x="545191" y="142691"/>
                  <a:pt x="545191" y="139190"/>
                </a:cubicBezTo>
                <a:cubicBezTo>
                  <a:pt x="545191" y="134337"/>
                  <a:pt x="546181" y="129999"/>
                  <a:pt x="548162" y="126178"/>
                </a:cubicBezTo>
                <a:cubicBezTo>
                  <a:pt x="550143" y="122358"/>
                  <a:pt x="552600" y="118935"/>
                  <a:pt x="555532" y="115912"/>
                </a:cubicBezTo>
                <a:cubicBezTo>
                  <a:pt x="553075" y="112985"/>
                  <a:pt x="551134" y="109682"/>
                  <a:pt x="549708" y="106002"/>
                </a:cubicBezTo>
                <a:cubicBezTo>
                  <a:pt x="548281" y="102322"/>
                  <a:pt x="547568" y="97872"/>
                  <a:pt x="547568" y="92652"/>
                </a:cubicBezTo>
                <a:cubicBezTo>
                  <a:pt x="547568" y="86561"/>
                  <a:pt x="548598" y="81102"/>
                  <a:pt x="550658" y="76275"/>
                </a:cubicBezTo>
                <a:cubicBezTo>
                  <a:pt x="552719" y="71449"/>
                  <a:pt x="555571" y="67374"/>
                  <a:pt x="559216" y="64051"/>
                </a:cubicBezTo>
                <a:cubicBezTo>
                  <a:pt x="562861" y="60728"/>
                  <a:pt x="567240" y="58176"/>
                  <a:pt x="572351" y="56396"/>
                </a:cubicBezTo>
                <a:cubicBezTo>
                  <a:pt x="577462" y="54615"/>
                  <a:pt x="583028" y="53725"/>
                  <a:pt x="589051" y="53725"/>
                </a:cubicBezTo>
                <a:cubicBezTo>
                  <a:pt x="592299" y="53725"/>
                  <a:pt x="595330" y="53894"/>
                  <a:pt x="598143" y="54230"/>
                </a:cubicBezTo>
                <a:cubicBezTo>
                  <a:pt x="600956" y="54565"/>
                  <a:pt x="603591" y="55030"/>
                  <a:pt x="606048" y="55627"/>
                </a:cubicBezTo>
                <a:lnTo>
                  <a:pt x="638378" y="55627"/>
                </a:lnTo>
                <a:cubicBezTo>
                  <a:pt x="639725" y="55627"/>
                  <a:pt x="640735" y="56286"/>
                  <a:pt x="641409" y="57603"/>
                </a:cubicBezTo>
                <a:cubicBezTo>
                  <a:pt x="642082" y="58920"/>
                  <a:pt x="642419" y="60936"/>
                  <a:pt x="642419" y="63650"/>
                </a:cubicBezTo>
                <a:moveTo>
                  <a:pt x="611753" y="91761"/>
                </a:moveTo>
                <a:cubicBezTo>
                  <a:pt x="611753" y="84508"/>
                  <a:pt x="609752" y="78852"/>
                  <a:pt x="605751" y="74793"/>
                </a:cubicBezTo>
                <a:cubicBezTo>
                  <a:pt x="601749" y="70732"/>
                  <a:pt x="596063" y="68702"/>
                  <a:pt x="588694" y="68702"/>
                </a:cubicBezTo>
                <a:cubicBezTo>
                  <a:pt x="584890" y="68702"/>
                  <a:pt x="581582" y="69333"/>
                  <a:pt x="578769" y="70596"/>
                </a:cubicBezTo>
                <a:cubicBezTo>
                  <a:pt x="575956" y="71856"/>
                  <a:pt x="573618" y="73591"/>
                  <a:pt x="571756" y="75800"/>
                </a:cubicBezTo>
                <a:cubicBezTo>
                  <a:pt x="569894" y="78006"/>
                  <a:pt x="568507" y="80548"/>
                  <a:pt x="567596" y="83426"/>
                </a:cubicBezTo>
                <a:cubicBezTo>
                  <a:pt x="566685" y="86303"/>
                  <a:pt x="566229" y="89318"/>
                  <a:pt x="566229" y="92470"/>
                </a:cubicBezTo>
                <a:cubicBezTo>
                  <a:pt x="566229" y="99488"/>
                  <a:pt x="568230" y="105008"/>
                  <a:pt x="572232" y="109029"/>
                </a:cubicBezTo>
                <a:cubicBezTo>
                  <a:pt x="576233" y="113048"/>
                  <a:pt x="581840" y="115057"/>
                  <a:pt x="589051" y="115057"/>
                </a:cubicBezTo>
                <a:cubicBezTo>
                  <a:pt x="592933" y="115057"/>
                  <a:pt x="596301" y="114447"/>
                  <a:pt x="599154" y="113226"/>
                </a:cubicBezTo>
                <a:cubicBezTo>
                  <a:pt x="602006" y="112003"/>
                  <a:pt x="604364" y="110308"/>
                  <a:pt x="606226" y="108141"/>
                </a:cubicBezTo>
                <a:cubicBezTo>
                  <a:pt x="608088" y="105972"/>
                  <a:pt x="609475" y="103469"/>
                  <a:pt x="610386" y="100631"/>
                </a:cubicBezTo>
                <a:cubicBezTo>
                  <a:pt x="611297" y="97793"/>
                  <a:pt x="611753" y="94836"/>
                  <a:pt x="611753" y="91761"/>
                </a:cubicBezTo>
                <a:moveTo>
                  <a:pt x="621618" y="176613"/>
                </a:moveTo>
                <a:cubicBezTo>
                  <a:pt x="621618" y="171985"/>
                  <a:pt x="619736" y="168415"/>
                  <a:pt x="615973" y="165904"/>
                </a:cubicBezTo>
                <a:cubicBezTo>
                  <a:pt x="612209" y="163391"/>
                  <a:pt x="607117" y="162055"/>
                  <a:pt x="600699" y="161896"/>
                </a:cubicBezTo>
                <a:lnTo>
                  <a:pt x="573004" y="160938"/>
                </a:lnTo>
                <a:cubicBezTo>
                  <a:pt x="570469" y="162931"/>
                  <a:pt x="568389" y="164826"/>
                  <a:pt x="566764" y="166621"/>
                </a:cubicBezTo>
                <a:cubicBezTo>
                  <a:pt x="565140" y="168416"/>
                  <a:pt x="563852" y="170131"/>
                  <a:pt x="562901" y="171765"/>
                </a:cubicBezTo>
                <a:cubicBezTo>
                  <a:pt x="561950" y="173400"/>
                  <a:pt x="561296" y="175014"/>
                  <a:pt x="560940" y="176609"/>
                </a:cubicBezTo>
                <a:cubicBezTo>
                  <a:pt x="560583" y="178206"/>
                  <a:pt x="560405" y="179842"/>
                  <a:pt x="560405" y="181516"/>
                </a:cubicBezTo>
                <a:cubicBezTo>
                  <a:pt x="560405" y="186701"/>
                  <a:pt x="563020" y="190630"/>
                  <a:pt x="568250" y="193301"/>
                </a:cubicBezTo>
                <a:cubicBezTo>
                  <a:pt x="573480" y="195973"/>
                  <a:pt x="580770" y="197309"/>
                  <a:pt x="590120" y="197309"/>
                </a:cubicBezTo>
                <a:cubicBezTo>
                  <a:pt x="596063" y="197309"/>
                  <a:pt x="601036" y="196731"/>
                  <a:pt x="605037" y="195575"/>
                </a:cubicBezTo>
                <a:cubicBezTo>
                  <a:pt x="609039" y="194418"/>
                  <a:pt x="612268" y="192883"/>
                  <a:pt x="614725" y="190969"/>
                </a:cubicBezTo>
                <a:cubicBezTo>
                  <a:pt x="617181" y="189055"/>
                  <a:pt x="618944" y="186861"/>
                  <a:pt x="620014" y="184387"/>
                </a:cubicBezTo>
                <a:cubicBezTo>
                  <a:pt x="621084" y="181916"/>
                  <a:pt x="621618" y="179324"/>
                  <a:pt x="621618" y="176613"/>
                </a:cubicBezTo>
                <a:close/>
                <a:moveTo>
                  <a:pt x="687875" y="165811"/>
                </a:moveTo>
                <a:cubicBezTo>
                  <a:pt x="687875" y="166445"/>
                  <a:pt x="687716" y="166980"/>
                  <a:pt x="687399" y="167416"/>
                </a:cubicBezTo>
                <a:cubicBezTo>
                  <a:pt x="687082" y="167852"/>
                  <a:pt x="686567" y="168228"/>
                  <a:pt x="685854" y="168545"/>
                </a:cubicBezTo>
                <a:cubicBezTo>
                  <a:pt x="685141" y="168862"/>
                  <a:pt x="684150" y="169100"/>
                  <a:pt x="682883" y="169258"/>
                </a:cubicBezTo>
                <a:cubicBezTo>
                  <a:pt x="681615" y="169417"/>
                  <a:pt x="679990" y="169496"/>
                  <a:pt x="678009" y="169496"/>
                </a:cubicBezTo>
                <a:cubicBezTo>
                  <a:pt x="676107" y="169496"/>
                  <a:pt x="674523" y="169417"/>
                  <a:pt x="673255" y="169258"/>
                </a:cubicBezTo>
                <a:cubicBezTo>
                  <a:pt x="671987" y="169100"/>
                  <a:pt x="670977" y="168862"/>
                  <a:pt x="670224" y="168545"/>
                </a:cubicBezTo>
                <a:cubicBezTo>
                  <a:pt x="669471" y="168228"/>
                  <a:pt x="668956" y="167852"/>
                  <a:pt x="668679" y="167416"/>
                </a:cubicBezTo>
                <a:cubicBezTo>
                  <a:pt x="668401" y="166980"/>
                  <a:pt x="668263" y="166445"/>
                  <a:pt x="668263" y="165811"/>
                </a:cubicBezTo>
                <a:lnTo>
                  <a:pt x="668263" y="58836"/>
                </a:lnTo>
                <a:cubicBezTo>
                  <a:pt x="668263" y="58282"/>
                  <a:pt x="668401" y="57766"/>
                  <a:pt x="668679" y="57291"/>
                </a:cubicBezTo>
                <a:cubicBezTo>
                  <a:pt x="668956" y="56816"/>
                  <a:pt x="669471" y="56419"/>
                  <a:pt x="670224" y="56102"/>
                </a:cubicBezTo>
                <a:cubicBezTo>
                  <a:pt x="670977" y="55785"/>
                  <a:pt x="671987" y="55548"/>
                  <a:pt x="673255" y="55389"/>
                </a:cubicBezTo>
                <a:cubicBezTo>
                  <a:pt x="674523" y="55231"/>
                  <a:pt x="676107" y="55152"/>
                  <a:pt x="678009" y="55152"/>
                </a:cubicBezTo>
                <a:cubicBezTo>
                  <a:pt x="679990" y="55152"/>
                  <a:pt x="681615" y="55231"/>
                  <a:pt x="682883" y="55389"/>
                </a:cubicBezTo>
                <a:cubicBezTo>
                  <a:pt x="684150" y="55548"/>
                  <a:pt x="685141" y="55785"/>
                  <a:pt x="685854" y="56102"/>
                </a:cubicBezTo>
                <a:cubicBezTo>
                  <a:pt x="686567" y="56419"/>
                  <a:pt x="687082" y="56816"/>
                  <a:pt x="687399" y="57291"/>
                </a:cubicBezTo>
                <a:cubicBezTo>
                  <a:pt x="687716" y="57766"/>
                  <a:pt x="687875" y="58282"/>
                  <a:pt x="687875" y="58836"/>
                </a:cubicBezTo>
                <a:lnTo>
                  <a:pt x="687875" y="165811"/>
                </a:lnTo>
                <a:moveTo>
                  <a:pt x="690133" y="22584"/>
                </a:moveTo>
                <a:cubicBezTo>
                  <a:pt x="690133" y="27180"/>
                  <a:pt x="689261" y="30310"/>
                  <a:pt x="687518" y="31974"/>
                </a:cubicBezTo>
                <a:cubicBezTo>
                  <a:pt x="685775" y="33638"/>
                  <a:pt x="682566" y="34470"/>
                  <a:pt x="677890" y="34470"/>
                </a:cubicBezTo>
                <a:cubicBezTo>
                  <a:pt x="673294" y="34470"/>
                  <a:pt x="670145" y="33657"/>
                  <a:pt x="668441" y="32033"/>
                </a:cubicBezTo>
                <a:cubicBezTo>
                  <a:pt x="666737" y="30409"/>
                  <a:pt x="665885" y="27338"/>
                  <a:pt x="665885" y="22821"/>
                </a:cubicBezTo>
                <a:cubicBezTo>
                  <a:pt x="665885" y="18225"/>
                  <a:pt x="666757" y="15095"/>
                  <a:pt x="668500" y="13431"/>
                </a:cubicBezTo>
                <a:cubicBezTo>
                  <a:pt x="670244" y="11767"/>
                  <a:pt x="673453" y="10935"/>
                  <a:pt x="678128" y="10935"/>
                </a:cubicBezTo>
                <a:cubicBezTo>
                  <a:pt x="682724" y="10935"/>
                  <a:pt x="685874" y="11747"/>
                  <a:pt x="687578" y="13372"/>
                </a:cubicBezTo>
                <a:cubicBezTo>
                  <a:pt x="689281" y="14996"/>
                  <a:pt x="690133" y="18067"/>
                  <a:pt x="690133" y="22584"/>
                </a:cubicBezTo>
                <a:close/>
                <a:moveTo>
                  <a:pt x="816087" y="165811"/>
                </a:moveTo>
                <a:cubicBezTo>
                  <a:pt x="816087" y="166445"/>
                  <a:pt x="815928" y="166980"/>
                  <a:pt x="815611" y="167416"/>
                </a:cubicBezTo>
                <a:cubicBezTo>
                  <a:pt x="815294" y="167852"/>
                  <a:pt x="814779" y="168228"/>
                  <a:pt x="814066" y="168545"/>
                </a:cubicBezTo>
                <a:cubicBezTo>
                  <a:pt x="813353" y="168862"/>
                  <a:pt x="812362" y="169100"/>
                  <a:pt x="811094" y="169258"/>
                </a:cubicBezTo>
                <a:cubicBezTo>
                  <a:pt x="809827" y="169417"/>
                  <a:pt x="808242" y="169496"/>
                  <a:pt x="806340" y="169496"/>
                </a:cubicBezTo>
                <a:cubicBezTo>
                  <a:pt x="804359" y="169496"/>
                  <a:pt x="802735" y="169417"/>
                  <a:pt x="801467" y="169258"/>
                </a:cubicBezTo>
                <a:cubicBezTo>
                  <a:pt x="800199" y="169100"/>
                  <a:pt x="799208" y="168862"/>
                  <a:pt x="798495" y="168545"/>
                </a:cubicBezTo>
                <a:cubicBezTo>
                  <a:pt x="797782" y="168228"/>
                  <a:pt x="797267" y="167853"/>
                  <a:pt x="796950" y="167420"/>
                </a:cubicBezTo>
                <a:cubicBezTo>
                  <a:pt x="796633" y="166984"/>
                  <a:pt x="796475" y="166449"/>
                  <a:pt x="796475" y="165815"/>
                </a:cubicBezTo>
                <a:lnTo>
                  <a:pt x="796475" y="103249"/>
                </a:lnTo>
                <a:cubicBezTo>
                  <a:pt x="796475" y="97155"/>
                  <a:pt x="795999" y="92249"/>
                  <a:pt x="795048" y="88529"/>
                </a:cubicBezTo>
                <a:cubicBezTo>
                  <a:pt x="794097" y="84810"/>
                  <a:pt x="792711" y="81606"/>
                  <a:pt x="790888" y="78916"/>
                </a:cubicBezTo>
                <a:cubicBezTo>
                  <a:pt x="789066" y="76225"/>
                  <a:pt x="786708" y="74167"/>
                  <a:pt x="783816" y="72743"/>
                </a:cubicBezTo>
                <a:cubicBezTo>
                  <a:pt x="780924" y="71317"/>
                  <a:pt x="777576" y="70603"/>
                  <a:pt x="773772" y="70603"/>
                </a:cubicBezTo>
                <a:cubicBezTo>
                  <a:pt x="768859" y="70603"/>
                  <a:pt x="763946" y="72346"/>
                  <a:pt x="759033" y="75830"/>
                </a:cubicBezTo>
                <a:cubicBezTo>
                  <a:pt x="754120" y="79311"/>
                  <a:pt x="748970" y="84415"/>
                  <a:pt x="743581" y="91140"/>
                </a:cubicBezTo>
                <a:lnTo>
                  <a:pt x="743581" y="165815"/>
                </a:lnTo>
                <a:cubicBezTo>
                  <a:pt x="743581" y="166449"/>
                  <a:pt x="743423" y="166984"/>
                  <a:pt x="743106" y="167420"/>
                </a:cubicBezTo>
                <a:cubicBezTo>
                  <a:pt x="742789" y="167853"/>
                  <a:pt x="742274" y="168228"/>
                  <a:pt x="741561" y="168545"/>
                </a:cubicBezTo>
                <a:cubicBezTo>
                  <a:pt x="740848" y="168862"/>
                  <a:pt x="739857" y="169100"/>
                  <a:pt x="738589" y="169258"/>
                </a:cubicBezTo>
                <a:cubicBezTo>
                  <a:pt x="737321" y="169417"/>
                  <a:pt x="735697" y="169496"/>
                  <a:pt x="733716" y="169496"/>
                </a:cubicBezTo>
                <a:cubicBezTo>
                  <a:pt x="731814" y="169496"/>
                  <a:pt x="730229" y="169417"/>
                  <a:pt x="728961" y="169258"/>
                </a:cubicBezTo>
                <a:cubicBezTo>
                  <a:pt x="727694" y="169100"/>
                  <a:pt x="726683" y="168862"/>
                  <a:pt x="725930" y="168545"/>
                </a:cubicBezTo>
                <a:cubicBezTo>
                  <a:pt x="725178" y="168228"/>
                  <a:pt x="724663" y="167852"/>
                  <a:pt x="724385" y="167416"/>
                </a:cubicBezTo>
                <a:cubicBezTo>
                  <a:pt x="724108" y="166980"/>
                  <a:pt x="723969" y="166445"/>
                  <a:pt x="723969" y="165811"/>
                </a:cubicBezTo>
                <a:lnTo>
                  <a:pt x="723969" y="58836"/>
                </a:lnTo>
                <a:cubicBezTo>
                  <a:pt x="723969" y="58202"/>
                  <a:pt x="724088" y="57667"/>
                  <a:pt x="724326" y="57232"/>
                </a:cubicBezTo>
                <a:cubicBezTo>
                  <a:pt x="724564" y="56796"/>
                  <a:pt x="725039" y="56400"/>
                  <a:pt x="725752" y="56043"/>
                </a:cubicBezTo>
                <a:cubicBezTo>
                  <a:pt x="726465" y="55686"/>
                  <a:pt x="727377" y="55449"/>
                  <a:pt x="728486" y="55330"/>
                </a:cubicBezTo>
                <a:cubicBezTo>
                  <a:pt x="729595" y="55211"/>
                  <a:pt x="731061" y="55152"/>
                  <a:pt x="732884" y="55152"/>
                </a:cubicBezTo>
                <a:cubicBezTo>
                  <a:pt x="734627" y="55152"/>
                  <a:pt x="736073" y="55211"/>
                  <a:pt x="737222" y="55330"/>
                </a:cubicBezTo>
                <a:cubicBezTo>
                  <a:pt x="738371" y="55449"/>
                  <a:pt x="739263" y="55686"/>
                  <a:pt x="739897" y="56043"/>
                </a:cubicBezTo>
                <a:cubicBezTo>
                  <a:pt x="740531" y="56400"/>
                  <a:pt x="740986" y="56796"/>
                  <a:pt x="741264" y="57232"/>
                </a:cubicBezTo>
                <a:cubicBezTo>
                  <a:pt x="741541" y="57667"/>
                  <a:pt x="741680" y="58202"/>
                  <a:pt x="741680" y="58836"/>
                </a:cubicBezTo>
                <a:lnTo>
                  <a:pt x="741680" y="72981"/>
                </a:lnTo>
                <a:cubicBezTo>
                  <a:pt x="747702" y="66245"/>
                  <a:pt x="753704" y="61312"/>
                  <a:pt x="759687" y="58182"/>
                </a:cubicBezTo>
                <a:cubicBezTo>
                  <a:pt x="765670" y="55052"/>
                  <a:pt x="771712" y="53487"/>
                  <a:pt x="777813" y="53487"/>
                </a:cubicBezTo>
                <a:cubicBezTo>
                  <a:pt x="784945" y="53487"/>
                  <a:pt x="790947" y="54696"/>
                  <a:pt x="795821" y="57113"/>
                </a:cubicBezTo>
                <a:cubicBezTo>
                  <a:pt x="800694" y="59530"/>
                  <a:pt x="804636" y="62759"/>
                  <a:pt x="807647" y="66800"/>
                </a:cubicBezTo>
                <a:cubicBezTo>
                  <a:pt x="810659" y="70841"/>
                  <a:pt x="812818" y="75576"/>
                  <a:pt x="814125" y="81004"/>
                </a:cubicBezTo>
                <a:cubicBezTo>
                  <a:pt x="815433" y="86432"/>
                  <a:pt x="816087" y="92949"/>
                  <a:pt x="816087" y="100556"/>
                </a:cubicBezTo>
                <a:lnTo>
                  <a:pt x="816087" y="165811"/>
                </a:lnTo>
                <a:close/>
                <a:moveTo>
                  <a:pt x="932757" y="165930"/>
                </a:moveTo>
                <a:cubicBezTo>
                  <a:pt x="932757" y="166881"/>
                  <a:pt x="932440" y="167594"/>
                  <a:pt x="931806" y="168070"/>
                </a:cubicBezTo>
                <a:cubicBezTo>
                  <a:pt x="931172" y="168545"/>
                  <a:pt x="930300" y="168902"/>
                  <a:pt x="929191" y="169139"/>
                </a:cubicBezTo>
                <a:cubicBezTo>
                  <a:pt x="928082" y="169377"/>
                  <a:pt x="926457" y="169496"/>
                  <a:pt x="924318" y="169496"/>
                </a:cubicBezTo>
                <a:cubicBezTo>
                  <a:pt x="922257" y="169496"/>
                  <a:pt x="920613" y="169377"/>
                  <a:pt x="919385" y="169139"/>
                </a:cubicBezTo>
                <a:cubicBezTo>
                  <a:pt x="918157" y="168902"/>
                  <a:pt x="917265" y="168545"/>
                  <a:pt x="916711" y="168070"/>
                </a:cubicBezTo>
                <a:cubicBezTo>
                  <a:pt x="916156" y="167594"/>
                  <a:pt x="915879" y="166881"/>
                  <a:pt x="915879" y="165930"/>
                </a:cubicBezTo>
                <a:lnTo>
                  <a:pt x="915879" y="155233"/>
                </a:lnTo>
                <a:cubicBezTo>
                  <a:pt x="911203" y="160225"/>
                  <a:pt x="905993" y="164127"/>
                  <a:pt x="900248" y="166940"/>
                </a:cubicBezTo>
                <a:cubicBezTo>
                  <a:pt x="894503" y="169753"/>
                  <a:pt x="888422" y="171160"/>
                  <a:pt x="882003" y="171160"/>
                </a:cubicBezTo>
                <a:cubicBezTo>
                  <a:pt x="876377" y="171160"/>
                  <a:pt x="871286" y="170423"/>
                  <a:pt x="866730" y="168950"/>
                </a:cubicBezTo>
                <a:cubicBezTo>
                  <a:pt x="862173" y="167476"/>
                  <a:pt x="858290" y="165346"/>
                  <a:pt x="855081" y="162557"/>
                </a:cubicBezTo>
                <a:cubicBezTo>
                  <a:pt x="851872" y="159769"/>
                  <a:pt x="849376" y="156344"/>
                  <a:pt x="847593" y="152283"/>
                </a:cubicBezTo>
                <a:cubicBezTo>
                  <a:pt x="845810" y="148220"/>
                  <a:pt x="844918" y="143599"/>
                  <a:pt x="844918" y="138421"/>
                </a:cubicBezTo>
                <a:cubicBezTo>
                  <a:pt x="844918" y="132367"/>
                  <a:pt x="846147" y="127110"/>
                  <a:pt x="848603" y="122650"/>
                </a:cubicBezTo>
                <a:cubicBezTo>
                  <a:pt x="851060" y="118190"/>
                  <a:pt x="854586" y="114487"/>
                  <a:pt x="859182" y="111540"/>
                </a:cubicBezTo>
                <a:cubicBezTo>
                  <a:pt x="863778" y="108591"/>
                  <a:pt x="869404" y="106379"/>
                  <a:pt x="876060" y="104906"/>
                </a:cubicBezTo>
                <a:cubicBezTo>
                  <a:pt x="882716" y="103433"/>
                  <a:pt x="890205" y="102696"/>
                  <a:pt x="898525" y="102696"/>
                </a:cubicBezTo>
                <a:lnTo>
                  <a:pt x="913264" y="102696"/>
                </a:lnTo>
                <a:lnTo>
                  <a:pt x="913264" y="94435"/>
                </a:lnTo>
                <a:cubicBezTo>
                  <a:pt x="913264" y="90344"/>
                  <a:pt x="912828" y="86725"/>
                  <a:pt x="911956" y="83578"/>
                </a:cubicBezTo>
                <a:cubicBezTo>
                  <a:pt x="911084" y="80431"/>
                  <a:pt x="909678" y="77814"/>
                  <a:pt x="907737" y="75729"/>
                </a:cubicBezTo>
                <a:cubicBezTo>
                  <a:pt x="905795" y="73644"/>
                  <a:pt x="903279" y="72071"/>
                  <a:pt x="900189" y="71008"/>
                </a:cubicBezTo>
                <a:cubicBezTo>
                  <a:pt x="897099" y="69946"/>
                  <a:pt x="893295" y="69415"/>
                  <a:pt x="888778" y="69415"/>
                </a:cubicBezTo>
                <a:cubicBezTo>
                  <a:pt x="883945" y="69415"/>
                  <a:pt x="879606" y="69983"/>
                  <a:pt x="875763" y="71120"/>
                </a:cubicBezTo>
                <a:cubicBezTo>
                  <a:pt x="871920" y="72256"/>
                  <a:pt x="868552" y="73511"/>
                  <a:pt x="865660" y="74882"/>
                </a:cubicBezTo>
                <a:cubicBezTo>
                  <a:pt x="862767" y="76254"/>
                  <a:pt x="860351" y="77509"/>
                  <a:pt x="858409" y="78645"/>
                </a:cubicBezTo>
                <a:cubicBezTo>
                  <a:pt x="856468" y="79782"/>
                  <a:pt x="855022" y="80350"/>
                  <a:pt x="854071" y="80350"/>
                </a:cubicBezTo>
                <a:cubicBezTo>
                  <a:pt x="853437" y="80350"/>
                  <a:pt x="852882" y="80192"/>
                  <a:pt x="852407" y="79875"/>
                </a:cubicBezTo>
                <a:cubicBezTo>
                  <a:pt x="851931" y="79558"/>
                  <a:pt x="851515" y="79082"/>
                  <a:pt x="851159" y="78448"/>
                </a:cubicBezTo>
                <a:cubicBezTo>
                  <a:pt x="850802" y="77814"/>
                  <a:pt x="850545" y="77002"/>
                  <a:pt x="850386" y="76012"/>
                </a:cubicBezTo>
                <a:cubicBezTo>
                  <a:pt x="850228" y="75021"/>
                  <a:pt x="850148" y="73932"/>
                  <a:pt x="850148" y="72743"/>
                </a:cubicBezTo>
                <a:cubicBezTo>
                  <a:pt x="850148" y="70762"/>
                  <a:pt x="850287" y="69197"/>
                  <a:pt x="850564" y="68048"/>
                </a:cubicBezTo>
                <a:cubicBezTo>
                  <a:pt x="850842" y="66899"/>
                  <a:pt x="851515" y="65809"/>
                  <a:pt x="852585" y="64779"/>
                </a:cubicBezTo>
                <a:cubicBezTo>
                  <a:pt x="853655" y="63749"/>
                  <a:pt x="855497" y="62549"/>
                  <a:pt x="858112" y="61180"/>
                </a:cubicBezTo>
                <a:cubicBezTo>
                  <a:pt x="860727" y="59808"/>
                  <a:pt x="863738" y="58555"/>
                  <a:pt x="867146" y="57421"/>
                </a:cubicBezTo>
                <a:cubicBezTo>
                  <a:pt x="870553" y="56287"/>
                  <a:pt x="874277" y="55348"/>
                  <a:pt x="878318" y="54606"/>
                </a:cubicBezTo>
                <a:cubicBezTo>
                  <a:pt x="882360" y="53860"/>
                  <a:pt x="886441" y="53487"/>
                  <a:pt x="890561" y="53487"/>
                </a:cubicBezTo>
                <a:cubicBezTo>
                  <a:pt x="898247" y="53487"/>
                  <a:pt x="904785" y="54359"/>
                  <a:pt x="910173" y="56102"/>
                </a:cubicBezTo>
                <a:cubicBezTo>
                  <a:pt x="915562" y="57846"/>
                  <a:pt x="919920" y="60401"/>
                  <a:pt x="923248" y="63769"/>
                </a:cubicBezTo>
                <a:cubicBezTo>
                  <a:pt x="926576" y="67137"/>
                  <a:pt x="928993" y="71317"/>
                  <a:pt x="930498" y="76309"/>
                </a:cubicBezTo>
                <a:cubicBezTo>
                  <a:pt x="932004" y="81301"/>
                  <a:pt x="932757" y="87125"/>
                  <a:pt x="932757" y="93781"/>
                </a:cubicBezTo>
                <a:lnTo>
                  <a:pt x="932757" y="165930"/>
                </a:lnTo>
                <a:moveTo>
                  <a:pt x="913264" y="116959"/>
                </a:moveTo>
                <a:lnTo>
                  <a:pt x="896504" y="116959"/>
                </a:lnTo>
                <a:cubicBezTo>
                  <a:pt x="891116" y="116959"/>
                  <a:pt x="886441" y="117416"/>
                  <a:pt x="882479" y="118330"/>
                </a:cubicBezTo>
                <a:cubicBezTo>
                  <a:pt x="878517" y="119244"/>
                  <a:pt x="875228" y="120596"/>
                  <a:pt x="872613" y="122386"/>
                </a:cubicBezTo>
                <a:cubicBezTo>
                  <a:pt x="869998" y="124174"/>
                  <a:pt x="868077" y="126320"/>
                  <a:pt x="866848" y="128823"/>
                </a:cubicBezTo>
                <a:cubicBezTo>
                  <a:pt x="865620" y="131327"/>
                  <a:pt x="865006" y="134208"/>
                  <a:pt x="865006" y="137467"/>
                </a:cubicBezTo>
                <a:cubicBezTo>
                  <a:pt x="865006" y="143031"/>
                  <a:pt x="866769" y="147462"/>
                  <a:pt x="870295" y="150760"/>
                </a:cubicBezTo>
                <a:cubicBezTo>
                  <a:pt x="873822" y="154059"/>
                  <a:pt x="878754" y="155708"/>
                  <a:pt x="885094" y="155708"/>
                </a:cubicBezTo>
                <a:cubicBezTo>
                  <a:pt x="890244" y="155708"/>
                  <a:pt x="895018" y="154397"/>
                  <a:pt x="899416" y="151774"/>
                </a:cubicBezTo>
                <a:cubicBezTo>
                  <a:pt x="903814" y="149152"/>
                  <a:pt x="908430" y="145138"/>
                  <a:pt x="913264" y="139732"/>
                </a:cubicBezTo>
                <a:lnTo>
                  <a:pt x="913264" y="116959"/>
                </a:lnTo>
                <a:close/>
                <a:moveTo>
                  <a:pt x="988536" y="165807"/>
                </a:moveTo>
                <a:cubicBezTo>
                  <a:pt x="988536" y="166441"/>
                  <a:pt x="988377" y="166977"/>
                  <a:pt x="988060" y="167416"/>
                </a:cubicBezTo>
                <a:cubicBezTo>
                  <a:pt x="987743" y="167852"/>
                  <a:pt x="987228" y="168228"/>
                  <a:pt x="986515" y="168545"/>
                </a:cubicBezTo>
                <a:cubicBezTo>
                  <a:pt x="985802" y="168862"/>
                  <a:pt x="984811" y="169100"/>
                  <a:pt x="983544" y="169258"/>
                </a:cubicBezTo>
                <a:cubicBezTo>
                  <a:pt x="982276" y="169417"/>
                  <a:pt x="980651" y="169496"/>
                  <a:pt x="978670" y="169496"/>
                </a:cubicBezTo>
                <a:cubicBezTo>
                  <a:pt x="976768" y="169496"/>
                  <a:pt x="975184" y="169417"/>
                  <a:pt x="973916" y="169258"/>
                </a:cubicBezTo>
                <a:cubicBezTo>
                  <a:pt x="972648" y="169100"/>
                  <a:pt x="971638" y="168862"/>
                  <a:pt x="970885" y="168545"/>
                </a:cubicBezTo>
                <a:cubicBezTo>
                  <a:pt x="970132" y="168228"/>
                  <a:pt x="969617" y="167852"/>
                  <a:pt x="969340" y="167416"/>
                </a:cubicBezTo>
                <a:cubicBezTo>
                  <a:pt x="969062" y="166977"/>
                  <a:pt x="968924" y="166441"/>
                  <a:pt x="968924" y="165807"/>
                </a:cubicBezTo>
                <a:lnTo>
                  <a:pt x="968924" y="6898"/>
                </a:lnTo>
                <a:cubicBezTo>
                  <a:pt x="968924" y="6264"/>
                  <a:pt x="969062" y="5709"/>
                  <a:pt x="969340" y="5234"/>
                </a:cubicBezTo>
                <a:cubicBezTo>
                  <a:pt x="969617" y="4756"/>
                  <a:pt x="970132" y="4358"/>
                  <a:pt x="970885" y="4041"/>
                </a:cubicBezTo>
                <a:cubicBezTo>
                  <a:pt x="971638" y="3724"/>
                  <a:pt x="972648" y="3487"/>
                  <a:pt x="973916" y="3328"/>
                </a:cubicBezTo>
                <a:cubicBezTo>
                  <a:pt x="975184" y="3170"/>
                  <a:pt x="976768" y="3090"/>
                  <a:pt x="978670" y="3090"/>
                </a:cubicBezTo>
                <a:cubicBezTo>
                  <a:pt x="980651" y="3090"/>
                  <a:pt x="982276" y="3170"/>
                  <a:pt x="983544" y="3328"/>
                </a:cubicBezTo>
                <a:cubicBezTo>
                  <a:pt x="984811" y="3487"/>
                  <a:pt x="985802" y="3724"/>
                  <a:pt x="986515" y="4041"/>
                </a:cubicBezTo>
                <a:cubicBezTo>
                  <a:pt x="987228" y="4358"/>
                  <a:pt x="987743" y="4756"/>
                  <a:pt x="988060" y="5234"/>
                </a:cubicBezTo>
                <a:cubicBezTo>
                  <a:pt x="988377" y="5709"/>
                  <a:pt x="988536" y="6264"/>
                  <a:pt x="988536" y="6898"/>
                </a:cubicBezTo>
                <a:lnTo>
                  <a:pt x="988536" y="165807"/>
                </a:lnTo>
                <a:close/>
                <a:moveTo>
                  <a:pt x="1161586" y="159809"/>
                </a:moveTo>
                <a:cubicBezTo>
                  <a:pt x="1161586" y="161403"/>
                  <a:pt x="1161507" y="162739"/>
                  <a:pt x="1161348" y="163817"/>
                </a:cubicBezTo>
                <a:cubicBezTo>
                  <a:pt x="1161190" y="164894"/>
                  <a:pt x="1160932" y="165811"/>
                  <a:pt x="1160576" y="166569"/>
                </a:cubicBezTo>
                <a:cubicBezTo>
                  <a:pt x="1160219" y="167327"/>
                  <a:pt x="1159783" y="167885"/>
                  <a:pt x="1159268" y="168244"/>
                </a:cubicBezTo>
                <a:cubicBezTo>
                  <a:pt x="1158753" y="168603"/>
                  <a:pt x="1158139" y="168783"/>
                  <a:pt x="1157426" y="168783"/>
                </a:cubicBezTo>
                <a:lnTo>
                  <a:pt x="1089437" y="168783"/>
                </a:lnTo>
                <a:cubicBezTo>
                  <a:pt x="1087615" y="168783"/>
                  <a:pt x="1085891" y="168169"/>
                  <a:pt x="1084267" y="166940"/>
                </a:cubicBezTo>
                <a:cubicBezTo>
                  <a:pt x="1082642" y="165712"/>
                  <a:pt x="1081830" y="163553"/>
                  <a:pt x="1081830" y="160462"/>
                </a:cubicBezTo>
                <a:lnTo>
                  <a:pt x="1081830" y="18067"/>
                </a:lnTo>
                <a:cubicBezTo>
                  <a:pt x="1081830" y="17433"/>
                  <a:pt x="1081989" y="16878"/>
                  <a:pt x="1082306" y="16403"/>
                </a:cubicBezTo>
                <a:cubicBezTo>
                  <a:pt x="1082622" y="15927"/>
                  <a:pt x="1083177" y="15551"/>
                  <a:pt x="1083970" y="15274"/>
                </a:cubicBezTo>
                <a:cubicBezTo>
                  <a:pt x="1084762" y="14996"/>
                  <a:pt x="1085832" y="14759"/>
                  <a:pt x="1087179" y="14560"/>
                </a:cubicBezTo>
                <a:cubicBezTo>
                  <a:pt x="1088526" y="14362"/>
                  <a:pt x="1090150" y="14263"/>
                  <a:pt x="1092052" y="14263"/>
                </a:cubicBezTo>
                <a:cubicBezTo>
                  <a:pt x="1094033" y="14263"/>
                  <a:pt x="1095677" y="14362"/>
                  <a:pt x="1096985" y="14560"/>
                </a:cubicBezTo>
                <a:cubicBezTo>
                  <a:pt x="1098292" y="14759"/>
                  <a:pt x="1099342" y="14996"/>
                  <a:pt x="1100135" y="15274"/>
                </a:cubicBezTo>
                <a:cubicBezTo>
                  <a:pt x="1100927" y="15551"/>
                  <a:pt x="1101482" y="15927"/>
                  <a:pt x="1101799" y="16403"/>
                </a:cubicBezTo>
                <a:cubicBezTo>
                  <a:pt x="1102116" y="16876"/>
                  <a:pt x="1102274" y="17429"/>
                  <a:pt x="1102274" y="18063"/>
                </a:cubicBezTo>
                <a:lnTo>
                  <a:pt x="1102274" y="150954"/>
                </a:lnTo>
                <a:lnTo>
                  <a:pt x="1157426" y="150954"/>
                </a:lnTo>
                <a:cubicBezTo>
                  <a:pt x="1158139" y="150954"/>
                  <a:pt x="1158753" y="151133"/>
                  <a:pt x="1159268" y="151492"/>
                </a:cubicBezTo>
                <a:cubicBezTo>
                  <a:pt x="1159783" y="151851"/>
                  <a:pt x="1160219" y="152370"/>
                  <a:pt x="1160576" y="153048"/>
                </a:cubicBezTo>
                <a:cubicBezTo>
                  <a:pt x="1160932" y="153727"/>
                  <a:pt x="1161190" y="154625"/>
                  <a:pt x="1161348" y="155741"/>
                </a:cubicBezTo>
                <a:cubicBezTo>
                  <a:pt x="1161507" y="156858"/>
                  <a:pt x="1161586" y="158214"/>
                  <a:pt x="1161586" y="159809"/>
                </a:cubicBezTo>
                <a:close/>
                <a:moveTo>
                  <a:pt x="1264604" y="159809"/>
                </a:moveTo>
                <a:cubicBezTo>
                  <a:pt x="1264604" y="161403"/>
                  <a:pt x="1264525" y="162739"/>
                  <a:pt x="1264366" y="163817"/>
                </a:cubicBezTo>
                <a:cubicBezTo>
                  <a:pt x="1264208" y="164894"/>
                  <a:pt x="1263950" y="165811"/>
                  <a:pt x="1263594" y="166569"/>
                </a:cubicBezTo>
                <a:cubicBezTo>
                  <a:pt x="1263237" y="167327"/>
                  <a:pt x="1262801" y="167885"/>
                  <a:pt x="1262286" y="168244"/>
                </a:cubicBezTo>
                <a:cubicBezTo>
                  <a:pt x="1261771" y="168603"/>
                  <a:pt x="1261157" y="168783"/>
                  <a:pt x="1260444" y="168783"/>
                </a:cubicBezTo>
                <a:lnTo>
                  <a:pt x="1192456" y="168783"/>
                </a:lnTo>
                <a:cubicBezTo>
                  <a:pt x="1190633" y="168783"/>
                  <a:pt x="1188909" y="168169"/>
                  <a:pt x="1187285" y="166940"/>
                </a:cubicBezTo>
                <a:cubicBezTo>
                  <a:pt x="1185661" y="165712"/>
                  <a:pt x="1184848" y="163553"/>
                  <a:pt x="1184848" y="160462"/>
                </a:cubicBezTo>
                <a:lnTo>
                  <a:pt x="1184848" y="18067"/>
                </a:lnTo>
                <a:cubicBezTo>
                  <a:pt x="1184848" y="17433"/>
                  <a:pt x="1185007" y="16878"/>
                  <a:pt x="1185324" y="16403"/>
                </a:cubicBezTo>
                <a:cubicBezTo>
                  <a:pt x="1185641" y="15927"/>
                  <a:pt x="1186195" y="15551"/>
                  <a:pt x="1186988" y="15274"/>
                </a:cubicBezTo>
                <a:cubicBezTo>
                  <a:pt x="1187780" y="14996"/>
                  <a:pt x="1188850" y="14759"/>
                  <a:pt x="1190197" y="14560"/>
                </a:cubicBezTo>
                <a:cubicBezTo>
                  <a:pt x="1191544" y="14362"/>
                  <a:pt x="1193169" y="14263"/>
                  <a:pt x="1195070" y="14263"/>
                </a:cubicBezTo>
                <a:cubicBezTo>
                  <a:pt x="1197051" y="14263"/>
                  <a:pt x="1198696" y="14362"/>
                  <a:pt x="1200003" y="14560"/>
                </a:cubicBezTo>
                <a:cubicBezTo>
                  <a:pt x="1201311" y="14759"/>
                  <a:pt x="1202361" y="14996"/>
                  <a:pt x="1203153" y="15274"/>
                </a:cubicBezTo>
                <a:cubicBezTo>
                  <a:pt x="1203945" y="15551"/>
                  <a:pt x="1204500" y="15927"/>
                  <a:pt x="1204817" y="16403"/>
                </a:cubicBezTo>
                <a:cubicBezTo>
                  <a:pt x="1205134" y="16876"/>
                  <a:pt x="1205292" y="17429"/>
                  <a:pt x="1205292" y="18063"/>
                </a:cubicBezTo>
                <a:lnTo>
                  <a:pt x="1205292" y="150954"/>
                </a:lnTo>
                <a:lnTo>
                  <a:pt x="1260444" y="150954"/>
                </a:lnTo>
                <a:cubicBezTo>
                  <a:pt x="1261157" y="150954"/>
                  <a:pt x="1261771" y="151133"/>
                  <a:pt x="1262286" y="151492"/>
                </a:cubicBezTo>
                <a:cubicBezTo>
                  <a:pt x="1262801" y="151851"/>
                  <a:pt x="1263237" y="152370"/>
                  <a:pt x="1263594" y="153048"/>
                </a:cubicBezTo>
                <a:cubicBezTo>
                  <a:pt x="1263950" y="153727"/>
                  <a:pt x="1264208" y="154625"/>
                  <a:pt x="1264366" y="155741"/>
                </a:cubicBezTo>
                <a:cubicBezTo>
                  <a:pt x="1264525" y="156858"/>
                  <a:pt x="1264604" y="158214"/>
                  <a:pt x="1264604" y="159809"/>
                </a:cubicBezTo>
                <a:close/>
                <a:moveTo>
                  <a:pt x="1455104" y="165692"/>
                </a:moveTo>
                <a:cubicBezTo>
                  <a:pt x="1455104" y="166326"/>
                  <a:pt x="1454946" y="166881"/>
                  <a:pt x="1454629" y="167356"/>
                </a:cubicBezTo>
                <a:cubicBezTo>
                  <a:pt x="1454312" y="167832"/>
                  <a:pt x="1453757" y="168208"/>
                  <a:pt x="1452965" y="168486"/>
                </a:cubicBezTo>
                <a:cubicBezTo>
                  <a:pt x="1452172" y="168763"/>
                  <a:pt x="1451162" y="169001"/>
                  <a:pt x="1449934" y="169199"/>
                </a:cubicBezTo>
                <a:cubicBezTo>
                  <a:pt x="1448706" y="169397"/>
                  <a:pt x="1447101" y="169496"/>
                  <a:pt x="1445120" y="169496"/>
                </a:cubicBezTo>
                <a:cubicBezTo>
                  <a:pt x="1443297" y="169496"/>
                  <a:pt x="1441732" y="169397"/>
                  <a:pt x="1440425" y="169199"/>
                </a:cubicBezTo>
                <a:cubicBezTo>
                  <a:pt x="1439117" y="169001"/>
                  <a:pt x="1438087" y="168763"/>
                  <a:pt x="1437334" y="168486"/>
                </a:cubicBezTo>
                <a:cubicBezTo>
                  <a:pt x="1436582" y="168208"/>
                  <a:pt x="1436047" y="167832"/>
                  <a:pt x="1435730" y="167356"/>
                </a:cubicBezTo>
                <a:cubicBezTo>
                  <a:pt x="1435413" y="166881"/>
                  <a:pt x="1435254" y="166326"/>
                  <a:pt x="1435254" y="165692"/>
                </a:cubicBezTo>
                <a:lnTo>
                  <a:pt x="1435254" y="31736"/>
                </a:lnTo>
                <a:lnTo>
                  <a:pt x="1435017" y="31736"/>
                </a:lnTo>
                <a:lnTo>
                  <a:pt x="1380222" y="166287"/>
                </a:lnTo>
                <a:cubicBezTo>
                  <a:pt x="1379984" y="166841"/>
                  <a:pt x="1379647" y="167317"/>
                  <a:pt x="1379211" y="167713"/>
                </a:cubicBezTo>
                <a:cubicBezTo>
                  <a:pt x="1378776" y="168109"/>
                  <a:pt x="1378142" y="168446"/>
                  <a:pt x="1377310" y="168723"/>
                </a:cubicBezTo>
                <a:cubicBezTo>
                  <a:pt x="1376478" y="169001"/>
                  <a:pt x="1375487" y="169199"/>
                  <a:pt x="1374338" y="169318"/>
                </a:cubicBezTo>
                <a:cubicBezTo>
                  <a:pt x="1373189" y="169436"/>
                  <a:pt x="1371822" y="169496"/>
                  <a:pt x="1370237" y="169496"/>
                </a:cubicBezTo>
                <a:cubicBezTo>
                  <a:pt x="1368573" y="169496"/>
                  <a:pt x="1367147" y="169417"/>
                  <a:pt x="1365958" y="169258"/>
                </a:cubicBezTo>
                <a:cubicBezTo>
                  <a:pt x="1364770" y="169100"/>
                  <a:pt x="1363779" y="168882"/>
                  <a:pt x="1362987" y="168604"/>
                </a:cubicBezTo>
                <a:cubicBezTo>
                  <a:pt x="1362194" y="168327"/>
                  <a:pt x="1361580" y="167990"/>
                  <a:pt x="1361145" y="167594"/>
                </a:cubicBezTo>
                <a:cubicBezTo>
                  <a:pt x="1360709" y="167198"/>
                  <a:pt x="1360412" y="166762"/>
                  <a:pt x="1360253" y="166287"/>
                </a:cubicBezTo>
                <a:lnTo>
                  <a:pt x="1307835" y="31736"/>
                </a:lnTo>
                <a:lnTo>
                  <a:pt x="1307716" y="31736"/>
                </a:lnTo>
                <a:lnTo>
                  <a:pt x="1307716" y="165692"/>
                </a:lnTo>
                <a:cubicBezTo>
                  <a:pt x="1307716" y="166326"/>
                  <a:pt x="1307558" y="166881"/>
                  <a:pt x="1307241" y="167356"/>
                </a:cubicBezTo>
                <a:cubicBezTo>
                  <a:pt x="1306924" y="167832"/>
                  <a:pt x="1306369" y="168208"/>
                  <a:pt x="1305577" y="168486"/>
                </a:cubicBezTo>
                <a:cubicBezTo>
                  <a:pt x="1304785" y="168763"/>
                  <a:pt x="1303754" y="169001"/>
                  <a:pt x="1302487" y="169199"/>
                </a:cubicBezTo>
                <a:cubicBezTo>
                  <a:pt x="1301219" y="169397"/>
                  <a:pt x="1299594" y="169496"/>
                  <a:pt x="1297613" y="169496"/>
                </a:cubicBezTo>
                <a:cubicBezTo>
                  <a:pt x="1295712" y="169496"/>
                  <a:pt x="1294127" y="169397"/>
                  <a:pt x="1292859" y="169199"/>
                </a:cubicBezTo>
                <a:cubicBezTo>
                  <a:pt x="1291591" y="169001"/>
                  <a:pt x="1290581" y="168763"/>
                  <a:pt x="1289828" y="168486"/>
                </a:cubicBezTo>
                <a:cubicBezTo>
                  <a:pt x="1289075" y="168208"/>
                  <a:pt x="1288560" y="167832"/>
                  <a:pt x="1288283" y="167356"/>
                </a:cubicBezTo>
                <a:cubicBezTo>
                  <a:pt x="1288005" y="166881"/>
                  <a:pt x="1287867" y="166326"/>
                  <a:pt x="1287867" y="165692"/>
                </a:cubicBezTo>
                <a:lnTo>
                  <a:pt x="1287867" y="24248"/>
                </a:lnTo>
                <a:cubicBezTo>
                  <a:pt x="1287867" y="20920"/>
                  <a:pt x="1288738" y="18542"/>
                  <a:pt x="1290482" y="17116"/>
                </a:cubicBezTo>
                <a:cubicBezTo>
                  <a:pt x="1292225" y="15690"/>
                  <a:pt x="1294166" y="14976"/>
                  <a:pt x="1296306" y="14976"/>
                </a:cubicBezTo>
                <a:lnTo>
                  <a:pt x="1308667" y="14976"/>
                </a:lnTo>
                <a:cubicBezTo>
                  <a:pt x="1311203" y="14976"/>
                  <a:pt x="1313422" y="15214"/>
                  <a:pt x="1315324" y="15690"/>
                </a:cubicBezTo>
                <a:cubicBezTo>
                  <a:pt x="1317225" y="16165"/>
                  <a:pt x="1318889" y="16918"/>
                  <a:pt x="1320316" y="17948"/>
                </a:cubicBezTo>
                <a:cubicBezTo>
                  <a:pt x="1321742" y="18978"/>
                  <a:pt x="1322931" y="20286"/>
                  <a:pt x="1323882" y="21870"/>
                </a:cubicBezTo>
                <a:cubicBezTo>
                  <a:pt x="1324832" y="23455"/>
                  <a:pt x="1325665" y="25317"/>
                  <a:pt x="1326378" y="27457"/>
                </a:cubicBezTo>
                <a:lnTo>
                  <a:pt x="1370951" y="138830"/>
                </a:lnTo>
                <a:lnTo>
                  <a:pt x="1371545" y="138830"/>
                </a:lnTo>
                <a:lnTo>
                  <a:pt x="1417901" y="27813"/>
                </a:lnTo>
                <a:cubicBezTo>
                  <a:pt x="1418772" y="25436"/>
                  <a:pt x="1419723" y="23416"/>
                  <a:pt x="1420753" y="21752"/>
                </a:cubicBezTo>
                <a:cubicBezTo>
                  <a:pt x="1421783" y="20088"/>
                  <a:pt x="1422913" y="18760"/>
                  <a:pt x="1424141" y="17770"/>
                </a:cubicBezTo>
                <a:cubicBezTo>
                  <a:pt x="1425369" y="16779"/>
                  <a:pt x="1426736" y="16066"/>
                  <a:pt x="1428242" y="15630"/>
                </a:cubicBezTo>
                <a:cubicBezTo>
                  <a:pt x="1429747" y="15194"/>
                  <a:pt x="1431490" y="14976"/>
                  <a:pt x="1433471" y="14976"/>
                </a:cubicBezTo>
                <a:lnTo>
                  <a:pt x="1446427" y="14976"/>
                </a:lnTo>
                <a:cubicBezTo>
                  <a:pt x="1447616" y="14976"/>
                  <a:pt x="1448745" y="15155"/>
                  <a:pt x="1449815" y="15511"/>
                </a:cubicBezTo>
                <a:cubicBezTo>
                  <a:pt x="1450885" y="15868"/>
                  <a:pt x="1451796" y="16423"/>
                  <a:pt x="1452549" y="17175"/>
                </a:cubicBezTo>
                <a:cubicBezTo>
                  <a:pt x="1453301" y="17928"/>
                  <a:pt x="1453916" y="18879"/>
                  <a:pt x="1454391" y="20028"/>
                </a:cubicBezTo>
                <a:cubicBezTo>
                  <a:pt x="1454866" y="21177"/>
                  <a:pt x="1455104" y="22584"/>
                  <a:pt x="1455104" y="24248"/>
                </a:cubicBezTo>
                <a:lnTo>
                  <a:pt x="1455104" y="165692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Text Nexttokenprediction">
            <a:extLst xmlns:a="http://schemas.openxmlformats.org/drawingml/2006/main">
              <a:ext uri="{FF2B5EF4-FFF2-40B4-BE49-F238E27FC236}">
                <a16:creationId xmlns:a16="http://schemas.microsoft.com/office/drawing/2014/main" id="{CC589552-FE51-4D72-BCA4-9141DB62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7349" y="2468233"/>
            <a:ext cx="1860985" cy="184066"/>
          </a:xfrm>
          <a:custGeom xmlns:a="http://schemas.openxmlformats.org/drawingml/2006/main">
            <a:pathLst>
              <a:path w="1860985" h="184066">
                <a:moveTo>
                  <a:pt x="102399" y="138612"/>
                </a:moveTo>
                <a:cubicBezTo>
                  <a:pt x="102399" y="140011"/>
                  <a:pt x="102172" y="141199"/>
                  <a:pt x="101718" y="142179"/>
                </a:cubicBezTo>
                <a:cubicBezTo>
                  <a:pt x="101264" y="143158"/>
                  <a:pt x="100671" y="143963"/>
                  <a:pt x="99938" y="144594"/>
                </a:cubicBezTo>
                <a:cubicBezTo>
                  <a:pt x="99205" y="145222"/>
                  <a:pt x="98385" y="145675"/>
                  <a:pt x="97478" y="145955"/>
                </a:cubicBezTo>
                <a:cubicBezTo>
                  <a:pt x="96570" y="146234"/>
                  <a:pt x="95663" y="146373"/>
                  <a:pt x="94755" y="146373"/>
                </a:cubicBezTo>
                <a:lnTo>
                  <a:pt x="88997" y="146373"/>
                </a:lnTo>
                <a:cubicBezTo>
                  <a:pt x="87182" y="146373"/>
                  <a:pt x="85594" y="146179"/>
                  <a:pt x="84233" y="145791"/>
                </a:cubicBezTo>
                <a:cubicBezTo>
                  <a:pt x="82872" y="145403"/>
                  <a:pt x="81580" y="144697"/>
                  <a:pt x="80359" y="143674"/>
                </a:cubicBezTo>
                <a:cubicBezTo>
                  <a:pt x="79137" y="142651"/>
                  <a:pt x="77916" y="141257"/>
                  <a:pt x="76694" y="139493"/>
                </a:cubicBezTo>
                <a:cubicBezTo>
                  <a:pt x="75473" y="137728"/>
                  <a:pt x="74129" y="135484"/>
                  <a:pt x="72663" y="132762"/>
                </a:cubicBezTo>
                <a:lnTo>
                  <a:pt x="29945" y="55701"/>
                </a:lnTo>
                <a:cubicBezTo>
                  <a:pt x="27711" y="51723"/>
                  <a:pt x="25460" y="47552"/>
                  <a:pt x="23192" y="43190"/>
                </a:cubicBezTo>
                <a:cubicBezTo>
                  <a:pt x="20923" y="38827"/>
                  <a:pt x="18811" y="34587"/>
                  <a:pt x="16857" y="30468"/>
                </a:cubicBezTo>
                <a:lnTo>
                  <a:pt x="16648" y="30468"/>
                </a:lnTo>
                <a:cubicBezTo>
                  <a:pt x="16787" y="35494"/>
                  <a:pt x="16892" y="40624"/>
                  <a:pt x="16962" y="45860"/>
                </a:cubicBezTo>
                <a:cubicBezTo>
                  <a:pt x="17032" y="51095"/>
                  <a:pt x="17066" y="56295"/>
                  <a:pt x="17066" y="61460"/>
                </a:cubicBezTo>
                <a:lnTo>
                  <a:pt x="17066" y="143232"/>
                </a:lnTo>
                <a:cubicBezTo>
                  <a:pt x="17066" y="143721"/>
                  <a:pt x="16927" y="144192"/>
                  <a:pt x="16648" y="144646"/>
                </a:cubicBezTo>
                <a:cubicBezTo>
                  <a:pt x="16368" y="145100"/>
                  <a:pt x="15897" y="145449"/>
                  <a:pt x="15234" y="145693"/>
                </a:cubicBezTo>
                <a:cubicBezTo>
                  <a:pt x="14571" y="145937"/>
                  <a:pt x="13699" y="146147"/>
                  <a:pt x="12617" y="146321"/>
                </a:cubicBezTo>
                <a:cubicBezTo>
                  <a:pt x="11535" y="146496"/>
                  <a:pt x="10156" y="146583"/>
                  <a:pt x="8481" y="146583"/>
                </a:cubicBezTo>
                <a:cubicBezTo>
                  <a:pt x="6806" y="146583"/>
                  <a:pt x="5427" y="146496"/>
                  <a:pt x="4345" y="146321"/>
                </a:cubicBezTo>
                <a:cubicBezTo>
                  <a:pt x="3263" y="146147"/>
                  <a:pt x="2408" y="145937"/>
                  <a:pt x="1780" y="145693"/>
                </a:cubicBezTo>
                <a:cubicBezTo>
                  <a:pt x="1152" y="145449"/>
                  <a:pt x="698" y="145100"/>
                  <a:pt x="419" y="144646"/>
                </a:cubicBezTo>
                <a:cubicBezTo>
                  <a:pt x="140" y="144192"/>
                  <a:pt x="0" y="143721"/>
                  <a:pt x="0" y="143232"/>
                </a:cubicBezTo>
                <a:lnTo>
                  <a:pt x="0" y="18218"/>
                </a:lnTo>
                <a:cubicBezTo>
                  <a:pt x="0" y="15426"/>
                  <a:pt x="768" y="13437"/>
                  <a:pt x="2303" y="12250"/>
                </a:cubicBezTo>
                <a:cubicBezTo>
                  <a:pt x="3839" y="11064"/>
                  <a:pt x="5514" y="10470"/>
                  <a:pt x="7329" y="10470"/>
                </a:cubicBezTo>
                <a:lnTo>
                  <a:pt x="15915" y="10470"/>
                </a:lnTo>
                <a:cubicBezTo>
                  <a:pt x="17939" y="10470"/>
                  <a:pt x="19632" y="10645"/>
                  <a:pt x="20993" y="10994"/>
                </a:cubicBezTo>
                <a:cubicBezTo>
                  <a:pt x="22354" y="11343"/>
                  <a:pt x="23575" y="11919"/>
                  <a:pt x="24657" y="12721"/>
                </a:cubicBezTo>
                <a:cubicBezTo>
                  <a:pt x="25739" y="13524"/>
                  <a:pt x="26786" y="14641"/>
                  <a:pt x="27798" y="16072"/>
                </a:cubicBezTo>
                <a:cubicBezTo>
                  <a:pt x="28811" y="17503"/>
                  <a:pt x="29910" y="19300"/>
                  <a:pt x="31097" y="21464"/>
                </a:cubicBezTo>
                <a:lnTo>
                  <a:pt x="63973" y="80935"/>
                </a:lnTo>
                <a:cubicBezTo>
                  <a:pt x="65997" y="84564"/>
                  <a:pt x="67952" y="88107"/>
                  <a:pt x="69836" y="91562"/>
                </a:cubicBezTo>
                <a:cubicBezTo>
                  <a:pt x="71721" y="95017"/>
                  <a:pt x="73536" y="98420"/>
                  <a:pt x="75281" y="101770"/>
                </a:cubicBezTo>
                <a:cubicBezTo>
                  <a:pt x="77026" y="105121"/>
                  <a:pt x="78753" y="108419"/>
                  <a:pt x="80464" y="111665"/>
                </a:cubicBezTo>
                <a:cubicBezTo>
                  <a:pt x="82174" y="114911"/>
                  <a:pt x="83866" y="118174"/>
                  <a:pt x="85542" y="121454"/>
                </a:cubicBezTo>
                <a:lnTo>
                  <a:pt x="85646" y="121454"/>
                </a:lnTo>
                <a:cubicBezTo>
                  <a:pt x="85507" y="115936"/>
                  <a:pt x="85419" y="110189"/>
                  <a:pt x="85385" y="104215"/>
                </a:cubicBezTo>
                <a:cubicBezTo>
                  <a:pt x="85350" y="98240"/>
                  <a:pt x="85332" y="92493"/>
                  <a:pt x="85332" y="86975"/>
                </a:cubicBezTo>
                <a:lnTo>
                  <a:pt x="85332" y="13405"/>
                </a:lnTo>
                <a:cubicBezTo>
                  <a:pt x="85332" y="12917"/>
                  <a:pt x="85472" y="12463"/>
                  <a:pt x="85751" y="12044"/>
                </a:cubicBezTo>
                <a:cubicBezTo>
                  <a:pt x="86030" y="11623"/>
                  <a:pt x="86501" y="11255"/>
                  <a:pt x="87164" y="10941"/>
                </a:cubicBezTo>
                <a:cubicBezTo>
                  <a:pt x="87828" y="10627"/>
                  <a:pt x="88700" y="10400"/>
                  <a:pt x="89782" y="10261"/>
                </a:cubicBezTo>
                <a:cubicBezTo>
                  <a:pt x="90864" y="10121"/>
                  <a:pt x="92277" y="10051"/>
                  <a:pt x="94022" y="10051"/>
                </a:cubicBezTo>
                <a:cubicBezTo>
                  <a:pt x="95558" y="10051"/>
                  <a:pt x="96884" y="10121"/>
                  <a:pt x="98001" y="10261"/>
                </a:cubicBezTo>
                <a:cubicBezTo>
                  <a:pt x="99118" y="10400"/>
                  <a:pt x="99990" y="10628"/>
                  <a:pt x="100619" y="10945"/>
                </a:cubicBezTo>
                <a:cubicBezTo>
                  <a:pt x="101247" y="11259"/>
                  <a:pt x="101701" y="11625"/>
                  <a:pt x="101980" y="12044"/>
                </a:cubicBezTo>
                <a:cubicBezTo>
                  <a:pt x="102259" y="12463"/>
                  <a:pt x="102399" y="12918"/>
                  <a:pt x="102399" y="13408"/>
                </a:cubicBezTo>
                <a:lnTo>
                  <a:pt x="102399" y="138612"/>
                </a:lnTo>
                <a:close/>
                <a:moveTo>
                  <a:pt x="216542" y="92138"/>
                </a:moveTo>
                <a:cubicBezTo>
                  <a:pt x="216542" y="94860"/>
                  <a:pt x="215862" y="96797"/>
                  <a:pt x="214501" y="97949"/>
                </a:cubicBezTo>
                <a:cubicBezTo>
                  <a:pt x="213139" y="99100"/>
                  <a:pt x="211586" y="99676"/>
                  <a:pt x="209841" y="99676"/>
                </a:cubicBezTo>
                <a:lnTo>
                  <a:pt x="148067" y="99676"/>
                </a:lnTo>
                <a:cubicBezTo>
                  <a:pt x="148067" y="104927"/>
                  <a:pt x="148591" y="109652"/>
                  <a:pt x="149638" y="113854"/>
                </a:cubicBezTo>
                <a:cubicBezTo>
                  <a:pt x="150685" y="118055"/>
                  <a:pt x="152430" y="121661"/>
                  <a:pt x="154873" y="124671"/>
                </a:cubicBezTo>
                <a:cubicBezTo>
                  <a:pt x="157316" y="127681"/>
                  <a:pt x="160492" y="129992"/>
                  <a:pt x="164401" y="131604"/>
                </a:cubicBezTo>
                <a:cubicBezTo>
                  <a:pt x="168309" y="133214"/>
                  <a:pt x="173091" y="134019"/>
                  <a:pt x="178745" y="134019"/>
                </a:cubicBezTo>
                <a:cubicBezTo>
                  <a:pt x="183212" y="134019"/>
                  <a:pt x="187191" y="133652"/>
                  <a:pt x="190681" y="132919"/>
                </a:cubicBezTo>
                <a:cubicBezTo>
                  <a:pt x="194171" y="132186"/>
                  <a:pt x="197190" y="131366"/>
                  <a:pt x="199738" y="130459"/>
                </a:cubicBezTo>
                <a:cubicBezTo>
                  <a:pt x="202285" y="129551"/>
                  <a:pt x="204379" y="128731"/>
                  <a:pt x="206020" y="127998"/>
                </a:cubicBezTo>
                <a:cubicBezTo>
                  <a:pt x="207660" y="127265"/>
                  <a:pt x="208899" y="126899"/>
                  <a:pt x="209737" y="126899"/>
                </a:cubicBezTo>
                <a:cubicBezTo>
                  <a:pt x="210225" y="126899"/>
                  <a:pt x="210661" y="127021"/>
                  <a:pt x="211045" y="127265"/>
                </a:cubicBezTo>
                <a:cubicBezTo>
                  <a:pt x="211429" y="127510"/>
                  <a:pt x="211726" y="127876"/>
                  <a:pt x="211935" y="128365"/>
                </a:cubicBezTo>
                <a:cubicBezTo>
                  <a:pt x="212145" y="128853"/>
                  <a:pt x="212302" y="129534"/>
                  <a:pt x="212407" y="130406"/>
                </a:cubicBezTo>
                <a:cubicBezTo>
                  <a:pt x="212511" y="131279"/>
                  <a:pt x="212564" y="132343"/>
                  <a:pt x="212564" y="133600"/>
                </a:cubicBezTo>
                <a:cubicBezTo>
                  <a:pt x="212564" y="134507"/>
                  <a:pt x="212529" y="135293"/>
                  <a:pt x="212459" y="135956"/>
                </a:cubicBezTo>
                <a:cubicBezTo>
                  <a:pt x="212389" y="136619"/>
                  <a:pt x="212302" y="137212"/>
                  <a:pt x="212197" y="137736"/>
                </a:cubicBezTo>
                <a:cubicBezTo>
                  <a:pt x="212092" y="138259"/>
                  <a:pt x="211918" y="138730"/>
                  <a:pt x="211674" y="139149"/>
                </a:cubicBezTo>
                <a:cubicBezTo>
                  <a:pt x="211429" y="139568"/>
                  <a:pt x="211115" y="139969"/>
                  <a:pt x="210731" y="140353"/>
                </a:cubicBezTo>
                <a:cubicBezTo>
                  <a:pt x="210347" y="140737"/>
                  <a:pt x="209213" y="141365"/>
                  <a:pt x="207328" y="142238"/>
                </a:cubicBezTo>
                <a:cubicBezTo>
                  <a:pt x="205444" y="143110"/>
                  <a:pt x="203001" y="143965"/>
                  <a:pt x="199999" y="144803"/>
                </a:cubicBezTo>
                <a:cubicBezTo>
                  <a:pt x="196998" y="145641"/>
                  <a:pt x="193525" y="146391"/>
                  <a:pt x="189581" y="147054"/>
                </a:cubicBezTo>
                <a:cubicBezTo>
                  <a:pt x="185638" y="147717"/>
                  <a:pt x="181432" y="148049"/>
                  <a:pt x="176965" y="148049"/>
                </a:cubicBezTo>
                <a:cubicBezTo>
                  <a:pt x="169217" y="148049"/>
                  <a:pt x="162429" y="146966"/>
                  <a:pt x="156600" y="144800"/>
                </a:cubicBezTo>
                <a:cubicBezTo>
                  <a:pt x="150772" y="142634"/>
                  <a:pt x="145868" y="139420"/>
                  <a:pt x="141890" y="135157"/>
                </a:cubicBezTo>
                <a:cubicBezTo>
                  <a:pt x="137911" y="130895"/>
                  <a:pt x="134910" y="125550"/>
                  <a:pt x="132885" y="119121"/>
                </a:cubicBezTo>
                <a:cubicBezTo>
                  <a:pt x="130861" y="112693"/>
                  <a:pt x="129849" y="105217"/>
                  <a:pt x="129849" y="96692"/>
                </a:cubicBezTo>
                <a:cubicBezTo>
                  <a:pt x="129849" y="88587"/>
                  <a:pt x="130896" y="81302"/>
                  <a:pt x="132990" y="74839"/>
                </a:cubicBezTo>
                <a:cubicBezTo>
                  <a:pt x="135084" y="68376"/>
                  <a:pt x="138103" y="62891"/>
                  <a:pt x="142047" y="58384"/>
                </a:cubicBezTo>
                <a:cubicBezTo>
                  <a:pt x="145991" y="53878"/>
                  <a:pt x="150754" y="50419"/>
                  <a:pt x="156339" y="48009"/>
                </a:cubicBezTo>
                <a:cubicBezTo>
                  <a:pt x="161923" y="45599"/>
                  <a:pt x="168170" y="44394"/>
                  <a:pt x="175080" y="44394"/>
                </a:cubicBezTo>
                <a:cubicBezTo>
                  <a:pt x="182479" y="44394"/>
                  <a:pt x="188779" y="45580"/>
                  <a:pt x="193979" y="47954"/>
                </a:cubicBezTo>
                <a:cubicBezTo>
                  <a:pt x="199179" y="50327"/>
                  <a:pt x="203454" y="53520"/>
                  <a:pt x="206805" y="57534"/>
                </a:cubicBezTo>
                <a:cubicBezTo>
                  <a:pt x="210155" y="61547"/>
                  <a:pt x="212616" y="66259"/>
                  <a:pt x="214186" y="71669"/>
                </a:cubicBezTo>
                <a:cubicBezTo>
                  <a:pt x="215757" y="77078"/>
                  <a:pt x="216542" y="82854"/>
                  <a:pt x="216542" y="88997"/>
                </a:cubicBezTo>
                <a:lnTo>
                  <a:pt x="216542" y="92138"/>
                </a:lnTo>
                <a:moveTo>
                  <a:pt x="199162" y="86903"/>
                </a:moveTo>
                <a:cubicBezTo>
                  <a:pt x="199371" y="77894"/>
                  <a:pt x="197364" y="70825"/>
                  <a:pt x="193141" y="65697"/>
                </a:cubicBezTo>
                <a:cubicBezTo>
                  <a:pt x="188918" y="60569"/>
                  <a:pt x="182654" y="58005"/>
                  <a:pt x="174347" y="58005"/>
                </a:cubicBezTo>
                <a:cubicBezTo>
                  <a:pt x="170089" y="58005"/>
                  <a:pt x="166355" y="58802"/>
                  <a:pt x="163144" y="60397"/>
                </a:cubicBezTo>
                <a:cubicBezTo>
                  <a:pt x="159933" y="61989"/>
                  <a:pt x="157246" y="64103"/>
                  <a:pt x="155082" y="66738"/>
                </a:cubicBezTo>
                <a:cubicBezTo>
                  <a:pt x="152918" y="69371"/>
                  <a:pt x="151243" y="72437"/>
                  <a:pt x="150056" y="75938"/>
                </a:cubicBezTo>
                <a:cubicBezTo>
                  <a:pt x="148870" y="79437"/>
                  <a:pt x="148207" y="83092"/>
                  <a:pt x="148067" y="86903"/>
                </a:cubicBezTo>
                <a:lnTo>
                  <a:pt x="199162" y="86903"/>
                </a:lnTo>
                <a:close/>
                <a:moveTo>
                  <a:pt x="313609" y="141348"/>
                </a:moveTo>
                <a:cubicBezTo>
                  <a:pt x="314167" y="142325"/>
                  <a:pt x="314446" y="143145"/>
                  <a:pt x="314446" y="143808"/>
                </a:cubicBezTo>
                <a:cubicBezTo>
                  <a:pt x="314446" y="144471"/>
                  <a:pt x="314115" y="145012"/>
                  <a:pt x="313451" y="145431"/>
                </a:cubicBezTo>
                <a:cubicBezTo>
                  <a:pt x="312788" y="145850"/>
                  <a:pt x="311776" y="146147"/>
                  <a:pt x="310415" y="146321"/>
                </a:cubicBezTo>
                <a:cubicBezTo>
                  <a:pt x="309054" y="146496"/>
                  <a:pt x="307292" y="146583"/>
                  <a:pt x="305128" y="146583"/>
                </a:cubicBezTo>
                <a:cubicBezTo>
                  <a:pt x="303034" y="146583"/>
                  <a:pt x="301376" y="146531"/>
                  <a:pt x="300154" y="146426"/>
                </a:cubicBezTo>
                <a:cubicBezTo>
                  <a:pt x="298933" y="146321"/>
                  <a:pt x="297956" y="146147"/>
                  <a:pt x="297223" y="145902"/>
                </a:cubicBezTo>
                <a:cubicBezTo>
                  <a:pt x="296490" y="145658"/>
                  <a:pt x="295931" y="145344"/>
                  <a:pt x="295547" y="144960"/>
                </a:cubicBezTo>
                <a:cubicBezTo>
                  <a:pt x="295164" y="144576"/>
                  <a:pt x="294832" y="144140"/>
                  <a:pt x="294553" y="143651"/>
                </a:cubicBezTo>
                <a:lnTo>
                  <a:pt x="271937" y="106273"/>
                </a:lnTo>
                <a:lnTo>
                  <a:pt x="249426" y="143651"/>
                </a:lnTo>
                <a:cubicBezTo>
                  <a:pt x="249147" y="144140"/>
                  <a:pt x="248815" y="144576"/>
                  <a:pt x="248432" y="144960"/>
                </a:cubicBezTo>
                <a:cubicBezTo>
                  <a:pt x="248048" y="145344"/>
                  <a:pt x="247489" y="145658"/>
                  <a:pt x="246756" y="145902"/>
                </a:cubicBezTo>
                <a:cubicBezTo>
                  <a:pt x="246023" y="146147"/>
                  <a:pt x="245064" y="146321"/>
                  <a:pt x="243877" y="146426"/>
                </a:cubicBezTo>
                <a:cubicBezTo>
                  <a:pt x="242690" y="146531"/>
                  <a:pt x="241120" y="146583"/>
                  <a:pt x="239165" y="146583"/>
                </a:cubicBezTo>
                <a:cubicBezTo>
                  <a:pt x="237141" y="146583"/>
                  <a:pt x="235483" y="146496"/>
                  <a:pt x="234192" y="146321"/>
                </a:cubicBezTo>
                <a:cubicBezTo>
                  <a:pt x="232901" y="146147"/>
                  <a:pt x="231958" y="145850"/>
                  <a:pt x="231365" y="145431"/>
                </a:cubicBezTo>
                <a:cubicBezTo>
                  <a:pt x="230772" y="145012"/>
                  <a:pt x="230493" y="144471"/>
                  <a:pt x="230527" y="143808"/>
                </a:cubicBezTo>
                <a:cubicBezTo>
                  <a:pt x="230562" y="143145"/>
                  <a:pt x="230894" y="142325"/>
                  <a:pt x="231522" y="141348"/>
                </a:cubicBezTo>
                <a:lnTo>
                  <a:pt x="260839" y="95384"/>
                </a:lnTo>
                <a:lnTo>
                  <a:pt x="233093" y="51095"/>
                </a:lnTo>
                <a:cubicBezTo>
                  <a:pt x="232534" y="50117"/>
                  <a:pt x="232238" y="49297"/>
                  <a:pt x="232203" y="48634"/>
                </a:cubicBezTo>
                <a:cubicBezTo>
                  <a:pt x="232168" y="47971"/>
                  <a:pt x="232482" y="47413"/>
                  <a:pt x="233145" y="46959"/>
                </a:cubicBezTo>
                <a:cubicBezTo>
                  <a:pt x="233808" y="46505"/>
                  <a:pt x="234820" y="46209"/>
                  <a:pt x="236181" y="46069"/>
                </a:cubicBezTo>
                <a:cubicBezTo>
                  <a:pt x="237543" y="45929"/>
                  <a:pt x="239340" y="45860"/>
                  <a:pt x="241574" y="45860"/>
                </a:cubicBezTo>
                <a:cubicBezTo>
                  <a:pt x="243598" y="45860"/>
                  <a:pt x="245221" y="45912"/>
                  <a:pt x="246442" y="46017"/>
                </a:cubicBezTo>
                <a:cubicBezTo>
                  <a:pt x="247664" y="46121"/>
                  <a:pt x="248623" y="46278"/>
                  <a:pt x="249321" y="46488"/>
                </a:cubicBezTo>
                <a:cubicBezTo>
                  <a:pt x="250020" y="46697"/>
                  <a:pt x="250543" y="46976"/>
                  <a:pt x="250892" y="47325"/>
                </a:cubicBezTo>
                <a:cubicBezTo>
                  <a:pt x="251241" y="47674"/>
                  <a:pt x="251555" y="48093"/>
                  <a:pt x="251834" y="48582"/>
                </a:cubicBezTo>
                <a:lnTo>
                  <a:pt x="273298" y="83657"/>
                </a:lnTo>
                <a:lnTo>
                  <a:pt x="295076" y="48582"/>
                </a:lnTo>
                <a:cubicBezTo>
                  <a:pt x="295355" y="48163"/>
                  <a:pt x="295670" y="47779"/>
                  <a:pt x="296019" y="47430"/>
                </a:cubicBezTo>
                <a:cubicBezTo>
                  <a:pt x="296368" y="47081"/>
                  <a:pt x="296839" y="46784"/>
                  <a:pt x="297432" y="46540"/>
                </a:cubicBezTo>
                <a:cubicBezTo>
                  <a:pt x="298025" y="46296"/>
                  <a:pt x="298863" y="46121"/>
                  <a:pt x="299945" y="46017"/>
                </a:cubicBezTo>
                <a:cubicBezTo>
                  <a:pt x="301027" y="45912"/>
                  <a:pt x="302510" y="45860"/>
                  <a:pt x="304395" y="45860"/>
                </a:cubicBezTo>
                <a:cubicBezTo>
                  <a:pt x="306419" y="45860"/>
                  <a:pt x="308077" y="45929"/>
                  <a:pt x="309368" y="46069"/>
                </a:cubicBezTo>
                <a:cubicBezTo>
                  <a:pt x="310659" y="46209"/>
                  <a:pt x="311619" y="46470"/>
                  <a:pt x="312247" y="46854"/>
                </a:cubicBezTo>
                <a:cubicBezTo>
                  <a:pt x="312876" y="47238"/>
                  <a:pt x="313155" y="47779"/>
                  <a:pt x="313085" y="48477"/>
                </a:cubicBezTo>
                <a:cubicBezTo>
                  <a:pt x="313015" y="49175"/>
                  <a:pt x="312666" y="50048"/>
                  <a:pt x="312038" y="51095"/>
                </a:cubicBezTo>
                <a:lnTo>
                  <a:pt x="284501" y="94860"/>
                </a:lnTo>
                <a:lnTo>
                  <a:pt x="313609" y="141348"/>
                </a:lnTo>
                <a:close/>
                <a:moveTo>
                  <a:pt x="383536" y="136450"/>
                </a:moveTo>
                <a:cubicBezTo>
                  <a:pt x="383536" y="138489"/>
                  <a:pt x="383397" y="140107"/>
                  <a:pt x="383118" y="141302"/>
                </a:cubicBezTo>
                <a:cubicBezTo>
                  <a:pt x="382838" y="142497"/>
                  <a:pt x="382420" y="143376"/>
                  <a:pt x="381861" y="143939"/>
                </a:cubicBezTo>
                <a:cubicBezTo>
                  <a:pt x="381303" y="144500"/>
                  <a:pt x="380465" y="145027"/>
                  <a:pt x="379348" y="145519"/>
                </a:cubicBezTo>
                <a:cubicBezTo>
                  <a:pt x="378232" y="146012"/>
                  <a:pt x="376958" y="146417"/>
                  <a:pt x="375527" y="146733"/>
                </a:cubicBezTo>
                <a:cubicBezTo>
                  <a:pt x="374096" y="147050"/>
                  <a:pt x="372578" y="147313"/>
                  <a:pt x="370972" y="147522"/>
                </a:cubicBezTo>
                <a:cubicBezTo>
                  <a:pt x="369367" y="147734"/>
                  <a:pt x="367761" y="147839"/>
                  <a:pt x="366156" y="147839"/>
                </a:cubicBezTo>
                <a:cubicBezTo>
                  <a:pt x="361270" y="147839"/>
                  <a:pt x="357082" y="147194"/>
                  <a:pt x="353592" y="145902"/>
                </a:cubicBezTo>
                <a:cubicBezTo>
                  <a:pt x="350102" y="144609"/>
                  <a:pt x="347240" y="142652"/>
                  <a:pt x="345006" y="140032"/>
                </a:cubicBezTo>
                <a:cubicBezTo>
                  <a:pt x="342772" y="137411"/>
                  <a:pt x="341150" y="134091"/>
                  <a:pt x="340137" y="130073"/>
                </a:cubicBezTo>
                <a:cubicBezTo>
                  <a:pt x="339125" y="126053"/>
                  <a:pt x="338619" y="121317"/>
                  <a:pt x="338619" y="115866"/>
                </a:cubicBezTo>
                <a:lnTo>
                  <a:pt x="338619" y="60727"/>
                </a:lnTo>
                <a:lnTo>
                  <a:pt x="325427" y="60727"/>
                </a:lnTo>
                <a:cubicBezTo>
                  <a:pt x="324380" y="60727"/>
                  <a:pt x="323542" y="60166"/>
                  <a:pt x="322914" y="59042"/>
                </a:cubicBezTo>
                <a:cubicBezTo>
                  <a:pt x="322286" y="57917"/>
                  <a:pt x="321972" y="56088"/>
                  <a:pt x="321972" y="53555"/>
                </a:cubicBezTo>
                <a:cubicBezTo>
                  <a:pt x="321972" y="52220"/>
                  <a:pt x="322059" y="51096"/>
                  <a:pt x="322233" y="50182"/>
                </a:cubicBezTo>
                <a:cubicBezTo>
                  <a:pt x="322408" y="49268"/>
                  <a:pt x="322635" y="48512"/>
                  <a:pt x="322914" y="47914"/>
                </a:cubicBezTo>
                <a:cubicBezTo>
                  <a:pt x="323193" y="47317"/>
                  <a:pt x="323560" y="46895"/>
                  <a:pt x="324013" y="46648"/>
                </a:cubicBezTo>
                <a:cubicBezTo>
                  <a:pt x="324467" y="46402"/>
                  <a:pt x="324973" y="46278"/>
                  <a:pt x="325531" y="46278"/>
                </a:cubicBezTo>
                <a:lnTo>
                  <a:pt x="338619" y="46278"/>
                </a:lnTo>
                <a:lnTo>
                  <a:pt x="338619" y="23872"/>
                </a:lnTo>
                <a:cubicBezTo>
                  <a:pt x="338619" y="23383"/>
                  <a:pt x="338741" y="22930"/>
                  <a:pt x="338986" y="22511"/>
                </a:cubicBezTo>
                <a:cubicBezTo>
                  <a:pt x="339230" y="22092"/>
                  <a:pt x="339684" y="21726"/>
                  <a:pt x="340347" y="21412"/>
                </a:cubicBezTo>
                <a:cubicBezTo>
                  <a:pt x="341010" y="21097"/>
                  <a:pt x="341900" y="20871"/>
                  <a:pt x="343017" y="20731"/>
                </a:cubicBezTo>
                <a:cubicBezTo>
                  <a:pt x="344134" y="20591"/>
                  <a:pt x="345530" y="20522"/>
                  <a:pt x="347205" y="20522"/>
                </a:cubicBezTo>
                <a:cubicBezTo>
                  <a:pt x="348950" y="20522"/>
                  <a:pt x="350381" y="20591"/>
                  <a:pt x="351498" y="20731"/>
                </a:cubicBezTo>
                <a:cubicBezTo>
                  <a:pt x="352614" y="20871"/>
                  <a:pt x="353487" y="21097"/>
                  <a:pt x="354115" y="21412"/>
                </a:cubicBezTo>
                <a:cubicBezTo>
                  <a:pt x="354743" y="21726"/>
                  <a:pt x="355197" y="22092"/>
                  <a:pt x="355476" y="22511"/>
                </a:cubicBezTo>
                <a:cubicBezTo>
                  <a:pt x="355755" y="22930"/>
                  <a:pt x="355895" y="23383"/>
                  <a:pt x="355895" y="23872"/>
                </a:cubicBezTo>
                <a:lnTo>
                  <a:pt x="355895" y="46278"/>
                </a:lnTo>
                <a:lnTo>
                  <a:pt x="380081" y="46278"/>
                </a:lnTo>
                <a:cubicBezTo>
                  <a:pt x="380640" y="46278"/>
                  <a:pt x="381128" y="46402"/>
                  <a:pt x="381547" y="46648"/>
                </a:cubicBezTo>
                <a:cubicBezTo>
                  <a:pt x="381966" y="46895"/>
                  <a:pt x="382332" y="47317"/>
                  <a:pt x="382646" y="47914"/>
                </a:cubicBezTo>
                <a:cubicBezTo>
                  <a:pt x="382961" y="48512"/>
                  <a:pt x="383187" y="49268"/>
                  <a:pt x="383327" y="50182"/>
                </a:cubicBezTo>
                <a:cubicBezTo>
                  <a:pt x="383467" y="51096"/>
                  <a:pt x="383536" y="52220"/>
                  <a:pt x="383536" y="53555"/>
                </a:cubicBezTo>
                <a:cubicBezTo>
                  <a:pt x="383536" y="56088"/>
                  <a:pt x="383222" y="57917"/>
                  <a:pt x="382594" y="59042"/>
                </a:cubicBezTo>
                <a:cubicBezTo>
                  <a:pt x="381966" y="60166"/>
                  <a:pt x="381128" y="60727"/>
                  <a:pt x="380081" y="60727"/>
                </a:cubicBezTo>
                <a:lnTo>
                  <a:pt x="355895" y="60727"/>
                </a:lnTo>
                <a:lnTo>
                  <a:pt x="355895" y="113288"/>
                </a:lnTo>
                <a:cubicBezTo>
                  <a:pt x="355895" y="119779"/>
                  <a:pt x="356855" y="124683"/>
                  <a:pt x="358774" y="127998"/>
                </a:cubicBezTo>
                <a:cubicBezTo>
                  <a:pt x="360694" y="131314"/>
                  <a:pt x="364132" y="132972"/>
                  <a:pt x="369088" y="132972"/>
                </a:cubicBezTo>
                <a:cubicBezTo>
                  <a:pt x="370693" y="132972"/>
                  <a:pt x="372124" y="132815"/>
                  <a:pt x="373380" y="132500"/>
                </a:cubicBezTo>
                <a:cubicBezTo>
                  <a:pt x="374637" y="132186"/>
                  <a:pt x="375754" y="131855"/>
                  <a:pt x="376731" y="131506"/>
                </a:cubicBezTo>
                <a:cubicBezTo>
                  <a:pt x="377708" y="131157"/>
                  <a:pt x="378546" y="130825"/>
                  <a:pt x="379244" y="130511"/>
                </a:cubicBezTo>
                <a:cubicBezTo>
                  <a:pt x="379942" y="130197"/>
                  <a:pt x="380570" y="130040"/>
                  <a:pt x="381128" y="130040"/>
                </a:cubicBezTo>
                <a:cubicBezTo>
                  <a:pt x="381477" y="130040"/>
                  <a:pt x="381809" y="130127"/>
                  <a:pt x="382123" y="130302"/>
                </a:cubicBezTo>
                <a:cubicBezTo>
                  <a:pt x="382437" y="130476"/>
                  <a:pt x="382681" y="130808"/>
                  <a:pt x="382856" y="131296"/>
                </a:cubicBezTo>
                <a:cubicBezTo>
                  <a:pt x="383030" y="131785"/>
                  <a:pt x="383187" y="132450"/>
                  <a:pt x="383327" y="133292"/>
                </a:cubicBezTo>
                <a:cubicBezTo>
                  <a:pt x="383467" y="134132"/>
                  <a:pt x="383536" y="135185"/>
                  <a:pt x="383536" y="136450"/>
                </a:cubicBezTo>
                <a:close/>
                <a:moveTo>
                  <a:pt x="503343" y="136450"/>
                </a:moveTo>
                <a:cubicBezTo>
                  <a:pt x="503343" y="138489"/>
                  <a:pt x="503203" y="140107"/>
                  <a:pt x="502924" y="141302"/>
                </a:cubicBezTo>
                <a:cubicBezTo>
                  <a:pt x="502645" y="142497"/>
                  <a:pt x="502226" y="143376"/>
                  <a:pt x="501667" y="143939"/>
                </a:cubicBezTo>
                <a:cubicBezTo>
                  <a:pt x="501109" y="144500"/>
                  <a:pt x="500271" y="145027"/>
                  <a:pt x="499154" y="145519"/>
                </a:cubicBezTo>
                <a:cubicBezTo>
                  <a:pt x="498038" y="146012"/>
                  <a:pt x="496764" y="146417"/>
                  <a:pt x="495333" y="146733"/>
                </a:cubicBezTo>
                <a:cubicBezTo>
                  <a:pt x="493902" y="147050"/>
                  <a:pt x="492384" y="147313"/>
                  <a:pt x="490778" y="147522"/>
                </a:cubicBezTo>
                <a:cubicBezTo>
                  <a:pt x="489173" y="147734"/>
                  <a:pt x="487567" y="147839"/>
                  <a:pt x="485962" y="147839"/>
                </a:cubicBezTo>
                <a:cubicBezTo>
                  <a:pt x="481076" y="147839"/>
                  <a:pt x="476888" y="147194"/>
                  <a:pt x="473398" y="145902"/>
                </a:cubicBezTo>
                <a:cubicBezTo>
                  <a:pt x="469908" y="144609"/>
                  <a:pt x="467046" y="142652"/>
                  <a:pt x="464812" y="140032"/>
                </a:cubicBezTo>
                <a:cubicBezTo>
                  <a:pt x="462579" y="137411"/>
                  <a:pt x="460956" y="134091"/>
                  <a:pt x="459944" y="130073"/>
                </a:cubicBezTo>
                <a:cubicBezTo>
                  <a:pt x="458931" y="126053"/>
                  <a:pt x="458425" y="121317"/>
                  <a:pt x="458425" y="115866"/>
                </a:cubicBezTo>
                <a:lnTo>
                  <a:pt x="458425" y="60727"/>
                </a:lnTo>
                <a:lnTo>
                  <a:pt x="445233" y="60727"/>
                </a:lnTo>
                <a:cubicBezTo>
                  <a:pt x="444186" y="60727"/>
                  <a:pt x="443348" y="60166"/>
                  <a:pt x="442720" y="59042"/>
                </a:cubicBezTo>
                <a:cubicBezTo>
                  <a:pt x="442092" y="57917"/>
                  <a:pt x="441778" y="56088"/>
                  <a:pt x="441778" y="53555"/>
                </a:cubicBezTo>
                <a:cubicBezTo>
                  <a:pt x="441778" y="52220"/>
                  <a:pt x="441865" y="51096"/>
                  <a:pt x="442039" y="50182"/>
                </a:cubicBezTo>
                <a:cubicBezTo>
                  <a:pt x="442214" y="49268"/>
                  <a:pt x="442441" y="48512"/>
                  <a:pt x="442720" y="47914"/>
                </a:cubicBezTo>
                <a:cubicBezTo>
                  <a:pt x="442999" y="47317"/>
                  <a:pt x="443366" y="46895"/>
                  <a:pt x="443819" y="46648"/>
                </a:cubicBezTo>
                <a:cubicBezTo>
                  <a:pt x="444273" y="46402"/>
                  <a:pt x="444779" y="46278"/>
                  <a:pt x="445338" y="46278"/>
                </a:cubicBezTo>
                <a:lnTo>
                  <a:pt x="458425" y="46278"/>
                </a:lnTo>
                <a:lnTo>
                  <a:pt x="458425" y="23872"/>
                </a:lnTo>
                <a:cubicBezTo>
                  <a:pt x="458425" y="23383"/>
                  <a:pt x="458548" y="22930"/>
                  <a:pt x="458792" y="22511"/>
                </a:cubicBezTo>
                <a:cubicBezTo>
                  <a:pt x="459036" y="22092"/>
                  <a:pt x="459490" y="21726"/>
                  <a:pt x="460153" y="21412"/>
                </a:cubicBezTo>
                <a:cubicBezTo>
                  <a:pt x="460816" y="21097"/>
                  <a:pt x="461706" y="20871"/>
                  <a:pt x="462823" y="20731"/>
                </a:cubicBezTo>
                <a:cubicBezTo>
                  <a:pt x="463940" y="20591"/>
                  <a:pt x="465336" y="20522"/>
                  <a:pt x="467011" y="20522"/>
                </a:cubicBezTo>
                <a:cubicBezTo>
                  <a:pt x="468756" y="20522"/>
                  <a:pt x="470187" y="20591"/>
                  <a:pt x="471304" y="20731"/>
                </a:cubicBezTo>
                <a:cubicBezTo>
                  <a:pt x="472421" y="20871"/>
                  <a:pt x="473293" y="21097"/>
                  <a:pt x="473921" y="21412"/>
                </a:cubicBezTo>
                <a:cubicBezTo>
                  <a:pt x="474549" y="21726"/>
                  <a:pt x="475003" y="22092"/>
                  <a:pt x="475282" y="22511"/>
                </a:cubicBezTo>
                <a:cubicBezTo>
                  <a:pt x="475562" y="22930"/>
                  <a:pt x="475701" y="23383"/>
                  <a:pt x="475701" y="23872"/>
                </a:cubicBezTo>
                <a:lnTo>
                  <a:pt x="475701" y="46278"/>
                </a:lnTo>
                <a:lnTo>
                  <a:pt x="499887" y="46278"/>
                </a:lnTo>
                <a:cubicBezTo>
                  <a:pt x="500446" y="46278"/>
                  <a:pt x="500934" y="46402"/>
                  <a:pt x="501353" y="46648"/>
                </a:cubicBezTo>
                <a:cubicBezTo>
                  <a:pt x="501772" y="46895"/>
                  <a:pt x="502138" y="47317"/>
                  <a:pt x="502453" y="47914"/>
                </a:cubicBezTo>
                <a:cubicBezTo>
                  <a:pt x="502767" y="48512"/>
                  <a:pt x="502994" y="49268"/>
                  <a:pt x="503133" y="50182"/>
                </a:cubicBezTo>
                <a:cubicBezTo>
                  <a:pt x="503273" y="51096"/>
                  <a:pt x="503343" y="52220"/>
                  <a:pt x="503343" y="53555"/>
                </a:cubicBezTo>
                <a:cubicBezTo>
                  <a:pt x="503343" y="56088"/>
                  <a:pt x="503028" y="57917"/>
                  <a:pt x="502400" y="59042"/>
                </a:cubicBezTo>
                <a:cubicBezTo>
                  <a:pt x="501772" y="60166"/>
                  <a:pt x="500934" y="60727"/>
                  <a:pt x="499887" y="60727"/>
                </a:cubicBezTo>
                <a:lnTo>
                  <a:pt x="475701" y="60727"/>
                </a:lnTo>
                <a:lnTo>
                  <a:pt x="475701" y="113288"/>
                </a:lnTo>
                <a:cubicBezTo>
                  <a:pt x="475701" y="119779"/>
                  <a:pt x="476661" y="124683"/>
                  <a:pt x="478581" y="127998"/>
                </a:cubicBezTo>
                <a:cubicBezTo>
                  <a:pt x="480500" y="131314"/>
                  <a:pt x="483938" y="132972"/>
                  <a:pt x="488894" y="132972"/>
                </a:cubicBezTo>
                <a:cubicBezTo>
                  <a:pt x="490499" y="132972"/>
                  <a:pt x="491930" y="132815"/>
                  <a:pt x="493186" y="132500"/>
                </a:cubicBezTo>
                <a:cubicBezTo>
                  <a:pt x="494443" y="132186"/>
                  <a:pt x="495560" y="131855"/>
                  <a:pt x="496537" y="131506"/>
                </a:cubicBezTo>
                <a:cubicBezTo>
                  <a:pt x="497514" y="131157"/>
                  <a:pt x="498352" y="130825"/>
                  <a:pt x="499050" y="130511"/>
                </a:cubicBezTo>
                <a:cubicBezTo>
                  <a:pt x="499748" y="130197"/>
                  <a:pt x="500376" y="130040"/>
                  <a:pt x="500934" y="130040"/>
                </a:cubicBezTo>
                <a:cubicBezTo>
                  <a:pt x="501283" y="130040"/>
                  <a:pt x="501615" y="130127"/>
                  <a:pt x="501929" y="130302"/>
                </a:cubicBezTo>
                <a:cubicBezTo>
                  <a:pt x="502243" y="130476"/>
                  <a:pt x="502487" y="130808"/>
                  <a:pt x="502662" y="131296"/>
                </a:cubicBezTo>
                <a:cubicBezTo>
                  <a:pt x="502836" y="131785"/>
                  <a:pt x="502994" y="132450"/>
                  <a:pt x="503133" y="133292"/>
                </a:cubicBezTo>
                <a:cubicBezTo>
                  <a:pt x="503273" y="134132"/>
                  <a:pt x="503343" y="135185"/>
                  <a:pt x="503343" y="136450"/>
                </a:cubicBezTo>
                <a:close/>
                <a:moveTo>
                  <a:pt x="613709" y="95227"/>
                </a:moveTo>
                <a:cubicBezTo>
                  <a:pt x="613709" y="102911"/>
                  <a:pt x="612697" y="109985"/>
                  <a:pt x="610673" y="116448"/>
                </a:cubicBezTo>
                <a:cubicBezTo>
                  <a:pt x="608649" y="122911"/>
                  <a:pt x="605630" y="128485"/>
                  <a:pt x="601616" y="133168"/>
                </a:cubicBezTo>
                <a:cubicBezTo>
                  <a:pt x="597602" y="137849"/>
                  <a:pt x="592577" y="141499"/>
                  <a:pt x="586539" y="144119"/>
                </a:cubicBezTo>
                <a:cubicBezTo>
                  <a:pt x="580501" y="146739"/>
                  <a:pt x="573504" y="148049"/>
                  <a:pt x="565546" y="148049"/>
                </a:cubicBezTo>
                <a:cubicBezTo>
                  <a:pt x="557798" y="148049"/>
                  <a:pt x="551045" y="146896"/>
                  <a:pt x="545286" y="144590"/>
                </a:cubicBezTo>
                <a:cubicBezTo>
                  <a:pt x="539528" y="142285"/>
                  <a:pt x="534729" y="138931"/>
                  <a:pt x="530890" y="134529"/>
                </a:cubicBezTo>
                <a:cubicBezTo>
                  <a:pt x="527051" y="130127"/>
                  <a:pt x="524189" y="124782"/>
                  <a:pt x="522304" y="118493"/>
                </a:cubicBezTo>
                <a:cubicBezTo>
                  <a:pt x="520420" y="112205"/>
                  <a:pt x="519477" y="105077"/>
                  <a:pt x="519477" y="97111"/>
                </a:cubicBezTo>
                <a:cubicBezTo>
                  <a:pt x="519477" y="89426"/>
                  <a:pt x="520472" y="82353"/>
                  <a:pt x="522461" y="75889"/>
                </a:cubicBezTo>
                <a:cubicBezTo>
                  <a:pt x="524451" y="69426"/>
                  <a:pt x="527452" y="63854"/>
                  <a:pt x="531466" y="59173"/>
                </a:cubicBezTo>
                <a:cubicBezTo>
                  <a:pt x="535479" y="54490"/>
                  <a:pt x="540487" y="50856"/>
                  <a:pt x="546490" y="48271"/>
                </a:cubicBezTo>
                <a:cubicBezTo>
                  <a:pt x="552493" y="45686"/>
                  <a:pt x="559508" y="44394"/>
                  <a:pt x="567536" y="44394"/>
                </a:cubicBezTo>
                <a:cubicBezTo>
                  <a:pt x="575283" y="44394"/>
                  <a:pt x="582037" y="45546"/>
                  <a:pt x="587795" y="47852"/>
                </a:cubicBezTo>
                <a:cubicBezTo>
                  <a:pt x="593554" y="50158"/>
                  <a:pt x="598353" y="53511"/>
                  <a:pt x="602192" y="57913"/>
                </a:cubicBezTo>
                <a:cubicBezTo>
                  <a:pt x="606031" y="62315"/>
                  <a:pt x="608910" y="67660"/>
                  <a:pt x="610830" y="73949"/>
                </a:cubicBezTo>
                <a:cubicBezTo>
                  <a:pt x="612749" y="80238"/>
                  <a:pt x="613709" y="87330"/>
                  <a:pt x="613709" y="95227"/>
                </a:cubicBezTo>
                <a:moveTo>
                  <a:pt x="595491" y="96326"/>
                </a:moveTo>
                <a:cubicBezTo>
                  <a:pt x="595491" y="91230"/>
                  <a:pt x="595020" y="86414"/>
                  <a:pt x="594077" y="81877"/>
                </a:cubicBezTo>
                <a:cubicBezTo>
                  <a:pt x="593135" y="77340"/>
                  <a:pt x="591582" y="73361"/>
                  <a:pt x="589418" y="69941"/>
                </a:cubicBezTo>
                <a:cubicBezTo>
                  <a:pt x="587254" y="66521"/>
                  <a:pt x="584323" y="63816"/>
                  <a:pt x="580623" y="61827"/>
                </a:cubicBezTo>
                <a:cubicBezTo>
                  <a:pt x="576924" y="59837"/>
                  <a:pt x="572317" y="58843"/>
                  <a:pt x="566803" y="58843"/>
                </a:cubicBezTo>
                <a:cubicBezTo>
                  <a:pt x="561707" y="58843"/>
                  <a:pt x="557327" y="59750"/>
                  <a:pt x="553663" y="61565"/>
                </a:cubicBezTo>
                <a:cubicBezTo>
                  <a:pt x="549998" y="63380"/>
                  <a:pt x="546979" y="65945"/>
                  <a:pt x="544606" y="69260"/>
                </a:cubicBezTo>
                <a:cubicBezTo>
                  <a:pt x="542233" y="72576"/>
                  <a:pt x="540470" y="76502"/>
                  <a:pt x="539318" y="81039"/>
                </a:cubicBezTo>
                <a:cubicBezTo>
                  <a:pt x="538167" y="85576"/>
                  <a:pt x="537591" y="90532"/>
                  <a:pt x="537591" y="95907"/>
                </a:cubicBezTo>
                <a:cubicBezTo>
                  <a:pt x="537591" y="101072"/>
                  <a:pt x="538062" y="105924"/>
                  <a:pt x="539004" y="110461"/>
                </a:cubicBezTo>
                <a:cubicBezTo>
                  <a:pt x="539947" y="114998"/>
                  <a:pt x="541517" y="118959"/>
                  <a:pt x="543716" y="122344"/>
                </a:cubicBezTo>
                <a:cubicBezTo>
                  <a:pt x="545915" y="125730"/>
                  <a:pt x="548864" y="128417"/>
                  <a:pt x="552563" y="130406"/>
                </a:cubicBezTo>
                <a:cubicBezTo>
                  <a:pt x="556263" y="132396"/>
                  <a:pt x="560869" y="133390"/>
                  <a:pt x="566384" y="133390"/>
                </a:cubicBezTo>
                <a:cubicBezTo>
                  <a:pt x="571410" y="133390"/>
                  <a:pt x="575772" y="132483"/>
                  <a:pt x="579472" y="130668"/>
                </a:cubicBezTo>
                <a:cubicBezTo>
                  <a:pt x="583171" y="128853"/>
                  <a:pt x="586207" y="126306"/>
                  <a:pt x="588581" y="123025"/>
                </a:cubicBezTo>
                <a:cubicBezTo>
                  <a:pt x="590954" y="119744"/>
                  <a:pt x="592699" y="115835"/>
                  <a:pt x="593816" y="111298"/>
                </a:cubicBezTo>
                <a:cubicBezTo>
                  <a:pt x="594933" y="106761"/>
                  <a:pt x="595491" y="101770"/>
                  <a:pt x="595491" y="96326"/>
                </a:cubicBezTo>
                <a:close/>
                <a:moveTo>
                  <a:pt x="716386" y="143232"/>
                </a:moveTo>
                <a:cubicBezTo>
                  <a:pt x="716386" y="143791"/>
                  <a:pt x="716247" y="144279"/>
                  <a:pt x="715968" y="144698"/>
                </a:cubicBezTo>
                <a:cubicBezTo>
                  <a:pt x="715688" y="145117"/>
                  <a:pt x="715217" y="145466"/>
                  <a:pt x="714554" y="145745"/>
                </a:cubicBezTo>
                <a:cubicBezTo>
                  <a:pt x="713891" y="146024"/>
                  <a:pt x="712966" y="146234"/>
                  <a:pt x="711780" y="146373"/>
                </a:cubicBezTo>
                <a:cubicBezTo>
                  <a:pt x="710593" y="146513"/>
                  <a:pt x="709092" y="146583"/>
                  <a:pt x="707277" y="146583"/>
                </a:cubicBezTo>
                <a:cubicBezTo>
                  <a:pt x="705393" y="146583"/>
                  <a:pt x="703840" y="146531"/>
                  <a:pt x="702618" y="146426"/>
                </a:cubicBezTo>
                <a:cubicBezTo>
                  <a:pt x="701397" y="146321"/>
                  <a:pt x="700367" y="146147"/>
                  <a:pt x="699529" y="145902"/>
                </a:cubicBezTo>
                <a:cubicBezTo>
                  <a:pt x="698692" y="145658"/>
                  <a:pt x="698011" y="145309"/>
                  <a:pt x="697488" y="144855"/>
                </a:cubicBezTo>
                <a:cubicBezTo>
                  <a:pt x="696964" y="144402"/>
                  <a:pt x="696493" y="143861"/>
                  <a:pt x="696074" y="143232"/>
                </a:cubicBezTo>
                <a:lnTo>
                  <a:pt x="656287" y="91091"/>
                </a:lnTo>
                <a:lnTo>
                  <a:pt x="656287" y="143337"/>
                </a:lnTo>
                <a:cubicBezTo>
                  <a:pt x="656287" y="143896"/>
                  <a:pt x="656148" y="144367"/>
                  <a:pt x="655869" y="144751"/>
                </a:cubicBezTo>
                <a:cubicBezTo>
                  <a:pt x="655589" y="145134"/>
                  <a:pt x="655136" y="145466"/>
                  <a:pt x="654508" y="145745"/>
                </a:cubicBezTo>
                <a:cubicBezTo>
                  <a:pt x="653879" y="146024"/>
                  <a:pt x="653007" y="146234"/>
                  <a:pt x="651890" y="146373"/>
                </a:cubicBezTo>
                <a:cubicBezTo>
                  <a:pt x="650773" y="146513"/>
                  <a:pt x="649342" y="146583"/>
                  <a:pt x="647597" y="146583"/>
                </a:cubicBezTo>
                <a:cubicBezTo>
                  <a:pt x="645922" y="146583"/>
                  <a:pt x="644526" y="146513"/>
                  <a:pt x="643409" y="146373"/>
                </a:cubicBezTo>
                <a:cubicBezTo>
                  <a:pt x="642292" y="146234"/>
                  <a:pt x="641402" y="146024"/>
                  <a:pt x="640739" y="145745"/>
                </a:cubicBezTo>
                <a:cubicBezTo>
                  <a:pt x="640076" y="145466"/>
                  <a:pt x="639622" y="145134"/>
                  <a:pt x="639378" y="144751"/>
                </a:cubicBezTo>
                <a:cubicBezTo>
                  <a:pt x="639134" y="144365"/>
                  <a:pt x="639012" y="143892"/>
                  <a:pt x="639012" y="143334"/>
                </a:cubicBezTo>
                <a:lnTo>
                  <a:pt x="639012" y="3354"/>
                </a:lnTo>
                <a:cubicBezTo>
                  <a:pt x="639012" y="2795"/>
                  <a:pt x="639134" y="2307"/>
                  <a:pt x="639378" y="1888"/>
                </a:cubicBezTo>
                <a:cubicBezTo>
                  <a:pt x="639622" y="1467"/>
                  <a:pt x="640076" y="1117"/>
                  <a:pt x="640739" y="838"/>
                </a:cubicBezTo>
                <a:cubicBezTo>
                  <a:pt x="641402" y="558"/>
                  <a:pt x="642292" y="349"/>
                  <a:pt x="643409" y="209"/>
                </a:cubicBezTo>
                <a:cubicBezTo>
                  <a:pt x="644526" y="70"/>
                  <a:pt x="645922" y="0"/>
                  <a:pt x="647597" y="0"/>
                </a:cubicBezTo>
                <a:cubicBezTo>
                  <a:pt x="649342" y="0"/>
                  <a:pt x="650773" y="70"/>
                  <a:pt x="651890" y="209"/>
                </a:cubicBezTo>
                <a:cubicBezTo>
                  <a:pt x="653007" y="349"/>
                  <a:pt x="653879" y="558"/>
                  <a:pt x="654508" y="838"/>
                </a:cubicBezTo>
                <a:cubicBezTo>
                  <a:pt x="655136" y="1117"/>
                  <a:pt x="655589" y="1467"/>
                  <a:pt x="655869" y="1888"/>
                </a:cubicBezTo>
                <a:cubicBezTo>
                  <a:pt x="656148" y="2307"/>
                  <a:pt x="656287" y="2795"/>
                  <a:pt x="656287" y="3354"/>
                </a:cubicBezTo>
                <a:lnTo>
                  <a:pt x="656287" y="88683"/>
                </a:lnTo>
                <a:lnTo>
                  <a:pt x="691886" y="49524"/>
                </a:lnTo>
                <a:cubicBezTo>
                  <a:pt x="692445" y="48826"/>
                  <a:pt x="693038" y="48250"/>
                  <a:pt x="693666" y="47796"/>
                </a:cubicBezTo>
                <a:cubicBezTo>
                  <a:pt x="694294" y="47343"/>
                  <a:pt x="695045" y="46959"/>
                  <a:pt x="695917" y="46645"/>
                </a:cubicBezTo>
                <a:cubicBezTo>
                  <a:pt x="696790" y="46331"/>
                  <a:pt x="697819" y="46121"/>
                  <a:pt x="699006" y="46017"/>
                </a:cubicBezTo>
                <a:cubicBezTo>
                  <a:pt x="700193" y="45912"/>
                  <a:pt x="701623" y="45860"/>
                  <a:pt x="703299" y="45860"/>
                </a:cubicBezTo>
                <a:cubicBezTo>
                  <a:pt x="705044" y="45860"/>
                  <a:pt x="706510" y="45912"/>
                  <a:pt x="707696" y="46017"/>
                </a:cubicBezTo>
                <a:cubicBezTo>
                  <a:pt x="708883" y="46121"/>
                  <a:pt x="709843" y="46296"/>
                  <a:pt x="710575" y="46540"/>
                </a:cubicBezTo>
                <a:cubicBezTo>
                  <a:pt x="711308" y="46784"/>
                  <a:pt x="711832" y="47098"/>
                  <a:pt x="712146" y="47482"/>
                </a:cubicBezTo>
                <a:cubicBezTo>
                  <a:pt x="712460" y="47866"/>
                  <a:pt x="712617" y="48372"/>
                  <a:pt x="712617" y="49001"/>
                </a:cubicBezTo>
                <a:cubicBezTo>
                  <a:pt x="712617" y="49838"/>
                  <a:pt x="712390" y="50676"/>
                  <a:pt x="711937" y="51513"/>
                </a:cubicBezTo>
                <a:cubicBezTo>
                  <a:pt x="711483" y="52351"/>
                  <a:pt x="710733" y="53328"/>
                  <a:pt x="709686" y="54445"/>
                </a:cubicBezTo>
                <a:lnTo>
                  <a:pt x="675553" y="88578"/>
                </a:lnTo>
                <a:lnTo>
                  <a:pt x="713874" y="138311"/>
                </a:lnTo>
                <a:cubicBezTo>
                  <a:pt x="714781" y="139498"/>
                  <a:pt x="715427" y="140458"/>
                  <a:pt x="715811" y="141191"/>
                </a:cubicBezTo>
                <a:cubicBezTo>
                  <a:pt x="716194" y="141924"/>
                  <a:pt x="716386" y="142604"/>
                  <a:pt x="716386" y="143232"/>
                </a:cubicBezTo>
                <a:close/>
                <a:moveTo>
                  <a:pt x="816336" y="92138"/>
                </a:moveTo>
                <a:cubicBezTo>
                  <a:pt x="816336" y="94860"/>
                  <a:pt x="815655" y="96797"/>
                  <a:pt x="814294" y="97949"/>
                </a:cubicBezTo>
                <a:cubicBezTo>
                  <a:pt x="812933" y="99100"/>
                  <a:pt x="811380" y="99676"/>
                  <a:pt x="809635" y="99676"/>
                </a:cubicBezTo>
                <a:lnTo>
                  <a:pt x="747861" y="99676"/>
                </a:lnTo>
                <a:cubicBezTo>
                  <a:pt x="747861" y="104927"/>
                  <a:pt x="748384" y="109652"/>
                  <a:pt x="749431" y="113854"/>
                </a:cubicBezTo>
                <a:cubicBezTo>
                  <a:pt x="750478" y="118055"/>
                  <a:pt x="752223" y="121661"/>
                  <a:pt x="754666" y="124671"/>
                </a:cubicBezTo>
                <a:cubicBezTo>
                  <a:pt x="757109" y="127681"/>
                  <a:pt x="760285" y="129992"/>
                  <a:pt x="764194" y="131604"/>
                </a:cubicBezTo>
                <a:cubicBezTo>
                  <a:pt x="768103" y="133214"/>
                  <a:pt x="772884" y="134019"/>
                  <a:pt x="778538" y="134019"/>
                </a:cubicBezTo>
                <a:cubicBezTo>
                  <a:pt x="783006" y="134019"/>
                  <a:pt x="786984" y="133652"/>
                  <a:pt x="790474" y="132919"/>
                </a:cubicBezTo>
                <a:cubicBezTo>
                  <a:pt x="793964" y="132186"/>
                  <a:pt x="796983" y="131366"/>
                  <a:pt x="799531" y="130459"/>
                </a:cubicBezTo>
                <a:cubicBezTo>
                  <a:pt x="802079" y="129551"/>
                  <a:pt x="804173" y="128731"/>
                  <a:pt x="805813" y="127998"/>
                </a:cubicBezTo>
                <a:cubicBezTo>
                  <a:pt x="807454" y="127265"/>
                  <a:pt x="808693" y="126899"/>
                  <a:pt x="809530" y="126899"/>
                </a:cubicBezTo>
                <a:cubicBezTo>
                  <a:pt x="810019" y="126899"/>
                  <a:pt x="810455" y="127021"/>
                  <a:pt x="810839" y="127265"/>
                </a:cubicBezTo>
                <a:cubicBezTo>
                  <a:pt x="811223" y="127510"/>
                  <a:pt x="811519" y="127876"/>
                  <a:pt x="811729" y="128365"/>
                </a:cubicBezTo>
                <a:cubicBezTo>
                  <a:pt x="811938" y="128853"/>
                  <a:pt x="812095" y="129534"/>
                  <a:pt x="812200" y="130406"/>
                </a:cubicBezTo>
                <a:cubicBezTo>
                  <a:pt x="812305" y="131279"/>
                  <a:pt x="812357" y="132343"/>
                  <a:pt x="812357" y="133600"/>
                </a:cubicBezTo>
                <a:cubicBezTo>
                  <a:pt x="812357" y="134507"/>
                  <a:pt x="812322" y="135293"/>
                  <a:pt x="812252" y="135956"/>
                </a:cubicBezTo>
                <a:cubicBezTo>
                  <a:pt x="812183" y="136619"/>
                  <a:pt x="812095" y="137212"/>
                  <a:pt x="811991" y="137736"/>
                </a:cubicBezTo>
                <a:cubicBezTo>
                  <a:pt x="811886" y="138259"/>
                  <a:pt x="811711" y="138730"/>
                  <a:pt x="811467" y="139149"/>
                </a:cubicBezTo>
                <a:cubicBezTo>
                  <a:pt x="811223" y="139568"/>
                  <a:pt x="810909" y="139969"/>
                  <a:pt x="810525" y="140353"/>
                </a:cubicBezTo>
                <a:cubicBezTo>
                  <a:pt x="810141" y="140737"/>
                  <a:pt x="809007" y="141365"/>
                  <a:pt x="807122" y="142238"/>
                </a:cubicBezTo>
                <a:cubicBezTo>
                  <a:pt x="805237" y="143110"/>
                  <a:pt x="802794" y="143965"/>
                  <a:pt x="799793" y="144803"/>
                </a:cubicBezTo>
                <a:cubicBezTo>
                  <a:pt x="796791" y="145641"/>
                  <a:pt x="793319" y="146391"/>
                  <a:pt x="789375" y="147054"/>
                </a:cubicBezTo>
                <a:cubicBezTo>
                  <a:pt x="785431" y="147717"/>
                  <a:pt x="781226" y="148049"/>
                  <a:pt x="776758" y="148049"/>
                </a:cubicBezTo>
                <a:cubicBezTo>
                  <a:pt x="769010" y="148049"/>
                  <a:pt x="762222" y="146966"/>
                  <a:pt x="756394" y="144800"/>
                </a:cubicBezTo>
                <a:cubicBezTo>
                  <a:pt x="750565" y="142634"/>
                  <a:pt x="745662" y="139420"/>
                  <a:pt x="741683" y="135157"/>
                </a:cubicBezTo>
                <a:cubicBezTo>
                  <a:pt x="737705" y="130895"/>
                  <a:pt x="734703" y="125550"/>
                  <a:pt x="732679" y="119121"/>
                </a:cubicBezTo>
                <a:cubicBezTo>
                  <a:pt x="730655" y="112693"/>
                  <a:pt x="729642" y="105217"/>
                  <a:pt x="729642" y="96692"/>
                </a:cubicBezTo>
                <a:cubicBezTo>
                  <a:pt x="729642" y="88587"/>
                  <a:pt x="730690" y="81302"/>
                  <a:pt x="732784" y="74839"/>
                </a:cubicBezTo>
                <a:cubicBezTo>
                  <a:pt x="734878" y="68376"/>
                  <a:pt x="737896" y="62891"/>
                  <a:pt x="741840" y="58384"/>
                </a:cubicBezTo>
                <a:cubicBezTo>
                  <a:pt x="745784" y="53878"/>
                  <a:pt x="750548" y="50419"/>
                  <a:pt x="756132" y="48009"/>
                </a:cubicBezTo>
                <a:cubicBezTo>
                  <a:pt x="761716" y="45599"/>
                  <a:pt x="767963" y="44394"/>
                  <a:pt x="774874" y="44394"/>
                </a:cubicBezTo>
                <a:cubicBezTo>
                  <a:pt x="782273" y="44394"/>
                  <a:pt x="788572" y="45580"/>
                  <a:pt x="793772" y="47954"/>
                </a:cubicBezTo>
                <a:cubicBezTo>
                  <a:pt x="798973" y="50327"/>
                  <a:pt x="803248" y="53520"/>
                  <a:pt x="806598" y="57534"/>
                </a:cubicBezTo>
                <a:cubicBezTo>
                  <a:pt x="809949" y="61547"/>
                  <a:pt x="812409" y="66259"/>
                  <a:pt x="813980" y="71669"/>
                </a:cubicBezTo>
                <a:cubicBezTo>
                  <a:pt x="815551" y="77078"/>
                  <a:pt x="816336" y="82854"/>
                  <a:pt x="816336" y="88997"/>
                </a:cubicBezTo>
                <a:lnTo>
                  <a:pt x="816336" y="92138"/>
                </a:lnTo>
                <a:moveTo>
                  <a:pt x="798955" y="86903"/>
                </a:moveTo>
                <a:cubicBezTo>
                  <a:pt x="799165" y="77894"/>
                  <a:pt x="797158" y="70825"/>
                  <a:pt x="792935" y="65697"/>
                </a:cubicBezTo>
                <a:cubicBezTo>
                  <a:pt x="788712" y="60569"/>
                  <a:pt x="782447" y="58005"/>
                  <a:pt x="774141" y="58005"/>
                </a:cubicBezTo>
                <a:cubicBezTo>
                  <a:pt x="769883" y="58005"/>
                  <a:pt x="766149" y="58802"/>
                  <a:pt x="762938" y="60397"/>
                </a:cubicBezTo>
                <a:cubicBezTo>
                  <a:pt x="759727" y="61989"/>
                  <a:pt x="757040" y="64103"/>
                  <a:pt x="754876" y="66738"/>
                </a:cubicBezTo>
                <a:cubicBezTo>
                  <a:pt x="752712" y="69371"/>
                  <a:pt x="751037" y="72437"/>
                  <a:pt x="749850" y="75938"/>
                </a:cubicBezTo>
                <a:cubicBezTo>
                  <a:pt x="748663" y="79437"/>
                  <a:pt x="748000" y="83092"/>
                  <a:pt x="747861" y="86903"/>
                </a:cubicBezTo>
                <a:lnTo>
                  <a:pt x="798955" y="86903"/>
                </a:lnTo>
                <a:close/>
                <a:moveTo>
                  <a:pt x="923139" y="143337"/>
                </a:moveTo>
                <a:cubicBezTo>
                  <a:pt x="923139" y="143896"/>
                  <a:pt x="922999" y="144367"/>
                  <a:pt x="922720" y="144751"/>
                </a:cubicBezTo>
                <a:cubicBezTo>
                  <a:pt x="922441" y="145134"/>
                  <a:pt x="921987" y="145466"/>
                  <a:pt x="921359" y="145745"/>
                </a:cubicBezTo>
                <a:cubicBezTo>
                  <a:pt x="920731" y="146024"/>
                  <a:pt x="919858" y="146234"/>
                  <a:pt x="918742" y="146373"/>
                </a:cubicBezTo>
                <a:cubicBezTo>
                  <a:pt x="917625" y="146513"/>
                  <a:pt x="916229" y="146583"/>
                  <a:pt x="914554" y="146583"/>
                </a:cubicBezTo>
                <a:cubicBezTo>
                  <a:pt x="912808" y="146583"/>
                  <a:pt x="911378" y="146513"/>
                  <a:pt x="910261" y="146373"/>
                </a:cubicBezTo>
                <a:cubicBezTo>
                  <a:pt x="909144" y="146234"/>
                  <a:pt x="908271" y="146024"/>
                  <a:pt x="907643" y="145745"/>
                </a:cubicBezTo>
                <a:cubicBezTo>
                  <a:pt x="907015" y="145466"/>
                  <a:pt x="906561" y="145136"/>
                  <a:pt x="906282" y="144754"/>
                </a:cubicBezTo>
                <a:cubicBezTo>
                  <a:pt x="906003" y="144370"/>
                  <a:pt x="905863" y="143899"/>
                  <a:pt x="905863" y="143340"/>
                </a:cubicBezTo>
                <a:lnTo>
                  <a:pt x="905863" y="88228"/>
                </a:lnTo>
                <a:cubicBezTo>
                  <a:pt x="905863" y="82860"/>
                  <a:pt x="905444" y="78537"/>
                  <a:pt x="904607" y="75261"/>
                </a:cubicBezTo>
                <a:cubicBezTo>
                  <a:pt x="903769" y="71985"/>
                  <a:pt x="902548" y="69162"/>
                  <a:pt x="900942" y="66793"/>
                </a:cubicBezTo>
                <a:cubicBezTo>
                  <a:pt x="899337" y="64422"/>
                  <a:pt x="897260" y="62610"/>
                  <a:pt x="894712" y="61355"/>
                </a:cubicBezTo>
                <a:cubicBezTo>
                  <a:pt x="892165" y="60099"/>
                  <a:pt x="889216" y="59471"/>
                  <a:pt x="885865" y="59471"/>
                </a:cubicBezTo>
                <a:cubicBezTo>
                  <a:pt x="881537" y="59471"/>
                  <a:pt x="877210" y="61005"/>
                  <a:pt x="872882" y="64074"/>
                </a:cubicBezTo>
                <a:cubicBezTo>
                  <a:pt x="868554" y="67141"/>
                  <a:pt x="864017" y="71637"/>
                  <a:pt x="859271" y="77561"/>
                </a:cubicBezTo>
                <a:lnTo>
                  <a:pt x="859271" y="143340"/>
                </a:lnTo>
                <a:cubicBezTo>
                  <a:pt x="859271" y="143899"/>
                  <a:pt x="859131" y="144370"/>
                  <a:pt x="858852" y="144754"/>
                </a:cubicBezTo>
                <a:cubicBezTo>
                  <a:pt x="858573" y="145136"/>
                  <a:pt x="858119" y="145466"/>
                  <a:pt x="857491" y="145745"/>
                </a:cubicBezTo>
                <a:cubicBezTo>
                  <a:pt x="856863" y="146024"/>
                  <a:pt x="855990" y="146234"/>
                  <a:pt x="854873" y="146373"/>
                </a:cubicBezTo>
                <a:cubicBezTo>
                  <a:pt x="853757" y="146513"/>
                  <a:pt x="852326" y="146583"/>
                  <a:pt x="850581" y="146583"/>
                </a:cubicBezTo>
                <a:cubicBezTo>
                  <a:pt x="848905" y="146583"/>
                  <a:pt x="847509" y="146513"/>
                  <a:pt x="846392" y="146373"/>
                </a:cubicBezTo>
                <a:cubicBezTo>
                  <a:pt x="845276" y="146234"/>
                  <a:pt x="844386" y="146024"/>
                  <a:pt x="843723" y="145745"/>
                </a:cubicBezTo>
                <a:cubicBezTo>
                  <a:pt x="843059" y="145466"/>
                  <a:pt x="842606" y="145134"/>
                  <a:pt x="842361" y="144751"/>
                </a:cubicBezTo>
                <a:cubicBezTo>
                  <a:pt x="842117" y="144367"/>
                  <a:pt x="841995" y="143896"/>
                  <a:pt x="841995" y="143337"/>
                </a:cubicBezTo>
                <a:lnTo>
                  <a:pt x="841995" y="49105"/>
                </a:lnTo>
                <a:cubicBezTo>
                  <a:pt x="841995" y="48547"/>
                  <a:pt x="842100" y="48076"/>
                  <a:pt x="842309" y="47692"/>
                </a:cubicBezTo>
                <a:cubicBezTo>
                  <a:pt x="842519" y="47308"/>
                  <a:pt x="842937" y="46959"/>
                  <a:pt x="843566" y="46645"/>
                </a:cubicBezTo>
                <a:cubicBezTo>
                  <a:pt x="844194" y="46331"/>
                  <a:pt x="844996" y="46121"/>
                  <a:pt x="845974" y="46017"/>
                </a:cubicBezTo>
                <a:cubicBezTo>
                  <a:pt x="846951" y="45912"/>
                  <a:pt x="848242" y="45860"/>
                  <a:pt x="849848" y="45860"/>
                </a:cubicBezTo>
                <a:cubicBezTo>
                  <a:pt x="851383" y="45860"/>
                  <a:pt x="852657" y="45912"/>
                  <a:pt x="853669" y="46017"/>
                </a:cubicBezTo>
                <a:cubicBezTo>
                  <a:pt x="854681" y="46121"/>
                  <a:pt x="855467" y="46331"/>
                  <a:pt x="856025" y="46645"/>
                </a:cubicBezTo>
                <a:cubicBezTo>
                  <a:pt x="856583" y="46959"/>
                  <a:pt x="856985" y="47308"/>
                  <a:pt x="857229" y="47692"/>
                </a:cubicBezTo>
                <a:cubicBezTo>
                  <a:pt x="857473" y="48076"/>
                  <a:pt x="857596" y="48547"/>
                  <a:pt x="857596" y="49105"/>
                </a:cubicBezTo>
                <a:lnTo>
                  <a:pt x="857596" y="61565"/>
                </a:lnTo>
                <a:cubicBezTo>
                  <a:pt x="862901" y="55632"/>
                  <a:pt x="868188" y="51287"/>
                  <a:pt x="873458" y="48529"/>
                </a:cubicBezTo>
                <a:cubicBezTo>
                  <a:pt x="878728" y="45772"/>
                  <a:pt x="884050" y="44394"/>
                  <a:pt x="889425" y="44394"/>
                </a:cubicBezTo>
                <a:cubicBezTo>
                  <a:pt x="895707" y="44394"/>
                  <a:pt x="900995" y="45458"/>
                  <a:pt x="905287" y="47587"/>
                </a:cubicBezTo>
                <a:cubicBezTo>
                  <a:pt x="909580" y="49716"/>
                  <a:pt x="913053" y="52560"/>
                  <a:pt x="915705" y="56120"/>
                </a:cubicBezTo>
                <a:cubicBezTo>
                  <a:pt x="918358" y="59680"/>
                  <a:pt x="920260" y="63851"/>
                  <a:pt x="921412" y="68632"/>
                </a:cubicBezTo>
                <a:cubicBezTo>
                  <a:pt x="922563" y="73414"/>
                  <a:pt x="923139" y="79155"/>
                  <a:pt x="923139" y="85856"/>
                </a:cubicBezTo>
                <a:lnTo>
                  <a:pt x="923139" y="143337"/>
                </a:lnTo>
                <a:close/>
                <a:moveTo>
                  <a:pt x="1088939" y="94808"/>
                </a:moveTo>
                <a:cubicBezTo>
                  <a:pt x="1088939" y="103051"/>
                  <a:pt x="1088049" y="110456"/>
                  <a:pt x="1086269" y="117024"/>
                </a:cubicBezTo>
                <a:cubicBezTo>
                  <a:pt x="1084489" y="123592"/>
                  <a:pt x="1081872" y="129165"/>
                  <a:pt x="1078416" y="133744"/>
                </a:cubicBezTo>
                <a:cubicBezTo>
                  <a:pt x="1074961" y="138320"/>
                  <a:pt x="1070686" y="141848"/>
                  <a:pt x="1065590" y="144329"/>
                </a:cubicBezTo>
                <a:cubicBezTo>
                  <a:pt x="1060495" y="146809"/>
                  <a:pt x="1054666" y="148049"/>
                  <a:pt x="1048105" y="148049"/>
                </a:cubicBezTo>
                <a:cubicBezTo>
                  <a:pt x="1045313" y="148049"/>
                  <a:pt x="1042730" y="147770"/>
                  <a:pt x="1040357" y="147211"/>
                </a:cubicBezTo>
                <a:cubicBezTo>
                  <a:pt x="1037984" y="146653"/>
                  <a:pt x="1035663" y="145780"/>
                  <a:pt x="1033394" y="144594"/>
                </a:cubicBezTo>
                <a:cubicBezTo>
                  <a:pt x="1031126" y="143405"/>
                  <a:pt x="1028875" y="141902"/>
                  <a:pt x="1026641" y="140085"/>
                </a:cubicBezTo>
                <a:cubicBezTo>
                  <a:pt x="1024408" y="138268"/>
                  <a:pt x="1022034" y="136137"/>
                  <a:pt x="1019521" y="133691"/>
                </a:cubicBezTo>
                <a:lnTo>
                  <a:pt x="1019521" y="180722"/>
                </a:lnTo>
                <a:cubicBezTo>
                  <a:pt x="1019521" y="181279"/>
                  <a:pt x="1019382" y="181766"/>
                  <a:pt x="1019103" y="182185"/>
                </a:cubicBezTo>
                <a:cubicBezTo>
                  <a:pt x="1018823" y="182604"/>
                  <a:pt x="1018370" y="182952"/>
                  <a:pt x="1017742" y="183229"/>
                </a:cubicBezTo>
                <a:cubicBezTo>
                  <a:pt x="1017113" y="183508"/>
                  <a:pt x="1016241" y="183717"/>
                  <a:pt x="1015124" y="183857"/>
                </a:cubicBezTo>
                <a:cubicBezTo>
                  <a:pt x="1014007" y="183996"/>
                  <a:pt x="1012576" y="184066"/>
                  <a:pt x="1010831" y="184066"/>
                </a:cubicBezTo>
                <a:cubicBezTo>
                  <a:pt x="1009156" y="184066"/>
                  <a:pt x="1007760" y="183996"/>
                  <a:pt x="1006643" y="183857"/>
                </a:cubicBezTo>
                <a:cubicBezTo>
                  <a:pt x="1005526" y="183717"/>
                  <a:pt x="1004636" y="183508"/>
                  <a:pt x="1003973" y="183229"/>
                </a:cubicBezTo>
                <a:cubicBezTo>
                  <a:pt x="1003310" y="182949"/>
                  <a:pt x="1002856" y="182600"/>
                  <a:pt x="1002612" y="182182"/>
                </a:cubicBezTo>
                <a:cubicBezTo>
                  <a:pt x="1002368" y="181763"/>
                  <a:pt x="1002246" y="181274"/>
                  <a:pt x="1002246" y="180716"/>
                </a:cubicBezTo>
                <a:lnTo>
                  <a:pt x="1002246" y="49105"/>
                </a:lnTo>
                <a:cubicBezTo>
                  <a:pt x="1002246" y="48477"/>
                  <a:pt x="1002350" y="47971"/>
                  <a:pt x="1002560" y="47587"/>
                </a:cubicBezTo>
                <a:cubicBezTo>
                  <a:pt x="1002769" y="47203"/>
                  <a:pt x="1003188" y="46872"/>
                  <a:pt x="1003816" y="46592"/>
                </a:cubicBezTo>
                <a:cubicBezTo>
                  <a:pt x="1004444" y="46313"/>
                  <a:pt x="1005247" y="46121"/>
                  <a:pt x="1006224" y="46017"/>
                </a:cubicBezTo>
                <a:cubicBezTo>
                  <a:pt x="1007201" y="45912"/>
                  <a:pt x="1008388" y="45860"/>
                  <a:pt x="1009784" y="45860"/>
                </a:cubicBezTo>
                <a:cubicBezTo>
                  <a:pt x="1011250" y="45860"/>
                  <a:pt x="1012454" y="45912"/>
                  <a:pt x="1013396" y="46017"/>
                </a:cubicBezTo>
                <a:cubicBezTo>
                  <a:pt x="1014339" y="46121"/>
                  <a:pt x="1015124" y="46313"/>
                  <a:pt x="1015752" y="46592"/>
                </a:cubicBezTo>
                <a:cubicBezTo>
                  <a:pt x="1016380" y="46872"/>
                  <a:pt x="1016817" y="47204"/>
                  <a:pt x="1017061" y="47590"/>
                </a:cubicBezTo>
                <a:cubicBezTo>
                  <a:pt x="1017305" y="47974"/>
                  <a:pt x="1017427" y="48480"/>
                  <a:pt x="1017427" y="49109"/>
                </a:cubicBezTo>
                <a:lnTo>
                  <a:pt x="1017427" y="61791"/>
                </a:lnTo>
                <a:cubicBezTo>
                  <a:pt x="1020289" y="58857"/>
                  <a:pt x="1023046" y="56307"/>
                  <a:pt x="1025699" y="54141"/>
                </a:cubicBezTo>
                <a:cubicBezTo>
                  <a:pt x="1028351" y="51975"/>
                  <a:pt x="1031021" y="50176"/>
                  <a:pt x="1033709" y="48745"/>
                </a:cubicBezTo>
                <a:cubicBezTo>
                  <a:pt x="1036396" y="47312"/>
                  <a:pt x="1039153" y="46229"/>
                  <a:pt x="1041980" y="45496"/>
                </a:cubicBezTo>
                <a:cubicBezTo>
                  <a:pt x="1044807" y="44761"/>
                  <a:pt x="1047791" y="44394"/>
                  <a:pt x="1050932" y="44394"/>
                </a:cubicBezTo>
                <a:cubicBezTo>
                  <a:pt x="1057773" y="44394"/>
                  <a:pt x="1063601" y="45721"/>
                  <a:pt x="1068417" y="48376"/>
                </a:cubicBezTo>
                <a:cubicBezTo>
                  <a:pt x="1073234" y="51030"/>
                  <a:pt x="1077160" y="54664"/>
                  <a:pt x="1080196" y="59278"/>
                </a:cubicBezTo>
                <a:cubicBezTo>
                  <a:pt x="1083233" y="63889"/>
                  <a:pt x="1085449" y="69252"/>
                  <a:pt x="1086845" y="75366"/>
                </a:cubicBezTo>
                <a:cubicBezTo>
                  <a:pt x="1088241" y="81478"/>
                  <a:pt x="1088939" y="87958"/>
                  <a:pt x="1088939" y="94808"/>
                </a:cubicBezTo>
                <a:moveTo>
                  <a:pt x="1070721" y="96797"/>
                </a:moveTo>
                <a:cubicBezTo>
                  <a:pt x="1070721" y="91974"/>
                  <a:pt x="1070354" y="87308"/>
                  <a:pt x="1069621" y="82800"/>
                </a:cubicBezTo>
                <a:cubicBezTo>
                  <a:pt x="1068888" y="78291"/>
                  <a:pt x="1067632" y="74289"/>
                  <a:pt x="1065852" y="70795"/>
                </a:cubicBezTo>
                <a:cubicBezTo>
                  <a:pt x="1064072" y="67301"/>
                  <a:pt x="1061681" y="64505"/>
                  <a:pt x="1058680" y="62409"/>
                </a:cubicBezTo>
                <a:cubicBezTo>
                  <a:pt x="1055679" y="60311"/>
                  <a:pt x="1051944" y="59261"/>
                  <a:pt x="1047477" y="59261"/>
                </a:cubicBezTo>
                <a:cubicBezTo>
                  <a:pt x="1045243" y="59261"/>
                  <a:pt x="1043045" y="59594"/>
                  <a:pt x="1040881" y="60259"/>
                </a:cubicBezTo>
                <a:cubicBezTo>
                  <a:pt x="1038717" y="60922"/>
                  <a:pt x="1036518" y="61971"/>
                  <a:pt x="1034284" y="63404"/>
                </a:cubicBezTo>
                <a:cubicBezTo>
                  <a:pt x="1032051" y="64837"/>
                  <a:pt x="1029712" y="66725"/>
                  <a:pt x="1027269" y="69067"/>
                </a:cubicBezTo>
                <a:cubicBezTo>
                  <a:pt x="1024826" y="71410"/>
                  <a:pt x="1022244" y="74295"/>
                  <a:pt x="1019521" y="77722"/>
                </a:cubicBezTo>
                <a:lnTo>
                  <a:pt x="1019521" y="115244"/>
                </a:lnTo>
                <a:cubicBezTo>
                  <a:pt x="1024268" y="121049"/>
                  <a:pt x="1028770" y="125490"/>
                  <a:pt x="1033028" y="128568"/>
                </a:cubicBezTo>
                <a:cubicBezTo>
                  <a:pt x="1037286" y="131643"/>
                  <a:pt x="1041753" y="133181"/>
                  <a:pt x="1046430" y="133181"/>
                </a:cubicBezTo>
                <a:cubicBezTo>
                  <a:pt x="1050758" y="133181"/>
                  <a:pt x="1054474" y="132133"/>
                  <a:pt x="1057581" y="130037"/>
                </a:cubicBezTo>
                <a:cubicBezTo>
                  <a:pt x="1060687" y="127938"/>
                  <a:pt x="1063200" y="125142"/>
                  <a:pt x="1065119" y="121647"/>
                </a:cubicBezTo>
                <a:cubicBezTo>
                  <a:pt x="1067039" y="118153"/>
                  <a:pt x="1068452" y="114239"/>
                  <a:pt x="1069360" y="109904"/>
                </a:cubicBezTo>
                <a:cubicBezTo>
                  <a:pt x="1070267" y="105570"/>
                  <a:pt x="1070721" y="101201"/>
                  <a:pt x="1070721" y="96797"/>
                </a:cubicBezTo>
                <a:close/>
                <a:moveTo>
                  <a:pt x="1169493" y="55283"/>
                </a:moveTo>
                <a:cubicBezTo>
                  <a:pt x="1169493" y="56818"/>
                  <a:pt x="1169458" y="58110"/>
                  <a:pt x="1169388" y="59157"/>
                </a:cubicBezTo>
                <a:cubicBezTo>
                  <a:pt x="1169318" y="60204"/>
                  <a:pt x="1169179" y="61024"/>
                  <a:pt x="1168969" y="61617"/>
                </a:cubicBezTo>
                <a:cubicBezTo>
                  <a:pt x="1168760" y="62210"/>
                  <a:pt x="1168498" y="62664"/>
                  <a:pt x="1168184" y="62978"/>
                </a:cubicBezTo>
                <a:cubicBezTo>
                  <a:pt x="1167870" y="63292"/>
                  <a:pt x="1167433" y="63449"/>
                  <a:pt x="1166875" y="63449"/>
                </a:cubicBezTo>
                <a:cubicBezTo>
                  <a:pt x="1166317" y="63449"/>
                  <a:pt x="1165636" y="63292"/>
                  <a:pt x="1164833" y="62978"/>
                </a:cubicBezTo>
                <a:cubicBezTo>
                  <a:pt x="1164031" y="62664"/>
                  <a:pt x="1163123" y="62350"/>
                  <a:pt x="1162111" y="62036"/>
                </a:cubicBezTo>
                <a:cubicBezTo>
                  <a:pt x="1161099" y="61722"/>
                  <a:pt x="1159965" y="61425"/>
                  <a:pt x="1158708" y="61146"/>
                </a:cubicBezTo>
                <a:cubicBezTo>
                  <a:pt x="1157452" y="60867"/>
                  <a:pt x="1156091" y="60727"/>
                  <a:pt x="1154625" y="60727"/>
                </a:cubicBezTo>
                <a:cubicBezTo>
                  <a:pt x="1152880" y="60727"/>
                  <a:pt x="1151170" y="61076"/>
                  <a:pt x="1149495" y="61774"/>
                </a:cubicBezTo>
                <a:cubicBezTo>
                  <a:pt x="1147819" y="62472"/>
                  <a:pt x="1146057" y="63624"/>
                  <a:pt x="1144207" y="65229"/>
                </a:cubicBezTo>
                <a:cubicBezTo>
                  <a:pt x="1142357" y="66835"/>
                  <a:pt x="1140420" y="68964"/>
                  <a:pt x="1138396" y="71616"/>
                </a:cubicBezTo>
                <a:cubicBezTo>
                  <a:pt x="1136372" y="74269"/>
                  <a:pt x="1134138" y="77514"/>
                  <a:pt x="1131695" y="81353"/>
                </a:cubicBezTo>
                <a:lnTo>
                  <a:pt x="1131695" y="143337"/>
                </a:lnTo>
                <a:cubicBezTo>
                  <a:pt x="1131695" y="143896"/>
                  <a:pt x="1131556" y="144367"/>
                  <a:pt x="1131276" y="144751"/>
                </a:cubicBezTo>
                <a:cubicBezTo>
                  <a:pt x="1130997" y="145134"/>
                  <a:pt x="1130543" y="145466"/>
                  <a:pt x="1129915" y="145745"/>
                </a:cubicBezTo>
                <a:cubicBezTo>
                  <a:pt x="1129287" y="146024"/>
                  <a:pt x="1128415" y="146234"/>
                  <a:pt x="1127298" y="146373"/>
                </a:cubicBezTo>
                <a:cubicBezTo>
                  <a:pt x="1126181" y="146513"/>
                  <a:pt x="1124750" y="146583"/>
                  <a:pt x="1123005" y="146583"/>
                </a:cubicBezTo>
                <a:cubicBezTo>
                  <a:pt x="1121330" y="146583"/>
                  <a:pt x="1119934" y="146513"/>
                  <a:pt x="1118817" y="146373"/>
                </a:cubicBezTo>
                <a:cubicBezTo>
                  <a:pt x="1117700" y="146234"/>
                  <a:pt x="1116810" y="146024"/>
                  <a:pt x="1116147" y="145745"/>
                </a:cubicBezTo>
                <a:cubicBezTo>
                  <a:pt x="1115484" y="145466"/>
                  <a:pt x="1115030" y="145134"/>
                  <a:pt x="1114786" y="144751"/>
                </a:cubicBezTo>
                <a:cubicBezTo>
                  <a:pt x="1114541" y="144367"/>
                  <a:pt x="1114419" y="143896"/>
                  <a:pt x="1114419" y="143337"/>
                </a:cubicBezTo>
                <a:lnTo>
                  <a:pt x="1114419" y="49105"/>
                </a:lnTo>
                <a:cubicBezTo>
                  <a:pt x="1114419" y="48547"/>
                  <a:pt x="1114524" y="48076"/>
                  <a:pt x="1114733" y="47692"/>
                </a:cubicBezTo>
                <a:cubicBezTo>
                  <a:pt x="1114943" y="47308"/>
                  <a:pt x="1115362" y="46959"/>
                  <a:pt x="1115990" y="46645"/>
                </a:cubicBezTo>
                <a:cubicBezTo>
                  <a:pt x="1116618" y="46331"/>
                  <a:pt x="1117421" y="46121"/>
                  <a:pt x="1118398" y="46017"/>
                </a:cubicBezTo>
                <a:cubicBezTo>
                  <a:pt x="1119375" y="45912"/>
                  <a:pt x="1120667" y="45860"/>
                  <a:pt x="1122272" y="45860"/>
                </a:cubicBezTo>
                <a:cubicBezTo>
                  <a:pt x="1123808" y="45860"/>
                  <a:pt x="1125081" y="45912"/>
                  <a:pt x="1126094" y="46017"/>
                </a:cubicBezTo>
                <a:cubicBezTo>
                  <a:pt x="1127106" y="46121"/>
                  <a:pt x="1127891" y="46331"/>
                  <a:pt x="1128449" y="46645"/>
                </a:cubicBezTo>
                <a:cubicBezTo>
                  <a:pt x="1129008" y="46959"/>
                  <a:pt x="1129409" y="47308"/>
                  <a:pt x="1129653" y="47692"/>
                </a:cubicBezTo>
                <a:cubicBezTo>
                  <a:pt x="1129898" y="48076"/>
                  <a:pt x="1130020" y="48547"/>
                  <a:pt x="1130020" y="49105"/>
                </a:cubicBezTo>
                <a:lnTo>
                  <a:pt x="1130020" y="62821"/>
                </a:lnTo>
                <a:cubicBezTo>
                  <a:pt x="1132603" y="59052"/>
                  <a:pt x="1135028" y="55981"/>
                  <a:pt x="1137297" y="53607"/>
                </a:cubicBezTo>
                <a:cubicBezTo>
                  <a:pt x="1139565" y="51234"/>
                  <a:pt x="1141712" y="49367"/>
                  <a:pt x="1143736" y="48006"/>
                </a:cubicBezTo>
                <a:cubicBezTo>
                  <a:pt x="1145760" y="46645"/>
                  <a:pt x="1147767" y="45702"/>
                  <a:pt x="1149756" y="45179"/>
                </a:cubicBezTo>
                <a:cubicBezTo>
                  <a:pt x="1151746" y="44655"/>
                  <a:pt x="1153752" y="44394"/>
                  <a:pt x="1155777" y="44394"/>
                </a:cubicBezTo>
                <a:cubicBezTo>
                  <a:pt x="1156684" y="44394"/>
                  <a:pt x="1157714" y="44446"/>
                  <a:pt x="1158865" y="44551"/>
                </a:cubicBezTo>
                <a:cubicBezTo>
                  <a:pt x="1160017" y="44655"/>
                  <a:pt x="1161221" y="44847"/>
                  <a:pt x="1162478" y="45127"/>
                </a:cubicBezTo>
                <a:cubicBezTo>
                  <a:pt x="1163734" y="45406"/>
                  <a:pt x="1164868" y="45720"/>
                  <a:pt x="1165880" y="46069"/>
                </a:cubicBezTo>
                <a:cubicBezTo>
                  <a:pt x="1166893" y="46418"/>
                  <a:pt x="1167608" y="46767"/>
                  <a:pt x="1168027" y="47116"/>
                </a:cubicBezTo>
                <a:cubicBezTo>
                  <a:pt x="1168446" y="47465"/>
                  <a:pt x="1168725" y="47796"/>
                  <a:pt x="1168864" y="48111"/>
                </a:cubicBezTo>
                <a:cubicBezTo>
                  <a:pt x="1169004" y="48425"/>
                  <a:pt x="1169126" y="48826"/>
                  <a:pt x="1169231" y="49315"/>
                </a:cubicBezTo>
                <a:cubicBezTo>
                  <a:pt x="1169336" y="49803"/>
                  <a:pt x="1169405" y="50519"/>
                  <a:pt x="1169440" y="51461"/>
                </a:cubicBezTo>
                <a:cubicBezTo>
                  <a:pt x="1169475" y="52403"/>
                  <a:pt x="1169493" y="53677"/>
                  <a:pt x="1169493" y="55283"/>
                </a:cubicBezTo>
                <a:close/>
                <a:moveTo>
                  <a:pt x="1269614" y="92138"/>
                </a:moveTo>
                <a:cubicBezTo>
                  <a:pt x="1269614" y="94860"/>
                  <a:pt x="1268934" y="96797"/>
                  <a:pt x="1267573" y="97949"/>
                </a:cubicBezTo>
                <a:cubicBezTo>
                  <a:pt x="1266212" y="99100"/>
                  <a:pt x="1264659" y="99676"/>
                  <a:pt x="1262914" y="99676"/>
                </a:cubicBezTo>
                <a:lnTo>
                  <a:pt x="1201139" y="99676"/>
                </a:lnTo>
                <a:cubicBezTo>
                  <a:pt x="1201139" y="104927"/>
                  <a:pt x="1201663" y="109652"/>
                  <a:pt x="1202710" y="113854"/>
                </a:cubicBezTo>
                <a:cubicBezTo>
                  <a:pt x="1203757" y="118055"/>
                  <a:pt x="1205502" y="121661"/>
                  <a:pt x="1207945" y="124671"/>
                </a:cubicBezTo>
                <a:cubicBezTo>
                  <a:pt x="1210388" y="127681"/>
                  <a:pt x="1213564" y="129992"/>
                  <a:pt x="1217473" y="131604"/>
                </a:cubicBezTo>
                <a:cubicBezTo>
                  <a:pt x="1221382" y="133214"/>
                  <a:pt x="1226163" y="134019"/>
                  <a:pt x="1231817" y="134019"/>
                </a:cubicBezTo>
                <a:cubicBezTo>
                  <a:pt x="1236284" y="134019"/>
                  <a:pt x="1240263" y="133652"/>
                  <a:pt x="1243753" y="132919"/>
                </a:cubicBezTo>
                <a:cubicBezTo>
                  <a:pt x="1247243" y="132186"/>
                  <a:pt x="1250262" y="131366"/>
                  <a:pt x="1252810" y="130459"/>
                </a:cubicBezTo>
                <a:cubicBezTo>
                  <a:pt x="1255358" y="129551"/>
                  <a:pt x="1257452" y="128731"/>
                  <a:pt x="1259092" y="127998"/>
                </a:cubicBezTo>
                <a:cubicBezTo>
                  <a:pt x="1260732" y="127265"/>
                  <a:pt x="1261971" y="126899"/>
                  <a:pt x="1262809" y="126899"/>
                </a:cubicBezTo>
                <a:cubicBezTo>
                  <a:pt x="1263297" y="126899"/>
                  <a:pt x="1263734" y="127021"/>
                  <a:pt x="1264118" y="127265"/>
                </a:cubicBezTo>
                <a:cubicBezTo>
                  <a:pt x="1264501" y="127510"/>
                  <a:pt x="1264798" y="127876"/>
                  <a:pt x="1265008" y="128365"/>
                </a:cubicBezTo>
                <a:cubicBezTo>
                  <a:pt x="1265217" y="128853"/>
                  <a:pt x="1265374" y="129534"/>
                  <a:pt x="1265479" y="130406"/>
                </a:cubicBezTo>
                <a:cubicBezTo>
                  <a:pt x="1265583" y="131279"/>
                  <a:pt x="1265636" y="132343"/>
                  <a:pt x="1265636" y="133600"/>
                </a:cubicBezTo>
                <a:cubicBezTo>
                  <a:pt x="1265636" y="134507"/>
                  <a:pt x="1265601" y="135293"/>
                  <a:pt x="1265531" y="135956"/>
                </a:cubicBezTo>
                <a:cubicBezTo>
                  <a:pt x="1265461" y="136619"/>
                  <a:pt x="1265374" y="137212"/>
                  <a:pt x="1265269" y="137736"/>
                </a:cubicBezTo>
                <a:cubicBezTo>
                  <a:pt x="1265165" y="138259"/>
                  <a:pt x="1264990" y="138730"/>
                  <a:pt x="1264746" y="139149"/>
                </a:cubicBezTo>
                <a:cubicBezTo>
                  <a:pt x="1264501" y="139568"/>
                  <a:pt x="1264187" y="139969"/>
                  <a:pt x="1263803" y="140353"/>
                </a:cubicBezTo>
                <a:cubicBezTo>
                  <a:pt x="1263420" y="140737"/>
                  <a:pt x="1262285" y="141365"/>
                  <a:pt x="1260401" y="142238"/>
                </a:cubicBezTo>
                <a:cubicBezTo>
                  <a:pt x="1258516" y="143110"/>
                  <a:pt x="1256073" y="143965"/>
                  <a:pt x="1253072" y="144803"/>
                </a:cubicBezTo>
                <a:cubicBezTo>
                  <a:pt x="1250070" y="145641"/>
                  <a:pt x="1246597" y="146391"/>
                  <a:pt x="1242654" y="147054"/>
                </a:cubicBezTo>
                <a:cubicBezTo>
                  <a:pt x="1238710" y="147717"/>
                  <a:pt x="1234504" y="148049"/>
                  <a:pt x="1230037" y="148049"/>
                </a:cubicBezTo>
                <a:cubicBezTo>
                  <a:pt x="1222289" y="148049"/>
                  <a:pt x="1215501" y="146966"/>
                  <a:pt x="1209673" y="144800"/>
                </a:cubicBezTo>
                <a:cubicBezTo>
                  <a:pt x="1203844" y="142634"/>
                  <a:pt x="1198941" y="139420"/>
                  <a:pt x="1194962" y="135157"/>
                </a:cubicBezTo>
                <a:cubicBezTo>
                  <a:pt x="1190983" y="130895"/>
                  <a:pt x="1187982" y="125550"/>
                  <a:pt x="1185957" y="119121"/>
                </a:cubicBezTo>
                <a:cubicBezTo>
                  <a:pt x="1183933" y="112693"/>
                  <a:pt x="1182921" y="105217"/>
                  <a:pt x="1182921" y="96692"/>
                </a:cubicBezTo>
                <a:cubicBezTo>
                  <a:pt x="1182921" y="88587"/>
                  <a:pt x="1183968" y="81302"/>
                  <a:pt x="1186062" y="74839"/>
                </a:cubicBezTo>
                <a:cubicBezTo>
                  <a:pt x="1188156" y="68376"/>
                  <a:pt x="1191175" y="62891"/>
                  <a:pt x="1195119" y="58384"/>
                </a:cubicBezTo>
                <a:cubicBezTo>
                  <a:pt x="1199063" y="53878"/>
                  <a:pt x="1203827" y="50419"/>
                  <a:pt x="1209411" y="48009"/>
                </a:cubicBezTo>
                <a:cubicBezTo>
                  <a:pt x="1214995" y="45599"/>
                  <a:pt x="1221242" y="44394"/>
                  <a:pt x="1228152" y="44394"/>
                </a:cubicBezTo>
                <a:cubicBezTo>
                  <a:pt x="1235551" y="44394"/>
                  <a:pt x="1241851" y="45580"/>
                  <a:pt x="1247051" y="47954"/>
                </a:cubicBezTo>
                <a:cubicBezTo>
                  <a:pt x="1252251" y="50327"/>
                  <a:pt x="1256527" y="53520"/>
                  <a:pt x="1259877" y="57534"/>
                </a:cubicBezTo>
                <a:cubicBezTo>
                  <a:pt x="1263228" y="61547"/>
                  <a:pt x="1265688" y="66259"/>
                  <a:pt x="1267259" y="71669"/>
                </a:cubicBezTo>
                <a:cubicBezTo>
                  <a:pt x="1268829" y="77078"/>
                  <a:pt x="1269614" y="82854"/>
                  <a:pt x="1269614" y="88997"/>
                </a:cubicBezTo>
                <a:lnTo>
                  <a:pt x="1269614" y="92138"/>
                </a:lnTo>
                <a:moveTo>
                  <a:pt x="1252234" y="86903"/>
                </a:moveTo>
                <a:cubicBezTo>
                  <a:pt x="1252443" y="77894"/>
                  <a:pt x="1250437" y="70825"/>
                  <a:pt x="1246214" y="65697"/>
                </a:cubicBezTo>
                <a:cubicBezTo>
                  <a:pt x="1241991" y="60569"/>
                  <a:pt x="1235726" y="58005"/>
                  <a:pt x="1227420" y="58005"/>
                </a:cubicBezTo>
                <a:cubicBezTo>
                  <a:pt x="1223162" y="58005"/>
                  <a:pt x="1219427" y="58802"/>
                  <a:pt x="1216216" y="60397"/>
                </a:cubicBezTo>
                <a:cubicBezTo>
                  <a:pt x="1213006" y="61989"/>
                  <a:pt x="1210318" y="64103"/>
                  <a:pt x="1208154" y="66738"/>
                </a:cubicBezTo>
                <a:cubicBezTo>
                  <a:pt x="1205990" y="69371"/>
                  <a:pt x="1204315" y="72437"/>
                  <a:pt x="1203129" y="75938"/>
                </a:cubicBezTo>
                <a:cubicBezTo>
                  <a:pt x="1201942" y="79437"/>
                  <a:pt x="1201279" y="83092"/>
                  <a:pt x="1201139" y="86903"/>
                </a:cubicBezTo>
                <a:lnTo>
                  <a:pt x="1252234" y="86903"/>
                </a:lnTo>
                <a:close/>
                <a:moveTo>
                  <a:pt x="1375999" y="143334"/>
                </a:moveTo>
                <a:cubicBezTo>
                  <a:pt x="1375999" y="143892"/>
                  <a:pt x="1375877" y="144382"/>
                  <a:pt x="1375632" y="144803"/>
                </a:cubicBezTo>
                <a:cubicBezTo>
                  <a:pt x="1375388" y="145222"/>
                  <a:pt x="1374969" y="145553"/>
                  <a:pt x="1374376" y="145798"/>
                </a:cubicBezTo>
                <a:cubicBezTo>
                  <a:pt x="1373783" y="146042"/>
                  <a:pt x="1372997" y="146234"/>
                  <a:pt x="1372020" y="146373"/>
                </a:cubicBezTo>
                <a:cubicBezTo>
                  <a:pt x="1371043" y="146513"/>
                  <a:pt x="1369856" y="146583"/>
                  <a:pt x="1368460" y="146583"/>
                </a:cubicBezTo>
                <a:cubicBezTo>
                  <a:pt x="1366995" y="146583"/>
                  <a:pt x="1365773" y="146513"/>
                  <a:pt x="1364796" y="146373"/>
                </a:cubicBezTo>
                <a:cubicBezTo>
                  <a:pt x="1363819" y="146236"/>
                  <a:pt x="1363016" y="146046"/>
                  <a:pt x="1362388" y="145804"/>
                </a:cubicBezTo>
                <a:cubicBezTo>
                  <a:pt x="1361759" y="145560"/>
                  <a:pt x="1361306" y="145229"/>
                  <a:pt x="1361027" y="144813"/>
                </a:cubicBezTo>
                <a:cubicBezTo>
                  <a:pt x="1360747" y="144396"/>
                  <a:pt x="1360608" y="143911"/>
                  <a:pt x="1360608" y="143357"/>
                </a:cubicBezTo>
                <a:lnTo>
                  <a:pt x="1360608" y="130966"/>
                </a:lnTo>
                <a:cubicBezTo>
                  <a:pt x="1355652" y="136345"/>
                  <a:pt x="1350504" y="140537"/>
                  <a:pt x="1345164" y="143543"/>
                </a:cubicBezTo>
                <a:cubicBezTo>
                  <a:pt x="1339824" y="146547"/>
                  <a:pt x="1333979" y="148049"/>
                  <a:pt x="1327627" y="148049"/>
                </a:cubicBezTo>
                <a:cubicBezTo>
                  <a:pt x="1320716" y="148049"/>
                  <a:pt x="1314818" y="146704"/>
                  <a:pt x="1309932" y="144014"/>
                </a:cubicBezTo>
                <a:cubicBezTo>
                  <a:pt x="1305046" y="141325"/>
                  <a:pt x="1301085" y="137692"/>
                  <a:pt x="1298048" y="133116"/>
                </a:cubicBezTo>
                <a:cubicBezTo>
                  <a:pt x="1295012" y="128537"/>
                  <a:pt x="1292796" y="123157"/>
                  <a:pt x="1291400" y="116975"/>
                </a:cubicBezTo>
                <a:cubicBezTo>
                  <a:pt x="1290004" y="110791"/>
                  <a:pt x="1289306" y="104275"/>
                  <a:pt x="1289306" y="97425"/>
                </a:cubicBezTo>
                <a:cubicBezTo>
                  <a:pt x="1289306" y="89322"/>
                  <a:pt x="1290178" y="82004"/>
                  <a:pt x="1291923" y="75471"/>
                </a:cubicBezTo>
                <a:cubicBezTo>
                  <a:pt x="1293668" y="68938"/>
                  <a:pt x="1296251" y="63365"/>
                  <a:pt x="1299671" y="58754"/>
                </a:cubicBezTo>
                <a:cubicBezTo>
                  <a:pt x="1303091" y="54141"/>
                  <a:pt x="1307332" y="50594"/>
                  <a:pt x="1312392" y="48114"/>
                </a:cubicBezTo>
                <a:cubicBezTo>
                  <a:pt x="1317453" y="45634"/>
                  <a:pt x="1323299" y="44394"/>
                  <a:pt x="1329930" y="44394"/>
                </a:cubicBezTo>
                <a:cubicBezTo>
                  <a:pt x="1335444" y="44394"/>
                  <a:pt x="1340487" y="45599"/>
                  <a:pt x="1345059" y="48009"/>
                </a:cubicBezTo>
                <a:cubicBezTo>
                  <a:pt x="1349631" y="50419"/>
                  <a:pt x="1354151" y="53965"/>
                  <a:pt x="1358618" y="58646"/>
                </a:cubicBezTo>
                <a:lnTo>
                  <a:pt x="1358618" y="3776"/>
                </a:lnTo>
                <a:cubicBezTo>
                  <a:pt x="1358618" y="3287"/>
                  <a:pt x="1358741" y="2816"/>
                  <a:pt x="1358985" y="2362"/>
                </a:cubicBezTo>
                <a:cubicBezTo>
                  <a:pt x="1359229" y="1906"/>
                  <a:pt x="1359700" y="1556"/>
                  <a:pt x="1360398" y="1312"/>
                </a:cubicBezTo>
                <a:cubicBezTo>
                  <a:pt x="1361096" y="1066"/>
                  <a:pt x="1361986" y="855"/>
                  <a:pt x="1363068" y="681"/>
                </a:cubicBezTo>
                <a:cubicBezTo>
                  <a:pt x="1364150" y="506"/>
                  <a:pt x="1365529" y="419"/>
                  <a:pt x="1367204" y="419"/>
                </a:cubicBezTo>
                <a:cubicBezTo>
                  <a:pt x="1368949" y="419"/>
                  <a:pt x="1370380" y="506"/>
                  <a:pt x="1371497" y="681"/>
                </a:cubicBezTo>
                <a:cubicBezTo>
                  <a:pt x="1372614" y="855"/>
                  <a:pt x="1373486" y="1064"/>
                  <a:pt x="1374114" y="1309"/>
                </a:cubicBezTo>
                <a:cubicBezTo>
                  <a:pt x="1374743" y="1553"/>
                  <a:pt x="1375214" y="1903"/>
                  <a:pt x="1375528" y="2359"/>
                </a:cubicBezTo>
                <a:cubicBezTo>
                  <a:pt x="1375842" y="2813"/>
                  <a:pt x="1375999" y="3284"/>
                  <a:pt x="1375999" y="3773"/>
                </a:cubicBezTo>
                <a:lnTo>
                  <a:pt x="1375999" y="143334"/>
                </a:lnTo>
                <a:moveTo>
                  <a:pt x="1358618" y="77093"/>
                </a:moveTo>
                <a:cubicBezTo>
                  <a:pt x="1353942" y="71289"/>
                  <a:pt x="1349422" y="66866"/>
                  <a:pt x="1345059" y="63826"/>
                </a:cubicBezTo>
                <a:cubicBezTo>
                  <a:pt x="1340697" y="60783"/>
                  <a:pt x="1336142" y="59261"/>
                  <a:pt x="1331396" y="59261"/>
                </a:cubicBezTo>
                <a:cubicBezTo>
                  <a:pt x="1326998" y="59261"/>
                  <a:pt x="1323264" y="60308"/>
                  <a:pt x="1320193" y="62402"/>
                </a:cubicBezTo>
                <a:cubicBezTo>
                  <a:pt x="1317121" y="64496"/>
                  <a:pt x="1314626" y="67254"/>
                  <a:pt x="1312707" y="70674"/>
                </a:cubicBezTo>
                <a:cubicBezTo>
                  <a:pt x="1310787" y="74094"/>
                  <a:pt x="1309391" y="77968"/>
                  <a:pt x="1308518" y="82296"/>
                </a:cubicBezTo>
                <a:cubicBezTo>
                  <a:pt x="1307646" y="86623"/>
                  <a:pt x="1307210" y="91021"/>
                  <a:pt x="1307210" y="95488"/>
                </a:cubicBezTo>
                <a:cubicBezTo>
                  <a:pt x="1307210" y="100235"/>
                  <a:pt x="1307576" y="104877"/>
                  <a:pt x="1308309" y="109414"/>
                </a:cubicBezTo>
                <a:cubicBezTo>
                  <a:pt x="1309042" y="113951"/>
                  <a:pt x="1310316" y="117982"/>
                  <a:pt x="1312131" y="121507"/>
                </a:cubicBezTo>
                <a:cubicBezTo>
                  <a:pt x="1313946" y="125032"/>
                  <a:pt x="1316354" y="127859"/>
                  <a:pt x="1319355" y="129988"/>
                </a:cubicBezTo>
                <a:cubicBezTo>
                  <a:pt x="1322357" y="132117"/>
                  <a:pt x="1326126" y="133181"/>
                  <a:pt x="1330663" y="133181"/>
                </a:cubicBezTo>
                <a:cubicBezTo>
                  <a:pt x="1332966" y="133181"/>
                  <a:pt x="1335183" y="132868"/>
                  <a:pt x="1337312" y="132242"/>
                </a:cubicBezTo>
                <a:cubicBezTo>
                  <a:pt x="1339440" y="131616"/>
                  <a:pt x="1341622" y="130573"/>
                  <a:pt x="1343855" y="129114"/>
                </a:cubicBezTo>
                <a:cubicBezTo>
                  <a:pt x="1346089" y="127653"/>
                  <a:pt x="1348427" y="125758"/>
                  <a:pt x="1350870" y="123431"/>
                </a:cubicBezTo>
                <a:cubicBezTo>
                  <a:pt x="1353313" y="121101"/>
                  <a:pt x="1355896" y="118233"/>
                  <a:pt x="1358618" y="114825"/>
                </a:cubicBezTo>
                <a:lnTo>
                  <a:pt x="1358618" y="77093"/>
                </a:lnTo>
                <a:close/>
                <a:moveTo>
                  <a:pt x="1424724" y="143337"/>
                </a:moveTo>
                <a:cubicBezTo>
                  <a:pt x="1424724" y="143896"/>
                  <a:pt x="1424584" y="144367"/>
                  <a:pt x="1424305" y="144751"/>
                </a:cubicBezTo>
                <a:cubicBezTo>
                  <a:pt x="1424026" y="145134"/>
                  <a:pt x="1423572" y="145466"/>
                  <a:pt x="1422944" y="145745"/>
                </a:cubicBezTo>
                <a:cubicBezTo>
                  <a:pt x="1422315" y="146024"/>
                  <a:pt x="1421443" y="146234"/>
                  <a:pt x="1420326" y="146373"/>
                </a:cubicBezTo>
                <a:cubicBezTo>
                  <a:pt x="1419209" y="146513"/>
                  <a:pt x="1417778" y="146583"/>
                  <a:pt x="1416033" y="146583"/>
                </a:cubicBezTo>
                <a:cubicBezTo>
                  <a:pt x="1414358" y="146583"/>
                  <a:pt x="1412962" y="146513"/>
                  <a:pt x="1411845" y="146373"/>
                </a:cubicBezTo>
                <a:cubicBezTo>
                  <a:pt x="1410728" y="146234"/>
                  <a:pt x="1409838" y="146024"/>
                  <a:pt x="1409175" y="145745"/>
                </a:cubicBezTo>
                <a:cubicBezTo>
                  <a:pt x="1408512" y="145466"/>
                  <a:pt x="1408058" y="145134"/>
                  <a:pt x="1407814" y="144751"/>
                </a:cubicBezTo>
                <a:cubicBezTo>
                  <a:pt x="1407570" y="144367"/>
                  <a:pt x="1407448" y="143896"/>
                  <a:pt x="1407448" y="143337"/>
                </a:cubicBezTo>
                <a:lnTo>
                  <a:pt x="1407448" y="49105"/>
                </a:lnTo>
                <a:cubicBezTo>
                  <a:pt x="1407448" y="48617"/>
                  <a:pt x="1407570" y="48163"/>
                  <a:pt x="1407814" y="47744"/>
                </a:cubicBezTo>
                <a:cubicBezTo>
                  <a:pt x="1408058" y="47325"/>
                  <a:pt x="1408512" y="46976"/>
                  <a:pt x="1409175" y="46697"/>
                </a:cubicBezTo>
                <a:cubicBezTo>
                  <a:pt x="1409838" y="46418"/>
                  <a:pt x="1410728" y="46209"/>
                  <a:pt x="1411845" y="46069"/>
                </a:cubicBezTo>
                <a:cubicBezTo>
                  <a:pt x="1412962" y="45929"/>
                  <a:pt x="1414358" y="45860"/>
                  <a:pt x="1416033" y="45860"/>
                </a:cubicBezTo>
                <a:cubicBezTo>
                  <a:pt x="1417778" y="45860"/>
                  <a:pt x="1419209" y="45929"/>
                  <a:pt x="1420326" y="46069"/>
                </a:cubicBezTo>
                <a:cubicBezTo>
                  <a:pt x="1421443" y="46209"/>
                  <a:pt x="1422315" y="46418"/>
                  <a:pt x="1422944" y="46697"/>
                </a:cubicBezTo>
                <a:cubicBezTo>
                  <a:pt x="1423572" y="46976"/>
                  <a:pt x="1424026" y="47325"/>
                  <a:pt x="1424305" y="47744"/>
                </a:cubicBezTo>
                <a:cubicBezTo>
                  <a:pt x="1424584" y="48163"/>
                  <a:pt x="1424724" y="48617"/>
                  <a:pt x="1424724" y="49105"/>
                </a:cubicBezTo>
                <a:lnTo>
                  <a:pt x="1424724" y="143337"/>
                </a:lnTo>
                <a:moveTo>
                  <a:pt x="1426713" y="17171"/>
                </a:moveTo>
                <a:cubicBezTo>
                  <a:pt x="1426713" y="21220"/>
                  <a:pt x="1425945" y="23977"/>
                  <a:pt x="1424409" y="25443"/>
                </a:cubicBezTo>
                <a:cubicBezTo>
                  <a:pt x="1422874" y="26908"/>
                  <a:pt x="1420047" y="27641"/>
                  <a:pt x="1415929" y="27641"/>
                </a:cubicBezTo>
                <a:cubicBezTo>
                  <a:pt x="1411880" y="27641"/>
                  <a:pt x="1409105" y="26926"/>
                  <a:pt x="1407605" y="25495"/>
                </a:cubicBezTo>
                <a:cubicBezTo>
                  <a:pt x="1406104" y="24064"/>
                  <a:pt x="1405354" y="21359"/>
                  <a:pt x="1405354" y="17381"/>
                </a:cubicBezTo>
                <a:cubicBezTo>
                  <a:pt x="1405354" y="13332"/>
                  <a:pt x="1406121" y="10575"/>
                  <a:pt x="1407657" y="9109"/>
                </a:cubicBezTo>
                <a:cubicBezTo>
                  <a:pt x="1409193" y="7643"/>
                  <a:pt x="1412020" y="6910"/>
                  <a:pt x="1416138" y="6910"/>
                </a:cubicBezTo>
                <a:cubicBezTo>
                  <a:pt x="1420186" y="6910"/>
                  <a:pt x="1422961" y="7626"/>
                  <a:pt x="1424462" y="9057"/>
                </a:cubicBezTo>
                <a:cubicBezTo>
                  <a:pt x="1425962" y="10488"/>
                  <a:pt x="1426713" y="13192"/>
                  <a:pt x="1426713" y="17171"/>
                </a:cubicBezTo>
                <a:close/>
                <a:moveTo>
                  <a:pt x="1524029" y="129052"/>
                </a:moveTo>
                <a:cubicBezTo>
                  <a:pt x="1524029" y="130247"/>
                  <a:pt x="1523994" y="131284"/>
                  <a:pt x="1523924" y="132163"/>
                </a:cubicBezTo>
                <a:cubicBezTo>
                  <a:pt x="1523855" y="133043"/>
                  <a:pt x="1523732" y="133781"/>
                  <a:pt x="1523558" y="134379"/>
                </a:cubicBezTo>
                <a:cubicBezTo>
                  <a:pt x="1523383" y="134976"/>
                  <a:pt x="1523174" y="135502"/>
                  <a:pt x="1522930" y="135956"/>
                </a:cubicBezTo>
                <a:cubicBezTo>
                  <a:pt x="1522685" y="136409"/>
                  <a:pt x="1522127" y="137072"/>
                  <a:pt x="1521255" y="137945"/>
                </a:cubicBezTo>
                <a:cubicBezTo>
                  <a:pt x="1520382" y="138817"/>
                  <a:pt x="1518899" y="139899"/>
                  <a:pt x="1516805" y="141191"/>
                </a:cubicBezTo>
                <a:cubicBezTo>
                  <a:pt x="1514711" y="142482"/>
                  <a:pt x="1512355" y="143634"/>
                  <a:pt x="1509737" y="144646"/>
                </a:cubicBezTo>
                <a:cubicBezTo>
                  <a:pt x="1507120" y="145658"/>
                  <a:pt x="1504275" y="146478"/>
                  <a:pt x="1501204" y="147106"/>
                </a:cubicBezTo>
                <a:cubicBezTo>
                  <a:pt x="1498133" y="147735"/>
                  <a:pt x="1494957" y="148049"/>
                  <a:pt x="1491676" y="148049"/>
                </a:cubicBezTo>
                <a:cubicBezTo>
                  <a:pt x="1484905" y="148049"/>
                  <a:pt x="1478903" y="146930"/>
                  <a:pt x="1473667" y="144692"/>
                </a:cubicBezTo>
                <a:cubicBezTo>
                  <a:pt x="1468432" y="142454"/>
                  <a:pt x="1464052" y="139184"/>
                  <a:pt x="1460527" y="134882"/>
                </a:cubicBezTo>
                <a:cubicBezTo>
                  <a:pt x="1457002" y="130581"/>
                  <a:pt x="1454315" y="125300"/>
                  <a:pt x="1452465" y="119040"/>
                </a:cubicBezTo>
                <a:cubicBezTo>
                  <a:pt x="1450616" y="112779"/>
                  <a:pt x="1449691" y="105558"/>
                  <a:pt x="1449691" y="97376"/>
                </a:cubicBezTo>
                <a:cubicBezTo>
                  <a:pt x="1449691" y="88073"/>
                  <a:pt x="1450825" y="80082"/>
                  <a:pt x="1453094" y="73403"/>
                </a:cubicBezTo>
                <a:cubicBezTo>
                  <a:pt x="1455362" y="66724"/>
                  <a:pt x="1458468" y="61251"/>
                  <a:pt x="1462412" y="56984"/>
                </a:cubicBezTo>
                <a:cubicBezTo>
                  <a:pt x="1466356" y="52717"/>
                  <a:pt x="1470998" y="49552"/>
                  <a:pt x="1476337" y="47489"/>
                </a:cubicBezTo>
                <a:cubicBezTo>
                  <a:pt x="1481677" y="45425"/>
                  <a:pt x="1487453" y="44394"/>
                  <a:pt x="1493666" y="44394"/>
                </a:cubicBezTo>
                <a:cubicBezTo>
                  <a:pt x="1496667" y="44394"/>
                  <a:pt x="1499581" y="44673"/>
                  <a:pt x="1502408" y="45231"/>
                </a:cubicBezTo>
                <a:cubicBezTo>
                  <a:pt x="1505235" y="45790"/>
                  <a:pt x="1507835" y="46523"/>
                  <a:pt x="1510208" y="47430"/>
                </a:cubicBezTo>
                <a:cubicBezTo>
                  <a:pt x="1512582" y="48337"/>
                  <a:pt x="1514693" y="49384"/>
                  <a:pt x="1516543" y="50571"/>
                </a:cubicBezTo>
                <a:cubicBezTo>
                  <a:pt x="1518393" y="51758"/>
                  <a:pt x="1519736" y="52770"/>
                  <a:pt x="1520574" y="53607"/>
                </a:cubicBezTo>
                <a:cubicBezTo>
                  <a:pt x="1521412" y="54445"/>
                  <a:pt x="1521987" y="55108"/>
                  <a:pt x="1522302" y="55597"/>
                </a:cubicBezTo>
                <a:cubicBezTo>
                  <a:pt x="1522616" y="56085"/>
                  <a:pt x="1522877" y="56665"/>
                  <a:pt x="1523087" y="57334"/>
                </a:cubicBezTo>
                <a:cubicBezTo>
                  <a:pt x="1523296" y="58002"/>
                  <a:pt x="1523436" y="58757"/>
                  <a:pt x="1523506" y="59602"/>
                </a:cubicBezTo>
                <a:cubicBezTo>
                  <a:pt x="1523575" y="60446"/>
                  <a:pt x="1523610" y="61500"/>
                  <a:pt x="1523610" y="62766"/>
                </a:cubicBezTo>
                <a:cubicBezTo>
                  <a:pt x="1523610" y="65507"/>
                  <a:pt x="1523296" y="67424"/>
                  <a:pt x="1522668" y="68514"/>
                </a:cubicBezTo>
                <a:cubicBezTo>
                  <a:pt x="1522040" y="69605"/>
                  <a:pt x="1521272" y="70150"/>
                  <a:pt x="1520365" y="70150"/>
                </a:cubicBezTo>
                <a:cubicBezTo>
                  <a:pt x="1519318" y="70150"/>
                  <a:pt x="1518113" y="69575"/>
                  <a:pt x="1516752" y="68423"/>
                </a:cubicBezTo>
                <a:cubicBezTo>
                  <a:pt x="1515391" y="67271"/>
                  <a:pt x="1513664" y="65997"/>
                  <a:pt x="1511570" y="64601"/>
                </a:cubicBezTo>
                <a:cubicBezTo>
                  <a:pt x="1509476" y="63205"/>
                  <a:pt x="1506945" y="61931"/>
                  <a:pt x="1503979" y="60780"/>
                </a:cubicBezTo>
                <a:cubicBezTo>
                  <a:pt x="1501012" y="59628"/>
                  <a:pt x="1497505" y="59052"/>
                  <a:pt x="1493456" y="59052"/>
                </a:cubicBezTo>
                <a:cubicBezTo>
                  <a:pt x="1485150" y="59052"/>
                  <a:pt x="1478780" y="62245"/>
                  <a:pt x="1474348" y="68632"/>
                </a:cubicBezTo>
                <a:cubicBezTo>
                  <a:pt x="1469916" y="75019"/>
                  <a:pt x="1467699" y="84285"/>
                  <a:pt x="1467699" y="96431"/>
                </a:cubicBezTo>
                <a:cubicBezTo>
                  <a:pt x="1467699" y="102503"/>
                  <a:pt x="1468275" y="107826"/>
                  <a:pt x="1469427" y="112398"/>
                </a:cubicBezTo>
                <a:cubicBezTo>
                  <a:pt x="1470579" y="116970"/>
                  <a:pt x="1472271" y="120791"/>
                  <a:pt x="1474505" y="123863"/>
                </a:cubicBezTo>
                <a:cubicBezTo>
                  <a:pt x="1476739" y="126934"/>
                  <a:pt x="1479478" y="129220"/>
                  <a:pt x="1482724" y="130721"/>
                </a:cubicBezTo>
                <a:cubicBezTo>
                  <a:pt x="1485970" y="132221"/>
                  <a:pt x="1489687" y="132972"/>
                  <a:pt x="1493875" y="132972"/>
                </a:cubicBezTo>
                <a:cubicBezTo>
                  <a:pt x="1497854" y="132972"/>
                  <a:pt x="1501344" y="132343"/>
                  <a:pt x="1504345" y="131087"/>
                </a:cubicBezTo>
                <a:cubicBezTo>
                  <a:pt x="1507347" y="129831"/>
                  <a:pt x="1509947" y="128452"/>
                  <a:pt x="1512145" y="126951"/>
                </a:cubicBezTo>
                <a:cubicBezTo>
                  <a:pt x="1514344" y="125451"/>
                  <a:pt x="1516194" y="124089"/>
                  <a:pt x="1517695" y="122868"/>
                </a:cubicBezTo>
                <a:cubicBezTo>
                  <a:pt x="1519195" y="121646"/>
                  <a:pt x="1520365" y="121036"/>
                  <a:pt x="1521202" y="121036"/>
                </a:cubicBezTo>
                <a:cubicBezTo>
                  <a:pt x="1521691" y="121036"/>
                  <a:pt x="1522110" y="121176"/>
                  <a:pt x="1522459" y="121458"/>
                </a:cubicBezTo>
                <a:cubicBezTo>
                  <a:pt x="1522808" y="121739"/>
                  <a:pt x="1523104" y="122213"/>
                  <a:pt x="1523349" y="122881"/>
                </a:cubicBezTo>
                <a:cubicBezTo>
                  <a:pt x="1523593" y="123548"/>
                  <a:pt x="1523767" y="124393"/>
                  <a:pt x="1523872" y="125413"/>
                </a:cubicBezTo>
                <a:cubicBezTo>
                  <a:pt x="1523977" y="126432"/>
                  <a:pt x="1524029" y="127645"/>
                  <a:pt x="1524029" y="129052"/>
                </a:cubicBezTo>
                <a:close/>
                <a:moveTo>
                  <a:pt x="1595333" y="136450"/>
                </a:moveTo>
                <a:cubicBezTo>
                  <a:pt x="1595333" y="138489"/>
                  <a:pt x="1595193" y="140107"/>
                  <a:pt x="1594914" y="141302"/>
                </a:cubicBezTo>
                <a:cubicBezTo>
                  <a:pt x="1594635" y="142497"/>
                  <a:pt x="1594216" y="143376"/>
                  <a:pt x="1593658" y="143939"/>
                </a:cubicBezTo>
                <a:cubicBezTo>
                  <a:pt x="1593099" y="144500"/>
                  <a:pt x="1592261" y="145027"/>
                  <a:pt x="1591145" y="145519"/>
                </a:cubicBezTo>
                <a:cubicBezTo>
                  <a:pt x="1590028" y="146012"/>
                  <a:pt x="1588754" y="146417"/>
                  <a:pt x="1587323" y="146733"/>
                </a:cubicBezTo>
                <a:cubicBezTo>
                  <a:pt x="1585892" y="147050"/>
                  <a:pt x="1584374" y="147313"/>
                  <a:pt x="1582768" y="147522"/>
                </a:cubicBezTo>
                <a:cubicBezTo>
                  <a:pt x="1581163" y="147734"/>
                  <a:pt x="1579558" y="147839"/>
                  <a:pt x="1577952" y="147839"/>
                </a:cubicBezTo>
                <a:cubicBezTo>
                  <a:pt x="1573066" y="147839"/>
                  <a:pt x="1568878" y="147194"/>
                  <a:pt x="1565388" y="145902"/>
                </a:cubicBezTo>
                <a:cubicBezTo>
                  <a:pt x="1561898" y="144609"/>
                  <a:pt x="1559036" y="142652"/>
                  <a:pt x="1556802" y="140032"/>
                </a:cubicBezTo>
                <a:cubicBezTo>
                  <a:pt x="1554569" y="137411"/>
                  <a:pt x="1552946" y="134091"/>
                  <a:pt x="1551934" y="130073"/>
                </a:cubicBezTo>
                <a:cubicBezTo>
                  <a:pt x="1550922" y="126053"/>
                  <a:pt x="1550416" y="121317"/>
                  <a:pt x="1550416" y="115866"/>
                </a:cubicBezTo>
                <a:lnTo>
                  <a:pt x="1550416" y="60727"/>
                </a:lnTo>
                <a:lnTo>
                  <a:pt x="1537223" y="60727"/>
                </a:lnTo>
                <a:cubicBezTo>
                  <a:pt x="1536176" y="60727"/>
                  <a:pt x="1535338" y="60166"/>
                  <a:pt x="1534710" y="59042"/>
                </a:cubicBezTo>
                <a:cubicBezTo>
                  <a:pt x="1534082" y="57917"/>
                  <a:pt x="1533768" y="56088"/>
                  <a:pt x="1533768" y="53555"/>
                </a:cubicBezTo>
                <a:cubicBezTo>
                  <a:pt x="1533768" y="52220"/>
                  <a:pt x="1533855" y="51096"/>
                  <a:pt x="1534030" y="50182"/>
                </a:cubicBezTo>
                <a:cubicBezTo>
                  <a:pt x="1534204" y="49268"/>
                  <a:pt x="1534431" y="48512"/>
                  <a:pt x="1534710" y="47914"/>
                </a:cubicBezTo>
                <a:cubicBezTo>
                  <a:pt x="1534989" y="47317"/>
                  <a:pt x="1535356" y="46895"/>
                  <a:pt x="1535810" y="46648"/>
                </a:cubicBezTo>
                <a:cubicBezTo>
                  <a:pt x="1536263" y="46402"/>
                  <a:pt x="1536769" y="46278"/>
                  <a:pt x="1537328" y="46278"/>
                </a:cubicBezTo>
                <a:lnTo>
                  <a:pt x="1550416" y="46278"/>
                </a:lnTo>
                <a:lnTo>
                  <a:pt x="1550416" y="23872"/>
                </a:lnTo>
                <a:cubicBezTo>
                  <a:pt x="1550416" y="23383"/>
                  <a:pt x="1550538" y="22930"/>
                  <a:pt x="1550782" y="22511"/>
                </a:cubicBezTo>
                <a:cubicBezTo>
                  <a:pt x="1551026" y="22092"/>
                  <a:pt x="1551480" y="21726"/>
                  <a:pt x="1552143" y="21412"/>
                </a:cubicBezTo>
                <a:cubicBezTo>
                  <a:pt x="1552806" y="21097"/>
                  <a:pt x="1553696" y="20871"/>
                  <a:pt x="1554813" y="20731"/>
                </a:cubicBezTo>
                <a:cubicBezTo>
                  <a:pt x="1555930" y="20591"/>
                  <a:pt x="1557326" y="20522"/>
                  <a:pt x="1559001" y="20522"/>
                </a:cubicBezTo>
                <a:cubicBezTo>
                  <a:pt x="1560746" y="20522"/>
                  <a:pt x="1562177" y="20591"/>
                  <a:pt x="1563294" y="20731"/>
                </a:cubicBezTo>
                <a:cubicBezTo>
                  <a:pt x="1564411" y="20871"/>
                  <a:pt x="1565283" y="21097"/>
                  <a:pt x="1565911" y="21412"/>
                </a:cubicBezTo>
                <a:cubicBezTo>
                  <a:pt x="1566540" y="21726"/>
                  <a:pt x="1566993" y="22092"/>
                  <a:pt x="1567273" y="22511"/>
                </a:cubicBezTo>
                <a:cubicBezTo>
                  <a:pt x="1567552" y="22930"/>
                  <a:pt x="1567691" y="23383"/>
                  <a:pt x="1567691" y="23872"/>
                </a:cubicBezTo>
                <a:lnTo>
                  <a:pt x="1567691" y="46278"/>
                </a:lnTo>
                <a:lnTo>
                  <a:pt x="1591878" y="46278"/>
                </a:lnTo>
                <a:cubicBezTo>
                  <a:pt x="1592436" y="46278"/>
                  <a:pt x="1592925" y="46402"/>
                  <a:pt x="1593343" y="46648"/>
                </a:cubicBezTo>
                <a:cubicBezTo>
                  <a:pt x="1593762" y="46895"/>
                  <a:pt x="1594129" y="47317"/>
                  <a:pt x="1594443" y="47914"/>
                </a:cubicBezTo>
                <a:cubicBezTo>
                  <a:pt x="1594757" y="48512"/>
                  <a:pt x="1594984" y="49268"/>
                  <a:pt x="1595123" y="50182"/>
                </a:cubicBezTo>
                <a:cubicBezTo>
                  <a:pt x="1595263" y="51096"/>
                  <a:pt x="1595333" y="52220"/>
                  <a:pt x="1595333" y="53555"/>
                </a:cubicBezTo>
                <a:cubicBezTo>
                  <a:pt x="1595333" y="56088"/>
                  <a:pt x="1595019" y="57917"/>
                  <a:pt x="1594390" y="59042"/>
                </a:cubicBezTo>
                <a:cubicBezTo>
                  <a:pt x="1593762" y="60166"/>
                  <a:pt x="1592925" y="60727"/>
                  <a:pt x="1591878" y="60727"/>
                </a:cubicBezTo>
                <a:lnTo>
                  <a:pt x="1567691" y="60727"/>
                </a:lnTo>
                <a:lnTo>
                  <a:pt x="1567691" y="113288"/>
                </a:lnTo>
                <a:cubicBezTo>
                  <a:pt x="1567691" y="119779"/>
                  <a:pt x="1568651" y="124683"/>
                  <a:pt x="1570571" y="127998"/>
                </a:cubicBezTo>
                <a:cubicBezTo>
                  <a:pt x="1572490" y="131314"/>
                  <a:pt x="1575928" y="132972"/>
                  <a:pt x="1580884" y="132972"/>
                </a:cubicBezTo>
                <a:cubicBezTo>
                  <a:pt x="1582489" y="132972"/>
                  <a:pt x="1583920" y="132815"/>
                  <a:pt x="1585177" y="132500"/>
                </a:cubicBezTo>
                <a:cubicBezTo>
                  <a:pt x="1586433" y="132186"/>
                  <a:pt x="1587550" y="131855"/>
                  <a:pt x="1588527" y="131506"/>
                </a:cubicBezTo>
                <a:cubicBezTo>
                  <a:pt x="1589504" y="131157"/>
                  <a:pt x="1590342" y="130825"/>
                  <a:pt x="1591040" y="130511"/>
                </a:cubicBezTo>
                <a:cubicBezTo>
                  <a:pt x="1591738" y="130197"/>
                  <a:pt x="1592366" y="130040"/>
                  <a:pt x="1592925" y="130040"/>
                </a:cubicBezTo>
                <a:cubicBezTo>
                  <a:pt x="1593274" y="130040"/>
                  <a:pt x="1593605" y="130127"/>
                  <a:pt x="1593919" y="130302"/>
                </a:cubicBezTo>
                <a:cubicBezTo>
                  <a:pt x="1594233" y="130476"/>
                  <a:pt x="1594478" y="130808"/>
                  <a:pt x="1594652" y="131296"/>
                </a:cubicBezTo>
                <a:cubicBezTo>
                  <a:pt x="1594827" y="131785"/>
                  <a:pt x="1594984" y="132450"/>
                  <a:pt x="1595123" y="133292"/>
                </a:cubicBezTo>
                <a:cubicBezTo>
                  <a:pt x="1595263" y="134132"/>
                  <a:pt x="1595333" y="135185"/>
                  <a:pt x="1595333" y="136450"/>
                </a:cubicBezTo>
                <a:close/>
                <a:moveTo>
                  <a:pt x="1635339" y="143337"/>
                </a:moveTo>
                <a:cubicBezTo>
                  <a:pt x="1635339" y="143896"/>
                  <a:pt x="1635200" y="144367"/>
                  <a:pt x="1634920" y="144751"/>
                </a:cubicBezTo>
                <a:cubicBezTo>
                  <a:pt x="1634641" y="145134"/>
                  <a:pt x="1634188" y="145466"/>
                  <a:pt x="1633559" y="145745"/>
                </a:cubicBezTo>
                <a:cubicBezTo>
                  <a:pt x="1632931" y="146024"/>
                  <a:pt x="1632059" y="146234"/>
                  <a:pt x="1630942" y="146373"/>
                </a:cubicBezTo>
                <a:cubicBezTo>
                  <a:pt x="1629825" y="146513"/>
                  <a:pt x="1628394" y="146583"/>
                  <a:pt x="1626649" y="146583"/>
                </a:cubicBezTo>
                <a:cubicBezTo>
                  <a:pt x="1624974" y="146583"/>
                  <a:pt x="1623578" y="146513"/>
                  <a:pt x="1622461" y="146373"/>
                </a:cubicBezTo>
                <a:cubicBezTo>
                  <a:pt x="1621344" y="146234"/>
                  <a:pt x="1620454" y="146024"/>
                  <a:pt x="1619791" y="145745"/>
                </a:cubicBezTo>
                <a:cubicBezTo>
                  <a:pt x="1619128" y="145466"/>
                  <a:pt x="1618674" y="145134"/>
                  <a:pt x="1618430" y="144751"/>
                </a:cubicBezTo>
                <a:cubicBezTo>
                  <a:pt x="1618186" y="144367"/>
                  <a:pt x="1618063" y="143896"/>
                  <a:pt x="1618063" y="143337"/>
                </a:cubicBezTo>
                <a:lnTo>
                  <a:pt x="1618063" y="49105"/>
                </a:lnTo>
                <a:cubicBezTo>
                  <a:pt x="1618063" y="48617"/>
                  <a:pt x="1618186" y="48163"/>
                  <a:pt x="1618430" y="47744"/>
                </a:cubicBezTo>
                <a:cubicBezTo>
                  <a:pt x="1618674" y="47325"/>
                  <a:pt x="1619128" y="46976"/>
                  <a:pt x="1619791" y="46697"/>
                </a:cubicBezTo>
                <a:cubicBezTo>
                  <a:pt x="1620454" y="46418"/>
                  <a:pt x="1621344" y="46209"/>
                  <a:pt x="1622461" y="46069"/>
                </a:cubicBezTo>
                <a:cubicBezTo>
                  <a:pt x="1623578" y="45929"/>
                  <a:pt x="1624974" y="45860"/>
                  <a:pt x="1626649" y="45860"/>
                </a:cubicBezTo>
                <a:cubicBezTo>
                  <a:pt x="1628394" y="45860"/>
                  <a:pt x="1629825" y="45929"/>
                  <a:pt x="1630942" y="46069"/>
                </a:cubicBezTo>
                <a:cubicBezTo>
                  <a:pt x="1632059" y="46209"/>
                  <a:pt x="1632931" y="46418"/>
                  <a:pt x="1633559" y="46697"/>
                </a:cubicBezTo>
                <a:cubicBezTo>
                  <a:pt x="1634188" y="46976"/>
                  <a:pt x="1634641" y="47325"/>
                  <a:pt x="1634920" y="47744"/>
                </a:cubicBezTo>
                <a:cubicBezTo>
                  <a:pt x="1635200" y="48163"/>
                  <a:pt x="1635339" y="48617"/>
                  <a:pt x="1635339" y="49105"/>
                </a:cubicBezTo>
                <a:lnTo>
                  <a:pt x="1635339" y="143337"/>
                </a:lnTo>
                <a:moveTo>
                  <a:pt x="1637329" y="17171"/>
                </a:moveTo>
                <a:cubicBezTo>
                  <a:pt x="1637329" y="21220"/>
                  <a:pt x="1636561" y="23977"/>
                  <a:pt x="1635025" y="25443"/>
                </a:cubicBezTo>
                <a:cubicBezTo>
                  <a:pt x="1633490" y="26908"/>
                  <a:pt x="1630663" y="27641"/>
                  <a:pt x="1626544" y="27641"/>
                </a:cubicBezTo>
                <a:cubicBezTo>
                  <a:pt x="1622496" y="27641"/>
                  <a:pt x="1619721" y="26926"/>
                  <a:pt x="1618220" y="25495"/>
                </a:cubicBezTo>
                <a:cubicBezTo>
                  <a:pt x="1616720" y="24064"/>
                  <a:pt x="1615969" y="21359"/>
                  <a:pt x="1615969" y="17381"/>
                </a:cubicBezTo>
                <a:cubicBezTo>
                  <a:pt x="1615969" y="13332"/>
                  <a:pt x="1616737" y="10575"/>
                  <a:pt x="1618273" y="9109"/>
                </a:cubicBezTo>
                <a:cubicBezTo>
                  <a:pt x="1619808" y="7643"/>
                  <a:pt x="1622635" y="6910"/>
                  <a:pt x="1626754" y="6910"/>
                </a:cubicBezTo>
                <a:cubicBezTo>
                  <a:pt x="1630802" y="6910"/>
                  <a:pt x="1633577" y="7626"/>
                  <a:pt x="1635078" y="9057"/>
                </a:cubicBezTo>
                <a:cubicBezTo>
                  <a:pt x="1636578" y="10488"/>
                  <a:pt x="1637329" y="13192"/>
                  <a:pt x="1637329" y="17171"/>
                </a:cubicBezTo>
                <a:close/>
                <a:moveTo>
                  <a:pt x="1754538" y="95227"/>
                </a:moveTo>
                <a:cubicBezTo>
                  <a:pt x="1754538" y="102911"/>
                  <a:pt x="1753526" y="109985"/>
                  <a:pt x="1751501" y="116448"/>
                </a:cubicBezTo>
                <a:cubicBezTo>
                  <a:pt x="1749477" y="122911"/>
                  <a:pt x="1746458" y="128485"/>
                  <a:pt x="1742445" y="133168"/>
                </a:cubicBezTo>
                <a:cubicBezTo>
                  <a:pt x="1738431" y="137849"/>
                  <a:pt x="1733405" y="141499"/>
                  <a:pt x="1727368" y="144119"/>
                </a:cubicBezTo>
                <a:cubicBezTo>
                  <a:pt x="1721330" y="146739"/>
                  <a:pt x="1714332" y="148049"/>
                  <a:pt x="1706375" y="148049"/>
                </a:cubicBezTo>
                <a:cubicBezTo>
                  <a:pt x="1698627" y="148049"/>
                  <a:pt x="1691874" y="146896"/>
                  <a:pt x="1686115" y="144590"/>
                </a:cubicBezTo>
                <a:cubicBezTo>
                  <a:pt x="1680356" y="142285"/>
                  <a:pt x="1675557" y="138931"/>
                  <a:pt x="1671718" y="134529"/>
                </a:cubicBezTo>
                <a:cubicBezTo>
                  <a:pt x="1667879" y="130127"/>
                  <a:pt x="1665017" y="124782"/>
                  <a:pt x="1663133" y="118493"/>
                </a:cubicBezTo>
                <a:cubicBezTo>
                  <a:pt x="1661248" y="112205"/>
                  <a:pt x="1660306" y="105077"/>
                  <a:pt x="1660306" y="97111"/>
                </a:cubicBezTo>
                <a:cubicBezTo>
                  <a:pt x="1660306" y="89426"/>
                  <a:pt x="1661301" y="82353"/>
                  <a:pt x="1663290" y="75889"/>
                </a:cubicBezTo>
                <a:cubicBezTo>
                  <a:pt x="1665279" y="69426"/>
                  <a:pt x="1668281" y="63854"/>
                  <a:pt x="1672294" y="59173"/>
                </a:cubicBezTo>
                <a:cubicBezTo>
                  <a:pt x="1676308" y="54490"/>
                  <a:pt x="1681316" y="50856"/>
                  <a:pt x="1687319" y="48271"/>
                </a:cubicBezTo>
                <a:cubicBezTo>
                  <a:pt x="1693322" y="45686"/>
                  <a:pt x="1700337" y="44394"/>
                  <a:pt x="1708364" y="44394"/>
                </a:cubicBezTo>
                <a:cubicBezTo>
                  <a:pt x="1716112" y="44394"/>
                  <a:pt x="1722865" y="45546"/>
                  <a:pt x="1728624" y="47852"/>
                </a:cubicBezTo>
                <a:cubicBezTo>
                  <a:pt x="1734383" y="50158"/>
                  <a:pt x="1739181" y="53511"/>
                  <a:pt x="1743020" y="57913"/>
                </a:cubicBezTo>
                <a:cubicBezTo>
                  <a:pt x="1746860" y="62315"/>
                  <a:pt x="1749739" y="67660"/>
                  <a:pt x="1751658" y="73949"/>
                </a:cubicBezTo>
                <a:cubicBezTo>
                  <a:pt x="1753578" y="80238"/>
                  <a:pt x="1754538" y="87330"/>
                  <a:pt x="1754538" y="95227"/>
                </a:cubicBezTo>
                <a:moveTo>
                  <a:pt x="1736320" y="96326"/>
                </a:moveTo>
                <a:cubicBezTo>
                  <a:pt x="1736320" y="91230"/>
                  <a:pt x="1735848" y="86414"/>
                  <a:pt x="1734906" y="81877"/>
                </a:cubicBezTo>
                <a:cubicBezTo>
                  <a:pt x="1733964" y="77340"/>
                  <a:pt x="1732411" y="73361"/>
                  <a:pt x="1730247" y="69941"/>
                </a:cubicBezTo>
                <a:cubicBezTo>
                  <a:pt x="1728083" y="66521"/>
                  <a:pt x="1725151" y="63816"/>
                  <a:pt x="1721452" y="61827"/>
                </a:cubicBezTo>
                <a:cubicBezTo>
                  <a:pt x="1717752" y="59837"/>
                  <a:pt x="1713146" y="58843"/>
                  <a:pt x="1707631" y="58843"/>
                </a:cubicBezTo>
                <a:cubicBezTo>
                  <a:pt x="1702536" y="58843"/>
                  <a:pt x="1698156" y="59750"/>
                  <a:pt x="1694491" y="61565"/>
                </a:cubicBezTo>
                <a:cubicBezTo>
                  <a:pt x="1690827" y="63380"/>
                  <a:pt x="1687808" y="65945"/>
                  <a:pt x="1685434" y="69260"/>
                </a:cubicBezTo>
                <a:cubicBezTo>
                  <a:pt x="1683061" y="72576"/>
                  <a:pt x="1681299" y="76502"/>
                  <a:pt x="1680147" y="81039"/>
                </a:cubicBezTo>
                <a:cubicBezTo>
                  <a:pt x="1678995" y="85576"/>
                  <a:pt x="1678419" y="90532"/>
                  <a:pt x="1678419" y="95907"/>
                </a:cubicBezTo>
                <a:cubicBezTo>
                  <a:pt x="1678419" y="101072"/>
                  <a:pt x="1678890" y="105924"/>
                  <a:pt x="1679833" y="110461"/>
                </a:cubicBezTo>
                <a:cubicBezTo>
                  <a:pt x="1680775" y="114998"/>
                  <a:pt x="1682346" y="118959"/>
                  <a:pt x="1684544" y="122344"/>
                </a:cubicBezTo>
                <a:cubicBezTo>
                  <a:pt x="1686743" y="125730"/>
                  <a:pt x="1689692" y="128417"/>
                  <a:pt x="1693392" y="130406"/>
                </a:cubicBezTo>
                <a:cubicBezTo>
                  <a:pt x="1697091" y="132396"/>
                  <a:pt x="1701698" y="133390"/>
                  <a:pt x="1707212" y="133390"/>
                </a:cubicBezTo>
                <a:cubicBezTo>
                  <a:pt x="1712238" y="133390"/>
                  <a:pt x="1716601" y="132483"/>
                  <a:pt x="1720300" y="130668"/>
                </a:cubicBezTo>
                <a:cubicBezTo>
                  <a:pt x="1724000" y="128853"/>
                  <a:pt x="1727036" y="126306"/>
                  <a:pt x="1729409" y="123025"/>
                </a:cubicBezTo>
                <a:cubicBezTo>
                  <a:pt x="1731782" y="119744"/>
                  <a:pt x="1733528" y="115835"/>
                  <a:pt x="1734644" y="111298"/>
                </a:cubicBezTo>
                <a:cubicBezTo>
                  <a:pt x="1735761" y="106761"/>
                  <a:pt x="1736320" y="101770"/>
                  <a:pt x="1736320" y="96326"/>
                </a:cubicBezTo>
                <a:close/>
                <a:moveTo>
                  <a:pt x="1860985" y="143337"/>
                </a:moveTo>
                <a:cubicBezTo>
                  <a:pt x="1860985" y="143896"/>
                  <a:pt x="1860845" y="144367"/>
                  <a:pt x="1860566" y="144751"/>
                </a:cubicBezTo>
                <a:cubicBezTo>
                  <a:pt x="1860287" y="145134"/>
                  <a:pt x="1859833" y="145466"/>
                  <a:pt x="1859205" y="145745"/>
                </a:cubicBezTo>
                <a:cubicBezTo>
                  <a:pt x="1858577" y="146024"/>
                  <a:pt x="1857704" y="146234"/>
                  <a:pt x="1856587" y="146373"/>
                </a:cubicBezTo>
                <a:cubicBezTo>
                  <a:pt x="1855471" y="146513"/>
                  <a:pt x="1854075" y="146583"/>
                  <a:pt x="1852399" y="146583"/>
                </a:cubicBezTo>
                <a:cubicBezTo>
                  <a:pt x="1850654" y="146583"/>
                  <a:pt x="1849223" y="146513"/>
                  <a:pt x="1848107" y="146373"/>
                </a:cubicBezTo>
                <a:cubicBezTo>
                  <a:pt x="1846990" y="146234"/>
                  <a:pt x="1846117" y="146024"/>
                  <a:pt x="1845489" y="145745"/>
                </a:cubicBezTo>
                <a:cubicBezTo>
                  <a:pt x="1844861" y="145466"/>
                  <a:pt x="1844407" y="145136"/>
                  <a:pt x="1844128" y="144754"/>
                </a:cubicBezTo>
                <a:cubicBezTo>
                  <a:pt x="1843849" y="144370"/>
                  <a:pt x="1843709" y="143899"/>
                  <a:pt x="1843709" y="143340"/>
                </a:cubicBezTo>
                <a:lnTo>
                  <a:pt x="1843709" y="88228"/>
                </a:lnTo>
                <a:cubicBezTo>
                  <a:pt x="1843709" y="82860"/>
                  <a:pt x="1843290" y="78537"/>
                  <a:pt x="1842453" y="75261"/>
                </a:cubicBezTo>
                <a:cubicBezTo>
                  <a:pt x="1841615" y="71985"/>
                  <a:pt x="1840393" y="69162"/>
                  <a:pt x="1838788" y="66793"/>
                </a:cubicBezTo>
                <a:cubicBezTo>
                  <a:pt x="1837183" y="64422"/>
                  <a:pt x="1835106" y="62610"/>
                  <a:pt x="1832558" y="61355"/>
                </a:cubicBezTo>
                <a:cubicBezTo>
                  <a:pt x="1830011" y="60099"/>
                  <a:pt x="1827061" y="59471"/>
                  <a:pt x="1823711" y="59471"/>
                </a:cubicBezTo>
                <a:cubicBezTo>
                  <a:pt x="1819383" y="59471"/>
                  <a:pt x="1815056" y="61005"/>
                  <a:pt x="1810728" y="64074"/>
                </a:cubicBezTo>
                <a:cubicBezTo>
                  <a:pt x="1806400" y="67141"/>
                  <a:pt x="1801863" y="71637"/>
                  <a:pt x="1797117" y="77561"/>
                </a:cubicBezTo>
                <a:lnTo>
                  <a:pt x="1797117" y="143340"/>
                </a:lnTo>
                <a:cubicBezTo>
                  <a:pt x="1797117" y="143899"/>
                  <a:pt x="1796977" y="144370"/>
                  <a:pt x="1796698" y="144754"/>
                </a:cubicBezTo>
                <a:cubicBezTo>
                  <a:pt x="1796419" y="145136"/>
                  <a:pt x="1795965" y="145466"/>
                  <a:pt x="1795337" y="145745"/>
                </a:cubicBezTo>
                <a:cubicBezTo>
                  <a:pt x="1794708" y="146024"/>
                  <a:pt x="1793836" y="146234"/>
                  <a:pt x="1792719" y="146373"/>
                </a:cubicBezTo>
                <a:cubicBezTo>
                  <a:pt x="1791602" y="146513"/>
                  <a:pt x="1790171" y="146583"/>
                  <a:pt x="1788426" y="146583"/>
                </a:cubicBezTo>
                <a:cubicBezTo>
                  <a:pt x="1786751" y="146583"/>
                  <a:pt x="1785355" y="146513"/>
                  <a:pt x="1784238" y="146373"/>
                </a:cubicBezTo>
                <a:cubicBezTo>
                  <a:pt x="1783121" y="146234"/>
                  <a:pt x="1782231" y="146024"/>
                  <a:pt x="1781568" y="145745"/>
                </a:cubicBezTo>
                <a:cubicBezTo>
                  <a:pt x="1780905" y="145466"/>
                  <a:pt x="1780452" y="145134"/>
                  <a:pt x="1780207" y="144751"/>
                </a:cubicBezTo>
                <a:cubicBezTo>
                  <a:pt x="1779963" y="144367"/>
                  <a:pt x="1779841" y="143896"/>
                  <a:pt x="1779841" y="143337"/>
                </a:cubicBezTo>
                <a:lnTo>
                  <a:pt x="1779841" y="49105"/>
                </a:lnTo>
                <a:cubicBezTo>
                  <a:pt x="1779841" y="48547"/>
                  <a:pt x="1779945" y="48076"/>
                  <a:pt x="1780155" y="47692"/>
                </a:cubicBezTo>
                <a:cubicBezTo>
                  <a:pt x="1780364" y="47308"/>
                  <a:pt x="1780783" y="46959"/>
                  <a:pt x="1781411" y="46645"/>
                </a:cubicBezTo>
                <a:cubicBezTo>
                  <a:pt x="1782040" y="46331"/>
                  <a:pt x="1782842" y="46121"/>
                  <a:pt x="1783819" y="46017"/>
                </a:cubicBezTo>
                <a:cubicBezTo>
                  <a:pt x="1784797" y="45912"/>
                  <a:pt x="1786088" y="45860"/>
                  <a:pt x="1787693" y="45860"/>
                </a:cubicBezTo>
                <a:cubicBezTo>
                  <a:pt x="1789229" y="45860"/>
                  <a:pt x="1790503" y="45912"/>
                  <a:pt x="1791515" y="46017"/>
                </a:cubicBezTo>
                <a:cubicBezTo>
                  <a:pt x="1792527" y="46121"/>
                  <a:pt x="1793312" y="46331"/>
                  <a:pt x="1793871" y="46645"/>
                </a:cubicBezTo>
                <a:cubicBezTo>
                  <a:pt x="1794429" y="46959"/>
                  <a:pt x="1794831" y="47308"/>
                  <a:pt x="1795075" y="47692"/>
                </a:cubicBezTo>
                <a:cubicBezTo>
                  <a:pt x="1795319" y="48076"/>
                  <a:pt x="1795441" y="48547"/>
                  <a:pt x="1795441" y="49105"/>
                </a:cubicBezTo>
                <a:lnTo>
                  <a:pt x="1795441" y="61565"/>
                </a:lnTo>
                <a:cubicBezTo>
                  <a:pt x="1800746" y="55632"/>
                  <a:pt x="1806034" y="51287"/>
                  <a:pt x="1811304" y="48529"/>
                </a:cubicBezTo>
                <a:cubicBezTo>
                  <a:pt x="1816574" y="45772"/>
                  <a:pt x="1821896" y="44394"/>
                  <a:pt x="1827271" y="44394"/>
                </a:cubicBezTo>
                <a:cubicBezTo>
                  <a:pt x="1833553" y="44394"/>
                  <a:pt x="1838840" y="45458"/>
                  <a:pt x="1843133" y="47587"/>
                </a:cubicBezTo>
                <a:cubicBezTo>
                  <a:pt x="1847426" y="49716"/>
                  <a:pt x="1850899" y="52560"/>
                  <a:pt x="1853551" y="56120"/>
                </a:cubicBezTo>
                <a:cubicBezTo>
                  <a:pt x="1856203" y="59680"/>
                  <a:pt x="1858106" y="63851"/>
                  <a:pt x="1859257" y="68632"/>
                </a:cubicBezTo>
                <a:cubicBezTo>
                  <a:pt x="1860409" y="73414"/>
                  <a:pt x="1860985" y="79155"/>
                  <a:pt x="1860985" y="85856"/>
                </a:cubicBezTo>
                <a:lnTo>
                  <a:pt x="1860985" y="1433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34B4A7-DD31-4160-ABF5-AB60277F5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6046" y="2517427"/>
            <a:ext cx="304017" cy="260063"/>
          </a:xfrm>
          <a:custGeom xmlns:a="http://schemas.openxmlformats.org/drawingml/2006/main">
            <a:pathLst>
              <a:path w="304017" h="260063">
                <a:moveTo>
                  <a:pt x="0" y="65931"/>
                </a:moveTo>
                <a:lnTo>
                  <a:pt x="175817" y="65931"/>
                </a:lnTo>
                <a:lnTo>
                  <a:pt x="175817" y="0"/>
                </a:lnTo>
                <a:lnTo>
                  <a:pt x="304017" y="130031"/>
                </a:lnTo>
                <a:lnTo>
                  <a:pt x="175817" y="260063"/>
                </a:lnTo>
                <a:lnTo>
                  <a:pt x="175817" y="194131"/>
                </a:lnTo>
                <a:lnTo>
                  <a:pt x="0" y="194131"/>
                </a:lnTo>
                <a:lnTo>
                  <a:pt x="0" y="65931"/>
                </a:lnTo>
              </a:path>
            </a:pathLst>
          </a:custGeom>
          <a:solidFill xmlns:a="http://schemas.openxmlformats.org/drawingml/2006/main">
            <a:srgbClr val="8EB4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B463B0-FD65-459E-B0CE-FC00CA7A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0632" y="2502821"/>
            <a:ext cx="334999" cy="289122"/>
          </a:xfrm>
          <a:custGeom xmlns:a="http://schemas.openxmlformats.org/drawingml/2006/main">
            <a:pathLst>
              <a:path w="334999" h="289122">
                <a:moveTo>
                  <a:pt x="176504" y="280239"/>
                </a:moveTo>
                <a:lnTo>
                  <a:pt x="178168" y="283047"/>
                </a:lnTo>
                <a:lnTo>
                  <a:pt x="180396" y="285443"/>
                </a:lnTo>
                <a:lnTo>
                  <a:pt x="183082" y="287305"/>
                </a:lnTo>
                <a:lnTo>
                  <a:pt x="186088" y="288542"/>
                </a:lnTo>
                <a:lnTo>
                  <a:pt x="189309" y="289122"/>
                </a:lnTo>
                <a:lnTo>
                  <a:pt x="192559" y="289015"/>
                </a:lnTo>
                <a:lnTo>
                  <a:pt x="195719" y="288206"/>
                </a:lnTo>
                <a:lnTo>
                  <a:pt x="198649" y="286741"/>
                </a:lnTo>
                <a:lnTo>
                  <a:pt x="201182" y="284696"/>
                </a:lnTo>
                <a:lnTo>
                  <a:pt x="330527" y="155351"/>
                </a:lnTo>
                <a:lnTo>
                  <a:pt x="332420" y="153046"/>
                </a:lnTo>
                <a:lnTo>
                  <a:pt x="333839" y="150406"/>
                </a:lnTo>
                <a:lnTo>
                  <a:pt x="334709" y="147537"/>
                </a:lnTo>
                <a:lnTo>
                  <a:pt x="334999" y="144561"/>
                </a:lnTo>
                <a:lnTo>
                  <a:pt x="334709" y="141585"/>
                </a:lnTo>
                <a:lnTo>
                  <a:pt x="333839" y="138715"/>
                </a:lnTo>
                <a:lnTo>
                  <a:pt x="332420" y="136075"/>
                </a:lnTo>
                <a:lnTo>
                  <a:pt x="330527" y="133771"/>
                </a:lnTo>
                <a:lnTo>
                  <a:pt x="201182" y="4426"/>
                </a:lnTo>
                <a:lnTo>
                  <a:pt x="198649" y="2381"/>
                </a:lnTo>
                <a:lnTo>
                  <a:pt x="195719" y="916"/>
                </a:lnTo>
                <a:lnTo>
                  <a:pt x="192559" y="107"/>
                </a:lnTo>
                <a:lnTo>
                  <a:pt x="189309" y="0"/>
                </a:lnTo>
                <a:lnTo>
                  <a:pt x="186088" y="580"/>
                </a:lnTo>
                <a:lnTo>
                  <a:pt x="183082" y="1816"/>
                </a:lnTo>
                <a:lnTo>
                  <a:pt x="180396" y="3678"/>
                </a:lnTo>
                <a:lnTo>
                  <a:pt x="178168" y="6074"/>
                </a:lnTo>
                <a:lnTo>
                  <a:pt x="176504" y="8882"/>
                </a:lnTo>
                <a:lnTo>
                  <a:pt x="175481" y="11965"/>
                </a:lnTo>
                <a:lnTo>
                  <a:pt x="175130" y="15216"/>
                </a:lnTo>
                <a:lnTo>
                  <a:pt x="175130" y="64619"/>
                </a:lnTo>
                <a:lnTo>
                  <a:pt x="15262" y="64619"/>
                </a:lnTo>
                <a:lnTo>
                  <a:pt x="12286" y="64924"/>
                </a:lnTo>
                <a:lnTo>
                  <a:pt x="9417" y="65794"/>
                </a:lnTo>
                <a:lnTo>
                  <a:pt x="6776" y="67198"/>
                </a:lnTo>
                <a:lnTo>
                  <a:pt x="4472" y="69091"/>
                </a:lnTo>
                <a:lnTo>
                  <a:pt x="2579" y="71410"/>
                </a:lnTo>
                <a:lnTo>
                  <a:pt x="1160" y="74051"/>
                </a:lnTo>
                <a:lnTo>
                  <a:pt x="290" y="76905"/>
                </a:lnTo>
                <a:lnTo>
                  <a:pt x="0" y="79881"/>
                </a:lnTo>
                <a:lnTo>
                  <a:pt x="0" y="209225"/>
                </a:lnTo>
                <a:lnTo>
                  <a:pt x="290" y="212217"/>
                </a:lnTo>
                <a:lnTo>
                  <a:pt x="1160" y="215071"/>
                </a:lnTo>
                <a:lnTo>
                  <a:pt x="2579" y="217711"/>
                </a:lnTo>
                <a:lnTo>
                  <a:pt x="4472" y="220031"/>
                </a:lnTo>
                <a:lnTo>
                  <a:pt x="6776" y="221923"/>
                </a:lnTo>
                <a:lnTo>
                  <a:pt x="9417" y="223327"/>
                </a:lnTo>
                <a:lnTo>
                  <a:pt x="12286" y="224197"/>
                </a:lnTo>
                <a:lnTo>
                  <a:pt x="15262" y="224487"/>
                </a:lnTo>
                <a:lnTo>
                  <a:pt x="175130" y="224487"/>
                </a:lnTo>
                <a:lnTo>
                  <a:pt x="175130" y="273905"/>
                </a:lnTo>
                <a:lnTo>
                  <a:pt x="175481" y="277156"/>
                </a:lnTo>
                <a:lnTo>
                  <a:pt x="176504" y="280239"/>
                </a:lnTo>
                <a:close/>
                <a:moveTo>
                  <a:pt x="193368" y="94853"/>
                </a:moveTo>
                <a:lnTo>
                  <a:pt x="196238" y="93983"/>
                </a:lnTo>
                <a:lnTo>
                  <a:pt x="198878" y="92579"/>
                </a:lnTo>
                <a:lnTo>
                  <a:pt x="201182" y="90686"/>
                </a:lnTo>
                <a:lnTo>
                  <a:pt x="203075" y="88366"/>
                </a:lnTo>
                <a:lnTo>
                  <a:pt x="204494" y="85726"/>
                </a:lnTo>
                <a:lnTo>
                  <a:pt x="205364" y="82872"/>
                </a:lnTo>
                <a:lnTo>
                  <a:pt x="205654" y="79881"/>
                </a:lnTo>
                <a:lnTo>
                  <a:pt x="205654" y="52058"/>
                </a:lnTo>
                <a:lnTo>
                  <a:pt x="298157" y="144561"/>
                </a:lnTo>
                <a:lnTo>
                  <a:pt x="205654" y="237063"/>
                </a:lnTo>
                <a:lnTo>
                  <a:pt x="205654" y="209225"/>
                </a:lnTo>
                <a:lnTo>
                  <a:pt x="205364" y="206249"/>
                </a:lnTo>
                <a:lnTo>
                  <a:pt x="204494" y="203395"/>
                </a:lnTo>
                <a:lnTo>
                  <a:pt x="203075" y="200755"/>
                </a:lnTo>
                <a:lnTo>
                  <a:pt x="201182" y="198435"/>
                </a:lnTo>
                <a:lnTo>
                  <a:pt x="198878" y="196543"/>
                </a:lnTo>
                <a:lnTo>
                  <a:pt x="196238" y="195139"/>
                </a:lnTo>
                <a:lnTo>
                  <a:pt x="193368" y="194269"/>
                </a:lnTo>
                <a:lnTo>
                  <a:pt x="190392" y="193964"/>
                </a:lnTo>
                <a:lnTo>
                  <a:pt x="30524" y="193964"/>
                </a:lnTo>
                <a:lnTo>
                  <a:pt x="30524" y="95143"/>
                </a:lnTo>
                <a:lnTo>
                  <a:pt x="190392" y="95143"/>
                </a:lnTo>
                <a:lnTo>
                  <a:pt x="193368" y="94853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E135DB8F-6F69-4DD8-A35A-4687C4F34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6645" y="4485857"/>
            <a:ext cx="918606" cy="184066"/>
          </a:xfrm>
          <a:custGeom xmlns:a="http://schemas.openxmlformats.org/drawingml/2006/main">
            <a:pathLst>
              <a:path w="918606" h="184066">
                <a:moveTo>
                  <a:pt x="83238" y="50152"/>
                </a:moveTo>
                <a:cubicBezTo>
                  <a:pt x="83238" y="56923"/>
                  <a:pt x="82121" y="63031"/>
                  <a:pt x="79888" y="68475"/>
                </a:cubicBezTo>
                <a:cubicBezTo>
                  <a:pt x="77654" y="73920"/>
                  <a:pt x="74461" y="78561"/>
                  <a:pt x="70307" y="82401"/>
                </a:cubicBezTo>
                <a:cubicBezTo>
                  <a:pt x="66154" y="86240"/>
                  <a:pt x="61059" y="89206"/>
                  <a:pt x="55021" y="91300"/>
                </a:cubicBezTo>
                <a:cubicBezTo>
                  <a:pt x="48983" y="93394"/>
                  <a:pt x="41776" y="94441"/>
                  <a:pt x="33400" y="94441"/>
                </a:cubicBezTo>
                <a:lnTo>
                  <a:pt x="18009" y="94441"/>
                </a:lnTo>
                <a:lnTo>
                  <a:pt x="18009" y="143232"/>
                </a:lnTo>
                <a:cubicBezTo>
                  <a:pt x="18009" y="143791"/>
                  <a:pt x="17852" y="144279"/>
                  <a:pt x="17538" y="144698"/>
                </a:cubicBezTo>
                <a:cubicBezTo>
                  <a:pt x="17223" y="145117"/>
                  <a:pt x="16735" y="145449"/>
                  <a:pt x="16072" y="145693"/>
                </a:cubicBezTo>
                <a:cubicBezTo>
                  <a:pt x="15409" y="145937"/>
                  <a:pt x="14501" y="146147"/>
                  <a:pt x="13350" y="146321"/>
                </a:cubicBezTo>
                <a:cubicBezTo>
                  <a:pt x="12198" y="146496"/>
                  <a:pt x="10749" y="146583"/>
                  <a:pt x="9004" y="146583"/>
                </a:cubicBezTo>
                <a:cubicBezTo>
                  <a:pt x="7259" y="146583"/>
                  <a:pt x="5811" y="146496"/>
                  <a:pt x="4659" y="146321"/>
                </a:cubicBezTo>
                <a:cubicBezTo>
                  <a:pt x="3508" y="146147"/>
                  <a:pt x="2583" y="145937"/>
                  <a:pt x="1885" y="145693"/>
                </a:cubicBezTo>
                <a:cubicBezTo>
                  <a:pt x="1187" y="145449"/>
                  <a:pt x="698" y="145117"/>
                  <a:pt x="419" y="144698"/>
                </a:cubicBezTo>
                <a:cubicBezTo>
                  <a:pt x="140" y="144279"/>
                  <a:pt x="0" y="143791"/>
                  <a:pt x="0" y="143232"/>
                </a:cubicBezTo>
                <a:lnTo>
                  <a:pt x="0" y="18218"/>
                </a:lnTo>
                <a:cubicBezTo>
                  <a:pt x="0" y="15426"/>
                  <a:pt x="733" y="13437"/>
                  <a:pt x="2199" y="12250"/>
                </a:cubicBezTo>
                <a:cubicBezTo>
                  <a:pt x="3665" y="11064"/>
                  <a:pt x="5305" y="10470"/>
                  <a:pt x="7120" y="10470"/>
                </a:cubicBezTo>
                <a:lnTo>
                  <a:pt x="36122" y="10470"/>
                </a:lnTo>
                <a:cubicBezTo>
                  <a:pt x="39054" y="10470"/>
                  <a:pt x="41863" y="10592"/>
                  <a:pt x="44551" y="10837"/>
                </a:cubicBezTo>
                <a:cubicBezTo>
                  <a:pt x="47238" y="11081"/>
                  <a:pt x="50414" y="11604"/>
                  <a:pt x="54079" y="12407"/>
                </a:cubicBezTo>
                <a:cubicBezTo>
                  <a:pt x="57743" y="13210"/>
                  <a:pt x="61478" y="14711"/>
                  <a:pt x="65282" y="16909"/>
                </a:cubicBezTo>
                <a:cubicBezTo>
                  <a:pt x="69086" y="19108"/>
                  <a:pt x="72314" y="21813"/>
                  <a:pt x="74967" y="25024"/>
                </a:cubicBezTo>
                <a:cubicBezTo>
                  <a:pt x="77619" y="28235"/>
                  <a:pt x="79661" y="31952"/>
                  <a:pt x="81092" y="36175"/>
                </a:cubicBezTo>
                <a:cubicBezTo>
                  <a:pt x="82523" y="40398"/>
                  <a:pt x="83238" y="45057"/>
                  <a:pt x="83238" y="50152"/>
                </a:cubicBezTo>
                <a:moveTo>
                  <a:pt x="64287" y="51569"/>
                </a:moveTo>
                <a:cubicBezTo>
                  <a:pt x="64287" y="46063"/>
                  <a:pt x="63257" y="41465"/>
                  <a:pt x="61198" y="37775"/>
                </a:cubicBezTo>
                <a:cubicBezTo>
                  <a:pt x="59139" y="34082"/>
                  <a:pt x="56591" y="31330"/>
                  <a:pt x="53555" y="29519"/>
                </a:cubicBezTo>
                <a:cubicBezTo>
                  <a:pt x="50519" y="27707"/>
                  <a:pt x="47378" y="26557"/>
                  <a:pt x="44132" y="26071"/>
                </a:cubicBezTo>
                <a:cubicBezTo>
                  <a:pt x="40886" y="25582"/>
                  <a:pt x="37728" y="25338"/>
                  <a:pt x="34656" y="25338"/>
                </a:cubicBezTo>
                <a:lnTo>
                  <a:pt x="18009" y="25338"/>
                </a:lnTo>
                <a:lnTo>
                  <a:pt x="18009" y="79574"/>
                </a:lnTo>
                <a:lnTo>
                  <a:pt x="34238" y="79574"/>
                </a:lnTo>
                <a:cubicBezTo>
                  <a:pt x="39682" y="79574"/>
                  <a:pt x="44202" y="78877"/>
                  <a:pt x="47796" y="77483"/>
                </a:cubicBezTo>
                <a:cubicBezTo>
                  <a:pt x="51391" y="76089"/>
                  <a:pt x="54410" y="74156"/>
                  <a:pt x="56853" y="71685"/>
                </a:cubicBezTo>
                <a:cubicBezTo>
                  <a:pt x="59296" y="69211"/>
                  <a:pt x="61146" y="66250"/>
                  <a:pt x="62402" y="62802"/>
                </a:cubicBezTo>
                <a:cubicBezTo>
                  <a:pt x="63659" y="59353"/>
                  <a:pt x="64287" y="55609"/>
                  <a:pt x="64287" y="51569"/>
                </a:cubicBezTo>
                <a:close/>
                <a:moveTo>
                  <a:pt x="163733" y="55283"/>
                </a:moveTo>
                <a:cubicBezTo>
                  <a:pt x="163733" y="56818"/>
                  <a:pt x="163698" y="58110"/>
                  <a:pt x="163628" y="59157"/>
                </a:cubicBezTo>
                <a:cubicBezTo>
                  <a:pt x="163558" y="60204"/>
                  <a:pt x="163419" y="61024"/>
                  <a:pt x="163209" y="61617"/>
                </a:cubicBezTo>
                <a:cubicBezTo>
                  <a:pt x="163000" y="62210"/>
                  <a:pt x="162738" y="62664"/>
                  <a:pt x="162424" y="62978"/>
                </a:cubicBezTo>
                <a:cubicBezTo>
                  <a:pt x="162110" y="63292"/>
                  <a:pt x="161673" y="63449"/>
                  <a:pt x="161115" y="63449"/>
                </a:cubicBezTo>
                <a:cubicBezTo>
                  <a:pt x="160557" y="63449"/>
                  <a:pt x="159876" y="63292"/>
                  <a:pt x="159073" y="62978"/>
                </a:cubicBezTo>
                <a:cubicBezTo>
                  <a:pt x="158271" y="62664"/>
                  <a:pt x="157363" y="62350"/>
                  <a:pt x="156351" y="62036"/>
                </a:cubicBezTo>
                <a:cubicBezTo>
                  <a:pt x="155339" y="61722"/>
                  <a:pt x="154205" y="61425"/>
                  <a:pt x="152948" y="61146"/>
                </a:cubicBezTo>
                <a:cubicBezTo>
                  <a:pt x="151692" y="60867"/>
                  <a:pt x="150331" y="60727"/>
                  <a:pt x="148865" y="60727"/>
                </a:cubicBezTo>
                <a:cubicBezTo>
                  <a:pt x="147120" y="60727"/>
                  <a:pt x="145410" y="61076"/>
                  <a:pt x="143735" y="61774"/>
                </a:cubicBezTo>
                <a:cubicBezTo>
                  <a:pt x="142059" y="62472"/>
                  <a:pt x="140297" y="63624"/>
                  <a:pt x="138447" y="65229"/>
                </a:cubicBezTo>
                <a:cubicBezTo>
                  <a:pt x="136597" y="66835"/>
                  <a:pt x="134660" y="68964"/>
                  <a:pt x="132636" y="71616"/>
                </a:cubicBezTo>
                <a:cubicBezTo>
                  <a:pt x="130612" y="74269"/>
                  <a:pt x="128378" y="77514"/>
                  <a:pt x="125935" y="81353"/>
                </a:cubicBezTo>
                <a:lnTo>
                  <a:pt x="125935" y="143337"/>
                </a:lnTo>
                <a:cubicBezTo>
                  <a:pt x="125935" y="143896"/>
                  <a:pt x="125796" y="144367"/>
                  <a:pt x="125516" y="144751"/>
                </a:cubicBezTo>
                <a:cubicBezTo>
                  <a:pt x="125237" y="145134"/>
                  <a:pt x="124783" y="145466"/>
                  <a:pt x="124155" y="145745"/>
                </a:cubicBezTo>
                <a:cubicBezTo>
                  <a:pt x="123527" y="146024"/>
                  <a:pt x="122655" y="146234"/>
                  <a:pt x="121538" y="146373"/>
                </a:cubicBezTo>
                <a:cubicBezTo>
                  <a:pt x="120421" y="146513"/>
                  <a:pt x="118990" y="146583"/>
                  <a:pt x="117245" y="146583"/>
                </a:cubicBezTo>
                <a:cubicBezTo>
                  <a:pt x="115570" y="146583"/>
                  <a:pt x="114174" y="146513"/>
                  <a:pt x="113057" y="146373"/>
                </a:cubicBezTo>
                <a:cubicBezTo>
                  <a:pt x="111940" y="146234"/>
                  <a:pt x="111050" y="146024"/>
                  <a:pt x="110387" y="145745"/>
                </a:cubicBezTo>
                <a:cubicBezTo>
                  <a:pt x="109724" y="145466"/>
                  <a:pt x="109270" y="145134"/>
                  <a:pt x="109026" y="144751"/>
                </a:cubicBezTo>
                <a:cubicBezTo>
                  <a:pt x="108782" y="144367"/>
                  <a:pt x="108659" y="143896"/>
                  <a:pt x="108659" y="143337"/>
                </a:cubicBezTo>
                <a:lnTo>
                  <a:pt x="108659" y="49105"/>
                </a:lnTo>
                <a:cubicBezTo>
                  <a:pt x="108659" y="48547"/>
                  <a:pt x="108764" y="48076"/>
                  <a:pt x="108973" y="47692"/>
                </a:cubicBezTo>
                <a:cubicBezTo>
                  <a:pt x="109183" y="47308"/>
                  <a:pt x="109602" y="46959"/>
                  <a:pt x="110230" y="46645"/>
                </a:cubicBezTo>
                <a:cubicBezTo>
                  <a:pt x="110858" y="46331"/>
                  <a:pt x="111661" y="46121"/>
                  <a:pt x="112638" y="46017"/>
                </a:cubicBezTo>
                <a:cubicBezTo>
                  <a:pt x="113615" y="45912"/>
                  <a:pt x="114907" y="45860"/>
                  <a:pt x="116512" y="45860"/>
                </a:cubicBezTo>
                <a:cubicBezTo>
                  <a:pt x="118048" y="45860"/>
                  <a:pt x="119322" y="45912"/>
                  <a:pt x="120334" y="46017"/>
                </a:cubicBezTo>
                <a:cubicBezTo>
                  <a:pt x="121346" y="46121"/>
                  <a:pt x="122131" y="46331"/>
                  <a:pt x="122689" y="46645"/>
                </a:cubicBezTo>
                <a:cubicBezTo>
                  <a:pt x="123248" y="46959"/>
                  <a:pt x="123649" y="47308"/>
                  <a:pt x="123893" y="47692"/>
                </a:cubicBezTo>
                <a:cubicBezTo>
                  <a:pt x="124138" y="48076"/>
                  <a:pt x="124260" y="48547"/>
                  <a:pt x="124260" y="49105"/>
                </a:cubicBezTo>
                <a:lnTo>
                  <a:pt x="124260" y="62821"/>
                </a:lnTo>
                <a:cubicBezTo>
                  <a:pt x="126843" y="59052"/>
                  <a:pt x="129268" y="55981"/>
                  <a:pt x="131537" y="53607"/>
                </a:cubicBezTo>
                <a:cubicBezTo>
                  <a:pt x="133805" y="51234"/>
                  <a:pt x="135952" y="49367"/>
                  <a:pt x="137976" y="48006"/>
                </a:cubicBezTo>
                <a:cubicBezTo>
                  <a:pt x="140000" y="46645"/>
                  <a:pt x="142007" y="45702"/>
                  <a:pt x="143996" y="45179"/>
                </a:cubicBezTo>
                <a:cubicBezTo>
                  <a:pt x="145986" y="44655"/>
                  <a:pt x="147992" y="44394"/>
                  <a:pt x="150017" y="44394"/>
                </a:cubicBezTo>
                <a:cubicBezTo>
                  <a:pt x="150924" y="44394"/>
                  <a:pt x="151954" y="44446"/>
                  <a:pt x="153105" y="44551"/>
                </a:cubicBezTo>
                <a:cubicBezTo>
                  <a:pt x="154257" y="44655"/>
                  <a:pt x="155461" y="44847"/>
                  <a:pt x="156718" y="45127"/>
                </a:cubicBezTo>
                <a:cubicBezTo>
                  <a:pt x="157974" y="45406"/>
                  <a:pt x="159108" y="45720"/>
                  <a:pt x="160120" y="46069"/>
                </a:cubicBezTo>
                <a:cubicBezTo>
                  <a:pt x="161133" y="46418"/>
                  <a:pt x="161848" y="46767"/>
                  <a:pt x="162267" y="47116"/>
                </a:cubicBezTo>
                <a:cubicBezTo>
                  <a:pt x="162686" y="47465"/>
                  <a:pt x="162965" y="47796"/>
                  <a:pt x="163104" y="48111"/>
                </a:cubicBezTo>
                <a:cubicBezTo>
                  <a:pt x="163244" y="48425"/>
                  <a:pt x="163366" y="48826"/>
                  <a:pt x="163471" y="49315"/>
                </a:cubicBezTo>
                <a:cubicBezTo>
                  <a:pt x="163576" y="49803"/>
                  <a:pt x="163645" y="50519"/>
                  <a:pt x="163680" y="51461"/>
                </a:cubicBezTo>
                <a:cubicBezTo>
                  <a:pt x="163715" y="52403"/>
                  <a:pt x="163733" y="53677"/>
                  <a:pt x="163733" y="55283"/>
                </a:cubicBezTo>
                <a:close/>
                <a:moveTo>
                  <a:pt x="271079" y="95227"/>
                </a:moveTo>
                <a:cubicBezTo>
                  <a:pt x="271079" y="102911"/>
                  <a:pt x="270066" y="109985"/>
                  <a:pt x="268042" y="116448"/>
                </a:cubicBezTo>
                <a:cubicBezTo>
                  <a:pt x="266018" y="122911"/>
                  <a:pt x="262999" y="128485"/>
                  <a:pt x="258986" y="133168"/>
                </a:cubicBezTo>
                <a:cubicBezTo>
                  <a:pt x="254972" y="137849"/>
                  <a:pt x="249946" y="141499"/>
                  <a:pt x="243908" y="144119"/>
                </a:cubicBezTo>
                <a:cubicBezTo>
                  <a:pt x="237871" y="146739"/>
                  <a:pt x="230873" y="148049"/>
                  <a:pt x="222916" y="148049"/>
                </a:cubicBezTo>
                <a:cubicBezTo>
                  <a:pt x="215168" y="148049"/>
                  <a:pt x="208414" y="146896"/>
                  <a:pt x="202656" y="144590"/>
                </a:cubicBezTo>
                <a:cubicBezTo>
                  <a:pt x="196897" y="142285"/>
                  <a:pt x="192098" y="138931"/>
                  <a:pt x="188259" y="134529"/>
                </a:cubicBezTo>
                <a:cubicBezTo>
                  <a:pt x="184420" y="130127"/>
                  <a:pt x="181558" y="124782"/>
                  <a:pt x="179674" y="118493"/>
                </a:cubicBezTo>
                <a:cubicBezTo>
                  <a:pt x="177789" y="112205"/>
                  <a:pt x="176847" y="105077"/>
                  <a:pt x="176847" y="97111"/>
                </a:cubicBezTo>
                <a:cubicBezTo>
                  <a:pt x="176847" y="89426"/>
                  <a:pt x="177841" y="82353"/>
                  <a:pt x="179831" y="75889"/>
                </a:cubicBezTo>
                <a:cubicBezTo>
                  <a:pt x="181820" y="69426"/>
                  <a:pt x="184822" y="63854"/>
                  <a:pt x="188835" y="59173"/>
                </a:cubicBezTo>
                <a:cubicBezTo>
                  <a:pt x="192849" y="54490"/>
                  <a:pt x="197857" y="50856"/>
                  <a:pt x="203860" y="48271"/>
                </a:cubicBezTo>
                <a:cubicBezTo>
                  <a:pt x="209863" y="45686"/>
                  <a:pt x="216878" y="44394"/>
                  <a:pt x="224905" y="44394"/>
                </a:cubicBezTo>
                <a:cubicBezTo>
                  <a:pt x="232653" y="44394"/>
                  <a:pt x="239406" y="45546"/>
                  <a:pt x="245165" y="47852"/>
                </a:cubicBezTo>
                <a:cubicBezTo>
                  <a:pt x="250923" y="50158"/>
                  <a:pt x="255722" y="53511"/>
                  <a:pt x="259561" y="57913"/>
                </a:cubicBezTo>
                <a:cubicBezTo>
                  <a:pt x="263400" y="62315"/>
                  <a:pt x="266280" y="67660"/>
                  <a:pt x="268199" y="73949"/>
                </a:cubicBezTo>
                <a:cubicBezTo>
                  <a:pt x="270119" y="80238"/>
                  <a:pt x="271079" y="87330"/>
                  <a:pt x="271079" y="95227"/>
                </a:cubicBezTo>
                <a:moveTo>
                  <a:pt x="252860" y="96326"/>
                </a:moveTo>
                <a:cubicBezTo>
                  <a:pt x="252860" y="91230"/>
                  <a:pt x="252389" y="86414"/>
                  <a:pt x="251447" y="81877"/>
                </a:cubicBezTo>
                <a:cubicBezTo>
                  <a:pt x="250505" y="77340"/>
                  <a:pt x="248952" y="73361"/>
                  <a:pt x="246788" y="69941"/>
                </a:cubicBezTo>
                <a:cubicBezTo>
                  <a:pt x="244624" y="66521"/>
                  <a:pt x="241692" y="63816"/>
                  <a:pt x="237993" y="61827"/>
                </a:cubicBezTo>
                <a:cubicBezTo>
                  <a:pt x="234293" y="59837"/>
                  <a:pt x="229686" y="58843"/>
                  <a:pt x="224172" y="58843"/>
                </a:cubicBezTo>
                <a:cubicBezTo>
                  <a:pt x="219077" y="58843"/>
                  <a:pt x="214697" y="59750"/>
                  <a:pt x="211032" y="61565"/>
                </a:cubicBezTo>
                <a:cubicBezTo>
                  <a:pt x="207367" y="63380"/>
                  <a:pt x="204348" y="65945"/>
                  <a:pt x="201975" y="69260"/>
                </a:cubicBezTo>
                <a:cubicBezTo>
                  <a:pt x="199602" y="72576"/>
                  <a:pt x="197840" y="76502"/>
                  <a:pt x="196688" y="81039"/>
                </a:cubicBezTo>
                <a:cubicBezTo>
                  <a:pt x="195536" y="85576"/>
                  <a:pt x="194960" y="90532"/>
                  <a:pt x="194960" y="95907"/>
                </a:cubicBezTo>
                <a:cubicBezTo>
                  <a:pt x="194960" y="101072"/>
                  <a:pt x="195431" y="105924"/>
                  <a:pt x="196374" y="110461"/>
                </a:cubicBezTo>
                <a:cubicBezTo>
                  <a:pt x="197316" y="114998"/>
                  <a:pt x="198887" y="118959"/>
                  <a:pt x="201085" y="122344"/>
                </a:cubicBezTo>
                <a:cubicBezTo>
                  <a:pt x="203284" y="125730"/>
                  <a:pt x="206233" y="128417"/>
                  <a:pt x="209933" y="130406"/>
                </a:cubicBezTo>
                <a:cubicBezTo>
                  <a:pt x="213632" y="132396"/>
                  <a:pt x="218239" y="133390"/>
                  <a:pt x="223753" y="133390"/>
                </a:cubicBezTo>
                <a:cubicBezTo>
                  <a:pt x="228779" y="133390"/>
                  <a:pt x="233142" y="132483"/>
                  <a:pt x="236841" y="130668"/>
                </a:cubicBezTo>
                <a:cubicBezTo>
                  <a:pt x="240540" y="128853"/>
                  <a:pt x="243577" y="126306"/>
                  <a:pt x="245950" y="123025"/>
                </a:cubicBezTo>
                <a:cubicBezTo>
                  <a:pt x="248323" y="119744"/>
                  <a:pt x="250068" y="115835"/>
                  <a:pt x="251185" y="111298"/>
                </a:cubicBezTo>
                <a:cubicBezTo>
                  <a:pt x="252302" y="106761"/>
                  <a:pt x="252860" y="101770"/>
                  <a:pt x="252860" y="96326"/>
                </a:cubicBezTo>
                <a:close/>
                <a:moveTo>
                  <a:pt x="383074" y="95017"/>
                </a:moveTo>
                <a:cubicBezTo>
                  <a:pt x="383074" y="103190"/>
                  <a:pt x="382184" y="110544"/>
                  <a:pt x="380404" y="117077"/>
                </a:cubicBezTo>
                <a:cubicBezTo>
                  <a:pt x="378624" y="123610"/>
                  <a:pt x="376007" y="129183"/>
                  <a:pt x="372552" y="133796"/>
                </a:cubicBezTo>
                <a:cubicBezTo>
                  <a:pt x="369096" y="138407"/>
                  <a:pt x="364856" y="141936"/>
                  <a:pt x="359830" y="144381"/>
                </a:cubicBezTo>
                <a:cubicBezTo>
                  <a:pt x="354805" y="146826"/>
                  <a:pt x="349046" y="148049"/>
                  <a:pt x="342554" y="148049"/>
                </a:cubicBezTo>
                <a:cubicBezTo>
                  <a:pt x="339553" y="148049"/>
                  <a:pt x="336778" y="147751"/>
                  <a:pt x="334231" y="147155"/>
                </a:cubicBezTo>
                <a:cubicBezTo>
                  <a:pt x="331683" y="146562"/>
                  <a:pt x="329187" y="145602"/>
                  <a:pt x="326744" y="144276"/>
                </a:cubicBezTo>
                <a:cubicBezTo>
                  <a:pt x="324301" y="142948"/>
                  <a:pt x="321858" y="141270"/>
                  <a:pt x="319415" y="139244"/>
                </a:cubicBezTo>
                <a:cubicBezTo>
                  <a:pt x="316972" y="137217"/>
                  <a:pt x="314390" y="134772"/>
                  <a:pt x="311667" y="131908"/>
                </a:cubicBezTo>
                <a:lnTo>
                  <a:pt x="311667" y="143357"/>
                </a:lnTo>
                <a:cubicBezTo>
                  <a:pt x="311667" y="143911"/>
                  <a:pt x="311528" y="144396"/>
                  <a:pt x="311249" y="144813"/>
                </a:cubicBezTo>
                <a:cubicBezTo>
                  <a:pt x="310969" y="145229"/>
                  <a:pt x="310516" y="145560"/>
                  <a:pt x="309887" y="145804"/>
                </a:cubicBezTo>
                <a:cubicBezTo>
                  <a:pt x="309259" y="146046"/>
                  <a:pt x="308474" y="146236"/>
                  <a:pt x="307532" y="146373"/>
                </a:cubicBezTo>
                <a:cubicBezTo>
                  <a:pt x="306589" y="146513"/>
                  <a:pt x="305385" y="146583"/>
                  <a:pt x="303919" y="146583"/>
                </a:cubicBezTo>
                <a:cubicBezTo>
                  <a:pt x="302523" y="146583"/>
                  <a:pt x="301337" y="146513"/>
                  <a:pt x="300359" y="146373"/>
                </a:cubicBezTo>
                <a:cubicBezTo>
                  <a:pt x="299382" y="146234"/>
                  <a:pt x="298580" y="146042"/>
                  <a:pt x="297951" y="145798"/>
                </a:cubicBezTo>
                <a:cubicBezTo>
                  <a:pt x="297323" y="145553"/>
                  <a:pt x="296904" y="145222"/>
                  <a:pt x="296695" y="144803"/>
                </a:cubicBezTo>
                <a:cubicBezTo>
                  <a:pt x="296486" y="144382"/>
                  <a:pt x="296381" y="143892"/>
                  <a:pt x="296381" y="143334"/>
                </a:cubicBezTo>
                <a:lnTo>
                  <a:pt x="296381" y="3354"/>
                </a:lnTo>
                <a:cubicBezTo>
                  <a:pt x="296381" y="2795"/>
                  <a:pt x="296503" y="2307"/>
                  <a:pt x="296747" y="1888"/>
                </a:cubicBezTo>
                <a:cubicBezTo>
                  <a:pt x="296992" y="1467"/>
                  <a:pt x="297445" y="1117"/>
                  <a:pt x="298108" y="838"/>
                </a:cubicBezTo>
                <a:cubicBezTo>
                  <a:pt x="298772" y="558"/>
                  <a:pt x="299661" y="349"/>
                  <a:pt x="300778" y="209"/>
                </a:cubicBezTo>
                <a:cubicBezTo>
                  <a:pt x="301895" y="70"/>
                  <a:pt x="303291" y="0"/>
                  <a:pt x="304966" y="0"/>
                </a:cubicBezTo>
                <a:cubicBezTo>
                  <a:pt x="306711" y="0"/>
                  <a:pt x="308142" y="70"/>
                  <a:pt x="309259" y="209"/>
                </a:cubicBezTo>
                <a:cubicBezTo>
                  <a:pt x="310376" y="349"/>
                  <a:pt x="311249" y="560"/>
                  <a:pt x="311877" y="841"/>
                </a:cubicBezTo>
                <a:cubicBezTo>
                  <a:pt x="312505" y="1120"/>
                  <a:pt x="312959" y="1470"/>
                  <a:pt x="313238" y="1891"/>
                </a:cubicBezTo>
                <a:cubicBezTo>
                  <a:pt x="313517" y="2310"/>
                  <a:pt x="313657" y="2799"/>
                  <a:pt x="313657" y="3357"/>
                </a:cubicBezTo>
                <a:lnTo>
                  <a:pt x="313657" y="59906"/>
                </a:lnTo>
                <a:cubicBezTo>
                  <a:pt x="316449" y="57042"/>
                  <a:pt x="319154" y="54632"/>
                  <a:pt x="321771" y="52675"/>
                </a:cubicBezTo>
                <a:cubicBezTo>
                  <a:pt x="324389" y="50718"/>
                  <a:pt x="326954" y="49129"/>
                  <a:pt x="329467" y="47908"/>
                </a:cubicBezTo>
                <a:cubicBezTo>
                  <a:pt x="331980" y="46684"/>
                  <a:pt x="334492" y="45793"/>
                  <a:pt x="337005" y="45235"/>
                </a:cubicBezTo>
                <a:cubicBezTo>
                  <a:pt x="339518" y="44674"/>
                  <a:pt x="342171" y="44394"/>
                  <a:pt x="344963" y="44394"/>
                </a:cubicBezTo>
                <a:cubicBezTo>
                  <a:pt x="351803" y="44394"/>
                  <a:pt x="357649" y="45757"/>
                  <a:pt x="362500" y="48484"/>
                </a:cubicBezTo>
                <a:cubicBezTo>
                  <a:pt x="367351" y="51208"/>
                  <a:pt x="371295" y="54858"/>
                  <a:pt x="374331" y="59435"/>
                </a:cubicBezTo>
                <a:cubicBezTo>
                  <a:pt x="377368" y="64011"/>
                  <a:pt x="379584" y="69374"/>
                  <a:pt x="380980" y="75523"/>
                </a:cubicBezTo>
                <a:cubicBezTo>
                  <a:pt x="382376" y="81670"/>
                  <a:pt x="383074" y="88168"/>
                  <a:pt x="383074" y="95017"/>
                </a:cubicBezTo>
                <a:moveTo>
                  <a:pt x="364856" y="97006"/>
                </a:moveTo>
                <a:cubicBezTo>
                  <a:pt x="364856" y="92184"/>
                  <a:pt x="364489" y="87500"/>
                  <a:pt x="363757" y="82957"/>
                </a:cubicBezTo>
                <a:cubicBezTo>
                  <a:pt x="363024" y="78413"/>
                  <a:pt x="361750" y="74394"/>
                  <a:pt x="359935" y="70900"/>
                </a:cubicBezTo>
                <a:cubicBezTo>
                  <a:pt x="358120" y="67405"/>
                  <a:pt x="355712" y="64592"/>
                  <a:pt x="352711" y="62461"/>
                </a:cubicBezTo>
                <a:cubicBezTo>
                  <a:pt x="349709" y="60328"/>
                  <a:pt x="345975" y="59261"/>
                  <a:pt x="341507" y="59261"/>
                </a:cubicBezTo>
                <a:cubicBezTo>
                  <a:pt x="339274" y="59261"/>
                  <a:pt x="337075" y="59577"/>
                  <a:pt x="334911" y="60207"/>
                </a:cubicBezTo>
                <a:cubicBezTo>
                  <a:pt x="332747" y="60835"/>
                  <a:pt x="330549" y="61883"/>
                  <a:pt x="328315" y="63351"/>
                </a:cubicBezTo>
                <a:cubicBezTo>
                  <a:pt x="326081" y="64819"/>
                  <a:pt x="323760" y="66707"/>
                  <a:pt x="321352" y="69015"/>
                </a:cubicBezTo>
                <a:cubicBezTo>
                  <a:pt x="318944" y="71323"/>
                  <a:pt x="316379" y="74225"/>
                  <a:pt x="313657" y="77722"/>
                </a:cubicBezTo>
                <a:lnTo>
                  <a:pt x="313657" y="115349"/>
                </a:lnTo>
                <a:cubicBezTo>
                  <a:pt x="318403" y="121153"/>
                  <a:pt x="322940" y="125577"/>
                  <a:pt x="327268" y="128620"/>
                </a:cubicBezTo>
                <a:cubicBezTo>
                  <a:pt x="331596" y="131661"/>
                  <a:pt x="336098" y="133181"/>
                  <a:pt x="340774" y="133181"/>
                </a:cubicBezTo>
                <a:cubicBezTo>
                  <a:pt x="345102" y="133181"/>
                  <a:pt x="348802" y="132133"/>
                  <a:pt x="351873" y="130037"/>
                </a:cubicBezTo>
                <a:cubicBezTo>
                  <a:pt x="354944" y="127938"/>
                  <a:pt x="357440" y="125159"/>
                  <a:pt x="359359" y="121700"/>
                </a:cubicBezTo>
                <a:cubicBezTo>
                  <a:pt x="361279" y="118240"/>
                  <a:pt x="362675" y="114361"/>
                  <a:pt x="363547" y="110061"/>
                </a:cubicBezTo>
                <a:cubicBezTo>
                  <a:pt x="364420" y="105762"/>
                  <a:pt x="364856" y="101410"/>
                  <a:pt x="364856" y="97006"/>
                </a:cubicBezTo>
                <a:close/>
                <a:moveTo>
                  <a:pt x="479543" y="143442"/>
                </a:moveTo>
                <a:cubicBezTo>
                  <a:pt x="479543" y="144279"/>
                  <a:pt x="479264" y="144908"/>
                  <a:pt x="478706" y="145326"/>
                </a:cubicBezTo>
                <a:cubicBezTo>
                  <a:pt x="478147" y="145745"/>
                  <a:pt x="477380" y="146059"/>
                  <a:pt x="476402" y="146269"/>
                </a:cubicBezTo>
                <a:cubicBezTo>
                  <a:pt x="475425" y="146478"/>
                  <a:pt x="473994" y="146583"/>
                  <a:pt x="472110" y="146583"/>
                </a:cubicBezTo>
                <a:cubicBezTo>
                  <a:pt x="470295" y="146583"/>
                  <a:pt x="468846" y="146478"/>
                  <a:pt x="467764" y="146269"/>
                </a:cubicBezTo>
                <a:cubicBezTo>
                  <a:pt x="466682" y="146059"/>
                  <a:pt x="465897" y="145745"/>
                  <a:pt x="465409" y="145326"/>
                </a:cubicBezTo>
                <a:cubicBezTo>
                  <a:pt x="464920" y="144908"/>
                  <a:pt x="464676" y="144279"/>
                  <a:pt x="464676" y="143442"/>
                </a:cubicBezTo>
                <a:lnTo>
                  <a:pt x="464676" y="134019"/>
                </a:lnTo>
                <a:cubicBezTo>
                  <a:pt x="460557" y="138416"/>
                  <a:pt x="455968" y="141854"/>
                  <a:pt x="450907" y="144332"/>
                </a:cubicBezTo>
                <a:cubicBezTo>
                  <a:pt x="445847" y="146810"/>
                  <a:pt x="440490" y="148049"/>
                  <a:pt x="434836" y="148049"/>
                </a:cubicBezTo>
                <a:cubicBezTo>
                  <a:pt x="429880" y="148049"/>
                  <a:pt x="425395" y="147400"/>
                  <a:pt x="421381" y="146102"/>
                </a:cubicBezTo>
                <a:cubicBezTo>
                  <a:pt x="417368" y="144804"/>
                  <a:pt x="413948" y="142927"/>
                  <a:pt x="411121" y="140471"/>
                </a:cubicBezTo>
                <a:cubicBezTo>
                  <a:pt x="408294" y="138015"/>
                  <a:pt x="406095" y="134998"/>
                  <a:pt x="404524" y="131421"/>
                </a:cubicBezTo>
                <a:cubicBezTo>
                  <a:pt x="402954" y="127841"/>
                  <a:pt x="402169" y="123771"/>
                  <a:pt x="402169" y="119210"/>
                </a:cubicBezTo>
                <a:cubicBezTo>
                  <a:pt x="402169" y="113877"/>
                  <a:pt x="403250" y="109246"/>
                  <a:pt x="405414" y="105317"/>
                </a:cubicBezTo>
                <a:cubicBezTo>
                  <a:pt x="407578" y="101389"/>
                  <a:pt x="410684" y="98127"/>
                  <a:pt x="414733" y="95531"/>
                </a:cubicBezTo>
                <a:cubicBezTo>
                  <a:pt x="418781" y="92933"/>
                  <a:pt x="423737" y="90985"/>
                  <a:pt x="429601" y="89687"/>
                </a:cubicBezTo>
                <a:cubicBezTo>
                  <a:pt x="435464" y="88389"/>
                  <a:pt x="442060" y="87740"/>
                  <a:pt x="449389" y="87740"/>
                </a:cubicBezTo>
                <a:lnTo>
                  <a:pt x="462372" y="87740"/>
                </a:lnTo>
                <a:lnTo>
                  <a:pt x="462372" y="80464"/>
                </a:lnTo>
                <a:cubicBezTo>
                  <a:pt x="462372" y="76860"/>
                  <a:pt x="461988" y="73672"/>
                  <a:pt x="461221" y="70900"/>
                </a:cubicBezTo>
                <a:cubicBezTo>
                  <a:pt x="460453" y="68127"/>
                  <a:pt x="459214" y="65823"/>
                  <a:pt x="457504" y="63986"/>
                </a:cubicBezTo>
                <a:cubicBezTo>
                  <a:pt x="455793" y="62149"/>
                  <a:pt x="453577" y="60763"/>
                  <a:pt x="450855" y="59827"/>
                </a:cubicBezTo>
                <a:cubicBezTo>
                  <a:pt x="448133" y="58892"/>
                  <a:pt x="444782" y="58424"/>
                  <a:pt x="440804" y="58424"/>
                </a:cubicBezTo>
                <a:cubicBezTo>
                  <a:pt x="436546" y="58424"/>
                  <a:pt x="432724" y="58924"/>
                  <a:pt x="429339" y="59926"/>
                </a:cubicBezTo>
                <a:cubicBezTo>
                  <a:pt x="425953" y="60927"/>
                  <a:pt x="422987" y="62032"/>
                  <a:pt x="420439" y="63240"/>
                </a:cubicBezTo>
                <a:cubicBezTo>
                  <a:pt x="417891" y="64448"/>
                  <a:pt x="415762" y="65553"/>
                  <a:pt x="414052" y="66555"/>
                </a:cubicBezTo>
                <a:cubicBezTo>
                  <a:pt x="412342" y="67556"/>
                  <a:pt x="411068" y="68056"/>
                  <a:pt x="410231" y="68056"/>
                </a:cubicBezTo>
                <a:cubicBezTo>
                  <a:pt x="409672" y="68056"/>
                  <a:pt x="409184" y="67917"/>
                  <a:pt x="408765" y="67638"/>
                </a:cubicBezTo>
                <a:cubicBezTo>
                  <a:pt x="408346" y="67358"/>
                  <a:pt x="407980" y="66940"/>
                  <a:pt x="407665" y="66381"/>
                </a:cubicBezTo>
                <a:cubicBezTo>
                  <a:pt x="407351" y="65823"/>
                  <a:pt x="407124" y="65107"/>
                  <a:pt x="406985" y="64235"/>
                </a:cubicBezTo>
                <a:cubicBezTo>
                  <a:pt x="406845" y="63362"/>
                  <a:pt x="406775" y="62402"/>
                  <a:pt x="406775" y="61355"/>
                </a:cubicBezTo>
                <a:cubicBezTo>
                  <a:pt x="406775" y="59610"/>
                  <a:pt x="406898" y="58232"/>
                  <a:pt x="407142" y="57220"/>
                </a:cubicBezTo>
                <a:cubicBezTo>
                  <a:pt x="407386" y="56208"/>
                  <a:pt x="407980" y="55248"/>
                  <a:pt x="408922" y="54340"/>
                </a:cubicBezTo>
                <a:cubicBezTo>
                  <a:pt x="409864" y="53433"/>
                  <a:pt x="411487" y="52376"/>
                  <a:pt x="413791" y="51170"/>
                </a:cubicBezTo>
                <a:cubicBezTo>
                  <a:pt x="416094" y="49961"/>
                  <a:pt x="418746" y="48858"/>
                  <a:pt x="421748" y="47859"/>
                </a:cubicBezTo>
                <a:cubicBezTo>
                  <a:pt x="424749" y="46860"/>
                  <a:pt x="428030" y="46033"/>
                  <a:pt x="431590" y="45379"/>
                </a:cubicBezTo>
                <a:cubicBezTo>
                  <a:pt x="435150" y="44722"/>
                  <a:pt x="438744" y="44394"/>
                  <a:pt x="442374" y="44394"/>
                </a:cubicBezTo>
                <a:cubicBezTo>
                  <a:pt x="449145" y="44394"/>
                  <a:pt x="454904" y="45161"/>
                  <a:pt x="459650" y="46697"/>
                </a:cubicBezTo>
                <a:cubicBezTo>
                  <a:pt x="464396" y="48233"/>
                  <a:pt x="468236" y="50484"/>
                  <a:pt x="471167" y="53450"/>
                </a:cubicBezTo>
                <a:cubicBezTo>
                  <a:pt x="474099" y="56417"/>
                  <a:pt x="476228" y="60099"/>
                  <a:pt x="477554" y="64496"/>
                </a:cubicBezTo>
                <a:cubicBezTo>
                  <a:pt x="478880" y="68894"/>
                  <a:pt x="479543" y="74024"/>
                  <a:pt x="479543" y="79888"/>
                </a:cubicBezTo>
                <a:lnTo>
                  <a:pt x="479543" y="143442"/>
                </a:lnTo>
                <a:moveTo>
                  <a:pt x="462372" y="100305"/>
                </a:moveTo>
                <a:lnTo>
                  <a:pt x="447609" y="100305"/>
                </a:lnTo>
                <a:cubicBezTo>
                  <a:pt x="442863" y="100305"/>
                  <a:pt x="438744" y="100707"/>
                  <a:pt x="435254" y="101512"/>
                </a:cubicBezTo>
                <a:cubicBezTo>
                  <a:pt x="431764" y="102317"/>
                  <a:pt x="428868" y="103508"/>
                  <a:pt x="426564" y="105085"/>
                </a:cubicBezTo>
                <a:cubicBezTo>
                  <a:pt x="424261" y="106660"/>
                  <a:pt x="422568" y="108550"/>
                  <a:pt x="421486" y="110755"/>
                </a:cubicBezTo>
                <a:cubicBezTo>
                  <a:pt x="420404" y="112960"/>
                  <a:pt x="419863" y="115498"/>
                  <a:pt x="419863" y="118369"/>
                </a:cubicBezTo>
                <a:cubicBezTo>
                  <a:pt x="419863" y="123270"/>
                  <a:pt x="421416" y="127174"/>
                  <a:pt x="424522" y="130079"/>
                </a:cubicBezTo>
                <a:cubicBezTo>
                  <a:pt x="427629" y="132985"/>
                  <a:pt x="431974" y="134437"/>
                  <a:pt x="437558" y="134437"/>
                </a:cubicBezTo>
                <a:cubicBezTo>
                  <a:pt x="442095" y="134437"/>
                  <a:pt x="446300" y="133282"/>
                  <a:pt x="450174" y="130972"/>
                </a:cubicBezTo>
                <a:cubicBezTo>
                  <a:pt x="454048" y="128662"/>
                  <a:pt x="458114" y="125127"/>
                  <a:pt x="462372" y="120365"/>
                </a:cubicBezTo>
                <a:lnTo>
                  <a:pt x="462372" y="100305"/>
                </a:lnTo>
                <a:close/>
                <a:moveTo>
                  <a:pt x="597503" y="95017"/>
                </a:moveTo>
                <a:cubicBezTo>
                  <a:pt x="597503" y="103190"/>
                  <a:pt x="596613" y="110544"/>
                  <a:pt x="594833" y="117077"/>
                </a:cubicBezTo>
                <a:cubicBezTo>
                  <a:pt x="593053" y="123610"/>
                  <a:pt x="590436" y="129183"/>
                  <a:pt x="586981" y="133796"/>
                </a:cubicBezTo>
                <a:cubicBezTo>
                  <a:pt x="583525" y="138407"/>
                  <a:pt x="579285" y="141936"/>
                  <a:pt x="574259" y="144381"/>
                </a:cubicBezTo>
                <a:cubicBezTo>
                  <a:pt x="569234" y="146826"/>
                  <a:pt x="563475" y="148049"/>
                  <a:pt x="556984" y="148049"/>
                </a:cubicBezTo>
                <a:cubicBezTo>
                  <a:pt x="553982" y="148049"/>
                  <a:pt x="551207" y="147751"/>
                  <a:pt x="548660" y="147155"/>
                </a:cubicBezTo>
                <a:cubicBezTo>
                  <a:pt x="546112" y="146562"/>
                  <a:pt x="543617" y="145602"/>
                  <a:pt x="541173" y="144276"/>
                </a:cubicBezTo>
                <a:cubicBezTo>
                  <a:pt x="538730" y="142948"/>
                  <a:pt x="536287" y="141270"/>
                  <a:pt x="533844" y="139244"/>
                </a:cubicBezTo>
                <a:cubicBezTo>
                  <a:pt x="531401" y="137217"/>
                  <a:pt x="528819" y="134772"/>
                  <a:pt x="526096" y="131908"/>
                </a:cubicBezTo>
                <a:lnTo>
                  <a:pt x="526096" y="143357"/>
                </a:lnTo>
                <a:cubicBezTo>
                  <a:pt x="526096" y="143911"/>
                  <a:pt x="525957" y="144396"/>
                  <a:pt x="525678" y="144813"/>
                </a:cubicBezTo>
                <a:cubicBezTo>
                  <a:pt x="525398" y="145229"/>
                  <a:pt x="524945" y="145560"/>
                  <a:pt x="524316" y="145804"/>
                </a:cubicBezTo>
                <a:cubicBezTo>
                  <a:pt x="523688" y="146046"/>
                  <a:pt x="522903" y="146236"/>
                  <a:pt x="521961" y="146373"/>
                </a:cubicBezTo>
                <a:cubicBezTo>
                  <a:pt x="521018" y="146513"/>
                  <a:pt x="519814" y="146583"/>
                  <a:pt x="518348" y="146583"/>
                </a:cubicBezTo>
                <a:cubicBezTo>
                  <a:pt x="516952" y="146583"/>
                  <a:pt x="515766" y="146513"/>
                  <a:pt x="514789" y="146373"/>
                </a:cubicBezTo>
                <a:cubicBezTo>
                  <a:pt x="513811" y="146234"/>
                  <a:pt x="513009" y="146042"/>
                  <a:pt x="512380" y="145798"/>
                </a:cubicBezTo>
                <a:cubicBezTo>
                  <a:pt x="511752" y="145553"/>
                  <a:pt x="511333" y="145222"/>
                  <a:pt x="511124" y="144803"/>
                </a:cubicBezTo>
                <a:cubicBezTo>
                  <a:pt x="510915" y="144382"/>
                  <a:pt x="510810" y="143892"/>
                  <a:pt x="510810" y="143334"/>
                </a:cubicBezTo>
                <a:lnTo>
                  <a:pt x="510810" y="3354"/>
                </a:lnTo>
                <a:cubicBezTo>
                  <a:pt x="510810" y="2795"/>
                  <a:pt x="510932" y="2307"/>
                  <a:pt x="511176" y="1888"/>
                </a:cubicBezTo>
                <a:cubicBezTo>
                  <a:pt x="511421" y="1467"/>
                  <a:pt x="511874" y="1117"/>
                  <a:pt x="512537" y="838"/>
                </a:cubicBezTo>
                <a:cubicBezTo>
                  <a:pt x="513201" y="558"/>
                  <a:pt x="514091" y="349"/>
                  <a:pt x="515207" y="209"/>
                </a:cubicBezTo>
                <a:cubicBezTo>
                  <a:pt x="516324" y="70"/>
                  <a:pt x="517720" y="0"/>
                  <a:pt x="519395" y="0"/>
                </a:cubicBezTo>
                <a:cubicBezTo>
                  <a:pt x="521140" y="0"/>
                  <a:pt x="522571" y="70"/>
                  <a:pt x="523688" y="209"/>
                </a:cubicBezTo>
                <a:cubicBezTo>
                  <a:pt x="524805" y="349"/>
                  <a:pt x="525678" y="560"/>
                  <a:pt x="526306" y="841"/>
                </a:cubicBezTo>
                <a:cubicBezTo>
                  <a:pt x="526934" y="1120"/>
                  <a:pt x="527388" y="1470"/>
                  <a:pt x="527667" y="1891"/>
                </a:cubicBezTo>
                <a:cubicBezTo>
                  <a:pt x="527946" y="2310"/>
                  <a:pt x="528086" y="2799"/>
                  <a:pt x="528086" y="3357"/>
                </a:cubicBezTo>
                <a:lnTo>
                  <a:pt x="528086" y="59906"/>
                </a:lnTo>
                <a:cubicBezTo>
                  <a:pt x="530878" y="57042"/>
                  <a:pt x="533583" y="54632"/>
                  <a:pt x="536200" y="52675"/>
                </a:cubicBezTo>
                <a:cubicBezTo>
                  <a:pt x="538818" y="50718"/>
                  <a:pt x="541383" y="49129"/>
                  <a:pt x="543896" y="47908"/>
                </a:cubicBezTo>
                <a:cubicBezTo>
                  <a:pt x="546409" y="46684"/>
                  <a:pt x="548921" y="45793"/>
                  <a:pt x="551434" y="45235"/>
                </a:cubicBezTo>
                <a:cubicBezTo>
                  <a:pt x="553947" y="44674"/>
                  <a:pt x="556600" y="44394"/>
                  <a:pt x="559392" y="44394"/>
                </a:cubicBezTo>
                <a:cubicBezTo>
                  <a:pt x="566232" y="44394"/>
                  <a:pt x="572078" y="45757"/>
                  <a:pt x="576929" y="48484"/>
                </a:cubicBezTo>
                <a:cubicBezTo>
                  <a:pt x="581780" y="51208"/>
                  <a:pt x="585724" y="54858"/>
                  <a:pt x="588761" y="59435"/>
                </a:cubicBezTo>
                <a:cubicBezTo>
                  <a:pt x="591797" y="64011"/>
                  <a:pt x="594013" y="69374"/>
                  <a:pt x="595409" y="75523"/>
                </a:cubicBezTo>
                <a:cubicBezTo>
                  <a:pt x="596805" y="81670"/>
                  <a:pt x="597503" y="88168"/>
                  <a:pt x="597503" y="95017"/>
                </a:cubicBezTo>
                <a:moveTo>
                  <a:pt x="579285" y="97006"/>
                </a:moveTo>
                <a:cubicBezTo>
                  <a:pt x="579285" y="92184"/>
                  <a:pt x="578919" y="87500"/>
                  <a:pt x="578186" y="82957"/>
                </a:cubicBezTo>
                <a:cubicBezTo>
                  <a:pt x="577453" y="78413"/>
                  <a:pt x="576179" y="74394"/>
                  <a:pt x="574364" y="70900"/>
                </a:cubicBezTo>
                <a:cubicBezTo>
                  <a:pt x="572549" y="67405"/>
                  <a:pt x="570141" y="64592"/>
                  <a:pt x="567140" y="62461"/>
                </a:cubicBezTo>
                <a:cubicBezTo>
                  <a:pt x="564138" y="60328"/>
                  <a:pt x="560404" y="59261"/>
                  <a:pt x="555936" y="59261"/>
                </a:cubicBezTo>
                <a:cubicBezTo>
                  <a:pt x="553703" y="59261"/>
                  <a:pt x="551504" y="59577"/>
                  <a:pt x="549340" y="60207"/>
                </a:cubicBezTo>
                <a:cubicBezTo>
                  <a:pt x="547176" y="60835"/>
                  <a:pt x="544978" y="61883"/>
                  <a:pt x="542744" y="63351"/>
                </a:cubicBezTo>
                <a:cubicBezTo>
                  <a:pt x="540510" y="64819"/>
                  <a:pt x="538189" y="66707"/>
                  <a:pt x="535781" y="69015"/>
                </a:cubicBezTo>
                <a:cubicBezTo>
                  <a:pt x="533373" y="71323"/>
                  <a:pt x="530808" y="74225"/>
                  <a:pt x="528086" y="77722"/>
                </a:cubicBezTo>
                <a:lnTo>
                  <a:pt x="528086" y="115349"/>
                </a:lnTo>
                <a:cubicBezTo>
                  <a:pt x="532832" y="121153"/>
                  <a:pt x="537369" y="125577"/>
                  <a:pt x="541697" y="128620"/>
                </a:cubicBezTo>
                <a:cubicBezTo>
                  <a:pt x="546025" y="131661"/>
                  <a:pt x="550527" y="133181"/>
                  <a:pt x="555204" y="133181"/>
                </a:cubicBezTo>
                <a:cubicBezTo>
                  <a:pt x="559531" y="133181"/>
                  <a:pt x="563231" y="132133"/>
                  <a:pt x="566302" y="130037"/>
                </a:cubicBezTo>
                <a:cubicBezTo>
                  <a:pt x="569373" y="127938"/>
                  <a:pt x="571869" y="125159"/>
                  <a:pt x="573788" y="121700"/>
                </a:cubicBezTo>
                <a:cubicBezTo>
                  <a:pt x="575708" y="118240"/>
                  <a:pt x="577104" y="114361"/>
                  <a:pt x="577976" y="110061"/>
                </a:cubicBezTo>
                <a:cubicBezTo>
                  <a:pt x="578849" y="105762"/>
                  <a:pt x="579285" y="101410"/>
                  <a:pt x="579285" y="97006"/>
                </a:cubicBezTo>
                <a:close/>
                <a:moveTo>
                  <a:pt x="640261" y="143337"/>
                </a:moveTo>
                <a:cubicBezTo>
                  <a:pt x="640261" y="143896"/>
                  <a:pt x="640121" y="144367"/>
                  <a:pt x="639842" y="144751"/>
                </a:cubicBezTo>
                <a:cubicBezTo>
                  <a:pt x="639563" y="145134"/>
                  <a:pt x="639109" y="145466"/>
                  <a:pt x="638481" y="145745"/>
                </a:cubicBezTo>
                <a:cubicBezTo>
                  <a:pt x="637852" y="146024"/>
                  <a:pt x="636980" y="146234"/>
                  <a:pt x="635863" y="146373"/>
                </a:cubicBezTo>
                <a:cubicBezTo>
                  <a:pt x="634746" y="146513"/>
                  <a:pt x="633315" y="146583"/>
                  <a:pt x="631570" y="146583"/>
                </a:cubicBezTo>
                <a:cubicBezTo>
                  <a:pt x="629895" y="146583"/>
                  <a:pt x="628499" y="146513"/>
                  <a:pt x="627382" y="146373"/>
                </a:cubicBezTo>
                <a:cubicBezTo>
                  <a:pt x="626265" y="146234"/>
                  <a:pt x="625375" y="146024"/>
                  <a:pt x="624712" y="145745"/>
                </a:cubicBezTo>
                <a:cubicBezTo>
                  <a:pt x="624049" y="145466"/>
                  <a:pt x="623596" y="145134"/>
                  <a:pt x="623351" y="144751"/>
                </a:cubicBezTo>
                <a:cubicBezTo>
                  <a:pt x="623107" y="144367"/>
                  <a:pt x="622985" y="143896"/>
                  <a:pt x="622985" y="143337"/>
                </a:cubicBezTo>
                <a:lnTo>
                  <a:pt x="622985" y="49105"/>
                </a:lnTo>
                <a:cubicBezTo>
                  <a:pt x="622985" y="48617"/>
                  <a:pt x="623107" y="48163"/>
                  <a:pt x="623351" y="47744"/>
                </a:cubicBezTo>
                <a:cubicBezTo>
                  <a:pt x="623596" y="47325"/>
                  <a:pt x="624049" y="46976"/>
                  <a:pt x="624712" y="46697"/>
                </a:cubicBezTo>
                <a:cubicBezTo>
                  <a:pt x="625375" y="46418"/>
                  <a:pt x="626265" y="46209"/>
                  <a:pt x="627382" y="46069"/>
                </a:cubicBezTo>
                <a:cubicBezTo>
                  <a:pt x="628499" y="45929"/>
                  <a:pt x="629895" y="45860"/>
                  <a:pt x="631570" y="45860"/>
                </a:cubicBezTo>
                <a:cubicBezTo>
                  <a:pt x="633315" y="45860"/>
                  <a:pt x="634746" y="45929"/>
                  <a:pt x="635863" y="46069"/>
                </a:cubicBezTo>
                <a:cubicBezTo>
                  <a:pt x="636980" y="46209"/>
                  <a:pt x="637852" y="46418"/>
                  <a:pt x="638481" y="46697"/>
                </a:cubicBezTo>
                <a:cubicBezTo>
                  <a:pt x="639109" y="46976"/>
                  <a:pt x="639563" y="47325"/>
                  <a:pt x="639842" y="47744"/>
                </a:cubicBezTo>
                <a:cubicBezTo>
                  <a:pt x="640121" y="48163"/>
                  <a:pt x="640261" y="48617"/>
                  <a:pt x="640261" y="49105"/>
                </a:cubicBezTo>
                <a:lnTo>
                  <a:pt x="640261" y="143337"/>
                </a:lnTo>
                <a:moveTo>
                  <a:pt x="642250" y="17171"/>
                </a:moveTo>
                <a:cubicBezTo>
                  <a:pt x="642250" y="21220"/>
                  <a:pt x="641482" y="23977"/>
                  <a:pt x="639947" y="25443"/>
                </a:cubicBezTo>
                <a:cubicBezTo>
                  <a:pt x="638411" y="26908"/>
                  <a:pt x="635584" y="27641"/>
                  <a:pt x="631466" y="27641"/>
                </a:cubicBezTo>
                <a:cubicBezTo>
                  <a:pt x="627417" y="27641"/>
                  <a:pt x="624643" y="26926"/>
                  <a:pt x="623142" y="25495"/>
                </a:cubicBezTo>
                <a:cubicBezTo>
                  <a:pt x="621641" y="24064"/>
                  <a:pt x="620891" y="21359"/>
                  <a:pt x="620891" y="17381"/>
                </a:cubicBezTo>
                <a:cubicBezTo>
                  <a:pt x="620891" y="13332"/>
                  <a:pt x="621659" y="10575"/>
                  <a:pt x="623194" y="9109"/>
                </a:cubicBezTo>
                <a:cubicBezTo>
                  <a:pt x="624730" y="7643"/>
                  <a:pt x="627557" y="6910"/>
                  <a:pt x="631675" y="6910"/>
                </a:cubicBezTo>
                <a:cubicBezTo>
                  <a:pt x="635724" y="6910"/>
                  <a:pt x="638498" y="7626"/>
                  <a:pt x="639999" y="9057"/>
                </a:cubicBezTo>
                <a:cubicBezTo>
                  <a:pt x="641500" y="10488"/>
                  <a:pt x="642250" y="13192"/>
                  <a:pt x="642250" y="17171"/>
                </a:cubicBezTo>
                <a:close/>
                <a:moveTo>
                  <a:pt x="689099" y="143334"/>
                </a:moveTo>
                <a:cubicBezTo>
                  <a:pt x="689099" y="143892"/>
                  <a:pt x="688960" y="144365"/>
                  <a:pt x="688680" y="144751"/>
                </a:cubicBezTo>
                <a:cubicBezTo>
                  <a:pt x="688401" y="145134"/>
                  <a:pt x="687948" y="145466"/>
                  <a:pt x="687319" y="145745"/>
                </a:cubicBezTo>
                <a:cubicBezTo>
                  <a:pt x="686691" y="146024"/>
                  <a:pt x="685819" y="146234"/>
                  <a:pt x="684702" y="146373"/>
                </a:cubicBezTo>
                <a:cubicBezTo>
                  <a:pt x="683585" y="146513"/>
                  <a:pt x="682154" y="146583"/>
                  <a:pt x="680409" y="146583"/>
                </a:cubicBezTo>
                <a:cubicBezTo>
                  <a:pt x="678734" y="146583"/>
                  <a:pt x="677338" y="146513"/>
                  <a:pt x="676221" y="146373"/>
                </a:cubicBezTo>
                <a:cubicBezTo>
                  <a:pt x="675104" y="146234"/>
                  <a:pt x="674214" y="146024"/>
                  <a:pt x="673551" y="145745"/>
                </a:cubicBezTo>
                <a:cubicBezTo>
                  <a:pt x="672888" y="145466"/>
                  <a:pt x="672434" y="145134"/>
                  <a:pt x="672190" y="144751"/>
                </a:cubicBezTo>
                <a:cubicBezTo>
                  <a:pt x="671946" y="144365"/>
                  <a:pt x="671823" y="143892"/>
                  <a:pt x="671823" y="143334"/>
                </a:cubicBezTo>
                <a:lnTo>
                  <a:pt x="671823" y="3354"/>
                </a:lnTo>
                <a:cubicBezTo>
                  <a:pt x="671823" y="2795"/>
                  <a:pt x="671946" y="2307"/>
                  <a:pt x="672190" y="1888"/>
                </a:cubicBezTo>
                <a:cubicBezTo>
                  <a:pt x="672434" y="1467"/>
                  <a:pt x="672888" y="1117"/>
                  <a:pt x="673551" y="838"/>
                </a:cubicBezTo>
                <a:cubicBezTo>
                  <a:pt x="674214" y="558"/>
                  <a:pt x="675104" y="349"/>
                  <a:pt x="676221" y="209"/>
                </a:cubicBezTo>
                <a:cubicBezTo>
                  <a:pt x="677338" y="70"/>
                  <a:pt x="678734" y="0"/>
                  <a:pt x="680409" y="0"/>
                </a:cubicBezTo>
                <a:cubicBezTo>
                  <a:pt x="682154" y="0"/>
                  <a:pt x="683585" y="70"/>
                  <a:pt x="684702" y="209"/>
                </a:cubicBezTo>
                <a:cubicBezTo>
                  <a:pt x="685819" y="349"/>
                  <a:pt x="686691" y="558"/>
                  <a:pt x="687319" y="838"/>
                </a:cubicBezTo>
                <a:cubicBezTo>
                  <a:pt x="687948" y="1117"/>
                  <a:pt x="688401" y="1467"/>
                  <a:pt x="688680" y="1888"/>
                </a:cubicBezTo>
                <a:cubicBezTo>
                  <a:pt x="688960" y="2307"/>
                  <a:pt x="689099" y="2795"/>
                  <a:pt x="689099" y="3354"/>
                </a:cubicBezTo>
                <a:lnTo>
                  <a:pt x="689099" y="143334"/>
                </a:lnTo>
                <a:close/>
                <a:moveTo>
                  <a:pt x="737938" y="143337"/>
                </a:moveTo>
                <a:cubicBezTo>
                  <a:pt x="737938" y="143896"/>
                  <a:pt x="737798" y="144367"/>
                  <a:pt x="737519" y="144751"/>
                </a:cubicBezTo>
                <a:cubicBezTo>
                  <a:pt x="737240" y="145134"/>
                  <a:pt x="736786" y="145466"/>
                  <a:pt x="736158" y="145745"/>
                </a:cubicBezTo>
                <a:cubicBezTo>
                  <a:pt x="735530" y="146024"/>
                  <a:pt x="734657" y="146234"/>
                  <a:pt x="733540" y="146373"/>
                </a:cubicBezTo>
                <a:cubicBezTo>
                  <a:pt x="732424" y="146513"/>
                  <a:pt x="730993" y="146583"/>
                  <a:pt x="729248" y="146583"/>
                </a:cubicBezTo>
                <a:cubicBezTo>
                  <a:pt x="727572" y="146583"/>
                  <a:pt x="726176" y="146513"/>
                  <a:pt x="725060" y="146373"/>
                </a:cubicBezTo>
                <a:cubicBezTo>
                  <a:pt x="723943" y="146234"/>
                  <a:pt x="723053" y="146024"/>
                  <a:pt x="722390" y="145745"/>
                </a:cubicBezTo>
                <a:cubicBezTo>
                  <a:pt x="721727" y="145466"/>
                  <a:pt x="721273" y="145134"/>
                  <a:pt x="721029" y="144751"/>
                </a:cubicBezTo>
                <a:cubicBezTo>
                  <a:pt x="720784" y="144367"/>
                  <a:pt x="720662" y="143896"/>
                  <a:pt x="720662" y="143337"/>
                </a:cubicBezTo>
                <a:lnTo>
                  <a:pt x="720662" y="49105"/>
                </a:lnTo>
                <a:cubicBezTo>
                  <a:pt x="720662" y="48617"/>
                  <a:pt x="720784" y="48163"/>
                  <a:pt x="721029" y="47744"/>
                </a:cubicBezTo>
                <a:cubicBezTo>
                  <a:pt x="721273" y="47325"/>
                  <a:pt x="721727" y="46976"/>
                  <a:pt x="722390" y="46697"/>
                </a:cubicBezTo>
                <a:cubicBezTo>
                  <a:pt x="723053" y="46418"/>
                  <a:pt x="723943" y="46209"/>
                  <a:pt x="725060" y="46069"/>
                </a:cubicBezTo>
                <a:cubicBezTo>
                  <a:pt x="726176" y="45929"/>
                  <a:pt x="727572" y="45860"/>
                  <a:pt x="729248" y="45860"/>
                </a:cubicBezTo>
                <a:cubicBezTo>
                  <a:pt x="730993" y="45860"/>
                  <a:pt x="732424" y="45929"/>
                  <a:pt x="733540" y="46069"/>
                </a:cubicBezTo>
                <a:cubicBezTo>
                  <a:pt x="734657" y="46209"/>
                  <a:pt x="735530" y="46418"/>
                  <a:pt x="736158" y="46697"/>
                </a:cubicBezTo>
                <a:cubicBezTo>
                  <a:pt x="736786" y="46976"/>
                  <a:pt x="737240" y="47325"/>
                  <a:pt x="737519" y="47744"/>
                </a:cubicBezTo>
                <a:cubicBezTo>
                  <a:pt x="737798" y="48163"/>
                  <a:pt x="737938" y="48617"/>
                  <a:pt x="737938" y="49105"/>
                </a:cubicBezTo>
                <a:lnTo>
                  <a:pt x="737938" y="143337"/>
                </a:lnTo>
                <a:moveTo>
                  <a:pt x="739927" y="17171"/>
                </a:moveTo>
                <a:cubicBezTo>
                  <a:pt x="739927" y="21220"/>
                  <a:pt x="739159" y="23977"/>
                  <a:pt x="737624" y="25443"/>
                </a:cubicBezTo>
                <a:cubicBezTo>
                  <a:pt x="736088" y="26908"/>
                  <a:pt x="733261" y="27641"/>
                  <a:pt x="729143" y="27641"/>
                </a:cubicBezTo>
                <a:cubicBezTo>
                  <a:pt x="725095" y="27641"/>
                  <a:pt x="722320" y="26926"/>
                  <a:pt x="720819" y="25495"/>
                </a:cubicBezTo>
                <a:cubicBezTo>
                  <a:pt x="719318" y="24064"/>
                  <a:pt x="718568" y="21359"/>
                  <a:pt x="718568" y="17381"/>
                </a:cubicBezTo>
                <a:cubicBezTo>
                  <a:pt x="718568" y="13332"/>
                  <a:pt x="719336" y="10575"/>
                  <a:pt x="720872" y="9109"/>
                </a:cubicBezTo>
                <a:cubicBezTo>
                  <a:pt x="722407" y="7643"/>
                  <a:pt x="725234" y="6910"/>
                  <a:pt x="729352" y="6910"/>
                </a:cubicBezTo>
                <a:cubicBezTo>
                  <a:pt x="733401" y="6910"/>
                  <a:pt x="736175" y="7626"/>
                  <a:pt x="737676" y="9057"/>
                </a:cubicBezTo>
                <a:cubicBezTo>
                  <a:pt x="739177" y="10488"/>
                  <a:pt x="739927" y="13192"/>
                  <a:pt x="739927" y="17171"/>
                </a:cubicBezTo>
                <a:close/>
                <a:moveTo>
                  <a:pt x="818500" y="136450"/>
                </a:moveTo>
                <a:cubicBezTo>
                  <a:pt x="818500" y="138489"/>
                  <a:pt x="818361" y="140107"/>
                  <a:pt x="818081" y="141302"/>
                </a:cubicBezTo>
                <a:cubicBezTo>
                  <a:pt x="817802" y="142497"/>
                  <a:pt x="817383" y="143376"/>
                  <a:pt x="816825" y="143939"/>
                </a:cubicBezTo>
                <a:cubicBezTo>
                  <a:pt x="816267" y="144500"/>
                  <a:pt x="815429" y="145027"/>
                  <a:pt x="814312" y="145519"/>
                </a:cubicBezTo>
                <a:cubicBezTo>
                  <a:pt x="813195" y="146012"/>
                  <a:pt x="811921" y="146417"/>
                  <a:pt x="810491" y="146733"/>
                </a:cubicBezTo>
                <a:cubicBezTo>
                  <a:pt x="809060" y="147050"/>
                  <a:pt x="807541" y="147313"/>
                  <a:pt x="805936" y="147522"/>
                </a:cubicBezTo>
                <a:cubicBezTo>
                  <a:pt x="804331" y="147734"/>
                  <a:pt x="802725" y="147839"/>
                  <a:pt x="801120" y="147839"/>
                </a:cubicBezTo>
                <a:cubicBezTo>
                  <a:pt x="796234" y="147839"/>
                  <a:pt x="792045" y="147194"/>
                  <a:pt x="788555" y="145902"/>
                </a:cubicBezTo>
                <a:cubicBezTo>
                  <a:pt x="785065" y="144609"/>
                  <a:pt x="782204" y="142652"/>
                  <a:pt x="779970" y="140032"/>
                </a:cubicBezTo>
                <a:cubicBezTo>
                  <a:pt x="777736" y="137411"/>
                  <a:pt x="776113" y="134091"/>
                  <a:pt x="775101" y="130073"/>
                </a:cubicBezTo>
                <a:cubicBezTo>
                  <a:pt x="774089" y="126053"/>
                  <a:pt x="773583" y="121317"/>
                  <a:pt x="773583" y="115866"/>
                </a:cubicBezTo>
                <a:lnTo>
                  <a:pt x="773583" y="60727"/>
                </a:lnTo>
                <a:lnTo>
                  <a:pt x="760391" y="60727"/>
                </a:lnTo>
                <a:cubicBezTo>
                  <a:pt x="759344" y="60727"/>
                  <a:pt x="758506" y="60166"/>
                  <a:pt x="757878" y="59042"/>
                </a:cubicBezTo>
                <a:cubicBezTo>
                  <a:pt x="757250" y="57917"/>
                  <a:pt x="756935" y="56088"/>
                  <a:pt x="756935" y="53555"/>
                </a:cubicBezTo>
                <a:cubicBezTo>
                  <a:pt x="756935" y="52220"/>
                  <a:pt x="757023" y="51096"/>
                  <a:pt x="757197" y="50182"/>
                </a:cubicBezTo>
                <a:cubicBezTo>
                  <a:pt x="757372" y="49268"/>
                  <a:pt x="757599" y="48512"/>
                  <a:pt x="757878" y="47914"/>
                </a:cubicBezTo>
                <a:cubicBezTo>
                  <a:pt x="758157" y="47317"/>
                  <a:pt x="758523" y="46895"/>
                  <a:pt x="758977" y="46648"/>
                </a:cubicBezTo>
                <a:cubicBezTo>
                  <a:pt x="759431" y="46402"/>
                  <a:pt x="759937" y="46278"/>
                  <a:pt x="760495" y="46278"/>
                </a:cubicBezTo>
                <a:lnTo>
                  <a:pt x="773583" y="46278"/>
                </a:lnTo>
                <a:lnTo>
                  <a:pt x="773583" y="23872"/>
                </a:lnTo>
                <a:cubicBezTo>
                  <a:pt x="773583" y="23383"/>
                  <a:pt x="773705" y="22930"/>
                  <a:pt x="773949" y="22511"/>
                </a:cubicBezTo>
                <a:cubicBezTo>
                  <a:pt x="774194" y="22092"/>
                  <a:pt x="774648" y="21726"/>
                  <a:pt x="775311" y="21412"/>
                </a:cubicBezTo>
                <a:cubicBezTo>
                  <a:pt x="775974" y="21097"/>
                  <a:pt x="776864" y="20871"/>
                  <a:pt x="777981" y="20731"/>
                </a:cubicBezTo>
                <a:cubicBezTo>
                  <a:pt x="779097" y="20591"/>
                  <a:pt x="780493" y="20522"/>
                  <a:pt x="782169" y="20522"/>
                </a:cubicBezTo>
                <a:cubicBezTo>
                  <a:pt x="783914" y="20522"/>
                  <a:pt x="785345" y="20591"/>
                  <a:pt x="786461" y="20731"/>
                </a:cubicBezTo>
                <a:cubicBezTo>
                  <a:pt x="787578" y="20871"/>
                  <a:pt x="788451" y="21097"/>
                  <a:pt x="789079" y="21412"/>
                </a:cubicBezTo>
                <a:cubicBezTo>
                  <a:pt x="789707" y="21726"/>
                  <a:pt x="790161" y="22092"/>
                  <a:pt x="790440" y="22511"/>
                </a:cubicBezTo>
                <a:cubicBezTo>
                  <a:pt x="790719" y="22930"/>
                  <a:pt x="790859" y="23383"/>
                  <a:pt x="790859" y="23872"/>
                </a:cubicBezTo>
                <a:lnTo>
                  <a:pt x="790859" y="46278"/>
                </a:lnTo>
                <a:lnTo>
                  <a:pt x="815045" y="46278"/>
                </a:lnTo>
                <a:cubicBezTo>
                  <a:pt x="815603" y="46278"/>
                  <a:pt x="816092" y="46402"/>
                  <a:pt x="816511" y="46648"/>
                </a:cubicBezTo>
                <a:cubicBezTo>
                  <a:pt x="816930" y="46895"/>
                  <a:pt x="817296" y="47317"/>
                  <a:pt x="817610" y="47914"/>
                </a:cubicBezTo>
                <a:cubicBezTo>
                  <a:pt x="817924" y="48512"/>
                  <a:pt x="818151" y="49268"/>
                  <a:pt x="818291" y="50182"/>
                </a:cubicBezTo>
                <a:cubicBezTo>
                  <a:pt x="818430" y="51096"/>
                  <a:pt x="818500" y="52220"/>
                  <a:pt x="818500" y="53555"/>
                </a:cubicBezTo>
                <a:cubicBezTo>
                  <a:pt x="818500" y="56088"/>
                  <a:pt x="818186" y="57917"/>
                  <a:pt x="817558" y="59042"/>
                </a:cubicBezTo>
                <a:cubicBezTo>
                  <a:pt x="816930" y="60166"/>
                  <a:pt x="816092" y="60727"/>
                  <a:pt x="815045" y="60727"/>
                </a:cubicBezTo>
                <a:lnTo>
                  <a:pt x="790859" y="60727"/>
                </a:lnTo>
                <a:lnTo>
                  <a:pt x="790859" y="113288"/>
                </a:lnTo>
                <a:cubicBezTo>
                  <a:pt x="790859" y="119779"/>
                  <a:pt x="791819" y="124683"/>
                  <a:pt x="793738" y="127998"/>
                </a:cubicBezTo>
                <a:cubicBezTo>
                  <a:pt x="795658" y="131314"/>
                  <a:pt x="799095" y="132972"/>
                  <a:pt x="804051" y="132972"/>
                </a:cubicBezTo>
                <a:cubicBezTo>
                  <a:pt x="805657" y="132972"/>
                  <a:pt x="807088" y="132815"/>
                  <a:pt x="808344" y="132500"/>
                </a:cubicBezTo>
                <a:cubicBezTo>
                  <a:pt x="809601" y="132186"/>
                  <a:pt x="810717" y="131855"/>
                  <a:pt x="811695" y="131506"/>
                </a:cubicBezTo>
                <a:cubicBezTo>
                  <a:pt x="812672" y="131157"/>
                  <a:pt x="813509" y="130825"/>
                  <a:pt x="814207" y="130511"/>
                </a:cubicBezTo>
                <a:cubicBezTo>
                  <a:pt x="814905" y="130197"/>
                  <a:pt x="815534" y="130040"/>
                  <a:pt x="816092" y="130040"/>
                </a:cubicBezTo>
                <a:cubicBezTo>
                  <a:pt x="816441" y="130040"/>
                  <a:pt x="816773" y="130127"/>
                  <a:pt x="817087" y="130302"/>
                </a:cubicBezTo>
                <a:cubicBezTo>
                  <a:pt x="817401" y="130476"/>
                  <a:pt x="817645" y="130808"/>
                  <a:pt x="817820" y="131296"/>
                </a:cubicBezTo>
                <a:cubicBezTo>
                  <a:pt x="817994" y="131785"/>
                  <a:pt x="818151" y="132450"/>
                  <a:pt x="818291" y="133292"/>
                </a:cubicBezTo>
                <a:cubicBezTo>
                  <a:pt x="818430" y="134132"/>
                  <a:pt x="818500" y="135185"/>
                  <a:pt x="818500" y="136450"/>
                </a:cubicBezTo>
                <a:close/>
                <a:moveTo>
                  <a:pt x="884159" y="145955"/>
                </a:moveTo>
                <a:lnTo>
                  <a:pt x="871595" y="180611"/>
                </a:lnTo>
                <a:cubicBezTo>
                  <a:pt x="871176" y="181728"/>
                  <a:pt x="870112" y="182583"/>
                  <a:pt x="868401" y="183176"/>
                </a:cubicBezTo>
                <a:cubicBezTo>
                  <a:pt x="866691" y="183770"/>
                  <a:pt x="864091" y="184066"/>
                  <a:pt x="860601" y="184066"/>
                </a:cubicBezTo>
                <a:cubicBezTo>
                  <a:pt x="858786" y="184066"/>
                  <a:pt x="857320" y="183979"/>
                  <a:pt x="856204" y="183804"/>
                </a:cubicBezTo>
                <a:cubicBezTo>
                  <a:pt x="855087" y="183630"/>
                  <a:pt x="854232" y="183333"/>
                  <a:pt x="853638" y="182914"/>
                </a:cubicBezTo>
                <a:cubicBezTo>
                  <a:pt x="853045" y="182496"/>
                  <a:pt x="852714" y="181937"/>
                  <a:pt x="852644" y="181239"/>
                </a:cubicBezTo>
                <a:cubicBezTo>
                  <a:pt x="852574" y="180541"/>
                  <a:pt x="852748" y="179704"/>
                  <a:pt x="853167" y="178726"/>
                </a:cubicBezTo>
                <a:lnTo>
                  <a:pt x="866150" y="145955"/>
                </a:lnTo>
                <a:cubicBezTo>
                  <a:pt x="865522" y="145675"/>
                  <a:pt x="864929" y="145222"/>
                  <a:pt x="864370" y="144594"/>
                </a:cubicBezTo>
                <a:cubicBezTo>
                  <a:pt x="863812" y="143965"/>
                  <a:pt x="863428" y="143302"/>
                  <a:pt x="863219" y="142604"/>
                </a:cubicBezTo>
                <a:lnTo>
                  <a:pt x="829609" y="52560"/>
                </a:lnTo>
                <a:cubicBezTo>
                  <a:pt x="829051" y="51095"/>
                  <a:pt x="828772" y="49943"/>
                  <a:pt x="828772" y="49105"/>
                </a:cubicBezTo>
                <a:cubicBezTo>
                  <a:pt x="828772" y="48268"/>
                  <a:pt x="829051" y="47605"/>
                  <a:pt x="829609" y="47116"/>
                </a:cubicBezTo>
                <a:cubicBezTo>
                  <a:pt x="830168" y="46627"/>
                  <a:pt x="831075" y="46296"/>
                  <a:pt x="832332" y="46121"/>
                </a:cubicBezTo>
                <a:cubicBezTo>
                  <a:pt x="833588" y="45947"/>
                  <a:pt x="835263" y="45860"/>
                  <a:pt x="837357" y="45860"/>
                </a:cubicBezTo>
                <a:cubicBezTo>
                  <a:pt x="839451" y="45860"/>
                  <a:pt x="841092" y="45912"/>
                  <a:pt x="842278" y="46017"/>
                </a:cubicBezTo>
                <a:cubicBezTo>
                  <a:pt x="843465" y="46121"/>
                  <a:pt x="844407" y="46313"/>
                  <a:pt x="845105" y="46592"/>
                </a:cubicBezTo>
                <a:cubicBezTo>
                  <a:pt x="845803" y="46872"/>
                  <a:pt x="846309" y="47273"/>
                  <a:pt x="846623" y="47796"/>
                </a:cubicBezTo>
                <a:cubicBezTo>
                  <a:pt x="846937" y="48320"/>
                  <a:pt x="847269" y="49035"/>
                  <a:pt x="847618" y="49943"/>
                </a:cubicBezTo>
                <a:lnTo>
                  <a:pt x="874526" y="125538"/>
                </a:lnTo>
                <a:lnTo>
                  <a:pt x="874841" y="125538"/>
                </a:lnTo>
                <a:lnTo>
                  <a:pt x="900807" y="49524"/>
                </a:lnTo>
                <a:cubicBezTo>
                  <a:pt x="901225" y="48198"/>
                  <a:pt x="901732" y="47343"/>
                  <a:pt x="902325" y="46959"/>
                </a:cubicBezTo>
                <a:cubicBezTo>
                  <a:pt x="902918" y="46575"/>
                  <a:pt x="903808" y="46296"/>
                  <a:pt x="904995" y="46121"/>
                </a:cubicBezTo>
                <a:cubicBezTo>
                  <a:pt x="906181" y="45947"/>
                  <a:pt x="907892" y="45860"/>
                  <a:pt x="910125" y="45860"/>
                </a:cubicBezTo>
                <a:cubicBezTo>
                  <a:pt x="912080" y="45860"/>
                  <a:pt x="913685" y="45947"/>
                  <a:pt x="914941" y="46121"/>
                </a:cubicBezTo>
                <a:cubicBezTo>
                  <a:pt x="916198" y="46296"/>
                  <a:pt x="917123" y="46627"/>
                  <a:pt x="917716" y="47116"/>
                </a:cubicBezTo>
                <a:cubicBezTo>
                  <a:pt x="918309" y="47605"/>
                  <a:pt x="918606" y="48268"/>
                  <a:pt x="918606" y="49105"/>
                </a:cubicBezTo>
                <a:cubicBezTo>
                  <a:pt x="918606" y="49943"/>
                  <a:pt x="918397" y="50990"/>
                  <a:pt x="917978" y="52246"/>
                </a:cubicBezTo>
                <a:lnTo>
                  <a:pt x="884159" y="145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D858C4-56E3-4151-B8E9-8A9BACF9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8358" y="3466260"/>
            <a:ext cx="2552172" cy="95234"/>
          </a:xfrm>
          <a:custGeom xmlns:a="http://schemas.openxmlformats.org/drawingml/2006/main">
            <a:pathLst>
              <a:path w="2552172" h="95234">
                <a:moveTo>
                  <a:pt x="7066" y="38399"/>
                </a:moveTo>
                <a:lnTo>
                  <a:pt x="4777" y="39360"/>
                </a:lnTo>
                <a:lnTo>
                  <a:pt x="2793" y="40871"/>
                </a:lnTo>
                <a:lnTo>
                  <a:pt x="1282" y="42840"/>
                </a:lnTo>
                <a:lnTo>
                  <a:pt x="321" y="45145"/>
                </a:lnTo>
                <a:lnTo>
                  <a:pt x="0" y="47617"/>
                </a:lnTo>
                <a:lnTo>
                  <a:pt x="321" y="50090"/>
                </a:lnTo>
                <a:lnTo>
                  <a:pt x="1282" y="52379"/>
                </a:lnTo>
                <a:lnTo>
                  <a:pt x="2793" y="54363"/>
                </a:lnTo>
                <a:lnTo>
                  <a:pt x="4777" y="55874"/>
                </a:lnTo>
                <a:lnTo>
                  <a:pt x="7066" y="56835"/>
                </a:lnTo>
                <a:lnTo>
                  <a:pt x="9539" y="57156"/>
                </a:lnTo>
                <a:lnTo>
                  <a:pt x="2479681" y="57156"/>
                </a:lnTo>
                <a:lnTo>
                  <a:pt x="2432138" y="76966"/>
                </a:lnTo>
                <a:lnTo>
                  <a:pt x="2429986" y="78217"/>
                </a:lnTo>
                <a:lnTo>
                  <a:pt x="2428215" y="79988"/>
                </a:lnTo>
                <a:lnTo>
                  <a:pt x="2426979" y="82140"/>
                </a:lnTo>
                <a:lnTo>
                  <a:pt x="2426338" y="84551"/>
                </a:lnTo>
                <a:lnTo>
                  <a:pt x="2426353" y="87039"/>
                </a:lnTo>
                <a:lnTo>
                  <a:pt x="2426994" y="89435"/>
                </a:lnTo>
                <a:lnTo>
                  <a:pt x="2428246" y="91587"/>
                </a:lnTo>
                <a:lnTo>
                  <a:pt x="2430016" y="93357"/>
                </a:lnTo>
                <a:lnTo>
                  <a:pt x="2432168" y="94593"/>
                </a:lnTo>
                <a:lnTo>
                  <a:pt x="2434579" y="95234"/>
                </a:lnTo>
                <a:lnTo>
                  <a:pt x="2437067" y="95219"/>
                </a:lnTo>
                <a:lnTo>
                  <a:pt x="2439463" y="94578"/>
                </a:lnTo>
                <a:lnTo>
                  <a:pt x="2552172" y="47617"/>
                </a:lnTo>
                <a:lnTo>
                  <a:pt x="2439463" y="656"/>
                </a:lnTo>
                <a:lnTo>
                  <a:pt x="2437067" y="15"/>
                </a:lnTo>
                <a:lnTo>
                  <a:pt x="2434579" y="0"/>
                </a:lnTo>
                <a:lnTo>
                  <a:pt x="2432168" y="641"/>
                </a:lnTo>
                <a:lnTo>
                  <a:pt x="2430016" y="1877"/>
                </a:lnTo>
                <a:lnTo>
                  <a:pt x="2428246" y="3632"/>
                </a:lnTo>
                <a:lnTo>
                  <a:pt x="2426994" y="5800"/>
                </a:lnTo>
                <a:lnTo>
                  <a:pt x="2426353" y="8196"/>
                </a:lnTo>
                <a:lnTo>
                  <a:pt x="2426338" y="10683"/>
                </a:lnTo>
                <a:lnTo>
                  <a:pt x="2426979" y="13095"/>
                </a:lnTo>
                <a:lnTo>
                  <a:pt x="2428215" y="15247"/>
                </a:lnTo>
                <a:lnTo>
                  <a:pt x="2429986" y="17017"/>
                </a:lnTo>
                <a:lnTo>
                  <a:pt x="2432138" y="18269"/>
                </a:lnTo>
                <a:lnTo>
                  <a:pt x="2479681" y="38078"/>
                </a:lnTo>
                <a:lnTo>
                  <a:pt x="9539" y="38078"/>
                </a:lnTo>
                <a:lnTo>
                  <a:pt x="7066" y="38399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D20BC0-EEEF-46E1-81EF-57568A64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0279" y="1783176"/>
            <a:ext cx="95234" cy="1740239"/>
          </a:xfrm>
          <a:custGeom xmlns:a="http://schemas.openxmlformats.org/drawingml/2006/main">
            <a:pathLst>
              <a:path w="95234" h="1740239">
                <a:moveTo>
                  <a:pt x="76966" y="120035"/>
                </a:moveTo>
                <a:lnTo>
                  <a:pt x="78217" y="122202"/>
                </a:lnTo>
                <a:lnTo>
                  <a:pt x="79988" y="123957"/>
                </a:lnTo>
                <a:lnTo>
                  <a:pt x="82140" y="125193"/>
                </a:lnTo>
                <a:lnTo>
                  <a:pt x="84551" y="125834"/>
                </a:lnTo>
                <a:lnTo>
                  <a:pt x="87039" y="125819"/>
                </a:lnTo>
                <a:lnTo>
                  <a:pt x="89435" y="125178"/>
                </a:lnTo>
                <a:lnTo>
                  <a:pt x="91602" y="123927"/>
                </a:lnTo>
                <a:lnTo>
                  <a:pt x="93357" y="122156"/>
                </a:lnTo>
                <a:lnTo>
                  <a:pt x="94593" y="120004"/>
                </a:lnTo>
                <a:lnTo>
                  <a:pt x="95234" y="117593"/>
                </a:lnTo>
                <a:lnTo>
                  <a:pt x="95234" y="115105"/>
                </a:lnTo>
                <a:lnTo>
                  <a:pt x="94578" y="112709"/>
                </a:lnTo>
                <a:lnTo>
                  <a:pt x="47617" y="0"/>
                </a:lnTo>
                <a:lnTo>
                  <a:pt x="656" y="112709"/>
                </a:lnTo>
                <a:lnTo>
                  <a:pt x="15" y="115105"/>
                </a:lnTo>
                <a:lnTo>
                  <a:pt x="0" y="117593"/>
                </a:lnTo>
                <a:lnTo>
                  <a:pt x="641" y="120004"/>
                </a:lnTo>
                <a:lnTo>
                  <a:pt x="1877" y="122156"/>
                </a:lnTo>
                <a:lnTo>
                  <a:pt x="3632" y="123927"/>
                </a:lnTo>
                <a:lnTo>
                  <a:pt x="5800" y="125178"/>
                </a:lnTo>
                <a:lnTo>
                  <a:pt x="8196" y="125819"/>
                </a:lnTo>
                <a:lnTo>
                  <a:pt x="10683" y="125834"/>
                </a:lnTo>
                <a:lnTo>
                  <a:pt x="13095" y="125193"/>
                </a:lnTo>
                <a:lnTo>
                  <a:pt x="15247" y="123957"/>
                </a:lnTo>
                <a:lnTo>
                  <a:pt x="17017" y="122202"/>
                </a:lnTo>
                <a:lnTo>
                  <a:pt x="18269" y="120035"/>
                </a:lnTo>
                <a:lnTo>
                  <a:pt x="38078" y="72491"/>
                </a:lnTo>
                <a:lnTo>
                  <a:pt x="38078" y="1730700"/>
                </a:lnTo>
                <a:lnTo>
                  <a:pt x="38399" y="1733173"/>
                </a:lnTo>
                <a:lnTo>
                  <a:pt x="39360" y="1735462"/>
                </a:lnTo>
                <a:lnTo>
                  <a:pt x="40871" y="1737446"/>
                </a:lnTo>
                <a:lnTo>
                  <a:pt x="42855" y="1738957"/>
                </a:lnTo>
                <a:lnTo>
                  <a:pt x="45145" y="1739919"/>
                </a:lnTo>
                <a:lnTo>
                  <a:pt x="47617" y="1740239"/>
                </a:lnTo>
                <a:lnTo>
                  <a:pt x="50090" y="1739919"/>
                </a:lnTo>
                <a:lnTo>
                  <a:pt x="52394" y="1738957"/>
                </a:lnTo>
                <a:lnTo>
                  <a:pt x="54363" y="1737446"/>
                </a:lnTo>
                <a:lnTo>
                  <a:pt x="55874" y="1735462"/>
                </a:lnTo>
                <a:lnTo>
                  <a:pt x="56835" y="1733173"/>
                </a:lnTo>
                <a:lnTo>
                  <a:pt x="57156" y="1730700"/>
                </a:lnTo>
                <a:lnTo>
                  <a:pt x="57156" y="72491"/>
                </a:lnTo>
                <a:lnTo>
                  <a:pt x="76966" y="12003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879ac95a440c1"/>
          <a:stretch xmlns:a="http://schemas.openxmlformats.org/drawingml/2006/main"/>
        </p:blipFill>
        <p:spPr>
          <a:xfrm xmlns:a="http://schemas.openxmlformats.org/drawingml/2006/main">
            <a:off x="10260578" y="3013744"/>
            <a:ext cx="2034462" cy="472509"/>
          </a:xfrm>
          <a:prstGeom xmlns:a="http://schemas.openxmlformats.org/drawingml/2006/main" prst="rect">
            <a:avLst/>
          </a:prstGeom>
        </p:spPr>
      </p:pic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855B40-58BB-4101-9572-89E2F65D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55123" y="2996880"/>
            <a:ext cx="2034229" cy="34339"/>
          </a:xfrm>
          <a:custGeom xmlns:a="http://schemas.openxmlformats.org/drawingml/2006/main">
            <a:pathLst>
              <a:path w="2034229" h="34339">
                <a:moveTo>
                  <a:pt x="17078" y="0"/>
                </a:moveTo>
                <a:lnTo>
                  <a:pt x="2017151" y="0"/>
                </a:lnTo>
                <a:lnTo>
                  <a:pt x="2020722" y="382"/>
                </a:lnTo>
                <a:lnTo>
                  <a:pt x="2024141" y="1480"/>
                </a:lnTo>
                <a:lnTo>
                  <a:pt x="2027239" y="3281"/>
                </a:lnTo>
                <a:lnTo>
                  <a:pt x="2029910" y="5677"/>
                </a:lnTo>
                <a:lnTo>
                  <a:pt x="2032016" y="8577"/>
                </a:lnTo>
                <a:lnTo>
                  <a:pt x="2033481" y="11859"/>
                </a:lnTo>
                <a:lnTo>
                  <a:pt x="2034229" y="15369"/>
                </a:lnTo>
                <a:lnTo>
                  <a:pt x="2034229" y="18971"/>
                </a:lnTo>
                <a:lnTo>
                  <a:pt x="2033481" y="22481"/>
                </a:lnTo>
                <a:lnTo>
                  <a:pt x="2032016" y="25747"/>
                </a:lnTo>
                <a:lnTo>
                  <a:pt x="2029910" y="28662"/>
                </a:lnTo>
                <a:lnTo>
                  <a:pt x="2027239" y="31058"/>
                </a:lnTo>
                <a:lnTo>
                  <a:pt x="2024141" y="32859"/>
                </a:lnTo>
                <a:lnTo>
                  <a:pt x="2020722" y="33958"/>
                </a:lnTo>
                <a:lnTo>
                  <a:pt x="2017151" y="34339"/>
                </a:lnTo>
                <a:lnTo>
                  <a:pt x="17078" y="34339"/>
                </a:lnTo>
                <a:lnTo>
                  <a:pt x="13507" y="33958"/>
                </a:lnTo>
                <a:lnTo>
                  <a:pt x="10088" y="32859"/>
                </a:lnTo>
                <a:lnTo>
                  <a:pt x="6990" y="31058"/>
                </a:lnTo>
                <a:lnTo>
                  <a:pt x="4319" y="28662"/>
                </a:lnTo>
                <a:lnTo>
                  <a:pt x="2213" y="25747"/>
                </a:lnTo>
                <a:lnTo>
                  <a:pt x="748" y="22481"/>
                </a:lnTo>
                <a:lnTo>
                  <a:pt x="0" y="18971"/>
                </a:lnTo>
                <a:lnTo>
                  <a:pt x="0" y="15369"/>
                </a:lnTo>
                <a:lnTo>
                  <a:pt x="748" y="11859"/>
                </a:lnTo>
                <a:lnTo>
                  <a:pt x="2213" y="8577"/>
                </a:lnTo>
                <a:lnTo>
                  <a:pt x="4319" y="5677"/>
                </a:lnTo>
                <a:lnTo>
                  <a:pt x="6990" y="3281"/>
                </a:lnTo>
                <a:lnTo>
                  <a:pt x="10088" y="1480"/>
                </a:lnTo>
                <a:lnTo>
                  <a:pt x="13507" y="382"/>
                </a:lnTo>
                <a:lnTo>
                  <a:pt x="17078" y="0"/>
                </a:lnTo>
              </a:path>
            </a:pathLst>
          </a:custGeom>
          <a:solidFill xmlns:a="http://schemas.openxmlformats.org/drawingml/2006/main">
            <a:srgbClr val="016FC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Text MaximizingEntropyofAll">
            <a:extLst xmlns:a="http://schemas.openxmlformats.org/drawingml/2006/main">
              <a:ext uri="{FF2B5EF4-FFF2-40B4-BE49-F238E27FC236}">
                <a16:creationId xmlns:a16="http://schemas.microsoft.com/office/drawing/2014/main" id="{60DAAE6C-53EC-4982-9747-111051B8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97806" y="2281409"/>
            <a:ext cx="2187057" cy="184904"/>
          </a:xfrm>
          <a:custGeom xmlns:a="http://schemas.openxmlformats.org/drawingml/2006/main">
            <a:pathLst>
              <a:path w="2187057" h="184904">
                <a:moveTo>
                  <a:pt x="147316" y="143861"/>
                </a:moveTo>
                <a:cubicBezTo>
                  <a:pt x="147316" y="144419"/>
                  <a:pt x="147176" y="144908"/>
                  <a:pt x="146897" y="145326"/>
                </a:cubicBezTo>
                <a:cubicBezTo>
                  <a:pt x="146618" y="145745"/>
                  <a:pt x="146129" y="146077"/>
                  <a:pt x="145431" y="146321"/>
                </a:cubicBezTo>
                <a:cubicBezTo>
                  <a:pt x="144733" y="146565"/>
                  <a:pt x="143843" y="146775"/>
                  <a:pt x="142761" y="146949"/>
                </a:cubicBezTo>
                <a:cubicBezTo>
                  <a:pt x="141679" y="147124"/>
                  <a:pt x="140266" y="147211"/>
                  <a:pt x="138521" y="147211"/>
                </a:cubicBezTo>
                <a:cubicBezTo>
                  <a:pt x="136915" y="147211"/>
                  <a:pt x="135537" y="147124"/>
                  <a:pt x="134385" y="146949"/>
                </a:cubicBezTo>
                <a:cubicBezTo>
                  <a:pt x="133233" y="146775"/>
                  <a:pt x="132326" y="146565"/>
                  <a:pt x="131663" y="146321"/>
                </a:cubicBezTo>
                <a:cubicBezTo>
                  <a:pt x="131000" y="146077"/>
                  <a:pt x="130529" y="145745"/>
                  <a:pt x="130249" y="145326"/>
                </a:cubicBezTo>
                <a:cubicBezTo>
                  <a:pt x="129970" y="144908"/>
                  <a:pt x="129831" y="144419"/>
                  <a:pt x="129831" y="143861"/>
                </a:cubicBezTo>
                <a:lnTo>
                  <a:pt x="129831" y="25861"/>
                </a:lnTo>
                <a:lnTo>
                  <a:pt x="129621" y="25861"/>
                </a:lnTo>
                <a:lnTo>
                  <a:pt x="81353" y="144384"/>
                </a:lnTo>
                <a:cubicBezTo>
                  <a:pt x="81144" y="144873"/>
                  <a:pt x="80847" y="145292"/>
                  <a:pt x="80464" y="145641"/>
                </a:cubicBezTo>
                <a:cubicBezTo>
                  <a:pt x="80080" y="145990"/>
                  <a:pt x="79521" y="146286"/>
                  <a:pt x="78788" y="146531"/>
                </a:cubicBezTo>
                <a:cubicBezTo>
                  <a:pt x="78055" y="146775"/>
                  <a:pt x="77183" y="146949"/>
                  <a:pt x="76171" y="147054"/>
                </a:cubicBezTo>
                <a:cubicBezTo>
                  <a:pt x="75159" y="147159"/>
                  <a:pt x="73955" y="147211"/>
                  <a:pt x="72559" y="147211"/>
                </a:cubicBezTo>
                <a:cubicBezTo>
                  <a:pt x="71093" y="147211"/>
                  <a:pt x="69836" y="147141"/>
                  <a:pt x="68789" y="147002"/>
                </a:cubicBezTo>
                <a:cubicBezTo>
                  <a:pt x="67742" y="146862"/>
                  <a:pt x="66870" y="146670"/>
                  <a:pt x="66172" y="146426"/>
                </a:cubicBezTo>
                <a:cubicBezTo>
                  <a:pt x="65474" y="146182"/>
                  <a:pt x="64933" y="145885"/>
                  <a:pt x="64549" y="145536"/>
                </a:cubicBezTo>
                <a:cubicBezTo>
                  <a:pt x="64165" y="145187"/>
                  <a:pt x="63903" y="144803"/>
                  <a:pt x="63764" y="144384"/>
                </a:cubicBezTo>
                <a:lnTo>
                  <a:pt x="17590" y="25861"/>
                </a:lnTo>
                <a:lnTo>
                  <a:pt x="17485" y="25861"/>
                </a:lnTo>
                <a:lnTo>
                  <a:pt x="17485" y="143861"/>
                </a:lnTo>
                <a:cubicBezTo>
                  <a:pt x="17485" y="144419"/>
                  <a:pt x="17346" y="144908"/>
                  <a:pt x="17066" y="145326"/>
                </a:cubicBezTo>
                <a:cubicBezTo>
                  <a:pt x="16787" y="145745"/>
                  <a:pt x="16299" y="146077"/>
                  <a:pt x="15601" y="146321"/>
                </a:cubicBezTo>
                <a:cubicBezTo>
                  <a:pt x="14903" y="146565"/>
                  <a:pt x="13995" y="146775"/>
                  <a:pt x="12878" y="146949"/>
                </a:cubicBezTo>
                <a:cubicBezTo>
                  <a:pt x="11762" y="147124"/>
                  <a:pt x="10331" y="147211"/>
                  <a:pt x="8586" y="147211"/>
                </a:cubicBezTo>
                <a:cubicBezTo>
                  <a:pt x="6910" y="147211"/>
                  <a:pt x="5514" y="147124"/>
                  <a:pt x="4397" y="146949"/>
                </a:cubicBezTo>
                <a:cubicBezTo>
                  <a:pt x="3281" y="146775"/>
                  <a:pt x="2391" y="146565"/>
                  <a:pt x="1728" y="146321"/>
                </a:cubicBezTo>
                <a:cubicBezTo>
                  <a:pt x="1064" y="146077"/>
                  <a:pt x="611" y="145745"/>
                  <a:pt x="366" y="145326"/>
                </a:cubicBezTo>
                <a:cubicBezTo>
                  <a:pt x="122" y="144908"/>
                  <a:pt x="0" y="144419"/>
                  <a:pt x="0" y="143861"/>
                </a:cubicBezTo>
                <a:lnTo>
                  <a:pt x="0" y="19265"/>
                </a:lnTo>
                <a:cubicBezTo>
                  <a:pt x="0" y="16334"/>
                  <a:pt x="768" y="14239"/>
                  <a:pt x="2303" y="12983"/>
                </a:cubicBezTo>
                <a:cubicBezTo>
                  <a:pt x="3839" y="11727"/>
                  <a:pt x="5549" y="11098"/>
                  <a:pt x="7434" y="11098"/>
                </a:cubicBezTo>
                <a:lnTo>
                  <a:pt x="18323" y="11098"/>
                </a:lnTo>
                <a:cubicBezTo>
                  <a:pt x="20557" y="11098"/>
                  <a:pt x="22511" y="11308"/>
                  <a:pt x="24186" y="11727"/>
                </a:cubicBezTo>
                <a:cubicBezTo>
                  <a:pt x="25861" y="12145"/>
                  <a:pt x="27327" y="12809"/>
                  <a:pt x="28584" y="13716"/>
                </a:cubicBezTo>
                <a:cubicBezTo>
                  <a:pt x="29840" y="14623"/>
                  <a:pt x="30887" y="15775"/>
                  <a:pt x="31725" y="17171"/>
                </a:cubicBezTo>
                <a:cubicBezTo>
                  <a:pt x="32562" y="18567"/>
                  <a:pt x="33295" y="20207"/>
                  <a:pt x="33923" y="22092"/>
                </a:cubicBezTo>
                <a:lnTo>
                  <a:pt x="73187" y="120198"/>
                </a:lnTo>
                <a:lnTo>
                  <a:pt x="73710" y="120198"/>
                </a:lnTo>
                <a:lnTo>
                  <a:pt x="114544" y="22406"/>
                </a:lnTo>
                <a:cubicBezTo>
                  <a:pt x="115312" y="20312"/>
                  <a:pt x="116149" y="18532"/>
                  <a:pt x="117057" y="17066"/>
                </a:cubicBezTo>
                <a:cubicBezTo>
                  <a:pt x="117964" y="15601"/>
                  <a:pt x="118959" y="14431"/>
                  <a:pt x="120041" y="13559"/>
                </a:cubicBezTo>
                <a:cubicBezTo>
                  <a:pt x="121123" y="12686"/>
                  <a:pt x="122327" y="12058"/>
                  <a:pt x="123653" y="11674"/>
                </a:cubicBezTo>
                <a:cubicBezTo>
                  <a:pt x="124979" y="11290"/>
                  <a:pt x="126515" y="11098"/>
                  <a:pt x="128260" y="11098"/>
                </a:cubicBezTo>
                <a:lnTo>
                  <a:pt x="139673" y="11098"/>
                </a:lnTo>
                <a:cubicBezTo>
                  <a:pt x="140720" y="11098"/>
                  <a:pt x="141714" y="11255"/>
                  <a:pt x="142657" y="11570"/>
                </a:cubicBezTo>
                <a:cubicBezTo>
                  <a:pt x="143599" y="11884"/>
                  <a:pt x="144402" y="12372"/>
                  <a:pt x="145065" y="13035"/>
                </a:cubicBezTo>
                <a:cubicBezTo>
                  <a:pt x="145728" y="13699"/>
                  <a:pt x="146269" y="14536"/>
                  <a:pt x="146688" y="15548"/>
                </a:cubicBezTo>
                <a:cubicBezTo>
                  <a:pt x="147106" y="16560"/>
                  <a:pt x="147316" y="17799"/>
                  <a:pt x="147316" y="19265"/>
                </a:cubicBezTo>
                <a:lnTo>
                  <a:pt x="147316" y="143861"/>
                </a:lnTo>
                <a:close/>
                <a:moveTo>
                  <a:pt x="251379" y="144070"/>
                </a:moveTo>
                <a:cubicBezTo>
                  <a:pt x="251379" y="144908"/>
                  <a:pt x="251099" y="145536"/>
                  <a:pt x="250541" y="145955"/>
                </a:cubicBezTo>
                <a:cubicBezTo>
                  <a:pt x="249983" y="146373"/>
                  <a:pt x="249215" y="146688"/>
                  <a:pt x="248238" y="146897"/>
                </a:cubicBezTo>
                <a:cubicBezTo>
                  <a:pt x="247260" y="147106"/>
                  <a:pt x="245829" y="147211"/>
                  <a:pt x="243945" y="147211"/>
                </a:cubicBezTo>
                <a:cubicBezTo>
                  <a:pt x="242130" y="147211"/>
                  <a:pt x="240682" y="147106"/>
                  <a:pt x="239600" y="146897"/>
                </a:cubicBezTo>
                <a:cubicBezTo>
                  <a:pt x="238518" y="146688"/>
                  <a:pt x="237732" y="146373"/>
                  <a:pt x="237244" y="145955"/>
                </a:cubicBezTo>
                <a:cubicBezTo>
                  <a:pt x="236755" y="145536"/>
                  <a:pt x="236511" y="144908"/>
                  <a:pt x="236511" y="144070"/>
                </a:cubicBezTo>
                <a:lnTo>
                  <a:pt x="236511" y="134647"/>
                </a:lnTo>
                <a:cubicBezTo>
                  <a:pt x="232393" y="139044"/>
                  <a:pt x="227803" y="142482"/>
                  <a:pt x="222743" y="144960"/>
                </a:cubicBezTo>
                <a:cubicBezTo>
                  <a:pt x="217682" y="147438"/>
                  <a:pt x="212325" y="148677"/>
                  <a:pt x="206671" y="148677"/>
                </a:cubicBezTo>
                <a:cubicBezTo>
                  <a:pt x="201715" y="148677"/>
                  <a:pt x="197230" y="148028"/>
                  <a:pt x="193217" y="146730"/>
                </a:cubicBezTo>
                <a:cubicBezTo>
                  <a:pt x="189203" y="145432"/>
                  <a:pt x="185783" y="143555"/>
                  <a:pt x="182956" y="141099"/>
                </a:cubicBezTo>
                <a:cubicBezTo>
                  <a:pt x="180129" y="138643"/>
                  <a:pt x="177930" y="135626"/>
                  <a:pt x="176360" y="132049"/>
                </a:cubicBezTo>
                <a:cubicBezTo>
                  <a:pt x="174789" y="128469"/>
                  <a:pt x="174004" y="124399"/>
                  <a:pt x="174004" y="119838"/>
                </a:cubicBezTo>
                <a:cubicBezTo>
                  <a:pt x="174004" y="114505"/>
                  <a:pt x="175086" y="109874"/>
                  <a:pt x="177250" y="105945"/>
                </a:cubicBezTo>
                <a:cubicBezTo>
                  <a:pt x="179413" y="102017"/>
                  <a:pt x="182520" y="98755"/>
                  <a:pt x="186568" y="96159"/>
                </a:cubicBezTo>
                <a:cubicBezTo>
                  <a:pt x="190616" y="93561"/>
                  <a:pt x="195572" y="91613"/>
                  <a:pt x="201436" y="90315"/>
                </a:cubicBezTo>
                <a:cubicBezTo>
                  <a:pt x="207299" y="89017"/>
                  <a:pt x="213895" y="88369"/>
                  <a:pt x="221224" y="88369"/>
                </a:cubicBezTo>
                <a:lnTo>
                  <a:pt x="234207" y="88369"/>
                </a:lnTo>
                <a:lnTo>
                  <a:pt x="234207" y="81092"/>
                </a:lnTo>
                <a:cubicBezTo>
                  <a:pt x="234207" y="77488"/>
                  <a:pt x="233824" y="74300"/>
                  <a:pt x="233056" y="71528"/>
                </a:cubicBezTo>
                <a:cubicBezTo>
                  <a:pt x="232288" y="68755"/>
                  <a:pt x="231049" y="66451"/>
                  <a:pt x="229339" y="64614"/>
                </a:cubicBezTo>
                <a:cubicBezTo>
                  <a:pt x="227629" y="62778"/>
                  <a:pt x="225412" y="61391"/>
                  <a:pt x="222690" y="60456"/>
                </a:cubicBezTo>
                <a:cubicBezTo>
                  <a:pt x="219968" y="59520"/>
                  <a:pt x="216618" y="59052"/>
                  <a:pt x="212639" y="59052"/>
                </a:cubicBezTo>
                <a:cubicBezTo>
                  <a:pt x="208381" y="59052"/>
                  <a:pt x="204559" y="59553"/>
                  <a:pt x="201174" y="60554"/>
                </a:cubicBezTo>
                <a:cubicBezTo>
                  <a:pt x="197789" y="61555"/>
                  <a:pt x="194822" y="62660"/>
                  <a:pt x="192274" y="63868"/>
                </a:cubicBezTo>
                <a:cubicBezTo>
                  <a:pt x="189727" y="65077"/>
                  <a:pt x="187598" y="66182"/>
                  <a:pt x="185887" y="67183"/>
                </a:cubicBezTo>
                <a:cubicBezTo>
                  <a:pt x="184177" y="68184"/>
                  <a:pt x="182903" y="68685"/>
                  <a:pt x="182066" y="68685"/>
                </a:cubicBezTo>
                <a:cubicBezTo>
                  <a:pt x="181507" y="68685"/>
                  <a:pt x="181019" y="68545"/>
                  <a:pt x="180600" y="68266"/>
                </a:cubicBezTo>
                <a:cubicBezTo>
                  <a:pt x="180181" y="67987"/>
                  <a:pt x="179815" y="67568"/>
                  <a:pt x="179501" y="67009"/>
                </a:cubicBezTo>
                <a:cubicBezTo>
                  <a:pt x="179187" y="66451"/>
                  <a:pt x="178960" y="65735"/>
                  <a:pt x="178820" y="64863"/>
                </a:cubicBezTo>
                <a:cubicBezTo>
                  <a:pt x="178680" y="63990"/>
                  <a:pt x="178611" y="63031"/>
                  <a:pt x="178611" y="61984"/>
                </a:cubicBezTo>
                <a:cubicBezTo>
                  <a:pt x="178611" y="60239"/>
                  <a:pt x="178733" y="58860"/>
                  <a:pt x="178977" y="57848"/>
                </a:cubicBezTo>
                <a:cubicBezTo>
                  <a:pt x="179221" y="56836"/>
                  <a:pt x="179815" y="55876"/>
                  <a:pt x="180757" y="54969"/>
                </a:cubicBezTo>
                <a:cubicBezTo>
                  <a:pt x="181699" y="54061"/>
                  <a:pt x="183322" y="53004"/>
                  <a:pt x="185626" y="51798"/>
                </a:cubicBezTo>
                <a:cubicBezTo>
                  <a:pt x="187929" y="50590"/>
                  <a:pt x="190582" y="49486"/>
                  <a:pt x="193583" y="48487"/>
                </a:cubicBezTo>
                <a:cubicBezTo>
                  <a:pt x="196585" y="47488"/>
                  <a:pt x="199865" y="46661"/>
                  <a:pt x="203425" y="46007"/>
                </a:cubicBezTo>
                <a:cubicBezTo>
                  <a:pt x="206985" y="45350"/>
                  <a:pt x="210580" y="45022"/>
                  <a:pt x="214209" y="45022"/>
                </a:cubicBezTo>
                <a:cubicBezTo>
                  <a:pt x="220980" y="45022"/>
                  <a:pt x="226739" y="45790"/>
                  <a:pt x="231485" y="47325"/>
                </a:cubicBezTo>
                <a:cubicBezTo>
                  <a:pt x="236232" y="48861"/>
                  <a:pt x="240071" y="51112"/>
                  <a:pt x="243002" y="54079"/>
                </a:cubicBezTo>
                <a:cubicBezTo>
                  <a:pt x="245934" y="57045"/>
                  <a:pt x="248063" y="60727"/>
                  <a:pt x="249389" y="65125"/>
                </a:cubicBezTo>
                <a:cubicBezTo>
                  <a:pt x="250715" y="69522"/>
                  <a:pt x="251379" y="74653"/>
                  <a:pt x="251379" y="80516"/>
                </a:cubicBezTo>
                <a:lnTo>
                  <a:pt x="251379" y="144070"/>
                </a:lnTo>
                <a:moveTo>
                  <a:pt x="234207" y="100933"/>
                </a:moveTo>
                <a:lnTo>
                  <a:pt x="219444" y="100933"/>
                </a:lnTo>
                <a:cubicBezTo>
                  <a:pt x="214698" y="100933"/>
                  <a:pt x="210580" y="101335"/>
                  <a:pt x="207090" y="102140"/>
                </a:cubicBezTo>
                <a:cubicBezTo>
                  <a:pt x="203600" y="102945"/>
                  <a:pt x="200703" y="104136"/>
                  <a:pt x="198399" y="105713"/>
                </a:cubicBezTo>
                <a:cubicBezTo>
                  <a:pt x="196096" y="107288"/>
                  <a:pt x="194403" y="109178"/>
                  <a:pt x="193321" y="111383"/>
                </a:cubicBezTo>
                <a:cubicBezTo>
                  <a:pt x="192239" y="113589"/>
                  <a:pt x="191698" y="116127"/>
                  <a:pt x="191698" y="118997"/>
                </a:cubicBezTo>
                <a:cubicBezTo>
                  <a:pt x="191698" y="123899"/>
                  <a:pt x="193252" y="127802"/>
                  <a:pt x="196358" y="130707"/>
                </a:cubicBezTo>
                <a:cubicBezTo>
                  <a:pt x="199464" y="133613"/>
                  <a:pt x="203809" y="135066"/>
                  <a:pt x="209393" y="135066"/>
                </a:cubicBezTo>
                <a:cubicBezTo>
                  <a:pt x="213930" y="135066"/>
                  <a:pt x="218136" y="133911"/>
                  <a:pt x="222010" y="131601"/>
                </a:cubicBezTo>
                <a:cubicBezTo>
                  <a:pt x="225884" y="129291"/>
                  <a:pt x="229950" y="125755"/>
                  <a:pt x="234207" y="120993"/>
                </a:cubicBezTo>
                <a:lnTo>
                  <a:pt x="234207" y="100933"/>
                </a:lnTo>
                <a:close/>
                <a:moveTo>
                  <a:pt x="354052" y="141976"/>
                </a:moveTo>
                <a:cubicBezTo>
                  <a:pt x="354611" y="142953"/>
                  <a:pt x="354890" y="143773"/>
                  <a:pt x="354890" y="144436"/>
                </a:cubicBezTo>
                <a:cubicBezTo>
                  <a:pt x="354890" y="145100"/>
                  <a:pt x="354559" y="145641"/>
                  <a:pt x="353895" y="146059"/>
                </a:cubicBezTo>
                <a:cubicBezTo>
                  <a:pt x="353232" y="146478"/>
                  <a:pt x="352220" y="146775"/>
                  <a:pt x="350859" y="146949"/>
                </a:cubicBezTo>
                <a:cubicBezTo>
                  <a:pt x="349498" y="147124"/>
                  <a:pt x="347735" y="147211"/>
                  <a:pt x="345572" y="147211"/>
                </a:cubicBezTo>
                <a:cubicBezTo>
                  <a:pt x="343478" y="147211"/>
                  <a:pt x="341820" y="147159"/>
                  <a:pt x="340598" y="147054"/>
                </a:cubicBezTo>
                <a:cubicBezTo>
                  <a:pt x="339377" y="146949"/>
                  <a:pt x="338400" y="146775"/>
                  <a:pt x="337667" y="146531"/>
                </a:cubicBezTo>
                <a:cubicBezTo>
                  <a:pt x="336934" y="146286"/>
                  <a:pt x="336375" y="145972"/>
                  <a:pt x="335991" y="145588"/>
                </a:cubicBezTo>
                <a:cubicBezTo>
                  <a:pt x="335607" y="145204"/>
                  <a:pt x="335276" y="144768"/>
                  <a:pt x="334997" y="144279"/>
                </a:cubicBezTo>
                <a:lnTo>
                  <a:pt x="312381" y="106901"/>
                </a:lnTo>
                <a:lnTo>
                  <a:pt x="289870" y="144279"/>
                </a:lnTo>
                <a:cubicBezTo>
                  <a:pt x="289591" y="144768"/>
                  <a:pt x="289259" y="145204"/>
                  <a:pt x="288875" y="145588"/>
                </a:cubicBezTo>
                <a:cubicBezTo>
                  <a:pt x="288492" y="145972"/>
                  <a:pt x="287933" y="146286"/>
                  <a:pt x="287200" y="146531"/>
                </a:cubicBezTo>
                <a:cubicBezTo>
                  <a:pt x="286467" y="146775"/>
                  <a:pt x="285508" y="146949"/>
                  <a:pt x="284321" y="147054"/>
                </a:cubicBezTo>
                <a:cubicBezTo>
                  <a:pt x="283134" y="147159"/>
                  <a:pt x="281564" y="147211"/>
                  <a:pt x="279609" y="147211"/>
                </a:cubicBezTo>
                <a:cubicBezTo>
                  <a:pt x="277585" y="147211"/>
                  <a:pt x="275927" y="147124"/>
                  <a:pt x="274636" y="146949"/>
                </a:cubicBezTo>
                <a:cubicBezTo>
                  <a:pt x="273345" y="146775"/>
                  <a:pt x="272402" y="146478"/>
                  <a:pt x="271809" y="146059"/>
                </a:cubicBezTo>
                <a:cubicBezTo>
                  <a:pt x="271216" y="145641"/>
                  <a:pt x="270936" y="145100"/>
                  <a:pt x="270971" y="144436"/>
                </a:cubicBezTo>
                <a:cubicBezTo>
                  <a:pt x="271006" y="143773"/>
                  <a:pt x="271338" y="142953"/>
                  <a:pt x="271966" y="141976"/>
                </a:cubicBezTo>
                <a:lnTo>
                  <a:pt x="301283" y="96012"/>
                </a:lnTo>
                <a:lnTo>
                  <a:pt x="273537" y="51723"/>
                </a:lnTo>
                <a:cubicBezTo>
                  <a:pt x="272978" y="50746"/>
                  <a:pt x="272682" y="49925"/>
                  <a:pt x="272647" y="49262"/>
                </a:cubicBezTo>
                <a:cubicBezTo>
                  <a:pt x="272612" y="48599"/>
                  <a:pt x="272926" y="48041"/>
                  <a:pt x="273589" y="47587"/>
                </a:cubicBezTo>
                <a:cubicBezTo>
                  <a:pt x="274252" y="47133"/>
                  <a:pt x="275264" y="46837"/>
                  <a:pt x="276625" y="46697"/>
                </a:cubicBezTo>
                <a:cubicBezTo>
                  <a:pt x="277986" y="46558"/>
                  <a:pt x="279784" y="46488"/>
                  <a:pt x="282017" y="46488"/>
                </a:cubicBezTo>
                <a:cubicBezTo>
                  <a:pt x="284042" y="46488"/>
                  <a:pt x="285665" y="46540"/>
                  <a:pt x="286886" y="46645"/>
                </a:cubicBezTo>
                <a:cubicBezTo>
                  <a:pt x="288108" y="46749"/>
                  <a:pt x="289067" y="46907"/>
                  <a:pt x="289765" y="47116"/>
                </a:cubicBezTo>
                <a:cubicBezTo>
                  <a:pt x="290463" y="47325"/>
                  <a:pt x="290987" y="47605"/>
                  <a:pt x="291336" y="47954"/>
                </a:cubicBezTo>
                <a:cubicBezTo>
                  <a:pt x="291685" y="48303"/>
                  <a:pt x="291999" y="48721"/>
                  <a:pt x="292278" y="49210"/>
                </a:cubicBezTo>
                <a:lnTo>
                  <a:pt x="313742" y="84285"/>
                </a:lnTo>
                <a:lnTo>
                  <a:pt x="335520" y="49210"/>
                </a:lnTo>
                <a:cubicBezTo>
                  <a:pt x="335799" y="48791"/>
                  <a:pt x="336114" y="48407"/>
                  <a:pt x="336463" y="48058"/>
                </a:cubicBezTo>
                <a:cubicBezTo>
                  <a:pt x="336812" y="47709"/>
                  <a:pt x="337283" y="47413"/>
                  <a:pt x="337876" y="47168"/>
                </a:cubicBezTo>
                <a:cubicBezTo>
                  <a:pt x="338469" y="46924"/>
                  <a:pt x="339307" y="46749"/>
                  <a:pt x="340389" y="46645"/>
                </a:cubicBezTo>
                <a:cubicBezTo>
                  <a:pt x="341471" y="46540"/>
                  <a:pt x="342954" y="46488"/>
                  <a:pt x="344839" y="46488"/>
                </a:cubicBezTo>
                <a:cubicBezTo>
                  <a:pt x="346863" y="46488"/>
                  <a:pt x="348521" y="46558"/>
                  <a:pt x="349812" y="46697"/>
                </a:cubicBezTo>
                <a:cubicBezTo>
                  <a:pt x="351103" y="46837"/>
                  <a:pt x="352063" y="47098"/>
                  <a:pt x="352691" y="47482"/>
                </a:cubicBezTo>
                <a:cubicBezTo>
                  <a:pt x="353320" y="47866"/>
                  <a:pt x="353599" y="48407"/>
                  <a:pt x="353529" y="49105"/>
                </a:cubicBezTo>
                <a:cubicBezTo>
                  <a:pt x="353459" y="49803"/>
                  <a:pt x="353110" y="50676"/>
                  <a:pt x="352482" y="51723"/>
                </a:cubicBezTo>
                <a:lnTo>
                  <a:pt x="324945" y="95488"/>
                </a:lnTo>
                <a:lnTo>
                  <a:pt x="354052" y="141976"/>
                </a:lnTo>
                <a:close/>
                <a:moveTo>
                  <a:pt x="392256" y="143965"/>
                </a:moveTo>
                <a:cubicBezTo>
                  <a:pt x="392256" y="144524"/>
                  <a:pt x="392116" y="144995"/>
                  <a:pt x="391837" y="145379"/>
                </a:cubicBezTo>
                <a:cubicBezTo>
                  <a:pt x="391558" y="145763"/>
                  <a:pt x="391104" y="146094"/>
                  <a:pt x="390476" y="146373"/>
                </a:cubicBezTo>
                <a:cubicBezTo>
                  <a:pt x="389847" y="146653"/>
                  <a:pt x="388975" y="146862"/>
                  <a:pt x="387858" y="147002"/>
                </a:cubicBezTo>
                <a:cubicBezTo>
                  <a:pt x="386741" y="147141"/>
                  <a:pt x="385310" y="147211"/>
                  <a:pt x="383565" y="147211"/>
                </a:cubicBezTo>
                <a:cubicBezTo>
                  <a:pt x="381890" y="147211"/>
                  <a:pt x="380494" y="147141"/>
                  <a:pt x="379377" y="147002"/>
                </a:cubicBezTo>
                <a:cubicBezTo>
                  <a:pt x="378260" y="146862"/>
                  <a:pt x="377370" y="146653"/>
                  <a:pt x="376707" y="146373"/>
                </a:cubicBezTo>
                <a:cubicBezTo>
                  <a:pt x="376044" y="146094"/>
                  <a:pt x="375591" y="145763"/>
                  <a:pt x="375346" y="145379"/>
                </a:cubicBezTo>
                <a:cubicBezTo>
                  <a:pt x="375102" y="144995"/>
                  <a:pt x="374980" y="144524"/>
                  <a:pt x="374980" y="143965"/>
                </a:cubicBezTo>
                <a:lnTo>
                  <a:pt x="374980" y="49733"/>
                </a:lnTo>
                <a:cubicBezTo>
                  <a:pt x="374980" y="49245"/>
                  <a:pt x="375102" y="48791"/>
                  <a:pt x="375346" y="48372"/>
                </a:cubicBezTo>
                <a:cubicBezTo>
                  <a:pt x="375591" y="47954"/>
                  <a:pt x="376044" y="47605"/>
                  <a:pt x="376707" y="47325"/>
                </a:cubicBezTo>
                <a:cubicBezTo>
                  <a:pt x="377370" y="47046"/>
                  <a:pt x="378260" y="46837"/>
                  <a:pt x="379377" y="46697"/>
                </a:cubicBezTo>
                <a:cubicBezTo>
                  <a:pt x="380494" y="46558"/>
                  <a:pt x="381890" y="46488"/>
                  <a:pt x="383565" y="46488"/>
                </a:cubicBezTo>
                <a:cubicBezTo>
                  <a:pt x="385310" y="46488"/>
                  <a:pt x="386741" y="46558"/>
                  <a:pt x="387858" y="46697"/>
                </a:cubicBezTo>
                <a:cubicBezTo>
                  <a:pt x="388975" y="46837"/>
                  <a:pt x="389847" y="47046"/>
                  <a:pt x="390476" y="47325"/>
                </a:cubicBezTo>
                <a:cubicBezTo>
                  <a:pt x="391104" y="47605"/>
                  <a:pt x="391558" y="47954"/>
                  <a:pt x="391837" y="48372"/>
                </a:cubicBezTo>
                <a:cubicBezTo>
                  <a:pt x="392116" y="48791"/>
                  <a:pt x="392256" y="49245"/>
                  <a:pt x="392256" y="49733"/>
                </a:cubicBezTo>
                <a:lnTo>
                  <a:pt x="392256" y="143965"/>
                </a:lnTo>
                <a:moveTo>
                  <a:pt x="394245" y="17799"/>
                </a:moveTo>
                <a:cubicBezTo>
                  <a:pt x="394245" y="21848"/>
                  <a:pt x="393477" y="24605"/>
                  <a:pt x="391942" y="26071"/>
                </a:cubicBezTo>
                <a:cubicBezTo>
                  <a:pt x="390406" y="27537"/>
                  <a:pt x="387579" y="28270"/>
                  <a:pt x="383461" y="28270"/>
                </a:cubicBezTo>
                <a:cubicBezTo>
                  <a:pt x="379412" y="28270"/>
                  <a:pt x="376638" y="27554"/>
                  <a:pt x="375137" y="26123"/>
                </a:cubicBezTo>
                <a:cubicBezTo>
                  <a:pt x="373636" y="24692"/>
                  <a:pt x="372886" y="21987"/>
                  <a:pt x="372886" y="18009"/>
                </a:cubicBezTo>
                <a:cubicBezTo>
                  <a:pt x="372886" y="13960"/>
                  <a:pt x="373654" y="11203"/>
                  <a:pt x="375189" y="9737"/>
                </a:cubicBezTo>
                <a:cubicBezTo>
                  <a:pt x="376725" y="8271"/>
                  <a:pt x="379552" y="7539"/>
                  <a:pt x="383670" y="7539"/>
                </a:cubicBezTo>
                <a:cubicBezTo>
                  <a:pt x="387719" y="7539"/>
                  <a:pt x="390493" y="8254"/>
                  <a:pt x="391994" y="9685"/>
                </a:cubicBezTo>
                <a:cubicBezTo>
                  <a:pt x="393495" y="11116"/>
                  <a:pt x="394245" y="13821"/>
                  <a:pt x="394245" y="17799"/>
                </a:cubicBezTo>
                <a:close/>
                <a:moveTo>
                  <a:pt x="563595" y="143965"/>
                </a:moveTo>
                <a:cubicBezTo>
                  <a:pt x="563595" y="144524"/>
                  <a:pt x="563456" y="144995"/>
                  <a:pt x="563177" y="145379"/>
                </a:cubicBezTo>
                <a:cubicBezTo>
                  <a:pt x="562897" y="145763"/>
                  <a:pt x="562444" y="146094"/>
                  <a:pt x="561815" y="146373"/>
                </a:cubicBezTo>
                <a:cubicBezTo>
                  <a:pt x="561187" y="146653"/>
                  <a:pt x="560315" y="146862"/>
                  <a:pt x="559198" y="147002"/>
                </a:cubicBezTo>
                <a:cubicBezTo>
                  <a:pt x="558081" y="147141"/>
                  <a:pt x="556685" y="147211"/>
                  <a:pt x="555010" y="147211"/>
                </a:cubicBezTo>
                <a:cubicBezTo>
                  <a:pt x="553265" y="147211"/>
                  <a:pt x="551834" y="147141"/>
                  <a:pt x="550717" y="147002"/>
                </a:cubicBezTo>
                <a:cubicBezTo>
                  <a:pt x="549600" y="146862"/>
                  <a:pt x="548710" y="146653"/>
                  <a:pt x="548047" y="146373"/>
                </a:cubicBezTo>
                <a:cubicBezTo>
                  <a:pt x="547384" y="146094"/>
                  <a:pt x="546913" y="145764"/>
                  <a:pt x="546634" y="145382"/>
                </a:cubicBezTo>
                <a:cubicBezTo>
                  <a:pt x="546354" y="144998"/>
                  <a:pt x="546215" y="144527"/>
                  <a:pt x="546215" y="143969"/>
                </a:cubicBezTo>
                <a:lnTo>
                  <a:pt x="546215" y="86765"/>
                </a:lnTo>
                <a:cubicBezTo>
                  <a:pt x="546215" y="82791"/>
                  <a:pt x="545866" y="79166"/>
                  <a:pt x="545168" y="75889"/>
                </a:cubicBezTo>
                <a:cubicBezTo>
                  <a:pt x="544470" y="72613"/>
                  <a:pt x="543353" y="69790"/>
                  <a:pt x="541817" y="67422"/>
                </a:cubicBezTo>
                <a:cubicBezTo>
                  <a:pt x="540282" y="65051"/>
                  <a:pt x="538327" y="63238"/>
                  <a:pt x="535954" y="61984"/>
                </a:cubicBezTo>
                <a:cubicBezTo>
                  <a:pt x="533581" y="60727"/>
                  <a:pt x="530789" y="60099"/>
                  <a:pt x="527578" y="60099"/>
                </a:cubicBezTo>
                <a:cubicBezTo>
                  <a:pt x="523599" y="60099"/>
                  <a:pt x="519603" y="61634"/>
                  <a:pt x="515590" y="64703"/>
                </a:cubicBezTo>
                <a:cubicBezTo>
                  <a:pt x="511576" y="67770"/>
                  <a:pt x="507161" y="72265"/>
                  <a:pt x="502345" y="78190"/>
                </a:cubicBezTo>
                <a:lnTo>
                  <a:pt x="502345" y="143969"/>
                </a:lnTo>
                <a:cubicBezTo>
                  <a:pt x="502345" y="144527"/>
                  <a:pt x="502205" y="144998"/>
                  <a:pt x="501926" y="145382"/>
                </a:cubicBezTo>
                <a:cubicBezTo>
                  <a:pt x="501647" y="145764"/>
                  <a:pt x="501176" y="146094"/>
                  <a:pt x="500512" y="146373"/>
                </a:cubicBezTo>
                <a:cubicBezTo>
                  <a:pt x="499849" y="146653"/>
                  <a:pt x="498959" y="146862"/>
                  <a:pt x="497843" y="147002"/>
                </a:cubicBezTo>
                <a:cubicBezTo>
                  <a:pt x="496726" y="147141"/>
                  <a:pt x="495330" y="147211"/>
                  <a:pt x="493654" y="147211"/>
                </a:cubicBezTo>
                <a:cubicBezTo>
                  <a:pt x="492049" y="147211"/>
                  <a:pt x="490670" y="147141"/>
                  <a:pt x="489519" y="147002"/>
                </a:cubicBezTo>
                <a:cubicBezTo>
                  <a:pt x="488367" y="146862"/>
                  <a:pt x="487460" y="146653"/>
                  <a:pt x="486796" y="146373"/>
                </a:cubicBezTo>
                <a:cubicBezTo>
                  <a:pt x="486133" y="146094"/>
                  <a:pt x="485680" y="145764"/>
                  <a:pt x="485435" y="145382"/>
                </a:cubicBezTo>
                <a:cubicBezTo>
                  <a:pt x="485191" y="144998"/>
                  <a:pt x="485069" y="144527"/>
                  <a:pt x="485069" y="143969"/>
                </a:cubicBezTo>
                <a:lnTo>
                  <a:pt x="485069" y="86765"/>
                </a:lnTo>
                <a:cubicBezTo>
                  <a:pt x="485069" y="82791"/>
                  <a:pt x="484685" y="79166"/>
                  <a:pt x="483917" y="75889"/>
                </a:cubicBezTo>
                <a:cubicBezTo>
                  <a:pt x="483149" y="72613"/>
                  <a:pt x="481998" y="69790"/>
                  <a:pt x="480462" y="67422"/>
                </a:cubicBezTo>
                <a:cubicBezTo>
                  <a:pt x="478926" y="65051"/>
                  <a:pt x="476989" y="63238"/>
                  <a:pt x="474651" y="61984"/>
                </a:cubicBezTo>
                <a:cubicBezTo>
                  <a:pt x="472313" y="60727"/>
                  <a:pt x="469538" y="60099"/>
                  <a:pt x="466327" y="60099"/>
                </a:cubicBezTo>
                <a:cubicBezTo>
                  <a:pt x="462349" y="60099"/>
                  <a:pt x="458335" y="61634"/>
                  <a:pt x="454286" y="64703"/>
                </a:cubicBezTo>
                <a:cubicBezTo>
                  <a:pt x="450238" y="67770"/>
                  <a:pt x="445840" y="72265"/>
                  <a:pt x="441094" y="78190"/>
                </a:cubicBezTo>
                <a:lnTo>
                  <a:pt x="441094" y="143969"/>
                </a:lnTo>
                <a:cubicBezTo>
                  <a:pt x="441094" y="144527"/>
                  <a:pt x="440954" y="144998"/>
                  <a:pt x="440675" y="145382"/>
                </a:cubicBezTo>
                <a:cubicBezTo>
                  <a:pt x="440396" y="145764"/>
                  <a:pt x="439942" y="146094"/>
                  <a:pt x="439314" y="146373"/>
                </a:cubicBezTo>
                <a:cubicBezTo>
                  <a:pt x="438686" y="146653"/>
                  <a:pt x="437813" y="146862"/>
                  <a:pt x="436697" y="147002"/>
                </a:cubicBezTo>
                <a:cubicBezTo>
                  <a:pt x="435580" y="147141"/>
                  <a:pt x="434149" y="147211"/>
                  <a:pt x="432404" y="147211"/>
                </a:cubicBezTo>
                <a:cubicBezTo>
                  <a:pt x="430729" y="147211"/>
                  <a:pt x="429332" y="147141"/>
                  <a:pt x="428216" y="147002"/>
                </a:cubicBezTo>
                <a:cubicBezTo>
                  <a:pt x="427099" y="146862"/>
                  <a:pt x="426209" y="146653"/>
                  <a:pt x="425546" y="146373"/>
                </a:cubicBezTo>
                <a:cubicBezTo>
                  <a:pt x="424883" y="146094"/>
                  <a:pt x="424429" y="145763"/>
                  <a:pt x="424185" y="145379"/>
                </a:cubicBezTo>
                <a:cubicBezTo>
                  <a:pt x="423940" y="144995"/>
                  <a:pt x="423818" y="144524"/>
                  <a:pt x="423818" y="143965"/>
                </a:cubicBezTo>
                <a:lnTo>
                  <a:pt x="423818" y="49733"/>
                </a:lnTo>
                <a:cubicBezTo>
                  <a:pt x="423818" y="49175"/>
                  <a:pt x="423923" y="48704"/>
                  <a:pt x="424132" y="48320"/>
                </a:cubicBezTo>
                <a:cubicBezTo>
                  <a:pt x="424342" y="47936"/>
                  <a:pt x="424760" y="47587"/>
                  <a:pt x="425389" y="47273"/>
                </a:cubicBezTo>
                <a:cubicBezTo>
                  <a:pt x="426017" y="46959"/>
                  <a:pt x="426820" y="46749"/>
                  <a:pt x="427797" y="46645"/>
                </a:cubicBezTo>
                <a:cubicBezTo>
                  <a:pt x="428774" y="46540"/>
                  <a:pt x="430065" y="46488"/>
                  <a:pt x="431671" y="46488"/>
                </a:cubicBezTo>
                <a:cubicBezTo>
                  <a:pt x="433206" y="46488"/>
                  <a:pt x="434480" y="46540"/>
                  <a:pt x="435492" y="46645"/>
                </a:cubicBezTo>
                <a:cubicBezTo>
                  <a:pt x="436505" y="46749"/>
                  <a:pt x="437290" y="46959"/>
                  <a:pt x="437848" y="47273"/>
                </a:cubicBezTo>
                <a:cubicBezTo>
                  <a:pt x="438407" y="47587"/>
                  <a:pt x="438808" y="47936"/>
                  <a:pt x="439052" y="48320"/>
                </a:cubicBezTo>
                <a:cubicBezTo>
                  <a:pt x="439297" y="48704"/>
                  <a:pt x="439419" y="49175"/>
                  <a:pt x="439419" y="49733"/>
                </a:cubicBezTo>
                <a:lnTo>
                  <a:pt x="439419" y="62193"/>
                </a:lnTo>
                <a:cubicBezTo>
                  <a:pt x="444724" y="56260"/>
                  <a:pt x="449872" y="51915"/>
                  <a:pt x="454862" y="49158"/>
                </a:cubicBezTo>
                <a:cubicBezTo>
                  <a:pt x="459853" y="46400"/>
                  <a:pt x="464896" y="45022"/>
                  <a:pt x="469992" y="45022"/>
                </a:cubicBezTo>
                <a:cubicBezTo>
                  <a:pt x="473901" y="45022"/>
                  <a:pt x="477408" y="45476"/>
                  <a:pt x="480514" y="46383"/>
                </a:cubicBezTo>
                <a:cubicBezTo>
                  <a:pt x="483620" y="47290"/>
                  <a:pt x="486360" y="48564"/>
                  <a:pt x="488733" y="50205"/>
                </a:cubicBezTo>
                <a:cubicBezTo>
                  <a:pt x="491107" y="51845"/>
                  <a:pt x="493131" y="53799"/>
                  <a:pt x="494806" y="56068"/>
                </a:cubicBezTo>
                <a:cubicBezTo>
                  <a:pt x="496481" y="58336"/>
                  <a:pt x="497877" y="60867"/>
                  <a:pt x="498994" y="63659"/>
                </a:cubicBezTo>
                <a:cubicBezTo>
                  <a:pt x="502135" y="60239"/>
                  <a:pt x="505119" y="57342"/>
                  <a:pt x="507946" y="54969"/>
                </a:cubicBezTo>
                <a:cubicBezTo>
                  <a:pt x="510773" y="52595"/>
                  <a:pt x="513495" y="50676"/>
                  <a:pt x="516113" y="49210"/>
                </a:cubicBezTo>
                <a:cubicBezTo>
                  <a:pt x="518731" y="47744"/>
                  <a:pt x="521278" y="46680"/>
                  <a:pt x="523756" y="46017"/>
                </a:cubicBezTo>
                <a:cubicBezTo>
                  <a:pt x="526234" y="45353"/>
                  <a:pt x="528730" y="45022"/>
                  <a:pt x="531242" y="45022"/>
                </a:cubicBezTo>
                <a:cubicBezTo>
                  <a:pt x="537315" y="45022"/>
                  <a:pt x="542411" y="46086"/>
                  <a:pt x="546529" y="48215"/>
                </a:cubicBezTo>
                <a:cubicBezTo>
                  <a:pt x="550647" y="50344"/>
                  <a:pt x="553980" y="53189"/>
                  <a:pt x="556528" y="56749"/>
                </a:cubicBezTo>
                <a:cubicBezTo>
                  <a:pt x="559076" y="60308"/>
                  <a:pt x="560891" y="64479"/>
                  <a:pt x="561973" y="69260"/>
                </a:cubicBezTo>
                <a:cubicBezTo>
                  <a:pt x="563054" y="74042"/>
                  <a:pt x="563595" y="79085"/>
                  <a:pt x="563595" y="84390"/>
                </a:cubicBezTo>
                <a:lnTo>
                  <a:pt x="563595" y="143965"/>
                </a:lnTo>
                <a:close/>
                <a:moveTo>
                  <a:pt x="612028" y="143965"/>
                </a:moveTo>
                <a:cubicBezTo>
                  <a:pt x="612028" y="144524"/>
                  <a:pt x="611888" y="144995"/>
                  <a:pt x="611609" y="145379"/>
                </a:cubicBezTo>
                <a:cubicBezTo>
                  <a:pt x="611330" y="145763"/>
                  <a:pt x="610876" y="146094"/>
                  <a:pt x="610248" y="146373"/>
                </a:cubicBezTo>
                <a:cubicBezTo>
                  <a:pt x="609620" y="146653"/>
                  <a:pt x="608747" y="146862"/>
                  <a:pt x="607630" y="147002"/>
                </a:cubicBezTo>
                <a:cubicBezTo>
                  <a:pt x="606514" y="147141"/>
                  <a:pt x="605083" y="147211"/>
                  <a:pt x="603338" y="147211"/>
                </a:cubicBezTo>
                <a:cubicBezTo>
                  <a:pt x="601662" y="147211"/>
                  <a:pt x="600266" y="147141"/>
                  <a:pt x="599150" y="147002"/>
                </a:cubicBezTo>
                <a:cubicBezTo>
                  <a:pt x="598033" y="146862"/>
                  <a:pt x="597143" y="146653"/>
                  <a:pt x="596480" y="146373"/>
                </a:cubicBezTo>
                <a:cubicBezTo>
                  <a:pt x="595817" y="146094"/>
                  <a:pt x="595363" y="145763"/>
                  <a:pt x="595119" y="145379"/>
                </a:cubicBezTo>
                <a:cubicBezTo>
                  <a:pt x="594874" y="144995"/>
                  <a:pt x="594752" y="144524"/>
                  <a:pt x="594752" y="143965"/>
                </a:cubicBezTo>
                <a:lnTo>
                  <a:pt x="594752" y="49733"/>
                </a:lnTo>
                <a:cubicBezTo>
                  <a:pt x="594752" y="49245"/>
                  <a:pt x="594874" y="48791"/>
                  <a:pt x="595119" y="48372"/>
                </a:cubicBezTo>
                <a:cubicBezTo>
                  <a:pt x="595363" y="47954"/>
                  <a:pt x="595817" y="47605"/>
                  <a:pt x="596480" y="47325"/>
                </a:cubicBezTo>
                <a:cubicBezTo>
                  <a:pt x="597143" y="47046"/>
                  <a:pt x="598033" y="46837"/>
                  <a:pt x="599150" y="46697"/>
                </a:cubicBezTo>
                <a:cubicBezTo>
                  <a:pt x="600266" y="46558"/>
                  <a:pt x="601662" y="46488"/>
                  <a:pt x="603338" y="46488"/>
                </a:cubicBezTo>
                <a:cubicBezTo>
                  <a:pt x="605083" y="46488"/>
                  <a:pt x="606514" y="46558"/>
                  <a:pt x="607630" y="46697"/>
                </a:cubicBezTo>
                <a:cubicBezTo>
                  <a:pt x="608747" y="46837"/>
                  <a:pt x="609620" y="47046"/>
                  <a:pt x="610248" y="47325"/>
                </a:cubicBezTo>
                <a:cubicBezTo>
                  <a:pt x="610876" y="47605"/>
                  <a:pt x="611330" y="47954"/>
                  <a:pt x="611609" y="48372"/>
                </a:cubicBezTo>
                <a:cubicBezTo>
                  <a:pt x="611888" y="48791"/>
                  <a:pt x="612028" y="49245"/>
                  <a:pt x="612028" y="49733"/>
                </a:cubicBezTo>
                <a:lnTo>
                  <a:pt x="612028" y="143965"/>
                </a:lnTo>
                <a:moveTo>
                  <a:pt x="614017" y="17799"/>
                </a:moveTo>
                <a:cubicBezTo>
                  <a:pt x="614017" y="21848"/>
                  <a:pt x="613249" y="24605"/>
                  <a:pt x="611714" y="26071"/>
                </a:cubicBezTo>
                <a:cubicBezTo>
                  <a:pt x="610178" y="27537"/>
                  <a:pt x="607351" y="28270"/>
                  <a:pt x="603233" y="28270"/>
                </a:cubicBezTo>
                <a:cubicBezTo>
                  <a:pt x="599184" y="28270"/>
                  <a:pt x="596410" y="27554"/>
                  <a:pt x="594909" y="26123"/>
                </a:cubicBezTo>
                <a:cubicBezTo>
                  <a:pt x="593408" y="24692"/>
                  <a:pt x="592658" y="21987"/>
                  <a:pt x="592658" y="18009"/>
                </a:cubicBezTo>
                <a:cubicBezTo>
                  <a:pt x="592658" y="13960"/>
                  <a:pt x="593426" y="11203"/>
                  <a:pt x="594962" y="9737"/>
                </a:cubicBezTo>
                <a:cubicBezTo>
                  <a:pt x="596497" y="8271"/>
                  <a:pt x="599324" y="7539"/>
                  <a:pt x="603442" y="7539"/>
                </a:cubicBezTo>
                <a:cubicBezTo>
                  <a:pt x="607491" y="7539"/>
                  <a:pt x="610265" y="8254"/>
                  <a:pt x="611766" y="9685"/>
                </a:cubicBezTo>
                <a:cubicBezTo>
                  <a:pt x="613267" y="11116"/>
                  <a:pt x="614017" y="13821"/>
                  <a:pt x="614017" y="17799"/>
                </a:cubicBezTo>
                <a:close/>
                <a:moveTo>
                  <a:pt x="703689" y="139201"/>
                </a:moveTo>
                <a:cubicBezTo>
                  <a:pt x="703689" y="140536"/>
                  <a:pt x="703584" y="141678"/>
                  <a:pt x="703375" y="142627"/>
                </a:cubicBezTo>
                <a:cubicBezTo>
                  <a:pt x="703165" y="143576"/>
                  <a:pt x="702921" y="144349"/>
                  <a:pt x="702642" y="144947"/>
                </a:cubicBezTo>
                <a:cubicBezTo>
                  <a:pt x="702363" y="145545"/>
                  <a:pt x="701979" y="145967"/>
                  <a:pt x="701490" y="146213"/>
                </a:cubicBezTo>
                <a:cubicBezTo>
                  <a:pt x="701002" y="146460"/>
                  <a:pt x="700478" y="146583"/>
                  <a:pt x="699920" y="146583"/>
                </a:cubicBezTo>
                <a:lnTo>
                  <a:pt x="641915" y="146583"/>
                </a:lnTo>
                <a:cubicBezTo>
                  <a:pt x="640449" y="146583"/>
                  <a:pt x="639245" y="146092"/>
                  <a:pt x="638302" y="145111"/>
                </a:cubicBezTo>
                <a:cubicBezTo>
                  <a:pt x="637360" y="144127"/>
                  <a:pt x="636889" y="142478"/>
                  <a:pt x="636889" y="140163"/>
                </a:cubicBezTo>
                <a:lnTo>
                  <a:pt x="636889" y="136584"/>
                </a:lnTo>
                <a:cubicBezTo>
                  <a:pt x="636889" y="135602"/>
                  <a:pt x="636959" y="134725"/>
                  <a:pt x="637098" y="133953"/>
                </a:cubicBezTo>
                <a:cubicBezTo>
                  <a:pt x="637238" y="133181"/>
                  <a:pt x="637447" y="132410"/>
                  <a:pt x="637727" y="131640"/>
                </a:cubicBezTo>
                <a:cubicBezTo>
                  <a:pt x="638006" y="130868"/>
                  <a:pt x="638390" y="130043"/>
                  <a:pt x="638878" y="129166"/>
                </a:cubicBezTo>
                <a:cubicBezTo>
                  <a:pt x="639367" y="128289"/>
                  <a:pt x="639960" y="127289"/>
                  <a:pt x="640658" y="126166"/>
                </a:cubicBezTo>
                <a:lnTo>
                  <a:pt x="682225" y="61565"/>
                </a:lnTo>
                <a:lnTo>
                  <a:pt x="641915" y="61565"/>
                </a:lnTo>
                <a:cubicBezTo>
                  <a:pt x="640798" y="61565"/>
                  <a:pt x="639908" y="60985"/>
                  <a:pt x="639245" y="59824"/>
                </a:cubicBezTo>
                <a:cubicBezTo>
                  <a:pt x="638582" y="58664"/>
                  <a:pt x="638250" y="56783"/>
                  <a:pt x="638250" y="54183"/>
                </a:cubicBezTo>
                <a:cubicBezTo>
                  <a:pt x="638250" y="52918"/>
                  <a:pt x="638320" y="51811"/>
                  <a:pt x="638460" y="50862"/>
                </a:cubicBezTo>
                <a:cubicBezTo>
                  <a:pt x="638599" y="49913"/>
                  <a:pt x="638826" y="49140"/>
                  <a:pt x="639140" y="48542"/>
                </a:cubicBezTo>
                <a:cubicBezTo>
                  <a:pt x="639454" y="47945"/>
                  <a:pt x="639838" y="47523"/>
                  <a:pt x="640292" y="47276"/>
                </a:cubicBezTo>
                <a:cubicBezTo>
                  <a:pt x="640746" y="47030"/>
                  <a:pt x="641286" y="46907"/>
                  <a:pt x="641915" y="46907"/>
                </a:cubicBezTo>
                <a:lnTo>
                  <a:pt x="695941" y="46907"/>
                </a:lnTo>
                <a:cubicBezTo>
                  <a:pt x="696709" y="46907"/>
                  <a:pt x="697389" y="47012"/>
                  <a:pt x="697983" y="47224"/>
                </a:cubicBezTo>
                <a:cubicBezTo>
                  <a:pt x="698576" y="47433"/>
                  <a:pt x="699082" y="47783"/>
                  <a:pt x="699501" y="48274"/>
                </a:cubicBezTo>
                <a:cubicBezTo>
                  <a:pt x="699920" y="48765"/>
                  <a:pt x="700251" y="49396"/>
                  <a:pt x="700495" y="50169"/>
                </a:cubicBezTo>
                <a:cubicBezTo>
                  <a:pt x="700740" y="50941"/>
                  <a:pt x="700862" y="51923"/>
                  <a:pt x="700862" y="53117"/>
                </a:cubicBezTo>
                <a:lnTo>
                  <a:pt x="700862" y="56483"/>
                </a:lnTo>
                <a:cubicBezTo>
                  <a:pt x="700862" y="57465"/>
                  <a:pt x="700792" y="58377"/>
                  <a:pt x="700653" y="59219"/>
                </a:cubicBezTo>
                <a:cubicBezTo>
                  <a:pt x="700513" y="60061"/>
                  <a:pt x="700304" y="60885"/>
                  <a:pt x="700024" y="61692"/>
                </a:cubicBezTo>
                <a:cubicBezTo>
                  <a:pt x="699745" y="62499"/>
                  <a:pt x="699361" y="63359"/>
                  <a:pt x="698873" y="64271"/>
                </a:cubicBezTo>
                <a:cubicBezTo>
                  <a:pt x="698384" y="65182"/>
                  <a:pt x="697791" y="66200"/>
                  <a:pt x="697093" y="67323"/>
                </a:cubicBezTo>
                <a:lnTo>
                  <a:pt x="655735" y="131925"/>
                </a:lnTo>
                <a:lnTo>
                  <a:pt x="699920" y="131925"/>
                </a:lnTo>
                <a:cubicBezTo>
                  <a:pt x="700478" y="131925"/>
                  <a:pt x="700984" y="132048"/>
                  <a:pt x="701438" y="132294"/>
                </a:cubicBezTo>
                <a:cubicBezTo>
                  <a:pt x="701892" y="132541"/>
                  <a:pt x="702275" y="132945"/>
                  <a:pt x="702590" y="133508"/>
                </a:cubicBezTo>
                <a:cubicBezTo>
                  <a:pt x="702904" y="134069"/>
                  <a:pt x="703165" y="134825"/>
                  <a:pt x="703375" y="135776"/>
                </a:cubicBezTo>
                <a:cubicBezTo>
                  <a:pt x="703584" y="136725"/>
                  <a:pt x="703689" y="137866"/>
                  <a:pt x="703689" y="139201"/>
                </a:cubicBezTo>
                <a:close/>
                <a:moveTo>
                  <a:pt x="745569" y="143965"/>
                </a:moveTo>
                <a:cubicBezTo>
                  <a:pt x="745569" y="144524"/>
                  <a:pt x="745430" y="144995"/>
                  <a:pt x="745150" y="145379"/>
                </a:cubicBezTo>
                <a:cubicBezTo>
                  <a:pt x="744871" y="145763"/>
                  <a:pt x="744417" y="146094"/>
                  <a:pt x="743789" y="146373"/>
                </a:cubicBezTo>
                <a:cubicBezTo>
                  <a:pt x="743161" y="146653"/>
                  <a:pt x="742289" y="146862"/>
                  <a:pt x="741172" y="147002"/>
                </a:cubicBezTo>
                <a:cubicBezTo>
                  <a:pt x="740055" y="147141"/>
                  <a:pt x="738624" y="147211"/>
                  <a:pt x="736879" y="147211"/>
                </a:cubicBezTo>
                <a:cubicBezTo>
                  <a:pt x="735204" y="147211"/>
                  <a:pt x="733808" y="147141"/>
                  <a:pt x="732691" y="147002"/>
                </a:cubicBezTo>
                <a:cubicBezTo>
                  <a:pt x="731574" y="146862"/>
                  <a:pt x="730684" y="146653"/>
                  <a:pt x="730021" y="146373"/>
                </a:cubicBezTo>
                <a:cubicBezTo>
                  <a:pt x="729358" y="146094"/>
                  <a:pt x="728904" y="145763"/>
                  <a:pt x="728660" y="145379"/>
                </a:cubicBezTo>
                <a:cubicBezTo>
                  <a:pt x="728416" y="144995"/>
                  <a:pt x="728293" y="144524"/>
                  <a:pt x="728293" y="143965"/>
                </a:cubicBezTo>
                <a:lnTo>
                  <a:pt x="728293" y="49733"/>
                </a:lnTo>
                <a:cubicBezTo>
                  <a:pt x="728293" y="49245"/>
                  <a:pt x="728416" y="48791"/>
                  <a:pt x="728660" y="48372"/>
                </a:cubicBezTo>
                <a:cubicBezTo>
                  <a:pt x="728904" y="47954"/>
                  <a:pt x="729358" y="47605"/>
                  <a:pt x="730021" y="47325"/>
                </a:cubicBezTo>
                <a:cubicBezTo>
                  <a:pt x="730684" y="47046"/>
                  <a:pt x="731574" y="46837"/>
                  <a:pt x="732691" y="46697"/>
                </a:cubicBezTo>
                <a:cubicBezTo>
                  <a:pt x="733808" y="46558"/>
                  <a:pt x="735204" y="46488"/>
                  <a:pt x="736879" y="46488"/>
                </a:cubicBezTo>
                <a:cubicBezTo>
                  <a:pt x="738624" y="46488"/>
                  <a:pt x="740055" y="46558"/>
                  <a:pt x="741172" y="46697"/>
                </a:cubicBezTo>
                <a:cubicBezTo>
                  <a:pt x="742289" y="46837"/>
                  <a:pt x="743161" y="47046"/>
                  <a:pt x="743789" y="47325"/>
                </a:cubicBezTo>
                <a:cubicBezTo>
                  <a:pt x="744417" y="47605"/>
                  <a:pt x="744871" y="47954"/>
                  <a:pt x="745150" y="48372"/>
                </a:cubicBezTo>
                <a:cubicBezTo>
                  <a:pt x="745430" y="48791"/>
                  <a:pt x="745569" y="49245"/>
                  <a:pt x="745569" y="49733"/>
                </a:cubicBezTo>
                <a:lnTo>
                  <a:pt x="745569" y="143965"/>
                </a:lnTo>
                <a:moveTo>
                  <a:pt x="747559" y="17799"/>
                </a:moveTo>
                <a:cubicBezTo>
                  <a:pt x="747559" y="21848"/>
                  <a:pt x="746791" y="24605"/>
                  <a:pt x="745255" y="26071"/>
                </a:cubicBezTo>
                <a:cubicBezTo>
                  <a:pt x="743719" y="27537"/>
                  <a:pt x="740893" y="28270"/>
                  <a:pt x="736774" y="28270"/>
                </a:cubicBezTo>
                <a:cubicBezTo>
                  <a:pt x="732726" y="28270"/>
                  <a:pt x="729951" y="27554"/>
                  <a:pt x="728450" y="26123"/>
                </a:cubicBezTo>
                <a:cubicBezTo>
                  <a:pt x="726950" y="24692"/>
                  <a:pt x="726199" y="21987"/>
                  <a:pt x="726199" y="18009"/>
                </a:cubicBezTo>
                <a:cubicBezTo>
                  <a:pt x="726199" y="13960"/>
                  <a:pt x="726967" y="11203"/>
                  <a:pt x="728503" y="9737"/>
                </a:cubicBezTo>
                <a:cubicBezTo>
                  <a:pt x="730038" y="8271"/>
                  <a:pt x="732865" y="7539"/>
                  <a:pt x="736984" y="7539"/>
                </a:cubicBezTo>
                <a:cubicBezTo>
                  <a:pt x="741032" y="7539"/>
                  <a:pt x="743807" y="8254"/>
                  <a:pt x="745307" y="9685"/>
                </a:cubicBezTo>
                <a:cubicBezTo>
                  <a:pt x="746808" y="11116"/>
                  <a:pt x="747559" y="13821"/>
                  <a:pt x="747559" y="17799"/>
                </a:cubicBezTo>
                <a:close/>
                <a:moveTo>
                  <a:pt x="858276" y="143965"/>
                </a:moveTo>
                <a:cubicBezTo>
                  <a:pt x="858276" y="144524"/>
                  <a:pt x="858137" y="144995"/>
                  <a:pt x="857858" y="145379"/>
                </a:cubicBezTo>
                <a:cubicBezTo>
                  <a:pt x="857578" y="145763"/>
                  <a:pt x="857125" y="146094"/>
                  <a:pt x="856496" y="146373"/>
                </a:cubicBezTo>
                <a:cubicBezTo>
                  <a:pt x="855868" y="146653"/>
                  <a:pt x="854996" y="146862"/>
                  <a:pt x="853879" y="147002"/>
                </a:cubicBezTo>
                <a:cubicBezTo>
                  <a:pt x="852762" y="147141"/>
                  <a:pt x="851366" y="147211"/>
                  <a:pt x="849691" y="147211"/>
                </a:cubicBezTo>
                <a:cubicBezTo>
                  <a:pt x="847946" y="147211"/>
                  <a:pt x="846515" y="147141"/>
                  <a:pt x="845398" y="147002"/>
                </a:cubicBezTo>
                <a:cubicBezTo>
                  <a:pt x="844281" y="146862"/>
                  <a:pt x="843409" y="146653"/>
                  <a:pt x="842781" y="146373"/>
                </a:cubicBezTo>
                <a:cubicBezTo>
                  <a:pt x="842152" y="146094"/>
                  <a:pt x="841699" y="145764"/>
                  <a:pt x="841419" y="145382"/>
                </a:cubicBezTo>
                <a:cubicBezTo>
                  <a:pt x="841140" y="144998"/>
                  <a:pt x="841001" y="144527"/>
                  <a:pt x="841001" y="143969"/>
                </a:cubicBezTo>
                <a:lnTo>
                  <a:pt x="841001" y="88856"/>
                </a:lnTo>
                <a:cubicBezTo>
                  <a:pt x="841001" y="83488"/>
                  <a:pt x="840582" y="79166"/>
                  <a:pt x="839744" y="75889"/>
                </a:cubicBezTo>
                <a:cubicBezTo>
                  <a:pt x="838907" y="72613"/>
                  <a:pt x="837685" y="69790"/>
                  <a:pt x="836080" y="67422"/>
                </a:cubicBezTo>
                <a:cubicBezTo>
                  <a:pt x="834474" y="65051"/>
                  <a:pt x="832398" y="63238"/>
                  <a:pt x="829850" y="61984"/>
                </a:cubicBezTo>
                <a:cubicBezTo>
                  <a:pt x="827302" y="60727"/>
                  <a:pt x="824353" y="60099"/>
                  <a:pt x="821002" y="60099"/>
                </a:cubicBezTo>
                <a:cubicBezTo>
                  <a:pt x="816675" y="60099"/>
                  <a:pt x="812347" y="61634"/>
                  <a:pt x="808019" y="64703"/>
                </a:cubicBezTo>
                <a:cubicBezTo>
                  <a:pt x="803692" y="67770"/>
                  <a:pt x="799155" y="72265"/>
                  <a:pt x="794408" y="78190"/>
                </a:cubicBezTo>
                <a:lnTo>
                  <a:pt x="794408" y="143969"/>
                </a:lnTo>
                <a:cubicBezTo>
                  <a:pt x="794408" y="144527"/>
                  <a:pt x="794269" y="144998"/>
                  <a:pt x="793989" y="145382"/>
                </a:cubicBezTo>
                <a:cubicBezTo>
                  <a:pt x="793710" y="145764"/>
                  <a:pt x="793256" y="146094"/>
                  <a:pt x="792628" y="146373"/>
                </a:cubicBezTo>
                <a:cubicBezTo>
                  <a:pt x="792000" y="146653"/>
                  <a:pt x="791127" y="146862"/>
                  <a:pt x="790011" y="147002"/>
                </a:cubicBezTo>
                <a:cubicBezTo>
                  <a:pt x="788894" y="147141"/>
                  <a:pt x="787463" y="147211"/>
                  <a:pt x="785718" y="147211"/>
                </a:cubicBezTo>
                <a:cubicBezTo>
                  <a:pt x="784043" y="147211"/>
                  <a:pt x="782647" y="147141"/>
                  <a:pt x="781530" y="147002"/>
                </a:cubicBezTo>
                <a:cubicBezTo>
                  <a:pt x="780413" y="146862"/>
                  <a:pt x="779523" y="146653"/>
                  <a:pt x="778860" y="146373"/>
                </a:cubicBezTo>
                <a:cubicBezTo>
                  <a:pt x="778197" y="146094"/>
                  <a:pt x="777743" y="145763"/>
                  <a:pt x="777499" y="145379"/>
                </a:cubicBezTo>
                <a:cubicBezTo>
                  <a:pt x="777254" y="144995"/>
                  <a:pt x="777132" y="144524"/>
                  <a:pt x="777132" y="143965"/>
                </a:cubicBezTo>
                <a:lnTo>
                  <a:pt x="777132" y="49733"/>
                </a:lnTo>
                <a:cubicBezTo>
                  <a:pt x="777132" y="49175"/>
                  <a:pt x="777237" y="48704"/>
                  <a:pt x="777446" y="48320"/>
                </a:cubicBezTo>
                <a:cubicBezTo>
                  <a:pt x="777656" y="47936"/>
                  <a:pt x="778075" y="47587"/>
                  <a:pt x="778703" y="47273"/>
                </a:cubicBezTo>
                <a:cubicBezTo>
                  <a:pt x="779331" y="46959"/>
                  <a:pt x="780134" y="46749"/>
                  <a:pt x="781111" y="46645"/>
                </a:cubicBezTo>
                <a:cubicBezTo>
                  <a:pt x="782088" y="46540"/>
                  <a:pt x="783380" y="46488"/>
                  <a:pt x="784985" y="46488"/>
                </a:cubicBezTo>
                <a:cubicBezTo>
                  <a:pt x="786521" y="46488"/>
                  <a:pt x="787794" y="46540"/>
                  <a:pt x="788807" y="46645"/>
                </a:cubicBezTo>
                <a:cubicBezTo>
                  <a:pt x="789819" y="46749"/>
                  <a:pt x="790604" y="46959"/>
                  <a:pt x="791162" y="47273"/>
                </a:cubicBezTo>
                <a:cubicBezTo>
                  <a:pt x="791721" y="47587"/>
                  <a:pt x="792122" y="47936"/>
                  <a:pt x="792366" y="48320"/>
                </a:cubicBezTo>
                <a:cubicBezTo>
                  <a:pt x="792611" y="48704"/>
                  <a:pt x="792733" y="49175"/>
                  <a:pt x="792733" y="49733"/>
                </a:cubicBezTo>
                <a:lnTo>
                  <a:pt x="792733" y="62193"/>
                </a:lnTo>
                <a:cubicBezTo>
                  <a:pt x="798038" y="56260"/>
                  <a:pt x="803325" y="51915"/>
                  <a:pt x="808595" y="49158"/>
                </a:cubicBezTo>
                <a:cubicBezTo>
                  <a:pt x="813865" y="46400"/>
                  <a:pt x="819188" y="45022"/>
                  <a:pt x="824562" y="45022"/>
                </a:cubicBezTo>
                <a:cubicBezTo>
                  <a:pt x="830844" y="45022"/>
                  <a:pt x="836132" y="46086"/>
                  <a:pt x="840425" y="48215"/>
                </a:cubicBezTo>
                <a:cubicBezTo>
                  <a:pt x="844718" y="50344"/>
                  <a:pt x="848190" y="53189"/>
                  <a:pt x="850843" y="56749"/>
                </a:cubicBezTo>
                <a:cubicBezTo>
                  <a:pt x="853495" y="60308"/>
                  <a:pt x="855397" y="64479"/>
                  <a:pt x="856549" y="69260"/>
                </a:cubicBezTo>
                <a:cubicBezTo>
                  <a:pt x="857701" y="74042"/>
                  <a:pt x="858276" y="79783"/>
                  <a:pt x="858276" y="86484"/>
                </a:cubicBezTo>
                <a:lnTo>
                  <a:pt x="858276" y="143965"/>
                </a:lnTo>
                <a:close/>
                <a:moveTo>
                  <a:pt x="968042" y="53974"/>
                </a:moveTo>
                <a:cubicBezTo>
                  <a:pt x="968042" y="56437"/>
                  <a:pt x="967710" y="58213"/>
                  <a:pt x="967047" y="59304"/>
                </a:cubicBezTo>
                <a:cubicBezTo>
                  <a:pt x="966384" y="60392"/>
                  <a:pt x="965529" y="60937"/>
                  <a:pt x="964482" y="60937"/>
                </a:cubicBezTo>
                <a:lnTo>
                  <a:pt x="950976" y="60937"/>
                </a:lnTo>
                <a:cubicBezTo>
                  <a:pt x="953419" y="63443"/>
                  <a:pt x="955129" y="66210"/>
                  <a:pt x="956106" y="69238"/>
                </a:cubicBezTo>
                <a:cubicBezTo>
                  <a:pt x="957083" y="72263"/>
                  <a:pt x="957572" y="75412"/>
                  <a:pt x="957572" y="78684"/>
                </a:cubicBezTo>
                <a:cubicBezTo>
                  <a:pt x="957572" y="84119"/>
                  <a:pt x="956699" y="88928"/>
                  <a:pt x="954954" y="93110"/>
                </a:cubicBezTo>
                <a:cubicBezTo>
                  <a:pt x="953209" y="97291"/>
                  <a:pt x="950714" y="100828"/>
                  <a:pt x="947468" y="103720"/>
                </a:cubicBezTo>
                <a:cubicBezTo>
                  <a:pt x="944222" y="106613"/>
                  <a:pt x="940366" y="108826"/>
                  <a:pt x="935898" y="110359"/>
                </a:cubicBezTo>
                <a:cubicBezTo>
                  <a:pt x="931431" y="111893"/>
                  <a:pt x="926475" y="112659"/>
                  <a:pt x="921031" y="112659"/>
                </a:cubicBezTo>
                <a:cubicBezTo>
                  <a:pt x="917192" y="112659"/>
                  <a:pt x="913545" y="112154"/>
                  <a:pt x="910089" y="111145"/>
                </a:cubicBezTo>
                <a:cubicBezTo>
                  <a:pt x="906634" y="110135"/>
                  <a:pt x="903964" y="108863"/>
                  <a:pt x="902080" y="107329"/>
                </a:cubicBezTo>
                <a:cubicBezTo>
                  <a:pt x="900823" y="108586"/>
                  <a:pt x="899794" y="110017"/>
                  <a:pt x="898991" y="111622"/>
                </a:cubicBezTo>
                <a:cubicBezTo>
                  <a:pt x="898188" y="113225"/>
                  <a:pt x="897787" y="115073"/>
                  <a:pt x="897787" y="117165"/>
                </a:cubicBezTo>
                <a:cubicBezTo>
                  <a:pt x="897787" y="119608"/>
                  <a:pt x="898921" y="121632"/>
                  <a:pt x="901190" y="123238"/>
                </a:cubicBezTo>
                <a:cubicBezTo>
                  <a:pt x="903458" y="124841"/>
                  <a:pt x="906477" y="125712"/>
                  <a:pt x="910246" y="125852"/>
                </a:cubicBezTo>
                <a:lnTo>
                  <a:pt x="934851" y="126902"/>
                </a:lnTo>
                <a:cubicBezTo>
                  <a:pt x="939528" y="127042"/>
                  <a:pt x="943821" y="127690"/>
                  <a:pt x="947730" y="128846"/>
                </a:cubicBezTo>
                <a:cubicBezTo>
                  <a:pt x="951639" y="130002"/>
                  <a:pt x="955024" y="131649"/>
                  <a:pt x="957886" y="133786"/>
                </a:cubicBezTo>
                <a:cubicBezTo>
                  <a:pt x="960748" y="135922"/>
                  <a:pt x="962981" y="138548"/>
                  <a:pt x="964587" y="141665"/>
                </a:cubicBezTo>
                <a:cubicBezTo>
                  <a:pt x="966192" y="144782"/>
                  <a:pt x="966995" y="148408"/>
                  <a:pt x="966995" y="152541"/>
                </a:cubicBezTo>
                <a:cubicBezTo>
                  <a:pt x="966995" y="156884"/>
                  <a:pt x="966088" y="161016"/>
                  <a:pt x="964273" y="164938"/>
                </a:cubicBezTo>
                <a:cubicBezTo>
                  <a:pt x="962458" y="168863"/>
                  <a:pt x="959683" y="172312"/>
                  <a:pt x="955949" y="175288"/>
                </a:cubicBezTo>
                <a:cubicBezTo>
                  <a:pt x="952215" y="178265"/>
                  <a:pt x="947451" y="180612"/>
                  <a:pt x="941657" y="182329"/>
                </a:cubicBezTo>
                <a:cubicBezTo>
                  <a:pt x="935864" y="184045"/>
                  <a:pt x="929023" y="184904"/>
                  <a:pt x="921135" y="184904"/>
                </a:cubicBezTo>
                <a:cubicBezTo>
                  <a:pt x="913527" y="184904"/>
                  <a:pt x="907053" y="184257"/>
                  <a:pt x="901713" y="182964"/>
                </a:cubicBezTo>
                <a:cubicBezTo>
                  <a:pt x="896373" y="181672"/>
                  <a:pt x="891993" y="179909"/>
                  <a:pt x="888573" y="177673"/>
                </a:cubicBezTo>
                <a:cubicBezTo>
                  <a:pt x="885153" y="175439"/>
                  <a:pt x="882675" y="172768"/>
                  <a:pt x="881139" y="169660"/>
                </a:cubicBezTo>
                <a:cubicBezTo>
                  <a:pt x="879604" y="166552"/>
                  <a:pt x="878836" y="163180"/>
                  <a:pt x="878836" y="159546"/>
                </a:cubicBezTo>
                <a:cubicBezTo>
                  <a:pt x="878836" y="157243"/>
                  <a:pt x="879115" y="155008"/>
                  <a:pt x="879673" y="152842"/>
                </a:cubicBezTo>
                <a:cubicBezTo>
                  <a:pt x="880232" y="150676"/>
                  <a:pt x="881087" y="148615"/>
                  <a:pt x="882239" y="146658"/>
                </a:cubicBezTo>
                <a:cubicBezTo>
                  <a:pt x="883390" y="144704"/>
                  <a:pt x="884821" y="142837"/>
                  <a:pt x="886531" y="141057"/>
                </a:cubicBezTo>
                <a:cubicBezTo>
                  <a:pt x="888242" y="139274"/>
                  <a:pt x="890213" y="137510"/>
                  <a:pt x="892447" y="135763"/>
                </a:cubicBezTo>
                <a:cubicBezTo>
                  <a:pt x="889027" y="134011"/>
                  <a:pt x="886497" y="131804"/>
                  <a:pt x="884856" y="129140"/>
                </a:cubicBezTo>
                <a:cubicBezTo>
                  <a:pt x="883216" y="126475"/>
                  <a:pt x="882396" y="123600"/>
                  <a:pt x="882396" y="120515"/>
                </a:cubicBezTo>
                <a:cubicBezTo>
                  <a:pt x="882396" y="116240"/>
                  <a:pt x="883268" y="112419"/>
                  <a:pt x="885013" y="109054"/>
                </a:cubicBezTo>
                <a:cubicBezTo>
                  <a:pt x="886758" y="105688"/>
                  <a:pt x="888922" y="102673"/>
                  <a:pt x="891505" y="100010"/>
                </a:cubicBezTo>
                <a:cubicBezTo>
                  <a:pt x="889341" y="97432"/>
                  <a:pt x="887631" y="94522"/>
                  <a:pt x="886374" y="91281"/>
                </a:cubicBezTo>
                <a:cubicBezTo>
                  <a:pt x="885118" y="88039"/>
                  <a:pt x="884490" y="84119"/>
                  <a:pt x="884490" y="79521"/>
                </a:cubicBezTo>
                <a:cubicBezTo>
                  <a:pt x="884490" y="74155"/>
                  <a:pt x="885397" y="69347"/>
                  <a:pt x="887212" y="65095"/>
                </a:cubicBezTo>
                <a:cubicBezTo>
                  <a:pt x="889027" y="60844"/>
                  <a:pt x="891540" y="57255"/>
                  <a:pt x="894751" y="54327"/>
                </a:cubicBezTo>
                <a:cubicBezTo>
                  <a:pt x="897961" y="51400"/>
                  <a:pt x="901818" y="49152"/>
                  <a:pt x="906320" y="47584"/>
                </a:cubicBezTo>
                <a:cubicBezTo>
                  <a:pt x="910822" y="46015"/>
                  <a:pt x="915726" y="45231"/>
                  <a:pt x="921031" y="45231"/>
                </a:cubicBezTo>
                <a:cubicBezTo>
                  <a:pt x="923893" y="45231"/>
                  <a:pt x="926563" y="45380"/>
                  <a:pt x="929040" y="45676"/>
                </a:cubicBezTo>
                <a:cubicBezTo>
                  <a:pt x="931518" y="45971"/>
                  <a:pt x="933839" y="46381"/>
                  <a:pt x="936003" y="46907"/>
                </a:cubicBezTo>
                <a:lnTo>
                  <a:pt x="964482" y="46907"/>
                </a:lnTo>
                <a:cubicBezTo>
                  <a:pt x="965669" y="46907"/>
                  <a:pt x="966559" y="47487"/>
                  <a:pt x="967152" y="48647"/>
                </a:cubicBezTo>
                <a:cubicBezTo>
                  <a:pt x="967745" y="49808"/>
                  <a:pt x="968042" y="51583"/>
                  <a:pt x="968042" y="53974"/>
                </a:cubicBezTo>
                <a:moveTo>
                  <a:pt x="941029" y="78736"/>
                </a:moveTo>
                <a:cubicBezTo>
                  <a:pt x="941029" y="72347"/>
                  <a:pt x="939266" y="67365"/>
                  <a:pt x="935741" y="63790"/>
                </a:cubicBezTo>
                <a:cubicBezTo>
                  <a:pt x="932216" y="60212"/>
                  <a:pt x="927208" y="58424"/>
                  <a:pt x="920717" y="58424"/>
                </a:cubicBezTo>
                <a:cubicBezTo>
                  <a:pt x="917366" y="58424"/>
                  <a:pt x="914452" y="58980"/>
                  <a:pt x="911974" y="60092"/>
                </a:cubicBezTo>
                <a:cubicBezTo>
                  <a:pt x="909496" y="61203"/>
                  <a:pt x="907437" y="62731"/>
                  <a:pt x="905797" y="64676"/>
                </a:cubicBezTo>
                <a:cubicBezTo>
                  <a:pt x="904156" y="66620"/>
                  <a:pt x="902935" y="68859"/>
                  <a:pt x="902132" y="71394"/>
                </a:cubicBezTo>
                <a:cubicBezTo>
                  <a:pt x="901329" y="73928"/>
                  <a:pt x="900928" y="76584"/>
                  <a:pt x="900928" y="79361"/>
                </a:cubicBezTo>
                <a:cubicBezTo>
                  <a:pt x="900928" y="85543"/>
                  <a:pt x="902690" y="90405"/>
                  <a:pt x="906215" y="93947"/>
                </a:cubicBezTo>
                <a:cubicBezTo>
                  <a:pt x="909740" y="97487"/>
                  <a:pt x="914679" y="99258"/>
                  <a:pt x="921031" y="99258"/>
                </a:cubicBezTo>
                <a:cubicBezTo>
                  <a:pt x="924451" y="99258"/>
                  <a:pt x="927418" y="98720"/>
                  <a:pt x="929930" y="97644"/>
                </a:cubicBezTo>
                <a:cubicBezTo>
                  <a:pt x="932443" y="96567"/>
                  <a:pt x="934520" y="95074"/>
                  <a:pt x="936160" y="93165"/>
                </a:cubicBezTo>
                <a:cubicBezTo>
                  <a:pt x="937801" y="91254"/>
                  <a:pt x="939022" y="89049"/>
                  <a:pt x="939825" y="86549"/>
                </a:cubicBezTo>
                <a:cubicBezTo>
                  <a:pt x="940628" y="84050"/>
                  <a:pt x="941029" y="81445"/>
                  <a:pt x="941029" y="78736"/>
                </a:cubicBezTo>
                <a:moveTo>
                  <a:pt x="949719" y="153480"/>
                </a:moveTo>
                <a:cubicBezTo>
                  <a:pt x="949719" y="149403"/>
                  <a:pt x="948061" y="146259"/>
                  <a:pt x="944746" y="144047"/>
                </a:cubicBezTo>
                <a:cubicBezTo>
                  <a:pt x="941430" y="141833"/>
                  <a:pt x="936945" y="140656"/>
                  <a:pt x="931292" y="140517"/>
                </a:cubicBezTo>
                <a:lnTo>
                  <a:pt x="906896" y="139673"/>
                </a:lnTo>
                <a:cubicBezTo>
                  <a:pt x="904662" y="141428"/>
                  <a:pt x="902830" y="143097"/>
                  <a:pt x="901399" y="144679"/>
                </a:cubicBezTo>
                <a:cubicBezTo>
                  <a:pt x="899968" y="146260"/>
                  <a:pt x="898834" y="147771"/>
                  <a:pt x="897996" y="149210"/>
                </a:cubicBezTo>
                <a:cubicBezTo>
                  <a:pt x="897159" y="150650"/>
                  <a:pt x="896583" y="152072"/>
                  <a:pt x="896269" y="153477"/>
                </a:cubicBezTo>
                <a:cubicBezTo>
                  <a:pt x="895955" y="154884"/>
                  <a:pt x="895798" y="156325"/>
                  <a:pt x="895798" y="157799"/>
                </a:cubicBezTo>
                <a:cubicBezTo>
                  <a:pt x="895798" y="162367"/>
                  <a:pt x="898101" y="165827"/>
                  <a:pt x="902708" y="168181"/>
                </a:cubicBezTo>
                <a:cubicBezTo>
                  <a:pt x="907315" y="170535"/>
                  <a:pt x="913737" y="171711"/>
                  <a:pt x="921973" y="171711"/>
                </a:cubicBezTo>
                <a:cubicBezTo>
                  <a:pt x="927208" y="171711"/>
                  <a:pt x="931588" y="171202"/>
                  <a:pt x="935113" y="170183"/>
                </a:cubicBezTo>
                <a:cubicBezTo>
                  <a:pt x="938638" y="169165"/>
                  <a:pt x="941483" y="167812"/>
                  <a:pt x="943646" y="166126"/>
                </a:cubicBezTo>
                <a:cubicBezTo>
                  <a:pt x="945810" y="164440"/>
                  <a:pt x="947363" y="162507"/>
                  <a:pt x="948306" y="160328"/>
                </a:cubicBezTo>
                <a:cubicBezTo>
                  <a:pt x="949248" y="158151"/>
                  <a:pt x="949719" y="155869"/>
                  <a:pt x="949719" y="153480"/>
                </a:cubicBezTo>
                <a:close/>
                <a:moveTo>
                  <a:pt x="1115485" y="139097"/>
                </a:moveTo>
                <a:cubicBezTo>
                  <a:pt x="1115485" y="140362"/>
                  <a:pt x="1115415" y="141469"/>
                  <a:pt x="1115275" y="142418"/>
                </a:cubicBezTo>
                <a:cubicBezTo>
                  <a:pt x="1115136" y="143367"/>
                  <a:pt x="1114892" y="144157"/>
                  <a:pt x="1114543" y="144790"/>
                </a:cubicBezTo>
                <a:cubicBezTo>
                  <a:pt x="1114194" y="145422"/>
                  <a:pt x="1113792" y="145879"/>
                  <a:pt x="1113339" y="146161"/>
                </a:cubicBezTo>
                <a:cubicBezTo>
                  <a:pt x="1112885" y="146442"/>
                  <a:pt x="1112379" y="146583"/>
                  <a:pt x="1111820" y="146583"/>
                </a:cubicBezTo>
                <a:lnTo>
                  <a:pt x="1046800" y="146583"/>
                </a:lnTo>
                <a:cubicBezTo>
                  <a:pt x="1045195" y="146583"/>
                  <a:pt x="1043677" y="146042"/>
                  <a:pt x="1042246" y="144960"/>
                </a:cubicBezTo>
                <a:cubicBezTo>
                  <a:pt x="1040815" y="143878"/>
                  <a:pt x="1040099" y="141976"/>
                  <a:pt x="1040099" y="139254"/>
                </a:cubicBezTo>
                <a:lnTo>
                  <a:pt x="1040099" y="18428"/>
                </a:lnTo>
                <a:cubicBezTo>
                  <a:pt x="1040099" y="15705"/>
                  <a:pt x="1040815" y="13803"/>
                  <a:pt x="1042246" y="12721"/>
                </a:cubicBezTo>
                <a:cubicBezTo>
                  <a:pt x="1043677" y="11639"/>
                  <a:pt x="1045195" y="11098"/>
                  <a:pt x="1046800" y="11098"/>
                </a:cubicBezTo>
                <a:lnTo>
                  <a:pt x="1111087" y="11098"/>
                </a:lnTo>
                <a:cubicBezTo>
                  <a:pt x="1111646" y="11098"/>
                  <a:pt x="1112152" y="11239"/>
                  <a:pt x="1112606" y="11520"/>
                </a:cubicBezTo>
                <a:cubicBezTo>
                  <a:pt x="1113059" y="11802"/>
                  <a:pt x="1113426" y="12259"/>
                  <a:pt x="1113705" y="12891"/>
                </a:cubicBezTo>
                <a:cubicBezTo>
                  <a:pt x="1113984" y="13524"/>
                  <a:pt x="1114211" y="14315"/>
                  <a:pt x="1114386" y="15264"/>
                </a:cubicBezTo>
                <a:cubicBezTo>
                  <a:pt x="1114560" y="16212"/>
                  <a:pt x="1114647" y="17389"/>
                  <a:pt x="1114647" y="18794"/>
                </a:cubicBezTo>
                <a:cubicBezTo>
                  <a:pt x="1114647" y="20059"/>
                  <a:pt x="1114560" y="21166"/>
                  <a:pt x="1114386" y="22115"/>
                </a:cubicBezTo>
                <a:cubicBezTo>
                  <a:pt x="1114211" y="23064"/>
                  <a:pt x="1113984" y="23837"/>
                  <a:pt x="1113705" y="24435"/>
                </a:cubicBezTo>
                <a:cubicBezTo>
                  <a:pt x="1113426" y="25033"/>
                  <a:pt x="1113059" y="25472"/>
                  <a:pt x="1112606" y="25753"/>
                </a:cubicBezTo>
                <a:cubicBezTo>
                  <a:pt x="1112152" y="26035"/>
                  <a:pt x="1111646" y="26176"/>
                  <a:pt x="1111087" y="26176"/>
                </a:cubicBezTo>
                <a:lnTo>
                  <a:pt x="1058108" y="26176"/>
                </a:lnTo>
                <a:lnTo>
                  <a:pt x="1058108" y="68475"/>
                </a:lnTo>
                <a:lnTo>
                  <a:pt x="1103549" y="68475"/>
                </a:lnTo>
                <a:cubicBezTo>
                  <a:pt x="1104107" y="68475"/>
                  <a:pt x="1104613" y="68633"/>
                  <a:pt x="1105067" y="68950"/>
                </a:cubicBezTo>
                <a:cubicBezTo>
                  <a:pt x="1105521" y="69266"/>
                  <a:pt x="1105905" y="69705"/>
                  <a:pt x="1106219" y="70268"/>
                </a:cubicBezTo>
                <a:cubicBezTo>
                  <a:pt x="1106533" y="70831"/>
                  <a:pt x="1106760" y="71604"/>
                  <a:pt x="1106899" y="72588"/>
                </a:cubicBezTo>
                <a:cubicBezTo>
                  <a:pt x="1107039" y="73572"/>
                  <a:pt x="1107109" y="74732"/>
                  <a:pt x="1107109" y="76069"/>
                </a:cubicBezTo>
                <a:cubicBezTo>
                  <a:pt x="1107109" y="77334"/>
                  <a:pt x="1107039" y="78424"/>
                  <a:pt x="1106899" y="79338"/>
                </a:cubicBezTo>
                <a:cubicBezTo>
                  <a:pt x="1106760" y="80252"/>
                  <a:pt x="1106533" y="80990"/>
                  <a:pt x="1106219" y="81553"/>
                </a:cubicBezTo>
                <a:cubicBezTo>
                  <a:pt x="1105905" y="82114"/>
                  <a:pt x="1105521" y="82517"/>
                  <a:pt x="1105067" y="82764"/>
                </a:cubicBezTo>
                <a:cubicBezTo>
                  <a:pt x="1104613" y="83010"/>
                  <a:pt x="1104107" y="83133"/>
                  <a:pt x="1103549" y="83133"/>
                </a:cubicBezTo>
                <a:lnTo>
                  <a:pt x="1058108" y="83133"/>
                </a:lnTo>
                <a:lnTo>
                  <a:pt x="1058108" y="131506"/>
                </a:lnTo>
                <a:lnTo>
                  <a:pt x="1111820" y="131506"/>
                </a:lnTo>
                <a:cubicBezTo>
                  <a:pt x="1112379" y="131506"/>
                  <a:pt x="1112885" y="131646"/>
                  <a:pt x="1113339" y="131928"/>
                </a:cubicBezTo>
                <a:cubicBezTo>
                  <a:pt x="1113792" y="132209"/>
                  <a:pt x="1114194" y="132649"/>
                  <a:pt x="1114543" y="133246"/>
                </a:cubicBezTo>
                <a:cubicBezTo>
                  <a:pt x="1114892" y="133844"/>
                  <a:pt x="1115136" y="134617"/>
                  <a:pt x="1115275" y="135566"/>
                </a:cubicBezTo>
                <a:cubicBezTo>
                  <a:pt x="1115415" y="136515"/>
                  <a:pt x="1115485" y="137692"/>
                  <a:pt x="1115485" y="139097"/>
                </a:cubicBezTo>
                <a:close/>
                <a:moveTo>
                  <a:pt x="1223798" y="143965"/>
                </a:moveTo>
                <a:cubicBezTo>
                  <a:pt x="1223798" y="144524"/>
                  <a:pt x="1223658" y="144995"/>
                  <a:pt x="1223379" y="145379"/>
                </a:cubicBezTo>
                <a:cubicBezTo>
                  <a:pt x="1223100" y="145763"/>
                  <a:pt x="1222646" y="146094"/>
                  <a:pt x="1222018" y="146373"/>
                </a:cubicBezTo>
                <a:cubicBezTo>
                  <a:pt x="1221390" y="146653"/>
                  <a:pt x="1220517" y="146862"/>
                  <a:pt x="1219400" y="147002"/>
                </a:cubicBezTo>
                <a:cubicBezTo>
                  <a:pt x="1218284" y="147141"/>
                  <a:pt x="1216887" y="147211"/>
                  <a:pt x="1215212" y="147211"/>
                </a:cubicBezTo>
                <a:cubicBezTo>
                  <a:pt x="1213467" y="147211"/>
                  <a:pt x="1212036" y="147141"/>
                  <a:pt x="1210919" y="147002"/>
                </a:cubicBezTo>
                <a:cubicBezTo>
                  <a:pt x="1209803" y="146862"/>
                  <a:pt x="1208930" y="146653"/>
                  <a:pt x="1208302" y="146373"/>
                </a:cubicBezTo>
                <a:cubicBezTo>
                  <a:pt x="1207674" y="146094"/>
                  <a:pt x="1207220" y="145764"/>
                  <a:pt x="1206941" y="145382"/>
                </a:cubicBezTo>
                <a:cubicBezTo>
                  <a:pt x="1206662" y="144998"/>
                  <a:pt x="1206522" y="144527"/>
                  <a:pt x="1206522" y="143969"/>
                </a:cubicBezTo>
                <a:lnTo>
                  <a:pt x="1206522" y="88856"/>
                </a:lnTo>
                <a:cubicBezTo>
                  <a:pt x="1206522" y="83488"/>
                  <a:pt x="1206103" y="79166"/>
                  <a:pt x="1205266" y="75889"/>
                </a:cubicBezTo>
                <a:cubicBezTo>
                  <a:pt x="1204428" y="72613"/>
                  <a:pt x="1203206" y="69790"/>
                  <a:pt x="1201601" y="67422"/>
                </a:cubicBezTo>
                <a:cubicBezTo>
                  <a:pt x="1199996" y="65051"/>
                  <a:pt x="1197919" y="63238"/>
                  <a:pt x="1195371" y="61984"/>
                </a:cubicBezTo>
                <a:cubicBezTo>
                  <a:pt x="1192823" y="60727"/>
                  <a:pt x="1189874" y="60099"/>
                  <a:pt x="1186524" y="60099"/>
                </a:cubicBezTo>
                <a:cubicBezTo>
                  <a:pt x="1182196" y="60099"/>
                  <a:pt x="1177869" y="61634"/>
                  <a:pt x="1173541" y="64703"/>
                </a:cubicBezTo>
                <a:cubicBezTo>
                  <a:pt x="1169213" y="67770"/>
                  <a:pt x="1164676" y="72265"/>
                  <a:pt x="1159930" y="78190"/>
                </a:cubicBezTo>
                <a:lnTo>
                  <a:pt x="1159930" y="143969"/>
                </a:lnTo>
                <a:cubicBezTo>
                  <a:pt x="1159930" y="144527"/>
                  <a:pt x="1159790" y="144998"/>
                  <a:pt x="1159511" y="145382"/>
                </a:cubicBezTo>
                <a:cubicBezTo>
                  <a:pt x="1159232" y="145764"/>
                  <a:pt x="1158778" y="146094"/>
                  <a:pt x="1158150" y="146373"/>
                </a:cubicBezTo>
                <a:cubicBezTo>
                  <a:pt x="1157521" y="146653"/>
                  <a:pt x="1156649" y="146862"/>
                  <a:pt x="1155532" y="147002"/>
                </a:cubicBezTo>
                <a:cubicBezTo>
                  <a:pt x="1154415" y="147141"/>
                  <a:pt x="1152984" y="147211"/>
                  <a:pt x="1151239" y="147211"/>
                </a:cubicBezTo>
                <a:cubicBezTo>
                  <a:pt x="1149564" y="147211"/>
                  <a:pt x="1148168" y="147141"/>
                  <a:pt x="1147051" y="147002"/>
                </a:cubicBezTo>
                <a:cubicBezTo>
                  <a:pt x="1145934" y="146862"/>
                  <a:pt x="1145044" y="146653"/>
                  <a:pt x="1144381" y="146373"/>
                </a:cubicBezTo>
                <a:cubicBezTo>
                  <a:pt x="1143718" y="146094"/>
                  <a:pt x="1143264" y="145763"/>
                  <a:pt x="1143020" y="145379"/>
                </a:cubicBezTo>
                <a:cubicBezTo>
                  <a:pt x="1142776" y="144995"/>
                  <a:pt x="1142654" y="144524"/>
                  <a:pt x="1142654" y="143965"/>
                </a:cubicBezTo>
                <a:lnTo>
                  <a:pt x="1142654" y="49733"/>
                </a:lnTo>
                <a:cubicBezTo>
                  <a:pt x="1142654" y="49175"/>
                  <a:pt x="1142758" y="48704"/>
                  <a:pt x="1142968" y="48320"/>
                </a:cubicBezTo>
                <a:cubicBezTo>
                  <a:pt x="1143177" y="47936"/>
                  <a:pt x="1143596" y="47587"/>
                  <a:pt x="1144224" y="47273"/>
                </a:cubicBezTo>
                <a:cubicBezTo>
                  <a:pt x="1144852" y="46959"/>
                  <a:pt x="1145655" y="46749"/>
                  <a:pt x="1146632" y="46645"/>
                </a:cubicBezTo>
                <a:cubicBezTo>
                  <a:pt x="1147610" y="46540"/>
                  <a:pt x="1148901" y="46488"/>
                  <a:pt x="1150506" y="46488"/>
                </a:cubicBezTo>
                <a:cubicBezTo>
                  <a:pt x="1152042" y="46488"/>
                  <a:pt x="1153316" y="46540"/>
                  <a:pt x="1154328" y="46645"/>
                </a:cubicBezTo>
                <a:cubicBezTo>
                  <a:pt x="1155340" y="46749"/>
                  <a:pt x="1156125" y="46959"/>
                  <a:pt x="1156684" y="47273"/>
                </a:cubicBezTo>
                <a:cubicBezTo>
                  <a:pt x="1157242" y="47587"/>
                  <a:pt x="1157644" y="47936"/>
                  <a:pt x="1157888" y="48320"/>
                </a:cubicBezTo>
                <a:cubicBezTo>
                  <a:pt x="1158132" y="48704"/>
                  <a:pt x="1158254" y="49175"/>
                  <a:pt x="1158254" y="49733"/>
                </a:cubicBezTo>
                <a:lnTo>
                  <a:pt x="1158254" y="62193"/>
                </a:lnTo>
                <a:cubicBezTo>
                  <a:pt x="1163559" y="56260"/>
                  <a:pt x="1168847" y="51915"/>
                  <a:pt x="1174117" y="49158"/>
                </a:cubicBezTo>
                <a:cubicBezTo>
                  <a:pt x="1179387" y="46400"/>
                  <a:pt x="1184709" y="45022"/>
                  <a:pt x="1190084" y="45022"/>
                </a:cubicBezTo>
                <a:cubicBezTo>
                  <a:pt x="1196366" y="45022"/>
                  <a:pt x="1201653" y="46086"/>
                  <a:pt x="1205946" y="48215"/>
                </a:cubicBezTo>
                <a:cubicBezTo>
                  <a:pt x="1210239" y="50344"/>
                  <a:pt x="1213712" y="53189"/>
                  <a:pt x="1216364" y="56749"/>
                </a:cubicBezTo>
                <a:cubicBezTo>
                  <a:pt x="1219016" y="60308"/>
                  <a:pt x="1220919" y="64479"/>
                  <a:pt x="1222070" y="69260"/>
                </a:cubicBezTo>
                <a:cubicBezTo>
                  <a:pt x="1223222" y="74042"/>
                  <a:pt x="1223798" y="79783"/>
                  <a:pt x="1223798" y="86484"/>
                </a:cubicBezTo>
                <a:lnTo>
                  <a:pt x="1223798" y="143965"/>
                </a:lnTo>
                <a:close/>
                <a:moveTo>
                  <a:pt x="1303829" y="137078"/>
                </a:moveTo>
                <a:cubicBezTo>
                  <a:pt x="1303829" y="139117"/>
                  <a:pt x="1303690" y="140735"/>
                  <a:pt x="1303410" y="141930"/>
                </a:cubicBezTo>
                <a:cubicBezTo>
                  <a:pt x="1303131" y="143126"/>
                  <a:pt x="1302712" y="144005"/>
                  <a:pt x="1302154" y="144567"/>
                </a:cubicBezTo>
                <a:cubicBezTo>
                  <a:pt x="1301596" y="145128"/>
                  <a:pt x="1300758" y="145655"/>
                  <a:pt x="1299641" y="146148"/>
                </a:cubicBezTo>
                <a:cubicBezTo>
                  <a:pt x="1298524" y="146641"/>
                  <a:pt x="1297250" y="147045"/>
                  <a:pt x="1295819" y="147362"/>
                </a:cubicBezTo>
                <a:cubicBezTo>
                  <a:pt x="1294389" y="147678"/>
                  <a:pt x="1292870" y="147941"/>
                  <a:pt x="1291265" y="148150"/>
                </a:cubicBezTo>
                <a:cubicBezTo>
                  <a:pt x="1289659" y="148362"/>
                  <a:pt x="1288054" y="148468"/>
                  <a:pt x="1286449" y="148468"/>
                </a:cubicBezTo>
                <a:cubicBezTo>
                  <a:pt x="1281563" y="148468"/>
                  <a:pt x="1277374" y="147822"/>
                  <a:pt x="1273884" y="146531"/>
                </a:cubicBezTo>
                <a:cubicBezTo>
                  <a:pt x="1270394" y="145237"/>
                  <a:pt x="1267532" y="143280"/>
                  <a:pt x="1265299" y="140661"/>
                </a:cubicBezTo>
                <a:cubicBezTo>
                  <a:pt x="1263065" y="138039"/>
                  <a:pt x="1261442" y="134719"/>
                  <a:pt x="1260430" y="130701"/>
                </a:cubicBezTo>
                <a:cubicBezTo>
                  <a:pt x="1259418" y="126681"/>
                  <a:pt x="1258912" y="121945"/>
                  <a:pt x="1258912" y="116494"/>
                </a:cubicBezTo>
                <a:lnTo>
                  <a:pt x="1258912" y="61355"/>
                </a:lnTo>
                <a:lnTo>
                  <a:pt x="1245720" y="61355"/>
                </a:lnTo>
                <a:cubicBezTo>
                  <a:pt x="1244673" y="61355"/>
                  <a:pt x="1243835" y="60794"/>
                  <a:pt x="1243207" y="59670"/>
                </a:cubicBezTo>
                <a:cubicBezTo>
                  <a:pt x="1242578" y="58545"/>
                  <a:pt x="1242264" y="56716"/>
                  <a:pt x="1242264" y="54183"/>
                </a:cubicBezTo>
                <a:cubicBezTo>
                  <a:pt x="1242264" y="52848"/>
                  <a:pt x="1242352" y="51724"/>
                  <a:pt x="1242526" y="50810"/>
                </a:cubicBezTo>
                <a:cubicBezTo>
                  <a:pt x="1242701" y="49896"/>
                  <a:pt x="1242927" y="49140"/>
                  <a:pt x="1243207" y="48542"/>
                </a:cubicBezTo>
                <a:cubicBezTo>
                  <a:pt x="1243486" y="47945"/>
                  <a:pt x="1243852" y="47523"/>
                  <a:pt x="1244306" y="47276"/>
                </a:cubicBezTo>
                <a:cubicBezTo>
                  <a:pt x="1244760" y="47030"/>
                  <a:pt x="1245266" y="46907"/>
                  <a:pt x="1245824" y="46907"/>
                </a:cubicBezTo>
                <a:lnTo>
                  <a:pt x="1258912" y="46907"/>
                </a:lnTo>
                <a:lnTo>
                  <a:pt x="1258912" y="24500"/>
                </a:lnTo>
                <a:cubicBezTo>
                  <a:pt x="1258912" y="24012"/>
                  <a:pt x="1259034" y="23558"/>
                  <a:pt x="1259278" y="23139"/>
                </a:cubicBezTo>
                <a:cubicBezTo>
                  <a:pt x="1259523" y="22720"/>
                  <a:pt x="1259976" y="22354"/>
                  <a:pt x="1260640" y="22040"/>
                </a:cubicBezTo>
                <a:cubicBezTo>
                  <a:pt x="1261303" y="21726"/>
                  <a:pt x="1262193" y="21499"/>
                  <a:pt x="1263309" y="21359"/>
                </a:cubicBezTo>
                <a:cubicBezTo>
                  <a:pt x="1264426" y="21220"/>
                  <a:pt x="1265822" y="21150"/>
                  <a:pt x="1267498" y="21150"/>
                </a:cubicBezTo>
                <a:cubicBezTo>
                  <a:pt x="1269243" y="21150"/>
                  <a:pt x="1270674" y="21220"/>
                  <a:pt x="1271790" y="21359"/>
                </a:cubicBezTo>
                <a:cubicBezTo>
                  <a:pt x="1272907" y="21499"/>
                  <a:pt x="1273780" y="21726"/>
                  <a:pt x="1274408" y="22040"/>
                </a:cubicBezTo>
                <a:cubicBezTo>
                  <a:pt x="1275036" y="22354"/>
                  <a:pt x="1275490" y="22720"/>
                  <a:pt x="1275769" y="23139"/>
                </a:cubicBezTo>
                <a:cubicBezTo>
                  <a:pt x="1276048" y="23558"/>
                  <a:pt x="1276188" y="24012"/>
                  <a:pt x="1276188" y="24500"/>
                </a:cubicBezTo>
                <a:lnTo>
                  <a:pt x="1276188" y="46907"/>
                </a:lnTo>
                <a:lnTo>
                  <a:pt x="1300374" y="46907"/>
                </a:lnTo>
                <a:cubicBezTo>
                  <a:pt x="1300932" y="46907"/>
                  <a:pt x="1301421" y="47030"/>
                  <a:pt x="1301840" y="47276"/>
                </a:cubicBezTo>
                <a:cubicBezTo>
                  <a:pt x="1302259" y="47523"/>
                  <a:pt x="1302625" y="47945"/>
                  <a:pt x="1302939" y="48542"/>
                </a:cubicBezTo>
                <a:cubicBezTo>
                  <a:pt x="1303253" y="49140"/>
                  <a:pt x="1303480" y="49896"/>
                  <a:pt x="1303620" y="50810"/>
                </a:cubicBezTo>
                <a:cubicBezTo>
                  <a:pt x="1303759" y="51724"/>
                  <a:pt x="1303829" y="52848"/>
                  <a:pt x="1303829" y="54183"/>
                </a:cubicBezTo>
                <a:cubicBezTo>
                  <a:pt x="1303829" y="56716"/>
                  <a:pt x="1303515" y="58545"/>
                  <a:pt x="1302887" y="59670"/>
                </a:cubicBezTo>
                <a:cubicBezTo>
                  <a:pt x="1302259" y="60794"/>
                  <a:pt x="1301421" y="61355"/>
                  <a:pt x="1300374" y="61355"/>
                </a:cubicBezTo>
                <a:lnTo>
                  <a:pt x="1276188" y="61355"/>
                </a:lnTo>
                <a:lnTo>
                  <a:pt x="1276188" y="113916"/>
                </a:lnTo>
                <a:cubicBezTo>
                  <a:pt x="1276188" y="120407"/>
                  <a:pt x="1277148" y="125311"/>
                  <a:pt x="1279067" y="128626"/>
                </a:cubicBezTo>
                <a:cubicBezTo>
                  <a:pt x="1280987" y="131942"/>
                  <a:pt x="1284424" y="133600"/>
                  <a:pt x="1289380" y="133600"/>
                </a:cubicBezTo>
                <a:cubicBezTo>
                  <a:pt x="1290986" y="133600"/>
                  <a:pt x="1292417" y="133443"/>
                  <a:pt x="1293673" y="133129"/>
                </a:cubicBezTo>
                <a:cubicBezTo>
                  <a:pt x="1294929" y="132815"/>
                  <a:pt x="1296046" y="132483"/>
                  <a:pt x="1297024" y="132134"/>
                </a:cubicBezTo>
                <a:cubicBezTo>
                  <a:pt x="1298001" y="131785"/>
                  <a:pt x="1298838" y="131453"/>
                  <a:pt x="1299536" y="131139"/>
                </a:cubicBezTo>
                <a:cubicBezTo>
                  <a:pt x="1300234" y="130825"/>
                  <a:pt x="1300863" y="130668"/>
                  <a:pt x="1301421" y="130668"/>
                </a:cubicBezTo>
                <a:cubicBezTo>
                  <a:pt x="1301770" y="130668"/>
                  <a:pt x="1302102" y="130755"/>
                  <a:pt x="1302416" y="130930"/>
                </a:cubicBezTo>
                <a:cubicBezTo>
                  <a:pt x="1302730" y="131104"/>
                  <a:pt x="1302974" y="131436"/>
                  <a:pt x="1303149" y="131925"/>
                </a:cubicBezTo>
                <a:cubicBezTo>
                  <a:pt x="1303323" y="132413"/>
                  <a:pt x="1303480" y="133078"/>
                  <a:pt x="1303620" y="133920"/>
                </a:cubicBezTo>
                <a:cubicBezTo>
                  <a:pt x="1303759" y="134760"/>
                  <a:pt x="1303829" y="135813"/>
                  <a:pt x="1303829" y="137078"/>
                </a:cubicBezTo>
                <a:close/>
                <a:moveTo>
                  <a:pt x="1381633" y="55911"/>
                </a:moveTo>
                <a:cubicBezTo>
                  <a:pt x="1381633" y="57447"/>
                  <a:pt x="1381598" y="58738"/>
                  <a:pt x="1381528" y="59785"/>
                </a:cubicBezTo>
                <a:cubicBezTo>
                  <a:pt x="1381458" y="60832"/>
                  <a:pt x="1381319" y="61652"/>
                  <a:pt x="1381109" y="62245"/>
                </a:cubicBezTo>
                <a:cubicBezTo>
                  <a:pt x="1380900" y="62839"/>
                  <a:pt x="1380638" y="63292"/>
                  <a:pt x="1380324" y="63606"/>
                </a:cubicBezTo>
                <a:cubicBezTo>
                  <a:pt x="1380010" y="63921"/>
                  <a:pt x="1379574" y="64078"/>
                  <a:pt x="1379015" y="64078"/>
                </a:cubicBezTo>
                <a:cubicBezTo>
                  <a:pt x="1378457" y="64078"/>
                  <a:pt x="1377776" y="63921"/>
                  <a:pt x="1376974" y="63606"/>
                </a:cubicBezTo>
                <a:cubicBezTo>
                  <a:pt x="1376171" y="63292"/>
                  <a:pt x="1375263" y="62978"/>
                  <a:pt x="1374251" y="62664"/>
                </a:cubicBezTo>
                <a:cubicBezTo>
                  <a:pt x="1373239" y="62350"/>
                  <a:pt x="1372105" y="62053"/>
                  <a:pt x="1370849" y="61774"/>
                </a:cubicBezTo>
                <a:cubicBezTo>
                  <a:pt x="1369592" y="61495"/>
                  <a:pt x="1368231" y="61355"/>
                  <a:pt x="1366765" y="61355"/>
                </a:cubicBezTo>
                <a:cubicBezTo>
                  <a:pt x="1365020" y="61355"/>
                  <a:pt x="1363310" y="61704"/>
                  <a:pt x="1361635" y="62402"/>
                </a:cubicBezTo>
                <a:cubicBezTo>
                  <a:pt x="1359960" y="63100"/>
                  <a:pt x="1358197" y="64252"/>
                  <a:pt x="1356347" y="65858"/>
                </a:cubicBezTo>
                <a:cubicBezTo>
                  <a:pt x="1354498" y="67463"/>
                  <a:pt x="1352561" y="69592"/>
                  <a:pt x="1350536" y="72244"/>
                </a:cubicBezTo>
                <a:cubicBezTo>
                  <a:pt x="1348512" y="74897"/>
                  <a:pt x="1346278" y="78143"/>
                  <a:pt x="1343835" y="81982"/>
                </a:cubicBezTo>
                <a:lnTo>
                  <a:pt x="1343835" y="143965"/>
                </a:lnTo>
                <a:cubicBezTo>
                  <a:pt x="1343835" y="144524"/>
                  <a:pt x="1343696" y="144995"/>
                  <a:pt x="1343417" y="145379"/>
                </a:cubicBezTo>
                <a:cubicBezTo>
                  <a:pt x="1343137" y="145763"/>
                  <a:pt x="1342684" y="146094"/>
                  <a:pt x="1342055" y="146373"/>
                </a:cubicBezTo>
                <a:cubicBezTo>
                  <a:pt x="1341427" y="146653"/>
                  <a:pt x="1340555" y="146862"/>
                  <a:pt x="1339438" y="147002"/>
                </a:cubicBezTo>
                <a:cubicBezTo>
                  <a:pt x="1338321" y="147141"/>
                  <a:pt x="1336890" y="147211"/>
                  <a:pt x="1335145" y="147211"/>
                </a:cubicBezTo>
                <a:cubicBezTo>
                  <a:pt x="1333470" y="147211"/>
                  <a:pt x="1332074" y="147141"/>
                  <a:pt x="1330957" y="147002"/>
                </a:cubicBezTo>
                <a:cubicBezTo>
                  <a:pt x="1329840" y="146862"/>
                  <a:pt x="1328950" y="146653"/>
                  <a:pt x="1328287" y="146373"/>
                </a:cubicBezTo>
                <a:cubicBezTo>
                  <a:pt x="1327624" y="146094"/>
                  <a:pt x="1327170" y="145763"/>
                  <a:pt x="1326926" y="145379"/>
                </a:cubicBezTo>
                <a:cubicBezTo>
                  <a:pt x="1326682" y="144995"/>
                  <a:pt x="1326560" y="144524"/>
                  <a:pt x="1326560" y="143965"/>
                </a:cubicBezTo>
                <a:lnTo>
                  <a:pt x="1326560" y="49733"/>
                </a:lnTo>
                <a:cubicBezTo>
                  <a:pt x="1326560" y="49175"/>
                  <a:pt x="1326664" y="48704"/>
                  <a:pt x="1326874" y="48320"/>
                </a:cubicBezTo>
                <a:cubicBezTo>
                  <a:pt x="1327083" y="47936"/>
                  <a:pt x="1327502" y="47587"/>
                  <a:pt x="1328130" y="47273"/>
                </a:cubicBezTo>
                <a:cubicBezTo>
                  <a:pt x="1328758" y="46959"/>
                  <a:pt x="1329561" y="46749"/>
                  <a:pt x="1330538" y="46645"/>
                </a:cubicBezTo>
                <a:cubicBezTo>
                  <a:pt x="1331515" y="46540"/>
                  <a:pt x="1332807" y="46488"/>
                  <a:pt x="1334412" y="46488"/>
                </a:cubicBezTo>
                <a:cubicBezTo>
                  <a:pt x="1335948" y="46488"/>
                  <a:pt x="1337222" y="46540"/>
                  <a:pt x="1338234" y="46645"/>
                </a:cubicBezTo>
                <a:cubicBezTo>
                  <a:pt x="1339246" y="46749"/>
                  <a:pt x="1340031" y="46959"/>
                  <a:pt x="1340590" y="47273"/>
                </a:cubicBezTo>
                <a:cubicBezTo>
                  <a:pt x="1341148" y="47587"/>
                  <a:pt x="1341549" y="47936"/>
                  <a:pt x="1341794" y="48320"/>
                </a:cubicBezTo>
                <a:cubicBezTo>
                  <a:pt x="1342038" y="48704"/>
                  <a:pt x="1342160" y="49175"/>
                  <a:pt x="1342160" y="49733"/>
                </a:cubicBezTo>
                <a:lnTo>
                  <a:pt x="1342160" y="63449"/>
                </a:lnTo>
                <a:cubicBezTo>
                  <a:pt x="1344743" y="59680"/>
                  <a:pt x="1347168" y="56609"/>
                  <a:pt x="1349437" y="54236"/>
                </a:cubicBezTo>
                <a:cubicBezTo>
                  <a:pt x="1351706" y="51862"/>
                  <a:pt x="1353852" y="49995"/>
                  <a:pt x="1355876" y="48634"/>
                </a:cubicBezTo>
                <a:cubicBezTo>
                  <a:pt x="1357900" y="47273"/>
                  <a:pt x="1359907" y="46331"/>
                  <a:pt x="1361897" y="45807"/>
                </a:cubicBezTo>
                <a:cubicBezTo>
                  <a:pt x="1363886" y="45284"/>
                  <a:pt x="1365893" y="45022"/>
                  <a:pt x="1367917" y="45022"/>
                </a:cubicBezTo>
                <a:cubicBezTo>
                  <a:pt x="1368824" y="45022"/>
                  <a:pt x="1369854" y="45074"/>
                  <a:pt x="1371006" y="45179"/>
                </a:cubicBezTo>
                <a:cubicBezTo>
                  <a:pt x="1372157" y="45284"/>
                  <a:pt x="1373361" y="45476"/>
                  <a:pt x="1374618" y="45755"/>
                </a:cubicBezTo>
                <a:cubicBezTo>
                  <a:pt x="1375874" y="46034"/>
                  <a:pt x="1377009" y="46348"/>
                  <a:pt x="1378021" y="46697"/>
                </a:cubicBezTo>
                <a:cubicBezTo>
                  <a:pt x="1379033" y="47046"/>
                  <a:pt x="1379748" y="47395"/>
                  <a:pt x="1380167" y="47744"/>
                </a:cubicBezTo>
                <a:cubicBezTo>
                  <a:pt x="1380586" y="48093"/>
                  <a:pt x="1380865" y="48425"/>
                  <a:pt x="1381005" y="48739"/>
                </a:cubicBezTo>
                <a:cubicBezTo>
                  <a:pt x="1381144" y="49053"/>
                  <a:pt x="1381266" y="49454"/>
                  <a:pt x="1381371" y="49943"/>
                </a:cubicBezTo>
                <a:cubicBezTo>
                  <a:pt x="1381476" y="50431"/>
                  <a:pt x="1381546" y="51147"/>
                  <a:pt x="1381580" y="52089"/>
                </a:cubicBezTo>
                <a:cubicBezTo>
                  <a:pt x="1381615" y="53032"/>
                  <a:pt x="1381633" y="54305"/>
                  <a:pt x="1381633" y="55911"/>
                </a:cubicBezTo>
                <a:close/>
                <a:moveTo>
                  <a:pt x="1488979" y="95855"/>
                </a:moveTo>
                <a:cubicBezTo>
                  <a:pt x="1488979" y="103539"/>
                  <a:pt x="1487967" y="110613"/>
                  <a:pt x="1485942" y="117077"/>
                </a:cubicBezTo>
                <a:cubicBezTo>
                  <a:pt x="1483918" y="123540"/>
                  <a:pt x="1480899" y="129113"/>
                  <a:pt x="1476886" y="133796"/>
                </a:cubicBezTo>
                <a:cubicBezTo>
                  <a:pt x="1472872" y="138477"/>
                  <a:pt x="1467846" y="142128"/>
                  <a:pt x="1461809" y="144747"/>
                </a:cubicBezTo>
                <a:cubicBezTo>
                  <a:pt x="1455771" y="147367"/>
                  <a:pt x="1448773" y="148677"/>
                  <a:pt x="1440816" y="148677"/>
                </a:cubicBezTo>
                <a:cubicBezTo>
                  <a:pt x="1433068" y="148677"/>
                  <a:pt x="1426315" y="147524"/>
                  <a:pt x="1420556" y="145218"/>
                </a:cubicBezTo>
                <a:cubicBezTo>
                  <a:pt x="1414797" y="142913"/>
                  <a:pt x="1409999" y="139559"/>
                  <a:pt x="1406159" y="135157"/>
                </a:cubicBezTo>
                <a:cubicBezTo>
                  <a:pt x="1402320" y="130755"/>
                  <a:pt x="1399459" y="125410"/>
                  <a:pt x="1397574" y="119121"/>
                </a:cubicBezTo>
                <a:cubicBezTo>
                  <a:pt x="1395689" y="112833"/>
                  <a:pt x="1394747" y="105705"/>
                  <a:pt x="1394747" y="97739"/>
                </a:cubicBezTo>
                <a:cubicBezTo>
                  <a:pt x="1394747" y="90055"/>
                  <a:pt x="1395742" y="82981"/>
                  <a:pt x="1397731" y="76518"/>
                </a:cubicBezTo>
                <a:cubicBezTo>
                  <a:pt x="1399720" y="70054"/>
                  <a:pt x="1402722" y="64482"/>
                  <a:pt x="1406735" y="59801"/>
                </a:cubicBezTo>
                <a:cubicBezTo>
                  <a:pt x="1410749" y="55118"/>
                  <a:pt x="1415757" y="51484"/>
                  <a:pt x="1421760" y="48899"/>
                </a:cubicBezTo>
                <a:cubicBezTo>
                  <a:pt x="1427763" y="46314"/>
                  <a:pt x="1434778" y="45022"/>
                  <a:pt x="1442805" y="45022"/>
                </a:cubicBezTo>
                <a:cubicBezTo>
                  <a:pt x="1450553" y="45022"/>
                  <a:pt x="1457306" y="46175"/>
                  <a:pt x="1463065" y="48480"/>
                </a:cubicBezTo>
                <a:cubicBezTo>
                  <a:pt x="1468824" y="50786"/>
                  <a:pt x="1473623" y="54140"/>
                  <a:pt x="1477462" y="58542"/>
                </a:cubicBezTo>
                <a:cubicBezTo>
                  <a:pt x="1481301" y="62943"/>
                  <a:pt x="1484180" y="68289"/>
                  <a:pt x="1486100" y="74577"/>
                </a:cubicBezTo>
                <a:cubicBezTo>
                  <a:pt x="1488019" y="80866"/>
                  <a:pt x="1488979" y="87958"/>
                  <a:pt x="1488979" y="95855"/>
                </a:cubicBezTo>
                <a:moveTo>
                  <a:pt x="1470761" y="96954"/>
                </a:moveTo>
                <a:cubicBezTo>
                  <a:pt x="1470761" y="91859"/>
                  <a:pt x="1470289" y="87042"/>
                  <a:pt x="1469347" y="82505"/>
                </a:cubicBezTo>
                <a:cubicBezTo>
                  <a:pt x="1468405" y="77968"/>
                  <a:pt x="1466852" y="73989"/>
                  <a:pt x="1464688" y="70569"/>
                </a:cubicBezTo>
                <a:cubicBezTo>
                  <a:pt x="1462524" y="67149"/>
                  <a:pt x="1459592" y="64444"/>
                  <a:pt x="1455893" y="62455"/>
                </a:cubicBezTo>
                <a:cubicBezTo>
                  <a:pt x="1452193" y="60465"/>
                  <a:pt x="1447587" y="59471"/>
                  <a:pt x="1442072" y="59471"/>
                </a:cubicBezTo>
                <a:cubicBezTo>
                  <a:pt x="1436977" y="59471"/>
                  <a:pt x="1432597" y="60378"/>
                  <a:pt x="1428932" y="62193"/>
                </a:cubicBezTo>
                <a:cubicBezTo>
                  <a:pt x="1425268" y="64008"/>
                  <a:pt x="1422249" y="66573"/>
                  <a:pt x="1419875" y="69889"/>
                </a:cubicBezTo>
                <a:cubicBezTo>
                  <a:pt x="1417502" y="73204"/>
                  <a:pt x="1415740" y="77131"/>
                  <a:pt x="1414588" y="81668"/>
                </a:cubicBezTo>
                <a:cubicBezTo>
                  <a:pt x="1413436" y="86205"/>
                  <a:pt x="1412860" y="91161"/>
                  <a:pt x="1412860" y="96535"/>
                </a:cubicBezTo>
                <a:cubicBezTo>
                  <a:pt x="1412860" y="101701"/>
                  <a:pt x="1413332" y="106552"/>
                  <a:pt x="1414274" y="111089"/>
                </a:cubicBezTo>
                <a:cubicBezTo>
                  <a:pt x="1415216" y="115626"/>
                  <a:pt x="1416787" y="119587"/>
                  <a:pt x="1418985" y="122973"/>
                </a:cubicBezTo>
                <a:cubicBezTo>
                  <a:pt x="1421184" y="126358"/>
                  <a:pt x="1424133" y="129045"/>
                  <a:pt x="1427833" y="131035"/>
                </a:cubicBezTo>
                <a:cubicBezTo>
                  <a:pt x="1431532" y="133024"/>
                  <a:pt x="1436139" y="134019"/>
                  <a:pt x="1441653" y="134019"/>
                </a:cubicBezTo>
                <a:cubicBezTo>
                  <a:pt x="1446679" y="134019"/>
                  <a:pt x="1451042" y="133111"/>
                  <a:pt x="1454741" y="131296"/>
                </a:cubicBezTo>
                <a:cubicBezTo>
                  <a:pt x="1458441" y="129482"/>
                  <a:pt x="1461477" y="126934"/>
                  <a:pt x="1463850" y="123653"/>
                </a:cubicBezTo>
                <a:cubicBezTo>
                  <a:pt x="1466224" y="120372"/>
                  <a:pt x="1467969" y="116464"/>
                  <a:pt x="1469085" y="111926"/>
                </a:cubicBezTo>
                <a:cubicBezTo>
                  <a:pt x="1470202" y="107389"/>
                  <a:pt x="1470761" y="102399"/>
                  <a:pt x="1470761" y="96954"/>
                </a:cubicBezTo>
                <a:close/>
                <a:moveTo>
                  <a:pt x="1600975" y="95436"/>
                </a:moveTo>
                <a:cubicBezTo>
                  <a:pt x="1600975" y="103679"/>
                  <a:pt x="1600085" y="111085"/>
                  <a:pt x="1598305" y="117652"/>
                </a:cubicBezTo>
                <a:cubicBezTo>
                  <a:pt x="1596525" y="124220"/>
                  <a:pt x="1593907" y="129793"/>
                  <a:pt x="1590452" y="134372"/>
                </a:cubicBezTo>
                <a:cubicBezTo>
                  <a:pt x="1586997" y="138948"/>
                  <a:pt x="1582722" y="142477"/>
                  <a:pt x="1577626" y="144957"/>
                </a:cubicBezTo>
                <a:cubicBezTo>
                  <a:pt x="1572531" y="147437"/>
                  <a:pt x="1566702" y="148677"/>
                  <a:pt x="1560141" y="148677"/>
                </a:cubicBezTo>
                <a:cubicBezTo>
                  <a:pt x="1557349" y="148677"/>
                  <a:pt x="1554766" y="148398"/>
                  <a:pt x="1552393" y="147839"/>
                </a:cubicBezTo>
                <a:cubicBezTo>
                  <a:pt x="1550020" y="147281"/>
                  <a:pt x="1547699" y="146408"/>
                  <a:pt x="1545430" y="145222"/>
                </a:cubicBezTo>
                <a:cubicBezTo>
                  <a:pt x="1543162" y="144033"/>
                  <a:pt x="1540911" y="142530"/>
                  <a:pt x="1538677" y="140713"/>
                </a:cubicBezTo>
                <a:cubicBezTo>
                  <a:pt x="1536443" y="138896"/>
                  <a:pt x="1534070" y="136765"/>
                  <a:pt x="1531557" y="134320"/>
                </a:cubicBezTo>
                <a:lnTo>
                  <a:pt x="1531557" y="181351"/>
                </a:lnTo>
                <a:cubicBezTo>
                  <a:pt x="1531557" y="181907"/>
                  <a:pt x="1531418" y="182394"/>
                  <a:pt x="1531138" y="182813"/>
                </a:cubicBezTo>
                <a:cubicBezTo>
                  <a:pt x="1530859" y="183232"/>
                  <a:pt x="1530405" y="183580"/>
                  <a:pt x="1529777" y="183857"/>
                </a:cubicBezTo>
                <a:cubicBezTo>
                  <a:pt x="1529149" y="184136"/>
                  <a:pt x="1528276" y="184345"/>
                  <a:pt x="1527160" y="184485"/>
                </a:cubicBezTo>
                <a:cubicBezTo>
                  <a:pt x="1526043" y="184625"/>
                  <a:pt x="1524612" y="184694"/>
                  <a:pt x="1522867" y="184694"/>
                </a:cubicBezTo>
                <a:cubicBezTo>
                  <a:pt x="1521192" y="184694"/>
                  <a:pt x="1519796" y="184625"/>
                  <a:pt x="1518679" y="184485"/>
                </a:cubicBezTo>
                <a:cubicBezTo>
                  <a:pt x="1517562" y="184345"/>
                  <a:pt x="1516672" y="184136"/>
                  <a:pt x="1516009" y="183857"/>
                </a:cubicBezTo>
                <a:cubicBezTo>
                  <a:pt x="1515346" y="183578"/>
                  <a:pt x="1514892" y="183229"/>
                  <a:pt x="1514648" y="182810"/>
                </a:cubicBezTo>
                <a:cubicBezTo>
                  <a:pt x="1514403" y="182391"/>
                  <a:pt x="1514281" y="181902"/>
                  <a:pt x="1514281" y="181344"/>
                </a:cubicBezTo>
                <a:lnTo>
                  <a:pt x="1514281" y="49733"/>
                </a:lnTo>
                <a:cubicBezTo>
                  <a:pt x="1514281" y="49105"/>
                  <a:pt x="1514386" y="48599"/>
                  <a:pt x="1514595" y="48215"/>
                </a:cubicBezTo>
                <a:cubicBezTo>
                  <a:pt x="1514805" y="47831"/>
                  <a:pt x="1515224" y="47500"/>
                  <a:pt x="1515852" y="47221"/>
                </a:cubicBezTo>
                <a:cubicBezTo>
                  <a:pt x="1516480" y="46941"/>
                  <a:pt x="1517283" y="46749"/>
                  <a:pt x="1518260" y="46645"/>
                </a:cubicBezTo>
                <a:cubicBezTo>
                  <a:pt x="1519237" y="46540"/>
                  <a:pt x="1520424" y="46488"/>
                  <a:pt x="1521820" y="46488"/>
                </a:cubicBezTo>
                <a:cubicBezTo>
                  <a:pt x="1523286" y="46488"/>
                  <a:pt x="1524490" y="46540"/>
                  <a:pt x="1525432" y="46645"/>
                </a:cubicBezTo>
                <a:cubicBezTo>
                  <a:pt x="1526374" y="46749"/>
                  <a:pt x="1527160" y="46941"/>
                  <a:pt x="1527788" y="47221"/>
                </a:cubicBezTo>
                <a:cubicBezTo>
                  <a:pt x="1528416" y="47500"/>
                  <a:pt x="1528852" y="47832"/>
                  <a:pt x="1529097" y="48219"/>
                </a:cubicBezTo>
                <a:cubicBezTo>
                  <a:pt x="1529341" y="48602"/>
                  <a:pt x="1529463" y="49109"/>
                  <a:pt x="1529463" y="49737"/>
                </a:cubicBezTo>
                <a:lnTo>
                  <a:pt x="1529463" y="62419"/>
                </a:lnTo>
                <a:cubicBezTo>
                  <a:pt x="1532325" y="59485"/>
                  <a:pt x="1535082" y="56935"/>
                  <a:pt x="1537735" y="54769"/>
                </a:cubicBezTo>
                <a:cubicBezTo>
                  <a:pt x="1540387" y="52603"/>
                  <a:pt x="1543057" y="50804"/>
                  <a:pt x="1545744" y="49374"/>
                </a:cubicBezTo>
                <a:cubicBezTo>
                  <a:pt x="1548432" y="47940"/>
                  <a:pt x="1551189" y="46857"/>
                  <a:pt x="1554016" y="46125"/>
                </a:cubicBezTo>
                <a:cubicBezTo>
                  <a:pt x="1556843" y="45389"/>
                  <a:pt x="1559827" y="45022"/>
                  <a:pt x="1562968" y="45022"/>
                </a:cubicBezTo>
                <a:cubicBezTo>
                  <a:pt x="1569808" y="45022"/>
                  <a:pt x="1575637" y="46349"/>
                  <a:pt x="1580453" y="49004"/>
                </a:cubicBezTo>
                <a:cubicBezTo>
                  <a:pt x="1585269" y="51658"/>
                  <a:pt x="1589196" y="55293"/>
                  <a:pt x="1592232" y="59906"/>
                </a:cubicBezTo>
                <a:cubicBezTo>
                  <a:pt x="1595268" y="64517"/>
                  <a:pt x="1597485" y="69880"/>
                  <a:pt x="1598881" y="75994"/>
                </a:cubicBezTo>
                <a:cubicBezTo>
                  <a:pt x="1600277" y="82106"/>
                  <a:pt x="1600975" y="88587"/>
                  <a:pt x="1600975" y="95436"/>
                </a:cubicBezTo>
                <a:moveTo>
                  <a:pt x="1582756" y="97425"/>
                </a:moveTo>
                <a:cubicBezTo>
                  <a:pt x="1582756" y="92602"/>
                  <a:pt x="1582390" y="87937"/>
                  <a:pt x="1581657" y="83428"/>
                </a:cubicBezTo>
                <a:cubicBezTo>
                  <a:pt x="1580924" y="78919"/>
                  <a:pt x="1579668" y="74918"/>
                  <a:pt x="1577888" y="71423"/>
                </a:cubicBezTo>
                <a:cubicBezTo>
                  <a:pt x="1576108" y="67929"/>
                  <a:pt x="1573717" y="65133"/>
                  <a:pt x="1570716" y="63037"/>
                </a:cubicBezTo>
                <a:cubicBezTo>
                  <a:pt x="1567714" y="60939"/>
                  <a:pt x="1563980" y="59890"/>
                  <a:pt x="1559513" y="59890"/>
                </a:cubicBezTo>
                <a:cubicBezTo>
                  <a:pt x="1557279" y="59890"/>
                  <a:pt x="1555080" y="60222"/>
                  <a:pt x="1552916" y="60888"/>
                </a:cubicBezTo>
                <a:cubicBezTo>
                  <a:pt x="1550753" y="61551"/>
                  <a:pt x="1548554" y="62599"/>
                  <a:pt x="1546320" y="64032"/>
                </a:cubicBezTo>
                <a:cubicBezTo>
                  <a:pt x="1544086" y="65465"/>
                  <a:pt x="1541748" y="67353"/>
                  <a:pt x="1539305" y="69696"/>
                </a:cubicBezTo>
                <a:cubicBezTo>
                  <a:pt x="1536862" y="72038"/>
                  <a:pt x="1534279" y="74923"/>
                  <a:pt x="1531557" y="78350"/>
                </a:cubicBezTo>
                <a:lnTo>
                  <a:pt x="1531557" y="115872"/>
                </a:lnTo>
                <a:cubicBezTo>
                  <a:pt x="1536304" y="121677"/>
                  <a:pt x="1540806" y="126118"/>
                  <a:pt x="1545064" y="129196"/>
                </a:cubicBezTo>
                <a:cubicBezTo>
                  <a:pt x="1549322" y="132271"/>
                  <a:pt x="1553789" y="133809"/>
                  <a:pt x="1558466" y="133809"/>
                </a:cubicBezTo>
                <a:cubicBezTo>
                  <a:pt x="1562793" y="133809"/>
                  <a:pt x="1566510" y="132761"/>
                  <a:pt x="1569616" y="130665"/>
                </a:cubicBezTo>
                <a:cubicBezTo>
                  <a:pt x="1572723" y="128566"/>
                  <a:pt x="1575235" y="125770"/>
                  <a:pt x="1577155" y="122276"/>
                </a:cubicBezTo>
                <a:cubicBezTo>
                  <a:pt x="1579074" y="118781"/>
                  <a:pt x="1580488" y="114867"/>
                  <a:pt x="1581395" y="110533"/>
                </a:cubicBezTo>
                <a:cubicBezTo>
                  <a:pt x="1582303" y="106198"/>
                  <a:pt x="1582756" y="101829"/>
                  <a:pt x="1582756" y="97425"/>
                </a:cubicBezTo>
                <a:close/>
                <a:moveTo>
                  <a:pt x="1669384" y="146583"/>
                </a:moveTo>
                <a:lnTo>
                  <a:pt x="1656820" y="181239"/>
                </a:lnTo>
                <a:cubicBezTo>
                  <a:pt x="1656401" y="182356"/>
                  <a:pt x="1655337" y="183211"/>
                  <a:pt x="1653626" y="183804"/>
                </a:cubicBezTo>
                <a:cubicBezTo>
                  <a:pt x="1651916" y="184398"/>
                  <a:pt x="1649316" y="184694"/>
                  <a:pt x="1645826" y="184694"/>
                </a:cubicBezTo>
                <a:cubicBezTo>
                  <a:pt x="1644011" y="184694"/>
                  <a:pt x="1642545" y="184607"/>
                  <a:pt x="1641429" y="184433"/>
                </a:cubicBezTo>
                <a:cubicBezTo>
                  <a:pt x="1640312" y="184258"/>
                  <a:pt x="1639457" y="183962"/>
                  <a:pt x="1638863" y="183543"/>
                </a:cubicBezTo>
                <a:cubicBezTo>
                  <a:pt x="1638270" y="183124"/>
                  <a:pt x="1637939" y="182565"/>
                  <a:pt x="1637869" y="181867"/>
                </a:cubicBezTo>
                <a:cubicBezTo>
                  <a:pt x="1637799" y="181169"/>
                  <a:pt x="1637973" y="180332"/>
                  <a:pt x="1638392" y="179355"/>
                </a:cubicBezTo>
                <a:lnTo>
                  <a:pt x="1651375" y="146583"/>
                </a:lnTo>
                <a:cubicBezTo>
                  <a:pt x="1650747" y="146304"/>
                  <a:pt x="1650154" y="145850"/>
                  <a:pt x="1649595" y="145222"/>
                </a:cubicBezTo>
                <a:cubicBezTo>
                  <a:pt x="1649037" y="144594"/>
                  <a:pt x="1648653" y="143930"/>
                  <a:pt x="1648444" y="143232"/>
                </a:cubicBezTo>
                <a:lnTo>
                  <a:pt x="1614834" y="53189"/>
                </a:lnTo>
                <a:cubicBezTo>
                  <a:pt x="1614276" y="51723"/>
                  <a:pt x="1613997" y="50571"/>
                  <a:pt x="1613997" y="49733"/>
                </a:cubicBezTo>
                <a:cubicBezTo>
                  <a:pt x="1613997" y="48896"/>
                  <a:pt x="1614276" y="48233"/>
                  <a:pt x="1614834" y="47744"/>
                </a:cubicBezTo>
                <a:cubicBezTo>
                  <a:pt x="1615393" y="47256"/>
                  <a:pt x="1616300" y="46924"/>
                  <a:pt x="1617557" y="46749"/>
                </a:cubicBezTo>
                <a:cubicBezTo>
                  <a:pt x="1618813" y="46575"/>
                  <a:pt x="1620488" y="46488"/>
                  <a:pt x="1622582" y="46488"/>
                </a:cubicBezTo>
                <a:cubicBezTo>
                  <a:pt x="1624676" y="46488"/>
                  <a:pt x="1626317" y="46540"/>
                  <a:pt x="1627503" y="46645"/>
                </a:cubicBezTo>
                <a:cubicBezTo>
                  <a:pt x="1628690" y="46749"/>
                  <a:pt x="1629632" y="46941"/>
                  <a:pt x="1630330" y="47221"/>
                </a:cubicBezTo>
                <a:cubicBezTo>
                  <a:pt x="1631028" y="47500"/>
                  <a:pt x="1631534" y="47901"/>
                  <a:pt x="1631848" y="48425"/>
                </a:cubicBezTo>
                <a:cubicBezTo>
                  <a:pt x="1632162" y="48948"/>
                  <a:pt x="1632494" y="49664"/>
                  <a:pt x="1632843" y="50571"/>
                </a:cubicBezTo>
                <a:lnTo>
                  <a:pt x="1659751" y="126166"/>
                </a:lnTo>
                <a:lnTo>
                  <a:pt x="1660066" y="126166"/>
                </a:lnTo>
                <a:lnTo>
                  <a:pt x="1686032" y="50152"/>
                </a:lnTo>
                <a:cubicBezTo>
                  <a:pt x="1686450" y="48826"/>
                  <a:pt x="1686957" y="47971"/>
                  <a:pt x="1687550" y="47587"/>
                </a:cubicBezTo>
                <a:cubicBezTo>
                  <a:pt x="1688143" y="47203"/>
                  <a:pt x="1689033" y="46924"/>
                  <a:pt x="1690220" y="46749"/>
                </a:cubicBezTo>
                <a:cubicBezTo>
                  <a:pt x="1691406" y="46575"/>
                  <a:pt x="1693117" y="46488"/>
                  <a:pt x="1695350" y="46488"/>
                </a:cubicBezTo>
                <a:cubicBezTo>
                  <a:pt x="1697305" y="46488"/>
                  <a:pt x="1698910" y="46575"/>
                  <a:pt x="1700166" y="46749"/>
                </a:cubicBezTo>
                <a:cubicBezTo>
                  <a:pt x="1701423" y="46924"/>
                  <a:pt x="1702348" y="47256"/>
                  <a:pt x="1702941" y="47744"/>
                </a:cubicBezTo>
                <a:cubicBezTo>
                  <a:pt x="1703534" y="48233"/>
                  <a:pt x="1703831" y="48896"/>
                  <a:pt x="1703831" y="49733"/>
                </a:cubicBezTo>
                <a:cubicBezTo>
                  <a:pt x="1703831" y="50571"/>
                  <a:pt x="1703622" y="51618"/>
                  <a:pt x="1703203" y="52875"/>
                </a:cubicBezTo>
                <a:lnTo>
                  <a:pt x="1669384" y="146583"/>
                </a:lnTo>
                <a:close/>
                <a:moveTo>
                  <a:pt x="1859079" y="95855"/>
                </a:moveTo>
                <a:cubicBezTo>
                  <a:pt x="1859079" y="103539"/>
                  <a:pt x="1858067" y="110613"/>
                  <a:pt x="1856043" y="117077"/>
                </a:cubicBezTo>
                <a:cubicBezTo>
                  <a:pt x="1854019" y="123540"/>
                  <a:pt x="1851000" y="129113"/>
                  <a:pt x="1846986" y="133796"/>
                </a:cubicBezTo>
                <a:cubicBezTo>
                  <a:pt x="1842973" y="138477"/>
                  <a:pt x="1837947" y="142128"/>
                  <a:pt x="1831909" y="144747"/>
                </a:cubicBezTo>
                <a:cubicBezTo>
                  <a:pt x="1825871" y="147367"/>
                  <a:pt x="1818874" y="148677"/>
                  <a:pt x="1810916" y="148677"/>
                </a:cubicBezTo>
                <a:cubicBezTo>
                  <a:pt x="1803168" y="148677"/>
                  <a:pt x="1796415" y="147524"/>
                  <a:pt x="1790657" y="145218"/>
                </a:cubicBezTo>
                <a:cubicBezTo>
                  <a:pt x="1784898" y="142913"/>
                  <a:pt x="1780099" y="139559"/>
                  <a:pt x="1776260" y="135157"/>
                </a:cubicBezTo>
                <a:cubicBezTo>
                  <a:pt x="1772421" y="130755"/>
                  <a:pt x="1769559" y="125410"/>
                  <a:pt x="1767674" y="119121"/>
                </a:cubicBezTo>
                <a:cubicBezTo>
                  <a:pt x="1765790" y="112833"/>
                  <a:pt x="1764848" y="105705"/>
                  <a:pt x="1764848" y="97739"/>
                </a:cubicBezTo>
                <a:cubicBezTo>
                  <a:pt x="1764848" y="90055"/>
                  <a:pt x="1765842" y="82981"/>
                  <a:pt x="1767832" y="76518"/>
                </a:cubicBezTo>
                <a:cubicBezTo>
                  <a:pt x="1769821" y="70054"/>
                  <a:pt x="1772822" y="64482"/>
                  <a:pt x="1776836" y="59801"/>
                </a:cubicBezTo>
                <a:cubicBezTo>
                  <a:pt x="1780849" y="55118"/>
                  <a:pt x="1785858" y="51484"/>
                  <a:pt x="1791861" y="48899"/>
                </a:cubicBezTo>
                <a:cubicBezTo>
                  <a:pt x="1797864" y="46314"/>
                  <a:pt x="1804879" y="45022"/>
                  <a:pt x="1812906" y="45022"/>
                </a:cubicBezTo>
                <a:cubicBezTo>
                  <a:pt x="1820654" y="45022"/>
                  <a:pt x="1827407" y="46175"/>
                  <a:pt x="1833166" y="48480"/>
                </a:cubicBezTo>
                <a:cubicBezTo>
                  <a:pt x="1838924" y="50786"/>
                  <a:pt x="1843723" y="54140"/>
                  <a:pt x="1847562" y="58542"/>
                </a:cubicBezTo>
                <a:cubicBezTo>
                  <a:pt x="1851401" y="62943"/>
                  <a:pt x="1854281" y="68289"/>
                  <a:pt x="1856200" y="74577"/>
                </a:cubicBezTo>
                <a:cubicBezTo>
                  <a:pt x="1858120" y="80866"/>
                  <a:pt x="1859079" y="87958"/>
                  <a:pt x="1859079" y="95855"/>
                </a:cubicBezTo>
                <a:moveTo>
                  <a:pt x="1840861" y="96954"/>
                </a:moveTo>
                <a:cubicBezTo>
                  <a:pt x="1840861" y="91859"/>
                  <a:pt x="1840390" y="87042"/>
                  <a:pt x="1839448" y="82505"/>
                </a:cubicBezTo>
                <a:cubicBezTo>
                  <a:pt x="1838505" y="77968"/>
                  <a:pt x="1836952" y="73989"/>
                  <a:pt x="1834788" y="70569"/>
                </a:cubicBezTo>
                <a:cubicBezTo>
                  <a:pt x="1832625" y="67149"/>
                  <a:pt x="1829693" y="64444"/>
                  <a:pt x="1825994" y="62455"/>
                </a:cubicBezTo>
                <a:cubicBezTo>
                  <a:pt x="1822294" y="60465"/>
                  <a:pt x="1817687" y="59471"/>
                  <a:pt x="1812173" y="59471"/>
                </a:cubicBezTo>
                <a:cubicBezTo>
                  <a:pt x="1807077" y="59471"/>
                  <a:pt x="1802697" y="60378"/>
                  <a:pt x="1799033" y="62193"/>
                </a:cubicBezTo>
                <a:cubicBezTo>
                  <a:pt x="1795368" y="64008"/>
                  <a:pt x="1792349" y="66573"/>
                  <a:pt x="1789976" y="69889"/>
                </a:cubicBezTo>
                <a:cubicBezTo>
                  <a:pt x="1787603" y="73204"/>
                  <a:pt x="1785840" y="77131"/>
                  <a:pt x="1784689" y="81668"/>
                </a:cubicBezTo>
                <a:cubicBezTo>
                  <a:pt x="1783537" y="86205"/>
                  <a:pt x="1782961" y="91161"/>
                  <a:pt x="1782961" y="96535"/>
                </a:cubicBezTo>
                <a:cubicBezTo>
                  <a:pt x="1782961" y="101701"/>
                  <a:pt x="1783432" y="106552"/>
                  <a:pt x="1784374" y="111089"/>
                </a:cubicBezTo>
                <a:cubicBezTo>
                  <a:pt x="1785317" y="115626"/>
                  <a:pt x="1786887" y="119587"/>
                  <a:pt x="1789086" y="122973"/>
                </a:cubicBezTo>
                <a:cubicBezTo>
                  <a:pt x="1791285" y="126358"/>
                  <a:pt x="1794234" y="129045"/>
                  <a:pt x="1797933" y="131035"/>
                </a:cubicBezTo>
                <a:cubicBezTo>
                  <a:pt x="1801633" y="133024"/>
                  <a:pt x="1806240" y="134019"/>
                  <a:pt x="1811754" y="134019"/>
                </a:cubicBezTo>
                <a:cubicBezTo>
                  <a:pt x="1816780" y="134019"/>
                  <a:pt x="1821142" y="133111"/>
                  <a:pt x="1824842" y="131296"/>
                </a:cubicBezTo>
                <a:cubicBezTo>
                  <a:pt x="1828541" y="129482"/>
                  <a:pt x="1831578" y="126934"/>
                  <a:pt x="1833951" y="123653"/>
                </a:cubicBezTo>
                <a:cubicBezTo>
                  <a:pt x="1836324" y="120372"/>
                  <a:pt x="1838069" y="116464"/>
                  <a:pt x="1839186" y="111926"/>
                </a:cubicBezTo>
                <a:cubicBezTo>
                  <a:pt x="1840303" y="107389"/>
                  <a:pt x="1840861" y="102399"/>
                  <a:pt x="1840861" y="96954"/>
                </a:cubicBezTo>
                <a:close/>
                <a:moveTo>
                  <a:pt x="1936001" y="11076"/>
                </a:moveTo>
                <a:cubicBezTo>
                  <a:pt x="1936001" y="12410"/>
                  <a:pt x="1935931" y="13481"/>
                  <a:pt x="1935792" y="14289"/>
                </a:cubicBezTo>
                <a:cubicBezTo>
                  <a:pt x="1935652" y="15093"/>
                  <a:pt x="1935495" y="15740"/>
                  <a:pt x="1935321" y="16229"/>
                </a:cubicBezTo>
                <a:cubicBezTo>
                  <a:pt x="1935146" y="16717"/>
                  <a:pt x="1934919" y="17049"/>
                  <a:pt x="1934640" y="17223"/>
                </a:cubicBezTo>
                <a:cubicBezTo>
                  <a:pt x="1934361" y="17398"/>
                  <a:pt x="1934012" y="17485"/>
                  <a:pt x="1933593" y="17485"/>
                </a:cubicBezTo>
                <a:cubicBezTo>
                  <a:pt x="1933104" y="17485"/>
                  <a:pt x="1932494" y="17328"/>
                  <a:pt x="1931761" y="17014"/>
                </a:cubicBezTo>
                <a:cubicBezTo>
                  <a:pt x="1931028" y="16700"/>
                  <a:pt x="1930138" y="16351"/>
                  <a:pt x="1929091" y="15967"/>
                </a:cubicBezTo>
                <a:cubicBezTo>
                  <a:pt x="1928044" y="15583"/>
                  <a:pt x="1926805" y="15234"/>
                  <a:pt x="1925374" y="14920"/>
                </a:cubicBezTo>
                <a:cubicBezTo>
                  <a:pt x="1923943" y="14606"/>
                  <a:pt x="1922285" y="14449"/>
                  <a:pt x="1920401" y="14449"/>
                </a:cubicBezTo>
                <a:cubicBezTo>
                  <a:pt x="1917818" y="14449"/>
                  <a:pt x="1915619" y="14866"/>
                  <a:pt x="1913804" y="15699"/>
                </a:cubicBezTo>
                <a:cubicBezTo>
                  <a:pt x="1911989" y="16530"/>
                  <a:pt x="1910524" y="17830"/>
                  <a:pt x="1909407" y="19599"/>
                </a:cubicBezTo>
                <a:cubicBezTo>
                  <a:pt x="1908290" y="21368"/>
                  <a:pt x="1907487" y="23657"/>
                  <a:pt x="1906999" y="26467"/>
                </a:cubicBezTo>
                <a:cubicBezTo>
                  <a:pt x="1906510" y="29274"/>
                  <a:pt x="1906266" y="32689"/>
                  <a:pt x="1906266" y="36711"/>
                </a:cubicBezTo>
                <a:lnTo>
                  <a:pt x="1906266" y="46907"/>
                </a:lnTo>
                <a:lnTo>
                  <a:pt x="1927311" y="46907"/>
                </a:lnTo>
                <a:cubicBezTo>
                  <a:pt x="1927869" y="46907"/>
                  <a:pt x="1928340" y="47030"/>
                  <a:pt x="1928724" y="47276"/>
                </a:cubicBezTo>
                <a:cubicBezTo>
                  <a:pt x="1929108" y="47523"/>
                  <a:pt x="1929457" y="47945"/>
                  <a:pt x="1929771" y="48542"/>
                </a:cubicBezTo>
                <a:cubicBezTo>
                  <a:pt x="1930085" y="49140"/>
                  <a:pt x="1930330" y="49896"/>
                  <a:pt x="1930504" y="50810"/>
                </a:cubicBezTo>
                <a:cubicBezTo>
                  <a:pt x="1930679" y="51724"/>
                  <a:pt x="1930766" y="52848"/>
                  <a:pt x="1930766" y="54183"/>
                </a:cubicBezTo>
                <a:cubicBezTo>
                  <a:pt x="1930766" y="56716"/>
                  <a:pt x="1930452" y="58545"/>
                  <a:pt x="1929824" y="59670"/>
                </a:cubicBezTo>
                <a:cubicBezTo>
                  <a:pt x="1929195" y="60794"/>
                  <a:pt x="1928358" y="61355"/>
                  <a:pt x="1927311" y="61355"/>
                </a:cubicBezTo>
                <a:lnTo>
                  <a:pt x="1906266" y="61355"/>
                </a:lnTo>
                <a:lnTo>
                  <a:pt x="1906266" y="143965"/>
                </a:lnTo>
                <a:cubicBezTo>
                  <a:pt x="1906266" y="144524"/>
                  <a:pt x="1906126" y="144995"/>
                  <a:pt x="1905847" y="145379"/>
                </a:cubicBezTo>
                <a:cubicBezTo>
                  <a:pt x="1905568" y="145763"/>
                  <a:pt x="1905097" y="146094"/>
                  <a:pt x="1904433" y="146373"/>
                </a:cubicBezTo>
                <a:cubicBezTo>
                  <a:pt x="1903770" y="146653"/>
                  <a:pt x="1902880" y="146862"/>
                  <a:pt x="1901764" y="147002"/>
                </a:cubicBezTo>
                <a:cubicBezTo>
                  <a:pt x="1900647" y="147141"/>
                  <a:pt x="1899251" y="147211"/>
                  <a:pt x="1897575" y="147211"/>
                </a:cubicBezTo>
                <a:cubicBezTo>
                  <a:pt x="1895900" y="147211"/>
                  <a:pt x="1894504" y="147141"/>
                  <a:pt x="1893387" y="147002"/>
                </a:cubicBezTo>
                <a:cubicBezTo>
                  <a:pt x="1892271" y="146862"/>
                  <a:pt x="1891381" y="146653"/>
                  <a:pt x="1890717" y="146373"/>
                </a:cubicBezTo>
                <a:cubicBezTo>
                  <a:pt x="1890054" y="146094"/>
                  <a:pt x="1889583" y="145763"/>
                  <a:pt x="1889304" y="145379"/>
                </a:cubicBezTo>
                <a:cubicBezTo>
                  <a:pt x="1889025" y="144995"/>
                  <a:pt x="1888885" y="144524"/>
                  <a:pt x="1888885" y="143965"/>
                </a:cubicBezTo>
                <a:lnTo>
                  <a:pt x="1888885" y="61355"/>
                </a:lnTo>
                <a:lnTo>
                  <a:pt x="1875588" y="61355"/>
                </a:lnTo>
                <a:cubicBezTo>
                  <a:pt x="1874471" y="61355"/>
                  <a:pt x="1873634" y="60794"/>
                  <a:pt x="1873075" y="59670"/>
                </a:cubicBezTo>
                <a:cubicBezTo>
                  <a:pt x="1872517" y="58545"/>
                  <a:pt x="1872238" y="56716"/>
                  <a:pt x="1872238" y="54183"/>
                </a:cubicBezTo>
                <a:cubicBezTo>
                  <a:pt x="1872238" y="52848"/>
                  <a:pt x="1872307" y="51724"/>
                  <a:pt x="1872447" y="50810"/>
                </a:cubicBezTo>
                <a:cubicBezTo>
                  <a:pt x="1872587" y="49896"/>
                  <a:pt x="1872796" y="49140"/>
                  <a:pt x="1873075" y="48542"/>
                </a:cubicBezTo>
                <a:cubicBezTo>
                  <a:pt x="1873354" y="47945"/>
                  <a:pt x="1873703" y="47523"/>
                  <a:pt x="1874122" y="47276"/>
                </a:cubicBezTo>
                <a:cubicBezTo>
                  <a:pt x="1874541" y="47030"/>
                  <a:pt x="1875030" y="46907"/>
                  <a:pt x="1875588" y="46907"/>
                </a:cubicBezTo>
                <a:lnTo>
                  <a:pt x="1888885" y="46907"/>
                </a:lnTo>
                <a:lnTo>
                  <a:pt x="1888885" y="37192"/>
                </a:lnTo>
                <a:cubicBezTo>
                  <a:pt x="1888885" y="30644"/>
                  <a:pt x="1889496" y="25019"/>
                  <a:pt x="1890717" y="20319"/>
                </a:cubicBezTo>
                <a:cubicBezTo>
                  <a:pt x="1891939" y="15618"/>
                  <a:pt x="1893806" y="11770"/>
                  <a:pt x="1896319" y="8775"/>
                </a:cubicBezTo>
                <a:cubicBezTo>
                  <a:pt x="1898832" y="5780"/>
                  <a:pt x="1901990" y="3570"/>
                  <a:pt x="1905795" y="2143"/>
                </a:cubicBezTo>
                <a:cubicBezTo>
                  <a:pt x="1909599" y="714"/>
                  <a:pt x="1914083" y="0"/>
                  <a:pt x="1919249" y="0"/>
                </a:cubicBezTo>
                <a:cubicBezTo>
                  <a:pt x="1921692" y="0"/>
                  <a:pt x="1924065" y="229"/>
                  <a:pt x="1926369" y="687"/>
                </a:cubicBezTo>
                <a:cubicBezTo>
                  <a:pt x="1928672" y="1143"/>
                  <a:pt x="1930452" y="1635"/>
                  <a:pt x="1931708" y="2163"/>
                </a:cubicBezTo>
                <a:cubicBezTo>
                  <a:pt x="1932965" y="2691"/>
                  <a:pt x="1933802" y="3165"/>
                  <a:pt x="1934221" y="3586"/>
                </a:cubicBezTo>
                <a:cubicBezTo>
                  <a:pt x="1934640" y="4007"/>
                  <a:pt x="1934989" y="4552"/>
                  <a:pt x="1935268" y="5222"/>
                </a:cubicBezTo>
                <a:cubicBezTo>
                  <a:pt x="1935547" y="5890"/>
                  <a:pt x="1935739" y="6698"/>
                  <a:pt x="1935844" y="7647"/>
                </a:cubicBezTo>
                <a:cubicBezTo>
                  <a:pt x="1935949" y="8595"/>
                  <a:pt x="1936001" y="9738"/>
                  <a:pt x="1936001" y="11076"/>
                </a:cubicBezTo>
                <a:close/>
                <a:moveTo>
                  <a:pt x="2100767" y="140196"/>
                </a:moveTo>
                <a:cubicBezTo>
                  <a:pt x="2101326" y="141732"/>
                  <a:pt x="2101622" y="142971"/>
                  <a:pt x="2101657" y="143913"/>
                </a:cubicBezTo>
                <a:cubicBezTo>
                  <a:pt x="2101692" y="144855"/>
                  <a:pt x="2101430" y="145571"/>
                  <a:pt x="2100872" y="146059"/>
                </a:cubicBezTo>
                <a:cubicBezTo>
                  <a:pt x="2100314" y="146548"/>
                  <a:pt x="2099389" y="146862"/>
                  <a:pt x="2098097" y="147002"/>
                </a:cubicBezTo>
                <a:cubicBezTo>
                  <a:pt x="2096806" y="147141"/>
                  <a:pt x="2095079" y="147211"/>
                  <a:pt x="2092915" y="147211"/>
                </a:cubicBezTo>
                <a:cubicBezTo>
                  <a:pt x="2090751" y="147211"/>
                  <a:pt x="2089023" y="147159"/>
                  <a:pt x="2087732" y="147054"/>
                </a:cubicBezTo>
                <a:cubicBezTo>
                  <a:pt x="2086441" y="146949"/>
                  <a:pt x="2085463" y="146775"/>
                  <a:pt x="2084800" y="146531"/>
                </a:cubicBezTo>
                <a:cubicBezTo>
                  <a:pt x="2084137" y="146286"/>
                  <a:pt x="2083649" y="145955"/>
                  <a:pt x="2083334" y="145536"/>
                </a:cubicBezTo>
                <a:cubicBezTo>
                  <a:pt x="2083020" y="145117"/>
                  <a:pt x="2082724" y="144594"/>
                  <a:pt x="2082444" y="143965"/>
                </a:cubicBezTo>
                <a:lnTo>
                  <a:pt x="2070823" y="110984"/>
                </a:lnTo>
                <a:lnTo>
                  <a:pt x="2014493" y="110984"/>
                </a:lnTo>
                <a:lnTo>
                  <a:pt x="2003394" y="143547"/>
                </a:lnTo>
                <a:cubicBezTo>
                  <a:pt x="2003185" y="144175"/>
                  <a:pt x="2002906" y="144716"/>
                  <a:pt x="2002557" y="145169"/>
                </a:cubicBezTo>
                <a:cubicBezTo>
                  <a:pt x="2002208" y="145623"/>
                  <a:pt x="2001702" y="146007"/>
                  <a:pt x="2001039" y="146321"/>
                </a:cubicBezTo>
                <a:cubicBezTo>
                  <a:pt x="2000375" y="146635"/>
                  <a:pt x="1999433" y="146862"/>
                  <a:pt x="1998212" y="147002"/>
                </a:cubicBezTo>
                <a:cubicBezTo>
                  <a:pt x="1996990" y="147141"/>
                  <a:pt x="1995402" y="147211"/>
                  <a:pt x="1993448" y="147211"/>
                </a:cubicBezTo>
                <a:cubicBezTo>
                  <a:pt x="1991423" y="147211"/>
                  <a:pt x="1989766" y="147124"/>
                  <a:pt x="1988474" y="146949"/>
                </a:cubicBezTo>
                <a:cubicBezTo>
                  <a:pt x="1987183" y="146775"/>
                  <a:pt x="1986276" y="146443"/>
                  <a:pt x="1985752" y="145955"/>
                </a:cubicBezTo>
                <a:cubicBezTo>
                  <a:pt x="1985229" y="145466"/>
                  <a:pt x="1984984" y="144751"/>
                  <a:pt x="1985019" y="143808"/>
                </a:cubicBezTo>
                <a:cubicBezTo>
                  <a:pt x="1985054" y="142866"/>
                  <a:pt x="1985351" y="141627"/>
                  <a:pt x="1985909" y="140091"/>
                </a:cubicBezTo>
                <a:lnTo>
                  <a:pt x="2031350" y="14239"/>
                </a:lnTo>
                <a:cubicBezTo>
                  <a:pt x="2031629" y="13472"/>
                  <a:pt x="2031996" y="12843"/>
                  <a:pt x="2032449" y="12355"/>
                </a:cubicBezTo>
                <a:cubicBezTo>
                  <a:pt x="2032903" y="11866"/>
                  <a:pt x="2033566" y="11482"/>
                  <a:pt x="2034439" y="11203"/>
                </a:cubicBezTo>
                <a:cubicBezTo>
                  <a:pt x="2035311" y="10924"/>
                  <a:pt x="2036428" y="10732"/>
                  <a:pt x="2037789" y="10627"/>
                </a:cubicBezTo>
                <a:cubicBezTo>
                  <a:pt x="2039150" y="10523"/>
                  <a:pt x="2040878" y="10470"/>
                  <a:pt x="2042972" y="10470"/>
                </a:cubicBezTo>
                <a:cubicBezTo>
                  <a:pt x="2045205" y="10470"/>
                  <a:pt x="2047055" y="10523"/>
                  <a:pt x="2048521" y="10627"/>
                </a:cubicBezTo>
                <a:cubicBezTo>
                  <a:pt x="2049987" y="10732"/>
                  <a:pt x="2051173" y="10924"/>
                  <a:pt x="2052081" y="11203"/>
                </a:cubicBezTo>
                <a:cubicBezTo>
                  <a:pt x="2052988" y="11482"/>
                  <a:pt x="2053686" y="11884"/>
                  <a:pt x="2054175" y="12407"/>
                </a:cubicBezTo>
                <a:cubicBezTo>
                  <a:pt x="2054664" y="12931"/>
                  <a:pt x="2055047" y="13576"/>
                  <a:pt x="2055327" y="14344"/>
                </a:cubicBezTo>
                <a:lnTo>
                  <a:pt x="2100767" y="140196"/>
                </a:lnTo>
                <a:moveTo>
                  <a:pt x="2042448" y="29107"/>
                </a:moveTo>
                <a:lnTo>
                  <a:pt x="2042344" y="29107"/>
                </a:lnTo>
                <a:lnTo>
                  <a:pt x="2018995" y="96535"/>
                </a:lnTo>
                <a:lnTo>
                  <a:pt x="2066111" y="96535"/>
                </a:lnTo>
                <a:lnTo>
                  <a:pt x="2042448" y="29107"/>
                </a:lnTo>
                <a:close/>
                <a:moveTo>
                  <a:pt x="2138219" y="143962"/>
                </a:moveTo>
                <a:cubicBezTo>
                  <a:pt x="2138219" y="144520"/>
                  <a:pt x="2138079" y="144993"/>
                  <a:pt x="2137800" y="145379"/>
                </a:cubicBezTo>
                <a:cubicBezTo>
                  <a:pt x="2137521" y="145763"/>
                  <a:pt x="2137067" y="146094"/>
                  <a:pt x="2136439" y="146373"/>
                </a:cubicBezTo>
                <a:cubicBezTo>
                  <a:pt x="2135811" y="146653"/>
                  <a:pt x="2134938" y="146862"/>
                  <a:pt x="2133821" y="147002"/>
                </a:cubicBezTo>
                <a:cubicBezTo>
                  <a:pt x="2132704" y="147141"/>
                  <a:pt x="2131273" y="147211"/>
                  <a:pt x="2129528" y="147211"/>
                </a:cubicBezTo>
                <a:cubicBezTo>
                  <a:pt x="2127853" y="147211"/>
                  <a:pt x="2126457" y="147141"/>
                  <a:pt x="2125340" y="147002"/>
                </a:cubicBezTo>
                <a:cubicBezTo>
                  <a:pt x="2124224" y="146862"/>
                  <a:pt x="2123334" y="146653"/>
                  <a:pt x="2122670" y="146373"/>
                </a:cubicBezTo>
                <a:cubicBezTo>
                  <a:pt x="2122007" y="146094"/>
                  <a:pt x="2121554" y="145763"/>
                  <a:pt x="2121309" y="145379"/>
                </a:cubicBezTo>
                <a:cubicBezTo>
                  <a:pt x="2121065" y="144993"/>
                  <a:pt x="2120943" y="144520"/>
                  <a:pt x="2120943" y="143962"/>
                </a:cubicBezTo>
                <a:lnTo>
                  <a:pt x="2120943" y="3982"/>
                </a:lnTo>
                <a:cubicBezTo>
                  <a:pt x="2120943" y="3424"/>
                  <a:pt x="2121065" y="2935"/>
                  <a:pt x="2121309" y="2516"/>
                </a:cubicBezTo>
                <a:cubicBezTo>
                  <a:pt x="2121554" y="2095"/>
                  <a:pt x="2122007" y="1745"/>
                  <a:pt x="2122670" y="1466"/>
                </a:cubicBezTo>
                <a:cubicBezTo>
                  <a:pt x="2123334" y="1187"/>
                  <a:pt x="2124224" y="977"/>
                  <a:pt x="2125340" y="838"/>
                </a:cubicBezTo>
                <a:cubicBezTo>
                  <a:pt x="2126457" y="698"/>
                  <a:pt x="2127853" y="628"/>
                  <a:pt x="2129528" y="628"/>
                </a:cubicBezTo>
                <a:cubicBezTo>
                  <a:pt x="2131273" y="628"/>
                  <a:pt x="2132704" y="698"/>
                  <a:pt x="2133821" y="838"/>
                </a:cubicBezTo>
                <a:cubicBezTo>
                  <a:pt x="2134938" y="977"/>
                  <a:pt x="2135811" y="1187"/>
                  <a:pt x="2136439" y="1466"/>
                </a:cubicBezTo>
                <a:cubicBezTo>
                  <a:pt x="2137067" y="1745"/>
                  <a:pt x="2137521" y="2095"/>
                  <a:pt x="2137800" y="2516"/>
                </a:cubicBezTo>
                <a:cubicBezTo>
                  <a:pt x="2138079" y="2935"/>
                  <a:pt x="2138219" y="3424"/>
                  <a:pt x="2138219" y="3982"/>
                </a:cubicBezTo>
                <a:lnTo>
                  <a:pt x="2138219" y="143962"/>
                </a:lnTo>
                <a:close/>
                <a:moveTo>
                  <a:pt x="2187057" y="143962"/>
                </a:moveTo>
                <a:cubicBezTo>
                  <a:pt x="2187057" y="144520"/>
                  <a:pt x="2186917" y="144993"/>
                  <a:pt x="2186638" y="145379"/>
                </a:cubicBezTo>
                <a:cubicBezTo>
                  <a:pt x="2186358" y="145763"/>
                  <a:pt x="2185905" y="146094"/>
                  <a:pt x="2185277" y="146373"/>
                </a:cubicBezTo>
                <a:cubicBezTo>
                  <a:pt x="2184648" y="146653"/>
                  <a:pt x="2183776" y="146862"/>
                  <a:pt x="2182659" y="147002"/>
                </a:cubicBezTo>
                <a:cubicBezTo>
                  <a:pt x="2181542" y="147141"/>
                  <a:pt x="2180111" y="147211"/>
                  <a:pt x="2178366" y="147211"/>
                </a:cubicBezTo>
                <a:cubicBezTo>
                  <a:pt x="2176691" y="147211"/>
                  <a:pt x="2175295" y="147141"/>
                  <a:pt x="2174178" y="147002"/>
                </a:cubicBezTo>
                <a:cubicBezTo>
                  <a:pt x="2173061" y="146862"/>
                  <a:pt x="2172171" y="146653"/>
                  <a:pt x="2171508" y="146373"/>
                </a:cubicBezTo>
                <a:cubicBezTo>
                  <a:pt x="2170845" y="146094"/>
                  <a:pt x="2170391" y="145763"/>
                  <a:pt x="2170147" y="145379"/>
                </a:cubicBezTo>
                <a:cubicBezTo>
                  <a:pt x="2169903" y="144993"/>
                  <a:pt x="2169781" y="144520"/>
                  <a:pt x="2169781" y="143962"/>
                </a:cubicBezTo>
                <a:lnTo>
                  <a:pt x="2169781" y="3982"/>
                </a:lnTo>
                <a:cubicBezTo>
                  <a:pt x="2169781" y="3424"/>
                  <a:pt x="2169903" y="2935"/>
                  <a:pt x="2170147" y="2516"/>
                </a:cubicBezTo>
                <a:cubicBezTo>
                  <a:pt x="2170391" y="2095"/>
                  <a:pt x="2170845" y="1745"/>
                  <a:pt x="2171508" y="1466"/>
                </a:cubicBezTo>
                <a:cubicBezTo>
                  <a:pt x="2172171" y="1187"/>
                  <a:pt x="2173061" y="977"/>
                  <a:pt x="2174178" y="838"/>
                </a:cubicBezTo>
                <a:cubicBezTo>
                  <a:pt x="2175295" y="698"/>
                  <a:pt x="2176691" y="628"/>
                  <a:pt x="2178366" y="628"/>
                </a:cubicBezTo>
                <a:cubicBezTo>
                  <a:pt x="2180111" y="628"/>
                  <a:pt x="2181542" y="698"/>
                  <a:pt x="2182659" y="838"/>
                </a:cubicBezTo>
                <a:cubicBezTo>
                  <a:pt x="2183776" y="977"/>
                  <a:pt x="2184648" y="1187"/>
                  <a:pt x="2185277" y="1466"/>
                </a:cubicBezTo>
                <a:cubicBezTo>
                  <a:pt x="2185905" y="1745"/>
                  <a:pt x="2186358" y="2095"/>
                  <a:pt x="2186638" y="2516"/>
                </a:cubicBezTo>
                <a:cubicBezTo>
                  <a:pt x="2186917" y="2935"/>
                  <a:pt x="2187057" y="3424"/>
                  <a:pt x="2187057" y="3982"/>
                </a:cubicBezTo>
                <a:lnTo>
                  <a:pt x="2187057" y="143962"/>
                </a:ln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" name="Text Dimensions">
            <a:extLst xmlns:a="http://schemas.openxmlformats.org/drawingml/2006/main">
              <a:ext uri="{FF2B5EF4-FFF2-40B4-BE49-F238E27FC236}">
                <a16:creationId xmlns:a16="http://schemas.microsoft.com/office/drawing/2014/main" id="{8C5AAD07-AF4A-4B79-807A-4D6954C5F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2941" y="2545348"/>
            <a:ext cx="984329" cy="141138"/>
          </a:xfrm>
          <a:custGeom xmlns:a="http://schemas.openxmlformats.org/drawingml/2006/main">
            <a:pathLst>
              <a:path w="984329" h="141138">
                <a:moveTo>
                  <a:pt x="104179" y="69313"/>
                </a:moveTo>
                <a:cubicBezTo>
                  <a:pt x="104179" y="81039"/>
                  <a:pt x="102678" y="91283"/>
                  <a:pt x="99676" y="100043"/>
                </a:cubicBezTo>
                <a:cubicBezTo>
                  <a:pt x="96675" y="108803"/>
                  <a:pt x="92295" y="116062"/>
                  <a:pt x="86536" y="121821"/>
                </a:cubicBezTo>
                <a:cubicBezTo>
                  <a:pt x="80778" y="127579"/>
                  <a:pt x="73710" y="131890"/>
                  <a:pt x="65334" y="134752"/>
                </a:cubicBezTo>
                <a:cubicBezTo>
                  <a:pt x="56958" y="137613"/>
                  <a:pt x="46976" y="139044"/>
                  <a:pt x="35389" y="139044"/>
                </a:cubicBezTo>
                <a:lnTo>
                  <a:pt x="6701" y="139044"/>
                </a:lnTo>
                <a:cubicBezTo>
                  <a:pt x="5096" y="139044"/>
                  <a:pt x="3577" y="138503"/>
                  <a:pt x="2146" y="137421"/>
                </a:cubicBezTo>
                <a:cubicBezTo>
                  <a:pt x="715" y="136340"/>
                  <a:pt x="0" y="134437"/>
                  <a:pt x="0" y="131715"/>
                </a:cubicBezTo>
                <a:lnTo>
                  <a:pt x="0" y="10889"/>
                </a:lnTo>
                <a:cubicBezTo>
                  <a:pt x="0" y="8167"/>
                  <a:pt x="715" y="6265"/>
                  <a:pt x="2146" y="5183"/>
                </a:cubicBezTo>
                <a:cubicBezTo>
                  <a:pt x="3577" y="4101"/>
                  <a:pt x="5096" y="3560"/>
                  <a:pt x="6701" y="3560"/>
                </a:cubicBezTo>
                <a:lnTo>
                  <a:pt x="37379" y="3560"/>
                </a:lnTo>
                <a:cubicBezTo>
                  <a:pt x="49105" y="3560"/>
                  <a:pt x="59017" y="5078"/>
                  <a:pt x="67114" y="8114"/>
                </a:cubicBezTo>
                <a:cubicBezTo>
                  <a:pt x="75211" y="11151"/>
                  <a:pt x="81999" y="15513"/>
                  <a:pt x="87479" y="21202"/>
                </a:cubicBezTo>
                <a:cubicBezTo>
                  <a:pt x="92958" y="26891"/>
                  <a:pt x="97111" y="33784"/>
                  <a:pt x="99938" y="41881"/>
                </a:cubicBezTo>
                <a:cubicBezTo>
                  <a:pt x="102765" y="49978"/>
                  <a:pt x="104179" y="59122"/>
                  <a:pt x="104179" y="69313"/>
                </a:cubicBezTo>
                <a:moveTo>
                  <a:pt x="85227" y="70098"/>
                </a:moveTo>
                <a:cubicBezTo>
                  <a:pt x="85227" y="62778"/>
                  <a:pt x="84320" y="55962"/>
                  <a:pt x="82505" y="49652"/>
                </a:cubicBezTo>
                <a:cubicBezTo>
                  <a:pt x="80690" y="43339"/>
                  <a:pt x="77846" y="37883"/>
                  <a:pt x="73972" y="33282"/>
                </a:cubicBezTo>
                <a:cubicBezTo>
                  <a:pt x="70098" y="28680"/>
                  <a:pt x="65194" y="25088"/>
                  <a:pt x="59261" y="22508"/>
                </a:cubicBezTo>
                <a:cubicBezTo>
                  <a:pt x="53328" y="19927"/>
                  <a:pt x="45685" y="18637"/>
                  <a:pt x="36332" y="18637"/>
                </a:cubicBezTo>
                <a:lnTo>
                  <a:pt x="18009" y="18637"/>
                </a:lnTo>
                <a:lnTo>
                  <a:pt x="18009" y="123967"/>
                </a:lnTo>
                <a:lnTo>
                  <a:pt x="36541" y="123967"/>
                </a:lnTo>
                <a:cubicBezTo>
                  <a:pt x="45196" y="123967"/>
                  <a:pt x="52491" y="122886"/>
                  <a:pt x="58424" y="120725"/>
                </a:cubicBezTo>
                <a:cubicBezTo>
                  <a:pt x="64357" y="118563"/>
                  <a:pt x="69313" y="115251"/>
                  <a:pt x="73291" y="110788"/>
                </a:cubicBezTo>
                <a:cubicBezTo>
                  <a:pt x="77270" y="106325"/>
                  <a:pt x="80254" y="100729"/>
                  <a:pt x="82243" y="94000"/>
                </a:cubicBezTo>
                <a:cubicBezTo>
                  <a:pt x="84233" y="87270"/>
                  <a:pt x="85227" y="79303"/>
                  <a:pt x="85227" y="70098"/>
                </a:cubicBezTo>
                <a:close/>
                <a:moveTo>
                  <a:pt x="146539" y="136427"/>
                </a:moveTo>
                <a:cubicBezTo>
                  <a:pt x="146539" y="136985"/>
                  <a:pt x="146399" y="137456"/>
                  <a:pt x="146120" y="137840"/>
                </a:cubicBezTo>
                <a:cubicBezTo>
                  <a:pt x="145841" y="138224"/>
                  <a:pt x="145387" y="138556"/>
                  <a:pt x="144759" y="138835"/>
                </a:cubicBezTo>
                <a:cubicBezTo>
                  <a:pt x="144131" y="139114"/>
                  <a:pt x="143258" y="139324"/>
                  <a:pt x="142141" y="139463"/>
                </a:cubicBezTo>
                <a:cubicBezTo>
                  <a:pt x="141025" y="139603"/>
                  <a:pt x="139594" y="139673"/>
                  <a:pt x="137849" y="139673"/>
                </a:cubicBezTo>
                <a:cubicBezTo>
                  <a:pt x="136173" y="139673"/>
                  <a:pt x="134777" y="139603"/>
                  <a:pt x="133661" y="139463"/>
                </a:cubicBezTo>
                <a:cubicBezTo>
                  <a:pt x="132544" y="139324"/>
                  <a:pt x="131654" y="139114"/>
                  <a:pt x="130991" y="138835"/>
                </a:cubicBezTo>
                <a:cubicBezTo>
                  <a:pt x="130328" y="138556"/>
                  <a:pt x="129874" y="138224"/>
                  <a:pt x="129630" y="137840"/>
                </a:cubicBezTo>
                <a:cubicBezTo>
                  <a:pt x="129385" y="137456"/>
                  <a:pt x="129263" y="136985"/>
                  <a:pt x="129263" y="136427"/>
                </a:cubicBezTo>
                <a:lnTo>
                  <a:pt x="129263" y="42195"/>
                </a:lnTo>
                <a:cubicBezTo>
                  <a:pt x="129263" y="41706"/>
                  <a:pt x="129385" y="41253"/>
                  <a:pt x="129630" y="40834"/>
                </a:cubicBezTo>
                <a:cubicBezTo>
                  <a:pt x="129874" y="40415"/>
                  <a:pt x="130328" y="40066"/>
                  <a:pt x="130991" y="39787"/>
                </a:cubicBezTo>
                <a:cubicBezTo>
                  <a:pt x="131654" y="39508"/>
                  <a:pt x="132544" y="39298"/>
                  <a:pt x="133661" y="39159"/>
                </a:cubicBezTo>
                <a:cubicBezTo>
                  <a:pt x="134777" y="39019"/>
                  <a:pt x="136173" y="38949"/>
                  <a:pt x="137849" y="38949"/>
                </a:cubicBezTo>
                <a:cubicBezTo>
                  <a:pt x="139594" y="38949"/>
                  <a:pt x="141025" y="39019"/>
                  <a:pt x="142141" y="39159"/>
                </a:cubicBezTo>
                <a:cubicBezTo>
                  <a:pt x="143258" y="39298"/>
                  <a:pt x="144131" y="39508"/>
                  <a:pt x="144759" y="39787"/>
                </a:cubicBezTo>
                <a:cubicBezTo>
                  <a:pt x="145387" y="40066"/>
                  <a:pt x="145841" y="40415"/>
                  <a:pt x="146120" y="40834"/>
                </a:cubicBezTo>
                <a:cubicBezTo>
                  <a:pt x="146399" y="41253"/>
                  <a:pt x="146539" y="41706"/>
                  <a:pt x="146539" y="42195"/>
                </a:cubicBezTo>
                <a:lnTo>
                  <a:pt x="146539" y="136427"/>
                </a:lnTo>
                <a:moveTo>
                  <a:pt x="148528" y="10261"/>
                </a:moveTo>
                <a:cubicBezTo>
                  <a:pt x="148528" y="14309"/>
                  <a:pt x="147760" y="17066"/>
                  <a:pt x="146225" y="18532"/>
                </a:cubicBezTo>
                <a:cubicBezTo>
                  <a:pt x="144689" y="19998"/>
                  <a:pt x="141862" y="20731"/>
                  <a:pt x="137744" y="20731"/>
                </a:cubicBezTo>
                <a:cubicBezTo>
                  <a:pt x="133695" y="20731"/>
                  <a:pt x="130921" y="20016"/>
                  <a:pt x="129420" y="18585"/>
                </a:cubicBezTo>
                <a:cubicBezTo>
                  <a:pt x="127919" y="17154"/>
                  <a:pt x="127169" y="14449"/>
                  <a:pt x="127169" y="10470"/>
                </a:cubicBezTo>
                <a:cubicBezTo>
                  <a:pt x="127169" y="6422"/>
                  <a:pt x="127937" y="3665"/>
                  <a:pt x="129472" y="2199"/>
                </a:cubicBezTo>
                <a:cubicBezTo>
                  <a:pt x="131008" y="733"/>
                  <a:pt x="133835" y="0"/>
                  <a:pt x="137953" y="0"/>
                </a:cubicBezTo>
                <a:cubicBezTo>
                  <a:pt x="142002" y="0"/>
                  <a:pt x="144776" y="715"/>
                  <a:pt x="146277" y="2146"/>
                </a:cubicBezTo>
                <a:cubicBezTo>
                  <a:pt x="147778" y="3577"/>
                  <a:pt x="148528" y="6282"/>
                  <a:pt x="148528" y="10261"/>
                </a:cubicBezTo>
                <a:close/>
                <a:moveTo>
                  <a:pt x="317879" y="136427"/>
                </a:moveTo>
                <a:cubicBezTo>
                  <a:pt x="317879" y="136985"/>
                  <a:pt x="317739" y="137456"/>
                  <a:pt x="317460" y="137840"/>
                </a:cubicBezTo>
                <a:cubicBezTo>
                  <a:pt x="317181" y="138224"/>
                  <a:pt x="316727" y="138556"/>
                  <a:pt x="316099" y="138835"/>
                </a:cubicBezTo>
                <a:cubicBezTo>
                  <a:pt x="315471" y="139114"/>
                  <a:pt x="314598" y="139324"/>
                  <a:pt x="313481" y="139463"/>
                </a:cubicBezTo>
                <a:cubicBezTo>
                  <a:pt x="312365" y="139603"/>
                  <a:pt x="310969" y="139673"/>
                  <a:pt x="309293" y="139673"/>
                </a:cubicBezTo>
                <a:cubicBezTo>
                  <a:pt x="307548" y="139673"/>
                  <a:pt x="306117" y="139603"/>
                  <a:pt x="305001" y="139463"/>
                </a:cubicBezTo>
                <a:cubicBezTo>
                  <a:pt x="303884" y="139324"/>
                  <a:pt x="302994" y="139114"/>
                  <a:pt x="302331" y="138835"/>
                </a:cubicBezTo>
                <a:cubicBezTo>
                  <a:pt x="301668" y="138556"/>
                  <a:pt x="301196" y="138225"/>
                  <a:pt x="300917" y="137844"/>
                </a:cubicBezTo>
                <a:cubicBezTo>
                  <a:pt x="300638" y="137460"/>
                  <a:pt x="300498" y="136988"/>
                  <a:pt x="300498" y="136430"/>
                </a:cubicBezTo>
                <a:lnTo>
                  <a:pt x="300498" y="79227"/>
                </a:lnTo>
                <a:cubicBezTo>
                  <a:pt x="300498" y="75252"/>
                  <a:pt x="300149" y="71627"/>
                  <a:pt x="299451" y="68351"/>
                </a:cubicBezTo>
                <a:cubicBezTo>
                  <a:pt x="298753" y="65075"/>
                  <a:pt x="297637" y="62252"/>
                  <a:pt x="296101" y="59883"/>
                </a:cubicBezTo>
                <a:cubicBezTo>
                  <a:pt x="294565" y="57512"/>
                  <a:pt x="292611" y="55699"/>
                  <a:pt x="290238" y="54445"/>
                </a:cubicBezTo>
                <a:cubicBezTo>
                  <a:pt x="287864" y="53189"/>
                  <a:pt x="285072" y="52560"/>
                  <a:pt x="281861" y="52560"/>
                </a:cubicBezTo>
                <a:cubicBezTo>
                  <a:pt x="277883" y="52560"/>
                  <a:pt x="273887" y="54095"/>
                  <a:pt x="269873" y="57164"/>
                </a:cubicBezTo>
                <a:cubicBezTo>
                  <a:pt x="265860" y="60231"/>
                  <a:pt x="261445" y="64727"/>
                  <a:pt x="256628" y="70651"/>
                </a:cubicBezTo>
                <a:lnTo>
                  <a:pt x="256628" y="136430"/>
                </a:lnTo>
                <a:cubicBezTo>
                  <a:pt x="256628" y="136988"/>
                  <a:pt x="256489" y="137460"/>
                  <a:pt x="256209" y="137844"/>
                </a:cubicBezTo>
                <a:cubicBezTo>
                  <a:pt x="255930" y="138225"/>
                  <a:pt x="255459" y="138556"/>
                  <a:pt x="254796" y="138835"/>
                </a:cubicBezTo>
                <a:cubicBezTo>
                  <a:pt x="254133" y="139114"/>
                  <a:pt x="253243" y="139324"/>
                  <a:pt x="252126" y="139463"/>
                </a:cubicBezTo>
                <a:cubicBezTo>
                  <a:pt x="251009" y="139603"/>
                  <a:pt x="249613" y="139673"/>
                  <a:pt x="247938" y="139673"/>
                </a:cubicBezTo>
                <a:cubicBezTo>
                  <a:pt x="246333" y="139673"/>
                  <a:pt x="244954" y="139603"/>
                  <a:pt x="243802" y="139463"/>
                </a:cubicBezTo>
                <a:cubicBezTo>
                  <a:pt x="242651" y="139324"/>
                  <a:pt x="241743" y="139114"/>
                  <a:pt x="241080" y="138835"/>
                </a:cubicBezTo>
                <a:cubicBezTo>
                  <a:pt x="240417" y="138556"/>
                  <a:pt x="239963" y="138225"/>
                  <a:pt x="239719" y="137844"/>
                </a:cubicBezTo>
                <a:cubicBezTo>
                  <a:pt x="239475" y="137460"/>
                  <a:pt x="239352" y="136988"/>
                  <a:pt x="239352" y="136430"/>
                </a:cubicBezTo>
                <a:lnTo>
                  <a:pt x="239352" y="79227"/>
                </a:lnTo>
                <a:cubicBezTo>
                  <a:pt x="239352" y="75252"/>
                  <a:pt x="238969" y="71627"/>
                  <a:pt x="238201" y="68351"/>
                </a:cubicBezTo>
                <a:cubicBezTo>
                  <a:pt x="237433" y="65075"/>
                  <a:pt x="236281" y="62252"/>
                  <a:pt x="234746" y="59883"/>
                </a:cubicBezTo>
                <a:cubicBezTo>
                  <a:pt x="233210" y="57512"/>
                  <a:pt x="231273" y="55699"/>
                  <a:pt x="228935" y="54445"/>
                </a:cubicBezTo>
                <a:cubicBezTo>
                  <a:pt x="226596" y="53189"/>
                  <a:pt x="223822" y="52560"/>
                  <a:pt x="220611" y="52560"/>
                </a:cubicBezTo>
                <a:cubicBezTo>
                  <a:pt x="216632" y="52560"/>
                  <a:pt x="212619" y="54095"/>
                  <a:pt x="208570" y="57164"/>
                </a:cubicBezTo>
                <a:cubicBezTo>
                  <a:pt x="204522" y="60231"/>
                  <a:pt x="200124" y="64727"/>
                  <a:pt x="195378" y="70651"/>
                </a:cubicBezTo>
                <a:lnTo>
                  <a:pt x="195378" y="136430"/>
                </a:lnTo>
                <a:cubicBezTo>
                  <a:pt x="195378" y="136988"/>
                  <a:pt x="195238" y="137460"/>
                  <a:pt x="194959" y="137844"/>
                </a:cubicBezTo>
                <a:cubicBezTo>
                  <a:pt x="194680" y="138225"/>
                  <a:pt x="194226" y="138556"/>
                  <a:pt x="193598" y="138835"/>
                </a:cubicBezTo>
                <a:cubicBezTo>
                  <a:pt x="192969" y="139114"/>
                  <a:pt x="192097" y="139324"/>
                  <a:pt x="190980" y="139463"/>
                </a:cubicBezTo>
                <a:cubicBezTo>
                  <a:pt x="189863" y="139603"/>
                  <a:pt x="188432" y="139673"/>
                  <a:pt x="186687" y="139673"/>
                </a:cubicBezTo>
                <a:cubicBezTo>
                  <a:pt x="185012" y="139673"/>
                  <a:pt x="183616" y="139603"/>
                  <a:pt x="182499" y="139463"/>
                </a:cubicBezTo>
                <a:cubicBezTo>
                  <a:pt x="181382" y="139324"/>
                  <a:pt x="180492" y="139114"/>
                  <a:pt x="179829" y="138835"/>
                </a:cubicBezTo>
                <a:cubicBezTo>
                  <a:pt x="179166" y="138556"/>
                  <a:pt x="178713" y="138224"/>
                  <a:pt x="178468" y="137840"/>
                </a:cubicBezTo>
                <a:cubicBezTo>
                  <a:pt x="178224" y="137456"/>
                  <a:pt x="178102" y="136985"/>
                  <a:pt x="178102" y="136427"/>
                </a:cubicBezTo>
                <a:lnTo>
                  <a:pt x="178102" y="42195"/>
                </a:lnTo>
                <a:cubicBezTo>
                  <a:pt x="178102" y="41637"/>
                  <a:pt x="178206" y="41165"/>
                  <a:pt x="178416" y="40781"/>
                </a:cubicBezTo>
                <a:cubicBezTo>
                  <a:pt x="178625" y="40398"/>
                  <a:pt x="179044" y="40049"/>
                  <a:pt x="179672" y="39734"/>
                </a:cubicBezTo>
                <a:cubicBezTo>
                  <a:pt x="180300" y="39420"/>
                  <a:pt x="181103" y="39211"/>
                  <a:pt x="182080" y="39106"/>
                </a:cubicBezTo>
                <a:cubicBezTo>
                  <a:pt x="183058" y="39002"/>
                  <a:pt x="184349" y="38949"/>
                  <a:pt x="185954" y="38949"/>
                </a:cubicBezTo>
                <a:cubicBezTo>
                  <a:pt x="187490" y="38949"/>
                  <a:pt x="188764" y="39002"/>
                  <a:pt x="189776" y="39106"/>
                </a:cubicBezTo>
                <a:cubicBezTo>
                  <a:pt x="190788" y="39211"/>
                  <a:pt x="191573" y="39420"/>
                  <a:pt x="192132" y="39734"/>
                </a:cubicBezTo>
                <a:cubicBezTo>
                  <a:pt x="192690" y="40049"/>
                  <a:pt x="193092" y="40398"/>
                  <a:pt x="193336" y="40781"/>
                </a:cubicBezTo>
                <a:cubicBezTo>
                  <a:pt x="193580" y="41165"/>
                  <a:pt x="193702" y="41637"/>
                  <a:pt x="193702" y="42195"/>
                </a:cubicBezTo>
                <a:lnTo>
                  <a:pt x="193702" y="54654"/>
                </a:lnTo>
                <a:cubicBezTo>
                  <a:pt x="199007" y="48721"/>
                  <a:pt x="204155" y="44376"/>
                  <a:pt x="209146" y="41619"/>
                </a:cubicBezTo>
                <a:cubicBezTo>
                  <a:pt x="214137" y="38862"/>
                  <a:pt x="219180" y="37483"/>
                  <a:pt x="224275" y="37483"/>
                </a:cubicBezTo>
                <a:cubicBezTo>
                  <a:pt x="228184" y="37483"/>
                  <a:pt x="231692" y="37937"/>
                  <a:pt x="234798" y="38844"/>
                </a:cubicBezTo>
                <a:cubicBezTo>
                  <a:pt x="237904" y="39752"/>
                  <a:pt x="240644" y="41026"/>
                  <a:pt x="243017" y="42666"/>
                </a:cubicBezTo>
                <a:cubicBezTo>
                  <a:pt x="245390" y="44306"/>
                  <a:pt x="247415" y="46261"/>
                  <a:pt x="249090" y="48529"/>
                </a:cubicBezTo>
                <a:cubicBezTo>
                  <a:pt x="250765" y="50798"/>
                  <a:pt x="252161" y="53328"/>
                  <a:pt x="253278" y="56120"/>
                </a:cubicBezTo>
                <a:cubicBezTo>
                  <a:pt x="256419" y="52700"/>
                  <a:pt x="259403" y="49803"/>
                  <a:pt x="262230" y="47430"/>
                </a:cubicBezTo>
                <a:cubicBezTo>
                  <a:pt x="265057" y="45057"/>
                  <a:pt x="267779" y="43137"/>
                  <a:pt x="270397" y="41671"/>
                </a:cubicBezTo>
                <a:cubicBezTo>
                  <a:pt x="273014" y="40206"/>
                  <a:pt x="275562" y="39141"/>
                  <a:pt x="278040" y="38478"/>
                </a:cubicBezTo>
                <a:cubicBezTo>
                  <a:pt x="280518" y="37815"/>
                  <a:pt x="283013" y="37483"/>
                  <a:pt x="285526" y="37483"/>
                </a:cubicBezTo>
                <a:cubicBezTo>
                  <a:pt x="291599" y="37483"/>
                  <a:pt x="296694" y="38548"/>
                  <a:pt x="300813" y="40677"/>
                </a:cubicBezTo>
                <a:cubicBezTo>
                  <a:pt x="304931" y="42806"/>
                  <a:pt x="308264" y="45650"/>
                  <a:pt x="310812" y="49210"/>
                </a:cubicBezTo>
                <a:cubicBezTo>
                  <a:pt x="313359" y="52770"/>
                  <a:pt x="315174" y="56940"/>
                  <a:pt x="316256" y="61722"/>
                </a:cubicBezTo>
                <a:cubicBezTo>
                  <a:pt x="317338" y="66503"/>
                  <a:pt x="317879" y="71546"/>
                  <a:pt x="317879" y="76851"/>
                </a:cubicBezTo>
                <a:lnTo>
                  <a:pt x="317879" y="136427"/>
                </a:lnTo>
                <a:close/>
                <a:moveTo>
                  <a:pt x="429446" y="85227"/>
                </a:moveTo>
                <a:cubicBezTo>
                  <a:pt x="429446" y="87950"/>
                  <a:pt x="428765" y="89887"/>
                  <a:pt x="427404" y="91038"/>
                </a:cubicBezTo>
                <a:cubicBezTo>
                  <a:pt x="426043" y="92190"/>
                  <a:pt x="424490" y="92766"/>
                  <a:pt x="422745" y="92766"/>
                </a:cubicBezTo>
                <a:lnTo>
                  <a:pt x="360971" y="92766"/>
                </a:lnTo>
                <a:cubicBezTo>
                  <a:pt x="360971" y="98016"/>
                  <a:pt x="361494" y="102742"/>
                  <a:pt x="362541" y="106943"/>
                </a:cubicBezTo>
                <a:cubicBezTo>
                  <a:pt x="363588" y="111144"/>
                  <a:pt x="365333" y="114750"/>
                  <a:pt x="367776" y="117760"/>
                </a:cubicBezTo>
                <a:cubicBezTo>
                  <a:pt x="370219" y="120771"/>
                  <a:pt x="373395" y="123082"/>
                  <a:pt x="377304" y="124694"/>
                </a:cubicBezTo>
                <a:cubicBezTo>
                  <a:pt x="381213" y="126303"/>
                  <a:pt x="385994" y="127108"/>
                  <a:pt x="391648" y="127108"/>
                </a:cubicBezTo>
                <a:cubicBezTo>
                  <a:pt x="396116" y="127108"/>
                  <a:pt x="400094" y="126742"/>
                  <a:pt x="403584" y="126009"/>
                </a:cubicBezTo>
                <a:cubicBezTo>
                  <a:pt x="407074" y="125276"/>
                  <a:pt x="410093" y="124456"/>
                  <a:pt x="412641" y="123548"/>
                </a:cubicBezTo>
                <a:cubicBezTo>
                  <a:pt x="415189" y="122641"/>
                  <a:pt x="417283" y="121821"/>
                  <a:pt x="418923" y="121088"/>
                </a:cubicBezTo>
                <a:cubicBezTo>
                  <a:pt x="420563" y="120355"/>
                  <a:pt x="421802" y="119989"/>
                  <a:pt x="422640" y="119989"/>
                </a:cubicBezTo>
                <a:cubicBezTo>
                  <a:pt x="423129" y="119989"/>
                  <a:pt x="423565" y="120111"/>
                  <a:pt x="423949" y="120355"/>
                </a:cubicBezTo>
                <a:cubicBezTo>
                  <a:pt x="424333" y="120599"/>
                  <a:pt x="424629" y="120966"/>
                  <a:pt x="424839" y="121454"/>
                </a:cubicBezTo>
                <a:cubicBezTo>
                  <a:pt x="425048" y="121943"/>
                  <a:pt x="425205" y="122624"/>
                  <a:pt x="425310" y="123496"/>
                </a:cubicBezTo>
                <a:cubicBezTo>
                  <a:pt x="425415" y="124369"/>
                  <a:pt x="425467" y="125433"/>
                  <a:pt x="425467" y="126689"/>
                </a:cubicBezTo>
                <a:cubicBezTo>
                  <a:pt x="425467" y="127597"/>
                  <a:pt x="425432" y="128382"/>
                  <a:pt x="425362" y="129045"/>
                </a:cubicBezTo>
                <a:cubicBezTo>
                  <a:pt x="425293" y="129708"/>
                  <a:pt x="425205" y="130302"/>
                  <a:pt x="425101" y="130825"/>
                </a:cubicBezTo>
                <a:cubicBezTo>
                  <a:pt x="424996" y="131349"/>
                  <a:pt x="424821" y="131820"/>
                  <a:pt x="424577" y="132239"/>
                </a:cubicBezTo>
                <a:cubicBezTo>
                  <a:pt x="424333" y="132657"/>
                  <a:pt x="424019" y="133059"/>
                  <a:pt x="423635" y="133443"/>
                </a:cubicBezTo>
                <a:cubicBezTo>
                  <a:pt x="423251" y="133827"/>
                  <a:pt x="422117" y="134455"/>
                  <a:pt x="420232" y="135327"/>
                </a:cubicBezTo>
                <a:cubicBezTo>
                  <a:pt x="418347" y="136200"/>
                  <a:pt x="415904" y="137055"/>
                  <a:pt x="412903" y="137893"/>
                </a:cubicBezTo>
                <a:cubicBezTo>
                  <a:pt x="409901" y="138730"/>
                  <a:pt x="406429" y="139481"/>
                  <a:pt x="402485" y="140144"/>
                </a:cubicBezTo>
                <a:cubicBezTo>
                  <a:pt x="398541" y="140807"/>
                  <a:pt x="394336" y="141138"/>
                  <a:pt x="389868" y="141138"/>
                </a:cubicBezTo>
                <a:cubicBezTo>
                  <a:pt x="382120" y="141138"/>
                  <a:pt x="375332" y="140055"/>
                  <a:pt x="369504" y="137889"/>
                </a:cubicBezTo>
                <a:cubicBezTo>
                  <a:pt x="363675" y="135723"/>
                  <a:pt x="358772" y="132509"/>
                  <a:pt x="354793" y="128247"/>
                </a:cubicBezTo>
                <a:cubicBezTo>
                  <a:pt x="350814" y="123985"/>
                  <a:pt x="347813" y="118639"/>
                  <a:pt x="345789" y="112211"/>
                </a:cubicBezTo>
                <a:cubicBezTo>
                  <a:pt x="343765" y="105783"/>
                  <a:pt x="342752" y="98306"/>
                  <a:pt x="342752" y="89782"/>
                </a:cubicBezTo>
                <a:cubicBezTo>
                  <a:pt x="342752" y="81676"/>
                  <a:pt x="343799" y="74392"/>
                  <a:pt x="345893" y="67929"/>
                </a:cubicBezTo>
                <a:cubicBezTo>
                  <a:pt x="347988" y="61466"/>
                  <a:pt x="351006" y="55981"/>
                  <a:pt x="354950" y="51474"/>
                </a:cubicBezTo>
                <a:cubicBezTo>
                  <a:pt x="358894" y="46968"/>
                  <a:pt x="363658" y="43509"/>
                  <a:pt x="369242" y="41099"/>
                </a:cubicBezTo>
                <a:cubicBezTo>
                  <a:pt x="374826" y="38688"/>
                  <a:pt x="381073" y="37483"/>
                  <a:pt x="387984" y="37483"/>
                </a:cubicBezTo>
                <a:cubicBezTo>
                  <a:pt x="395383" y="37483"/>
                  <a:pt x="401682" y="38670"/>
                  <a:pt x="406882" y="41043"/>
                </a:cubicBezTo>
                <a:cubicBezTo>
                  <a:pt x="412083" y="43416"/>
                  <a:pt x="416358" y="46610"/>
                  <a:pt x="419708" y="50623"/>
                </a:cubicBezTo>
                <a:cubicBezTo>
                  <a:pt x="423059" y="54637"/>
                  <a:pt x="425519" y="59349"/>
                  <a:pt x="427090" y="64758"/>
                </a:cubicBezTo>
                <a:cubicBezTo>
                  <a:pt x="428660" y="70168"/>
                  <a:pt x="429446" y="75944"/>
                  <a:pt x="429446" y="82086"/>
                </a:cubicBezTo>
                <a:lnTo>
                  <a:pt x="429446" y="85227"/>
                </a:lnTo>
                <a:moveTo>
                  <a:pt x="412065" y="79992"/>
                </a:moveTo>
                <a:cubicBezTo>
                  <a:pt x="412275" y="70984"/>
                  <a:pt x="410268" y="63915"/>
                  <a:pt x="406045" y="58787"/>
                </a:cubicBezTo>
                <a:cubicBezTo>
                  <a:pt x="401822" y="53659"/>
                  <a:pt x="395557" y="51095"/>
                  <a:pt x="387251" y="51095"/>
                </a:cubicBezTo>
                <a:cubicBezTo>
                  <a:pt x="382993" y="51095"/>
                  <a:pt x="379259" y="51892"/>
                  <a:pt x="376048" y="53486"/>
                </a:cubicBezTo>
                <a:cubicBezTo>
                  <a:pt x="372837" y="55079"/>
                  <a:pt x="370149" y="57192"/>
                  <a:pt x="367986" y="59827"/>
                </a:cubicBezTo>
                <a:cubicBezTo>
                  <a:pt x="365822" y="62460"/>
                  <a:pt x="364147" y="65527"/>
                  <a:pt x="362960" y="69028"/>
                </a:cubicBezTo>
                <a:cubicBezTo>
                  <a:pt x="361773" y="72527"/>
                  <a:pt x="361110" y="76182"/>
                  <a:pt x="360971" y="79992"/>
                </a:cubicBezTo>
                <a:lnTo>
                  <a:pt x="412065" y="79992"/>
                </a:lnTo>
                <a:close/>
                <a:moveTo>
                  <a:pt x="536249" y="136427"/>
                </a:moveTo>
                <a:cubicBezTo>
                  <a:pt x="536249" y="136985"/>
                  <a:pt x="536110" y="137456"/>
                  <a:pt x="535831" y="137840"/>
                </a:cubicBezTo>
                <a:cubicBezTo>
                  <a:pt x="535551" y="138224"/>
                  <a:pt x="535098" y="138556"/>
                  <a:pt x="534469" y="138835"/>
                </a:cubicBezTo>
                <a:cubicBezTo>
                  <a:pt x="533841" y="139114"/>
                  <a:pt x="532969" y="139324"/>
                  <a:pt x="531852" y="139463"/>
                </a:cubicBezTo>
                <a:cubicBezTo>
                  <a:pt x="530735" y="139603"/>
                  <a:pt x="529339" y="139673"/>
                  <a:pt x="527664" y="139673"/>
                </a:cubicBezTo>
                <a:cubicBezTo>
                  <a:pt x="525919" y="139673"/>
                  <a:pt x="524488" y="139603"/>
                  <a:pt x="523371" y="139463"/>
                </a:cubicBezTo>
                <a:cubicBezTo>
                  <a:pt x="522254" y="139324"/>
                  <a:pt x="521382" y="139114"/>
                  <a:pt x="520753" y="138835"/>
                </a:cubicBezTo>
                <a:cubicBezTo>
                  <a:pt x="520125" y="138556"/>
                  <a:pt x="519671" y="138225"/>
                  <a:pt x="519392" y="137844"/>
                </a:cubicBezTo>
                <a:cubicBezTo>
                  <a:pt x="519113" y="137460"/>
                  <a:pt x="518973" y="136988"/>
                  <a:pt x="518973" y="136430"/>
                </a:cubicBezTo>
                <a:lnTo>
                  <a:pt x="518973" y="81317"/>
                </a:lnTo>
                <a:cubicBezTo>
                  <a:pt x="518973" y="75949"/>
                  <a:pt x="518555" y="71627"/>
                  <a:pt x="517717" y="68351"/>
                </a:cubicBezTo>
                <a:cubicBezTo>
                  <a:pt x="516879" y="65075"/>
                  <a:pt x="515658" y="62252"/>
                  <a:pt x="514052" y="59883"/>
                </a:cubicBezTo>
                <a:cubicBezTo>
                  <a:pt x="512447" y="57512"/>
                  <a:pt x="510370" y="55699"/>
                  <a:pt x="507823" y="54445"/>
                </a:cubicBezTo>
                <a:cubicBezTo>
                  <a:pt x="505275" y="53189"/>
                  <a:pt x="502326" y="52560"/>
                  <a:pt x="498975" y="52560"/>
                </a:cubicBezTo>
                <a:cubicBezTo>
                  <a:pt x="494648" y="52560"/>
                  <a:pt x="490320" y="54095"/>
                  <a:pt x="485992" y="57164"/>
                </a:cubicBezTo>
                <a:cubicBezTo>
                  <a:pt x="481665" y="60231"/>
                  <a:pt x="477128" y="64727"/>
                  <a:pt x="472381" y="70651"/>
                </a:cubicBezTo>
                <a:lnTo>
                  <a:pt x="472381" y="136430"/>
                </a:lnTo>
                <a:cubicBezTo>
                  <a:pt x="472381" y="136988"/>
                  <a:pt x="472241" y="137460"/>
                  <a:pt x="471962" y="137844"/>
                </a:cubicBezTo>
                <a:cubicBezTo>
                  <a:pt x="471683" y="138225"/>
                  <a:pt x="471229" y="138556"/>
                  <a:pt x="470601" y="138835"/>
                </a:cubicBezTo>
                <a:cubicBezTo>
                  <a:pt x="469973" y="139114"/>
                  <a:pt x="469100" y="139324"/>
                  <a:pt x="467984" y="139463"/>
                </a:cubicBezTo>
                <a:cubicBezTo>
                  <a:pt x="466867" y="139603"/>
                  <a:pt x="465436" y="139673"/>
                  <a:pt x="463691" y="139673"/>
                </a:cubicBezTo>
                <a:cubicBezTo>
                  <a:pt x="462016" y="139673"/>
                  <a:pt x="460620" y="139603"/>
                  <a:pt x="459503" y="139463"/>
                </a:cubicBezTo>
                <a:cubicBezTo>
                  <a:pt x="458386" y="139324"/>
                  <a:pt x="457496" y="139114"/>
                  <a:pt x="456833" y="138835"/>
                </a:cubicBezTo>
                <a:cubicBezTo>
                  <a:pt x="456170" y="138556"/>
                  <a:pt x="455716" y="138224"/>
                  <a:pt x="455472" y="137840"/>
                </a:cubicBezTo>
                <a:cubicBezTo>
                  <a:pt x="455227" y="137456"/>
                  <a:pt x="455105" y="136985"/>
                  <a:pt x="455105" y="136427"/>
                </a:cubicBezTo>
                <a:lnTo>
                  <a:pt x="455105" y="42195"/>
                </a:lnTo>
                <a:cubicBezTo>
                  <a:pt x="455105" y="41637"/>
                  <a:pt x="455210" y="41165"/>
                  <a:pt x="455419" y="40781"/>
                </a:cubicBezTo>
                <a:cubicBezTo>
                  <a:pt x="455629" y="40398"/>
                  <a:pt x="456048" y="40049"/>
                  <a:pt x="456676" y="39734"/>
                </a:cubicBezTo>
                <a:cubicBezTo>
                  <a:pt x="457304" y="39420"/>
                  <a:pt x="458107" y="39211"/>
                  <a:pt x="459084" y="39106"/>
                </a:cubicBezTo>
                <a:cubicBezTo>
                  <a:pt x="460061" y="39002"/>
                  <a:pt x="461352" y="38949"/>
                  <a:pt x="462958" y="38949"/>
                </a:cubicBezTo>
                <a:cubicBezTo>
                  <a:pt x="464494" y="38949"/>
                  <a:pt x="465767" y="39002"/>
                  <a:pt x="466779" y="39106"/>
                </a:cubicBezTo>
                <a:cubicBezTo>
                  <a:pt x="467792" y="39211"/>
                  <a:pt x="468577" y="39420"/>
                  <a:pt x="469135" y="39734"/>
                </a:cubicBezTo>
                <a:cubicBezTo>
                  <a:pt x="469694" y="40049"/>
                  <a:pt x="470095" y="40398"/>
                  <a:pt x="470339" y="40781"/>
                </a:cubicBezTo>
                <a:cubicBezTo>
                  <a:pt x="470584" y="41165"/>
                  <a:pt x="470706" y="41637"/>
                  <a:pt x="470706" y="42195"/>
                </a:cubicBezTo>
                <a:lnTo>
                  <a:pt x="470706" y="54654"/>
                </a:lnTo>
                <a:cubicBezTo>
                  <a:pt x="476011" y="48721"/>
                  <a:pt x="481298" y="44376"/>
                  <a:pt x="486568" y="41619"/>
                </a:cubicBezTo>
                <a:cubicBezTo>
                  <a:pt x="491838" y="38862"/>
                  <a:pt x="497161" y="37483"/>
                  <a:pt x="502535" y="37483"/>
                </a:cubicBezTo>
                <a:cubicBezTo>
                  <a:pt x="508817" y="37483"/>
                  <a:pt x="514105" y="38548"/>
                  <a:pt x="518398" y="40677"/>
                </a:cubicBezTo>
                <a:cubicBezTo>
                  <a:pt x="522690" y="42806"/>
                  <a:pt x="526163" y="45650"/>
                  <a:pt x="528815" y="49210"/>
                </a:cubicBezTo>
                <a:cubicBezTo>
                  <a:pt x="531468" y="52770"/>
                  <a:pt x="533370" y="56940"/>
                  <a:pt x="534522" y="61722"/>
                </a:cubicBezTo>
                <a:cubicBezTo>
                  <a:pt x="535673" y="66503"/>
                  <a:pt x="536249" y="72244"/>
                  <a:pt x="536249" y="78945"/>
                </a:cubicBezTo>
                <a:lnTo>
                  <a:pt x="536249" y="136427"/>
                </a:lnTo>
                <a:close/>
                <a:moveTo>
                  <a:pt x="626436" y="110850"/>
                </a:moveTo>
                <a:cubicBezTo>
                  <a:pt x="626436" y="115671"/>
                  <a:pt x="625547" y="119968"/>
                  <a:pt x="623767" y="123741"/>
                </a:cubicBezTo>
                <a:cubicBezTo>
                  <a:pt x="621987" y="127513"/>
                  <a:pt x="619456" y="130692"/>
                  <a:pt x="616176" y="133279"/>
                </a:cubicBezTo>
                <a:cubicBezTo>
                  <a:pt x="612895" y="135864"/>
                  <a:pt x="608986" y="137820"/>
                  <a:pt x="604449" y="139146"/>
                </a:cubicBezTo>
                <a:cubicBezTo>
                  <a:pt x="599912" y="140474"/>
                  <a:pt x="594921" y="141138"/>
                  <a:pt x="589477" y="141138"/>
                </a:cubicBezTo>
                <a:cubicBezTo>
                  <a:pt x="586126" y="141138"/>
                  <a:pt x="582933" y="140880"/>
                  <a:pt x="579896" y="140363"/>
                </a:cubicBezTo>
                <a:cubicBezTo>
                  <a:pt x="576860" y="139846"/>
                  <a:pt x="574138" y="139192"/>
                  <a:pt x="571730" y="138400"/>
                </a:cubicBezTo>
                <a:cubicBezTo>
                  <a:pt x="569322" y="137606"/>
                  <a:pt x="567280" y="136778"/>
                  <a:pt x="565605" y="135916"/>
                </a:cubicBezTo>
                <a:cubicBezTo>
                  <a:pt x="563929" y="135053"/>
                  <a:pt x="562708" y="134276"/>
                  <a:pt x="561940" y="133587"/>
                </a:cubicBezTo>
                <a:cubicBezTo>
                  <a:pt x="561172" y="132897"/>
                  <a:pt x="560614" y="131920"/>
                  <a:pt x="560265" y="130655"/>
                </a:cubicBezTo>
                <a:cubicBezTo>
                  <a:pt x="559916" y="129388"/>
                  <a:pt x="559741" y="127665"/>
                  <a:pt x="559741" y="125485"/>
                </a:cubicBezTo>
                <a:cubicBezTo>
                  <a:pt x="559741" y="124150"/>
                  <a:pt x="559811" y="123026"/>
                  <a:pt x="559951" y="122112"/>
                </a:cubicBezTo>
                <a:cubicBezTo>
                  <a:pt x="560090" y="121196"/>
                  <a:pt x="560265" y="120458"/>
                  <a:pt x="560474" y="119897"/>
                </a:cubicBezTo>
                <a:cubicBezTo>
                  <a:pt x="560684" y="119334"/>
                  <a:pt x="560980" y="118930"/>
                  <a:pt x="561364" y="118683"/>
                </a:cubicBezTo>
                <a:cubicBezTo>
                  <a:pt x="561748" y="118437"/>
                  <a:pt x="562184" y="118313"/>
                  <a:pt x="562673" y="118313"/>
                </a:cubicBezTo>
                <a:cubicBezTo>
                  <a:pt x="563441" y="118313"/>
                  <a:pt x="564575" y="118784"/>
                  <a:pt x="566076" y="119727"/>
                </a:cubicBezTo>
                <a:cubicBezTo>
                  <a:pt x="567576" y="120669"/>
                  <a:pt x="569426" y="121699"/>
                  <a:pt x="571625" y="122816"/>
                </a:cubicBezTo>
                <a:cubicBezTo>
                  <a:pt x="573824" y="123932"/>
                  <a:pt x="576424" y="124962"/>
                  <a:pt x="579425" y="125904"/>
                </a:cubicBezTo>
                <a:cubicBezTo>
                  <a:pt x="582427" y="126847"/>
                  <a:pt x="585882" y="127318"/>
                  <a:pt x="589791" y="127318"/>
                </a:cubicBezTo>
                <a:cubicBezTo>
                  <a:pt x="592722" y="127318"/>
                  <a:pt x="595375" y="127004"/>
                  <a:pt x="597748" y="126375"/>
                </a:cubicBezTo>
                <a:cubicBezTo>
                  <a:pt x="600121" y="125745"/>
                  <a:pt x="602180" y="124818"/>
                  <a:pt x="603926" y="123594"/>
                </a:cubicBezTo>
                <a:cubicBezTo>
                  <a:pt x="605671" y="122371"/>
                  <a:pt x="607014" y="120814"/>
                  <a:pt x="607957" y="118925"/>
                </a:cubicBezTo>
                <a:cubicBezTo>
                  <a:pt x="608899" y="117036"/>
                  <a:pt x="609370" y="114798"/>
                  <a:pt x="609370" y="112211"/>
                </a:cubicBezTo>
                <a:cubicBezTo>
                  <a:pt x="609370" y="109557"/>
                  <a:pt x="608689" y="107321"/>
                  <a:pt x="607328" y="105504"/>
                </a:cubicBezTo>
                <a:cubicBezTo>
                  <a:pt x="605967" y="103687"/>
                  <a:pt x="604170" y="102080"/>
                  <a:pt x="601936" y="100684"/>
                </a:cubicBezTo>
                <a:cubicBezTo>
                  <a:pt x="599703" y="99286"/>
                  <a:pt x="597190" y="98046"/>
                  <a:pt x="594398" y="96964"/>
                </a:cubicBezTo>
                <a:cubicBezTo>
                  <a:pt x="591606" y="95880"/>
                  <a:pt x="588726" y="94744"/>
                  <a:pt x="585760" y="93558"/>
                </a:cubicBezTo>
                <a:cubicBezTo>
                  <a:pt x="582793" y="92369"/>
                  <a:pt x="579896" y="91023"/>
                  <a:pt x="577069" y="89520"/>
                </a:cubicBezTo>
                <a:cubicBezTo>
                  <a:pt x="574242" y="88017"/>
                  <a:pt x="571712" y="86183"/>
                  <a:pt x="569479" y="84017"/>
                </a:cubicBezTo>
                <a:cubicBezTo>
                  <a:pt x="567245" y="81851"/>
                  <a:pt x="565448" y="79266"/>
                  <a:pt x="564086" y="76262"/>
                </a:cubicBezTo>
                <a:cubicBezTo>
                  <a:pt x="562725" y="73259"/>
                  <a:pt x="562045" y="69661"/>
                  <a:pt x="562045" y="65468"/>
                </a:cubicBezTo>
                <a:cubicBezTo>
                  <a:pt x="562045" y="61764"/>
                  <a:pt x="562760" y="58219"/>
                  <a:pt x="564191" y="54831"/>
                </a:cubicBezTo>
                <a:cubicBezTo>
                  <a:pt x="565622" y="51441"/>
                  <a:pt x="567768" y="48472"/>
                  <a:pt x="570630" y="45922"/>
                </a:cubicBezTo>
                <a:cubicBezTo>
                  <a:pt x="573492" y="43370"/>
                  <a:pt x="577069" y="41326"/>
                  <a:pt x="581362" y="39790"/>
                </a:cubicBezTo>
                <a:cubicBezTo>
                  <a:pt x="585655" y="38252"/>
                  <a:pt x="590663" y="37483"/>
                  <a:pt x="596387" y="37483"/>
                </a:cubicBezTo>
                <a:cubicBezTo>
                  <a:pt x="598900" y="37483"/>
                  <a:pt x="601413" y="37696"/>
                  <a:pt x="603926" y="38121"/>
                </a:cubicBezTo>
                <a:cubicBezTo>
                  <a:pt x="606438" y="38547"/>
                  <a:pt x="608707" y="39078"/>
                  <a:pt x="610731" y="39715"/>
                </a:cubicBezTo>
                <a:cubicBezTo>
                  <a:pt x="612755" y="40352"/>
                  <a:pt x="614483" y="41042"/>
                  <a:pt x="615914" y="41786"/>
                </a:cubicBezTo>
                <a:cubicBezTo>
                  <a:pt x="617345" y="42530"/>
                  <a:pt x="618427" y="43185"/>
                  <a:pt x="619160" y="43752"/>
                </a:cubicBezTo>
                <a:cubicBezTo>
                  <a:pt x="619893" y="44320"/>
                  <a:pt x="620381" y="44812"/>
                  <a:pt x="620626" y="45231"/>
                </a:cubicBezTo>
                <a:cubicBezTo>
                  <a:pt x="620870" y="45650"/>
                  <a:pt x="621044" y="46121"/>
                  <a:pt x="621149" y="46645"/>
                </a:cubicBezTo>
                <a:cubicBezTo>
                  <a:pt x="621254" y="47168"/>
                  <a:pt x="621358" y="47814"/>
                  <a:pt x="621463" y="48582"/>
                </a:cubicBezTo>
                <a:cubicBezTo>
                  <a:pt x="621568" y="49350"/>
                  <a:pt x="621620" y="50292"/>
                  <a:pt x="621620" y="51409"/>
                </a:cubicBezTo>
                <a:cubicBezTo>
                  <a:pt x="621620" y="52595"/>
                  <a:pt x="621568" y="53625"/>
                  <a:pt x="621463" y="54497"/>
                </a:cubicBezTo>
                <a:cubicBezTo>
                  <a:pt x="621358" y="55370"/>
                  <a:pt x="621184" y="56085"/>
                  <a:pt x="620940" y="56644"/>
                </a:cubicBezTo>
                <a:cubicBezTo>
                  <a:pt x="620695" y="57202"/>
                  <a:pt x="620399" y="57604"/>
                  <a:pt x="620050" y="57848"/>
                </a:cubicBezTo>
                <a:cubicBezTo>
                  <a:pt x="619701" y="58092"/>
                  <a:pt x="619317" y="58214"/>
                  <a:pt x="618898" y="58214"/>
                </a:cubicBezTo>
                <a:cubicBezTo>
                  <a:pt x="618270" y="58214"/>
                  <a:pt x="617362" y="57825"/>
                  <a:pt x="616176" y="57046"/>
                </a:cubicBezTo>
                <a:cubicBezTo>
                  <a:pt x="614989" y="56268"/>
                  <a:pt x="613453" y="55435"/>
                  <a:pt x="611569" y="54550"/>
                </a:cubicBezTo>
                <a:cubicBezTo>
                  <a:pt x="609684" y="53664"/>
                  <a:pt x="607468" y="52832"/>
                  <a:pt x="604920" y="52053"/>
                </a:cubicBezTo>
                <a:cubicBezTo>
                  <a:pt x="602372" y="51275"/>
                  <a:pt x="599458" y="50885"/>
                  <a:pt x="596178" y="50885"/>
                </a:cubicBezTo>
                <a:cubicBezTo>
                  <a:pt x="593246" y="50885"/>
                  <a:pt x="590663" y="51218"/>
                  <a:pt x="588430" y="51883"/>
                </a:cubicBezTo>
                <a:cubicBezTo>
                  <a:pt x="586196" y="52546"/>
                  <a:pt x="584364" y="53490"/>
                  <a:pt x="582933" y="54713"/>
                </a:cubicBezTo>
                <a:cubicBezTo>
                  <a:pt x="581502" y="55937"/>
                  <a:pt x="580420" y="57389"/>
                  <a:pt x="579687" y="59068"/>
                </a:cubicBezTo>
                <a:cubicBezTo>
                  <a:pt x="578954" y="60746"/>
                  <a:pt x="578588" y="62564"/>
                  <a:pt x="578588" y="64523"/>
                </a:cubicBezTo>
                <a:cubicBezTo>
                  <a:pt x="578588" y="67247"/>
                  <a:pt x="579286" y="69535"/>
                  <a:pt x="580682" y="71387"/>
                </a:cubicBezTo>
                <a:cubicBezTo>
                  <a:pt x="582078" y="73239"/>
                  <a:pt x="583893" y="74864"/>
                  <a:pt x="586126" y="76262"/>
                </a:cubicBezTo>
                <a:cubicBezTo>
                  <a:pt x="588360" y="77658"/>
                  <a:pt x="590908" y="78916"/>
                  <a:pt x="593769" y="80035"/>
                </a:cubicBezTo>
                <a:cubicBezTo>
                  <a:pt x="596631" y="81152"/>
                  <a:pt x="599545" y="82305"/>
                  <a:pt x="602512" y="83493"/>
                </a:cubicBezTo>
                <a:cubicBezTo>
                  <a:pt x="605479" y="84680"/>
                  <a:pt x="608410" y="86007"/>
                  <a:pt x="611307" y="87475"/>
                </a:cubicBezTo>
                <a:cubicBezTo>
                  <a:pt x="614204" y="88943"/>
                  <a:pt x="616769" y="90725"/>
                  <a:pt x="619003" y="92822"/>
                </a:cubicBezTo>
                <a:cubicBezTo>
                  <a:pt x="621236" y="94918"/>
                  <a:pt x="623034" y="97434"/>
                  <a:pt x="624395" y="100370"/>
                </a:cubicBezTo>
                <a:cubicBezTo>
                  <a:pt x="625756" y="103304"/>
                  <a:pt x="626436" y="106797"/>
                  <a:pt x="626436" y="110850"/>
                </a:cubicBezTo>
                <a:close/>
                <a:moveTo>
                  <a:pt x="668497" y="136427"/>
                </a:moveTo>
                <a:cubicBezTo>
                  <a:pt x="668497" y="136985"/>
                  <a:pt x="668357" y="137456"/>
                  <a:pt x="668078" y="137840"/>
                </a:cubicBezTo>
                <a:cubicBezTo>
                  <a:pt x="667799" y="138224"/>
                  <a:pt x="667345" y="138556"/>
                  <a:pt x="666717" y="138835"/>
                </a:cubicBezTo>
                <a:cubicBezTo>
                  <a:pt x="666089" y="139114"/>
                  <a:pt x="665216" y="139324"/>
                  <a:pt x="664099" y="139463"/>
                </a:cubicBezTo>
                <a:cubicBezTo>
                  <a:pt x="662982" y="139603"/>
                  <a:pt x="661551" y="139673"/>
                  <a:pt x="659806" y="139673"/>
                </a:cubicBezTo>
                <a:cubicBezTo>
                  <a:pt x="658131" y="139673"/>
                  <a:pt x="656735" y="139603"/>
                  <a:pt x="655618" y="139463"/>
                </a:cubicBezTo>
                <a:cubicBezTo>
                  <a:pt x="654502" y="139324"/>
                  <a:pt x="653612" y="139114"/>
                  <a:pt x="652948" y="138835"/>
                </a:cubicBezTo>
                <a:cubicBezTo>
                  <a:pt x="652285" y="138556"/>
                  <a:pt x="651832" y="138224"/>
                  <a:pt x="651587" y="137840"/>
                </a:cubicBezTo>
                <a:cubicBezTo>
                  <a:pt x="651343" y="137456"/>
                  <a:pt x="651221" y="136985"/>
                  <a:pt x="651221" y="136427"/>
                </a:cubicBezTo>
                <a:lnTo>
                  <a:pt x="651221" y="42195"/>
                </a:lnTo>
                <a:cubicBezTo>
                  <a:pt x="651221" y="41706"/>
                  <a:pt x="651343" y="41253"/>
                  <a:pt x="651587" y="40834"/>
                </a:cubicBezTo>
                <a:cubicBezTo>
                  <a:pt x="651832" y="40415"/>
                  <a:pt x="652285" y="40066"/>
                  <a:pt x="652948" y="39787"/>
                </a:cubicBezTo>
                <a:cubicBezTo>
                  <a:pt x="653612" y="39508"/>
                  <a:pt x="654502" y="39298"/>
                  <a:pt x="655618" y="39159"/>
                </a:cubicBezTo>
                <a:cubicBezTo>
                  <a:pt x="656735" y="39019"/>
                  <a:pt x="658131" y="38949"/>
                  <a:pt x="659806" y="38949"/>
                </a:cubicBezTo>
                <a:cubicBezTo>
                  <a:pt x="661551" y="38949"/>
                  <a:pt x="662982" y="39019"/>
                  <a:pt x="664099" y="39159"/>
                </a:cubicBezTo>
                <a:cubicBezTo>
                  <a:pt x="665216" y="39298"/>
                  <a:pt x="666089" y="39508"/>
                  <a:pt x="666717" y="39787"/>
                </a:cubicBezTo>
                <a:cubicBezTo>
                  <a:pt x="667345" y="40066"/>
                  <a:pt x="667799" y="40415"/>
                  <a:pt x="668078" y="40834"/>
                </a:cubicBezTo>
                <a:cubicBezTo>
                  <a:pt x="668357" y="41253"/>
                  <a:pt x="668497" y="41706"/>
                  <a:pt x="668497" y="42195"/>
                </a:cubicBezTo>
                <a:lnTo>
                  <a:pt x="668497" y="136427"/>
                </a:lnTo>
                <a:moveTo>
                  <a:pt x="670486" y="10261"/>
                </a:moveTo>
                <a:cubicBezTo>
                  <a:pt x="670486" y="14309"/>
                  <a:pt x="669718" y="17066"/>
                  <a:pt x="668183" y="18532"/>
                </a:cubicBezTo>
                <a:cubicBezTo>
                  <a:pt x="666647" y="19998"/>
                  <a:pt x="663820" y="20731"/>
                  <a:pt x="659702" y="20731"/>
                </a:cubicBezTo>
                <a:cubicBezTo>
                  <a:pt x="655653" y="20731"/>
                  <a:pt x="652879" y="20016"/>
                  <a:pt x="651378" y="18585"/>
                </a:cubicBezTo>
                <a:cubicBezTo>
                  <a:pt x="649877" y="17154"/>
                  <a:pt x="649127" y="14449"/>
                  <a:pt x="649127" y="10470"/>
                </a:cubicBezTo>
                <a:cubicBezTo>
                  <a:pt x="649127" y="6422"/>
                  <a:pt x="649895" y="3665"/>
                  <a:pt x="651430" y="2199"/>
                </a:cubicBezTo>
                <a:cubicBezTo>
                  <a:pt x="652966" y="733"/>
                  <a:pt x="655793" y="0"/>
                  <a:pt x="659911" y="0"/>
                </a:cubicBezTo>
                <a:cubicBezTo>
                  <a:pt x="663960" y="0"/>
                  <a:pt x="666734" y="715"/>
                  <a:pt x="668235" y="2146"/>
                </a:cubicBezTo>
                <a:cubicBezTo>
                  <a:pt x="669736" y="3577"/>
                  <a:pt x="670486" y="6282"/>
                  <a:pt x="670486" y="10261"/>
                </a:cubicBezTo>
                <a:close/>
                <a:moveTo>
                  <a:pt x="787694" y="88316"/>
                </a:moveTo>
                <a:cubicBezTo>
                  <a:pt x="787694" y="96001"/>
                  <a:pt x="786682" y="103075"/>
                  <a:pt x="784658" y="109538"/>
                </a:cubicBezTo>
                <a:cubicBezTo>
                  <a:pt x="782633" y="116001"/>
                  <a:pt x="779615" y="121574"/>
                  <a:pt x="775601" y="126258"/>
                </a:cubicBezTo>
                <a:cubicBezTo>
                  <a:pt x="771587" y="130939"/>
                  <a:pt x="766562" y="134589"/>
                  <a:pt x="760524" y="137209"/>
                </a:cubicBezTo>
                <a:cubicBezTo>
                  <a:pt x="754486" y="139828"/>
                  <a:pt x="747488" y="141138"/>
                  <a:pt x="739531" y="141138"/>
                </a:cubicBezTo>
                <a:cubicBezTo>
                  <a:pt x="731783" y="141138"/>
                  <a:pt x="725030" y="139986"/>
                  <a:pt x="719271" y="137680"/>
                </a:cubicBezTo>
                <a:cubicBezTo>
                  <a:pt x="713513" y="135374"/>
                  <a:pt x="708714" y="132021"/>
                  <a:pt x="704875" y="127619"/>
                </a:cubicBezTo>
                <a:cubicBezTo>
                  <a:pt x="701036" y="123217"/>
                  <a:pt x="698174" y="117872"/>
                  <a:pt x="696289" y="111583"/>
                </a:cubicBezTo>
                <a:cubicBezTo>
                  <a:pt x="694404" y="105294"/>
                  <a:pt x="693462" y="98167"/>
                  <a:pt x="693462" y="90201"/>
                </a:cubicBezTo>
                <a:cubicBezTo>
                  <a:pt x="693462" y="82516"/>
                  <a:pt x="694457" y="75442"/>
                  <a:pt x="696446" y="68979"/>
                </a:cubicBezTo>
                <a:cubicBezTo>
                  <a:pt x="698436" y="62516"/>
                  <a:pt x="701437" y="56944"/>
                  <a:pt x="705451" y="52263"/>
                </a:cubicBezTo>
                <a:cubicBezTo>
                  <a:pt x="709464" y="47579"/>
                  <a:pt x="714472" y="43945"/>
                  <a:pt x="720475" y="41361"/>
                </a:cubicBezTo>
                <a:cubicBezTo>
                  <a:pt x="726478" y="38776"/>
                  <a:pt x="733493" y="37483"/>
                  <a:pt x="741520" y="37483"/>
                </a:cubicBezTo>
                <a:cubicBezTo>
                  <a:pt x="749268" y="37483"/>
                  <a:pt x="756022" y="38636"/>
                  <a:pt x="761780" y="40942"/>
                </a:cubicBezTo>
                <a:cubicBezTo>
                  <a:pt x="767539" y="43247"/>
                  <a:pt x="772338" y="46601"/>
                  <a:pt x="776177" y="51003"/>
                </a:cubicBezTo>
                <a:cubicBezTo>
                  <a:pt x="780016" y="55405"/>
                  <a:pt x="782895" y="60750"/>
                  <a:pt x="784815" y="67039"/>
                </a:cubicBezTo>
                <a:cubicBezTo>
                  <a:pt x="786734" y="73327"/>
                  <a:pt x="787694" y="80420"/>
                  <a:pt x="787694" y="88316"/>
                </a:cubicBezTo>
                <a:moveTo>
                  <a:pt x="769476" y="89416"/>
                </a:moveTo>
                <a:cubicBezTo>
                  <a:pt x="769476" y="84320"/>
                  <a:pt x="769005" y="79504"/>
                  <a:pt x="768062" y="74967"/>
                </a:cubicBezTo>
                <a:cubicBezTo>
                  <a:pt x="767120" y="70430"/>
                  <a:pt x="765567" y="66451"/>
                  <a:pt x="763403" y="63031"/>
                </a:cubicBezTo>
                <a:cubicBezTo>
                  <a:pt x="761239" y="59610"/>
                  <a:pt x="758308" y="56906"/>
                  <a:pt x="754608" y="54916"/>
                </a:cubicBezTo>
                <a:cubicBezTo>
                  <a:pt x="750909" y="52927"/>
                  <a:pt x="746302" y="51932"/>
                  <a:pt x="740788" y="51932"/>
                </a:cubicBezTo>
                <a:cubicBezTo>
                  <a:pt x="735692" y="51932"/>
                  <a:pt x="731312" y="52840"/>
                  <a:pt x="727647" y="54654"/>
                </a:cubicBezTo>
                <a:cubicBezTo>
                  <a:pt x="723983" y="56469"/>
                  <a:pt x="720964" y="59035"/>
                  <a:pt x="718591" y="62350"/>
                </a:cubicBezTo>
                <a:cubicBezTo>
                  <a:pt x="716217" y="65666"/>
                  <a:pt x="714455" y="69592"/>
                  <a:pt x="713303" y="74129"/>
                </a:cubicBezTo>
                <a:cubicBezTo>
                  <a:pt x="712151" y="78666"/>
                  <a:pt x="711576" y="83622"/>
                  <a:pt x="711576" y="88997"/>
                </a:cubicBezTo>
                <a:cubicBezTo>
                  <a:pt x="711576" y="94162"/>
                  <a:pt x="712047" y="99013"/>
                  <a:pt x="712989" y="103550"/>
                </a:cubicBezTo>
                <a:cubicBezTo>
                  <a:pt x="713931" y="108087"/>
                  <a:pt x="715502" y="112049"/>
                  <a:pt x="717701" y="115434"/>
                </a:cubicBezTo>
                <a:cubicBezTo>
                  <a:pt x="719899" y="118819"/>
                  <a:pt x="722849" y="121507"/>
                  <a:pt x="726548" y="123496"/>
                </a:cubicBezTo>
                <a:cubicBezTo>
                  <a:pt x="730247" y="125485"/>
                  <a:pt x="734854" y="126480"/>
                  <a:pt x="740369" y="126480"/>
                </a:cubicBezTo>
                <a:cubicBezTo>
                  <a:pt x="745394" y="126480"/>
                  <a:pt x="749757" y="125573"/>
                  <a:pt x="753456" y="123758"/>
                </a:cubicBezTo>
                <a:cubicBezTo>
                  <a:pt x="757156" y="121943"/>
                  <a:pt x="760192" y="119395"/>
                  <a:pt x="762566" y="116115"/>
                </a:cubicBezTo>
                <a:cubicBezTo>
                  <a:pt x="764939" y="112834"/>
                  <a:pt x="766684" y="108925"/>
                  <a:pt x="767801" y="104388"/>
                </a:cubicBezTo>
                <a:cubicBezTo>
                  <a:pt x="768917" y="99851"/>
                  <a:pt x="769476" y="94860"/>
                  <a:pt x="769476" y="89416"/>
                </a:cubicBezTo>
                <a:close/>
                <a:moveTo>
                  <a:pt x="894141" y="136427"/>
                </a:moveTo>
                <a:cubicBezTo>
                  <a:pt x="894141" y="136985"/>
                  <a:pt x="894002" y="137456"/>
                  <a:pt x="893723" y="137840"/>
                </a:cubicBezTo>
                <a:cubicBezTo>
                  <a:pt x="893443" y="138224"/>
                  <a:pt x="892990" y="138556"/>
                  <a:pt x="892362" y="138835"/>
                </a:cubicBezTo>
                <a:cubicBezTo>
                  <a:pt x="891733" y="139114"/>
                  <a:pt x="890861" y="139324"/>
                  <a:pt x="889744" y="139463"/>
                </a:cubicBezTo>
                <a:cubicBezTo>
                  <a:pt x="888627" y="139603"/>
                  <a:pt x="887231" y="139673"/>
                  <a:pt x="885556" y="139673"/>
                </a:cubicBezTo>
                <a:cubicBezTo>
                  <a:pt x="883811" y="139673"/>
                  <a:pt x="882380" y="139603"/>
                  <a:pt x="881263" y="139463"/>
                </a:cubicBezTo>
                <a:cubicBezTo>
                  <a:pt x="880146" y="139324"/>
                  <a:pt x="879274" y="139114"/>
                  <a:pt x="878646" y="138835"/>
                </a:cubicBezTo>
                <a:cubicBezTo>
                  <a:pt x="878017" y="138556"/>
                  <a:pt x="877564" y="138225"/>
                  <a:pt x="877284" y="137844"/>
                </a:cubicBezTo>
                <a:cubicBezTo>
                  <a:pt x="877005" y="137460"/>
                  <a:pt x="876866" y="136988"/>
                  <a:pt x="876866" y="136430"/>
                </a:cubicBezTo>
                <a:lnTo>
                  <a:pt x="876866" y="81317"/>
                </a:lnTo>
                <a:cubicBezTo>
                  <a:pt x="876866" y="75949"/>
                  <a:pt x="876447" y="71627"/>
                  <a:pt x="875609" y="68351"/>
                </a:cubicBezTo>
                <a:cubicBezTo>
                  <a:pt x="874772" y="65075"/>
                  <a:pt x="873550" y="62252"/>
                  <a:pt x="871945" y="59883"/>
                </a:cubicBezTo>
                <a:cubicBezTo>
                  <a:pt x="870339" y="57512"/>
                  <a:pt x="868263" y="55699"/>
                  <a:pt x="865715" y="54445"/>
                </a:cubicBezTo>
                <a:cubicBezTo>
                  <a:pt x="863167" y="53189"/>
                  <a:pt x="860218" y="52560"/>
                  <a:pt x="856868" y="52560"/>
                </a:cubicBezTo>
                <a:cubicBezTo>
                  <a:pt x="852540" y="52560"/>
                  <a:pt x="848212" y="54095"/>
                  <a:pt x="843884" y="57164"/>
                </a:cubicBezTo>
                <a:cubicBezTo>
                  <a:pt x="839557" y="60231"/>
                  <a:pt x="835020" y="64727"/>
                  <a:pt x="830273" y="70651"/>
                </a:cubicBezTo>
                <a:lnTo>
                  <a:pt x="830273" y="136430"/>
                </a:lnTo>
                <a:cubicBezTo>
                  <a:pt x="830273" y="136988"/>
                  <a:pt x="830134" y="137460"/>
                  <a:pt x="829854" y="137844"/>
                </a:cubicBezTo>
                <a:cubicBezTo>
                  <a:pt x="829575" y="138225"/>
                  <a:pt x="829121" y="138556"/>
                  <a:pt x="828493" y="138835"/>
                </a:cubicBezTo>
                <a:cubicBezTo>
                  <a:pt x="827865" y="139114"/>
                  <a:pt x="826993" y="139324"/>
                  <a:pt x="825876" y="139463"/>
                </a:cubicBezTo>
                <a:cubicBezTo>
                  <a:pt x="824759" y="139603"/>
                  <a:pt x="823328" y="139673"/>
                  <a:pt x="821583" y="139673"/>
                </a:cubicBezTo>
                <a:cubicBezTo>
                  <a:pt x="819908" y="139673"/>
                  <a:pt x="818512" y="139603"/>
                  <a:pt x="817395" y="139463"/>
                </a:cubicBezTo>
                <a:cubicBezTo>
                  <a:pt x="816278" y="139324"/>
                  <a:pt x="815388" y="139114"/>
                  <a:pt x="814725" y="138835"/>
                </a:cubicBezTo>
                <a:cubicBezTo>
                  <a:pt x="814062" y="138556"/>
                  <a:pt x="813608" y="138224"/>
                  <a:pt x="813364" y="137840"/>
                </a:cubicBezTo>
                <a:cubicBezTo>
                  <a:pt x="813120" y="137456"/>
                  <a:pt x="812997" y="136985"/>
                  <a:pt x="812997" y="136427"/>
                </a:cubicBezTo>
                <a:lnTo>
                  <a:pt x="812997" y="42195"/>
                </a:lnTo>
                <a:cubicBezTo>
                  <a:pt x="812997" y="41637"/>
                  <a:pt x="813102" y="41165"/>
                  <a:pt x="813311" y="40781"/>
                </a:cubicBezTo>
                <a:cubicBezTo>
                  <a:pt x="813521" y="40398"/>
                  <a:pt x="813940" y="40049"/>
                  <a:pt x="814568" y="39734"/>
                </a:cubicBezTo>
                <a:cubicBezTo>
                  <a:pt x="815196" y="39420"/>
                  <a:pt x="815999" y="39211"/>
                  <a:pt x="816976" y="39106"/>
                </a:cubicBezTo>
                <a:cubicBezTo>
                  <a:pt x="817953" y="39002"/>
                  <a:pt x="819245" y="38949"/>
                  <a:pt x="820850" y="38949"/>
                </a:cubicBezTo>
                <a:cubicBezTo>
                  <a:pt x="822386" y="38949"/>
                  <a:pt x="823660" y="39002"/>
                  <a:pt x="824672" y="39106"/>
                </a:cubicBezTo>
                <a:cubicBezTo>
                  <a:pt x="825684" y="39211"/>
                  <a:pt x="826469" y="39420"/>
                  <a:pt x="827027" y="39734"/>
                </a:cubicBezTo>
                <a:cubicBezTo>
                  <a:pt x="827586" y="40049"/>
                  <a:pt x="827987" y="40398"/>
                  <a:pt x="828232" y="40781"/>
                </a:cubicBezTo>
                <a:cubicBezTo>
                  <a:pt x="828476" y="41165"/>
                  <a:pt x="828598" y="41637"/>
                  <a:pt x="828598" y="42195"/>
                </a:cubicBezTo>
                <a:lnTo>
                  <a:pt x="828598" y="54654"/>
                </a:lnTo>
                <a:cubicBezTo>
                  <a:pt x="833903" y="48721"/>
                  <a:pt x="839190" y="44376"/>
                  <a:pt x="844460" y="41619"/>
                </a:cubicBezTo>
                <a:cubicBezTo>
                  <a:pt x="849730" y="38862"/>
                  <a:pt x="855053" y="37483"/>
                  <a:pt x="860427" y="37483"/>
                </a:cubicBezTo>
                <a:cubicBezTo>
                  <a:pt x="866710" y="37483"/>
                  <a:pt x="871997" y="38548"/>
                  <a:pt x="876290" y="40677"/>
                </a:cubicBezTo>
                <a:cubicBezTo>
                  <a:pt x="880583" y="42806"/>
                  <a:pt x="884055" y="45650"/>
                  <a:pt x="886708" y="49210"/>
                </a:cubicBezTo>
                <a:cubicBezTo>
                  <a:pt x="889360" y="52770"/>
                  <a:pt x="891262" y="56940"/>
                  <a:pt x="892414" y="61722"/>
                </a:cubicBezTo>
                <a:cubicBezTo>
                  <a:pt x="893566" y="66503"/>
                  <a:pt x="894141" y="72244"/>
                  <a:pt x="894141" y="78945"/>
                </a:cubicBezTo>
                <a:lnTo>
                  <a:pt x="894141" y="136427"/>
                </a:lnTo>
                <a:close/>
                <a:moveTo>
                  <a:pt x="984329" y="110850"/>
                </a:moveTo>
                <a:cubicBezTo>
                  <a:pt x="984329" y="115671"/>
                  <a:pt x="983439" y="119968"/>
                  <a:pt x="981659" y="123741"/>
                </a:cubicBezTo>
                <a:cubicBezTo>
                  <a:pt x="979879" y="127513"/>
                  <a:pt x="977349" y="130692"/>
                  <a:pt x="974068" y="133279"/>
                </a:cubicBezTo>
                <a:cubicBezTo>
                  <a:pt x="970787" y="135864"/>
                  <a:pt x="966879" y="137820"/>
                  <a:pt x="962341" y="139146"/>
                </a:cubicBezTo>
                <a:cubicBezTo>
                  <a:pt x="957804" y="140474"/>
                  <a:pt x="952814" y="141138"/>
                  <a:pt x="947369" y="141138"/>
                </a:cubicBezTo>
                <a:cubicBezTo>
                  <a:pt x="944019" y="141138"/>
                  <a:pt x="940825" y="140880"/>
                  <a:pt x="937789" y="140363"/>
                </a:cubicBezTo>
                <a:cubicBezTo>
                  <a:pt x="934752" y="139846"/>
                  <a:pt x="932030" y="139192"/>
                  <a:pt x="929622" y="138400"/>
                </a:cubicBezTo>
                <a:cubicBezTo>
                  <a:pt x="927214" y="137606"/>
                  <a:pt x="925172" y="136778"/>
                  <a:pt x="923497" y="135916"/>
                </a:cubicBezTo>
                <a:cubicBezTo>
                  <a:pt x="921822" y="135053"/>
                  <a:pt x="920600" y="134276"/>
                  <a:pt x="919832" y="133587"/>
                </a:cubicBezTo>
                <a:cubicBezTo>
                  <a:pt x="919065" y="132897"/>
                  <a:pt x="918506" y="131920"/>
                  <a:pt x="918157" y="130655"/>
                </a:cubicBezTo>
                <a:cubicBezTo>
                  <a:pt x="917808" y="129388"/>
                  <a:pt x="917634" y="127665"/>
                  <a:pt x="917634" y="125485"/>
                </a:cubicBezTo>
                <a:cubicBezTo>
                  <a:pt x="917634" y="124150"/>
                  <a:pt x="917704" y="123026"/>
                  <a:pt x="917843" y="122112"/>
                </a:cubicBezTo>
                <a:cubicBezTo>
                  <a:pt x="917983" y="121196"/>
                  <a:pt x="918157" y="120458"/>
                  <a:pt x="918367" y="119897"/>
                </a:cubicBezTo>
                <a:cubicBezTo>
                  <a:pt x="918576" y="119334"/>
                  <a:pt x="918873" y="118930"/>
                  <a:pt x="919257" y="118683"/>
                </a:cubicBezTo>
                <a:cubicBezTo>
                  <a:pt x="919640" y="118437"/>
                  <a:pt x="920077" y="118313"/>
                  <a:pt x="920565" y="118313"/>
                </a:cubicBezTo>
                <a:cubicBezTo>
                  <a:pt x="921333" y="118313"/>
                  <a:pt x="922467" y="118784"/>
                  <a:pt x="923968" y="119727"/>
                </a:cubicBezTo>
                <a:cubicBezTo>
                  <a:pt x="925469" y="120669"/>
                  <a:pt x="927319" y="121699"/>
                  <a:pt x="929517" y="122816"/>
                </a:cubicBezTo>
                <a:cubicBezTo>
                  <a:pt x="931716" y="123932"/>
                  <a:pt x="934316" y="124962"/>
                  <a:pt x="937318" y="125904"/>
                </a:cubicBezTo>
                <a:cubicBezTo>
                  <a:pt x="940319" y="126847"/>
                  <a:pt x="943774" y="127318"/>
                  <a:pt x="947683" y="127318"/>
                </a:cubicBezTo>
                <a:cubicBezTo>
                  <a:pt x="950615" y="127318"/>
                  <a:pt x="953267" y="127004"/>
                  <a:pt x="955641" y="126375"/>
                </a:cubicBezTo>
                <a:cubicBezTo>
                  <a:pt x="958014" y="125745"/>
                  <a:pt x="960073" y="124818"/>
                  <a:pt x="961818" y="123594"/>
                </a:cubicBezTo>
                <a:cubicBezTo>
                  <a:pt x="963563" y="122371"/>
                  <a:pt x="964907" y="120814"/>
                  <a:pt x="965849" y="118925"/>
                </a:cubicBezTo>
                <a:cubicBezTo>
                  <a:pt x="966791" y="117036"/>
                  <a:pt x="967262" y="114798"/>
                  <a:pt x="967262" y="112211"/>
                </a:cubicBezTo>
                <a:cubicBezTo>
                  <a:pt x="967262" y="109557"/>
                  <a:pt x="966582" y="107321"/>
                  <a:pt x="965221" y="105504"/>
                </a:cubicBezTo>
                <a:cubicBezTo>
                  <a:pt x="963860" y="103687"/>
                  <a:pt x="962062" y="102080"/>
                  <a:pt x="959829" y="100684"/>
                </a:cubicBezTo>
                <a:cubicBezTo>
                  <a:pt x="957595" y="99286"/>
                  <a:pt x="955082" y="98046"/>
                  <a:pt x="952290" y="96964"/>
                </a:cubicBezTo>
                <a:cubicBezTo>
                  <a:pt x="949498" y="95880"/>
                  <a:pt x="946619" y="94744"/>
                  <a:pt x="943652" y="93558"/>
                </a:cubicBezTo>
                <a:cubicBezTo>
                  <a:pt x="940686" y="92369"/>
                  <a:pt x="937789" y="91023"/>
                  <a:pt x="934962" y="89520"/>
                </a:cubicBezTo>
                <a:cubicBezTo>
                  <a:pt x="932135" y="88017"/>
                  <a:pt x="929605" y="86183"/>
                  <a:pt x="927371" y="84017"/>
                </a:cubicBezTo>
                <a:cubicBezTo>
                  <a:pt x="925137" y="81851"/>
                  <a:pt x="923340" y="79266"/>
                  <a:pt x="921979" y="76262"/>
                </a:cubicBezTo>
                <a:cubicBezTo>
                  <a:pt x="920618" y="73259"/>
                  <a:pt x="919937" y="69661"/>
                  <a:pt x="919937" y="65468"/>
                </a:cubicBezTo>
                <a:cubicBezTo>
                  <a:pt x="919937" y="61764"/>
                  <a:pt x="920653" y="58219"/>
                  <a:pt x="922084" y="54831"/>
                </a:cubicBezTo>
                <a:cubicBezTo>
                  <a:pt x="923514" y="51441"/>
                  <a:pt x="925661" y="48472"/>
                  <a:pt x="928523" y="45922"/>
                </a:cubicBezTo>
                <a:cubicBezTo>
                  <a:pt x="931385" y="43370"/>
                  <a:pt x="934962" y="41326"/>
                  <a:pt x="939255" y="39790"/>
                </a:cubicBezTo>
                <a:cubicBezTo>
                  <a:pt x="943547" y="38252"/>
                  <a:pt x="948556" y="37483"/>
                  <a:pt x="954279" y="37483"/>
                </a:cubicBezTo>
                <a:cubicBezTo>
                  <a:pt x="956792" y="37483"/>
                  <a:pt x="959305" y="37696"/>
                  <a:pt x="961818" y="38121"/>
                </a:cubicBezTo>
                <a:cubicBezTo>
                  <a:pt x="964331" y="38547"/>
                  <a:pt x="966599" y="39078"/>
                  <a:pt x="968624" y="39715"/>
                </a:cubicBezTo>
                <a:cubicBezTo>
                  <a:pt x="970648" y="40352"/>
                  <a:pt x="972375" y="41042"/>
                  <a:pt x="973806" y="41786"/>
                </a:cubicBezTo>
                <a:cubicBezTo>
                  <a:pt x="975237" y="42530"/>
                  <a:pt x="976319" y="43185"/>
                  <a:pt x="977052" y="43752"/>
                </a:cubicBezTo>
                <a:cubicBezTo>
                  <a:pt x="977785" y="44320"/>
                  <a:pt x="978274" y="44812"/>
                  <a:pt x="978518" y="45231"/>
                </a:cubicBezTo>
                <a:cubicBezTo>
                  <a:pt x="978762" y="45650"/>
                  <a:pt x="978937" y="46121"/>
                  <a:pt x="979041" y="46645"/>
                </a:cubicBezTo>
                <a:cubicBezTo>
                  <a:pt x="979146" y="47168"/>
                  <a:pt x="979251" y="47814"/>
                  <a:pt x="979356" y="48582"/>
                </a:cubicBezTo>
                <a:cubicBezTo>
                  <a:pt x="979460" y="49350"/>
                  <a:pt x="979513" y="50292"/>
                  <a:pt x="979513" y="51409"/>
                </a:cubicBezTo>
                <a:cubicBezTo>
                  <a:pt x="979513" y="52595"/>
                  <a:pt x="979460" y="53625"/>
                  <a:pt x="979356" y="54497"/>
                </a:cubicBezTo>
                <a:cubicBezTo>
                  <a:pt x="979251" y="55370"/>
                  <a:pt x="979076" y="56085"/>
                  <a:pt x="978832" y="56644"/>
                </a:cubicBezTo>
                <a:cubicBezTo>
                  <a:pt x="978588" y="57202"/>
                  <a:pt x="978291" y="57604"/>
                  <a:pt x="977942" y="57848"/>
                </a:cubicBezTo>
                <a:cubicBezTo>
                  <a:pt x="977593" y="58092"/>
                  <a:pt x="977209" y="58214"/>
                  <a:pt x="976790" y="58214"/>
                </a:cubicBezTo>
                <a:cubicBezTo>
                  <a:pt x="976162" y="58214"/>
                  <a:pt x="975255" y="57825"/>
                  <a:pt x="974068" y="57046"/>
                </a:cubicBezTo>
                <a:cubicBezTo>
                  <a:pt x="972881" y="56268"/>
                  <a:pt x="971346" y="55435"/>
                  <a:pt x="969461" y="54550"/>
                </a:cubicBezTo>
                <a:cubicBezTo>
                  <a:pt x="967577" y="53664"/>
                  <a:pt x="965360" y="52832"/>
                  <a:pt x="962813" y="52053"/>
                </a:cubicBezTo>
                <a:cubicBezTo>
                  <a:pt x="960265" y="51275"/>
                  <a:pt x="957351" y="50885"/>
                  <a:pt x="954070" y="50885"/>
                </a:cubicBezTo>
                <a:cubicBezTo>
                  <a:pt x="951138" y="50885"/>
                  <a:pt x="948556" y="51218"/>
                  <a:pt x="946322" y="51883"/>
                </a:cubicBezTo>
                <a:cubicBezTo>
                  <a:pt x="944088" y="52546"/>
                  <a:pt x="942256" y="53490"/>
                  <a:pt x="940825" y="54713"/>
                </a:cubicBezTo>
                <a:cubicBezTo>
                  <a:pt x="939394" y="55937"/>
                  <a:pt x="938312" y="57389"/>
                  <a:pt x="937579" y="59068"/>
                </a:cubicBezTo>
                <a:cubicBezTo>
                  <a:pt x="936847" y="60746"/>
                  <a:pt x="936480" y="62564"/>
                  <a:pt x="936480" y="64523"/>
                </a:cubicBezTo>
                <a:cubicBezTo>
                  <a:pt x="936480" y="67247"/>
                  <a:pt x="937178" y="69535"/>
                  <a:pt x="938574" y="71387"/>
                </a:cubicBezTo>
                <a:cubicBezTo>
                  <a:pt x="939970" y="73239"/>
                  <a:pt x="941785" y="74864"/>
                  <a:pt x="944019" y="76262"/>
                </a:cubicBezTo>
                <a:cubicBezTo>
                  <a:pt x="946252" y="77658"/>
                  <a:pt x="948800" y="78916"/>
                  <a:pt x="951662" y="80035"/>
                </a:cubicBezTo>
                <a:cubicBezTo>
                  <a:pt x="954524" y="81152"/>
                  <a:pt x="957438" y="82305"/>
                  <a:pt x="960404" y="83493"/>
                </a:cubicBezTo>
                <a:cubicBezTo>
                  <a:pt x="963371" y="84680"/>
                  <a:pt x="966303" y="86007"/>
                  <a:pt x="969199" y="87475"/>
                </a:cubicBezTo>
                <a:cubicBezTo>
                  <a:pt x="972096" y="88943"/>
                  <a:pt x="974661" y="90725"/>
                  <a:pt x="976895" y="92822"/>
                </a:cubicBezTo>
                <a:cubicBezTo>
                  <a:pt x="979129" y="94918"/>
                  <a:pt x="980926" y="97434"/>
                  <a:pt x="982287" y="100370"/>
                </a:cubicBezTo>
                <a:cubicBezTo>
                  <a:pt x="983648" y="103304"/>
                  <a:pt x="984329" y="106797"/>
                  <a:pt x="984329" y="110850"/>
                </a:cubicBezTo>
                <a:close/>
              </a:path>
            </a:pathLst>
          </a:custGeom>
          <a:solidFill xmlns:a="http://schemas.openxmlformats.org/drawingml/2006/main">
            <a:srgbClr val="C0504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Text 1">
            <a:extLst xmlns:a="http://schemas.openxmlformats.org/drawingml/2006/main">
              <a:ext uri="{FF2B5EF4-FFF2-40B4-BE49-F238E27FC236}">
                <a16:creationId xmlns:a16="http://schemas.microsoft.com/office/drawing/2014/main" id="{4D668F45-80D2-4776-A544-9A597F05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407" y="2800014"/>
            <a:ext cx="50362" cy="144594"/>
          </a:xfrm>
          <a:custGeom xmlns:a="http://schemas.openxmlformats.org/drawingml/2006/main">
            <a:pathLst>
              <a:path w="50362" h="144594">
                <a:moveTo>
                  <a:pt x="50362" y="144594"/>
                </a:moveTo>
                <a:lnTo>
                  <a:pt x="30992" y="144594"/>
                </a:lnTo>
                <a:lnTo>
                  <a:pt x="30992" y="19893"/>
                </a:lnTo>
                <a:lnTo>
                  <a:pt x="0" y="20207"/>
                </a:lnTo>
                <a:lnTo>
                  <a:pt x="0" y="5340"/>
                </a:lnTo>
                <a:lnTo>
                  <a:pt x="50362" y="0"/>
                </a:lnTo>
                <a:lnTo>
                  <a:pt x="50362" y="14459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B89CCD-1281-450E-B5A6-C5D653B8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1701" y="3037431"/>
            <a:ext cx="133542" cy="14026"/>
          </a:xfrm>
          <a:custGeom xmlns:a="http://schemas.openxmlformats.org/drawingml/2006/main">
            <a:pathLst>
              <a:path w="133542" h="14026">
                <a:moveTo>
                  <a:pt x="0" y="0"/>
                </a:moveTo>
                <a:lnTo>
                  <a:pt x="133542" y="0"/>
                </a:lnTo>
                <a:lnTo>
                  <a:pt x="133542" y="14026"/>
                </a:lnTo>
                <a:lnTo>
                  <a:pt x="0" y="14026"/>
                </a:lnTo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Text �">
            <a:extLst xmlns:a="http://schemas.openxmlformats.org/drawingml/2006/main">
              <a:ext uri="{FF2B5EF4-FFF2-40B4-BE49-F238E27FC236}">
                <a16:creationId xmlns:a16="http://schemas.microsoft.com/office/drawing/2014/main" id="{A150077B-774E-4EDB-969F-BFF295275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0915" y="3105401"/>
            <a:ext cx="124072" cy="144594"/>
          </a:xfrm>
          <a:custGeom xmlns:a="http://schemas.openxmlformats.org/drawingml/2006/main">
            <a:pathLst>
              <a:path w="124072" h="144594">
                <a:moveTo>
                  <a:pt x="42509" y="106691"/>
                </a:moveTo>
                <a:lnTo>
                  <a:pt x="44080" y="118627"/>
                </a:lnTo>
                <a:lnTo>
                  <a:pt x="44603" y="118732"/>
                </a:lnTo>
                <a:lnTo>
                  <a:pt x="49733" y="106691"/>
                </a:lnTo>
                <a:lnTo>
                  <a:pt x="102922" y="0"/>
                </a:lnTo>
                <a:lnTo>
                  <a:pt x="124072" y="0"/>
                </a:lnTo>
                <a:lnTo>
                  <a:pt x="48791" y="144594"/>
                </a:lnTo>
                <a:lnTo>
                  <a:pt x="32039" y="144594"/>
                </a:lnTo>
                <a:lnTo>
                  <a:pt x="0" y="0"/>
                </a:lnTo>
                <a:lnTo>
                  <a:pt x="21255" y="0"/>
                </a:lnTo>
                <a:lnTo>
                  <a:pt x="42509" y="106691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" name="Text Probability">
            <a:extLst xmlns:a="http://schemas.openxmlformats.org/drawingml/2006/main">
              <a:ext uri="{FF2B5EF4-FFF2-40B4-BE49-F238E27FC236}">
                <a16:creationId xmlns:a16="http://schemas.microsoft.com/office/drawing/2014/main" id="{B050BE2B-F094-4A7C-B608-29C526A3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5790" y="1786789"/>
            <a:ext cx="918607" cy="184066"/>
          </a:xfrm>
          <a:custGeom xmlns:a="http://schemas.openxmlformats.org/drawingml/2006/main">
            <a:pathLst>
              <a:path w="918607" h="184066">
                <a:moveTo>
                  <a:pt x="83238" y="50152"/>
                </a:moveTo>
                <a:cubicBezTo>
                  <a:pt x="83238" y="56923"/>
                  <a:pt x="82121" y="63031"/>
                  <a:pt x="79888" y="68475"/>
                </a:cubicBezTo>
                <a:cubicBezTo>
                  <a:pt x="77654" y="73920"/>
                  <a:pt x="74461" y="78561"/>
                  <a:pt x="70307" y="82401"/>
                </a:cubicBezTo>
                <a:cubicBezTo>
                  <a:pt x="66154" y="86240"/>
                  <a:pt x="61059" y="89206"/>
                  <a:pt x="55021" y="91300"/>
                </a:cubicBezTo>
                <a:cubicBezTo>
                  <a:pt x="48983" y="93394"/>
                  <a:pt x="41776" y="94441"/>
                  <a:pt x="33400" y="94441"/>
                </a:cubicBezTo>
                <a:lnTo>
                  <a:pt x="18009" y="94441"/>
                </a:lnTo>
                <a:lnTo>
                  <a:pt x="18009" y="143232"/>
                </a:lnTo>
                <a:cubicBezTo>
                  <a:pt x="18009" y="143791"/>
                  <a:pt x="17852" y="144279"/>
                  <a:pt x="17538" y="144698"/>
                </a:cubicBezTo>
                <a:cubicBezTo>
                  <a:pt x="17223" y="145117"/>
                  <a:pt x="16735" y="145449"/>
                  <a:pt x="16072" y="145693"/>
                </a:cubicBezTo>
                <a:cubicBezTo>
                  <a:pt x="15409" y="145937"/>
                  <a:pt x="14501" y="146147"/>
                  <a:pt x="13350" y="146321"/>
                </a:cubicBezTo>
                <a:cubicBezTo>
                  <a:pt x="12198" y="146496"/>
                  <a:pt x="10749" y="146583"/>
                  <a:pt x="9004" y="146583"/>
                </a:cubicBezTo>
                <a:cubicBezTo>
                  <a:pt x="7259" y="146583"/>
                  <a:pt x="5811" y="146496"/>
                  <a:pt x="4659" y="146321"/>
                </a:cubicBezTo>
                <a:cubicBezTo>
                  <a:pt x="3508" y="146147"/>
                  <a:pt x="2583" y="145937"/>
                  <a:pt x="1885" y="145693"/>
                </a:cubicBezTo>
                <a:cubicBezTo>
                  <a:pt x="1187" y="145449"/>
                  <a:pt x="698" y="145117"/>
                  <a:pt x="419" y="144698"/>
                </a:cubicBezTo>
                <a:cubicBezTo>
                  <a:pt x="140" y="144279"/>
                  <a:pt x="0" y="143791"/>
                  <a:pt x="0" y="143232"/>
                </a:cubicBezTo>
                <a:lnTo>
                  <a:pt x="0" y="18218"/>
                </a:lnTo>
                <a:cubicBezTo>
                  <a:pt x="0" y="15426"/>
                  <a:pt x="733" y="13437"/>
                  <a:pt x="2199" y="12250"/>
                </a:cubicBezTo>
                <a:cubicBezTo>
                  <a:pt x="3665" y="11064"/>
                  <a:pt x="5305" y="10470"/>
                  <a:pt x="7120" y="10470"/>
                </a:cubicBezTo>
                <a:lnTo>
                  <a:pt x="36122" y="10470"/>
                </a:lnTo>
                <a:cubicBezTo>
                  <a:pt x="39054" y="10470"/>
                  <a:pt x="41863" y="10592"/>
                  <a:pt x="44551" y="10837"/>
                </a:cubicBezTo>
                <a:cubicBezTo>
                  <a:pt x="47238" y="11081"/>
                  <a:pt x="50414" y="11604"/>
                  <a:pt x="54079" y="12407"/>
                </a:cubicBezTo>
                <a:cubicBezTo>
                  <a:pt x="57743" y="13210"/>
                  <a:pt x="61478" y="14711"/>
                  <a:pt x="65282" y="16909"/>
                </a:cubicBezTo>
                <a:cubicBezTo>
                  <a:pt x="69086" y="19108"/>
                  <a:pt x="72314" y="21813"/>
                  <a:pt x="74967" y="25024"/>
                </a:cubicBezTo>
                <a:cubicBezTo>
                  <a:pt x="77619" y="28235"/>
                  <a:pt x="79661" y="31952"/>
                  <a:pt x="81092" y="36175"/>
                </a:cubicBezTo>
                <a:cubicBezTo>
                  <a:pt x="82523" y="40398"/>
                  <a:pt x="83238" y="45057"/>
                  <a:pt x="83238" y="50152"/>
                </a:cubicBezTo>
                <a:moveTo>
                  <a:pt x="64287" y="51569"/>
                </a:moveTo>
                <a:cubicBezTo>
                  <a:pt x="64287" y="46063"/>
                  <a:pt x="63257" y="41465"/>
                  <a:pt x="61198" y="37775"/>
                </a:cubicBezTo>
                <a:cubicBezTo>
                  <a:pt x="59139" y="34082"/>
                  <a:pt x="56591" y="31330"/>
                  <a:pt x="53555" y="29519"/>
                </a:cubicBezTo>
                <a:cubicBezTo>
                  <a:pt x="50519" y="27707"/>
                  <a:pt x="47378" y="26557"/>
                  <a:pt x="44132" y="26071"/>
                </a:cubicBezTo>
                <a:cubicBezTo>
                  <a:pt x="40886" y="25582"/>
                  <a:pt x="37728" y="25338"/>
                  <a:pt x="34656" y="25338"/>
                </a:cubicBezTo>
                <a:lnTo>
                  <a:pt x="18009" y="25338"/>
                </a:lnTo>
                <a:lnTo>
                  <a:pt x="18009" y="79574"/>
                </a:lnTo>
                <a:lnTo>
                  <a:pt x="34238" y="79574"/>
                </a:lnTo>
                <a:cubicBezTo>
                  <a:pt x="39682" y="79574"/>
                  <a:pt x="44202" y="78877"/>
                  <a:pt x="47796" y="77483"/>
                </a:cubicBezTo>
                <a:cubicBezTo>
                  <a:pt x="51391" y="76089"/>
                  <a:pt x="54410" y="74156"/>
                  <a:pt x="56853" y="71685"/>
                </a:cubicBezTo>
                <a:cubicBezTo>
                  <a:pt x="59296" y="69211"/>
                  <a:pt x="61146" y="66250"/>
                  <a:pt x="62402" y="62802"/>
                </a:cubicBezTo>
                <a:cubicBezTo>
                  <a:pt x="63659" y="59353"/>
                  <a:pt x="64287" y="55609"/>
                  <a:pt x="64287" y="51569"/>
                </a:cubicBezTo>
                <a:close/>
                <a:moveTo>
                  <a:pt x="163733" y="55283"/>
                </a:moveTo>
                <a:cubicBezTo>
                  <a:pt x="163733" y="56818"/>
                  <a:pt x="163698" y="58110"/>
                  <a:pt x="163628" y="59157"/>
                </a:cubicBezTo>
                <a:cubicBezTo>
                  <a:pt x="163559" y="60204"/>
                  <a:pt x="163419" y="61024"/>
                  <a:pt x="163210" y="61617"/>
                </a:cubicBezTo>
                <a:cubicBezTo>
                  <a:pt x="163000" y="62210"/>
                  <a:pt x="162739" y="62664"/>
                  <a:pt x="162424" y="62978"/>
                </a:cubicBezTo>
                <a:cubicBezTo>
                  <a:pt x="162110" y="63292"/>
                  <a:pt x="161674" y="63449"/>
                  <a:pt x="161116" y="63449"/>
                </a:cubicBezTo>
                <a:cubicBezTo>
                  <a:pt x="160557" y="63449"/>
                  <a:pt x="159877" y="63292"/>
                  <a:pt x="159074" y="62978"/>
                </a:cubicBezTo>
                <a:cubicBezTo>
                  <a:pt x="158271" y="62664"/>
                  <a:pt x="157364" y="62350"/>
                  <a:pt x="156352" y="62036"/>
                </a:cubicBezTo>
                <a:cubicBezTo>
                  <a:pt x="155340" y="61722"/>
                  <a:pt x="154205" y="61425"/>
                  <a:pt x="152949" y="61146"/>
                </a:cubicBezTo>
                <a:cubicBezTo>
                  <a:pt x="151692" y="60867"/>
                  <a:pt x="150331" y="60727"/>
                  <a:pt x="148866" y="60727"/>
                </a:cubicBezTo>
                <a:cubicBezTo>
                  <a:pt x="147120" y="60727"/>
                  <a:pt x="145410" y="61076"/>
                  <a:pt x="143735" y="61774"/>
                </a:cubicBezTo>
                <a:cubicBezTo>
                  <a:pt x="142060" y="62472"/>
                  <a:pt x="140297" y="63624"/>
                  <a:pt x="138448" y="65229"/>
                </a:cubicBezTo>
                <a:cubicBezTo>
                  <a:pt x="136598" y="66835"/>
                  <a:pt x="134661" y="68964"/>
                  <a:pt x="132637" y="71616"/>
                </a:cubicBezTo>
                <a:cubicBezTo>
                  <a:pt x="130612" y="74269"/>
                  <a:pt x="128379" y="77514"/>
                  <a:pt x="125936" y="81353"/>
                </a:cubicBezTo>
                <a:lnTo>
                  <a:pt x="125936" y="143337"/>
                </a:lnTo>
                <a:cubicBezTo>
                  <a:pt x="125936" y="143896"/>
                  <a:pt x="125796" y="144367"/>
                  <a:pt x="125517" y="144751"/>
                </a:cubicBezTo>
                <a:cubicBezTo>
                  <a:pt x="125238" y="145134"/>
                  <a:pt x="124784" y="145466"/>
                  <a:pt x="124156" y="145745"/>
                </a:cubicBezTo>
                <a:cubicBezTo>
                  <a:pt x="123528" y="146024"/>
                  <a:pt x="122655" y="146234"/>
                  <a:pt x="121538" y="146373"/>
                </a:cubicBezTo>
                <a:cubicBezTo>
                  <a:pt x="120421" y="146513"/>
                  <a:pt x="118991" y="146583"/>
                  <a:pt x="117245" y="146583"/>
                </a:cubicBezTo>
                <a:cubicBezTo>
                  <a:pt x="115570" y="146583"/>
                  <a:pt x="114174" y="146513"/>
                  <a:pt x="113057" y="146373"/>
                </a:cubicBezTo>
                <a:cubicBezTo>
                  <a:pt x="111941" y="146234"/>
                  <a:pt x="111051" y="146024"/>
                  <a:pt x="110388" y="145745"/>
                </a:cubicBezTo>
                <a:cubicBezTo>
                  <a:pt x="109724" y="145466"/>
                  <a:pt x="109271" y="145134"/>
                  <a:pt x="109026" y="144751"/>
                </a:cubicBezTo>
                <a:cubicBezTo>
                  <a:pt x="108782" y="144367"/>
                  <a:pt x="108660" y="143896"/>
                  <a:pt x="108660" y="143337"/>
                </a:cubicBezTo>
                <a:lnTo>
                  <a:pt x="108660" y="49105"/>
                </a:lnTo>
                <a:cubicBezTo>
                  <a:pt x="108660" y="48547"/>
                  <a:pt x="108765" y="48076"/>
                  <a:pt x="108974" y="47692"/>
                </a:cubicBezTo>
                <a:cubicBezTo>
                  <a:pt x="109183" y="47308"/>
                  <a:pt x="109602" y="46959"/>
                  <a:pt x="110230" y="46645"/>
                </a:cubicBezTo>
                <a:cubicBezTo>
                  <a:pt x="110859" y="46331"/>
                  <a:pt x="111661" y="46121"/>
                  <a:pt x="112639" y="46017"/>
                </a:cubicBezTo>
                <a:cubicBezTo>
                  <a:pt x="113616" y="45912"/>
                  <a:pt x="114907" y="45860"/>
                  <a:pt x="116513" y="45860"/>
                </a:cubicBezTo>
                <a:cubicBezTo>
                  <a:pt x="118048" y="45860"/>
                  <a:pt x="119322" y="45912"/>
                  <a:pt x="120334" y="46017"/>
                </a:cubicBezTo>
                <a:cubicBezTo>
                  <a:pt x="121346" y="46121"/>
                  <a:pt x="122132" y="46331"/>
                  <a:pt x="122690" y="46645"/>
                </a:cubicBezTo>
                <a:cubicBezTo>
                  <a:pt x="123248" y="46959"/>
                  <a:pt x="123650" y="47308"/>
                  <a:pt x="123894" y="47692"/>
                </a:cubicBezTo>
                <a:cubicBezTo>
                  <a:pt x="124138" y="48076"/>
                  <a:pt x="124261" y="48547"/>
                  <a:pt x="124261" y="49105"/>
                </a:cubicBezTo>
                <a:lnTo>
                  <a:pt x="124261" y="62821"/>
                </a:lnTo>
                <a:cubicBezTo>
                  <a:pt x="126843" y="59052"/>
                  <a:pt x="129269" y="55981"/>
                  <a:pt x="131537" y="53607"/>
                </a:cubicBezTo>
                <a:cubicBezTo>
                  <a:pt x="133806" y="51234"/>
                  <a:pt x="135952" y="49367"/>
                  <a:pt x="137976" y="48006"/>
                </a:cubicBezTo>
                <a:cubicBezTo>
                  <a:pt x="140001" y="46645"/>
                  <a:pt x="142008" y="45702"/>
                  <a:pt x="143997" y="45179"/>
                </a:cubicBezTo>
                <a:cubicBezTo>
                  <a:pt x="145986" y="44655"/>
                  <a:pt x="147993" y="44394"/>
                  <a:pt x="150017" y="44394"/>
                </a:cubicBezTo>
                <a:cubicBezTo>
                  <a:pt x="150925" y="44394"/>
                  <a:pt x="151954" y="44446"/>
                  <a:pt x="153106" y="44551"/>
                </a:cubicBezTo>
                <a:cubicBezTo>
                  <a:pt x="154258" y="44655"/>
                  <a:pt x="155462" y="44847"/>
                  <a:pt x="156718" y="45127"/>
                </a:cubicBezTo>
                <a:cubicBezTo>
                  <a:pt x="157975" y="45406"/>
                  <a:pt x="159109" y="45720"/>
                  <a:pt x="160121" y="46069"/>
                </a:cubicBezTo>
                <a:cubicBezTo>
                  <a:pt x="161133" y="46418"/>
                  <a:pt x="161849" y="46767"/>
                  <a:pt x="162267" y="47116"/>
                </a:cubicBezTo>
                <a:cubicBezTo>
                  <a:pt x="162686" y="47465"/>
                  <a:pt x="162965" y="47796"/>
                  <a:pt x="163105" y="48111"/>
                </a:cubicBezTo>
                <a:cubicBezTo>
                  <a:pt x="163245" y="48425"/>
                  <a:pt x="163367" y="48826"/>
                  <a:pt x="163471" y="49315"/>
                </a:cubicBezTo>
                <a:cubicBezTo>
                  <a:pt x="163576" y="49803"/>
                  <a:pt x="163646" y="50519"/>
                  <a:pt x="163681" y="51461"/>
                </a:cubicBezTo>
                <a:cubicBezTo>
                  <a:pt x="163716" y="52403"/>
                  <a:pt x="163733" y="53677"/>
                  <a:pt x="163733" y="55283"/>
                </a:cubicBezTo>
                <a:close/>
                <a:moveTo>
                  <a:pt x="271080" y="95227"/>
                </a:moveTo>
                <a:cubicBezTo>
                  <a:pt x="271080" y="102911"/>
                  <a:pt x="270068" y="109985"/>
                  <a:pt x="268043" y="116448"/>
                </a:cubicBezTo>
                <a:cubicBezTo>
                  <a:pt x="266019" y="122911"/>
                  <a:pt x="263000" y="128485"/>
                  <a:pt x="258987" y="133168"/>
                </a:cubicBezTo>
                <a:cubicBezTo>
                  <a:pt x="254973" y="137849"/>
                  <a:pt x="249947" y="141499"/>
                  <a:pt x="243910" y="144119"/>
                </a:cubicBezTo>
                <a:cubicBezTo>
                  <a:pt x="237872" y="146739"/>
                  <a:pt x="230874" y="148049"/>
                  <a:pt x="222917" y="148049"/>
                </a:cubicBezTo>
                <a:cubicBezTo>
                  <a:pt x="215169" y="148049"/>
                  <a:pt x="208416" y="146896"/>
                  <a:pt x="202657" y="144590"/>
                </a:cubicBezTo>
                <a:cubicBezTo>
                  <a:pt x="196898" y="142285"/>
                  <a:pt x="192099" y="138931"/>
                  <a:pt x="188260" y="134529"/>
                </a:cubicBezTo>
                <a:cubicBezTo>
                  <a:pt x="184421" y="130127"/>
                  <a:pt x="181559" y="124782"/>
                  <a:pt x="179675" y="118493"/>
                </a:cubicBezTo>
                <a:cubicBezTo>
                  <a:pt x="177790" y="112205"/>
                  <a:pt x="176848" y="105077"/>
                  <a:pt x="176848" y="97111"/>
                </a:cubicBezTo>
                <a:cubicBezTo>
                  <a:pt x="176848" y="89426"/>
                  <a:pt x="177843" y="82353"/>
                  <a:pt x="179832" y="75889"/>
                </a:cubicBezTo>
                <a:cubicBezTo>
                  <a:pt x="181821" y="69426"/>
                  <a:pt x="184823" y="63854"/>
                  <a:pt x="188836" y="59173"/>
                </a:cubicBezTo>
                <a:cubicBezTo>
                  <a:pt x="192850" y="54490"/>
                  <a:pt x="197858" y="50856"/>
                  <a:pt x="203861" y="48271"/>
                </a:cubicBezTo>
                <a:cubicBezTo>
                  <a:pt x="209864" y="45686"/>
                  <a:pt x="216879" y="44394"/>
                  <a:pt x="224906" y="44394"/>
                </a:cubicBezTo>
                <a:cubicBezTo>
                  <a:pt x="232654" y="44394"/>
                  <a:pt x="239407" y="45546"/>
                  <a:pt x="245166" y="47852"/>
                </a:cubicBezTo>
                <a:cubicBezTo>
                  <a:pt x="250925" y="50158"/>
                  <a:pt x="255723" y="53511"/>
                  <a:pt x="259563" y="57913"/>
                </a:cubicBezTo>
                <a:cubicBezTo>
                  <a:pt x="263402" y="62315"/>
                  <a:pt x="266281" y="67660"/>
                  <a:pt x="268200" y="73949"/>
                </a:cubicBezTo>
                <a:cubicBezTo>
                  <a:pt x="270120" y="80238"/>
                  <a:pt x="271080" y="87330"/>
                  <a:pt x="271080" y="95227"/>
                </a:cubicBezTo>
                <a:moveTo>
                  <a:pt x="252862" y="96326"/>
                </a:moveTo>
                <a:cubicBezTo>
                  <a:pt x="252862" y="91230"/>
                  <a:pt x="252390" y="86414"/>
                  <a:pt x="251448" y="81877"/>
                </a:cubicBezTo>
                <a:cubicBezTo>
                  <a:pt x="250506" y="77340"/>
                  <a:pt x="248953" y="73361"/>
                  <a:pt x="246789" y="69941"/>
                </a:cubicBezTo>
                <a:cubicBezTo>
                  <a:pt x="244625" y="66521"/>
                  <a:pt x="241693" y="63816"/>
                  <a:pt x="237994" y="61827"/>
                </a:cubicBezTo>
                <a:cubicBezTo>
                  <a:pt x="234294" y="59837"/>
                  <a:pt x="229688" y="58843"/>
                  <a:pt x="224173" y="58843"/>
                </a:cubicBezTo>
                <a:cubicBezTo>
                  <a:pt x="219078" y="58843"/>
                  <a:pt x="214698" y="59750"/>
                  <a:pt x="211033" y="61565"/>
                </a:cubicBezTo>
                <a:cubicBezTo>
                  <a:pt x="207369" y="63380"/>
                  <a:pt x="204350" y="65945"/>
                  <a:pt x="201976" y="69260"/>
                </a:cubicBezTo>
                <a:cubicBezTo>
                  <a:pt x="199603" y="72576"/>
                  <a:pt x="197841" y="76502"/>
                  <a:pt x="196689" y="81039"/>
                </a:cubicBezTo>
                <a:cubicBezTo>
                  <a:pt x="195537" y="85576"/>
                  <a:pt x="194961" y="90532"/>
                  <a:pt x="194961" y="95907"/>
                </a:cubicBezTo>
                <a:cubicBezTo>
                  <a:pt x="194961" y="101072"/>
                  <a:pt x="195433" y="105924"/>
                  <a:pt x="196375" y="110461"/>
                </a:cubicBezTo>
                <a:cubicBezTo>
                  <a:pt x="197317" y="114998"/>
                  <a:pt x="198888" y="118959"/>
                  <a:pt x="201086" y="122344"/>
                </a:cubicBezTo>
                <a:cubicBezTo>
                  <a:pt x="203285" y="125730"/>
                  <a:pt x="206234" y="128417"/>
                  <a:pt x="209934" y="130406"/>
                </a:cubicBezTo>
                <a:cubicBezTo>
                  <a:pt x="213633" y="132396"/>
                  <a:pt x="218240" y="133390"/>
                  <a:pt x="223754" y="133390"/>
                </a:cubicBezTo>
                <a:cubicBezTo>
                  <a:pt x="228780" y="133390"/>
                  <a:pt x="233143" y="132483"/>
                  <a:pt x="236842" y="130668"/>
                </a:cubicBezTo>
                <a:cubicBezTo>
                  <a:pt x="240542" y="128853"/>
                  <a:pt x="243578" y="126306"/>
                  <a:pt x="245951" y="123025"/>
                </a:cubicBezTo>
                <a:cubicBezTo>
                  <a:pt x="248324" y="119744"/>
                  <a:pt x="250070" y="115835"/>
                  <a:pt x="251186" y="111298"/>
                </a:cubicBezTo>
                <a:cubicBezTo>
                  <a:pt x="252303" y="106761"/>
                  <a:pt x="252862" y="101770"/>
                  <a:pt x="252862" y="96326"/>
                </a:cubicBezTo>
                <a:close/>
                <a:moveTo>
                  <a:pt x="383075" y="95017"/>
                </a:moveTo>
                <a:cubicBezTo>
                  <a:pt x="383075" y="103190"/>
                  <a:pt x="382185" y="110544"/>
                  <a:pt x="380405" y="117077"/>
                </a:cubicBezTo>
                <a:cubicBezTo>
                  <a:pt x="378625" y="123610"/>
                  <a:pt x="376008" y="129183"/>
                  <a:pt x="372553" y="133796"/>
                </a:cubicBezTo>
                <a:cubicBezTo>
                  <a:pt x="369098" y="138407"/>
                  <a:pt x="364857" y="141936"/>
                  <a:pt x="359831" y="144381"/>
                </a:cubicBezTo>
                <a:cubicBezTo>
                  <a:pt x="354806" y="146826"/>
                  <a:pt x="349047" y="148049"/>
                  <a:pt x="342556" y="148049"/>
                </a:cubicBezTo>
                <a:cubicBezTo>
                  <a:pt x="339554" y="148049"/>
                  <a:pt x="336779" y="147751"/>
                  <a:pt x="334232" y="147155"/>
                </a:cubicBezTo>
                <a:cubicBezTo>
                  <a:pt x="331684" y="146562"/>
                  <a:pt x="329189" y="145602"/>
                  <a:pt x="326746" y="144276"/>
                </a:cubicBezTo>
                <a:cubicBezTo>
                  <a:pt x="324302" y="142948"/>
                  <a:pt x="321859" y="141270"/>
                  <a:pt x="319416" y="139244"/>
                </a:cubicBezTo>
                <a:cubicBezTo>
                  <a:pt x="316973" y="137217"/>
                  <a:pt x="314391" y="134772"/>
                  <a:pt x="311668" y="131908"/>
                </a:cubicBezTo>
                <a:lnTo>
                  <a:pt x="311668" y="143357"/>
                </a:lnTo>
                <a:cubicBezTo>
                  <a:pt x="311668" y="143911"/>
                  <a:pt x="311529" y="144396"/>
                  <a:pt x="311250" y="144813"/>
                </a:cubicBezTo>
                <a:cubicBezTo>
                  <a:pt x="310970" y="145229"/>
                  <a:pt x="310517" y="145560"/>
                  <a:pt x="309889" y="145804"/>
                </a:cubicBezTo>
                <a:cubicBezTo>
                  <a:pt x="309260" y="146046"/>
                  <a:pt x="308475" y="146236"/>
                  <a:pt x="307533" y="146373"/>
                </a:cubicBezTo>
                <a:cubicBezTo>
                  <a:pt x="306590" y="146513"/>
                  <a:pt x="305386" y="146583"/>
                  <a:pt x="303920" y="146583"/>
                </a:cubicBezTo>
                <a:cubicBezTo>
                  <a:pt x="302524" y="146583"/>
                  <a:pt x="301338" y="146513"/>
                  <a:pt x="300361" y="146373"/>
                </a:cubicBezTo>
                <a:cubicBezTo>
                  <a:pt x="299383" y="146234"/>
                  <a:pt x="298581" y="146042"/>
                  <a:pt x="297952" y="145798"/>
                </a:cubicBezTo>
                <a:cubicBezTo>
                  <a:pt x="297324" y="145553"/>
                  <a:pt x="296905" y="145222"/>
                  <a:pt x="296696" y="144803"/>
                </a:cubicBezTo>
                <a:cubicBezTo>
                  <a:pt x="296487" y="144382"/>
                  <a:pt x="296382" y="143892"/>
                  <a:pt x="296382" y="143334"/>
                </a:cubicBezTo>
                <a:lnTo>
                  <a:pt x="296382" y="3354"/>
                </a:lnTo>
                <a:cubicBezTo>
                  <a:pt x="296382" y="2795"/>
                  <a:pt x="296504" y="2307"/>
                  <a:pt x="296748" y="1888"/>
                </a:cubicBezTo>
                <a:cubicBezTo>
                  <a:pt x="296993" y="1467"/>
                  <a:pt x="297446" y="1117"/>
                  <a:pt x="298110" y="838"/>
                </a:cubicBezTo>
                <a:cubicBezTo>
                  <a:pt x="298773" y="558"/>
                  <a:pt x="299663" y="349"/>
                  <a:pt x="300779" y="209"/>
                </a:cubicBezTo>
                <a:cubicBezTo>
                  <a:pt x="301896" y="70"/>
                  <a:pt x="303292" y="0"/>
                  <a:pt x="304968" y="0"/>
                </a:cubicBezTo>
                <a:cubicBezTo>
                  <a:pt x="306713" y="0"/>
                  <a:pt x="308143" y="70"/>
                  <a:pt x="309260" y="209"/>
                </a:cubicBezTo>
                <a:cubicBezTo>
                  <a:pt x="310377" y="349"/>
                  <a:pt x="311250" y="560"/>
                  <a:pt x="311878" y="841"/>
                </a:cubicBezTo>
                <a:cubicBezTo>
                  <a:pt x="312506" y="1120"/>
                  <a:pt x="312960" y="1470"/>
                  <a:pt x="313239" y="1891"/>
                </a:cubicBezTo>
                <a:cubicBezTo>
                  <a:pt x="313518" y="2310"/>
                  <a:pt x="313658" y="2799"/>
                  <a:pt x="313658" y="3357"/>
                </a:cubicBezTo>
                <a:lnTo>
                  <a:pt x="313658" y="59906"/>
                </a:lnTo>
                <a:cubicBezTo>
                  <a:pt x="316450" y="57042"/>
                  <a:pt x="319155" y="54632"/>
                  <a:pt x="321772" y="52675"/>
                </a:cubicBezTo>
                <a:cubicBezTo>
                  <a:pt x="324390" y="50718"/>
                  <a:pt x="326955" y="49129"/>
                  <a:pt x="329468" y="47908"/>
                </a:cubicBezTo>
                <a:cubicBezTo>
                  <a:pt x="331981" y="46684"/>
                  <a:pt x="334493" y="45793"/>
                  <a:pt x="337006" y="45235"/>
                </a:cubicBezTo>
                <a:cubicBezTo>
                  <a:pt x="339519" y="44674"/>
                  <a:pt x="342172" y="44394"/>
                  <a:pt x="344964" y="44394"/>
                </a:cubicBezTo>
                <a:cubicBezTo>
                  <a:pt x="351804" y="44394"/>
                  <a:pt x="357650" y="45757"/>
                  <a:pt x="362501" y="48484"/>
                </a:cubicBezTo>
                <a:cubicBezTo>
                  <a:pt x="367352" y="51208"/>
                  <a:pt x="371296" y="54858"/>
                  <a:pt x="374333" y="59435"/>
                </a:cubicBezTo>
                <a:cubicBezTo>
                  <a:pt x="377369" y="64011"/>
                  <a:pt x="379585" y="69374"/>
                  <a:pt x="380981" y="75523"/>
                </a:cubicBezTo>
                <a:cubicBezTo>
                  <a:pt x="382377" y="81670"/>
                  <a:pt x="383075" y="88168"/>
                  <a:pt x="383075" y="95017"/>
                </a:cubicBezTo>
                <a:moveTo>
                  <a:pt x="364857" y="97006"/>
                </a:moveTo>
                <a:cubicBezTo>
                  <a:pt x="364857" y="92184"/>
                  <a:pt x="364491" y="87500"/>
                  <a:pt x="363758" y="82957"/>
                </a:cubicBezTo>
                <a:cubicBezTo>
                  <a:pt x="363025" y="78413"/>
                  <a:pt x="361751" y="74394"/>
                  <a:pt x="359936" y="70900"/>
                </a:cubicBezTo>
                <a:cubicBezTo>
                  <a:pt x="358121" y="67405"/>
                  <a:pt x="355713" y="64592"/>
                  <a:pt x="352712" y="62461"/>
                </a:cubicBezTo>
                <a:cubicBezTo>
                  <a:pt x="349710" y="60328"/>
                  <a:pt x="345976" y="59261"/>
                  <a:pt x="341509" y="59261"/>
                </a:cubicBezTo>
                <a:cubicBezTo>
                  <a:pt x="339275" y="59261"/>
                  <a:pt x="337076" y="59577"/>
                  <a:pt x="334912" y="60207"/>
                </a:cubicBezTo>
                <a:cubicBezTo>
                  <a:pt x="332748" y="60835"/>
                  <a:pt x="330550" y="61883"/>
                  <a:pt x="328316" y="63351"/>
                </a:cubicBezTo>
                <a:cubicBezTo>
                  <a:pt x="326082" y="64819"/>
                  <a:pt x="323762" y="66707"/>
                  <a:pt x="321353" y="69015"/>
                </a:cubicBezTo>
                <a:cubicBezTo>
                  <a:pt x="318945" y="71323"/>
                  <a:pt x="316380" y="74225"/>
                  <a:pt x="313658" y="77722"/>
                </a:cubicBezTo>
                <a:lnTo>
                  <a:pt x="313658" y="115349"/>
                </a:lnTo>
                <a:cubicBezTo>
                  <a:pt x="318404" y="121153"/>
                  <a:pt x="322941" y="125577"/>
                  <a:pt x="327269" y="128620"/>
                </a:cubicBezTo>
                <a:cubicBezTo>
                  <a:pt x="331597" y="131661"/>
                  <a:pt x="336099" y="133181"/>
                  <a:pt x="340776" y="133181"/>
                </a:cubicBezTo>
                <a:cubicBezTo>
                  <a:pt x="345103" y="133181"/>
                  <a:pt x="348803" y="132133"/>
                  <a:pt x="351874" y="130037"/>
                </a:cubicBezTo>
                <a:cubicBezTo>
                  <a:pt x="354945" y="127938"/>
                  <a:pt x="357441" y="125159"/>
                  <a:pt x="359360" y="121700"/>
                </a:cubicBezTo>
                <a:cubicBezTo>
                  <a:pt x="361280" y="118240"/>
                  <a:pt x="362676" y="114361"/>
                  <a:pt x="363548" y="110061"/>
                </a:cubicBezTo>
                <a:cubicBezTo>
                  <a:pt x="364421" y="105762"/>
                  <a:pt x="364857" y="101410"/>
                  <a:pt x="364857" y="97006"/>
                </a:cubicBezTo>
                <a:close/>
                <a:moveTo>
                  <a:pt x="479544" y="143442"/>
                </a:moveTo>
                <a:cubicBezTo>
                  <a:pt x="479544" y="144279"/>
                  <a:pt x="479265" y="144908"/>
                  <a:pt x="478707" y="145326"/>
                </a:cubicBezTo>
                <a:cubicBezTo>
                  <a:pt x="478148" y="145745"/>
                  <a:pt x="477380" y="146059"/>
                  <a:pt x="476403" y="146269"/>
                </a:cubicBezTo>
                <a:cubicBezTo>
                  <a:pt x="475426" y="146478"/>
                  <a:pt x="473995" y="146583"/>
                  <a:pt x="472110" y="146583"/>
                </a:cubicBezTo>
                <a:cubicBezTo>
                  <a:pt x="470296" y="146583"/>
                  <a:pt x="468847" y="146478"/>
                  <a:pt x="467765" y="146269"/>
                </a:cubicBezTo>
                <a:cubicBezTo>
                  <a:pt x="466683" y="146059"/>
                  <a:pt x="465898" y="145745"/>
                  <a:pt x="465409" y="145326"/>
                </a:cubicBezTo>
                <a:cubicBezTo>
                  <a:pt x="464921" y="144908"/>
                  <a:pt x="464677" y="144279"/>
                  <a:pt x="464677" y="143442"/>
                </a:cubicBezTo>
                <a:lnTo>
                  <a:pt x="464677" y="134019"/>
                </a:lnTo>
                <a:cubicBezTo>
                  <a:pt x="460558" y="138416"/>
                  <a:pt x="455969" y="141854"/>
                  <a:pt x="450908" y="144332"/>
                </a:cubicBezTo>
                <a:cubicBezTo>
                  <a:pt x="445848" y="146810"/>
                  <a:pt x="440490" y="148049"/>
                  <a:pt x="434836" y="148049"/>
                </a:cubicBezTo>
                <a:cubicBezTo>
                  <a:pt x="429881" y="148049"/>
                  <a:pt x="425396" y="147400"/>
                  <a:pt x="421382" y="146102"/>
                </a:cubicBezTo>
                <a:cubicBezTo>
                  <a:pt x="417369" y="144804"/>
                  <a:pt x="413948" y="142927"/>
                  <a:pt x="411121" y="140471"/>
                </a:cubicBezTo>
                <a:cubicBezTo>
                  <a:pt x="408295" y="138015"/>
                  <a:pt x="406096" y="134998"/>
                  <a:pt x="404525" y="131421"/>
                </a:cubicBezTo>
                <a:cubicBezTo>
                  <a:pt x="402955" y="127841"/>
                  <a:pt x="402169" y="123771"/>
                  <a:pt x="402169" y="119210"/>
                </a:cubicBezTo>
                <a:cubicBezTo>
                  <a:pt x="402169" y="113877"/>
                  <a:pt x="403251" y="109246"/>
                  <a:pt x="405415" y="105317"/>
                </a:cubicBezTo>
                <a:cubicBezTo>
                  <a:pt x="407579" y="101389"/>
                  <a:pt x="410685" y="98127"/>
                  <a:pt x="414734" y="95531"/>
                </a:cubicBezTo>
                <a:cubicBezTo>
                  <a:pt x="418782" y="92933"/>
                  <a:pt x="423738" y="90985"/>
                  <a:pt x="429601" y="89687"/>
                </a:cubicBezTo>
                <a:cubicBezTo>
                  <a:pt x="435465" y="88389"/>
                  <a:pt x="442061" y="87740"/>
                  <a:pt x="449390" y="87740"/>
                </a:cubicBezTo>
                <a:lnTo>
                  <a:pt x="462373" y="87740"/>
                </a:lnTo>
                <a:lnTo>
                  <a:pt x="462373" y="80464"/>
                </a:lnTo>
                <a:cubicBezTo>
                  <a:pt x="462373" y="76860"/>
                  <a:pt x="461989" y="73672"/>
                  <a:pt x="461221" y="70900"/>
                </a:cubicBezTo>
                <a:cubicBezTo>
                  <a:pt x="460454" y="68127"/>
                  <a:pt x="459215" y="65823"/>
                  <a:pt x="457504" y="63986"/>
                </a:cubicBezTo>
                <a:cubicBezTo>
                  <a:pt x="455794" y="62149"/>
                  <a:pt x="453578" y="60763"/>
                  <a:pt x="450856" y="59827"/>
                </a:cubicBezTo>
                <a:cubicBezTo>
                  <a:pt x="448134" y="58892"/>
                  <a:pt x="444783" y="58424"/>
                  <a:pt x="440804" y="58424"/>
                </a:cubicBezTo>
                <a:cubicBezTo>
                  <a:pt x="436547" y="58424"/>
                  <a:pt x="432725" y="58924"/>
                  <a:pt x="429340" y="59926"/>
                </a:cubicBezTo>
                <a:cubicBezTo>
                  <a:pt x="425954" y="60927"/>
                  <a:pt x="422988" y="62032"/>
                  <a:pt x="420440" y="63240"/>
                </a:cubicBezTo>
                <a:cubicBezTo>
                  <a:pt x="417892" y="64448"/>
                  <a:pt x="415763" y="65553"/>
                  <a:pt x="414053" y="66555"/>
                </a:cubicBezTo>
                <a:cubicBezTo>
                  <a:pt x="412343" y="67556"/>
                  <a:pt x="411069" y="68056"/>
                  <a:pt x="410231" y="68056"/>
                </a:cubicBezTo>
                <a:cubicBezTo>
                  <a:pt x="409673" y="68056"/>
                  <a:pt x="409184" y="67917"/>
                  <a:pt x="408766" y="67638"/>
                </a:cubicBezTo>
                <a:cubicBezTo>
                  <a:pt x="408347" y="67358"/>
                  <a:pt x="407980" y="66940"/>
                  <a:pt x="407666" y="66381"/>
                </a:cubicBezTo>
                <a:cubicBezTo>
                  <a:pt x="407352" y="65823"/>
                  <a:pt x="407125" y="65107"/>
                  <a:pt x="406986" y="64235"/>
                </a:cubicBezTo>
                <a:cubicBezTo>
                  <a:pt x="406846" y="63362"/>
                  <a:pt x="406776" y="62402"/>
                  <a:pt x="406776" y="61355"/>
                </a:cubicBezTo>
                <a:cubicBezTo>
                  <a:pt x="406776" y="59610"/>
                  <a:pt x="406898" y="58232"/>
                  <a:pt x="407143" y="57220"/>
                </a:cubicBezTo>
                <a:cubicBezTo>
                  <a:pt x="407387" y="56208"/>
                  <a:pt x="407980" y="55248"/>
                  <a:pt x="408923" y="54340"/>
                </a:cubicBezTo>
                <a:cubicBezTo>
                  <a:pt x="409865" y="53433"/>
                  <a:pt x="411488" y="52376"/>
                  <a:pt x="413791" y="51170"/>
                </a:cubicBezTo>
                <a:cubicBezTo>
                  <a:pt x="416095" y="49961"/>
                  <a:pt x="418747" y="48858"/>
                  <a:pt x="421749" y="47859"/>
                </a:cubicBezTo>
                <a:cubicBezTo>
                  <a:pt x="424750" y="46860"/>
                  <a:pt x="428031" y="46033"/>
                  <a:pt x="431591" y="45379"/>
                </a:cubicBezTo>
                <a:cubicBezTo>
                  <a:pt x="435151" y="44722"/>
                  <a:pt x="438745" y="44394"/>
                  <a:pt x="442375" y="44394"/>
                </a:cubicBezTo>
                <a:cubicBezTo>
                  <a:pt x="449146" y="44394"/>
                  <a:pt x="454904" y="45161"/>
                  <a:pt x="459651" y="46697"/>
                </a:cubicBezTo>
                <a:cubicBezTo>
                  <a:pt x="464397" y="48233"/>
                  <a:pt x="468236" y="50484"/>
                  <a:pt x="471168" y="53450"/>
                </a:cubicBezTo>
                <a:cubicBezTo>
                  <a:pt x="474100" y="56417"/>
                  <a:pt x="476229" y="60099"/>
                  <a:pt x="477555" y="64496"/>
                </a:cubicBezTo>
                <a:cubicBezTo>
                  <a:pt x="478881" y="68894"/>
                  <a:pt x="479544" y="74024"/>
                  <a:pt x="479544" y="79888"/>
                </a:cubicBezTo>
                <a:lnTo>
                  <a:pt x="479544" y="143442"/>
                </a:lnTo>
                <a:moveTo>
                  <a:pt x="462373" y="100305"/>
                </a:moveTo>
                <a:lnTo>
                  <a:pt x="447610" y="100305"/>
                </a:lnTo>
                <a:cubicBezTo>
                  <a:pt x="442864" y="100305"/>
                  <a:pt x="438745" y="100707"/>
                  <a:pt x="435255" y="101512"/>
                </a:cubicBezTo>
                <a:cubicBezTo>
                  <a:pt x="431765" y="102317"/>
                  <a:pt x="428868" y="103508"/>
                  <a:pt x="426565" y="105085"/>
                </a:cubicBezTo>
                <a:cubicBezTo>
                  <a:pt x="424262" y="106660"/>
                  <a:pt x="422569" y="108550"/>
                  <a:pt x="421487" y="110755"/>
                </a:cubicBezTo>
                <a:cubicBezTo>
                  <a:pt x="420405" y="112960"/>
                  <a:pt x="419864" y="115498"/>
                  <a:pt x="419864" y="118369"/>
                </a:cubicBezTo>
                <a:cubicBezTo>
                  <a:pt x="419864" y="123270"/>
                  <a:pt x="421417" y="127174"/>
                  <a:pt x="424523" y="130079"/>
                </a:cubicBezTo>
                <a:cubicBezTo>
                  <a:pt x="427629" y="132985"/>
                  <a:pt x="431975" y="134437"/>
                  <a:pt x="437559" y="134437"/>
                </a:cubicBezTo>
                <a:cubicBezTo>
                  <a:pt x="442096" y="134437"/>
                  <a:pt x="446301" y="133282"/>
                  <a:pt x="450175" y="130972"/>
                </a:cubicBezTo>
                <a:cubicBezTo>
                  <a:pt x="454049" y="128662"/>
                  <a:pt x="458115" y="125127"/>
                  <a:pt x="462373" y="120365"/>
                </a:cubicBezTo>
                <a:lnTo>
                  <a:pt x="462373" y="100305"/>
                </a:lnTo>
                <a:close/>
                <a:moveTo>
                  <a:pt x="597505" y="95017"/>
                </a:moveTo>
                <a:cubicBezTo>
                  <a:pt x="597505" y="103190"/>
                  <a:pt x="596615" y="110544"/>
                  <a:pt x="594835" y="117077"/>
                </a:cubicBezTo>
                <a:cubicBezTo>
                  <a:pt x="593055" y="123610"/>
                  <a:pt x="590438" y="129183"/>
                  <a:pt x="586983" y="133796"/>
                </a:cubicBezTo>
                <a:cubicBezTo>
                  <a:pt x="583527" y="138407"/>
                  <a:pt x="579287" y="141936"/>
                  <a:pt x="574261" y="144381"/>
                </a:cubicBezTo>
                <a:cubicBezTo>
                  <a:pt x="569236" y="146826"/>
                  <a:pt x="563477" y="148049"/>
                  <a:pt x="556986" y="148049"/>
                </a:cubicBezTo>
                <a:cubicBezTo>
                  <a:pt x="553984" y="148049"/>
                  <a:pt x="551209" y="147751"/>
                  <a:pt x="548662" y="147155"/>
                </a:cubicBezTo>
                <a:cubicBezTo>
                  <a:pt x="546114" y="146562"/>
                  <a:pt x="543619" y="145602"/>
                  <a:pt x="541175" y="144276"/>
                </a:cubicBezTo>
                <a:cubicBezTo>
                  <a:pt x="538732" y="142948"/>
                  <a:pt x="536289" y="141270"/>
                  <a:pt x="533846" y="139244"/>
                </a:cubicBezTo>
                <a:cubicBezTo>
                  <a:pt x="531403" y="137217"/>
                  <a:pt x="528821" y="134772"/>
                  <a:pt x="526098" y="131908"/>
                </a:cubicBezTo>
                <a:lnTo>
                  <a:pt x="526098" y="143357"/>
                </a:lnTo>
                <a:cubicBezTo>
                  <a:pt x="526098" y="143911"/>
                  <a:pt x="525959" y="144396"/>
                  <a:pt x="525680" y="144813"/>
                </a:cubicBezTo>
                <a:cubicBezTo>
                  <a:pt x="525400" y="145229"/>
                  <a:pt x="524947" y="145560"/>
                  <a:pt x="524318" y="145804"/>
                </a:cubicBezTo>
                <a:cubicBezTo>
                  <a:pt x="523690" y="146046"/>
                  <a:pt x="522905" y="146236"/>
                  <a:pt x="521963" y="146373"/>
                </a:cubicBezTo>
                <a:cubicBezTo>
                  <a:pt x="521020" y="146513"/>
                  <a:pt x="519816" y="146583"/>
                  <a:pt x="518350" y="146583"/>
                </a:cubicBezTo>
                <a:cubicBezTo>
                  <a:pt x="516954" y="146583"/>
                  <a:pt x="515768" y="146513"/>
                  <a:pt x="514791" y="146373"/>
                </a:cubicBezTo>
                <a:cubicBezTo>
                  <a:pt x="513813" y="146234"/>
                  <a:pt x="513011" y="146042"/>
                  <a:pt x="512382" y="145798"/>
                </a:cubicBezTo>
                <a:cubicBezTo>
                  <a:pt x="511754" y="145553"/>
                  <a:pt x="511335" y="145222"/>
                  <a:pt x="511126" y="144803"/>
                </a:cubicBezTo>
                <a:cubicBezTo>
                  <a:pt x="510917" y="144382"/>
                  <a:pt x="510812" y="143892"/>
                  <a:pt x="510812" y="143334"/>
                </a:cubicBezTo>
                <a:lnTo>
                  <a:pt x="510812" y="3354"/>
                </a:lnTo>
                <a:cubicBezTo>
                  <a:pt x="510812" y="2795"/>
                  <a:pt x="510934" y="2307"/>
                  <a:pt x="511178" y="1888"/>
                </a:cubicBezTo>
                <a:cubicBezTo>
                  <a:pt x="511423" y="1467"/>
                  <a:pt x="511876" y="1117"/>
                  <a:pt x="512539" y="838"/>
                </a:cubicBezTo>
                <a:cubicBezTo>
                  <a:pt x="513203" y="558"/>
                  <a:pt x="514093" y="349"/>
                  <a:pt x="515209" y="209"/>
                </a:cubicBezTo>
                <a:cubicBezTo>
                  <a:pt x="516326" y="70"/>
                  <a:pt x="517722" y="0"/>
                  <a:pt x="519397" y="0"/>
                </a:cubicBezTo>
                <a:cubicBezTo>
                  <a:pt x="521142" y="0"/>
                  <a:pt x="522573" y="70"/>
                  <a:pt x="523690" y="209"/>
                </a:cubicBezTo>
                <a:cubicBezTo>
                  <a:pt x="524807" y="349"/>
                  <a:pt x="525680" y="560"/>
                  <a:pt x="526308" y="841"/>
                </a:cubicBezTo>
                <a:cubicBezTo>
                  <a:pt x="526936" y="1120"/>
                  <a:pt x="527390" y="1470"/>
                  <a:pt x="527669" y="1891"/>
                </a:cubicBezTo>
                <a:cubicBezTo>
                  <a:pt x="527948" y="2310"/>
                  <a:pt x="528088" y="2799"/>
                  <a:pt x="528088" y="3357"/>
                </a:cubicBezTo>
                <a:lnTo>
                  <a:pt x="528088" y="59906"/>
                </a:lnTo>
                <a:cubicBezTo>
                  <a:pt x="530880" y="57042"/>
                  <a:pt x="533585" y="54632"/>
                  <a:pt x="536202" y="52675"/>
                </a:cubicBezTo>
                <a:cubicBezTo>
                  <a:pt x="538820" y="50718"/>
                  <a:pt x="541385" y="49129"/>
                  <a:pt x="543898" y="47908"/>
                </a:cubicBezTo>
                <a:cubicBezTo>
                  <a:pt x="546411" y="46684"/>
                  <a:pt x="548923" y="45793"/>
                  <a:pt x="551436" y="45235"/>
                </a:cubicBezTo>
                <a:cubicBezTo>
                  <a:pt x="553949" y="44674"/>
                  <a:pt x="556602" y="44394"/>
                  <a:pt x="559394" y="44394"/>
                </a:cubicBezTo>
                <a:cubicBezTo>
                  <a:pt x="566234" y="44394"/>
                  <a:pt x="572080" y="45757"/>
                  <a:pt x="576931" y="48484"/>
                </a:cubicBezTo>
                <a:cubicBezTo>
                  <a:pt x="581782" y="51208"/>
                  <a:pt x="585726" y="54858"/>
                  <a:pt x="588763" y="59435"/>
                </a:cubicBezTo>
                <a:cubicBezTo>
                  <a:pt x="591799" y="64011"/>
                  <a:pt x="594015" y="69374"/>
                  <a:pt x="595411" y="75523"/>
                </a:cubicBezTo>
                <a:cubicBezTo>
                  <a:pt x="596807" y="81670"/>
                  <a:pt x="597505" y="88168"/>
                  <a:pt x="597505" y="95017"/>
                </a:cubicBezTo>
                <a:moveTo>
                  <a:pt x="579287" y="97006"/>
                </a:moveTo>
                <a:cubicBezTo>
                  <a:pt x="579287" y="92184"/>
                  <a:pt x="578921" y="87500"/>
                  <a:pt x="578188" y="82957"/>
                </a:cubicBezTo>
                <a:cubicBezTo>
                  <a:pt x="577455" y="78413"/>
                  <a:pt x="576181" y="74394"/>
                  <a:pt x="574366" y="70900"/>
                </a:cubicBezTo>
                <a:cubicBezTo>
                  <a:pt x="572551" y="67405"/>
                  <a:pt x="570143" y="64592"/>
                  <a:pt x="567142" y="62461"/>
                </a:cubicBezTo>
                <a:cubicBezTo>
                  <a:pt x="564140" y="60328"/>
                  <a:pt x="560406" y="59261"/>
                  <a:pt x="555938" y="59261"/>
                </a:cubicBezTo>
                <a:cubicBezTo>
                  <a:pt x="553705" y="59261"/>
                  <a:pt x="551506" y="59577"/>
                  <a:pt x="549342" y="60207"/>
                </a:cubicBezTo>
                <a:cubicBezTo>
                  <a:pt x="547178" y="60835"/>
                  <a:pt x="544980" y="61883"/>
                  <a:pt x="542746" y="63351"/>
                </a:cubicBezTo>
                <a:cubicBezTo>
                  <a:pt x="540512" y="64819"/>
                  <a:pt x="538191" y="66707"/>
                  <a:pt x="535783" y="69015"/>
                </a:cubicBezTo>
                <a:cubicBezTo>
                  <a:pt x="533375" y="71323"/>
                  <a:pt x="530810" y="74225"/>
                  <a:pt x="528088" y="77722"/>
                </a:cubicBezTo>
                <a:lnTo>
                  <a:pt x="528088" y="115349"/>
                </a:lnTo>
                <a:cubicBezTo>
                  <a:pt x="532834" y="121153"/>
                  <a:pt x="537371" y="125577"/>
                  <a:pt x="541699" y="128620"/>
                </a:cubicBezTo>
                <a:cubicBezTo>
                  <a:pt x="546027" y="131661"/>
                  <a:pt x="550529" y="133181"/>
                  <a:pt x="555206" y="133181"/>
                </a:cubicBezTo>
                <a:cubicBezTo>
                  <a:pt x="559533" y="133181"/>
                  <a:pt x="563233" y="132133"/>
                  <a:pt x="566304" y="130037"/>
                </a:cubicBezTo>
                <a:cubicBezTo>
                  <a:pt x="569375" y="127938"/>
                  <a:pt x="571871" y="125159"/>
                  <a:pt x="573790" y="121700"/>
                </a:cubicBezTo>
                <a:cubicBezTo>
                  <a:pt x="575710" y="118240"/>
                  <a:pt x="577106" y="114361"/>
                  <a:pt x="577978" y="110061"/>
                </a:cubicBezTo>
                <a:cubicBezTo>
                  <a:pt x="578851" y="105762"/>
                  <a:pt x="579287" y="101410"/>
                  <a:pt x="579287" y="97006"/>
                </a:cubicBezTo>
                <a:close/>
                <a:moveTo>
                  <a:pt x="640263" y="143337"/>
                </a:moveTo>
                <a:cubicBezTo>
                  <a:pt x="640263" y="143896"/>
                  <a:pt x="640123" y="144367"/>
                  <a:pt x="639844" y="144751"/>
                </a:cubicBezTo>
                <a:cubicBezTo>
                  <a:pt x="639565" y="145134"/>
                  <a:pt x="639111" y="145466"/>
                  <a:pt x="638483" y="145745"/>
                </a:cubicBezTo>
                <a:cubicBezTo>
                  <a:pt x="637855" y="146024"/>
                  <a:pt x="636982" y="146234"/>
                  <a:pt x="635865" y="146373"/>
                </a:cubicBezTo>
                <a:cubicBezTo>
                  <a:pt x="634749" y="146513"/>
                  <a:pt x="633318" y="146583"/>
                  <a:pt x="631573" y="146583"/>
                </a:cubicBezTo>
                <a:cubicBezTo>
                  <a:pt x="629897" y="146583"/>
                  <a:pt x="628501" y="146513"/>
                  <a:pt x="627385" y="146373"/>
                </a:cubicBezTo>
                <a:cubicBezTo>
                  <a:pt x="626268" y="146234"/>
                  <a:pt x="625378" y="146024"/>
                  <a:pt x="624715" y="145745"/>
                </a:cubicBezTo>
                <a:cubicBezTo>
                  <a:pt x="624052" y="145466"/>
                  <a:pt x="623598" y="145134"/>
                  <a:pt x="623354" y="144751"/>
                </a:cubicBezTo>
                <a:cubicBezTo>
                  <a:pt x="623109" y="144367"/>
                  <a:pt x="622987" y="143896"/>
                  <a:pt x="622987" y="143337"/>
                </a:cubicBezTo>
                <a:lnTo>
                  <a:pt x="622987" y="49105"/>
                </a:lnTo>
                <a:cubicBezTo>
                  <a:pt x="622987" y="48617"/>
                  <a:pt x="623109" y="48163"/>
                  <a:pt x="623354" y="47744"/>
                </a:cubicBezTo>
                <a:cubicBezTo>
                  <a:pt x="623598" y="47325"/>
                  <a:pt x="624052" y="46976"/>
                  <a:pt x="624715" y="46697"/>
                </a:cubicBezTo>
                <a:cubicBezTo>
                  <a:pt x="625378" y="46418"/>
                  <a:pt x="626268" y="46209"/>
                  <a:pt x="627385" y="46069"/>
                </a:cubicBezTo>
                <a:cubicBezTo>
                  <a:pt x="628501" y="45929"/>
                  <a:pt x="629897" y="45860"/>
                  <a:pt x="631573" y="45860"/>
                </a:cubicBezTo>
                <a:cubicBezTo>
                  <a:pt x="633318" y="45860"/>
                  <a:pt x="634749" y="45929"/>
                  <a:pt x="635865" y="46069"/>
                </a:cubicBezTo>
                <a:cubicBezTo>
                  <a:pt x="636982" y="46209"/>
                  <a:pt x="637855" y="46418"/>
                  <a:pt x="638483" y="46697"/>
                </a:cubicBezTo>
                <a:cubicBezTo>
                  <a:pt x="639111" y="46976"/>
                  <a:pt x="639565" y="47325"/>
                  <a:pt x="639844" y="47744"/>
                </a:cubicBezTo>
                <a:cubicBezTo>
                  <a:pt x="640123" y="48163"/>
                  <a:pt x="640263" y="48617"/>
                  <a:pt x="640263" y="49105"/>
                </a:cubicBezTo>
                <a:lnTo>
                  <a:pt x="640263" y="143337"/>
                </a:lnTo>
                <a:moveTo>
                  <a:pt x="642252" y="17171"/>
                </a:moveTo>
                <a:cubicBezTo>
                  <a:pt x="642252" y="21220"/>
                  <a:pt x="641484" y="23977"/>
                  <a:pt x="639949" y="25443"/>
                </a:cubicBezTo>
                <a:cubicBezTo>
                  <a:pt x="638413" y="26908"/>
                  <a:pt x="635586" y="27641"/>
                  <a:pt x="631468" y="27641"/>
                </a:cubicBezTo>
                <a:cubicBezTo>
                  <a:pt x="627419" y="27641"/>
                  <a:pt x="624645" y="26926"/>
                  <a:pt x="623144" y="25495"/>
                </a:cubicBezTo>
                <a:cubicBezTo>
                  <a:pt x="621643" y="24064"/>
                  <a:pt x="620893" y="21359"/>
                  <a:pt x="620893" y="17381"/>
                </a:cubicBezTo>
                <a:cubicBezTo>
                  <a:pt x="620893" y="13332"/>
                  <a:pt x="621661" y="10575"/>
                  <a:pt x="623196" y="9109"/>
                </a:cubicBezTo>
                <a:cubicBezTo>
                  <a:pt x="624732" y="7643"/>
                  <a:pt x="627559" y="6910"/>
                  <a:pt x="631677" y="6910"/>
                </a:cubicBezTo>
                <a:cubicBezTo>
                  <a:pt x="635726" y="6910"/>
                  <a:pt x="638500" y="7626"/>
                  <a:pt x="640001" y="9057"/>
                </a:cubicBezTo>
                <a:cubicBezTo>
                  <a:pt x="641502" y="10488"/>
                  <a:pt x="642252" y="13192"/>
                  <a:pt x="642252" y="17171"/>
                </a:cubicBezTo>
                <a:close/>
                <a:moveTo>
                  <a:pt x="689101" y="143334"/>
                </a:moveTo>
                <a:cubicBezTo>
                  <a:pt x="689101" y="143892"/>
                  <a:pt x="688961" y="144365"/>
                  <a:pt x="688682" y="144751"/>
                </a:cubicBezTo>
                <a:cubicBezTo>
                  <a:pt x="688403" y="145134"/>
                  <a:pt x="687949" y="145466"/>
                  <a:pt x="687321" y="145745"/>
                </a:cubicBezTo>
                <a:cubicBezTo>
                  <a:pt x="686693" y="146024"/>
                  <a:pt x="685820" y="146234"/>
                  <a:pt x="684703" y="146373"/>
                </a:cubicBezTo>
                <a:cubicBezTo>
                  <a:pt x="683586" y="146513"/>
                  <a:pt x="682155" y="146583"/>
                  <a:pt x="680410" y="146583"/>
                </a:cubicBezTo>
                <a:cubicBezTo>
                  <a:pt x="678735" y="146583"/>
                  <a:pt x="677339" y="146513"/>
                  <a:pt x="676222" y="146373"/>
                </a:cubicBezTo>
                <a:cubicBezTo>
                  <a:pt x="675106" y="146234"/>
                  <a:pt x="674216" y="146024"/>
                  <a:pt x="673552" y="145745"/>
                </a:cubicBezTo>
                <a:cubicBezTo>
                  <a:pt x="672889" y="145466"/>
                  <a:pt x="672436" y="145134"/>
                  <a:pt x="672191" y="144751"/>
                </a:cubicBezTo>
                <a:cubicBezTo>
                  <a:pt x="671947" y="144365"/>
                  <a:pt x="671825" y="143892"/>
                  <a:pt x="671825" y="143334"/>
                </a:cubicBezTo>
                <a:lnTo>
                  <a:pt x="671825" y="3354"/>
                </a:lnTo>
                <a:cubicBezTo>
                  <a:pt x="671825" y="2795"/>
                  <a:pt x="671947" y="2307"/>
                  <a:pt x="672191" y="1888"/>
                </a:cubicBezTo>
                <a:cubicBezTo>
                  <a:pt x="672436" y="1467"/>
                  <a:pt x="672889" y="1117"/>
                  <a:pt x="673552" y="838"/>
                </a:cubicBezTo>
                <a:cubicBezTo>
                  <a:pt x="674216" y="558"/>
                  <a:pt x="675106" y="349"/>
                  <a:pt x="676222" y="209"/>
                </a:cubicBezTo>
                <a:cubicBezTo>
                  <a:pt x="677339" y="70"/>
                  <a:pt x="678735" y="0"/>
                  <a:pt x="680410" y="0"/>
                </a:cubicBezTo>
                <a:cubicBezTo>
                  <a:pt x="682155" y="0"/>
                  <a:pt x="683586" y="70"/>
                  <a:pt x="684703" y="209"/>
                </a:cubicBezTo>
                <a:cubicBezTo>
                  <a:pt x="685820" y="349"/>
                  <a:pt x="686693" y="558"/>
                  <a:pt x="687321" y="838"/>
                </a:cubicBezTo>
                <a:cubicBezTo>
                  <a:pt x="687949" y="1117"/>
                  <a:pt x="688403" y="1467"/>
                  <a:pt x="688682" y="1888"/>
                </a:cubicBezTo>
                <a:cubicBezTo>
                  <a:pt x="688961" y="2307"/>
                  <a:pt x="689101" y="2795"/>
                  <a:pt x="689101" y="3354"/>
                </a:cubicBezTo>
                <a:lnTo>
                  <a:pt x="689101" y="143334"/>
                </a:lnTo>
                <a:close/>
                <a:moveTo>
                  <a:pt x="737939" y="143337"/>
                </a:moveTo>
                <a:cubicBezTo>
                  <a:pt x="737939" y="143896"/>
                  <a:pt x="737800" y="144367"/>
                  <a:pt x="737521" y="144751"/>
                </a:cubicBezTo>
                <a:cubicBezTo>
                  <a:pt x="737241" y="145134"/>
                  <a:pt x="736788" y="145466"/>
                  <a:pt x="736159" y="145745"/>
                </a:cubicBezTo>
                <a:cubicBezTo>
                  <a:pt x="735531" y="146024"/>
                  <a:pt x="734659" y="146234"/>
                  <a:pt x="733542" y="146373"/>
                </a:cubicBezTo>
                <a:cubicBezTo>
                  <a:pt x="732425" y="146513"/>
                  <a:pt x="730994" y="146583"/>
                  <a:pt x="729249" y="146583"/>
                </a:cubicBezTo>
                <a:cubicBezTo>
                  <a:pt x="727574" y="146583"/>
                  <a:pt x="726178" y="146513"/>
                  <a:pt x="725061" y="146373"/>
                </a:cubicBezTo>
                <a:cubicBezTo>
                  <a:pt x="723944" y="146234"/>
                  <a:pt x="723054" y="146024"/>
                  <a:pt x="722391" y="145745"/>
                </a:cubicBezTo>
                <a:cubicBezTo>
                  <a:pt x="721728" y="145466"/>
                  <a:pt x="721274" y="145134"/>
                  <a:pt x="721030" y="144751"/>
                </a:cubicBezTo>
                <a:cubicBezTo>
                  <a:pt x="720786" y="144367"/>
                  <a:pt x="720664" y="143896"/>
                  <a:pt x="720664" y="143337"/>
                </a:cubicBezTo>
                <a:lnTo>
                  <a:pt x="720664" y="49105"/>
                </a:lnTo>
                <a:cubicBezTo>
                  <a:pt x="720664" y="48617"/>
                  <a:pt x="720786" y="48163"/>
                  <a:pt x="721030" y="47744"/>
                </a:cubicBezTo>
                <a:cubicBezTo>
                  <a:pt x="721274" y="47325"/>
                  <a:pt x="721728" y="46976"/>
                  <a:pt x="722391" y="46697"/>
                </a:cubicBezTo>
                <a:cubicBezTo>
                  <a:pt x="723054" y="46418"/>
                  <a:pt x="723944" y="46209"/>
                  <a:pt x="725061" y="46069"/>
                </a:cubicBezTo>
                <a:cubicBezTo>
                  <a:pt x="726178" y="45929"/>
                  <a:pt x="727574" y="45860"/>
                  <a:pt x="729249" y="45860"/>
                </a:cubicBezTo>
                <a:cubicBezTo>
                  <a:pt x="730994" y="45860"/>
                  <a:pt x="732425" y="45929"/>
                  <a:pt x="733542" y="46069"/>
                </a:cubicBezTo>
                <a:cubicBezTo>
                  <a:pt x="734659" y="46209"/>
                  <a:pt x="735531" y="46418"/>
                  <a:pt x="736159" y="46697"/>
                </a:cubicBezTo>
                <a:cubicBezTo>
                  <a:pt x="736788" y="46976"/>
                  <a:pt x="737241" y="47325"/>
                  <a:pt x="737521" y="47744"/>
                </a:cubicBezTo>
                <a:cubicBezTo>
                  <a:pt x="737800" y="48163"/>
                  <a:pt x="737939" y="48617"/>
                  <a:pt x="737939" y="49105"/>
                </a:cubicBezTo>
                <a:lnTo>
                  <a:pt x="737939" y="143337"/>
                </a:lnTo>
                <a:moveTo>
                  <a:pt x="739929" y="17171"/>
                </a:moveTo>
                <a:cubicBezTo>
                  <a:pt x="739929" y="21220"/>
                  <a:pt x="739161" y="23977"/>
                  <a:pt x="737625" y="25443"/>
                </a:cubicBezTo>
                <a:cubicBezTo>
                  <a:pt x="736090" y="26908"/>
                  <a:pt x="733263" y="27641"/>
                  <a:pt x="729144" y="27641"/>
                </a:cubicBezTo>
                <a:cubicBezTo>
                  <a:pt x="725096" y="27641"/>
                  <a:pt x="722321" y="26926"/>
                  <a:pt x="720821" y="25495"/>
                </a:cubicBezTo>
                <a:cubicBezTo>
                  <a:pt x="719320" y="24064"/>
                  <a:pt x="718570" y="21359"/>
                  <a:pt x="718570" y="17381"/>
                </a:cubicBezTo>
                <a:cubicBezTo>
                  <a:pt x="718570" y="13332"/>
                  <a:pt x="719337" y="10575"/>
                  <a:pt x="720873" y="9109"/>
                </a:cubicBezTo>
                <a:cubicBezTo>
                  <a:pt x="722409" y="7643"/>
                  <a:pt x="725236" y="6910"/>
                  <a:pt x="729354" y="6910"/>
                </a:cubicBezTo>
                <a:cubicBezTo>
                  <a:pt x="733402" y="6910"/>
                  <a:pt x="736177" y="7626"/>
                  <a:pt x="737678" y="9057"/>
                </a:cubicBezTo>
                <a:cubicBezTo>
                  <a:pt x="739178" y="10488"/>
                  <a:pt x="739929" y="13192"/>
                  <a:pt x="739929" y="17171"/>
                </a:cubicBezTo>
                <a:close/>
                <a:moveTo>
                  <a:pt x="818502" y="136450"/>
                </a:moveTo>
                <a:cubicBezTo>
                  <a:pt x="818502" y="138489"/>
                  <a:pt x="818362" y="140107"/>
                  <a:pt x="818083" y="141302"/>
                </a:cubicBezTo>
                <a:cubicBezTo>
                  <a:pt x="817804" y="142497"/>
                  <a:pt x="817385" y="143376"/>
                  <a:pt x="816826" y="143939"/>
                </a:cubicBezTo>
                <a:cubicBezTo>
                  <a:pt x="816268" y="144500"/>
                  <a:pt x="815430" y="145027"/>
                  <a:pt x="814314" y="145519"/>
                </a:cubicBezTo>
                <a:cubicBezTo>
                  <a:pt x="813197" y="146012"/>
                  <a:pt x="811923" y="146417"/>
                  <a:pt x="810492" y="146733"/>
                </a:cubicBezTo>
                <a:cubicBezTo>
                  <a:pt x="809061" y="147050"/>
                  <a:pt x="807543" y="147313"/>
                  <a:pt x="805937" y="147522"/>
                </a:cubicBezTo>
                <a:cubicBezTo>
                  <a:pt x="804332" y="147734"/>
                  <a:pt x="802727" y="147839"/>
                  <a:pt x="801121" y="147839"/>
                </a:cubicBezTo>
                <a:cubicBezTo>
                  <a:pt x="796235" y="147839"/>
                  <a:pt x="792047" y="147194"/>
                  <a:pt x="788557" y="145902"/>
                </a:cubicBezTo>
                <a:cubicBezTo>
                  <a:pt x="785067" y="144609"/>
                  <a:pt x="782205" y="142652"/>
                  <a:pt x="779971" y="140032"/>
                </a:cubicBezTo>
                <a:cubicBezTo>
                  <a:pt x="777738" y="137411"/>
                  <a:pt x="776115" y="134091"/>
                  <a:pt x="775103" y="130073"/>
                </a:cubicBezTo>
                <a:cubicBezTo>
                  <a:pt x="774091" y="126053"/>
                  <a:pt x="773584" y="121317"/>
                  <a:pt x="773584" y="115866"/>
                </a:cubicBezTo>
                <a:lnTo>
                  <a:pt x="773584" y="60727"/>
                </a:lnTo>
                <a:lnTo>
                  <a:pt x="760392" y="60727"/>
                </a:lnTo>
                <a:cubicBezTo>
                  <a:pt x="759345" y="60727"/>
                  <a:pt x="758507" y="60166"/>
                  <a:pt x="757879" y="59042"/>
                </a:cubicBezTo>
                <a:cubicBezTo>
                  <a:pt x="757251" y="57917"/>
                  <a:pt x="756937" y="56088"/>
                  <a:pt x="756937" y="53555"/>
                </a:cubicBezTo>
                <a:cubicBezTo>
                  <a:pt x="756937" y="52220"/>
                  <a:pt x="757024" y="51096"/>
                  <a:pt x="757199" y="50182"/>
                </a:cubicBezTo>
                <a:cubicBezTo>
                  <a:pt x="757373" y="49268"/>
                  <a:pt x="757600" y="48512"/>
                  <a:pt x="757879" y="47914"/>
                </a:cubicBezTo>
                <a:cubicBezTo>
                  <a:pt x="758158" y="47317"/>
                  <a:pt x="758525" y="46895"/>
                  <a:pt x="758979" y="46648"/>
                </a:cubicBezTo>
                <a:cubicBezTo>
                  <a:pt x="759432" y="46402"/>
                  <a:pt x="759938" y="46278"/>
                  <a:pt x="760497" y="46278"/>
                </a:cubicBezTo>
                <a:lnTo>
                  <a:pt x="773584" y="46278"/>
                </a:lnTo>
                <a:lnTo>
                  <a:pt x="773584" y="23872"/>
                </a:lnTo>
                <a:cubicBezTo>
                  <a:pt x="773584" y="23383"/>
                  <a:pt x="773707" y="22930"/>
                  <a:pt x="773951" y="22511"/>
                </a:cubicBezTo>
                <a:cubicBezTo>
                  <a:pt x="774195" y="22092"/>
                  <a:pt x="774649" y="21726"/>
                  <a:pt x="775312" y="21412"/>
                </a:cubicBezTo>
                <a:cubicBezTo>
                  <a:pt x="775975" y="21097"/>
                  <a:pt x="776865" y="20871"/>
                  <a:pt x="777982" y="20731"/>
                </a:cubicBezTo>
                <a:cubicBezTo>
                  <a:pt x="779099" y="20591"/>
                  <a:pt x="780495" y="20522"/>
                  <a:pt x="782170" y="20522"/>
                </a:cubicBezTo>
                <a:cubicBezTo>
                  <a:pt x="783915" y="20522"/>
                  <a:pt x="785346" y="20591"/>
                  <a:pt x="786463" y="20731"/>
                </a:cubicBezTo>
                <a:cubicBezTo>
                  <a:pt x="787580" y="20871"/>
                  <a:pt x="788452" y="21097"/>
                  <a:pt x="789080" y="21412"/>
                </a:cubicBezTo>
                <a:cubicBezTo>
                  <a:pt x="789709" y="21726"/>
                  <a:pt x="790162" y="22092"/>
                  <a:pt x="790441" y="22511"/>
                </a:cubicBezTo>
                <a:cubicBezTo>
                  <a:pt x="790721" y="22930"/>
                  <a:pt x="790860" y="23383"/>
                  <a:pt x="790860" y="23872"/>
                </a:cubicBezTo>
                <a:lnTo>
                  <a:pt x="790860" y="46278"/>
                </a:lnTo>
                <a:lnTo>
                  <a:pt x="815046" y="46278"/>
                </a:lnTo>
                <a:cubicBezTo>
                  <a:pt x="815605" y="46278"/>
                  <a:pt x="816093" y="46402"/>
                  <a:pt x="816512" y="46648"/>
                </a:cubicBezTo>
                <a:cubicBezTo>
                  <a:pt x="816931" y="46895"/>
                  <a:pt x="817298" y="47317"/>
                  <a:pt x="817612" y="47914"/>
                </a:cubicBezTo>
                <a:cubicBezTo>
                  <a:pt x="817926" y="48512"/>
                  <a:pt x="818153" y="49268"/>
                  <a:pt x="818292" y="50182"/>
                </a:cubicBezTo>
                <a:cubicBezTo>
                  <a:pt x="818432" y="51096"/>
                  <a:pt x="818502" y="52220"/>
                  <a:pt x="818502" y="53555"/>
                </a:cubicBezTo>
                <a:cubicBezTo>
                  <a:pt x="818502" y="56088"/>
                  <a:pt x="818188" y="57917"/>
                  <a:pt x="817559" y="59042"/>
                </a:cubicBezTo>
                <a:cubicBezTo>
                  <a:pt x="816931" y="60166"/>
                  <a:pt x="816093" y="60727"/>
                  <a:pt x="815046" y="60727"/>
                </a:cubicBezTo>
                <a:lnTo>
                  <a:pt x="790860" y="60727"/>
                </a:lnTo>
                <a:lnTo>
                  <a:pt x="790860" y="113288"/>
                </a:lnTo>
                <a:cubicBezTo>
                  <a:pt x="790860" y="119779"/>
                  <a:pt x="791820" y="124683"/>
                  <a:pt x="793740" y="127998"/>
                </a:cubicBezTo>
                <a:cubicBezTo>
                  <a:pt x="795659" y="131314"/>
                  <a:pt x="799097" y="132972"/>
                  <a:pt x="804053" y="132972"/>
                </a:cubicBezTo>
                <a:cubicBezTo>
                  <a:pt x="805658" y="132972"/>
                  <a:pt x="807089" y="132815"/>
                  <a:pt x="808346" y="132500"/>
                </a:cubicBezTo>
                <a:cubicBezTo>
                  <a:pt x="809602" y="132186"/>
                  <a:pt x="810719" y="131855"/>
                  <a:pt x="811696" y="131506"/>
                </a:cubicBezTo>
                <a:cubicBezTo>
                  <a:pt x="812673" y="131157"/>
                  <a:pt x="813511" y="130825"/>
                  <a:pt x="814209" y="130511"/>
                </a:cubicBezTo>
                <a:cubicBezTo>
                  <a:pt x="814907" y="130197"/>
                  <a:pt x="815535" y="130040"/>
                  <a:pt x="816093" y="130040"/>
                </a:cubicBezTo>
                <a:cubicBezTo>
                  <a:pt x="816443" y="130040"/>
                  <a:pt x="816774" y="130127"/>
                  <a:pt x="817088" y="130302"/>
                </a:cubicBezTo>
                <a:cubicBezTo>
                  <a:pt x="817402" y="130476"/>
                  <a:pt x="817647" y="130808"/>
                  <a:pt x="817821" y="131296"/>
                </a:cubicBezTo>
                <a:cubicBezTo>
                  <a:pt x="817996" y="131785"/>
                  <a:pt x="818153" y="132450"/>
                  <a:pt x="818292" y="133292"/>
                </a:cubicBezTo>
                <a:cubicBezTo>
                  <a:pt x="818432" y="134132"/>
                  <a:pt x="818502" y="135185"/>
                  <a:pt x="818502" y="136450"/>
                </a:cubicBezTo>
                <a:close/>
                <a:moveTo>
                  <a:pt x="884160" y="145955"/>
                </a:moveTo>
                <a:lnTo>
                  <a:pt x="871596" y="180611"/>
                </a:lnTo>
                <a:cubicBezTo>
                  <a:pt x="871177" y="181728"/>
                  <a:pt x="870113" y="182583"/>
                  <a:pt x="868403" y="183176"/>
                </a:cubicBezTo>
                <a:cubicBezTo>
                  <a:pt x="866693" y="183770"/>
                  <a:pt x="864093" y="184066"/>
                  <a:pt x="860603" y="184066"/>
                </a:cubicBezTo>
                <a:cubicBezTo>
                  <a:pt x="858788" y="184066"/>
                  <a:pt x="857322" y="183979"/>
                  <a:pt x="856205" y="183804"/>
                </a:cubicBezTo>
                <a:cubicBezTo>
                  <a:pt x="855088" y="183630"/>
                  <a:pt x="854233" y="183333"/>
                  <a:pt x="853640" y="182914"/>
                </a:cubicBezTo>
                <a:cubicBezTo>
                  <a:pt x="853047" y="182496"/>
                  <a:pt x="852715" y="181937"/>
                  <a:pt x="852645" y="181239"/>
                </a:cubicBezTo>
                <a:cubicBezTo>
                  <a:pt x="852575" y="180541"/>
                  <a:pt x="852750" y="179704"/>
                  <a:pt x="853169" y="178726"/>
                </a:cubicBezTo>
                <a:lnTo>
                  <a:pt x="866152" y="145955"/>
                </a:lnTo>
                <a:cubicBezTo>
                  <a:pt x="865523" y="145675"/>
                  <a:pt x="864930" y="145222"/>
                  <a:pt x="864372" y="144594"/>
                </a:cubicBezTo>
                <a:cubicBezTo>
                  <a:pt x="863813" y="143965"/>
                  <a:pt x="863429" y="143302"/>
                  <a:pt x="863220" y="142604"/>
                </a:cubicBezTo>
                <a:lnTo>
                  <a:pt x="829611" y="52560"/>
                </a:lnTo>
                <a:cubicBezTo>
                  <a:pt x="829052" y="51095"/>
                  <a:pt x="828773" y="49943"/>
                  <a:pt x="828773" y="49105"/>
                </a:cubicBezTo>
                <a:cubicBezTo>
                  <a:pt x="828773" y="48268"/>
                  <a:pt x="829052" y="47605"/>
                  <a:pt x="829611" y="47116"/>
                </a:cubicBezTo>
                <a:cubicBezTo>
                  <a:pt x="830169" y="46627"/>
                  <a:pt x="831077" y="46296"/>
                  <a:pt x="832333" y="46121"/>
                </a:cubicBezTo>
                <a:cubicBezTo>
                  <a:pt x="833589" y="45947"/>
                  <a:pt x="835265" y="45860"/>
                  <a:pt x="837359" y="45860"/>
                </a:cubicBezTo>
                <a:cubicBezTo>
                  <a:pt x="839453" y="45860"/>
                  <a:pt x="841093" y="45912"/>
                  <a:pt x="842280" y="46017"/>
                </a:cubicBezTo>
                <a:cubicBezTo>
                  <a:pt x="843466" y="46121"/>
                  <a:pt x="844409" y="46313"/>
                  <a:pt x="845107" y="46592"/>
                </a:cubicBezTo>
                <a:cubicBezTo>
                  <a:pt x="845805" y="46872"/>
                  <a:pt x="846311" y="47273"/>
                  <a:pt x="846625" y="47796"/>
                </a:cubicBezTo>
                <a:cubicBezTo>
                  <a:pt x="846939" y="48320"/>
                  <a:pt x="847270" y="49035"/>
                  <a:pt x="847619" y="49943"/>
                </a:cubicBezTo>
                <a:lnTo>
                  <a:pt x="874528" y="125538"/>
                </a:lnTo>
                <a:lnTo>
                  <a:pt x="874842" y="125538"/>
                </a:lnTo>
                <a:lnTo>
                  <a:pt x="900808" y="49524"/>
                </a:lnTo>
                <a:cubicBezTo>
                  <a:pt x="901227" y="48198"/>
                  <a:pt x="901733" y="47343"/>
                  <a:pt x="902326" y="46959"/>
                </a:cubicBezTo>
                <a:cubicBezTo>
                  <a:pt x="902920" y="46575"/>
                  <a:pt x="903810" y="46296"/>
                  <a:pt x="904996" y="46121"/>
                </a:cubicBezTo>
                <a:cubicBezTo>
                  <a:pt x="906183" y="45947"/>
                  <a:pt x="907893" y="45860"/>
                  <a:pt x="910127" y="45860"/>
                </a:cubicBezTo>
                <a:cubicBezTo>
                  <a:pt x="912081" y="45860"/>
                  <a:pt x="913686" y="45947"/>
                  <a:pt x="914943" y="46121"/>
                </a:cubicBezTo>
                <a:cubicBezTo>
                  <a:pt x="916199" y="46296"/>
                  <a:pt x="917124" y="46627"/>
                  <a:pt x="917717" y="47116"/>
                </a:cubicBezTo>
                <a:cubicBezTo>
                  <a:pt x="918311" y="47605"/>
                  <a:pt x="918607" y="48268"/>
                  <a:pt x="918607" y="49105"/>
                </a:cubicBezTo>
                <a:cubicBezTo>
                  <a:pt x="918607" y="49943"/>
                  <a:pt x="918398" y="50990"/>
                  <a:pt x="917979" y="52246"/>
                </a:cubicBezTo>
                <a:lnTo>
                  <a:pt x="884160" y="145955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8F335D-CAF0-4A57-BF8B-9ED73AA4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0352" y="862502"/>
            <a:ext cx="6611458" cy="5889570"/>
          </a:xfrm>
          <a:custGeom xmlns:a="http://schemas.openxmlformats.org/drawingml/2006/main">
            <a:pathLst>
              <a:path w="6611458" h="5889570">
                <a:moveTo>
                  <a:pt x="534" y="5788552"/>
                </a:moveTo>
                <a:lnTo>
                  <a:pt x="626" y="5789406"/>
                </a:lnTo>
                <a:lnTo>
                  <a:pt x="1236" y="5794153"/>
                </a:lnTo>
                <a:lnTo>
                  <a:pt x="1358" y="5795007"/>
                </a:lnTo>
                <a:lnTo>
                  <a:pt x="2198" y="5799677"/>
                </a:lnTo>
                <a:lnTo>
                  <a:pt x="2366" y="5800517"/>
                </a:lnTo>
                <a:lnTo>
                  <a:pt x="3419" y="5805111"/>
                </a:lnTo>
                <a:lnTo>
                  <a:pt x="3632" y="5805935"/>
                </a:lnTo>
                <a:lnTo>
                  <a:pt x="4914" y="5810437"/>
                </a:lnTo>
                <a:lnTo>
                  <a:pt x="5174" y="5811261"/>
                </a:lnTo>
                <a:lnTo>
                  <a:pt x="6669" y="5815657"/>
                </a:lnTo>
                <a:lnTo>
                  <a:pt x="6959" y="5816450"/>
                </a:lnTo>
                <a:lnTo>
                  <a:pt x="8654" y="5820769"/>
                </a:lnTo>
                <a:lnTo>
                  <a:pt x="8974" y="5821533"/>
                </a:lnTo>
                <a:lnTo>
                  <a:pt x="10882" y="5825745"/>
                </a:lnTo>
                <a:lnTo>
                  <a:pt x="11248" y="5826493"/>
                </a:lnTo>
                <a:lnTo>
                  <a:pt x="13339" y="5830583"/>
                </a:lnTo>
                <a:lnTo>
                  <a:pt x="13736" y="5831315"/>
                </a:lnTo>
                <a:lnTo>
                  <a:pt x="16025" y="5835283"/>
                </a:lnTo>
                <a:lnTo>
                  <a:pt x="16452" y="5836001"/>
                </a:lnTo>
                <a:lnTo>
                  <a:pt x="18910" y="5839847"/>
                </a:lnTo>
                <a:lnTo>
                  <a:pt x="19383" y="5840534"/>
                </a:lnTo>
                <a:lnTo>
                  <a:pt x="22023" y="5844242"/>
                </a:lnTo>
                <a:lnTo>
                  <a:pt x="22511" y="5844914"/>
                </a:lnTo>
                <a:lnTo>
                  <a:pt x="25335" y="5848485"/>
                </a:lnTo>
                <a:lnTo>
                  <a:pt x="25854" y="5849126"/>
                </a:lnTo>
                <a:lnTo>
                  <a:pt x="28830" y="5852560"/>
                </a:lnTo>
                <a:lnTo>
                  <a:pt x="29379" y="5853170"/>
                </a:lnTo>
                <a:lnTo>
                  <a:pt x="32523" y="5856467"/>
                </a:lnTo>
                <a:lnTo>
                  <a:pt x="33103" y="5857047"/>
                </a:lnTo>
                <a:lnTo>
                  <a:pt x="36400" y="5860191"/>
                </a:lnTo>
                <a:lnTo>
                  <a:pt x="37010" y="5860740"/>
                </a:lnTo>
                <a:lnTo>
                  <a:pt x="40444" y="5863716"/>
                </a:lnTo>
                <a:lnTo>
                  <a:pt x="41085" y="5864235"/>
                </a:lnTo>
                <a:lnTo>
                  <a:pt x="44656" y="5867059"/>
                </a:lnTo>
                <a:lnTo>
                  <a:pt x="45328" y="5867547"/>
                </a:lnTo>
                <a:lnTo>
                  <a:pt x="49037" y="5870187"/>
                </a:lnTo>
                <a:lnTo>
                  <a:pt x="49723" y="5870661"/>
                </a:lnTo>
                <a:lnTo>
                  <a:pt x="53569" y="5873118"/>
                </a:lnTo>
                <a:lnTo>
                  <a:pt x="54287" y="5873545"/>
                </a:lnTo>
                <a:lnTo>
                  <a:pt x="58255" y="5875834"/>
                </a:lnTo>
                <a:lnTo>
                  <a:pt x="58987" y="5876231"/>
                </a:lnTo>
                <a:lnTo>
                  <a:pt x="63077" y="5878322"/>
                </a:lnTo>
                <a:lnTo>
                  <a:pt x="63825" y="5878688"/>
                </a:lnTo>
                <a:lnTo>
                  <a:pt x="68038" y="5880596"/>
                </a:lnTo>
                <a:lnTo>
                  <a:pt x="68801" y="5880917"/>
                </a:lnTo>
                <a:lnTo>
                  <a:pt x="73120" y="5882611"/>
                </a:lnTo>
                <a:lnTo>
                  <a:pt x="73913" y="5882901"/>
                </a:lnTo>
                <a:lnTo>
                  <a:pt x="78309" y="5884396"/>
                </a:lnTo>
                <a:lnTo>
                  <a:pt x="79133" y="5884656"/>
                </a:lnTo>
                <a:lnTo>
                  <a:pt x="83635" y="5885938"/>
                </a:lnTo>
                <a:lnTo>
                  <a:pt x="84459" y="5886136"/>
                </a:lnTo>
                <a:lnTo>
                  <a:pt x="89053" y="5887205"/>
                </a:lnTo>
                <a:lnTo>
                  <a:pt x="89893" y="5887372"/>
                </a:lnTo>
                <a:lnTo>
                  <a:pt x="94563" y="5888212"/>
                </a:lnTo>
                <a:lnTo>
                  <a:pt x="95417" y="5888334"/>
                </a:lnTo>
                <a:lnTo>
                  <a:pt x="100164" y="5888944"/>
                </a:lnTo>
                <a:lnTo>
                  <a:pt x="101019" y="5889036"/>
                </a:lnTo>
                <a:lnTo>
                  <a:pt x="105841" y="5889402"/>
                </a:lnTo>
                <a:lnTo>
                  <a:pt x="106711" y="5889448"/>
                </a:lnTo>
                <a:lnTo>
                  <a:pt x="111595" y="5889570"/>
                </a:lnTo>
                <a:lnTo>
                  <a:pt x="112022" y="5889570"/>
                </a:lnTo>
                <a:lnTo>
                  <a:pt x="6499436" y="5889570"/>
                </a:lnTo>
                <a:lnTo>
                  <a:pt x="6499863" y="5889570"/>
                </a:lnTo>
                <a:lnTo>
                  <a:pt x="6504747" y="5889448"/>
                </a:lnTo>
                <a:lnTo>
                  <a:pt x="6505617" y="5889402"/>
                </a:lnTo>
                <a:lnTo>
                  <a:pt x="6510440" y="5889036"/>
                </a:lnTo>
                <a:lnTo>
                  <a:pt x="6511294" y="5888944"/>
                </a:lnTo>
                <a:lnTo>
                  <a:pt x="6516041" y="5888334"/>
                </a:lnTo>
                <a:lnTo>
                  <a:pt x="6516896" y="5888212"/>
                </a:lnTo>
                <a:lnTo>
                  <a:pt x="6521566" y="5887372"/>
                </a:lnTo>
                <a:lnTo>
                  <a:pt x="6522405" y="5887205"/>
                </a:lnTo>
                <a:lnTo>
                  <a:pt x="6526999" y="5886136"/>
                </a:lnTo>
                <a:lnTo>
                  <a:pt x="6527823" y="5885938"/>
                </a:lnTo>
                <a:lnTo>
                  <a:pt x="6532325" y="5884656"/>
                </a:lnTo>
                <a:lnTo>
                  <a:pt x="6533149" y="5884396"/>
                </a:lnTo>
                <a:lnTo>
                  <a:pt x="6537545" y="5882901"/>
                </a:lnTo>
                <a:lnTo>
                  <a:pt x="6538339" y="5882611"/>
                </a:lnTo>
                <a:lnTo>
                  <a:pt x="6542658" y="5880917"/>
                </a:lnTo>
                <a:lnTo>
                  <a:pt x="6543436" y="5880596"/>
                </a:lnTo>
                <a:lnTo>
                  <a:pt x="6547633" y="5878688"/>
                </a:lnTo>
                <a:lnTo>
                  <a:pt x="6548381" y="5878322"/>
                </a:lnTo>
                <a:lnTo>
                  <a:pt x="6552471" y="5876231"/>
                </a:lnTo>
                <a:lnTo>
                  <a:pt x="6553204" y="5875834"/>
                </a:lnTo>
                <a:lnTo>
                  <a:pt x="6557172" y="5873545"/>
                </a:lnTo>
                <a:lnTo>
                  <a:pt x="6557889" y="5873118"/>
                </a:lnTo>
                <a:lnTo>
                  <a:pt x="6561735" y="5870661"/>
                </a:lnTo>
                <a:lnTo>
                  <a:pt x="6562422" y="5870187"/>
                </a:lnTo>
                <a:lnTo>
                  <a:pt x="6566130" y="5867547"/>
                </a:lnTo>
                <a:lnTo>
                  <a:pt x="6566802" y="5867059"/>
                </a:lnTo>
                <a:lnTo>
                  <a:pt x="6570373" y="5864235"/>
                </a:lnTo>
                <a:lnTo>
                  <a:pt x="6571014" y="5863716"/>
                </a:lnTo>
                <a:lnTo>
                  <a:pt x="6574448" y="5860740"/>
                </a:lnTo>
                <a:lnTo>
                  <a:pt x="6575059" y="5860191"/>
                </a:lnTo>
                <a:lnTo>
                  <a:pt x="6578355" y="5857047"/>
                </a:lnTo>
                <a:lnTo>
                  <a:pt x="6578935" y="5856467"/>
                </a:lnTo>
                <a:lnTo>
                  <a:pt x="6582079" y="5853170"/>
                </a:lnTo>
                <a:lnTo>
                  <a:pt x="6582629" y="5852560"/>
                </a:lnTo>
                <a:lnTo>
                  <a:pt x="6585605" y="5849126"/>
                </a:lnTo>
                <a:lnTo>
                  <a:pt x="6586124" y="5848485"/>
                </a:lnTo>
                <a:lnTo>
                  <a:pt x="6588947" y="5844914"/>
                </a:lnTo>
                <a:lnTo>
                  <a:pt x="6589435" y="5844242"/>
                </a:lnTo>
                <a:lnTo>
                  <a:pt x="6592076" y="5840534"/>
                </a:lnTo>
                <a:lnTo>
                  <a:pt x="6592549" y="5839847"/>
                </a:lnTo>
                <a:lnTo>
                  <a:pt x="6595006" y="5836001"/>
                </a:lnTo>
                <a:lnTo>
                  <a:pt x="6595433" y="5835283"/>
                </a:lnTo>
                <a:lnTo>
                  <a:pt x="6597723" y="5831315"/>
                </a:lnTo>
                <a:lnTo>
                  <a:pt x="6598119" y="5830583"/>
                </a:lnTo>
                <a:lnTo>
                  <a:pt x="6600210" y="5826493"/>
                </a:lnTo>
                <a:lnTo>
                  <a:pt x="6600577" y="5825745"/>
                </a:lnTo>
                <a:lnTo>
                  <a:pt x="6602484" y="5821533"/>
                </a:lnTo>
                <a:lnTo>
                  <a:pt x="6602805" y="5820769"/>
                </a:lnTo>
                <a:lnTo>
                  <a:pt x="6604499" y="5816450"/>
                </a:lnTo>
                <a:lnTo>
                  <a:pt x="6604804" y="5815657"/>
                </a:lnTo>
                <a:lnTo>
                  <a:pt x="6606285" y="5811261"/>
                </a:lnTo>
                <a:lnTo>
                  <a:pt x="6606544" y="5810437"/>
                </a:lnTo>
                <a:lnTo>
                  <a:pt x="6607811" y="5805935"/>
                </a:lnTo>
                <a:lnTo>
                  <a:pt x="6608040" y="5805111"/>
                </a:lnTo>
                <a:lnTo>
                  <a:pt x="6609093" y="5800517"/>
                </a:lnTo>
                <a:lnTo>
                  <a:pt x="6609261" y="5799677"/>
                </a:lnTo>
                <a:lnTo>
                  <a:pt x="6610100" y="5795007"/>
                </a:lnTo>
                <a:lnTo>
                  <a:pt x="6610222" y="5794153"/>
                </a:lnTo>
                <a:lnTo>
                  <a:pt x="6610833" y="5789406"/>
                </a:lnTo>
                <a:lnTo>
                  <a:pt x="6610924" y="5788552"/>
                </a:lnTo>
                <a:lnTo>
                  <a:pt x="6611290" y="5783729"/>
                </a:lnTo>
                <a:lnTo>
                  <a:pt x="6611336" y="5782859"/>
                </a:lnTo>
                <a:lnTo>
                  <a:pt x="6611458" y="5777975"/>
                </a:lnTo>
                <a:lnTo>
                  <a:pt x="6611458" y="5777548"/>
                </a:lnTo>
                <a:lnTo>
                  <a:pt x="6611458" y="112022"/>
                </a:lnTo>
                <a:lnTo>
                  <a:pt x="6611458" y="111595"/>
                </a:lnTo>
                <a:lnTo>
                  <a:pt x="6611336" y="106711"/>
                </a:lnTo>
                <a:lnTo>
                  <a:pt x="6611290" y="105841"/>
                </a:lnTo>
                <a:lnTo>
                  <a:pt x="6610924" y="101019"/>
                </a:lnTo>
                <a:lnTo>
                  <a:pt x="6610833" y="100164"/>
                </a:lnTo>
                <a:lnTo>
                  <a:pt x="6610222" y="95417"/>
                </a:lnTo>
                <a:lnTo>
                  <a:pt x="6610100" y="94563"/>
                </a:lnTo>
                <a:lnTo>
                  <a:pt x="6609261" y="89893"/>
                </a:lnTo>
                <a:lnTo>
                  <a:pt x="6609093" y="89053"/>
                </a:lnTo>
                <a:lnTo>
                  <a:pt x="6608040" y="84459"/>
                </a:lnTo>
                <a:lnTo>
                  <a:pt x="6607811" y="83635"/>
                </a:lnTo>
                <a:lnTo>
                  <a:pt x="6606544" y="79133"/>
                </a:lnTo>
                <a:lnTo>
                  <a:pt x="6606285" y="78309"/>
                </a:lnTo>
                <a:lnTo>
                  <a:pt x="6604804" y="73913"/>
                </a:lnTo>
                <a:lnTo>
                  <a:pt x="6604499" y="73105"/>
                </a:lnTo>
                <a:lnTo>
                  <a:pt x="6602805" y="68801"/>
                </a:lnTo>
                <a:lnTo>
                  <a:pt x="6602484" y="68022"/>
                </a:lnTo>
                <a:lnTo>
                  <a:pt x="6600577" y="63825"/>
                </a:lnTo>
                <a:lnTo>
                  <a:pt x="6600210" y="63077"/>
                </a:lnTo>
                <a:lnTo>
                  <a:pt x="6598119" y="58987"/>
                </a:lnTo>
                <a:lnTo>
                  <a:pt x="6597723" y="58255"/>
                </a:lnTo>
                <a:lnTo>
                  <a:pt x="6595433" y="54287"/>
                </a:lnTo>
                <a:lnTo>
                  <a:pt x="6595006" y="53569"/>
                </a:lnTo>
                <a:lnTo>
                  <a:pt x="6592549" y="49723"/>
                </a:lnTo>
                <a:lnTo>
                  <a:pt x="6592076" y="49037"/>
                </a:lnTo>
                <a:lnTo>
                  <a:pt x="6589435" y="45328"/>
                </a:lnTo>
                <a:lnTo>
                  <a:pt x="6588947" y="44656"/>
                </a:lnTo>
                <a:lnTo>
                  <a:pt x="6586124" y="41085"/>
                </a:lnTo>
                <a:lnTo>
                  <a:pt x="6585605" y="40444"/>
                </a:lnTo>
                <a:lnTo>
                  <a:pt x="6582629" y="37010"/>
                </a:lnTo>
                <a:lnTo>
                  <a:pt x="6582079" y="36400"/>
                </a:lnTo>
                <a:lnTo>
                  <a:pt x="6578935" y="33103"/>
                </a:lnTo>
                <a:lnTo>
                  <a:pt x="6578355" y="32523"/>
                </a:lnTo>
                <a:lnTo>
                  <a:pt x="6575059" y="29379"/>
                </a:lnTo>
                <a:lnTo>
                  <a:pt x="6574448" y="28830"/>
                </a:lnTo>
                <a:lnTo>
                  <a:pt x="6571014" y="25854"/>
                </a:lnTo>
                <a:lnTo>
                  <a:pt x="6570373" y="25335"/>
                </a:lnTo>
                <a:lnTo>
                  <a:pt x="6566802" y="22511"/>
                </a:lnTo>
                <a:lnTo>
                  <a:pt x="6566130" y="22023"/>
                </a:lnTo>
                <a:lnTo>
                  <a:pt x="6562422" y="19383"/>
                </a:lnTo>
                <a:lnTo>
                  <a:pt x="6561735" y="18910"/>
                </a:lnTo>
                <a:lnTo>
                  <a:pt x="6557889" y="16452"/>
                </a:lnTo>
                <a:lnTo>
                  <a:pt x="6557172" y="16025"/>
                </a:lnTo>
                <a:lnTo>
                  <a:pt x="6553204" y="13736"/>
                </a:lnTo>
                <a:lnTo>
                  <a:pt x="6552471" y="13339"/>
                </a:lnTo>
                <a:lnTo>
                  <a:pt x="6548381" y="11248"/>
                </a:lnTo>
                <a:lnTo>
                  <a:pt x="6547633" y="10882"/>
                </a:lnTo>
                <a:lnTo>
                  <a:pt x="6543436" y="8974"/>
                </a:lnTo>
                <a:lnTo>
                  <a:pt x="6542658" y="8654"/>
                </a:lnTo>
                <a:lnTo>
                  <a:pt x="6538339" y="6959"/>
                </a:lnTo>
                <a:lnTo>
                  <a:pt x="6537545" y="6654"/>
                </a:lnTo>
                <a:lnTo>
                  <a:pt x="6533149" y="5174"/>
                </a:lnTo>
                <a:lnTo>
                  <a:pt x="6532325" y="4914"/>
                </a:lnTo>
                <a:lnTo>
                  <a:pt x="6527823" y="3632"/>
                </a:lnTo>
                <a:lnTo>
                  <a:pt x="6526999" y="3419"/>
                </a:lnTo>
                <a:lnTo>
                  <a:pt x="6522405" y="2366"/>
                </a:lnTo>
                <a:lnTo>
                  <a:pt x="6521566" y="2198"/>
                </a:lnTo>
                <a:lnTo>
                  <a:pt x="6516896" y="1358"/>
                </a:lnTo>
                <a:lnTo>
                  <a:pt x="6516041" y="1236"/>
                </a:lnTo>
                <a:lnTo>
                  <a:pt x="6511294" y="626"/>
                </a:lnTo>
                <a:lnTo>
                  <a:pt x="6510440" y="534"/>
                </a:lnTo>
                <a:lnTo>
                  <a:pt x="6505617" y="168"/>
                </a:lnTo>
                <a:lnTo>
                  <a:pt x="6504747" y="122"/>
                </a:lnTo>
                <a:lnTo>
                  <a:pt x="6499863" y="0"/>
                </a:lnTo>
                <a:lnTo>
                  <a:pt x="6499436" y="0"/>
                </a:lnTo>
                <a:lnTo>
                  <a:pt x="112022" y="0"/>
                </a:lnTo>
                <a:lnTo>
                  <a:pt x="111595" y="0"/>
                </a:lnTo>
                <a:lnTo>
                  <a:pt x="106711" y="122"/>
                </a:lnTo>
                <a:lnTo>
                  <a:pt x="105841" y="168"/>
                </a:lnTo>
                <a:lnTo>
                  <a:pt x="101019" y="534"/>
                </a:lnTo>
                <a:lnTo>
                  <a:pt x="100164" y="626"/>
                </a:lnTo>
                <a:lnTo>
                  <a:pt x="95417" y="1236"/>
                </a:lnTo>
                <a:lnTo>
                  <a:pt x="94563" y="1358"/>
                </a:lnTo>
                <a:lnTo>
                  <a:pt x="89893" y="2198"/>
                </a:lnTo>
                <a:lnTo>
                  <a:pt x="89053" y="2366"/>
                </a:lnTo>
                <a:lnTo>
                  <a:pt x="84459" y="3419"/>
                </a:lnTo>
                <a:lnTo>
                  <a:pt x="83635" y="3632"/>
                </a:lnTo>
                <a:lnTo>
                  <a:pt x="79133" y="4914"/>
                </a:lnTo>
                <a:lnTo>
                  <a:pt x="78309" y="5174"/>
                </a:lnTo>
                <a:lnTo>
                  <a:pt x="73913" y="6654"/>
                </a:lnTo>
                <a:lnTo>
                  <a:pt x="73120" y="6959"/>
                </a:lnTo>
                <a:lnTo>
                  <a:pt x="68801" y="8654"/>
                </a:lnTo>
                <a:lnTo>
                  <a:pt x="68038" y="8974"/>
                </a:lnTo>
                <a:lnTo>
                  <a:pt x="63825" y="10882"/>
                </a:lnTo>
                <a:lnTo>
                  <a:pt x="63077" y="11248"/>
                </a:lnTo>
                <a:lnTo>
                  <a:pt x="58987" y="13339"/>
                </a:lnTo>
                <a:lnTo>
                  <a:pt x="58255" y="13736"/>
                </a:lnTo>
                <a:lnTo>
                  <a:pt x="54287" y="16025"/>
                </a:lnTo>
                <a:lnTo>
                  <a:pt x="53569" y="16452"/>
                </a:lnTo>
                <a:lnTo>
                  <a:pt x="49723" y="18910"/>
                </a:lnTo>
                <a:lnTo>
                  <a:pt x="49037" y="19383"/>
                </a:lnTo>
                <a:lnTo>
                  <a:pt x="45328" y="22023"/>
                </a:lnTo>
                <a:lnTo>
                  <a:pt x="44656" y="22511"/>
                </a:lnTo>
                <a:lnTo>
                  <a:pt x="41085" y="25335"/>
                </a:lnTo>
                <a:lnTo>
                  <a:pt x="40444" y="25854"/>
                </a:lnTo>
                <a:lnTo>
                  <a:pt x="37010" y="28830"/>
                </a:lnTo>
                <a:lnTo>
                  <a:pt x="36400" y="29379"/>
                </a:lnTo>
                <a:lnTo>
                  <a:pt x="33103" y="32523"/>
                </a:lnTo>
                <a:lnTo>
                  <a:pt x="32523" y="33103"/>
                </a:lnTo>
                <a:lnTo>
                  <a:pt x="29379" y="36400"/>
                </a:lnTo>
                <a:lnTo>
                  <a:pt x="28830" y="37010"/>
                </a:lnTo>
                <a:lnTo>
                  <a:pt x="25854" y="40444"/>
                </a:lnTo>
                <a:lnTo>
                  <a:pt x="25335" y="41085"/>
                </a:lnTo>
                <a:lnTo>
                  <a:pt x="22511" y="44656"/>
                </a:lnTo>
                <a:lnTo>
                  <a:pt x="22023" y="45328"/>
                </a:lnTo>
                <a:lnTo>
                  <a:pt x="19383" y="49037"/>
                </a:lnTo>
                <a:lnTo>
                  <a:pt x="18910" y="49723"/>
                </a:lnTo>
                <a:lnTo>
                  <a:pt x="16452" y="53569"/>
                </a:lnTo>
                <a:lnTo>
                  <a:pt x="16025" y="54287"/>
                </a:lnTo>
                <a:lnTo>
                  <a:pt x="13736" y="58255"/>
                </a:lnTo>
                <a:lnTo>
                  <a:pt x="13339" y="58987"/>
                </a:lnTo>
                <a:lnTo>
                  <a:pt x="11248" y="63077"/>
                </a:lnTo>
                <a:lnTo>
                  <a:pt x="10882" y="63825"/>
                </a:lnTo>
                <a:lnTo>
                  <a:pt x="8974" y="68022"/>
                </a:lnTo>
                <a:lnTo>
                  <a:pt x="8654" y="68801"/>
                </a:lnTo>
                <a:lnTo>
                  <a:pt x="6959" y="73105"/>
                </a:lnTo>
                <a:lnTo>
                  <a:pt x="6669" y="73913"/>
                </a:lnTo>
                <a:lnTo>
                  <a:pt x="5174" y="78309"/>
                </a:lnTo>
                <a:lnTo>
                  <a:pt x="4914" y="79133"/>
                </a:lnTo>
                <a:lnTo>
                  <a:pt x="3632" y="83635"/>
                </a:lnTo>
                <a:lnTo>
                  <a:pt x="3419" y="84459"/>
                </a:lnTo>
                <a:lnTo>
                  <a:pt x="2366" y="89053"/>
                </a:lnTo>
                <a:lnTo>
                  <a:pt x="2198" y="89893"/>
                </a:lnTo>
                <a:lnTo>
                  <a:pt x="1358" y="94563"/>
                </a:lnTo>
                <a:lnTo>
                  <a:pt x="1236" y="95417"/>
                </a:lnTo>
                <a:lnTo>
                  <a:pt x="626" y="100164"/>
                </a:lnTo>
                <a:lnTo>
                  <a:pt x="534" y="101019"/>
                </a:lnTo>
                <a:lnTo>
                  <a:pt x="168" y="105841"/>
                </a:lnTo>
                <a:lnTo>
                  <a:pt x="122" y="106711"/>
                </a:lnTo>
                <a:lnTo>
                  <a:pt x="0" y="111595"/>
                </a:lnTo>
                <a:lnTo>
                  <a:pt x="0" y="112022"/>
                </a:lnTo>
                <a:lnTo>
                  <a:pt x="0" y="5777548"/>
                </a:lnTo>
                <a:lnTo>
                  <a:pt x="0" y="5777975"/>
                </a:lnTo>
                <a:lnTo>
                  <a:pt x="122" y="5782859"/>
                </a:lnTo>
                <a:lnTo>
                  <a:pt x="168" y="5783729"/>
                </a:lnTo>
                <a:lnTo>
                  <a:pt x="534" y="5788552"/>
                </a:lnTo>
                <a:close/>
                <a:moveTo>
                  <a:pt x="37852" y="88872"/>
                </a:moveTo>
                <a:lnTo>
                  <a:pt x="39053" y="85328"/>
                </a:lnTo>
                <a:lnTo>
                  <a:pt x="40435" y="81819"/>
                </a:lnTo>
                <a:lnTo>
                  <a:pt x="42049" y="78239"/>
                </a:lnTo>
                <a:lnTo>
                  <a:pt x="43692" y="75024"/>
                </a:lnTo>
                <a:lnTo>
                  <a:pt x="45495" y="71900"/>
                </a:lnTo>
                <a:lnTo>
                  <a:pt x="47684" y="68480"/>
                </a:lnTo>
                <a:lnTo>
                  <a:pt x="49773" y="65551"/>
                </a:lnTo>
                <a:lnTo>
                  <a:pt x="52101" y="62594"/>
                </a:lnTo>
                <a:lnTo>
                  <a:pt x="54464" y="59868"/>
                </a:lnTo>
                <a:lnTo>
                  <a:pt x="57102" y="57102"/>
                </a:lnTo>
                <a:lnTo>
                  <a:pt x="59868" y="54464"/>
                </a:lnTo>
                <a:lnTo>
                  <a:pt x="62594" y="52101"/>
                </a:lnTo>
                <a:lnTo>
                  <a:pt x="65412" y="49883"/>
                </a:lnTo>
                <a:lnTo>
                  <a:pt x="68498" y="47673"/>
                </a:lnTo>
                <a:lnTo>
                  <a:pt x="71900" y="45495"/>
                </a:lnTo>
                <a:lnTo>
                  <a:pt x="75024" y="43692"/>
                </a:lnTo>
                <a:lnTo>
                  <a:pt x="78239" y="42049"/>
                </a:lnTo>
                <a:lnTo>
                  <a:pt x="81819" y="40435"/>
                </a:lnTo>
                <a:lnTo>
                  <a:pt x="85328" y="39053"/>
                </a:lnTo>
                <a:lnTo>
                  <a:pt x="88872" y="37852"/>
                </a:lnTo>
                <a:lnTo>
                  <a:pt x="92584" y="36794"/>
                </a:lnTo>
                <a:lnTo>
                  <a:pt x="96217" y="35950"/>
                </a:lnTo>
                <a:lnTo>
                  <a:pt x="100052" y="35260"/>
                </a:lnTo>
                <a:lnTo>
                  <a:pt x="104010" y="34753"/>
                </a:lnTo>
                <a:lnTo>
                  <a:pt x="107979" y="34451"/>
                </a:lnTo>
                <a:lnTo>
                  <a:pt x="112465" y="34339"/>
                </a:lnTo>
                <a:lnTo>
                  <a:pt x="6498993" y="34339"/>
                </a:lnTo>
                <a:lnTo>
                  <a:pt x="6503479" y="34451"/>
                </a:lnTo>
                <a:lnTo>
                  <a:pt x="6507448" y="34753"/>
                </a:lnTo>
                <a:lnTo>
                  <a:pt x="6511406" y="35260"/>
                </a:lnTo>
                <a:lnTo>
                  <a:pt x="6515242" y="35950"/>
                </a:lnTo>
                <a:lnTo>
                  <a:pt x="6518874" y="36794"/>
                </a:lnTo>
                <a:lnTo>
                  <a:pt x="6522586" y="37852"/>
                </a:lnTo>
                <a:lnTo>
                  <a:pt x="6526130" y="39053"/>
                </a:lnTo>
                <a:lnTo>
                  <a:pt x="6529640" y="40435"/>
                </a:lnTo>
                <a:lnTo>
                  <a:pt x="6533220" y="42049"/>
                </a:lnTo>
                <a:lnTo>
                  <a:pt x="6536435" y="43692"/>
                </a:lnTo>
                <a:lnTo>
                  <a:pt x="6539559" y="45495"/>
                </a:lnTo>
                <a:lnTo>
                  <a:pt x="6542961" y="47673"/>
                </a:lnTo>
                <a:lnTo>
                  <a:pt x="6546046" y="49883"/>
                </a:lnTo>
                <a:lnTo>
                  <a:pt x="6548865" y="52101"/>
                </a:lnTo>
                <a:lnTo>
                  <a:pt x="6551739" y="54593"/>
                </a:lnTo>
                <a:lnTo>
                  <a:pt x="6554342" y="57086"/>
                </a:lnTo>
                <a:lnTo>
                  <a:pt x="6556995" y="59868"/>
                </a:lnTo>
                <a:lnTo>
                  <a:pt x="6559357" y="62594"/>
                </a:lnTo>
                <a:lnTo>
                  <a:pt x="6561686" y="65551"/>
                </a:lnTo>
                <a:lnTo>
                  <a:pt x="6563774" y="68480"/>
                </a:lnTo>
                <a:lnTo>
                  <a:pt x="6565964" y="71900"/>
                </a:lnTo>
                <a:lnTo>
                  <a:pt x="6567766" y="75024"/>
                </a:lnTo>
                <a:lnTo>
                  <a:pt x="6569409" y="78239"/>
                </a:lnTo>
                <a:lnTo>
                  <a:pt x="6571024" y="81819"/>
                </a:lnTo>
                <a:lnTo>
                  <a:pt x="6572405" y="85328"/>
                </a:lnTo>
                <a:lnTo>
                  <a:pt x="6573607" y="88872"/>
                </a:lnTo>
                <a:lnTo>
                  <a:pt x="6574657" y="92560"/>
                </a:lnTo>
                <a:lnTo>
                  <a:pt x="6575557" y="96488"/>
                </a:lnTo>
                <a:lnTo>
                  <a:pt x="6576198" y="100055"/>
                </a:lnTo>
                <a:lnTo>
                  <a:pt x="6576703" y="103977"/>
                </a:lnTo>
                <a:lnTo>
                  <a:pt x="6577007" y="107979"/>
                </a:lnTo>
                <a:lnTo>
                  <a:pt x="6577119" y="112465"/>
                </a:lnTo>
                <a:lnTo>
                  <a:pt x="6577119" y="5777105"/>
                </a:lnTo>
                <a:lnTo>
                  <a:pt x="6577007" y="5781591"/>
                </a:lnTo>
                <a:lnTo>
                  <a:pt x="6576705" y="5785560"/>
                </a:lnTo>
                <a:lnTo>
                  <a:pt x="6576198" y="5789518"/>
                </a:lnTo>
                <a:lnTo>
                  <a:pt x="6575557" y="5793083"/>
                </a:lnTo>
                <a:lnTo>
                  <a:pt x="6574657" y="5797010"/>
                </a:lnTo>
                <a:lnTo>
                  <a:pt x="6573607" y="5800698"/>
                </a:lnTo>
                <a:lnTo>
                  <a:pt x="6572405" y="5804242"/>
                </a:lnTo>
                <a:lnTo>
                  <a:pt x="6571024" y="5807751"/>
                </a:lnTo>
                <a:lnTo>
                  <a:pt x="6569416" y="5811317"/>
                </a:lnTo>
                <a:lnTo>
                  <a:pt x="6567702" y="5814657"/>
                </a:lnTo>
                <a:lnTo>
                  <a:pt x="6565964" y="5817671"/>
                </a:lnTo>
                <a:lnTo>
                  <a:pt x="6563785" y="5821073"/>
                </a:lnTo>
                <a:lnTo>
                  <a:pt x="6561576" y="5824158"/>
                </a:lnTo>
                <a:lnTo>
                  <a:pt x="6559357" y="5826976"/>
                </a:lnTo>
                <a:lnTo>
                  <a:pt x="6556995" y="5829703"/>
                </a:lnTo>
                <a:lnTo>
                  <a:pt x="6554342" y="5832484"/>
                </a:lnTo>
                <a:lnTo>
                  <a:pt x="6551739" y="5834978"/>
                </a:lnTo>
                <a:lnTo>
                  <a:pt x="6548865" y="5837469"/>
                </a:lnTo>
                <a:lnTo>
                  <a:pt x="6546046" y="5839687"/>
                </a:lnTo>
                <a:lnTo>
                  <a:pt x="6542961" y="5841897"/>
                </a:lnTo>
                <a:lnTo>
                  <a:pt x="6539559" y="5844075"/>
                </a:lnTo>
                <a:lnTo>
                  <a:pt x="6536435" y="5845878"/>
                </a:lnTo>
                <a:lnTo>
                  <a:pt x="6533220" y="5847521"/>
                </a:lnTo>
                <a:lnTo>
                  <a:pt x="6529640" y="5849135"/>
                </a:lnTo>
                <a:lnTo>
                  <a:pt x="6526130" y="5850517"/>
                </a:lnTo>
                <a:lnTo>
                  <a:pt x="6522586" y="5851719"/>
                </a:lnTo>
                <a:lnTo>
                  <a:pt x="6518874" y="5852776"/>
                </a:lnTo>
                <a:lnTo>
                  <a:pt x="6515242" y="5853620"/>
                </a:lnTo>
                <a:lnTo>
                  <a:pt x="6511406" y="5854310"/>
                </a:lnTo>
                <a:lnTo>
                  <a:pt x="6507448" y="5854817"/>
                </a:lnTo>
                <a:lnTo>
                  <a:pt x="6503479" y="5855119"/>
                </a:lnTo>
                <a:lnTo>
                  <a:pt x="6498993" y="5855231"/>
                </a:lnTo>
                <a:lnTo>
                  <a:pt x="112465" y="5855231"/>
                </a:lnTo>
                <a:lnTo>
                  <a:pt x="107979" y="5855119"/>
                </a:lnTo>
                <a:lnTo>
                  <a:pt x="104010" y="5854817"/>
                </a:lnTo>
                <a:lnTo>
                  <a:pt x="100052" y="5854310"/>
                </a:lnTo>
                <a:lnTo>
                  <a:pt x="96217" y="5853620"/>
                </a:lnTo>
                <a:lnTo>
                  <a:pt x="92584" y="5852776"/>
                </a:lnTo>
                <a:lnTo>
                  <a:pt x="88872" y="5851719"/>
                </a:lnTo>
                <a:lnTo>
                  <a:pt x="85328" y="5850517"/>
                </a:lnTo>
                <a:lnTo>
                  <a:pt x="81819" y="5849135"/>
                </a:lnTo>
                <a:lnTo>
                  <a:pt x="78239" y="5847521"/>
                </a:lnTo>
                <a:lnTo>
                  <a:pt x="75024" y="5845878"/>
                </a:lnTo>
                <a:lnTo>
                  <a:pt x="71900" y="5844075"/>
                </a:lnTo>
                <a:lnTo>
                  <a:pt x="68498" y="5841897"/>
                </a:lnTo>
                <a:lnTo>
                  <a:pt x="65412" y="5839687"/>
                </a:lnTo>
                <a:lnTo>
                  <a:pt x="62594" y="5837469"/>
                </a:lnTo>
                <a:lnTo>
                  <a:pt x="59868" y="5835106"/>
                </a:lnTo>
                <a:lnTo>
                  <a:pt x="57102" y="5832468"/>
                </a:lnTo>
                <a:lnTo>
                  <a:pt x="54464" y="5829703"/>
                </a:lnTo>
                <a:lnTo>
                  <a:pt x="52101" y="5826976"/>
                </a:lnTo>
                <a:lnTo>
                  <a:pt x="49883" y="5824158"/>
                </a:lnTo>
                <a:lnTo>
                  <a:pt x="47673" y="5821073"/>
                </a:lnTo>
                <a:lnTo>
                  <a:pt x="45495" y="5817671"/>
                </a:lnTo>
                <a:lnTo>
                  <a:pt x="43756" y="5814657"/>
                </a:lnTo>
                <a:lnTo>
                  <a:pt x="42042" y="5811317"/>
                </a:lnTo>
                <a:lnTo>
                  <a:pt x="40435" y="5807751"/>
                </a:lnTo>
                <a:lnTo>
                  <a:pt x="39053" y="5804242"/>
                </a:lnTo>
                <a:lnTo>
                  <a:pt x="37852" y="5800698"/>
                </a:lnTo>
                <a:lnTo>
                  <a:pt x="36794" y="5796986"/>
                </a:lnTo>
                <a:lnTo>
                  <a:pt x="35950" y="5793353"/>
                </a:lnTo>
                <a:lnTo>
                  <a:pt x="35260" y="5789518"/>
                </a:lnTo>
                <a:lnTo>
                  <a:pt x="34753" y="5785560"/>
                </a:lnTo>
                <a:lnTo>
                  <a:pt x="34451" y="5781591"/>
                </a:lnTo>
                <a:lnTo>
                  <a:pt x="34339" y="5777105"/>
                </a:lnTo>
                <a:lnTo>
                  <a:pt x="34339" y="112465"/>
                </a:lnTo>
                <a:lnTo>
                  <a:pt x="34451" y="107979"/>
                </a:lnTo>
                <a:lnTo>
                  <a:pt x="34755" y="103977"/>
                </a:lnTo>
                <a:lnTo>
                  <a:pt x="35260" y="100055"/>
                </a:lnTo>
                <a:lnTo>
                  <a:pt x="35950" y="96217"/>
                </a:lnTo>
                <a:lnTo>
                  <a:pt x="36794" y="92584"/>
                </a:lnTo>
                <a:lnTo>
                  <a:pt x="37852" y="88872"/>
                </a:lnTo>
                <a:close/>
              </a:path>
            </a:pathLst>
          </a:custGeom>
          <a:solidFill xmlns:a="http://schemas.openxmlformats.org/drawingml/2006/main">
            <a:srgbClr val="1C334E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2C5CE8-0A3F-480F-8F2A-0EA6AA24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3752" y="585269"/>
            <a:ext cx="3774576" cy="478003"/>
          </a:xfrm>
          <a:custGeom xmlns:a="http://schemas.openxmlformats.org/drawingml/2006/main">
            <a:pathLst>
              <a:path w="3774576" h="478003">
                <a:moveTo>
                  <a:pt x="0" y="0"/>
                </a:moveTo>
                <a:lnTo>
                  <a:pt x="3774576" y="0"/>
                </a:lnTo>
                <a:lnTo>
                  <a:pt x="3774576" y="478003"/>
                </a:lnTo>
                <a:lnTo>
                  <a:pt x="0" y="4780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Text V">
            <a:extLst xmlns:a="http://schemas.openxmlformats.org/drawingml/2006/main">
              <a:ext uri="{FF2B5EF4-FFF2-40B4-BE49-F238E27FC236}">
                <a16:creationId xmlns:a16="http://schemas.microsoft.com/office/drawing/2014/main" id="{C4B1C71C-A815-4630-888E-7D7FB12FF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7370" y="733507"/>
            <a:ext cx="174118" cy="195136"/>
          </a:xfrm>
          <a:custGeom xmlns:a="http://schemas.openxmlformats.org/drawingml/2006/main">
            <a:pathLst>
              <a:path w="174118" h="195136">
                <a:moveTo>
                  <a:pt x="77945" y="187366"/>
                </a:moveTo>
                <a:cubicBezTo>
                  <a:pt x="77048" y="189059"/>
                  <a:pt x="76102" y="190429"/>
                  <a:pt x="75106" y="191475"/>
                </a:cubicBezTo>
                <a:cubicBezTo>
                  <a:pt x="74110" y="192521"/>
                  <a:pt x="72665" y="193318"/>
                  <a:pt x="70773" y="193866"/>
                </a:cubicBezTo>
                <a:cubicBezTo>
                  <a:pt x="68880" y="194413"/>
                  <a:pt x="66365" y="194762"/>
                  <a:pt x="63227" y="194911"/>
                </a:cubicBezTo>
                <a:cubicBezTo>
                  <a:pt x="60090" y="195061"/>
                  <a:pt x="55981" y="195136"/>
                  <a:pt x="50901" y="195136"/>
                </a:cubicBezTo>
                <a:cubicBezTo>
                  <a:pt x="45024" y="195136"/>
                  <a:pt x="40342" y="195061"/>
                  <a:pt x="36856" y="194911"/>
                </a:cubicBezTo>
                <a:cubicBezTo>
                  <a:pt x="33369" y="194762"/>
                  <a:pt x="30730" y="194413"/>
                  <a:pt x="28937" y="193866"/>
                </a:cubicBezTo>
                <a:cubicBezTo>
                  <a:pt x="27144" y="193318"/>
                  <a:pt x="25923" y="192496"/>
                  <a:pt x="25276" y="191400"/>
                </a:cubicBezTo>
                <a:cubicBezTo>
                  <a:pt x="24629" y="190304"/>
                  <a:pt x="24205" y="188810"/>
                  <a:pt x="24006" y="186918"/>
                </a:cubicBezTo>
                <a:lnTo>
                  <a:pt x="398" y="12252"/>
                </a:lnTo>
                <a:cubicBezTo>
                  <a:pt x="100" y="9563"/>
                  <a:pt x="0" y="7396"/>
                  <a:pt x="100" y="5752"/>
                </a:cubicBezTo>
                <a:cubicBezTo>
                  <a:pt x="199" y="4109"/>
                  <a:pt x="896" y="2864"/>
                  <a:pt x="2191" y="2017"/>
                </a:cubicBezTo>
                <a:cubicBezTo>
                  <a:pt x="3486" y="1170"/>
                  <a:pt x="5503" y="623"/>
                  <a:pt x="8243" y="374"/>
                </a:cubicBezTo>
                <a:cubicBezTo>
                  <a:pt x="10982" y="125"/>
                  <a:pt x="14792" y="0"/>
                  <a:pt x="19673" y="0"/>
                </a:cubicBezTo>
                <a:cubicBezTo>
                  <a:pt x="24554" y="0"/>
                  <a:pt x="28364" y="100"/>
                  <a:pt x="31103" y="299"/>
                </a:cubicBezTo>
                <a:cubicBezTo>
                  <a:pt x="33842" y="498"/>
                  <a:pt x="35934" y="872"/>
                  <a:pt x="37379" y="1419"/>
                </a:cubicBezTo>
                <a:cubicBezTo>
                  <a:pt x="38823" y="1967"/>
                  <a:pt x="39744" y="2739"/>
                  <a:pt x="40143" y="3735"/>
                </a:cubicBezTo>
                <a:cubicBezTo>
                  <a:pt x="40541" y="4731"/>
                  <a:pt x="40840" y="6026"/>
                  <a:pt x="41039" y="7620"/>
                </a:cubicBezTo>
                <a:lnTo>
                  <a:pt x="57475" y="156437"/>
                </a:lnTo>
                <a:lnTo>
                  <a:pt x="57774" y="156437"/>
                </a:lnTo>
                <a:lnTo>
                  <a:pt x="132929" y="7022"/>
                </a:lnTo>
                <a:cubicBezTo>
                  <a:pt x="133627" y="5628"/>
                  <a:pt x="134423" y="4458"/>
                  <a:pt x="135320" y="3511"/>
                </a:cubicBezTo>
                <a:cubicBezTo>
                  <a:pt x="136216" y="2565"/>
                  <a:pt x="137486" y="1843"/>
                  <a:pt x="139130" y="1345"/>
                </a:cubicBezTo>
                <a:cubicBezTo>
                  <a:pt x="140774" y="847"/>
                  <a:pt x="142965" y="498"/>
                  <a:pt x="145704" y="299"/>
                </a:cubicBezTo>
                <a:cubicBezTo>
                  <a:pt x="148443" y="100"/>
                  <a:pt x="152054" y="0"/>
                  <a:pt x="156537" y="0"/>
                </a:cubicBezTo>
                <a:cubicBezTo>
                  <a:pt x="161318" y="0"/>
                  <a:pt x="165053" y="149"/>
                  <a:pt x="167743" y="448"/>
                </a:cubicBezTo>
                <a:cubicBezTo>
                  <a:pt x="170432" y="747"/>
                  <a:pt x="172225" y="1444"/>
                  <a:pt x="173122" y="2540"/>
                </a:cubicBezTo>
                <a:cubicBezTo>
                  <a:pt x="174018" y="3636"/>
                  <a:pt x="174118" y="5254"/>
                  <a:pt x="173421" y="7396"/>
                </a:cubicBezTo>
                <a:cubicBezTo>
                  <a:pt x="172723" y="9538"/>
                  <a:pt x="171428" y="12401"/>
                  <a:pt x="169536" y="15987"/>
                </a:cubicBezTo>
                <a:lnTo>
                  <a:pt x="77945" y="187366"/>
                </a:lnTo>
                <a:close/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" name="Text ocabular">
            <a:extLst xmlns:a="http://schemas.openxmlformats.org/drawingml/2006/main">
              <a:ext uri="{FF2B5EF4-FFF2-40B4-BE49-F238E27FC236}">
                <a16:creationId xmlns:a16="http://schemas.microsoft.com/office/drawing/2014/main" id="{F65038BA-CB00-49B8-90C9-403431DC0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376" y="719761"/>
            <a:ext cx="1086630" cy="211571"/>
          </a:xfrm>
          <a:custGeom xmlns:a="http://schemas.openxmlformats.org/drawingml/2006/main">
            <a:pathLst>
              <a:path w="1086630" h="211571">
                <a:moveTo>
                  <a:pt x="144036" y="114410"/>
                </a:moveTo>
                <a:cubicBezTo>
                  <a:pt x="144036" y="121594"/>
                  <a:pt x="143363" y="128979"/>
                  <a:pt x="142019" y="136565"/>
                </a:cubicBezTo>
                <a:cubicBezTo>
                  <a:pt x="140674" y="144151"/>
                  <a:pt x="138557" y="151563"/>
                  <a:pt x="135669" y="158800"/>
                </a:cubicBezTo>
                <a:cubicBezTo>
                  <a:pt x="132780" y="166034"/>
                  <a:pt x="129069" y="172820"/>
                  <a:pt x="124537" y="179158"/>
                </a:cubicBezTo>
                <a:cubicBezTo>
                  <a:pt x="120005" y="185495"/>
                  <a:pt x="114576" y="191084"/>
                  <a:pt x="108251" y="195925"/>
                </a:cubicBezTo>
                <a:cubicBezTo>
                  <a:pt x="101926" y="200765"/>
                  <a:pt x="94679" y="204583"/>
                  <a:pt x="86511" y="207378"/>
                </a:cubicBezTo>
                <a:cubicBezTo>
                  <a:pt x="78343" y="210174"/>
                  <a:pt x="69129" y="211571"/>
                  <a:pt x="58869" y="211571"/>
                </a:cubicBezTo>
                <a:cubicBezTo>
                  <a:pt x="48809" y="211571"/>
                  <a:pt x="40118" y="210398"/>
                  <a:pt x="32797" y="208051"/>
                </a:cubicBezTo>
                <a:cubicBezTo>
                  <a:pt x="25475" y="205707"/>
                  <a:pt x="19374" y="202264"/>
                  <a:pt x="14493" y="197722"/>
                </a:cubicBezTo>
                <a:cubicBezTo>
                  <a:pt x="9612" y="193181"/>
                  <a:pt x="5977" y="187592"/>
                  <a:pt x="3586" y="180955"/>
                </a:cubicBezTo>
                <a:cubicBezTo>
                  <a:pt x="1195" y="174319"/>
                  <a:pt x="0" y="166708"/>
                  <a:pt x="0" y="158123"/>
                </a:cubicBezTo>
                <a:cubicBezTo>
                  <a:pt x="0" y="150938"/>
                  <a:pt x="672" y="143553"/>
                  <a:pt x="2017" y="135967"/>
                </a:cubicBezTo>
                <a:cubicBezTo>
                  <a:pt x="3362" y="128381"/>
                  <a:pt x="5479" y="120996"/>
                  <a:pt x="8367" y="113812"/>
                </a:cubicBezTo>
                <a:cubicBezTo>
                  <a:pt x="11256" y="106624"/>
                  <a:pt x="14966" y="99812"/>
                  <a:pt x="19499" y="93375"/>
                </a:cubicBezTo>
                <a:cubicBezTo>
                  <a:pt x="24031" y="86938"/>
                  <a:pt x="29460" y="81324"/>
                  <a:pt x="35785" y="76533"/>
                </a:cubicBezTo>
                <a:cubicBezTo>
                  <a:pt x="42110" y="71742"/>
                  <a:pt x="49357" y="67949"/>
                  <a:pt x="57525" y="65154"/>
                </a:cubicBezTo>
                <a:cubicBezTo>
                  <a:pt x="65693" y="62359"/>
                  <a:pt x="74907" y="60961"/>
                  <a:pt x="85166" y="60961"/>
                </a:cubicBezTo>
                <a:cubicBezTo>
                  <a:pt x="95227" y="60961"/>
                  <a:pt x="103918" y="62135"/>
                  <a:pt x="111239" y="64482"/>
                </a:cubicBezTo>
                <a:cubicBezTo>
                  <a:pt x="118561" y="66826"/>
                  <a:pt x="124662" y="70268"/>
                  <a:pt x="129543" y="74810"/>
                </a:cubicBezTo>
                <a:cubicBezTo>
                  <a:pt x="134423" y="79352"/>
                  <a:pt x="138059" y="84941"/>
                  <a:pt x="140450" y="91577"/>
                </a:cubicBezTo>
                <a:cubicBezTo>
                  <a:pt x="142840" y="98214"/>
                  <a:pt x="144036" y="105825"/>
                  <a:pt x="144036" y="114410"/>
                </a:cubicBezTo>
                <a:moveTo>
                  <a:pt x="105188" y="116884"/>
                </a:moveTo>
                <a:cubicBezTo>
                  <a:pt x="105188" y="112694"/>
                  <a:pt x="104765" y="108979"/>
                  <a:pt x="103918" y="105739"/>
                </a:cubicBezTo>
                <a:cubicBezTo>
                  <a:pt x="103071" y="102495"/>
                  <a:pt x="101677" y="99751"/>
                  <a:pt x="99734" y="97507"/>
                </a:cubicBezTo>
                <a:cubicBezTo>
                  <a:pt x="97792" y="95260"/>
                  <a:pt x="95302" y="93538"/>
                  <a:pt x="92264" y="92343"/>
                </a:cubicBezTo>
                <a:cubicBezTo>
                  <a:pt x="89225" y="91145"/>
                  <a:pt x="85515" y="90545"/>
                  <a:pt x="81132" y="90545"/>
                </a:cubicBezTo>
                <a:cubicBezTo>
                  <a:pt x="76152" y="90545"/>
                  <a:pt x="71669" y="91518"/>
                  <a:pt x="67685" y="93464"/>
                </a:cubicBezTo>
                <a:cubicBezTo>
                  <a:pt x="63700" y="95409"/>
                  <a:pt x="60139" y="98028"/>
                  <a:pt x="57002" y="101322"/>
                </a:cubicBezTo>
                <a:cubicBezTo>
                  <a:pt x="53864" y="104615"/>
                  <a:pt x="51150" y="108431"/>
                  <a:pt x="48859" y="112771"/>
                </a:cubicBezTo>
                <a:cubicBezTo>
                  <a:pt x="46568" y="117110"/>
                  <a:pt x="44675" y="121675"/>
                  <a:pt x="43181" y="126466"/>
                </a:cubicBezTo>
                <a:cubicBezTo>
                  <a:pt x="41687" y="131253"/>
                  <a:pt x="40591" y="136117"/>
                  <a:pt x="39894" y="141057"/>
                </a:cubicBezTo>
                <a:cubicBezTo>
                  <a:pt x="39196" y="145994"/>
                  <a:pt x="38848" y="150708"/>
                  <a:pt x="38848" y="155200"/>
                </a:cubicBezTo>
                <a:cubicBezTo>
                  <a:pt x="38848" y="159390"/>
                  <a:pt x="39271" y="163131"/>
                  <a:pt x="40118" y="166425"/>
                </a:cubicBezTo>
                <a:cubicBezTo>
                  <a:pt x="40965" y="169715"/>
                  <a:pt x="42359" y="172484"/>
                  <a:pt x="44301" y="174731"/>
                </a:cubicBezTo>
                <a:cubicBezTo>
                  <a:pt x="46244" y="176975"/>
                  <a:pt x="48734" y="178697"/>
                  <a:pt x="51772" y="179895"/>
                </a:cubicBezTo>
                <a:cubicBezTo>
                  <a:pt x="54810" y="181091"/>
                  <a:pt x="58521" y="181688"/>
                  <a:pt x="62904" y="181688"/>
                </a:cubicBezTo>
                <a:cubicBezTo>
                  <a:pt x="67884" y="181688"/>
                  <a:pt x="72367" y="180716"/>
                  <a:pt x="76351" y="178770"/>
                </a:cubicBezTo>
                <a:cubicBezTo>
                  <a:pt x="80335" y="176824"/>
                  <a:pt x="83896" y="174180"/>
                  <a:pt x="87034" y="170837"/>
                </a:cubicBezTo>
                <a:cubicBezTo>
                  <a:pt x="90172" y="167494"/>
                  <a:pt x="92886" y="163653"/>
                  <a:pt x="95177" y="159313"/>
                </a:cubicBezTo>
                <a:cubicBezTo>
                  <a:pt x="97468" y="154974"/>
                  <a:pt x="99361" y="150386"/>
                  <a:pt x="100855" y="145549"/>
                </a:cubicBezTo>
                <a:cubicBezTo>
                  <a:pt x="102349" y="140708"/>
                  <a:pt x="103445" y="135844"/>
                  <a:pt x="104142" y="130957"/>
                </a:cubicBezTo>
                <a:cubicBezTo>
                  <a:pt x="104839" y="126067"/>
                  <a:pt x="105188" y="121376"/>
                  <a:pt x="105188" y="116884"/>
                </a:cubicBezTo>
                <a:close/>
                <a:moveTo>
                  <a:pt x="281009" y="78466"/>
                </a:moveTo>
                <a:cubicBezTo>
                  <a:pt x="281009" y="80770"/>
                  <a:pt x="280736" y="83373"/>
                  <a:pt x="280188" y="86278"/>
                </a:cubicBezTo>
                <a:cubicBezTo>
                  <a:pt x="279640" y="89179"/>
                  <a:pt x="278918" y="91930"/>
                  <a:pt x="278021" y="94533"/>
                </a:cubicBezTo>
                <a:cubicBezTo>
                  <a:pt x="277125" y="97135"/>
                  <a:pt x="276004" y="99313"/>
                  <a:pt x="274659" y="101065"/>
                </a:cubicBezTo>
                <a:cubicBezTo>
                  <a:pt x="273315" y="102818"/>
                  <a:pt x="271845" y="103694"/>
                  <a:pt x="270252" y="103694"/>
                </a:cubicBezTo>
                <a:cubicBezTo>
                  <a:pt x="268757" y="103694"/>
                  <a:pt x="267313" y="103088"/>
                  <a:pt x="265919" y="101877"/>
                </a:cubicBezTo>
                <a:cubicBezTo>
                  <a:pt x="264524" y="100667"/>
                  <a:pt x="262806" y="99305"/>
                  <a:pt x="260764" y="97792"/>
                </a:cubicBezTo>
                <a:cubicBezTo>
                  <a:pt x="258722" y="96279"/>
                  <a:pt x="256157" y="94892"/>
                  <a:pt x="253069" y="93632"/>
                </a:cubicBezTo>
                <a:cubicBezTo>
                  <a:pt x="249981" y="92371"/>
                  <a:pt x="245997" y="91741"/>
                  <a:pt x="241116" y="91741"/>
                </a:cubicBezTo>
                <a:cubicBezTo>
                  <a:pt x="235936" y="91741"/>
                  <a:pt x="231304" y="92885"/>
                  <a:pt x="227220" y="95172"/>
                </a:cubicBezTo>
                <a:cubicBezTo>
                  <a:pt x="223136" y="97460"/>
                  <a:pt x="219575" y="100419"/>
                  <a:pt x="216537" y="104049"/>
                </a:cubicBezTo>
                <a:cubicBezTo>
                  <a:pt x="213499" y="107678"/>
                  <a:pt x="210984" y="111806"/>
                  <a:pt x="208992" y="116431"/>
                </a:cubicBezTo>
                <a:cubicBezTo>
                  <a:pt x="206999" y="121054"/>
                  <a:pt x="205356" y="125726"/>
                  <a:pt x="204061" y="130448"/>
                </a:cubicBezTo>
                <a:cubicBezTo>
                  <a:pt x="202766" y="135170"/>
                  <a:pt x="201845" y="139695"/>
                  <a:pt x="201297" y="144022"/>
                </a:cubicBezTo>
                <a:cubicBezTo>
                  <a:pt x="200749" y="148349"/>
                  <a:pt x="200475" y="152103"/>
                  <a:pt x="200475" y="155284"/>
                </a:cubicBezTo>
                <a:cubicBezTo>
                  <a:pt x="200475" y="163340"/>
                  <a:pt x="202243" y="169456"/>
                  <a:pt x="205779" y="173634"/>
                </a:cubicBezTo>
                <a:cubicBezTo>
                  <a:pt x="209315" y="177808"/>
                  <a:pt x="214869" y="179895"/>
                  <a:pt x="222439" y="179895"/>
                </a:cubicBezTo>
                <a:cubicBezTo>
                  <a:pt x="228017" y="179895"/>
                  <a:pt x="232798" y="179173"/>
                  <a:pt x="236783" y="177729"/>
                </a:cubicBezTo>
                <a:cubicBezTo>
                  <a:pt x="240767" y="176284"/>
                  <a:pt x="244179" y="174691"/>
                  <a:pt x="247018" y="172947"/>
                </a:cubicBezTo>
                <a:cubicBezTo>
                  <a:pt x="249856" y="171204"/>
                  <a:pt x="252297" y="169635"/>
                  <a:pt x="254339" y="168241"/>
                </a:cubicBezTo>
                <a:cubicBezTo>
                  <a:pt x="256381" y="166846"/>
                  <a:pt x="258249" y="166149"/>
                  <a:pt x="259942" y="166149"/>
                </a:cubicBezTo>
                <a:cubicBezTo>
                  <a:pt x="260938" y="166149"/>
                  <a:pt x="261660" y="166597"/>
                  <a:pt x="262108" y="167494"/>
                </a:cubicBezTo>
                <a:cubicBezTo>
                  <a:pt x="262557" y="168390"/>
                  <a:pt x="262781" y="169685"/>
                  <a:pt x="262781" y="171379"/>
                </a:cubicBezTo>
                <a:cubicBezTo>
                  <a:pt x="262781" y="173072"/>
                  <a:pt x="262582" y="175189"/>
                  <a:pt x="262183" y="177729"/>
                </a:cubicBezTo>
                <a:cubicBezTo>
                  <a:pt x="261785" y="180269"/>
                  <a:pt x="261262" y="182834"/>
                  <a:pt x="260614" y="185424"/>
                </a:cubicBezTo>
                <a:cubicBezTo>
                  <a:pt x="259967" y="188013"/>
                  <a:pt x="259220" y="190429"/>
                  <a:pt x="258373" y="192670"/>
                </a:cubicBezTo>
                <a:cubicBezTo>
                  <a:pt x="257526" y="194911"/>
                  <a:pt x="256431" y="196686"/>
                  <a:pt x="255086" y="197993"/>
                </a:cubicBezTo>
                <a:cubicBezTo>
                  <a:pt x="253741" y="199301"/>
                  <a:pt x="251625" y="200785"/>
                  <a:pt x="248736" y="202448"/>
                </a:cubicBezTo>
                <a:cubicBezTo>
                  <a:pt x="245847" y="204107"/>
                  <a:pt x="242510" y="205590"/>
                  <a:pt x="238725" y="206897"/>
                </a:cubicBezTo>
                <a:cubicBezTo>
                  <a:pt x="234940" y="208205"/>
                  <a:pt x="230831" y="209260"/>
                  <a:pt x="226398" y="210063"/>
                </a:cubicBezTo>
                <a:cubicBezTo>
                  <a:pt x="221966" y="210869"/>
                  <a:pt x="217359" y="211272"/>
                  <a:pt x="212577" y="211272"/>
                </a:cubicBezTo>
                <a:cubicBezTo>
                  <a:pt x="195544" y="211272"/>
                  <a:pt x="182794" y="206964"/>
                  <a:pt x="174327" y="198348"/>
                </a:cubicBezTo>
                <a:cubicBezTo>
                  <a:pt x="165861" y="189732"/>
                  <a:pt x="161627" y="177007"/>
                  <a:pt x="161627" y="160173"/>
                </a:cubicBezTo>
                <a:cubicBezTo>
                  <a:pt x="161627" y="154096"/>
                  <a:pt x="162200" y="147422"/>
                  <a:pt x="163345" y="140151"/>
                </a:cubicBezTo>
                <a:cubicBezTo>
                  <a:pt x="164491" y="132879"/>
                  <a:pt x="166359" y="125583"/>
                  <a:pt x="168948" y="118262"/>
                </a:cubicBezTo>
                <a:cubicBezTo>
                  <a:pt x="171538" y="110940"/>
                  <a:pt x="174900" y="103843"/>
                  <a:pt x="179034" y="96970"/>
                </a:cubicBezTo>
                <a:cubicBezTo>
                  <a:pt x="183168" y="90097"/>
                  <a:pt x="188223" y="84021"/>
                  <a:pt x="194199" y="78742"/>
                </a:cubicBezTo>
                <a:cubicBezTo>
                  <a:pt x="200176" y="73462"/>
                  <a:pt x="207099" y="69229"/>
                  <a:pt x="214968" y="66041"/>
                </a:cubicBezTo>
                <a:cubicBezTo>
                  <a:pt x="222837" y="62854"/>
                  <a:pt x="231902" y="61260"/>
                  <a:pt x="242162" y="61260"/>
                </a:cubicBezTo>
                <a:cubicBezTo>
                  <a:pt x="246146" y="61260"/>
                  <a:pt x="250031" y="61559"/>
                  <a:pt x="253816" y="62157"/>
                </a:cubicBezTo>
                <a:cubicBezTo>
                  <a:pt x="257601" y="62754"/>
                  <a:pt x="261087" y="63576"/>
                  <a:pt x="264275" y="64622"/>
                </a:cubicBezTo>
                <a:cubicBezTo>
                  <a:pt x="267462" y="65668"/>
                  <a:pt x="270276" y="66888"/>
                  <a:pt x="272717" y="68283"/>
                </a:cubicBezTo>
                <a:cubicBezTo>
                  <a:pt x="275157" y="69677"/>
                  <a:pt x="276975" y="70947"/>
                  <a:pt x="278171" y="72093"/>
                </a:cubicBezTo>
                <a:cubicBezTo>
                  <a:pt x="279366" y="73238"/>
                  <a:pt x="280138" y="74262"/>
                  <a:pt x="280486" y="75165"/>
                </a:cubicBezTo>
                <a:cubicBezTo>
                  <a:pt x="280835" y="76065"/>
                  <a:pt x="281009" y="77165"/>
                  <a:pt x="281009" y="78466"/>
                </a:cubicBezTo>
                <a:close/>
                <a:moveTo>
                  <a:pt x="412230" y="203055"/>
                </a:moveTo>
                <a:cubicBezTo>
                  <a:pt x="411831" y="205146"/>
                  <a:pt x="410262" y="206641"/>
                  <a:pt x="407523" y="207537"/>
                </a:cubicBezTo>
                <a:cubicBezTo>
                  <a:pt x="404784" y="208433"/>
                  <a:pt x="400376" y="208882"/>
                  <a:pt x="394300" y="208882"/>
                </a:cubicBezTo>
                <a:cubicBezTo>
                  <a:pt x="391212" y="208882"/>
                  <a:pt x="388697" y="208782"/>
                  <a:pt x="386755" y="208583"/>
                </a:cubicBezTo>
                <a:cubicBezTo>
                  <a:pt x="384812" y="208384"/>
                  <a:pt x="383243" y="208060"/>
                  <a:pt x="382048" y="207612"/>
                </a:cubicBezTo>
                <a:cubicBezTo>
                  <a:pt x="380853" y="207163"/>
                  <a:pt x="380081" y="206566"/>
                  <a:pt x="379732" y="205819"/>
                </a:cubicBezTo>
                <a:cubicBezTo>
                  <a:pt x="379383" y="205072"/>
                  <a:pt x="379309" y="204150"/>
                  <a:pt x="379508" y="203055"/>
                </a:cubicBezTo>
                <a:lnTo>
                  <a:pt x="383692" y="181688"/>
                </a:lnTo>
                <a:cubicBezTo>
                  <a:pt x="382197" y="184891"/>
                  <a:pt x="379807" y="188270"/>
                  <a:pt x="376520" y="191825"/>
                </a:cubicBezTo>
                <a:cubicBezTo>
                  <a:pt x="373233" y="195380"/>
                  <a:pt x="369348" y="198609"/>
                  <a:pt x="364865" y="201514"/>
                </a:cubicBezTo>
                <a:cubicBezTo>
                  <a:pt x="360383" y="204415"/>
                  <a:pt x="355427" y="206816"/>
                  <a:pt x="349999" y="208718"/>
                </a:cubicBezTo>
                <a:cubicBezTo>
                  <a:pt x="344570" y="210620"/>
                  <a:pt x="338967" y="211571"/>
                  <a:pt x="333189" y="211571"/>
                </a:cubicBezTo>
                <a:cubicBezTo>
                  <a:pt x="325221" y="211571"/>
                  <a:pt x="318597" y="210174"/>
                  <a:pt x="313317" y="207378"/>
                </a:cubicBezTo>
                <a:cubicBezTo>
                  <a:pt x="308038" y="204583"/>
                  <a:pt x="303805" y="200815"/>
                  <a:pt x="300617" y="196074"/>
                </a:cubicBezTo>
                <a:cubicBezTo>
                  <a:pt x="297430" y="191333"/>
                  <a:pt x="295163" y="185920"/>
                  <a:pt x="293819" y="179835"/>
                </a:cubicBezTo>
                <a:cubicBezTo>
                  <a:pt x="292474" y="173746"/>
                  <a:pt x="291802" y="167357"/>
                  <a:pt x="291802" y="160667"/>
                </a:cubicBezTo>
                <a:cubicBezTo>
                  <a:pt x="291802" y="154380"/>
                  <a:pt x="292399" y="147519"/>
                  <a:pt x="293595" y="140086"/>
                </a:cubicBezTo>
                <a:cubicBezTo>
                  <a:pt x="294790" y="132649"/>
                  <a:pt x="296633" y="125238"/>
                  <a:pt x="299123" y="117851"/>
                </a:cubicBezTo>
                <a:cubicBezTo>
                  <a:pt x="301613" y="110464"/>
                  <a:pt x="304801" y="103353"/>
                  <a:pt x="308685" y="96517"/>
                </a:cubicBezTo>
                <a:cubicBezTo>
                  <a:pt x="312570" y="89681"/>
                  <a:pt x="317227" y="83619"/>
                  <a:pt x="322656" y="78331"/>
                </a:cubicBezTo>
                <a:cubicBezTo>
                  <a:pt x="328084" y="73039"/>
                  <a:pt x="334310" y="68821"/>
                  <a:pt x="341333" y="65677"/>
                </a:cubicBezTo>
                <a:cubicBezTo>
                  <a:pt x="348355" y="62533"/>
                  <a:pt x="356299" y="60961"/>
                  <a:pt x="365164" y="60961"/>
                </a:cubicBezTo>
                <a:cubicBezTo>
                  <a:pt x="373432" y="60961"/>
                  <a:pt x="380753" y="62692"/>
                  <a:pt x="387128" y="66153"/>
                </a:cubicBezTo>
                <a:cubicBezTo>
                  <a:pt x="393503" y="69615"/>
                  <a:pt x="399081" y="74658"/>
                  <a:pt x="403863" y="81282"/>
                </a:cubicBezTo>
                <a:lnTo>
                  <a:pt x="406253" y="69478"/>
                </a:lnTo>
                <a:cubicBezTo>
                  <a:pt x="406652" y="67386"/>
                  <a:pt x="408220" y="65892"/>
                  <a:pt x="410960" y="64995"/>
                </a:cubicBezTo>
                <a:cubicBezTo>
                  <a:pt x="413699" y="64099"/>
                  <a:pt x="418107" y="63651"/>
                  <a:pt x="424183" y="63651"/>
                </a:cubicBezTo>
                <a:cubicBezTo>
                  <a:pt x="427171" y="63651"/>
                  <a:pt x="429662" y="63775"/>
                  <a:pt x="431654" y="64024"/>
                </a:cubicBezTo>
                <a:cubicBezTo>
                  <a:pt x="433646" y="64273"/>
                  <a:pt x="435215" y="64622"/>
                  <a:pt x="436360" y="65070"/>
                </a:cubicBezTo>
                <a:cubicBezTo>
                  <a:pt x="437506" y="65518"/>
                  <a:pt x="438278" y="66116"/>
                  <a:pt x="438676" y="66863"/>
                </a:cubicBezTo>
                <a:cubicBezTo>
                  <a:pt x="439075" y="67610"/>
                  <a:pt x="439174" y="68482"/>
                  <a:pt x="438975" y="69478"/>
                </a:cubicBezTo>
                <a:lnTo>
                  <a:pt x="412230" y="203055"/>
                </a:lnTo>
                <a:moveTo>
                  <a:pt x="393702" y="109521"/>
                </a:moveTo>
                <a:cubicBezTo>
                  <a:pt x="390216" y="103993"/>
                  <a:pt x="386356" y="99846"/>
                  <a:pt x="382123" y="97082"/>
                </a:cubicBezTo>
                <a:cubicBezTo>
                  <a:pt x="377889" y="94318"/>
                  <a:pt x="372984" y="92936"/>
                  <a:pt x="367405" y="92936"/>
                </a:cubicBezTo>
                <a:cubicBezTo>
                  <a:pt x="363222" y="92936"/>
                  <a:pt x="359387" y="93934"/>
                  <a:pt x="355900" y="95929"/>
                </a:cubicBezTo>
                <a:cubicBezTo>
                  <a:pt x="352414" y="97924"/>
                  <a:pt x="349326" y="100593"/>
                  <a:pt x="346637" y="103937"/>
                </a:cubicBezTo>
                <a:cubicBezTo>
                  <a:pt x="343947" y="107280"/>
                  <a:pt x="341582" y="111147"/>
                  <a:pt x="339540" y="115540"/>
                </a:cubicBezTo>
                <a:cubicBezTo>
                  <a:pt x="337498" y="119929"/>
                  <a:pt x="335804" y="124494"/>
                  <a:pt x="334459" y="129234"/>
                </a:cubicBezTo>
                <a:cubicBezTo>
                  <a:pt x="333115" y="133972"/>
                  <a:pt x="332119" y="138761"/>
                  <a:pt x="331471" y="143602"/>
                </a:cubicBezTo>
                <a:cubicBezTo>
                  <a:pt x="330824" y="148439"/>
                  <a:pt x="330500" y="152904"/>
                  <a:pt x="330500" y="156997"/>
                </a:cubicBezTo>
                <a:cubicBezTo>
                  <a:pt x="330500" y="159989"/>
                  <a:pt x="330724" y="162832"/>
                  <a:pt x="331172" y="165528"/>
                </a:cubicBezTo>
                <a:cubicBezTo>
                  <a:pt x="331621" y="168221"/>
                  <a:pt x="332442" y="170616"/>
                  <a:pt x="333638" y="172714"/>
                </a:cubicBezTo>
                <a:cubicBezTo>
                  <a:pt x="334833" y="174809"/>
                  <a:pt x="336427" y="176481"/>
                  <a:pt x="338419" y="177729"/>
                </a:cubicBezTo>
                <a:cubicBezTo>
                  <a:pt x="340411" y="178974"/>
                  <a:pt x="342951" y="179596"/>
                  <a:pt x="346039" y="179596"/>
                </a:cubicBezTo>
                <a:cubicBezTo>
                  <a:pt x="350422" y="179596"/>
                  <a:pt x="354904" y="178277"/>
                  <a:pt x="359486" y="175637"/>
                </a:cubicBezTo>
                <a:cubicBezTo>
                  <a:pt x="364068" y="172997"/>
                  <a:pt x="368352" y="169411"/>
                  <a:pt x="372336" y="164879"/>
                </a:cubicBezTo>
                <a:cubicBezTo>
                  <a:pt x="376320" y="160347"/>
                  <a:pt x="379832" y="155068"/>
                  <a:pt x="382870" y="149041"/>
                </a:cubicBezTo>
                <a:cubicBezTo>
                  <a:pt x="385908" y="143015"/>
                  <a:pt x="388124" y="136565"/>
                  <a:pt x="389519" y="129692"/>
                </a:cubicBezTo>
                <a:lnTo>
                  <a:pt x="393702" y="109521"/>
                </a:lnTo>
                <a:close/>
                <a:moveTo>
                  <a:pt x="582816" y="111865"/>
                </a:moveTo>
                <a:cubicBezTo>
                  <a:pt x="582816" y="118452"/>
                  <a:pt x="582218" y="125488"/>
                  <a:pt x="581023" y="132974"/>
                </a:cubicBezTo>
                <a:cubicBezTo>
                  <a:pt x="579827" y="140458"/>
                  <a:pt x="577985" y="147893"/>
                  <a:pt x="575494" y="155279"/>
                </a:cubicBezTo>
                <a:cubicBezTo>
                  <a:pt x="573004" y="162666"/>
                  <a:pt x="569817" y="169752"/>
                  <a:pt x="565932" y="176538"/>
                </a:cubicBezTo>
                <a:cubicBezTo>
                  <a:pt x="562047" y="183324"/>
                  <a:pt x="557365" y="189313"/>
                  <a:pt x="551887" y="194505"/>
                </a:cubicBezTo>
                <a:cubicBezTo>
                  <a:pt x="546408" y="199694"/>
                  <a:pt x="540158" y="203836"/>
                  <a:pt x="533135" y="206930"/>
                </a:cubicBezTo>
                <a:cubicBezTo>
                  <a:pt x="526113" y="210024"/>
                  <a:pt x="518269" y="211571"/>
                  <a:pt x="509603" y="211571"/>
                </a:cubicBezTo>
                <a:cubicBezTo>
                  <a:pt x="501235" y="211571"/>
                  <a:pt x="493839" y="209925"/>
                  <a:pt x="487414" y="206631"/>
                </a:cubicBezTo>
                <a:cubicBezTo>
                  <a:pt x="480990" y="203338"/>
                  <a:pt x="475436" y="198348"/>
                  <a:pt x="470755" y="191662"/>
                </a:cubicBezTo>
                <a:lnTo>
                  <a:pt x="468514" y="202905"/>
                </a:lnTo>
                <a:cubicBezTo>
                  <a:pt x="468115" y="204997"/>
                  <a:pt x="466546" y="206516"/>
                  <a:pt x="463807" y="207462"/>
                </a:cubicBezTo>
                <a:cubicBezTo>
                  <a:pt x="461068" y="208409"/>
                  <a:pt x="456660" y="208882"/>
                  <a:pt x="450584" y="208882"/>
                </a:cubicBezTo>
                <a:cubicBezTo>
                  <a:pt x="444607" y="208882"/>
                  <a:pt x="440548" y="208384"/>
                  <a:pt x="438406" y="207388"/>
                </a:cubicBezTo>
                <a:cubicBezTo>
                  <a:pt x="436265" y="206391"/>
                  <a:pt x="435393" y="204897"/>
                  <a:pt x="435792" y="202905"/>
                </a:cubicBezTo>
                <a:lnTo>
                  <a:pt x="475088" y="6425"/>
                </a:lnTo>
                <a:cubicBezTo>
                  <a:pt x="475287" y="5429"/>
                  <a:pt x="475735" y="4532"/>
                  <a:pt x="476432" y="3735"/>
                </a:cubicBezTo>
                <a:cubicBezTo>
                  <a:pt x="477130" y="2938"/>
                  <a:pt x="478275" y="2266"/>
                  <a:pt x="479869" y="1718"/>
                </a:cubicBezTo>
                <a:cubicBezTo>
                  <a:pt x="481463" y="1170"/>
                  <a:pt x="483480" y="747"/>
                  <a:pt x="485920" y="448"/>
                </a:cubicBezTo>
                <a:cubicBezTo>
                  <a:pt x="488361" y="149"/>
                  <a:pt x="491424" y="0"/>
                  <a:pt x="495109" y="0"/>
                </a:cubicBezTo>
                <a:cubicBezTo>
                  <a:pt x="498795" y="0"/>
                  <a:pt x="501783" y="149"/>
                  <a:pt x="504074" y="448"/>
                </a:cubicBezTo>
                <a:cubicBezTo>
                  <a:pt x="506365" y="747"/>
                  <a:pt x="508183" y="1170"/>
                  <a:pt x="509528" y="1718"/>
                </a:cubicBezTo>
                <a:cubicBezTo>
                  <a:pt x="510873" y="2266"/>
                  <a:pt x="511744" y="2938"/>
                  <a:pt x="512143" y="3735"/>
                </a:cubicBezTo>
                <a:cubicBezTo>
                  <a:pt x="512541" y="4532"/>
                  <a:pt x="512641" y="5429"/>
                  <a:pt x="512441" y="6425"/>
                </a:cubicBezTo>
                <a:lnTo>
                  <a:pt x="501833" y="59901"/>
                </a:lnTo>
                <a:cubicBezTo>
                  <a:pt x="501335" y="62199"/>
                  <a:pt x="500787" y="64617"/>
                  <a:pt x="500189" y="67157"/>
                </a:cubicBezTo>
                <a:cubicBezTo>
                  <a:pt x="499592" y="69694"/>
                  <a:pt x="498919" y="72212"/>
                  <a:pt x="498172" y="74712"/>
                </a:cubicBezTo>
                <a:cubicBezTo>
                  <a:pt x="497425" y="77212"/>
                  <a:pt x="496678" y="79619"/>
                  <a:pt x="495931" y="81935"/>
                </a:cubicBezTo>
                <a:cubicBezTo>
                  <a:pt x="495184" y="84248"/>
                  <a:pt x="494462" y="86290"/>
                  <a:pt x="493765" y="88061"/>
                </a:cubicBezTo>
                <a:cubicBezTo>
                  <a:pt x="495558" y="84936"/>
                  <a:pt x="498123" y="81744"/>
                  <a:pt x="501459" y="78485"/>
                </a:cubicBezTo>
                <a:cubicBezTo>
                  <a:pt x="504796" y="75226"/>
                  <a:pt x="508606" y="72293"/>
                  <a:pt x="512890" y="69688"/>
                </a:cubicBezTo>
                <a:cubicBezTo>
                  <a:pt x="517173" y="67079"/>
                  <a:pt x="521780" y="64974"/>
                  <a:pt x="526711" y="63371"/>
                </a:cubicBezTo>
                <a:cubicBezTo>
                  <a:pt x="531641" y="61764"/>
                  <a:pt x="536597" y="60961"/>
                  <a:pt x="541577" y="60961"/>
                </a:cubicBezTo>
                <a:cubicBezTo>
                  <a:pt x="547255" y="60961"/>
                  <a:pt x="552186" y="61685"/>
                  <a:pt x="556369" y="63132"/>
                </a:cubicBezTo>
                <a:cubicBezTo>
                  <a:pt x="560553" y="64580"/>
                  <a:pt x="564189" y="66552"/>
                  <a:pt x="567277" y="69048"/>
                </a:cubicBezTo>
                <a:cubicBezTo>
                  <a:pt x="570365" y="71542"/>
                  <a:pt x="572905" y="74485"/>
                  <a:pt x="574897" y="77878"/>
                </a:cubicBezTo>
                <a:cubicBezTo>
                  <a:pt x="576889" y="81271"/>
                  <a:pt x="578483" y="84840"/>
                  <a:pt x="579678" y="88584"/>
                </a:cubicBezTo>
                <a:cubicBezTo>
                  <a:pt x="580873" y="92326"/>
                  <a:pt x="581695" y="96193"/>
                  <a:pt x="582143" y="100187"/>
                </a:cubicBezTo>
                <a:cubicBezTo>
                  <a:pt x="582592" y="104178"/>
                  <a:pt x="582816" y="108070"/>
                  <a:pt x="582816" y="111865"/>
                </a:cubicBezTo>
                <a:moveTo>
                  <a:pt x="544117" y="115535"/>
                </a:moveTo>
                <a:cubicBezTo>
                  <a:pt x="544117" y="113042"/>
                  <a:pt x="543943" y="110449"/>
                  <a:pt x="543594" y="107756"/>
                </a:cubicBezTo>
                <a:cubicBezTo>
                  <a:pt x="543246" y="105060"/>
                  <a:pt x="542499" y="102615"/>
                  <a:pt x="541353" y="100421"/>
                </a:cubicBezTo>
                <a:cubicBezTo>
                  <a:pt x="540208" y="98226"/>
                  <a:pt x="538639" y="96430"/>
                  <a:pt x="536647" y="95032"/>
                </a:cubicBezTo>
                <a:cubicBezTo>
                  <a:pt x="534654" y="93635"/>
                  <a:pt x="532015" y="92936"/>
                  <a:pt x="528728" y="92936"/>
                </a:cubicBezTo>
                <a:cubicBezTo>
                  <a:pt x="524245" y="92936"/>
                  <a:pt x="519738" y="94260"/>
                  <a:pt x="515206" y="96909"/>
                </a:cubicBezTo>
                <a:cubicBezTo>
                  <a:pt x="510673" y="99558"/>
                  <a:pt x="506415" y="103183"/>
                  <a:pt x="502431" y="107784"/>
                </a:cubicBezTo>
                <a:cubicBezTo>
                  <a:pt x="498446" y="112382"/>
                  <a:pt x="494910" y="117729"/>
                  <a:pt x="491822" y="123827"/>
                </a:cubicBezTo>
                <a:cubicBezTo>
                  <a:pt x="488734" y="129925"/>
                  <a:pt x="486543" y="136408"/>
                  <a:pt x="485248" y="143275"/>
                </a:cubicBezTo>
                <a:lnTo>
                  <a:pt x="481064" y="163516"/>
                </a:lnTo>
                <a:cubicBezTo>
                  <a:pt x="484551" y="168976"/>
                  <a:pt x="488411" y="173021"/>
                  <a:pt x="492644" y="175651"/>
                </a:cubicBezTo>
                <a:cubicBezTo>
                  <a:pt x="496877" y="178281"/>
                  <a:pt x="501783" y="179596"/>
                  <a:pt x="507361" y="179596"/>
                </a:cubicBezTo>
                <a:cubicBezTo>
                  <a:pt x="511346" y="179596"/>
                  <a:pt x="515031" y="178624"/>
                  <a:pt x="518418" y="176678"/>
                </a:cubicBezTo>
                <a:cubicBezTo>
                  <a:pt x="521805" y="174733"/>
                  <a:pt x="524868" y="172163"/>
                  <a:pt x="527607" y="168969"/>
                </a:cubicBezTo>
                <a:cubicBezTo>
                  <a:pt x="530346" y="165776"/>
                  <a:pt x="532737" y="162034"/>
                  <a:pt x="534779" y="157745"/>
                </a:cubicBezTo>
                <a:cubicBezTo>
                  <a:pt x="536821" y="153455"/>
                  <a:pt x="538539" y="148940"/>
                  <a:pt x="539934" y="144199"/>
                </a:cubicBezTo>
                <a:cubicBezTo>
                  <a:pt x="541328" y="139458"/>
                  <a:pt x="542374" y="134644"/>
                  <a:pt x="543071" y="129757"/>
                </a:cubicBezTo>
                <a:cubicBezTo>
                  <a:pt x="543769" y="124867"/>
                  <a:pt x="544117" y="120126"/>
                  <a:pt x="544117" y="115535"/>
                </a:cubicBezTo>
                <a:close/>
                <a:moveTo>
                  <a:pt x="720370" y="203055"/>
                </a:moveTo>
                <a:cubicBezTo>
                  <a:pt x="720171" y="204051"/>
                  <a:pt x="719747" y="204922"/>
                  <a:pt x="719100" y="205669"/>
                </a:cubicBezTo>
                <a:cubicBezTo>
                  <a:pt x="718452" y="206416"/>
                  <a:pt x="717456" y="207014"/>
                  <a:pt x="716111" y="207462"/>
                </a:cubicBezTo>
                <a:cubicBezTo>
                  <a:pt x="714767" y="207911"/>
                  <a:pt x="713048" y="208259"/>
                  <a:pt x="710957" y="208508"/>
                </a:cubicBezTo>
                <a:cubicBezTo>
                  <a:pt x="708865" y="208757"/>
                  <a:pt x="706275" y="208882"/>
                  <a:pt x="703187" y="208882"/>
                </a:cubicBezTo>
                <a:cubicBezTo>
                  <a:pt x="700099" y="208882"/>
                  <a:pt x="697584" y="208757"/>
                  <a:pt x="695642" y="208508"/>
                </a:cubicBezTo>
                <a:cubicBezTo>
                  <a:pt x="693699" y="208259"/>
                  <a:pt x="692180" y="207911"/>
                  <a:pt x="691084" y="207462"/>
                </a:cubicBezTo>
                <a:cubicBezTo>
                  <a:pt x="689989" y="207014"/>
                  <a:pt x="689267" y="206416"/>
                  <a:pt x="688918" y="205669"/>
                </a:cubicBezTo>
                <a:cubicBezTo>
                  <a:pt x="688569" y="204922"/>
                  <a:pt x="688544" y="204051"/>
                  <a:pt x="688843" y="203055"/>
                </a:cubicBezTo>
                <a:lnTo>
                  <a:pt x="692877" y="181389"/>
                </a:lnTo>
                <a:cubicBezTo>
                  <a:pt x="690885" y="184894"/>
                  <a:pt x="688146" y="188424"/>
                  <a:pt x="684660" y="191979"/>
                </a:cubicBezTo>
                <a:cubicBezTo>
                  <a:pt x="681173" y="195531"/>
                  <a:pt x="677164" y="198784"/>
                  <a:pt x="672632" y="201738"/>
                </a:cubicBezTo>
                <a:cubicBezTo>
                  <a:pt x="668100" y="204689"/>
                  <a:pt x="663194" y="207065"/>
                  <a:pt x="657914" y="208868"/>
                </a:cubicBezTo>
                <a:cubicBezTo>
                  <a:pt x="652635" y="210670"/>
                  <a:pt x="647206" y="211571"/>
                  <a:pt x="641628" y="211571"/>
                </a:cubicBezTo>
                <a:cubicBezTo>
                  <a:pt x="634656" y="211571"/>
                  <a:pt x="628754" y="210597"/>
                  <a:pt x="623923" y="208648"/>
                </a:cubicBezTo>
                <a:cubicBezTo>
                  <a:pt x="619092" y="206703"/>
                  <a:pt x="615207" y="204057"/>
                  <a:pt x="612268" y="200711"/>
                </a:cubicBezTo>
                <a:cubicBezTo>
                  <a:pt x="609330" y="197364"/>
                  <a:pt x="607188" y="193346"/>
                  <a:pt x="605843" y="188655"/>
                </a:cubicBezTo>
                <a:cubicBezTo>
                  <a:pt x="604499" y="183961"/>
                  <a:pt x="603826" y="178866"/>
                  <a:pt x="603826" y="173372"/>
                </a:cubicBezTo>
                <a:cubicBezTo>
                  <a:pt x="603826" y="169979"/>
                  <a:pt x="604050" y="166510"/>
                  <a:pt x="604499" y="162965"/>
                </a:cubicBezTo>
                <a:cubicBezTo>
                  <a:pt x="604947" y="159419"/>
                  <a:pt x="605520" y="155799"/>
                  <a:pt x="606217" y="152104"/>
                </a:cubicBezTo>
                <a:lnTo>
                  <a:pt x="622653" y="69478"/>
                </a:lnTo>
                <a:cubicBezTo>
                  <a:pt x="622852" y="68482"/>
                  <a:pt x="623325" y="67610"/>
                  <a:pt x="624072" y="66863"/>
                </a:cubicBezTo>
                <a:cubicBezTo>
                  <a:pt x="624819" y="66116"/>
                  <a:pt x="625965" y="65518"/>
                  <a:pt x="627509" y="65070"/>
                </a:cubicBezTo>
                <a:cubicBezTo>
                  <a:pt x="629052" y="64622"/>
                  <a:pt x="631070" y="64273"/>
                  <a:pt x="633560" y="64024"/>
                </a:cubicBezTo>
                <a:cubicBezTo>
                  <a:pt x="636050" y="63775"/>
                  <a:pt x="639088" y="63651"/>
                  <a:pt x="642674" y="63651"/>
                </a:cubicBezTo>
                <a:cubicBezTo>
                  <a:pt x="646360" y="63651"/>
                  <a:pt x="649373" y="63775"/>
                  <a:pt x="651714" y="64024"/>
                </a:cubicBezTo>
                <a:cubicBezTo>
                  <a:pt x="654055" y="64273"/>
                  <a:pt x="655872" y="64622"/>
                  <a:pt x="657167" y="65070"/>
                </a:cubicBezTo>
                <a:cubicBezTo>
                  <a:pt x="658462" y="65518"/>
                  <a:pt x="659334" y="66116"/>
                  <a:pt x="659782" y="66863"/>
                </a:cubicBezTo>
                <a:cubicBezTo>
                  <a:pt x="660230" y="67610"/>
                  <a:pt x="660355" y="68482"/>
                  <a:pt x="660156" y="69478"/>
                </a:cubicBezTo>
                <a:lnTo>
                  <a:pt x="644318" y="149564"/>
                </a:lnTo>
                <a:cubicBezTo>
                  <a:pt x="643820" y="151756"/>
                  <a:pt x="643446" y="154047"/>
                  <a:pt x="643197" y="156437"/>
                </a:cubicBezTo>
                <a:cubicBezTo>
                  <a:pt x="642948" y="158828"/>
                  <a:pt x="642824" y="161119"/>
                  <a:pt x="642824" y="163310"/>
                </a:cubicBezTo>
                <a:cubicBezTo>
                  <a:pt x="642824" y="165701"/>
                  <a:pt x="643048" y="167867"/>
                  <a:pt x="643496" y="169810"/>
                </a:cubicBezTo>
                <a:cubicBezTo>
                  <a:pt x="643944" y="171752"/>
                  <a:pt x="644666" y="173421"/>
                  <a:pt x="645662" y="174815"/>
                </a:cubicBezTo>
                <a:cubicBezTo>
                  <a:pt x="646659" y="176210"/>
                  <a:pt x="647929" y="177256"/>
                  <a:pt x="649472" y="177953"/>
                </a:cubicBezTo>
                <a:cubicBezTo>
                  <a:pt x="651016" y="178650"/>
                  <a:pt x="652884" y="178999"/>
                  <a:pt x="655076" y="178999"/>
                </a:cubicBezTo>
                <a:cubicBezTo>
                  <a:pt x="659160" y="178999"/>
                  <a:pt x="663418" y="177679"/>
                  <a:pt x="667850" y="175039"/>
                </a:cubicBezTo>
                <a:cubicBezTo>
                  <a:pt x="672283" y="172400"/>
                  <a:pt x="676492" y="168764"/>
                  <a:pt x="680476" y="164132"/>
                </a:cubicBezTo>
                <a:cubicBezTo>
                  <a:pt x="684460" y="159500"/>
                  <a:pt x="688021" y="154022"/>
                  <a:pt x="691159" y="147696"/>
                </a:cubicBezTo>
                <a:cubicBezTo>
                  <a:pt x="694297" y="141371"/>
                  <a:pt x="696663" y="134523"/>
                  <a:pt x="698256" y="127152"/>
                </a:cubicBezTo>
                <a:lnTo>
                  <a:pt x="709612" y="69478"/>
                </a:lnTo>
                <a:cubicBezTo>
                  <a:pt x="709712" y="68482"/>
                  <a:pt x="710160" y="67610"/>
                  <a:pt x="710957" y="66863"/>
                </a:cubicBezTo>
                <a:cubicBezTo>
                  <a:pt x="711754" y="66116"/>
                  <a:pt x="712924" y="65518"/>
                  <a:pt x="714468" y="65070"/>
                </a:cubicBezTo>
                <a:cubicBezTo>
                  <a:pt x="716012" y="64622"/>
                  <a:pt x="718029" y="64273"/>
                  <a:pt x="720519" y="64024"/>
                </a:cubicBezTo>
                <a:cubicBezTo>
                  <a:pt x="723009" y="63775"/>
                  <a:pt x="726048" y="63651"/>
                  <a:pt x="729633" y="63651"/>
                </a:cubicBezTo>
                <a:cubicBezTo>
                  <a:pt x="733319" y="63651"/>
                  <a:pt x="736332" y="63775"/>
                  <a:pt x="738673" y="64024"/>
                </a:cubicBezTo>
                <a:cubicBezTo>
                  <a:pt x="741014" y="64273"/>
                  <a:pt x="742857" y="64622"/>
                  <a:pt x="744201" y="65070"/>
                </a:cubicBezTo>
                <a:cubicBezTo>
                  <a:pt x="745546" y="65518"/>
                  <a:pt x="746418" y="66116"/>
                  <a:pt x="746816" y="66863"/>
                </a:cubicBezTo>
                <a:cubicBezTo>
                  <a:pt x="747215" y="67610"/>
                  <a:pt x="747314" y="68482"/>
                  <a:pt x="747115" y="69478"/>
                </a:cubicBezTo>
                <a:lnTo>
                  <a:pt x="720370" y="203055"/>
                </a:lnTo>
                <a:close/>
                <a:moveTo>
                  <a:pt x="795320" y="202905"/>
                </a:moveTo>
                <a:cubicBezTo>
                  <a:pt x="795121" y="203901"/>
                  <a:pt x="794648" y="204773"/>
                  <a:pt x="793901" y="205520"/>
                </a:cubicBezTo>
                <a:cubicBezTo>
                  <a:pt x="793154" y="206267"/>
                  <a:pt x="792033" y="206890"/>
                  <a:pt x="790539" y="207388"/>
                </a:cubicBezTo>
                <a:cubicBezTo>
                  <a:pt x="789045" y="207886"/>
                  <a:pt x="787053" y="208259"/>
                  <a:pt x="784563" y="208508"/>
                </a:cubicBezTo>
                <a:cubicBezTo>
                  <a:pt x="782072" y="208757"/>
                  <a:pt x="779034" y="208882"/>
                  <a:pt x="775448" y="208882"/>
                </a:cubicBezTo>
                <a:cubicBezTo>
                  <a:pt x="771663" y="208882"/>
                  <a:pt x="768600" y="208757"/>
                  <a:pt x="766259" y="208508"/>
                </a:cubicBezTo>
                <a:cubicBezTo>
                  <a:pt x="763918" y="208259"/>
                  <a:pt x="762101" y="207886"/>
                  <a:pt x="760806" y="207388"/>
                </a:cubicBezTo>
                <a:cubicBezTo>
                  <a:pt x="759511" y="206890"/>
                  <a:pt x="758639" y="206267"/>
                  <a:pt x="758191" y="205520"/>
                </a:cubicBezTo>
                <a:cubicBezTo>
                  <a:pt x="757743" y="204773"/>
                  <a:pt x="757618" y="203901"/>
                  <a:pt x="757817" y="202905"/>
                </a:cubicBezTo>
                <a:lnTo>
                  <a:pt x="797113" y="6425"/>
                </a:lnTo>
                <a:cubicBezTo>
                  <a:pt x="797313" y="5429"/>
                  <a:pt x="797761" y="4532"/>
                  <a:pt x="798458" y="3735"/>
                </a:cubicBezTo>
                <a:cubicBezTo>
                  <a:pt x="799155" y="2938"/>
                  <a:pt x="800301" y="2266"/>
                  <a:pt x="801895" y="1718"/>
                </a:cubicBezTo>
                <a:cubicBezTo>
                  <a:pt x="803488" y="1170"/>
                  <a:pt x="805506" y="747"/>
                  <a:pt x="807946" y="448"/>
                </a:cubicBezTo>
                <a:cubicBezTo>
                  <a:pt x="810386" y="149"/>
                  <a:pt x="813449" y="0"/>
                  <a:pt x="817135" y="0"/>
                </a:cubicBezTo>
                <a:cubicBezTo>
                  <a:pt x="820821" y="0"/>
                  <a:pt x="823834" y="149"/>
                  <a:pt x="826175" y="448"/>
                </a:cubicBezTo>
                <a:cubicBezTo>
                  <a:pt x="828515" y="747"/>
                  <a:pt x="830333" y="1170"/>
                  <a:pt x="831628" y="1718"/>
                </a:cubicBezTo>
                <a:cubicBezTo>
                  <a:pt x="832923" y="2266"/>
                  <a:pt x="833770" y="2938"/>
                  <a:pt x="834168" y="3735"/>
                </a:cubicBezTo>
                <a:cubicBezTo>
                  <a:pt x="834567" y="4532"/>
                  <a:pt x="834666" y="5429"/>
                  <a:pt x="834467" y="6425"/>
                </a:cubicBezTo>
                <a:lnTo>
                  <a:pt x="795320" y="202905"/>
                </a:lnTo>
                <a:close/>
                <a:moveTo>
                  <a:pt x="952501" y="203055"/>
                </a:moveTo>
                <a:cubicBezTo>
                  <a:pt x="952103" y="205146"/>
                  <a:pt x="950534" y="206641"/>
                  <a:pt x="947794" y="207537"/>
                </a:cubicBezTo>
                <a:cubicBezTo>
                  <a:pt x="945055" y="208433"/>
                  <a:pt x="940647" y="208882"/>
                  <a:pt x="934571" y="208882"/>
                </a:cubicBezTo>
                <a:cubicBezTo>
                  <a:pt x="931483" y="208882"/>
                  <a:pt x="928968" y="208782"/>
                  <a:pt x="927026" y="208583"/>
                </a:cubicBezTo>
                <a:cubicBezTo>
                  <a:pt x="925083" y="208384"/>
                  <a:pt x="923515" y="208060"/>
                  <a:pt x="922319" y="207612"/>
                </a:cubicBezTo>
                <a:cubicBezTo>
                  <a:pt x="921124" y="207163"/>
                  <a:pt x="920352" y="206566"/>
                  <a:pt x="920003" y="205819"/>
                </a:cubicBezTo>
                <a:cubicBezTo>
                  <a:pt x="919655" y="205072"/>
                  <a:pt x="919580" y="204150"/>
                  <a:pt x="919779" y="203055"/>
                </a:cubicBezTo>
                <a:lnTo>
                  <a:pt x="923963" y="181688"/>
                </a:lnTo>
                <a:cubicBezTo>
                  <a:pt x="922469" y="184891"/>
                  <a:pt x="920078" y="188270"/>
                  <a:pt x="916791" y="191825"/>
                </a:cubicBezTo>
                <a:cubicBezTo>
                  <a:pt x="913504" y="195380"/>
                  <a:pt x="909619" y="198609"/>
                  <a:pt x="905137" y="201514"/>
                </a:cubicBezTo>
                <a:cubicBezTo>
                  <a:pt x="900654" y="204415"/>
                  <a:pt x="895699" y="206816"/>
                  <a:pt x="890270" y="208718"/>
                </a:cubicBezTo>
                <a:cubicBezTo>
                  <a:pt x="884841" y="210620"/>
                  <a:pt x="879238" y="211571"/>
                  <a:pt x="873461" y="211571"/>
                </a:cubicBezTo>
                <a:cubicBezTo>
                  <a:pt x="865492" y="211571"/>
                  <a:pt x="858868" y="210174"/>
                  <a:pt x="853589" y="207378"/>
                </a:cubicBezTo>
                <a:cubicBezTo>
                  <a:pt x="848309" y="204583"/>
                  <a:pt x="844076" y="200815"/>
                  <a:pt x="840888" y="196074"/>
                </a:cubicBezTo>
                <a:cubicBezTo>
                  <a:pt x="837701" y="191333"/>
                  <a:pt x="835435" y="185920"/>
                  <a:pt x="834090" y="179835"/>
                </a:cubicBezTo>
                <a:cubicBezTo>
                  <a:pt x="832745" y="173746"/>
                  <a:pt x="832073" y="167357"/>
                  <a:pt x="832073" y="160667"/>
                </a:cubicBezTo>
                <a:cubicBezTo>
                  <a:pt x="832073" y="154380"/>
                  <a:pt x="832670" y="147519"/>
                  <a:pt x="833866" y="140086"/>
                </a:cubicBezTo>
                <a:cubicBezTo>
                  <a:pt x="835061" y="132649"/>
                  <a:pt x="836904" y="125238"/>
                  <a:pt x="839394" y="117851"/>
                </a:cubicBezTo>
                <a:cubicBezTo>
                  <a:pt x="841884" y="110464"/>
                  <a:pt x="845072" y="103353"/>
                  <a:pt x="848957" y="96517"/>
                </a:cubicBezTo>
                <a:cubicBezTo>
                  <a:pt x="852841" y="89681"/>
                  <a:pt x="857498" y="83619"/>
                  <a:pt x="862927" y="78331"/>
                </a:cubicBezTo>
                <a:cubicBezTo>
                  <a:pt x="868356" y="73039"/>
                  <a:pt x="874581" y="68821"/>
                  <a:pt x="881604" y="65677"/>
                </a:cubicBezTo>
                <a:cubicBezTo>
                  <a:pt x="888626" y="62533"/>
                  <a:pt x="896570" y="60961"/>
                  <a:pt x="905435" y="60961"/>
                </a:cubicBezTo>
                <a:cubicBezTo>
                  <a:pt x="913703" y="60961"/>
                  <a:pt x="921024" y="62692"/>
                  <a:pt x="927399" y="66153"/>
                </a:cubicBezTo>
                <a:cubicBezTo>
                  <a:pt x="933774" y="69615"/>
                  <a:pt x="939353" y="74658"/>
                  <a:pt x="944134" y="81282"/>
                </a:cubicBezTo>
                <a:lnTo>
                  <a:pt x="946524" y="69478"/>
                </a:lnTo>
                <a:cubicBezTo>
                  <a:pt x="946923" y="67386"/>
                  <a:pt x="948492" y="65892"/>
                  <a:pt x="951231" y="64995"/>
                </a:cubicBezTo>
                <a:cubicBezTo>
                  <a:pt x="953970" y="64099"/>
                  <a:pt x="958378" y="63651"/>
                  <a:pt x="964454" y="63651"/>
                </a:cubicBezTo>
                <a:cubicBezTo>
                  <a:pt x="967442" y="63651"/>
                  <a:pt x="969933" y="63775"/>
                  <a:pt x="971925" y="64024"/>
                </a:cubicBezTo>
                <a:cubicBezTo>
                  <a:pt x="973917" y="64273"/>
                  <a:pt x="975486" y="64622"/>
                  <a:pt x="976632" y="65070"/>
                </a:cubicBezTo>
                <a:cubicBezTo>
                  <a:pt x="977777" y="65518"/>
                  <a:pt x="978549" y="66116"/>
                  <a:pt x="978947" y="66863"/>
                </a:cubicBezTo>
                <a:cubicBezTo>
                  <a:pt x="979346" y="67610"/>
                  <a:pt x="979445" y="68482"/>
                  <a:pt x="979246" y="69478"/>
                </a:cubicBezTo>
                <a:lnTo>
                  <a:pt x="952501" y="203055"/>
                </a:lnTo>
                <a:moveTo>
                  <a:pt x="933974" y="109521"/>
                </a:moveTo>
                <a:cubicBezTo>
                  <a:pt x="930487" y="103993"/>
                  <a:pt x="926627" y="99846"/>
                  <a:pt x="922394" y="97082"/>
                </a:cubicBezTo>
                <a:cubicBezTo>
                  <a:pt x="918161" y="94318"/>
                  <a:pt x="913255" y="92936"/>
                  <a:pt x="907677" y="92936"/>
                </a:cubicBezTo>
                <a:cubicBezTo>
                  <a:pt x="903493" y="92936"/>
                  <a:pt x="899658" y="93934"/>
                  <a:pt x="896172" y="95929"/>
                </a:cubicBezTo>
                <a:cubicBezTo>
                  <a:pt x="892685" y="97924"/>
                  <a:pt x="889597" y="100593"/>
                  <a:pt x="886908" y="103937"/>
                </a:cubicBezTo>
                <a:cubicBezTo>
                  <a:pt x="884219" y="107280"/>
                  <a:pt x="881853" y="111147"/>
                  <a:pt x="879811" y="115540"/>
                </a:cubicBezTo>
                <a:cubicBezTo>
                  <a:pt x="877769" y="119929"/>
                  <a:pt x="876075" y="124494"/>
                  <a:pt x="874731" y="129234"/>
                </a:cubicBezTo>
                <a:cubicBezTo>
                  <a:pt x="873386" y="133972"/>
                  <a:pt x="872390" y="138761"/>
                  <a:pt x="871742" y="143602"/>
                </a:cubicBezTo>
                <a:cubicBezTo>
                  <a:pt x="871095" y="148439"/>
                  <a:pt x="870771" y="152904"/>
                  <a:pt x="870771" y="156997"/>
                </a:cubicBezTo>
                <a:cubicBezTo>
                  <a:pt x="870771" y="159989"/>
                  <a:pt x="870995" y="162832"/>
                  <a:pt x="871444" y="165528"/>
                </a:cubicBezTo>
                <a:cubicBezTo>
                  <a:pt x="871892" y="168221"/>
                  <a:pt x="872714" y="170616"/>
                  <a:pt x="873909" y="172714"/>
                </a:cubicBezTo>
                <a:cubicBezTo>
                  <a:pt x="875104" y="174809"/>
                  <a:pt x="876698" y="176481"/>
                  <a:pt x="878690" y="177729"/>
                </a:cubicBezTo>
                <a:cubicBezTo>
                  <a:pt x="880682" y="178974"/>
                  <a:pt x="883222" y="179596"/>
                  <a:pt x="886310" y="179596"/>
                </a:cubicBezTo>
                <a:cubicBezTo>
                  <a:pt x="890693" y="179596"/>
                  <a:pt x="895176" y="178277"/>
                  <a:pt x="899758" y="175637"/>
                </a:cubicBezTo>
                <a:cubicBezTo>
                  <a:pt x="904340" y="172997"/>
                  <a:pt x="908623" y="169411"/>
                  <a:pt x="912607" y="164879"/>
                </a:cubicBezTo>
                <a:cubicBezTo>
                  <a:pt x="916592" y="160347"/>
                  <a:pt x="920103" y="155068"/>
                  <a:pt x="923141" y="149041"/>
                </a:cubicBezTo>
                <a:cubicBezTo>
                  <a:pt x="926179" y="143015"/>
                  <a:pt x="928395" y="136565"/>
                  <a:pt x="929790" y="129692"/>
                </a:cubicBezTo>
                <a:lnTo>
                  <a:pt x="933974" y="109521"/>
                </a:lnTo>
                <a:close/>
                <a:moveTo>
                  <a:pt x="1086630" y="67386"/>
                </a:moveTo>
                <a:cubicBezTo>
                  <a:pt x="1086630" y="68083"/>
                  <a:pt x="1086530" y="69328"/>
                  <a:pt x="1086331" y="71121"/>
                </a:cubicBezTo>
                <a:cubicBezTo>
                  <a:pt x="1086131" y="72914"/>
                  <a:pt x="1085833" y="75006"/>
                  <a:pt x="1085434" y="77397"/>
                </a:cubicBezTo>
                <a:cubicBezTo>
                  <a:pt x="1085036" y="79787"/>
                  <a:pt x="1084538" y="82253"/>
                  <a:pt x="1083940" y="84793"/>
                </a:cubicBezTo>
                <a:cubicBezTo>
                  <a:pt x="1083342" y="87333"/>
                  <a:pt x="1082670" y="89699"/>
                  <a:pt x="1081923" y="91890"/>
                </a:cubicBezTo>
                <a:cubicBezTo>
                  <a:pt x="1081176" y="94081"/>
                  <a:pt x="1080329" y="95874"/>
                  <a:pt x="1079383" y="97269"/>
                </a:cubicBezTo>
                <a:cubicBezTo>
                  <a:pt x="1078437" y="98663"/>
                  <a:pt x="1077416" y="99361"/>
                  <a:pt x="1076320" y="99361"/>
                </a:cubicBezTo>
                <a:cubicBezTo>
                  <a:pt x="1075423" y="99361"/>
                  <a:pt x="1074527" y="99186"/>
                  <a:pt x="1073630" y="98838"/>
                </a:cubicBezTo>
                <a:cubicBezTo>
                  <a:pt x="1072734" y="98489"/>
                  <a:pt x="1071738" y="98141"/>
                  <a:pt x="1070642" y="97792"/>
                </a:cubicBezTo>
                <a:cubicBezTo>
                  <a:pt x="1069546" y="97443"/>
                  <a:pt x="1068351" y="97095"/>
                  <a:pt x="1067056" y="96746"/>
                </a:cubicBezTo>
                <a:cubicBezTo>
                  <a:pt x="1065761" y="96397"/>
                  <a:pt x="1064267" y="96223"/>
                  <a:pt x="1062574" y="96223"/>
                </a:cubicBezTo>
                <a:cubicBezTo>
                  <a:pt x="1059187" y="96223"/>
                  <a:pt x="1055576" y="97523"/>
                  <a:pt x="1051741" y="100122"/>
                </a:cubicBezTo>
                <a:cubicBezTo>
                  <a:pt x="1047906" y="102718"/>
                  <a:pt x="1044246" y="106140"/>
                  <a:pt x="1040759" y="110389"/>
                </a:cubicBezTo>
                <a:cubicBezTo>
                  <a:pt x="1037273" y="114635"/>
                  <a:pt x="1034160" y="119582"/>
                  <a:pt x="1031421" y="125228"/>
                </a:cubicBezTo>
                <a:cubicBezTo>
                  <a:pt x="1028682" y="130875"/>
                  <a:pt x="1026714" y="136795"/>
                  <a:pt x="1025519" y="142990"/>
                </a:cubicBezTo>
                <a:lnTo>
                  <a:pt x="1013566" y="202905"/>
                </a:lnTo>
                <a:cubicBezTo>
                  <a:pt x="1013367" y="203901"/>
                  <a:pt x="1012893" y="204773"/>
                  <a:pt x="1012146" y="205520"/>
                </a:cubicBezTo>
                <a:cubicBezTo>
                  <a:pt x="1011399" y="206267"/>
                  <a:pt x="1010254" y="206890"/>
                  <a:pt x="1008710" y="207388"/>
                </a:cubicBezTo>
                <a:cubicBezTo>
                  <a:pt x="1007166" y="207886"/>
                  <a:pt x="1005149" y="208259"/>
                  <a:pt x="1002658" y="208508"/>
                </a:cubicBezTo>
                <a:cubicBezTo>
                  <a:pt x="1000168" y="208757"/>
                  <a:pt x="997130" y="208882"/>
                  <a:pt x="993544" y="208882"/>
                </a:cubicBezTo>
                <a:cubicBezTo>
                  <a:pt x="989859" y="208882"/>
                  <a:pt x="986845" y="208757"/>
                  <a:pt x="984505" y="208508"/>
                </a:cubicBezTo>
                <a:cubicBezTo>
                  <a:pt x="982164" y="208259"/>
                  <a:pt x="980321" y="207886"/>
                  <a:pt x="978976" y="207388"/>
                </a:cubicBezTo>
                <a:cubicBezTo>
                  <a:pt x="977631" y="206890"/>
                  <a:pt x="976760" y="206267"/>
                  <a:pt x="976361" y="205520"/>
                </a:cubicBezTo>
                <a:cubicBezTo>
                  <a:pt x="975963" y="204773"/>
                  <a:pt x="975863" y="203901"/>
                  <a:pt x="976063" y="202905"/>
                </a:cubicBezTo>
                <a:lnTo>
                  <a:pt x="1002658" y="69478"/>
                </a:lnTo>
                <a:cubicBezTo>
                  <a:pt x="1002858" y="68482"/>
                  <a:pt x="1003306" y="67610"/>
                  <a:pt x="1004003" y="66863"/>
                </a:cubicBezTo>
                <a:cubicBezTo>
                  <a:pt x="1004700" y="66116"/>
                  <a:pt x="1005721" y="65518"/>
                  <a:pt x="1007066" y="65070"/>
                </a:cubicBezTo>
                <a:cubicBezTo>
                  <a:pt x="1008411" y="64622"/>
                  <a:pt x="1010154" y="64273"/>
                  <a:pt x="1012296" y="64024"/>
                </a:cubicBezTo>
                <a:cubicBezTo>
                  <a:pt x="1014437" y="63775"/>
                  <a:pt x="1017002" y="63651"/>
                  <a:pt x="1019991" y="63651"/>
                </a:cubicBezTo>
                <a:cubicBezTo>
                  <a:pt x="1023078" y="63651"/>
                  <a:pt x="1025594" y="63775"/>
                  <a:pt x="1027536" y="64024"/>
                </a:cubicBezTo>
                <a:cubicBezTo>
                  <a:pt x="1029478" y="64273"/>
                  <a:pt x="1030997" y="64622"/>
                  <a:pt x="1032093" y="65070"/>
                </a:cubicBezTo>
                <a:cubicBezTo>
                  <a:pt x="1033189" y="65518"/>
                  <a:pt x="1033911" y="66116"/>
                  <a:pt x="1034260" y="66863"/>
                </a:cubicBezTo>
                <a:cubicBezTo>
                  <a:pt x="1034608" y="67610"/>
                  <a:pt x="1034683" y="68482"/>
                  <a:pt x="1034484" y="69478"/>
                </a:cubicBezTo>
                <a:lnTo>
                  <a:pt x="1030300" y="90695"/>
                </a:lnTo>
                <a:cubicBezTo>
                  <a:pt x="1032691" y="86390"/>
                  <a:pt x="1035455" y="82435"/>
                  <a:pt x="1038593" y="78830"/>
                </a:cubicBezTo>
                <a:cubicBezTo>
                  <a:pt x="1041730" y="75226"/>
                  <a:pt x="1045067" y="72097"/>
                  <a:pt x="1048603" y="69445"/>
                </a:cubicBezTo>
                <a:cubicBezTo>
                  <a:pt x="1052140" y="66793"/>
                  <a:pt x="1055800" y="64717"/>
                  <a:pt x="1059585" y="63216"/>
                </a:cubicBezTo>
                <a:cubicBezTo>
                  <a:pt x="1063371" y="61713"/>
                  <a:pt x="1067106" y="60961"/>
                  <a:pt x="1070792" y="60961"/>
                </a:cubicBezTo>
                <a:cubicBezTo>
                  <a:pt x="1072286" y="60961"/>
                  <a:pt x="1073805" y="61061"/>
                  <a:pt x="1075349" y="61260"/>
                </a:cubicBezTo>
                <a:cubicBezTo>
                  <a:pt x="1076893" y="61459"/>
                  <a:pt x="1078337" y="61708"/>
                  <a:pt x="1079682" y="62007"/>
                </a:cubicBezTo>
                <a:cubicBezTo>
                  <a:pt x="1081026" y="62306"/>
                  <a:pt x="1082222" y="62679"/>
                  <a:pt x="1083268" y="63128"/>
                </a:cubicBezTo>
                <a:cubicBezTo>
                  <a:pt x="1084314" y="63576"/>
                  <a:pt x="1085135" y="64049"/>
                  <a:pt x="1085733" y="64547"/>
                </a:cubicBezTo>
                <a:cubicBezTo>
                  <a:pt x="1086331" y="65145"/>
                  <a:pt x="1086630" y="66091"/>
                  <a:pt x="1086630" y="67386"/>
                </a:cubicBezTo>
                <a:close/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Text y-levelUnlearni">
            <a:extLst xmlns:a="http://schemas.openxmlformats.org/drawingml/2006/main">
              <a:ext uri="{FF2B5EF4-FFF2-40B4-BE49-F238E27FC236}">
                <a16:creationId xmlns:a16="http://schemas.microsoft.com/office/drawing/2014/main" id="{D56D8C39-DABF-4228-971C-A45A7400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3334" y="719761"/>
            <a:ext cx="1964809" cy="262372"/>
          </a:xfrm>
          <a:custGeom xmlns:a="http://schemas.openxmlformats.org/drawingml/2006/main">
            <a:pathLst>
              <a:path w="1964809" h="262372">
                <a:moveTo>
                  <a:pt x="146078" y="69179"/>
                </a:moveTo>
                <a:cubicBezTo>
                  <a:pt x="146078" y="70474"/>
                  <a:pt x="145928" y="71918"/>
                  <a:pt x="145630" y="73512"/>
                </a:cubicBezTo>
                <a:cubicBezTo>
                  <a:pt x="145331" y="75106"/>
                  <a:pt x="144882" y="76749"/>
                  <a:pt x="144285" y="78443"/>
                </a:cubicBezTo>
                <a:cubicBezTo>
                  <a:pt x="140898" y="87607"/>
                  <a:pt x="137237" y="97070"/>
                  <a:pt x="133303" y="106832"/>
                </a:cubicBezTo>
                <a:cubicBezTo>
                  <a:pt x="129368" y="116593"/>
                  <a:pt x="124861" y="126654"/>
                  <a:pt x="119781" y="137013"/>
                </a:cubicBezTo>
                <a:cubicBezTo>
                  <a:pt x="114701" y="147373"/>
                  <a:pt x="108923" y="158081"/>
                  <a:pt x="102449" y="169137"/>
                </a:cubicBezTo>
                <a:cubicBezTo>
                  <a:pt x="95974" y="180194"/>
                  <a:pt x="88553" y="191649"/>
                  <a:pt x="80186" y="203503"/>
                </a:cubicBezTo>
                <a:lnTo>
                  <a:pt x="43729" y="255331"/>
                </a:lnTo>
                <a:cubicBezTo>
                  <a:pt x="42832" y="256629"/>
                  <a:pt x="41712" y="257703"/>
                  <a:pt x="40367" y="258553"/>
                </a:cubicBezTo>
                <a:cubicBezTo>
                  <a:pt x="39022" y="259403"/>
                  <a:pt x="37329" y="260101"/>
                  <a:pt x="35287" y="260649"/>
                </a:cubicBezTo>
                <a:cubicBezTo>
                  <a:pt x="33245" y="261200"/>
                  <a:pt x="30779" y="261625"/>
                  <a:pt x="27891" y="261924"/>
                </a:cubicBezTo>
                <a:cubicBezTo>
                  <a:pt x="25002" y="262223"/>
                  <a:pt x="21665" y="262372"/>
                  <a:pt x="17880" y="262372"/>
                </a:cubicBezTo>
                <a:cubicBezTo>
                  <a:pt x="13597" y="262372"/>
                  <a:pt x="10135" y="262196"/>
                  <a:pt x="7496" y="261845"/>
                </a:cubicBezTo>
                <a:cubicBezTo>
                  <a:pt x="4856" y="261496"/>
                  <a:pt x="2938" y="260922"/>
                  <a:pt x="1743" y="260122"/>
                </a:cubicBezTo>
                <a:cubicBezTo>
                  <a:pt x="548" y="259325"/>
                  <a:pt x="0" y="258327"/>
                  <a:pt x="100" y="257129"/>
                </a:cubicBezTo>
                <a:cubicBezTo>
                  <a:pt x="199" y="255930"/>
                  <a:pt x="896" y="254481"/>
                  <a:pt x="2191" y="252782"/>
                </a:cubicBezTo>
                <a:lnTo>
                  <a:pt x="36109" y="207985"/>
                </a:lnTo>
                <a:lnTo>
                  <a:pt x="14145" y="79787"/>
                </a:lnTo>
                <a:cubicBezTo>
                  <a:pt x="13945" y="78493"/>
                  <a:pt x="13746" y="77148"/>
                  <a:pt x="13547" y="75753"/>
                </a:cubicBezTo>
                <a:cubicBezTo>
                  <a:pt x="13348" y="74359"/>
                  <a:pt x="13248" y="73163"/>
                  <a:pt x="13248" y="72167"/>
                </a:cubicBezTo>
                <a:cubicBezTo>
                  <a:pt x="13248" y="70374"/>
                  <a:pt x="13572" y="68930"/>
                  <a:pt x="14219" y="67834"/>
                </a:cubicBezTo>
                <a:cubicBezTo>
                  <a:pt x="14867" y="66739"/>
                  <a:pt x="15962" y="65892"/>
                  <a:pt x="17506" y="65294"/>
                </a:cubicBezTo>
                <a:cubicBezTo>
                  <a:pt x="19050" y="64697"/>
                  <a:pt x="21117" y="64273"/>
                  <a:pt x="23707" y="64024"/>
                </a:cubicBezTo>
                <a:cubicBezTo>
                  <a:pt x="26297" y="63775"/>
                  <a:pt x="29435" y="63651"/>
                  <a:pt x="33120" y="63651"/>
                </a:cubicBezTo>
                <a:cubicBezTo>
                  <a:pt x="37204" y="63651"/>
                  <a:pt x="40417" y="63725"/>
                  <a:pt x="42758" y="63875"/>
                </a:cubicBezTo>
                <a:cubicBezTo>
                  <a:pt x="45098" y="64024"/>
                  <a:pt x="46866" y="64348"/>
                  <a:pt x="48062" y="64846"/>
                </a:cubicBezTo>
                <a:cubicBezTo>
                  <a:pt x="49257" y="65344"/>
                  <a:pt x="50079" y="66091"/>
                  <a:pt x="50527" y="67087"/>
                </a:cubicBezTo>
                <a:cubicBezTo>
                  <a:pt x="50975" y="68083"/>
                  <a:pt x="51299" y="69328"/>
                  <a:pt x="51498" y="70823"/>
                </a:cubicBezTo>
                <a:lnTo>
                  <a:pt x="65244" y="164207"/>
                </a:lnTo>
                <a:lnTo>
                  <a:pt x="65543" y="164207"/>
                </a:lnTo>
                <a:cubicBezTo>
                  <a:pt x="70524" y="156736"/>
                  <a:pt x="75056" y="149166"/>
                  <a:pt x="79140" y="141496"/>
                </a:cubicBezTo>
                <a:cubicBezTo>
                  <a:pt x="83224" y="133826"/>
                  <a:pt x="86959" y="126031"/>
                  <a:pt x="90346" y="118112"/>
                </a:cubicBezTo>
                <a:cubicBezTo>
                  <a:pt x="93733" y="110193"/>
                  <a:pt x="96846" y="102175"/>
                  <a:pt x="99685" y="94057"/>
                </a:cubicBezTo>
                <a:cubicBezTo>
                  <a:pt x="102523" y="85938"/>
                  <a:pt x="105138" y="77745"/>
                  <a:pt x="107529" y="69478"/>
                </a:cubicBezTo>
                <a:cubicBezTo>
                  <a:pt x="107728" y="68482"/>
                  <a:pt x="108176" y="67610"/>
                  <a:pt x="108874" y="66863"/>
                </a:cubicBezTo>
                <a:cubicBezTo>
                  <a:pt x="109571" y="66116"/>
                  <a:pt x="110741" y="65518"/>
                  <a:pt x="112385" y="65070"/>
                </a:cubicBezTo>
                <a:cubicBezTo>
                  <a:pt x="114028" y="64622"/>
                  <a:pt x="116195" y="64273"/>
                  <a:pt x="118884" y="64024"/>
                </a:cubicBezTo>
                <a:cubicBezTo>
                  <a:pt x="121574" y="63775"/>
                  <a:pt x="125060" y="63651"/>
                  <a:pt x="129343" y="63651"/>
                </a:cubicBezTo>
                <a:cubicBezTo>
                  <a:pt x="135718" y="63651"/>
                  <a:pt x="140101" y="64049"/>
                  <a:pt x="142492" y="64846"/>
                </a:cubicBezTo>
                <a:cubicBezTo>
                  <a:pt x="144882" y="65643"/>
                  <a:pt x="146078" y="67087"/>
                  <a:pt x="146078" y="69179"/>
                </a:cubicBezTo>
                <a:close/>
                <a:moveTo>
                  <a:pt x="222953" y="124014"/>
                </a:moveTo>
                <a:cubicBezTo>
                  <a:pt x="222953" y="124711"/>
                  <a:pt x="222879" y="125807"/>
                  <a:pt x="222729" y="127301"/>
                </a:cubicBezTo>
                <a:cubicBezTo>
                  <a:pt x="222580" y="128795"/>
                  <a:pt x="222306" y="130439"/>
                  <a:pt x="221908" y="132232"/>
                </a:cubicBezTo>
                <a:cubicBezTo>
                  <a:pt x="221509" y="134025"/>
                  <a:pt x="221011" y="135843"/>
                  <a:pt x="220413" y="137686"/>
                </a:cubicBezTo>
                <a:cubicBezTo>
                  <a:pt x="219816" y="139528"/>
                  <a:pt x="219118" y="141247"/>
                  <a:pt x="218322" y="142840"/>
                </a:cubicBezTo>
                <a:cubicBezTo>
                  <a:pt x="217525" y="144434"/>
                  <a:pt x="216578" y="145729"/>
                  <a:pt x="215483" y="146725"/>
                </a:cubicBezTo>
                <a:cubicBezTo>
                  <a:pt x="214387" y="147721"/>
                  <a:pt x="213142" y="148219"/>
                  <a:pt x="211747" y="148219"/>
                </a:cubicBezTo>
                <a:lnTo>
                  <a:pt x="149591" y="148219"/>
                </a:lnTo>
                <a:cubicBezTo>
                  <a:pt x="147798" y="148219"/>
                  <a:pt x="146528" y="147696"/>
                  <a:pt x="145781" y="146651"/>
                </a:cubicBezTo>
                <a:cubicBezTo>
                  <a:pt x="145034" y="145605"/>
                  <a:pt x="144660" y="143837"/>
                  <a:pt x="144660" y="141346"/>
                </a:cubicBezTo>
                <a:cubicBezTo>
                  <a:pt x="144660" y="140549"/>
                  <a:pt x="144710" y="139379"/>
                  <a:pt x="144810" y="137835"/>
                </a:cubicBezTo>
                <a:cubicBezTo>
                  <a:pt x="144909" y="136291"/>
                  <a:pt x="145133" y="134648"/>
                  <a:pt x="145482" y="132904"/>
                </a:cubicBezTo>
                <a:cubicBezTo>
                  <a:pt x="145831" y="131161"/>
                  <a:pt x="146304" y="129368"/>
                  <a:pt x="146901" y="127525"/>
                </a:cubicBezTo>
                <a:cubicBezTo>
                  <a:pt x="147499" y="125683"/>
                  <a:pt x="148196" y="123989"/>
                  <a:pt x="148993" y="122445"/>
                </a:cubicBezTo>
                <a:cubicBezTo>
                  <a:pt x="149790" y="120901"/>
                  <a:pt x="150736" y="119681"/>
                  <a:pt x="151832" y="118785"/>
                </a:cubicBezTo>
                <a:cubicBezTo>
                  <a:pt x="152928" y="117888"/>
                  <a:pt x="154223" y="117440"/>
                  <a:pt x="155717" y="117440"/>
                </a:cubicBezTo>
                <a:lnTo>
                  <a:pt x="217873" y="117440"/>
                </a:lnTo>
                <a:cubicBezTo>
                  <a:pt x="219766" y="117440"/>
                  <a:pt x="221086" y="118013"/>
                  <a:pt x="221833" y="119158"/>
                </a:cubicBezTo>
                <a:cubicBezTo>
                  <a:pt x="222580" y="120304"/>
                  <a:pt x="222953" y="121922"/>
                  <a:pt x="222953" y="124014"/>
                </a:cubicBezTo>
                <a:close/>
                <a:moveTo>
                  <a:pt x="273185" y="202905"/>
                </a:moveTo>
                <a:cubicBezTo>
                  <a:pt x="272986" y="203901"/>
                  <a:pt x="272513" y="204773"/>
                  <a:pt x="271766" y="205520"/>
                </a:cubicBezTo>
                <a:cubicBezTo>
                  <a:pt x="271018" y="206267"/>
                  <a:pt x="269898" y="206890"/>
                  <a:pt x="268404" y="207388"/>
                </a:cubicBezTo>
                <a:cubicBezTo>
                  <a:pt x="266910" y="207886"/>
                  <a:pt x="264917" y="208259"/>
                  <a:pt x="262427" y="208508"/>
                </a:cubicBezTo>
                <a:cubicBezTo>
                  <a:pt x="259937" y="208757"/>
                  <a:pt x="256899" y="208882"/>
                  <a:pt x="253313" y="208882"/>
                </a:cubicBezTo>
                <a:cubicBezTo>
                  <a:pt x="249528" y="208882"/>
                  <a:pt x="246465" y="208757"/>
                  <a:pt x="244124" y="208508"/>
                </a:cubicBezTo>
                <a:cubicBezTo>
                  <a:pt x="241783" y="208259"/>
                  <a:pt x="239965" y="207886"/>
                  <a:pt x="238670" y="207388"/>
                </a:cubicBezTo>
                <a:cubicBezTo>
                  <a:pt x="237375" y="206890"/>
                  <a:pt x="236504" y="206267"/>
                  <a:pt x="236055" y="205520"/>
                </a:cubicBezTo>
                <a:cubicBezTo>
                  <a:pt x="235607" y="204773"/>
                  <a:pt x="235483" y="203901"/>
                  <a:pt x="235682" y="202905"/>
                </a:cubicBezTo>
                <a:lnTo>
                  <a:pt x="274978" y="6425"/>
                </a:lnTo>
                <a:cubicBezTo>
                  <a:pt x="275177" y="5429"/>
                  <a:pt x="275625" y="4532"/>
                  <a:pt x="276323" y="3735"/>
                </a:cubicBezTo>
                <a:cubicBezTo>
                  <a:pt x="277020" y="2938"/>
                  <a:pt x="278165" y="2266"/>
                  <a:pt x="279759" y="1718"/>
                </a:cubicBezTo>
                <a:cubicBezTo>
                  <a:pt x="281353" y="1170"/>
                  <a:pt x="283370" y="747"/>
                  <a:pt x="285810" y="448"/>
                </a:cubicBezTo>
                <a:cubicBezTo>
                  <a:pt x="288251" y="149"/>
                  <a:pt x="291314" y="0"/>
                  <a:pt x="294999" y="0"/>
                </a:cubicBezTo>
                <a:cubicBezTo>
                  <a:pt x="298685" y="0"/>
                  <a:pt x="301698" y="149"/>
                  <a:pt x="304039" y="448"/>
                </a:cubicBezTo>
                <a:cubicBezTo>
                  <a:pt x="306380" y="747"/>
                  <a:pt x="308198" y="1170"/>
                  <a:pt x="309493" y="1718"/>
                </a:cubicBezTo>
                <a:cubicBezTo>
                  <a:pt x="310788" y="2266"/>
                  <a:pt x="311634" y="2938"/>
                  <a:pt x="312033" y="3735"/>
                </a:cubicBezTo>
                <a:cubicBezTo>
                  <a:pt x="312431" y="4532"/>
                  <a:pt x="312531" y="5429"/>
                  <a:pt x="312332" y="6425"/>
                </a:cubicBezTo>
                <a:lnTo>
                  <a:pt x="273185" y="202905"/>
                </a:lnTo>
                <a:close/>
                <a:moveTo>
                  <a:pt x="445457" y="98828"/>
                </a:moveTo>
                <a:cubicBezTo>
                  <a:pt x="445457" y="106013"/>
                  <a:pt x="443838" y="112475"/>
                  <a:pt x="440601" y="118215"/>
                </a:cubicBezTo>
                <a:cubicBezTo>
                  <a:pt x="437364" y="123952"/>
                  <a:pt x="432333" y="128892"/>
                  <a:pt x="425510" y="133035"/>
                </a:cubicBezTo>
                <a:cubicBezTo>
                  <a:pt x="418687" y="137175"/>
                  <a:pt x="410021" y="140342"/>
                  <a:pt x="399512" y="142537"/>
                </a:cubicBezTo>
                <a:cubicBezTo>
                  <a:pt x="389003" y="144731"/>
                  <a:pt x="376477" y="145829"/>
                  <a:pt x="361934" y="145829"/>
                </a:cubicBezTo>
                <a:lnTo>
                  <a:pt x="348188" y="145829"/>
                </a:lnTo>
                <a:cubicBezTo>
                  <a:pt x="347790" y="148120"/>
                  <a:pt x="347491" y="150386"/>
                  <a:pt x="347292" y="152627"/>
                </a:cubicBezTo>
                <a:cubicBezTo>
                  <a:pt x="347092" y="154868"/>
                  <a:pt x="346993" y="156935"/>
                  <a:pt x="346993" y="158828"/>
                </a:cubicBezTo>
                <a:cubicBezTo>
                  <a:pt x="346993" y="166896"/>
                  <a:pt x="349085" y="172972"/>
                  <a:pt x="353268" y="177056"/>
                </a:cubicBezTo>
                <a:cubicBezTo>
                  <a:pt x="357452" y="181140"/>
                  <a:pt x="364175" y="183182"/>
                  <a:pt x="373439" y="183182"/>
                </a:cubicBezTo>
                <a:cubicBezTo>
                  <a:pt x="380013" y="183182"/>
                  <a:pt x="385915" y="182701"/>
                  <a:pt x="391145" y="181740"/>
                </a:cubicBezTo>
                <a:cubicBezTo>
                  <a:pt x="396374" y="180778"/>
                  <a:pt x="400956" y="179715"/>
                  <a:pt x="404891" y="178551"/>
                </a:cubicBezTo>
                <a:cubicBezTo>
                  <a:pt x="408825" y="177386"/>
                  <a:pt x="412088" y="176323"/>
                  <a:pt x="414678" y="175361"/>
                </a:cubicBezTo>
                <a:cubicBezTo>
                  <a:pt x="417267" y="174400"/>
                  <a:pt x="419160" y="173919"/>
                  <a:pt x="420355" y="173919"/>
                </a:cubicBezTo>
                <a:cubicBezTo>
                  <a:pt x="421551" y="173919"/>
                  <a:pt x="422397" y="174270"/>
                  <a:pt x="422895" y="174974"/>
                </a:cubicBezTo>
                <a:cubicBezTo>
                  <a:pt x="423393" y="175677"/>
                  <a:pt x="423642" y="176781"/>
                  <a:pt x="423642" y="178284"/>
                </a:cubicBezTo>
                <a:cubicBezTo>
                  <a:pt x="423642" y="179993"/>
                  <a:pt x="423493" y="181953"/>
                  <a:pt x="423194" y="184163"/>
                </a:cubicBezTo>
                <a:cubicBezTo>
                  <a:pt x="422895" y="186370"/>
                  <a:pt x="422472" y="188554"/>
                  <a:pt x="421924" y="190714"/>
                </a:cubicBezTo>
                <a:cubicBezTo>
                  <a:pt x="421376" y="192871"/>
                  <a:pt x="420679" y="194904"/>
                  <a:pt x="419832" y="196812"/>
                </a:cubicBezTo>
                <a:cubicBezTo>
                  <a:pt x="418986" y="198720"/>
                  <a:pt x="418014" y="200175"/>
                  <a:pt x="416919" y="201178"/>
                </a:cubicBezTo>
                <a:cubicBezTo>
                  <a:pt x="415723" y="202382"/>
                  <a:pt x="413532" y="203588"/>
                  <a:pt x="410345" y="204796"/>
                </a:cubicBezTo>
                <a:cubicBezTo>
                  <a:pt x="407157" y="206001"/>
                  <a:pt x="403322" y="207104"/>
                  <a:pt x="398840" y="208107"/>
                </a:cubicBezTo>
                <a:cubicBezTo>
                  <a:pt x="394357" y="209112"/>
                  <a:pt x="389327" y="209940"/>
                  <a:pt x="383749" y="210591"/>
                </a:cubicBezTo>
                <a:cubicBezTo>
                  <a:pt x="378171" y="211244"/>
                  <a:pt x="372493" y="211571"/>
                  <a:pt x="366715" y="211571"/>
                </a:cubicBezTo>
                <a:cubicBezTo>
                  <a:pt x="357153" y="211571"/>
                  <a:pt x="348811" y="210572"/>
                  <a:pt x="341688" y="208574"/>
                </a:cubicBezTo>
                <a:cubicBezTo>
                  <a:pt x="334566" y="206578"/>
                  <a:pt x="328615" y="203535"/>
                  <a:pt x="323833" y="199445"/>
                </a:cubicBezTo>
                <a:cubicBezTo>
                  <a:pt x="319052" y="195352"/>
                  <a:pt x="315466" y="190136"/>
                  <a:pt x="313076" y="183799"/>
                </a:cubicBezTo>
                <a:cubicBezTo>
                  <a:pt x="310685" y="177461"/>
                  <a:pt x="309490" y="169951"/>
                  <a:pt x="309490" y="161270"/>
                </a:cubicBezTo>
                <a:cubicBezTo>
                  <a:pt x="309490" y="154580"/>
                  <a:pt x="310112" y="147419"/>
                  <a:pt x="311357" y="139787"/>
                </a:cubicBezTo>
                <a:cubicBezTo>
                  <a:pt x="312602" y="132151"/>
                  <a:pt x="314620" y="124615"/>
                  <a:pt x="317409" y="117178"/>
                </a:cubicBezTo>
                <a:cubicBezTo>
                  <a:pt x="320198" y="109742"/>
                  <a:pt x="323784" y="102631"/>
                  <a:pt x="328166" y="95845"/>
                </a:cubicBezTo>
                <a:cubicBezTo>
                  <a:pt x="332549" y="89059"/>
                  <a:pt x="337853" y="83096"/>
                  <a:pt x="344079" y="77957"/>
                </a:cubicBezTo>
                <a:cubicBezTo>
                  <a:pt x="350305" y="72815"/>
                  <a:pt x="357502" y="68697"/>
                  <a:pt x="365670" y="65602"/>
                </a:cubicBezTo>
                <a:cubicBezTo>
                  <a:pt x="373838" y="62508"/>
                  <a:pt x="383151" y="60961"/>
                  <a:pt x="393610" y="60961"/>
                </a:cubicBezTo>
                <a:cubicBezTo>
                  <a:pt x="402675" y="60961"/>
                  <a:pt x="410469" y="62034"/>
                  <a:pt x="416993" y="64178"/>
                </a:cubicBezTo>
                <a:cubicBezTo>
                  <a:pt x="423518" y="66323"/>
                  <a:pt x="428872" y="69167"/>
                  <a:pt x="433056" y="72709"/>
                </a:cubicBezTo>
                <a:cubicBezTo>
                  <a:pt x="437239" y="76251"/>
                  <a:pt x="440352" y="80293"/>
                  <a:pt x="442394" y="84835"/>
                </a:cubicBezTo>
                <a:cubicBezTo>
                  <a:pt x="444436" y="89376"/>
                  <a:pt x="445457" y="94041"/>
                  <a:pt x="445457" y="98828"/>
                </a:cubicBezTo>
                <a:moveTo>
                  <a:pt x="408552" y="101691"/>
                </a:moveTo>
                <a:cubicBezTo>
                  <a:pt x="408552" y="97725"/>
                  <a:pt x="406983" y="94429"/>
                  <a:pt x="403845" y="91801"/>
                </a:cubicBezTo>
                <a:cubicBezTo>
                  <a:pt x="400707" y="89171"/>
                  <a:pt x="396150" y="87856"/>
                  <a:pt x="390174" y="87856"/>
                </a:cubicBezTo>
                <a:cubicBezTo>
                  <a:pt x="385193" y="87856"/>
                  <a:pt x="380736" y="88749"/>
                  <a:pt x="376801" y="90536"/>
                </a:cubicBezTo>
                <a:cubicBezTo>
                  <a:pt x="372866" y="92320"/>
                  <a:pt x="369405" y="94724"/>
                  <a:pt x="366417" y="97750"/>
                </a:cubicBezTo>
                <a:cubicBezTo>
                  <a:pt x="363428" y="100772"/>
                  <a:pt x="360863" y="104343"/>
                  <a:pt x="358722" y="108461"/>
                </a:cubicBezTo>
                <a:cubicBezTo>
                  <a:pt x="356580" y="112576"/>
                  <a:pt x="354862" y="116964"/>
                  <a:pt x="353567" y="121624"/>
                </a:cubicBezTo>
                <a:lnTo>
                  <a:pt x="366118" y="121624"/>
                </a:lnTo>
                <a:cubicBezTo>
                  <a:pt x="374087" y="121624"/>
                  <a:pt x="380760" y="121104"/>
                  <a:pt x="386139" y="120064"/>
                </a:cubicBezTo>
                <a:cubicBezTo>
                  <a:pt x="391518" y="119021"/>
                  <a:pt x="395851" y="117608"/>
                  <a:pt x="399138" y="115824"/>
                </a:cubicBezTo>
                <a:cubicBezTo>
                  <a:pt x="402426" y="114038"/>
                  <a:pt x="404816" y="111930"/>
                  <a:pt x="406310" y="109502"/>
                </a:cubicBezTo>
                <a:cubicBezTo>
                  <a:pt x="407804" y="107071"/>
                  <a:pt x="408552" y="104467"/>
                  <a:pt x="408552" y="101691"/>
                </a:cubicBezTo>
                <a:close/>
                <a:moveTo>
                  <a:pt x="602260" y="68581"/>
                </a:moveTo>
                <a:cubicBezTo>
                  <a:pt x="602260" y="69677"/>
                  <a:pt x="602110" y="71022"/>
                  <a:pt x="601811" y="72616"/>
                </a:cubicBezTo>
                <a:cubicBezTo>
                  <a:pt x="601513" y="74209"/>
                  <a:pt x="601064" y="75903"/>
                  <a:pt x="600467" y="77696"/>
                </a:cubicBezTo>
                <a:cubicBezTo>
                  <a:pt x="596781" y="88453"/>
                  <a:pt x="592697" y="99236"/>
                  <a:pt x="588215" y="110044"/>
                </a:cubicBezTo>
                <a:cubicBezTo>
                  <a:pt x="583732" y="120852"/>
                  <a:pt x="578802" y="131535"/>
                  <a:pt x="573423" y="142093"/>
                </a:cubicBezTo>
                <a:cubicBezTo>
                  <a:pt x="568044" y="152652"/>
                  <a:pt x="562241" y="163011"/>
                  <a:pt x="556016" y="173172"/>
                </a:cubicBezTo>
                <a:cubicBezTo>
                  <a:pt x="549790" y="183332"/>
                  <a:pt x="543042" y="193143"/>
                  <a:pt x="535770" y="202606"/>
                </a:cubicBezTo>
                <a:cubicBezTo>
                  <a:pt x="534774" y="204001"/>
                  <a:pt x="533579" y="205121"/>
                  <a:pt x="532184" y="205968"/>
                </a:cubicBezTo>
                <a:cubicBezTo>
                  <a:pt x="530790" y="206815"/>
                  <a:pt x="529096" y="207462"/>
                  <a:pt x="527104" y="207911"/>
                </a:cubicBezTo>
                <a:cubicBezTo>
                  <a:pt x="525112" y="208359"/>
                  <a:pt x="522771" y="208633"/>
                  <a:pt x="520082" y="208732"/>
                </a:cubicBezTo>
                <a:cubicBezTo>
                  <a:pt x="517392" y="208832"/>
                  <a:pt x="514254" y="208882"/>
                  <a:pt x="510668" y="208882"/>
                </a:cubicBezTo>
                <a:cubicBezTo>
                  <a:pt x="505190" y="208882"/>
                  <a:pt x="500857" y="208757"/>
                  <a:pt x="497669" y="208508"/>
                </a:cubicBezTo>
                <a:cubicBezTo>
                  <a:pt x="494482" y="208259"/>
                  <a:pt x="492041" y="207836"/>
                  <a:pt x="490348" y="207238"/>
                </a:cubicBezTo>
                <a:cubicBezTo>
                  <a:pt x="488655" y="206641"/>
                  <a:pt x="487509" y="205819"/>
                  <a:pt x="486912" y="204773"/>
                </a:cubicBezTo>
                <a:cubicBezTo>
                  <a:pt x="486314" y="203727"/>
                  <a:pt x="485965" y="202407"/>
                  <a:pt x="485866" y="200813"/>
                </a:cubicBezTo>
                <a:lnTo>
                  <a:pt x="470177" y="80983"/>
                </a:lnTo>
                <a:cubicBezTo>
                  <a:pt x="470077" y="79389"/>
                  <a:pt x="469978" y="77895"/>
                  <a:pt x="469878" y="76500"/>
                </a:cubicBezTo>
                <a:cubicBezTo>
                  <a:pt x="469779" y="75106"/>
                  <a:pt x="469729" y="73811"/>
                  <a:pt x="469729" y="72616"/>
                </a:cubicBezTo>
                <a:cubicBezTo>
                  <a:pt x="469729" y="70623"/>
                  <a:pt x="469953" y="69104"/>
                  <a:pt x="470401" y="68058"/>
                </a:cubicBezTo>
                <a:cubicBezTo>
                  <a:pt x="470849" y="67012"/>
                  <a:pt x="471746" y="66166"/>
                  <a:pt x="473091" y="65518"/>
                </a:cubicBezTo>
                <a:cubicBezTo>
                  <a:pt x="474435" y="64871"/>
                  <a:pt x="476378" y="64398"/>
                  <a:pt x="478918" y="64099"/>
                </a:cubicBezTo>
                <a:cubicBezTo>
                  <a:pt x="481458" y="63800"/>
                  <a:pt x="484870" y="63651"/>
                  <a:pt x="489153" y="63651"/>
                </a:cubicBezTo>
                <a:cubicBezTo>
                  <a:pt x="493137" y="63651"/>
                  <a:pt x="496275" y="63750"/>
                  <a:pt x="498566" y="63949"/>
                </a:cubicBezTo>
                <a:cubicBezTo>
                  <a:pt x="500857" y="64149"/>
                  <a:pt x="502625" y="64497"/>
                  <a:pt x="503870" y="64995"/>
                </a:cubicBezTo>
                <a:cubicBezTo>
                  <a:pt x="505115" y="65493"/>
                  <a:pt x="505937" y="66166"/>
                  <a:pt x="506335" y="67012"/>
                </a:cubicBezTo>
                <a:cubicBezTo>
                  <a:pt x="506734" y="67859"/>
                  <a:pt x="506983" y="68880"/>
                  <a:pt x="507083" y="70075"/>
                </a:cubicBezTo>
                <a:lnTo>
                  <a:pt x="518438" y="167942"/>
                </a:lnTo>
                <a:lnTo>
                  <a:pt x="518438" y="171677"/>
                </a:lnTo>
                <a:lnTo>
                  <a:pt x="519185" y="170333"/>
                </a:lnTo>
                <a:cubicBezTo>
                  <a:pt x="524265" y="162663"/>
                  <a:pt x="528872" y="154943"/>
                  <a:pt x="533006" y="147173"/>
                </a:cubicBezTo>
                <a:cubicBezTo>
                  <a:pt x="537140" y="139404"/>
                  <a:pt x="540975" y="131435"/>
                  <a:pt x="544511" y="123267"/>
                </a:cubicBezTo>
                <a:cubicBezTo>
                  <a:pt x="548047" y="115099"/>
                  <a:pt x="551359" y="106632"/>
                  <a:pt x="554447" y="97867"/>
                </a:cubicBezTo>
                <a:cubicBezTo>
                  <a:pt x="557535" y="89101"/>
                  <a:pt x="560573" y="79837"/>
                  <a:pt x="563561" y="70075"/>
                </a:cubicBezTo>
                <a:cubicBezTo>
                  <a:pt x="563860" y="68781"/>
                  <a:pt x="564408" y="67735"/>
                  <a:pt x="565205" y="66938"/>
                </a:cubicBezTo>
                <a:cubicBezTo>
                  <a:pt x="566002" y="66141"/>
                  <a:pt x="567222" y="65493"/>
                  <a:pt x="568865" y="64995"/>
                </a:cubicBezTo>
                <a:cubicBezTo>
                  <a:pt x="570509" y="64497"/>
                  <a:pt x="572601" y="64149"/>
                  <a:pt x="575141" y="63949"/>
                </a:cubicBezTo>
                <a:cubicBezTo>
                  <a:pt x="577681" y="63750"/>
                  <a:pt x="580844" y="63651"/>
                  <a:pt x="584629" y="63651"/>
                </a:cubicBezTo>
                <a:cubicBezTo>
                  <a:pt x="588314" y="63651"/>
                  <a:pt x="591327" y="63750"/>
                  <a:pt x="593668" y="63949"/>
                </a:cubicBezTo>
                <a:cubicBezTo>
                  <a:pt x="596009" y="64149"/>
                  <a:pt x="597802" y="64448"/>
                  <a:pt x="599047" y="64846"/>
                </a:cubicBezTo>
                <a:cubicBezTo>
                  <a:pt x="600292" y="65244"/>
                  <a:pt x="601139" y="65742"/>
                  <a:pt x="601587" y="66340"/>
                </a:cubicBezTo>
                <a:cubicBezTo>
                  <a:pt x="602036" y="66938"/>
                  <a:pt x="602260" y="67685"/>
                  <a:pt x="602260" y="68581"/>
                </a:cubicBezTo>
                <a:close/>
                <a:moveTo>
                  <a:pt x="736959" y="98828"/>
                </a:moveTo>
                <a:cubicBezTo>
                  <a:pt x="736959" y="106013"/>
                  <a:pt x="735340" y="112475"/>
                  <a:pt x="732103" y="118215"/>
                </a:cubicBezTo>
                <a:cubicBezTo>
                  <a:pt x="728866" y="123952"/>
                  <a:pt x="723836" y="128892"/>
                  <a:pt x="717012" y="133035"/>
                </a:cubicBezTo>
                <a:cubicBezTo>
                  <a:pt x="710189" y="137175"/>
                  <a:pt x="701523" y="140342"/>
                  <a:pt x="691014" y="142537"/>
                </a:cubicBezTo>
                <a:cubicBezTo>
                  <a:pt x="680505" y="144731"/>
                  <a:pt x="667979" y="145829"/>
                  <a:pt x="653436" y="145829"/>
                </a:cubicBezTo>
                <a:lnTo>
                  <a:pt x="639690" y="145829"/>
                </a:lnTo>
                <a:cubicBezTo>
                  <a:pt x="639292" y="148120"/>
                  <a:pt x="638993" y="150386"/>
                  <a:pt x="638794" y="152627"/>
                </a:cubicBezTo>
                <a:cubicBezTo>
                  <a:pt x="638594" y="154868"/>
                  <a:pt x="638495" y="156935"/>
                  <a:pt x="638495" y="158828"/>
                </a:cubicBezTo>
                <a:cubicBezTo>
                  <a:pt x="638495" y="166896"/>
                  <a:pt x="640587" y="172972"/>
                  <a:pt x="644770" y="177056"/>
                </a:cubicBezTo>
                <a:cubicBezTo>
                  <a:pt x="648954" y="181140"/>
                  <a:pt x="655678" y="183182"/>
                  <a:pt x="664941" y="183182"/>
                </a:cubicBezTo>
                <a:cubicBezTo>
                  <a:pt x="671515" y="183182"/>
                  <a:pt x="677417" y="182701"/>
                  <a:pt x="682647" y="181740"/>
                </a:cubicBezTo>
                <a:cubicBezTo>
                  <a:pt x="687876" y="180778"/>
                  <a:pt x="692458" y="179715"/>
                  <a:pt x="696393" y="178551"/>
                </a:cubicBezTo>
                <a:cubicBezTo>
                  <a:pt x="700328" y="177386"/>
                  <a:pt x="703590" y="176323"/>
                  <a:pt x="706180" y="175361"/>
                </a:cubicBezTo>
                <a:cubicBezTo>
                  <a:pt x="708770" y="174400"/>
                  <a:pt x="710662" y="173919"/>
                  <a:pt x="711857" y="173919"/>
                </a:cubicBezTo>
                <a:cubicBezTo>
                  <a:pt x="713053" y="173919"/>
                  <a:pt x="713899" y="174270"/>
                  <a:pt x="714398" y="174974"/>
                </a:cubicBezTo>
                <a:cubicBezTo>
                  <a:pt x="714896" y="175677"/>
                  <a:pt x="715145" y="176781"/>
                  <a:pt x="715145" y="178284"/>
                </a:cubicBezTo>
                <a:cubicBezTo>
                  <a:pt x="715145" y="179993"/>
                  <a:pt x="714995" y="181953"/>
                  <a:pt x="714696" y="184163"/>
                </a:cubicBezTo>
                <a:cubicBezTo>
                  <a:pt x="714398" y="186370"/>
                  <a:pt x="713974" y="188554"/>
                  <a:pt x="713426" y="190714"/>
                </a:cubicBezTo>
                <a:cubicBezTo>
                  <a:pt x="712878" y="192871"/>
                  <a:pt x="712181" y="194904"/>
                  <a:pt x="711335" y="196812"/>
                </a:cubicBezTo>
                <a:cubicBezTo>
                  <a:pt x="710488" y="198720"/>
                  <a:pt x="709517" y="200175"/>
                  <a:pt x="708421" y="201178"/>
                </a:cubicBezTo>
                <a:cubicBezTo>
                  <a:pt x="707226" y="202382"/>
                  <a:pt x="705034" y="203588"/>
                  <a:pt x="701847" y="204796"/>
                </a:cubicBezTo>
                <a:cubicBezTo>
                  <a:pt x="698659" y="206001"/>
                  <a:pt x="694824" y="207104"/>
                  <a:pt x="690342" y="208107"/>
                </a:cubicBezTo>
                <a:cubicBezTo>
                  <a:pt x="685859" y="209112"/>
                  <a:pt x="680829" y="209940"/>
                  <a:pt x="675251" y="210591"/>
                </a:cubicBezTo>
                <a:cubicBezTo>
                  <a:pt x="669673" y="211244"/>
                  <a:pt x="663995" y="211571"/>
                  <a:pt x="658218" y="211571"/>
                </a:cubicBezTo>
                <a:cubicBezTo>
                  <a:pt x="648655" y="211571"/>
                  <a:pt x="640313" y="210572"/>
                  <a:pt x="633191" y="208574"/>
                </a:cubicBezTo>
                <a:cubicBezTo>
                  <a:pt x="626069" y="206578"/>
                  <a:pt x="620117" y="203535"/>
                  <a:pt x="615336" y="199445"/>
                </a:cubicBezTo>
                <a:cubicBezTo>
                  <a:pt x="610554" y="195352"/>
                  <a:pt x="606968" y="190136"/>
                  <a:pt x="604578" y="183799"/>
                </a:cubicBezTo>
                <a:cubicBezTo>
                  <a:pt x="602187" y="177461"/>
                  <a:pt x="600992" y="169951"/>
                  <a:pt x="600992" y="161270"/>
                </a:cubicBezTo>
                <a:cubicBezTo>
                  <a:pt x="600992" y="154580"/>
                  <a:pt x="601614" y="147419"/>
                  <a:pt x="602859" y="139787"/>
                </a:cubicBezTo>
                <a:cubicBezTo>
                  <a:pt x="604105" y="132151"/>
                  <a:pt x="606122" y="124615"/>
                  <a:pt x="608911" y="117178"/>
                </a:cubicBezTo>
                <a:cubicBezTo>
                  <a:pt x="611700" y="109742"/>
                  <a:pt x="615286" y="102631"/>
                  <a:pt x="619669" y="95845"/>
                </a:cubicBezTo>
                <a:cubicBezTo>
                  <a:pt x="624051" y="89059"/>
                  <a:pt x="629356" y="83096"/>
                  <a:pt x="635581" y="77957"/>
                </a:cubicBezTo>
                <a:cubicBezTo>
                  <a:pt x="641807" y="72815"/>
                  <a:pt x="649004" y="68697"/>
                  <a:pt x="657172" y="65602"/>
                </a:cubicBezTo>
                <a:cubicBezTo>
                  <a:pt x="665340" y="62508"/>
                  <a:pt x="674653" y="60961"/>
                  <a:pt x="685112" y="60961"/>
                </a:cubicBezTo>
                <a:cubicBezTo>
                  <a:pt x="694177" y="60961"/>
                  <a:pt x="701971" y="62034"/>
                  <a:pt x="708496" y="64178"/>
                </a:cubicBezTo>
                <a:cubicBezTo>
                  <a:pt x="715020" y="66323"/>
                  <a:pt x="720374" y="69167"/>
                  <a:pt x="724558" y="72709"/>
                </a:cubicBezTo>
                <a:cubicBezTo>
                  <a:pt x="728741" y="76251"/>
                  <a:pt x="731854" y="80293"/>
                  <a:pt x="733896" y="84835"/>
                </a:cubicBezTo>
                <a:cubicBezTo>
                  <a:pt x="735938" y="89376"/>
                  <a:pt x="736959" y="94041"/>
                  <a:pt x="736959" y="98828"/>
                </a:cubicBezTo>
                <a:moveTo>
                  <a:pt x="700054" y="101691"/>
                </a:moveTo>
                <a:cubicBezTo>
                  <a:pt x="700054" y="97725"/>
                  <a:pt x="698485" y="94429"/>
                  <a:pt x="695347" y="91801"/>
                </a:cubicBezTo>
                <a:cubicBezTo>
                  <a:pt x="692209" y="89171"/>
                  <a:pt x="687652" y="87856"/>
                  <a:pt x="681676" y="87856"/>
                </a:cubicBezTo>
                <a:cubicBezTo>
                  <a:pt x="676695" y="87856"/>
                  <a:pt x="672238" y="88749"/>
                  <a:pt x="668303" y="90536"/>
                </a:cubicBezTo>
                <a:cubicBezTo>
                  <a:pt x="664368" y="92320"/>
                  <a:pt x="660907" y="94724"/>
                  <a:pt x="657919" y="97750"/>
                </a:cubicBezTo>
                <a:cubicBezTo>
                  <a:pt x="654930" y="100772"/>
                  <a:pt x="652366" y="104343"/>
                  <a:pt x="650224" y="108461"/>
                </a:cubicBezTo>
                <a:cubicBezTo>
                  <a:pt x="648082" y="112576"/>
                  <a:pt x="646364" y="116964"/>
                  <a:pt x="645069" y="121624"/>
                </a:cubicBezTo>
                <a:lnTo>
                  <a:pt x="657620" y="121624"/>
                </a:lnTo>
                <a:cubicBezTo>
                  <a:pt x="665589" y="121624"/>
                  <a:pt x="672263" y="121104"/>
                  <a:pt x="677641" y="120064"/>
                </a:cubicBezTo>
                <a:cubicBezTo>
                  <a:pt x="683020" y="119021"/>
                  <a:pt x="687353" y="117608"/>
                  <a:pt x="690641" y="115824"/>
                </a:cubicBezTo>
                <a:cubicBezTo>
                  <a:pt x="693928" y="114038"/>
                  <a:pt x="696318" y="111930"/>
                  <a:pt x="697812" y="109502"/>
                </a:cubicBezTo>
                <a:cubicBezTo>
                  <a:pt x="699307" y="107071"/>
                  <a:pt x="700054" y="104467"/>
                  <a:pt x="700054" y="101691"/>
                </a:cubicBezTo>
                <a:close/>
                <a:moveTo>
                  <a:pt x="788275" y="202905"/>
                </a:moveTo>
                <a:cubicBezTo>
                  <a:pt x="788076" y="203901"/>
                  <a:pt x="787603" y="204773"/>
                  <a:pt x="786856" y="205520"/>
                </a:cubicBezTo>
                <a:cubicBezTo>
                  <a:pt x="786109" y="206267"/>
                  <a:pt x="784988" y="206890"/>
                  <a:pt x="783494" y="207388"/>
                </a:cubicBezTo>
                <a:cubicBezTo>
                  <a:pt x="782000" y="207886"/>
                  <a:pt x="780007" y="208259"/>
                  <a:pt x="777517" y="208508"/>
                </a:cubicBezTo>
                <a:cubicBezTo>
                  <a:pt x="775027" y="208757"/>
                  <a:pt x="771989" y="208882"/>
                  <a:pt x="768403" y="208882"/>
                </a:cubicBezTo>
                <a:cubicBezTo>
                  <a:pt x="764618" y="208882"/>
                  <a:pt x="761555" y="208757"/>
                  <a:pt x="759214" y="208508"/>
                </a:cubicBezTo>
                <a:cubicBezTo>
                  <a:pt x="756873" y="208259"/>
                  <a:pt x="755055" y="207886"/>
                  <a:pt x="753760" y="207388"/>
                </a:cubicBezTo>
                <a:cubicBezTo>
                  <a:pt x="752465" y="206890"/>
                  <a:pt x="751594" y="206267"/>
                  <a:pt x="751145" y="205520"/>
                </a:cubicBezTo>
                <a:cubicBezTo>
                  <a:pt x="750697" y="204773"/>
                  <a:pt x="750573" y="203901"/>
                  <a:pt x="750772" y="202905"/>
                </a:cubicBezTo>
                <a:lnTo>
                  <a:pt x="790068" y="6425"/>
                </a:lnTo>
                <a:cubicBezTo>
                  <a:pt x="790267" y="5429"/>
                  <a:pt x="790715" y="4532"/>
                  <a:pt x="791413" y="3735"/>
                </a:cubicBezTo>
                <a:cubicBezTo>
                  <a:pt x="792110" y="2938"/>
                  <a:pt x="793256" y="2266"/>
                  <a:pt x="794849" y="1718"/>
                </a:cubicBezTo>
                <a:cubicBezTo>
                  <a:pt x="796443" y="1170"/>
                  <a:pt x="798460" y="747"/>
                  <a:pt x="800901" y="448"/>
                </a:cubicBezTo>
                <a:cubicBezTo>
                  <a:pt x="803341" y="149"/>
                  <a:pt x="806404" y="0"/>
                  <a:pt x="810090" y="0"/>
                </a:cubicBezTo>
                <a:cubicBezTo>
                  <a:pt x="813775" y="0"/>
                  <a:pt x="816788" y="149"/>
                  <a:pt x="819129" y="448"/>
                </a:cubicBezTo>
                <a:cubicBezTo>
                  <a:pt x="821470" y="747"/>
                  <a:pt x="823288" y="1170"/>
                  <a:pt x="824583" y="1718"/>
                </a:cubicBezTo>
                <a:cubicBezTo>
                  <a:pt x="825878" y="2266"/>
                  <a:pt x="826724" y="2938"/>
                  <a:pt x="827123" y="3735"/>
                </a:cubicBezTo>
                <a:cubicBezTo>
                  <a:pt x="827521" y="4532"/>
                  <a:pt x="827621" y="5429"/>
                  <a:pt x="827422" y="6425"/>
                </a:cubicBezTo>
                <a:lnTo>
                  <a:pt x="788275" y="202905"/>
                </a:lnTo>
                <a:close/>
                <a:moveTo>
                  <a:pt x="1064353" y="136808"/>
                </a:moveTo>
                <a:cubicBezTo>
                  <a:pt x="1061863" y="149169"/>
                  <a:pt x="1057978" y="160009"/>
                  <a:pt x="1052699" y="169329"/>
                </a:cubicBezTo>
                <a:cubicBezTo>
                  <a:pt x="1047420" y="178649"/>
                  <a:pt x="1040845" y="186449"/>
                  <a:pt x="1032976" y="192731"/>
                </a:cubicBezTo>
                <a:cubicBezTo>
                  <a:pt x="1025107" y="199009"/>
                  <a:pt x="1016068" y="203719"/>
                  <a:pt x="1005858" y="206860"/>
                </a:cubicBezTo>
                <a:cubicBezTo>
                  <a:pt x="995648" y="210001"/>
                  <a:pt x="984367" y="211571"/>
                  <a:pt x="972015" y="211571"/>
                </a:cubicBezTo>
                <a:cubicBezTo>
                  <a:pt x="958867" y="211571"/>
                  <a:pt x="947586" y="209951"/>
                  <a:pt x="938173" y="206711"/>
                </a:cubicBezTo>
                <a:cubicBezTo>
                  <a:pt x="928760" y="203470"/>
                  <a:pt x="921314" y="198661"/>
                  <a:pt x="915835" y="192283"/>
                </a:cubicBezTo>
                <a:cubicBezTo>
                  <a:pt x="910357" y="185901"/>
                  <a:pt x="906821" y="177902"/>
                  <a:pt x="905227" y="168283"/>
                </a:cubicBezTo>
                <a:cubicBezTo>
                  <a:pt x="903633" y="158664"/>
                  <a:pt x="904131" y="147525"/>
                  <a:pt x="906721" y="134865"/>
                </a:cubicBezTo>
                <a:lnTo>
                  <a:pt x="929731" y="20026"/>
                </a:lnTo>
                <a:cubicBezTo>
                  <a:pt x="929930" y="19030"/>
                  <a:pt x="930403" y="18134"/>
                  <a:pt x="931150" y="17337"/>
                </a:cubicBezTo>
                <a:cubicBezTo>
                  <a:pt x="931897" y="16537"/>
                  <a:pt x="933093" y="15888"/>
                  <a:pt x="934736" y="15390"/>
                </a:cubicBezTo>
                <a:cubicBezTo>
                  <a:pt x="936380" y="14892"/>
                  <a:pt x="938472" y="14493"/>
                  <a:pt x="941012" y="14194"/>
                </a:cubicBezTo>
                <a:cubicBezTo>
                  <a:pt x="943552" y="13896"/>
                  <a:pt x="946764" y="13746"/>
                  <a:pt x="950649" y="13746"/>
                </a:cubicBezTo>
                <a:cubicBezTo>
                  <a:pt x="954434" y="13746"/>
                  <a:pt x="957572" y="13896"/>
                  <a:pt x="960062" y="14194"/>
                </a:cubicBezTo>
                <a:cubicBezTo>
                  <a:pt x="962552" y="14493"/>
                  <a:pt x="964495" y="14892"/>
                  <a:pt x="965889" y="15390"/>
                </a:cubicBezTo>
                <a:cubicBezTo>
                  <a:pt x="967284" y="15888"/>
                  <a:pt x="968205" y="16537"/>
                  <a:pt x="968653" y="17337"/>
                </a:cubicBezTo>
                <a:cubicBezTo>
                  <a:pt x="969102" y="18134"/>
                  <a:pt x="969226" y="19030"/>
                  <a:pt x="969027" y="20026"/>
                </a:cubicBezTo>
                <a:lnTo>
                  <a:pt x="946017" y="134865"/>
                </a:lnTo>
                <a:cubicBezTo>
                  <a:pt x="944423" y="142545"/>
                  <a:pt x="943975" y="149178"/>
                  <a:pt x="944672" y="154766"/>
                </a:cubicBezTo>
                <a:cubicBezTo>
                  <a:pt x="945370" y="160350"/>
                  <a:pt x="947038" y="164963"/>
                  <a:pt x="949678" y="168605"/>
                </a:cubicBezTo>
                <a:cubicBezTo>
                  <a:pt x="952317" y="172244"/>
                  <a:pt x="955878" y="174937"/>
                  <a:pt x="960361" y="176683"/>
                </a:cubicBezTo>
                <a:cubicBezTo>
                  <a:pt x="964843" y="178426"/>
                  <a:pt x="970222" y="179298"/>
                  <a:pt x="976498" y="179298"/>
                </a:cubicBezTo>
                <a:cubicBezTo>
                  <a:pt x="982873" y="179298"/>
                  <a:pt x="988774" y="178325"/>
                  <a:pt x="994203" y="176379"/>
                </a:cubicBezTo>
                <a:cubicBezTo>
                  <a:pt x="999632" y="174434"/>
                  <a:pt x="1004438" y="171592"/>
                  <a:pt x="1008622" y="167853"/>
                </a:cubicBezTo>
                <a:cubicBezTo>
                  <a:pt x="1012805" y="164112"/>
                  <a:pt x="1016366" y="159548"/>
                  <a:pt x="1019305" y="154163"/>
                </a:cubicBezTo>
                <a:cubicBezTo>
                  <a:pt x="1022243" y="148778"/>
                  <a:pt x="1024410" y="142644"/>
                  <a:pt x="1025804" y="135762"/>
                </a:cubicBezTo>
                <a:lnTo>
                  <a:pt x="1048964" y="20026"/>
                </a:lnTo>
                <a:cubicBezTo>
                  <a:pt x="1049163" y="19030"/>
                  <a:pt x="1049636" y="18134"/>
                  <a:pt x="1050383" y="17337"/>
                </a:cubicBezTo>
                <a:cubicBezTo>
                  <a:pt x="1051130" y="16537"/>
                  <a:pt x="1052276" y="15888"/>
                  <a:pt x="1053820" y="15390"/>
                </a:cubicBezTo>
                <a:cubicBezTo>
                  <a:pt x="1055364" y="14892"/>
                  <a:pt x="1057431" y="14493"/>
                  <a:pt x="1060020" y="14194"/>
                </a:cubicBezTo>
                <a:cubicBezTo>
                  <a:pt x="1062610" y="13896"/>
                  <a:pt x="1065798" y="13746"/>
                  <a:pt x="1069583" y="13746"/>
                </a:cubicBezTo>
                <a:cubicBezTo>
                  <a:pt x="1073368" y="13746"/>
                  <a:pt x="1076456" y="13896"/>
                  <a:pt x="1078847" y="14194"/>
                </a:cubicBezTo>
                <a:cubicBezTo>
                  <a:pt x="1081237" y="14493"/>
                  <a:pt x="1083130" y="14892"/>
                  <a:pt x="1084524" y="15390"/>
                </a:cubicBezTo>
                <a:cubicBezTo>
                  <a:pt x="1085919" y="15888"/>
                  <a:pt x="1086840" y="16537"/>
                  <a:pt x="1087289" y="17337"/>
                </a:cubicBezTo>
                <a:cubicBezTo>
                  <a:pt x="1087737" y="18134"/>
                  <a:pt x="1087861" y="19030"/>
                  <a:pt x="1087662" y="20026"/>
                </a:cubicBezTo>
                <a:lnTo>
                  <a:pt x="1064353" y="136808"/>
                </a:lnTo>
                <a:close/>
                <a:moveTo>
                  <a:pt x="1231349" y="99253"/>
                </a:moveTo>
                <a:cubicBezTo>
                  <a:pt x="1231349" y="102743"/>
                  <a:pt x="1231124" y="106232"/>
                  <a:pt x="1230676" y="109722"/>
                </a:cubicBezTo>
                <a:cubicBezTo>
                  <a:pt x="1230228" y="113211"/>
                  <a:pt x="1229655" y="116800"/>
                  <a:pt x="1228958" y="120489"/>
                </a:cubicBezTo>
                <a:lnTo>
                  <a:pt x="1212373" y="202905"/>
                </a:lnTo>
                <a:cubicBezTo>
                  <a:pt x="1212174" y="203901"/>
                  <a:pt x="1211700" y="204773"/>
                  <a:pt x="1210953" y="205520"/>
                </a:cubicBezTo>
                <a:cubicBezTo>
                  <a:pt x="1210206" y="206267"/>
                  <a:pt x="1209061" y="206890"/>
                  <a:pt x="1207517" y="207388"/>
                </a:cubicBezTo>
                <a:cubicBezTo>
                  <a:pt x="1205973" y="207886"/>
                  <a:pt x="1203981" y="208259"/>
                  <a:pt x="1201540" y="208508"/>
                </a:cubicBezTo>
                <a:cubicBezTo>
                  <a:pt x="1199100" y="208757"/>
                  <a:pt x="1196037" y="208882"/>
                  <a:pt x="1192351" y="208882"/>
                </a:cubicBezTo>
                <a:cubicBezTo>
                  <a:pt x="1188666" y="208882"/>
                  <a:pt x="1185653" y="208757"/>
                  <a:pt x="1183312" y="208508"/>
                </a:cubicBezTo>
                <a:cubicBezTo>
                  <a:pt x="1180971" y="208259"/>
                  <a:pt x="1179153" y="207886"/>
                  <a:pt x="1177858" y="207388"/>
                </a:cubicBezTo>
                <a:cubicBezTo>
                  <a:pt x="1176563" y="206890"/>
                  <a:pt x="1175692" y="206267"/>
                  <a:pt x="1175243" y="205520"/>
                </a:cubicBezTo>
                <a:cubicBezTo>
                  <a:pt x="1174795" y="204773"/>
                  <a:pt x="1174671" y="203901"/>
                  <a:pt x="1174870" y="202905"/>
                </a:cubicBezTo>
                <a:lnTo>
                  <a:pt x="1191007" y="122968"/>
                </a:lnTo>
                <a:cubicBezTo>
                  <a:pt x="1191505" y="120565"/>
                  <a:pt x="1191878" y="118112"/>
                  <a:pt x="1192127" y="115610"/>
                </a:cubicBezTo>
                <a:cubicBezTo>
                  <a:pt x="1192376" y="113107"/>
                  <a:pt x="1192501" y="110905"/>
                  <a:pt x="1192501" y="109003"/>
                </a:cubicBezTo>
                <a:cubicBezTo>
                  <a:pt x="1192501" y="104495"/>
                  <a:pt x="1191554" y="100791"/>
                  <a:pt x="1189662" y="97890"/>
                </a:cubicBezTo>
                <a:cubicBezTo>
                  <a:pt x="1187769" y="94986"/>
                  <a:pt x="1184582" y="93534"/>
                  <a:pt x="1180099" y="93534"/>
                </a:cubicBezTo>
                <a:cubicBezTo>
                  <a:pt x="1176015" y="93534"/>
                  <a:pt x="1171757" y="94833"/>
                  <a:pt x="1167324" y="97432"/>
                </a:cubicBezTo>
                <a:cubicBezTo>
                  <a:pt x="1162892" y="100028"/>
                  <a:pt x="1158708" y="103551"/>
                  <a:pt x="1154773" y="107999"/>
                </a:cubicBezTo>
                <a:cubicBezTo>
                  <a:pt x="1150839" y="112444"/>
                  <a:pt x="1147328" y="117639"/>
                  <a:pt x="1144240" y="123585"/>
                </a:cubicBezTo>
                <a:cubicBezTo>
                  <a:pt x="1141152" y="129527"/>
                  <a:pt x="1138960" y="135846"/>
                  <a:pt x="1137666" y="142542"/>
                </a:cubicBezTo>
                <a:lnTo>
                  <a:pt x="1125563" y="202905"/>
                </a:lnTo>
                <a:cubicBezTo>
                  <a:pt x="1125364" y="203901"/>
                  <a:pt x="1124891" y="204773"/>
                  <a:pt x="1124143" y="205520"/>
                </a:cubicBezTo>
                <a:cubicBezTo>
                  <a:pt x="1123396" y="206267"/>
                  <a:pt x="1122251" y="206890"/>
                  <a:pt x="1120707" y="207388"/>
                </a:cubicBezTo>
                <a:cubicBezTo>
                  <a:pt x="1119163" y="207886"/>
                  <a:pt x="1117146" y="208259"/>
                  <a:pt x="1114656" y="208508"/>
                </a:cubicBezTo>
                <a:cubicBezTo>
                  <a:pt x="1112165" y="208757"/>
                  <a:pt x="1109127" y="208882"/>
                  <a:pt x="1105541" y="208882"/>
                </a:cubicBezTo>
                <a:cubicBezTo>
                  <a:pt x="1101856" y="208882"/>
                  <a:pt x="1098843" y="208757"/>
                  <a:pt x="1096502" y="208508"/>
                </a:cubicBezTo>
                <a:cubicBezTo>
                  <a:pt x="1094161" y="208259"/>
                  <a:pt x="1092318" y="207886"/>
                  <a:pt x="1090973" y="207388"/>
                </a:cubicBezTo>
                <a:cubicBezTo>
                  <a:pt x="1089629" y="206890"/>
                  <a:pt x="1088757" y="206267"/>
                  <a:pt x="1088359" y="205520"/>
                </a:cubicBezTo>
                <a:cubicBezTo>
                  <a:pt x="1087960" y="204773"/>
                  <a:pt x="1087861" y="203901"/>
                  <a:pt x="1088060" y="202905"/>
                </a:cubicBezTo>
                <a:lnTo>
                  <a:pt x="1114805" y="69478"/>
                </a:lnTo>
                <a:cubicBezTo>
                  <a:pt x="1115004" y="68482"/>
                  <a:pt x="1115428" y="67610"/>
                  <a:pt x="1116075" y="66863"/>
                </a:cubicBezTo>
                <a:cubicBezTo>
                  <a:pt x="1116723" y="66116"/>
                  <a:pt x="1117719" y="65518"/>
                  <a:pt x="1119063" y="65070"/>
                </a:cubicBezTo>
                <a:cubicBezTo>
                  <a:pt x="1120408" y="64622"/>
                  <a:pt x="1122151" y="64273"/>
                  <a:pt x="1124293" y="64024"/>
                </a:cubicBezTo>
                <a:cubicBezTo>
                  <a:pt x="1126435" y="63775"/>
                  <a:pt x="1128999" y="63651"/>
                  <a:pt x="1131988" y="63651"/>
                </a:cubicBezTo>
                <a:cubicBezTo>
                  <a:pt x="1135076" y="63651"/>
                  <a:pt x="1137591" y="63775"/>
                  <a:pt x="1139533" y="64024"/>
                </a:cubicBezTo>
                <a:cubicBezTo>
                  <a:pt x="1141476" y="64273"/>
                  <a:pt x="1142995" y="64622"/>
                  <a:pt x="1144090" y="65070"/>
                </a:cubicBezTo>
                <a:cubicBezTo>
                  <a:pt x="1145186" y="65518"/>
                  <a:pt x="1145908" y="66116"/>
                  <a:pt x="1146257" y="66863"/>
                </a:cubicBezTo>
                <a:cubicBezTo>
                  <a:pt x="1146605" y="67610"/>
                  <a:pt x="1146680" y="68482"/>
                  <a:pt x="1146481" y="69478"/>
                </a:cubicBezTo>
                <a:lnTo>
                  <a:pt x="1142148" y="91442"/>
                </a:lnTo>
                <a:cubicBezTo>
                  <a:pt x="1144240" y="87937"/>
                  <a:pt x="1147029" y="84359"/>
                  <a:pt x="1150515" y="80707"/>
                </a:cubicBezTo>
                <a:cubicBezTo>
                  <a:pt x="1154002" y="77053"/>
                  <a:pt x="1158011" y="73775"/>
                  <a:pt x="1162543" y="70874"/>
                </a:cubicBezTo>
                <a:cubicBezTo>
                  <a:pt x="1167075" y="67970"/>
                  <a:pt x="1172006" y="65591"/>
                  <a:pt x="1177335" y="63739"/>
                </a:cubicBezTo>
                <a:cubicBezTo>
                  <a:pt x="1182664" y="61887"/>
                  <a:pt x="1188217" y="60961"/>
                  <a:pt x="1193995" y="60961"/>
                </a:cubicBezTo>
                <a:cubicBezTo>
                  <a:pt x="1200968" y="60961"/>
                  <a:pt x="1206820" y="61984"/>
                  <a:pt x="1211551" y="64029"/>
                </a:cubicBezTo>
                <a:cubicBezTo>
                  <a:pt x="1216283" y="66071"/>
                  <a:pt x="1220118" y="68838"/>
                  <a:pt x="1223056" y="72331"/>
                </a:cubicBezTo>
                <a:cubicBezTo>
                  <a:pt x="1225994" y="75820"/>
                  <a:pt x="1228111" y="79884"/>
                  <a:pt x="1229406" y="84522"/>
                </a:cubicBezTo>
                <a:cubicBezTo>
                  <a:pt x="1230701" y="89157"/>
                  <a:pt x="1231349" y="94067"/>
                  <a:pt x="1231349" y="99253"/>
                </a:cubicBezTo>
                <a:close/>
                <a:moveTo>
                  <a:pt x="1286577" y="202905"/>
                </a:moveTo>
                <a:cubicBezTo>
                  <a:pt x="1286378" y="203901"/>
                  <a:pt x="1285905" y="204773"/>
                  <a:pt x="1285158" y="205520"/>
                </a:cubicBezTo>
                <a:cubicBezTo>
                  <a:pt x="1284411" y="206267"/>
                  <a:pt x="1283290" y="206890"/>
                  <a:pt x="1281796" y="207388"/>
                </a:cubicBezTo>
                <a:cubicBezTo>
                  <a:pt x="1280302" y="207886"/>
                  <a:pt x="1278309" y="208259"/>
                  <a:pt x="1275819" y="208508"/>
                </a:cubicBezTo>
                <a:cubicBezTo>
                  <a:pt x="1273329" y="208757"/>
                  <a:pt x="1270291" y="208882"/>
                  <a:pt x="1266705" y="208882"/>
                </a:cubicBezTo>
                <a:cubicBezTo>
                  <a:pt x="1262920" y="208882"/>
                  <a:pt x="1259857" y="208757"/>
                  <a:pt x="1257516" y="208508"/>
                </a:cubicBezTo>
                <a:cubicBezTo>
                  <a:pt x="1255175" y="208259"/>
                  <a:pt x="1253357" y="207886"/>
                  <a:pt x="1252062" y="207388"/>
                </a:cubicBezTo>
                <a:cubicBezTo>
                  <a:pt x="1250767" y="206890"/>
                  <a:pt x="1249896" y="206267"/>
                  <a:pt x="1249447" y="205520"/>
                </a:cubicBezTo>
                <a:cubicBezTo>
                  <a:pt x="1248999" y="204773"/>
                  <a:pt x="1248875" y="203901"/>
                  <a:pt x="1249074" y="202905"/>
                </a:cubicBezTo>
                <a:lnTo>
                  <a:pt x="1288370" y="6425"/>
                </a:lnTo>
                <a:cubicBezTo>
                  <a:pt x="1288569" y="5429"/>
                  <a:pt x="1289017" y="4532"/>
                  <a:pt x="1289715" y="3735"/>
                </a:cubicBezTo>
                <a:cubicBezTo>
                  <a:pt x="1290412" y="2938"/>
                  <a:pt x="1291558" y="2266"/>
                  <a:pt x="1293151" y="1718"/>
                </a:cubicBezTo>
                <a:cubicBezTo>
                  <a:pt x="1294745" y="1170"/>
                  <a:pt x="1296762" y="747"/>
                  <a:pt x="1299203" y="448"/>
                </a:cubicBezTo>
                <a:cubicBezTo>
                  <a:pt x="1301643" y="149"/>
                  <a:pt x="1304706" y="0"/>
                  <a:pt x="1308392" y="0"/>
                </a:cubicBezTo>
                <a:cubicBezTo>
                  <a:pt x="1312077" y="0"/>
                  <a:pt x="1315090" y="149"/>
                  <a:pt x="1317431" y="448"/>
                </a:cubicBezTo>
                <a:cubicBezTo>
                  <a:pt x="1319772" y="747"/>
                  <a:pt x="1321590" y="1170"/>
                  <a:pt x="1322885" y="1718"/>
                </a:cubicBezTo>
                <a:cubicBezTo>
                  <a:pt x="1324180" y="2266"/>
                  <a:pt x="1325026" y="2938"/>
                  <a:pt x="1325425" y="3735"/>
                </a:cubicBezTo>
                <a:cubicBezTo>
                  <a:pt x="1325823" y="4532"/>
                  <a:pt x="1325923" y="5429"/>
                  <a:pt x="1325724" y="6425"/>
                </a:cubicBezTo>
                <a:lnTo>
                  <a:pt x="1286577" y="202905"/>
                </a:lnTo>
                <a:close/>
                <a:moveTo>
                  <a:pt x="1458848" y="98828"/>
                </a:moveTo>
                <a:cubicBezTo>
                  <a:pt x="1458848" y="106013"/>
                  <a:pt x="1457230" y="112475"/>
                  <a:pt x="1453993" y="118215"/>
                </a:cubicBezTo>
                <a:cubicBezTo>
                  <a:pt x="1450755" y="123952"/>
                  <a:pt x="1445725" y="128892"/>
                  <a:pt x="1438902" y="133035"/>
                </a:cubicBezTo>
                <a:cubicBezTo>
                  <a:pt x="1432078" y="137175"/>
                  <a:pt x="1423412" y="140342"/>
                  <a:pt x="1412903" y="142537"/>
                </a:cubicBezTo>
                <a:cubicBezTo>
                  <a:pt x="1402395" y="144731"/>
                  <a:pt x="1389869" y="145829"/>
                  <a:pt x="1375326" y="145829"/>
                </a:cubicBezTo>
                <a:lnTo>
                  <a:pt x="1361580" y="145829"/>
                </a:lnTo>
                <a:cubicBezTo>
                  <a:pt x="1361181" y="148120"/>
                  <a:pt x="1360882" y="150386"/>
                  <a:pt x="1360683" y="152627"/>
                </a:cubicBezTo>
                <a:cubicBezTo>
                  <a:pt x="1360484" y="154868"/>
                  <a:pt x="1360384" y="156935"/>
                  <a:pt x="1360384" y="158828"/>
                </a:cubicBezTo>
                <a:cubicBezTo>
                  <a:pt x="1360384" y="166896"/>
                  <a:pt x="1362476" y="172972"/>
                  <a:pt x="1366660" y="177056"/>
                </a:cubicBezTo>
                <a:cubicBezTo>
                  <a:pt x="1370843" y="181140"/>
                  <a:pt x="1377567" y="183182"/>
                  <a:pt x="1386831" y="183182"/>
                </a:cubicBezTo>
                <a:cubicBezTo>
                  <a:pt x="1393405" y="183182"/>
                  <a:pt x="1399307" y="182701"/>
                  <a:pt x="1404536" y="181740"/>
                </a:cubicBezTo>
                <a:cubicBezTo>
                  <a:pt x="1409766" y="180778"/>
                  <a:pt x="1414348" y="179715"/>
                  <a:pt x="1418282" y="178551"/>
                </a:cubicBezTo>
                <a:cubicBezTo>
                  <a:pt x="1422217" y="177386"/>
                  <a:pt x="1425479" y="176323"/>
                  <a:pt x="1428069" y="175361"/>
                </a:cubicBezTo>
                <a:cubicBezTo>
                  <a:pt x="1430659" y="174400"/>
                  <a:pt x="1432552" y="173919"/>
                  <a:pt x="1433747" y="173919"/>
                </a:cubicBezTo>
                <a:cubicBezTo>
                  <a:pt x="1434942" y="173919"/>
                  <a:pt x="1435789" y="174270"/>
                  <a:pt x="1436287" y="174974"/>
                </a:cubicBezTo>
                <a:cubicBezTo>
                  <a:pt x="1436785" y="175677"/>
                  <a:pt x="1437034" y="176781"/>
                  <a:pt x="1437034" y="178284"/>
                </a:cubicBezTo>
                <a:cubicBezTo>
                  <a:pt x="1437034" y="179993"/>
                  <a:pt x="1436885" y="181953"/>
                  <a:pt x="1436586" y="184163"/>
                </a:cubicBezTo>
                <a:cubicBezTo>
                  <a:pt x="1436287" y="186370"/>
                  <a:pt x="1435864" y="188554"/>
                  <a:pt x="1435316" y="190714"/>
                </a:cubicBezTo>
                <a:cubicBezTo>
                  <a:pt x="1434768" y="192871"/>
                  <a:pt x="1434071" y="194904"/>
                  <a:pt x="1433224" y="196812"/>
                </a:cubicBezTo>
                <a:cubicBezTo>
                  <a:pt x="1432377" y="198720"/>
                  <a:pt x="1431406" y="200175"/>
                  <a:pt x="1430310" y="201178"/>
                </a:cubicBezTo>
                <a:cubicBezTo>
                  <a:pt x="1429115" y="202382"/>
                  <a:pt x="1426924" y="203588"/>
                  <a:pt x="1423736" y="204796"/>
                </a:cubicBezTo>
                <a:cubicBezTo>
                  <a:pt x="1420549" y="206001"/>
                  <a:pt x="1416714" y="207104"/>
                  <a:pt x="1412231" y="208107"/>
                </a:cubicBezTo>
                <a:cubicBezTo>
                  <a:pt x="1407749" y="209112"/>
                  <a:pt x="1402718" y="209940"/>
                  <a:pt x="1397140" y="210591"/>
                </a:cubicBezTo>
                <a:cubicBezTo>
                  <a:pt x="1391562" y="211244"/>
                  <a:pt x="1385884" y="211571"/>
                  <a:pt x="1380107" y="211571"/>
                </a:cubicBezTo>
                <a:cubicBezTo>
                  <a:pt x="1370544" y="211571"/>
                  <a:pt x="1362202" y="210572"/>
                  <a:pt x="1355080" y="208574"/>
                </a:cubicBezTo>
                <a:cubicBezTo>
                  <a:pt x="1347958" y="206578"/>
                  <a:pt x="1342006" y="203535"/>
                  <a:pt x="1337225" y="199445"/>
                </a:cubicBezTo>
                <a:cubicBezTo>
                  <a:pt x="1332444" y="195352"/>
                  <a:pt x="1328858" y="190136"/>
                  <a:pt x="1326467" y="183799"/>
                </a:cubicBezTo>
                <a:cubicBezTo>
                  <a:pt x="1324076" y="177461"/>
                  <a:pt x="1322881" y="169951"/>
                  <a:pt x="1322881" y="161270"/>
                </a:cubicBezTo>
                <a:cubicBezTo>
                  <a:pt x="1322881" y="154580"/>
                  <a:pt x="1323504" y="147419"/>
                  <a:pt x="1324749" y="139787"/>
                </a:cubicBezTo>
                <a:cubicBezTo>
                  <a:pt x="1325994" y="132151"/>
                  <a:pt x="1328011" y="124615"/>
                  <a:pt x="1330800" y="117178"/>
                </a:cubicBezTo>
                <a:cubicBezTo>
                  <a:pt x="1333589" y="109742"/>
                  <a:pt x="1337175" y="102631"/>
                  <a:pt x="1341558" y="95845"/>
                </a:cubicBezTo>
                <a:cubicBezTo>
                  <a:pt x="1345941" y="89059"/>
                  <a:pt x="1351245" y="83096"/>
                  <a:pt x="1357471" y="77957"/>
                </a:cubicBezTo>
                <a:cubicBezTo>
                  <a:pt x="1363696" y="72815"/>
                  <a:pt x="1370893" y="68697"/>
                  <a:pt x="1379061" y="65602"/>
                </a:cubicBezTo>
                <a:cubicBezTo>
                  <a:pt x="1387229" y="62508"/>
                  <a:pt x="1396543" y="60961"/>
                  <a:pt x="1407002" y="60961"/>
                </a:cubicBezTo>
                <a:cubicBezTo>
                  <a:pt x="1416066" y="60961"/>
                  <a:pt x="1423861" y="62034"/>
                  <a:pt x="1430385" y="64178"/>
                </a:cubicBezTo>
                <a:cubicBezTo>
                  <a:pt x="1436909" y="66323"/>
                  <a:pt x="1442263" y="69167"/>
                  <a:pt x="1446447" y="72709"/>
                </a:cubicBezTo>
                <a:cubicBezTo>
                  <a:pt x="1450631" y="76251"/>
                  <a:pt x="1453743" y="80293"/>
                  <a:pt x="1455785" y="84835"/>
                </a:cubicBezTo>
                <a:cubicBezTo>
                  <a:pt x="1457827" y="89376"/>
                  <a:pt x="1458848" y="94041"/>
                  <a:pt x="1458848" y="98828"/>
                </a:cubicBezTo>
                <a:moveTo>
                  <a:pt x="1421943" y="101691"/>
                </a:moveTo>
                <a:cubicBezTo>
                  <a:pt x="1421943" y="97725"/>
                  <a:pt x="1420374" y="94429"/>
                  <a:pt x="1417237" y="91801"/>
                </a:cubicBezTo>
                <a:cubicBezTo>
                  <a:pt x="1414099" y="89171"/>
                  <a:pt x="1409542" y="87856"/>
                  <a:pt x="1403565" y="87856"/>
                </a:cubicBezTo>
                <a:cubicBezTo>
                  <a:pt x="1398585" y="87856"/>
                  <a:pt x="1394127" y="88749"/>
                  <a:pt x="1390192" y="90536"/>
                </a:cubicBezTo>
                <a:cubicBezTo>
                  <a:pt x="1386258" y="92320"/>
                  <a:pt x="1382796" y="94724"/>
                  <a:pt x="1379808" y="97750"/>
                </a:cubicBezTo>
                <a:cubicBezTo>
                  <a:pt x="1376820" y="100772"/>
                  <a:pt x="1374255" y="104343"/>
                  <a:pt x="1372113" y="108461"/>
                </a:cubicBezTo>
                <a:cubicBezTo>
                  <a:pt x="1369972" y="112576"/>
                  <a:pt x="1368253" y="116964"/>
                  <a:pt x="1366958" y="121624"/>
                </a:cubicBezTo>
                <a:lnTo>
                  <a:pt x="1379509" y="121624"/>
                </a:lnTo>
                <a:cubicBezTo>
                  <a:pt x="1387478" y="121624"/>
                  <a:pt x="1394152" y="121104"/>
                  <a:pt x="1399531" y="120064"/>
                </a:cubicBezTo>
                <a:cubicBezTo>
                  <a:pt x="1404910" y="119021"/>
                  <a:pt x="1409243" y="117608"/>
                  <a:pt x="1412530" y="115824"/>
                </a:cubicBezTo>
                <a:cubicBezTo>
                  <a:pt x="1415817" y="114038"/>
                  <a:pt x="1418208" y="111930"/>
                  <a:pt x="1419702" y="109502"/>
                </a:cubicBezTo>
                <a:cubicBezTo>
                  <a:pt x="1421196" y="107071"/>
                  <a:pt x="1421943" y="104467"/>
                  <a:pt x="1421943" y="101691"/>
                </a:cubicBezTo>
                <a:close/>
                <a:moveTo>
                  <a:pt x="1596377" y="203055"/>
                </a:moveTo>
                <a:cubicBezTo>
                  <a:pt x="1595978" y="205146"/>
                  <a:pt x="1594409" y="206641"/>
                  <a:pt x="1591670" y="207537"/>
                </a:cubicBezTo>
                <a:cubicBezTo>
                  <a:pt x="1588931" y="208433"/>
                  <a:pt x="1584523" y="208882"/>
                  <a:pt x="1578447" y="208882"/>
                </a:cubicBezTo>
                <a:cubicBezTo>
                  <a:pt x="1575359" y="208882"/>
                  <a:pt x="1572844" y="208782"/>
                  <a:pt x="1570901" y="208583"/>
                </a:cubicBezTo>
                <a:cubicBezTo>
                  <a:pt x="1568959" y="208384"/>
                  <a:pt x="1567390" y="208060"/>
                  <a:pt x="1566195" y="207612"/>
                </a:cubicBezTo>
                <a:cubicBezTo>
                  <a:pt x="1565000" y="207163"/>
                  <a:pt x="1564228" y="206566"/>
                  <a:pt x="1563879" y="205819"/>
                </a:cubicBezTo>
                <a:cubicBezTo>
                  <a:pt x="1563530" y="205072"/>
                  <a:pt x="1563456" y="204150"/>
                  <a:pt x="1563655" y="203055"/>
                </a:cubicBezTo>
                <a:lnTo>
                  <a:pt x="1567838" y="181688"/>
                </a:lnTo>
                <a:cubicBezTo>
                  <a:pt x="1566344" y="184891"/>
                  <a:pt x="1563954" y="188270"/>
                  <a:pt x="1560667" y="191825"/>
                </a:cubicBezTo>
                <a:cubicBezTo>
                  <a:pt x="1557379" y="195380"/>
                  <a:pt x="1553495" y="198609"/>
                  <a:pt x="1549012" y="201514"/>
                </a:cubicBezTo>
                <a:cubicBezTo>
                  <a:pt x="1544530" y="204415"/>
                  <a:pt x="1539574" y="206816"/>
                  <a:pt x="1534145" y="208718"/>
                </a:cubicBezTo>
                <a:cubicBezTo>
                  <a:pt x="1528717" y="210620"/>
                  <a:pt x="1523114" y="211571"/>
                  <a:pt x="1517336" y="211571"/>
                </a:cubicBezTo>
                <a:cubicBezTo>
                  <a:pt x="1509368" y="211571"/>
                  <a:pt x="1502743" y="210174"/>
                  <a:pt x="1497464" y="207378"/>
                </a:cubicBezTo>
                <a:cubicBezTo>
                  <a:pt x="1492185" y="204583"/>
                  <a:pt x="1487951" y="200815"/>
                  <a:pt x="1484764" y="196074"/>
                </a:cubicBezTo>
                <a:cubicBezTo>
                  <a:pt x="1481576" y="191333"/>
                  <a:pt x="1479310" y="185920"/>
                  <a:pt x="1477966" y="179835"/>
                </a:cubicBezTo>
                <a:cubicBezTo>
                  <a:pt x="1476621" y="173746"/>
                  <a:pt x="1475948" y="167357"/>
                  <a:pt x="1475948" y="160667"/>
                </a:cubicBezTo>
                <a:cubicBezTo>
                  <a:pt x="1475948" y="154380"/>
                  <a:pt x="1476546" y="147519"/>
                  <a:pt x="1477741" y="140086"/>
                </a:cubicBezTo>
                <a:cubicBezTo>
                  <a:pt x="1478937" y="132649"/>
                  <a:pt x="1480780" y="125238"/>
                  <a:pt x="1483270" y="117851"/>
                </a:cubicBezTo>
                <a:cubicBezTo>
                  <a:pt x="1485760" y="110464"/>
                  <a:pt x="1488948" y="103353"/>
                  <a:pt x="1492832" y="96517"/>
                </a:cubicBezTo>
                <a:cubicBezTo>
                  <a:pt x="1496717" y="89681"/>
                  <a:pt x="1501374" y="83619"/>
                  <a:pt x="1506803" y="78331"/>
                </a:cubicBezTo>
                <a:cubicBezTo>
                  <a:pt x="1512231" y="73039"/>
                  <a:pt x="1518457" y="68821"/>
                  <a:pt x="1525479" y="65677"/>
                </a:cubicBezTo>
                <a:cubicBezTo>
                  <a:pt x="1532502" y="62533"/>
                  <a:pt x="1540446" y="60961"/>
                  <a:pt x="1549311" y="60961"/>
                </a:cubicBezTo>
                <a:cubicBezTo>
                  <a:pt x="1557579" y="60961"/>
                  <a:pt x="1564900" y="62692"/>
                  <a:pt x="1571275" y="66153"/>
                </a:cubicBezTo>
                <a:cubicBezTo>
                  <a:pt x="1577650" y="69615"/>
                  <a:pt x="1583228" y="74658"/>
                  <a:pt x="1588009" y="81282"/>
                </a:cubicBezTo>
                <a:lnTo>
                  <a:pt x="1590400" y="69478"/>
                </a:lnTo>
                <a:cubicBezTo>
                  <a:pt x="1590799" y="67386"/>
                  <a:pt x="1592367" y="65892"/>
                  <a:pt x="1595107" y="64995"/>
                </a:cubicBezTo>
                <a:cubicBezTo>
                  <a:pt x="1597846" y="64099"/>
                  <a:pt x="1602254" y="63651"/>
                  <a:pt x="1608330" y="63651"/>
                </a:cubicBezTo>
                <a:cubicBezTo>
                  <a:pt x="1611318" y="63651"/>
                  <a:pt x="1613808" y="63775"/>
                  <a:pt x="1615801" y="64024"/>
                </a:cubicBezTo>
                <a:cubicBezTo>
                  <a:pt x="1617793" y="64273"/>
                  <a:pt x="1619362" y="64622"/>
                  <a:pt x="1620507" y="65070"/>
                </a:cubicBezTo>
                <a:cubicBezTo>
                  <a:pt x="1621653" y="65518"/>
                  <a:pt x="1622425" y="66116"/>
                  <a:pt x="1622823" y="66863"/>
                </a:cubicBezTo>
                <a:cubicBezTo>
                  <a:pt x="1623222" y="67610"/>
                  <a:pt x="1623321" y="68482"/>
                  <a:pt x="1623122" y="69478"/>
                </a:cubicBezTo>
                <a:lnTo>
                  <a:pt x="1596377" y="203055"/>
                </a:lnTo>
                <a:moveTo>
                  <a:pt x="1577849" y="109521"/>
                </a:moveTo>
                <a:cubicBezTo>
                  <a:pt x="1574363" y="103993"/>
                  <a:pt x="1570503" y="99846"/>
                  <a:pt x="1566270" y="97082"/>
                </a:cubicBezTo>
                <a:cubicBezTo>
                  <a:pt x="1562036" y="94318"/>
                  <a:pt x="1557130" y="92936"/>
                  <a:pt x="1551552" y="92936"/>
                </a:cubicBezTo>
                <a:cubicBezTo>
                  <a:pt x="1547369" y="92936"/>
                  <a:pt x="1543534" y="93934"/>
                  <a:pt x="1540047" y="95929"/>
                </a:cubicBezTo>
                <a:cubicBezTo>
                  <a:pt x="1536561" y="97924"/>
                  <a:pt x="1533473" y="100593"/>
                  <a:pt x="1530784" y="103937"/>
                </a:cubicBezTo>
                <a:cubicBezTo>
                  <a:pt x="1528094" y="107280"/>
                  <a:pt x="1525728" y="111147"/>
                  <a:pt x="1523686" y="115540"/>
                </a:cubicBezTo>
                <a:cubicBezTo>
                  <a:pt x="1521644" y="119929"/>
                  <a:pt x="1519951" y="124494"/>
                  <a:pt x="1518606" y="129234"/>
                </a:cubicBezTo>
                <a:cubicBezTo>
                  <a:pt x="1517262" y="133972"/>
                  <a:pt x="1516266" y="138761"/>
                  <a:pt x="1515618" y="143602"/>
                </a:cubicBezTo>
                <a:cubicBezTo>
                  <a:pt x="1514971" y="148439"/>
                  <a:pt x="1514647" y="152904"/>
                  <a:pt x="1514647" y="156997"/>
                </a:cubicBezTo>
                <a:cubicBezTo>
                  <a:pt x="1514647" y="159989"/>
                  <a:pt x="1514871" y="162832"/>
                  <a:pt x="1515319" y="165528"/>
                </a:cubicBezTo>
                <a:cubicBezTo>
                  <a:pt x="1515767" y="168221"/>
                  <a:pt x="1516589" y="170616"/>
                  <a:pt x="1517785" y="172714"/>
                </a:cubicBezTo>
                <a:cubicBezTo>
                  <a:pt x="1518980" y="174809"/>
                  <a:pt x="1520574" y="176481"/>
                  <a:pt x="1522566" y="177729"/>
                </a:cubicBezTo>
                <a:cubicBezTo>
                  <a:pt x="1524558" y="178974"/>
                  <a:pt x="1527098" y="179596"/>
                  <a:pt x="1530186" y="179596"/>
                </a:cubicBezTo>
                <a:cubicBezTo>
                  <a:pt x="1534569" y="179596"/>
                  <a:pt x="1539051" y="178277"/>
                  <a:pt x="1543633" y="175637"/>
                </a:cubicBezTo>
                <a:cubicBezTo>
                  <a:pt x="1548215" y="172997"/>
                  <a:pt x="1552499" y="169411"/>
                  <a:pt x="1556483" y="164879"/>
                </a:cubicBezTo>
                <a:cubicBezTo>
                  <a:pt x="1560467" y="160347"/>
                  <a:pt x="1563979" y="155068"/>
                  <a:pt x="1567017" y="149041"/>
                </a:cubicBezTo>
                <a:cubicBezTo>
                  <a:pt x="1570055" y="143015"/>
                  <a:pt x="1572271" y="136565"/>
                  <a:pt x="1573666" y="129692"/>
                </a:cubicBezTo>
                <a:lnTo>
                  <a:pt x="1577849" y="109521"/>
                </a:lnTo>
                <a:close/>
                <a:moveTo>
                  <a:pt x="1730506" y="67386"/>
                </a:moveTo>
                <a:cubicBezTo>
                  <a:pt x="1730506" y="68083"/>
                  <a:pt x="1730406" y="69328"/>
                  <a:pt x="1730207" y="71121"/>
                </a:cubicBezTo>
                <a:cubicBezTo>
                  <a:pt x="1730008" y="72914"/>
                  <a:pt x="1729709" y="75006"/>
                  <a:pt x="1729311" y="77397"/>
                </a:cubicBezTo>
                <a:cubicBezTo>
                  <a:pt x="1728912" y="79787"/>
                  <a:pt x="1728414" y="82253"/>
                  <a:pt x="1727817" y="84793"/>
                </a:cubicBezTo>
                <a:cubicBezTo>
                  <a:pt x="1727219" y="87333"/>
                  <a:pt x="1726547" y="89699"/>
                  <a:pt x="1725799" y="91890"/>
                </a:cubicBezTo>
                <a:cubicBezTo>
                  <a:pt x="1725052" y="94081"/>
                  <a:pt x="1724206" y="95874"/>
                  <a:pt x="1723259" y="97269"/>
                </a:cubicBezTo>
                <a:cubicBezTo>
                  <a:pt x="1722313" y="98663"/>
                  <a:pt x="1721292" y="99361"/>
                  <a:pt x="1720196" y="99361"/>
                </a:cubicBezTo>
                <a:cubicBezTo>
                  <a:pt x="1719300" y="99361"/>
                  <a:pt x="1718403" y="99186"/>
                  <a:pt x="1717507" y="98838"/>
                </a:cubicBezTo>
                <a:cubicBezTo>
                  <a:pt x="1716610" y="98489"/>
                  <a:pt x="1715614" y="98141"/>
                  <a:pt x="1714519" y="97792"/>
                </a:cubicBezTo>
                <a:cubicBezTo>
                  <a:pt x="1713423" y="97443"/>
                  <a:pt x="1712228" y="97095"/>
                  <a:pt x="1710933" y="96746"/>
                </a:cubicBezTo>
                <a:cubicBezTo>
                  <a:pt x="1709638" y="96397"/>
                  <a:pt x="1708144" y="96223"/>
                  <a:pt x="1706450" y="96223"/>
                </a:cubicBezTo>
                <a:cubicBezTo>
                  <a:pt x="1703064" y="96223"/>
                  <a:pt x="1699453" y="97523"/>
                  <a:pt x="1695618" y="100122"/>
                </a:cubicBezTo>
                <a:cubicBezTo>
                  <a:pt x="1691783" y="102718"/>
                  <a:pt x="1688122" y="106140"/>
                  <a:pt x="1684636" y="110389"/>
                </a:cubicBezTo>
                <a:cubicBezTo>
                  <a:pt x="1681149" y="114635"/>
                  <a:pt x="1678037" y="119582"/>
                  <a:pt x="1675297" y="125228"/>
                </a:cubicBezTo>
                <a:cubicBezTo>
                  <a:pt x="1672558" y="130875"/>
                  <a:pt x="1670591" y="136795"/>
                  <a:pt x="1669395" y="142990"/>
                </a:cubicBezTo>
                <a:lnTo>
                  <a:pt x="1657442" y="202905"/>
                </a:lnTo>
                <a:cubicBezTo>
                  <a:pt x="1657243" y="203901"/>
                  <a:pt x="1656770" y="204773"/>
                  <a:pt x="1656023" y="205520"/>
                </a:cubicBezTo>
                <a:cubicBezTo>
                  <a:pt x="1655276" y="206267"/>
                  <a:pt x="1654130" y="206890"/>
                  <a:pt x="1652586" y="207388"/>
                </a:cubicBezTo>
                <a:cubicBezTo>
                  <a:pt x="1651042" y="207886"/>
                  <a:pt x="1649025" y="208259"/>
                  <a:pt x="1646535" y="208508"/>
                </a:cubicBezTo>
                <a:cubicBezTo>
                  <a:pt x="1644045" y="208757"/>
                  <a:pt x="1641007" y="208882"/>
                  <a:pt x="1637421" y="208882"/>
                </a:cubicBezTo>
                <a:cubicBezTo>
                  <a:pt x="1633735" y="208882"/>
                  <a:pt x="1630722" y="208757"/>
                  <a:pt x="1628381" y="208508"/>
                </a:cubicBezTo>
                <a:cubicBezTo>
                  <a:pt x="1626040" y="208259"/>
                  <a:pt x="1624197" y="207886"/>
                  <a:pt x="1622853" y="207388"/>
                </a:cubicBezTo>
                <a:cubicBezTo>
                  <a:pt x="1621508" y="206890"/>
                  <a:pt x="1620636" y="206267"/>
                  <a:pt x="1620238" y="205520"/>
                </a:cubicBezTo>
                <a:cubicBezTo>
                  <a:pt x="1619840" y="204773"/>
                  <a:pt x="1619740" y="203901"/>
                  <a:pt x="1619939" y="202905"/>
                </a:cubicBezTo>
                <a:lnTo>
                  <a:pt x="1646535" y="69478"/>
                </a:lnTo>
                <a:cubicBezTo>
                  <a:pt x="1646734" y="68482"/>
                  <a:pt x="1647182" y="67610"/>
                  <a:pt x="1647880" y="66863"/>
                </a:cubicBezTo>
                <a:cubicBezTo>
                  <a:pt x="1648577" y="66116"/>
                  <a:pt x="1649598" y="65518"/>
                  <a:pt x="1650943" y="65070"/>
                </a:cubicBezTo>
                <a:cubicBezTo>
                  <a:pt x="1652287" y="64622"/>
                  <a:pt x="1654031" y="64273"/>
                  <a:pt x="1656172" y="64024"/>
                </a:cubicBezTo>
                <a:cubicBezTo>
                  <a:pt x="1658314" y="63775"/>
                  <a:pt x="1660879" y="63651"/>
                  <a:pt x="1663867" y="63651"/>
                </a:cubicBezTo>
                <a:cubicBezTo>
                  <a:pt x="1666955" y="63651"/>
                  <a:pt x="1669470" y="63775"/>
                  <a:pt x="1671413" y="64024"/>
                </a:cubicBezTo>
                <a:cubicBezTo>
                  <a:pt x="1673355" y="64273"/>
                  <a:pt x="1674874" y="64622"/>
                  <a:pt x="1675970" y="65070"/>
                </a:cubicBezTo>
                <a:cubicBezTo>
                  <a:pt x="1677065" y="65518"/>
                  <a:pt x="1677788" y="66116"/>
                  <a:pt x="1678136" y="66863"/>
                </a:cubicBezTo>
                <a:cubicBezTo>
                  <a:pt x="1678485" y="67610"/>
                  <a:pt x="1678560" y="68482"/>
                  <a:pt x="1678360" y="69478"/>
                </a:cubicBezTo>
                <a:lnTo>
                  <a:pt x="1674177" y="90695"/>
                </a:lnTo>
                <a:cubicBezTo>
                  <a:pt x="1676567" y="86390"/>
                  <a:pt x="1679331" y="82435"/>
                  <a:pt x="1682469" y="78830"/>
                </a:cubicBezTo>
                <a:cubicBezTo>
                  <a:pt x="1685607" y="75226"/>
                  <a:pt x="1688944" y="72097"/>
                  <a:pt x="1692480" y="69445"/>
                </a:cubicBezTo>
                <a:cubicBezTo>
                  <a:pt x="1696016" y="66793"/>
                  <a:pt x="1699677" y="64717"/>
                  <a:pt x="1703462" y="63216"/>
                </a:cubicBezTo>
                <a:cubicBezTo>
                  <a:pt x="1707247" y="61713"/>
                  <a:pt x="1710983" y="60961"/>
                  <a:pt x="1714668" y="60961"/>
                </a:cubicBezTo>
                <a:cubicBezTo>
                  <a:pt x="1716162" y="60961"/>
                  <a:pt x="1717681" y="61061"/>
                  <a:pt x="1719225" y="61260"/>
                </a:cubicBezTo>
                <a:cubicBezTo>
                  <a:pt x="1720769" y="61459"/>
                  <a:pt x="1722214" y="61708"/>
                  <a:pt x="1723558" y="62007"/>
                </a:cubicBezTo>
                <a:cubicBezTo>
                  <a:pt x="1724903" y="62306"/>
                  <a:pt x="1726098" y="62679"/>
                  <a:pt x="1727144" y="63128"/>
                </a:cubicBezTo>
                <a:cubicBezTo>
                  <a:pt x="1728190" y="63576"/>
                  <a:pt x="1729012" y="64049"/>
                  <a:pt x="1729610" y="64547"/>
                </a:cubicBezTo>
                <a:cubicBezTo>
                  <a:pt x="1730207" y="65145"/>
                  <a:pt x="1730506" y="66091"/>
                  <a:pt x="1730506" y="67386"/>
                </a:cubicBezTo>
                <a:close/>
                <a:moveTo>
                  <a:pt x="1870061" y="99253"/>
                </a:moveTo>
                <a:cubicBezTo>
                  <a:pt x="1870061" y="102743"/>
                  <a:pt x="1869837" y="106232"/>
                  <a:pt x="1869388" y="109722"/>
                </a:cubicBezTo>
                <a:cubicBezTo>
                  <a:pt x="1868940" y="113211"/>
                  <a:pt x="1868367" y="116800"/>
                  <a:pt x="1867670" y="120489"/>
                </a:cubicBezTo>
                <a:lnTo>
                  <a:pt x="1851085" y="202905"/>
                </a:lnTo>
                <a:cubicBezTo>
                  <a:pt x="1850886" y="203901"/>
                  <a:pt x="1850413" y="204773"/>
                  <a:pt x="1849666" y="205520"/>
                </a:cubicBezTo>
                <a:cubicBezTo>
                  <a:pt x="1848918" y="206267"/>
                  <a:pt x="1847773" y="206890"/>
                  <a:pt x="1846229" y="207388"/>
                </a:cubicBezTo>
                <a:cubicBezTo>
                  <a:pt x="1844685" y="207886"/>
                  <a:pt x="1842693" y="208259"/>
                  <a:pt x="1840252" y="208508"/>
                </a:cubicBezTo>
                <a:cubicBezTo>
                  <a:pt x="1837812" y="208757"/>
                  <a:pt x="1834749" y="208882"/>
                  <a:pt x="1831063" y="208882"/>
                </a:cubicBezTo>
                <a:cubicBezTo>
                  <a:pt x="1827378" y="208882"/>
                  <a:pt x="1824365" y="208757"/>
                  <a:pt x="1822024" y="208508"/>
                </a:cubicBezTo>
                <a:cubicBezTo>
                  <a:pt x="1819683" y="208259"/>
                  <a:pt x="1817865" y="207886"/>
                  <a:pt x="1816570" y="207388"/>
                </a:cubicBezTo>
                <a:cubicBezTo>
                  <a:pt x="1815275" y="206890"/>
                  <a:pt x="1814404" y="206267"/>
                  <a:pt x="1813955" y="205520"/>
                </a:cubicBezTo>
                <a:cubicBezTo>
                  <a:pt x="1813507" y="204773"/>
                  <a:pt x="1813383" y="203901"/>
                  <a:pt x="1813582" y="202905"/>
                </a:cubicBezTo>
                <a:lnTo>
                  <a:pt x="1829719" y="122968"/>
                </a:lnTo>
                <a:cubicBezTo>
                  <a:pt x="1830217" y="120565"/>
                  <a:pt x="1830590" y="118112"/>
                  <a:pt x="1830839" y="115610"/>
                </a:cubicBezTo>
                <a:cubicBezTo>
                  <a:pt x="1831088" y="113107"/>
                  <a:pt x="1831213" y="110905"/>
                  <a:pt x="1831213" y="109003"/>
                </a:cubicBezTo>
                <a:cubicBezTo>
                  <a:pt x="1831213" y="104495"/>
                  <a:pt x="1830267" y="100791"/>
                  <a:pt x="1828374" y="97890"/>
                </a:cubicBezTo>
                <a:cubicBezTo>
                  <a:pt x="1826481" y="94986"/>
                  <a:pt x="1823294" y="93534"/>
                  <a:pt x="1818811" y="93534"/>
                </a:cubicBezTo>
                <a:cubicBezTo>
                  <a:pt x="1814727" y="93534"/>
                  <a:pt x="1810469" y="94833"/>
                  <a:pt x="1806036" y="97432"/>
                </a:cubicBezTo>
                <a:cubicBezTo>
                  <a:pt x="1801604" y="100028"/>
                  <a:pt x="1797420" y="103551"/>
                  <a:pt x="1793486" y="107999"/>
                </a:cubicBezTo>
                <a:cubicBezTo>
                  <a:pt x="1789551" y="112444"/>
                  <a:pt x="1786040" y="117639"/>
                  <a:pt x="1782952" y="123585"/>
                </a:cubicBezTo>
                <a:cubicBezTo>
                  <a:pt x="1779864" y="129527"/>
                  <a:pt x="1777673" y="135846"/>
                  <a:pt x="1776378" y="142542"/>
                </a:cubicBezTo>
                <a:lnTo>
                  <a:pt x="1764275" y="202905"/>
                </a:lnTo>
                <a:cubicBezTo>
                  <a:pt x="1764076" y="203901"/>
                  <a:pt x="1763603" y="204773"/>
                  <a:pt x="1762856" y="205520"/>
                </a:cubicBezTo>
                <a:cubicBezTo>
                  <a:pt x="1762109" y="206267"/>
                  <a:pt x="1760963" y="206890"/>
                  <a:pt x="1759419" y="207388"/>
                </a:cubicBezTo>
                <a:cubicBezTo>
                  <a:pt x="1757875" y="207886"/>
                  <a:pt x="1755858" y="208259"/>
                  <a:pt x="1753368" y="208508"/>
                </a:cubicBezTo>
                <a:cubicBezTo>
                  <a:pt x="1750878" y="208757"/>
                  <a:pt x="1747839" y="208882"/>
                  <a:pt x="1744253" y="208882"/>
                </a:cubicBezTo>
                <a:cubicBezTo>
                  <a:pt x="1740568" y="208882"/>
                  <a:pt x="1737555" y="208757"/>
                  <a:pt x="1735214" y="208508"/>
                </a:cubicBezTo>
                <a:cubicBezTo>
                  <a:pt x="1732873" y="208259"/>
                  <a:pt x="1731030" y="207886"/>
                  <a:pt x="1729686" y="207388"/>
                </a:cubicBezTo>
                <a:cubicBezTo>
                  <a:pt x="1728341" y="206890"/>
                  <a:pt x="1727469" y="206267"/>
                  <a:pt x="1727071" y="205520"/>
                </a:cubicBezTo>
                <a:cubicBezTo>
                  <a:pt x="1726672" y="204773"/>
                  <a:pt x="1726573" y="203901"/>
                  <a:pt x="1726772" y="202905"/>
                </a:cubicBezTo>
                <a:lnTo>
                  <a:pt x="1753517" y="69478"/>
                </a:lnTo>
                <a:cubicBezTo>
                  <a:pt x="1753716" y="68482"/>
                  <a:pt x="1754140" y="67610"/>
                  <a:pt x="1754787" y="66863"/>
                </a:cubicBezTo>
                <a:cubicBezTo>
                  <a:pt x="1755435" y="66116"/>
                  <a:pt x="1756431" y="65518"/>
                  <a:pt x="1757775" y="65070"/>
                </a:cubicBezTo>
                <a:cubicBezTo>
                  <a:pt x="1759120" y="64622"/>
                  <a:pt x="1760863" y="64273"/>
                  <a:pt x="1763005" y="64024"/>
                </a:cubicBezTo>
                <a:cubicBezTo>
                  <a:pt x="1765147" y="63775"/>
                  <a:pt x="1767712" y="63651"/>
                  <a:pt x="1770700" y="63651"/>
                </a:cubicBezTo>
                <a:cubicBezTo>
                  <a:pt x="1773788" y="63651"/>
                  <a:pt x="1776303" y="63775"/>
                  <a:pt x="1778245" y="64024"/>
                </a:cubicBezTo>
                <a:cubicBezTo>
                  <a:pt x="1780188" y="64273"/>
                  <a:pt x="1781707" y="64622"/>
                  <a:pt x="1782802" y="65070"/>
                </a:cubicBezTo>
                <a:cubicBezTo>
                  <a:pt x="1783898" y="65518"/>
                  <a:pt x="1784620" y="66116"/>
                  <a:pt x="1784969" y="66863"/>
                </a:cubicBezTo>
                <a:cubicBezTo>
                  <a:pt x="1785318" y="67610"/>
                  <a:pt x="1785392" y="68482"/>
                  <a:pt x="1785193" y="69478"/>
                </a:cubicBezTo>
                <a:lnTo>
                  <a:pt x="1780860" y="91442"/>
                </a:lnTo>
                <a:cubicBezTo>
                  <a:pt x="1782952" y="87937"/>
                  <a:pt x="1785741" y="84359"/>
                  <a:pt x="1789227" y="80707"/>
                </a:cubicBezTo>
                <a:cubicBezTo>
                  <a:pt x="1792714" y="77053"/>
                  <a:pt x="1796723" y="73775"/>
                  <a:pt x="1801255" y="70874"/>
                </a:cubicBezTo>
                <a:cubicBezTo>
                  <a:pt x="1805787" y="67970"/>
                  <a:pt x="1810718" y="65591"/>
                  <a:pt x="1816047" y="63739"/>
                </a:cubicBezTo>
                <a:cubicBezTo>
                  <a:pt x="1821376" y="61887"/>
                  <a:pt x="1826930" y="60961"/>
                  <a:pt x="1832707" y="60961"/>
                </a:cubicBezTo>
                <a:cubicBezTo>
                  <a:pt x="1839680" y="60961"/>
                  <a:pt x="1845532" y="61984"/>
                  <a:pt x="1850263" y="64029"/>
                </a:cubicBezTo>
                <a:cubicBezTo>
                  <a:pt x="1854995" y="66071"/>
                  <a:pt x="1858830" y="68838"/>
                  <a:pt x="1861768" y="72331"/>
                </a:cubicBezTo>
                <a:cubicBezTo>
                  <a:pt x="1864707" y="75820"/>
                  <a:pt x="1866823" y="79884"/>
                  <a:pt x="1868118" y="84522"/>
                </a:cubicBezTo>
                <a:cubicBezTo>
                  <a:pt x="1869413" y="89157"/>
                  <a:pt x="1870061" y="94067"/>
                  <a:pt x="1870061" y="99253"/>
                </a:cubicBezTo>
                <a:close/>
                <a:moveTo>
                  <a:pt x="1963838" y="24803"/>
                </a:moveTo>
                <a:cubicBezTo>
                  <a:pt x="1963140" y="28488"/>
                  <a:pt x="1962194" y="31601"/>
                  <a:pt x="1960999" y="34141"/>
                </a:cubicBezTo>
                <a:cubicBezTo>
                  <a:pt x="1959803" y="36681"/>
                  <a:pt x="1958210" y="38723"/>
                  <a:pt x="1956217" y="40267"/>
                </a:cubicBezTo>
                <a:cubicBezTo>
                  <a:pt x="1954225" y="41811"/>
                  <a:pt x="1951785" y="42907"/>
                  <a:pt x="1948896" y="43554"/>
                </a:cubicBezTo>
                <a:cubicBezTo>
                  <a:pt x="1946007" y="44202"/>
                  <a:pt x="1942421" y="44526"/>
                  <a:pt x="1938138" y="44526"/>
                </a:cubicBezTo>
                <a:cubicBezTo>
                  <a:pt x="1933955" y="44526"/>
                  <a:pt x="1930543" y="44202"/>
                  <a:pt x="1927903" y="43554"/>
                </a:cubicBezTo>
                <a:cubicBezTo>
                  <a:pt x="1925264" y="42907"/>
                  <a:pt x="1923271" y="41811"/>
                  <a:pt x="1921927" y="40267"/>
                </a:cubicBezTo>
                <a:cubicBezTo>
                  <a:pt x="1920582" y="38723"/>
                  <a:pt x="1919810" y="36681"/>
                  <a:pt x="1919611" y="34141"/>
                </a:cubicBezTo>
                <a:cubicBezTo>
                  <a:pt x="1919412" y="31601"/>
                  <a:pt x="1919710" y="28488"/>
                  <a:pt x="1920507" y="24803"/>
                </a:cubicBezTo>
                <a:cubicBezTo>
                  <a:pt x="1921205" y="21217"/>
                  <a:pt x="1922151" y="18179"/>
                  <a:pt x="1923346" y="15689"/>
                </a:cubicBezTo>
                <a:cubicBezTo>
                  <a:pt x="1924542" y="13198"/>
                  <a:pt x="1926135" y="11156"/>
                  <a:pt x="1928127" y="9563"/>
                </a:cubicBezTo>
                <a:cubicBezTo>
                  <a:pt x="1930120" y="7969"/>
                  <a:pt x="1932560" y="6823"/>
                  <a:pt x="1935449" y="6126"/>
                </a:cubicBezTo>
                <a:cubicBezTo>
                  <a:pt x="1938337" y="5429"/>
                  <a:pt x="1941923" y="5080"/>
                  <a:pt x="1946207" y="5080"/>
                </a:cubicBezTo>
                <a:cubicBezTo>
                  <a:pt x="1950390" y="5080"/>
                  <a:pt x="1953802" y="5429"/>
                  <a:pt x="1956442" y="6126"/>
                </a:cubicBezTo>
                <a:cubicBezTo>
                  <a:pt x="1959081" y="6823"/>
                  <a:pt x="1961073" y="7969"/>
                  <a:pt x="1962418" y="9563"/>
                </a:cubicBezTo>
                <a:cubicBezTo>
                  <a:pt x="1963763" y="11156"/>
                  <a:pt x="1964510" y="13198"/>
                  <a:pt x="1964659" y="15689"/>
                </a:cubicBezTo>
                <a:cubicBezTo>
                  <a:pt x="1964809" y="18179"/>
                  <a:pt x="1964535" y="21217"/>
                  <a:pt x="1963838" y="24803"/>
                </a:cubicBezTo>
                <a:moveTo>
                  <a:pt x="1925289" y="202905"/>
                </a:moveTo>
                <a:cubicBezTo>
                  <a:pt x="1925089" y="203901"/>
                  <a:pt x="1924616" y="204773"/>
                  <a:pt x="1923869" y="205520"/>
                </a:cubicBezTo>
                <a:cubicBezTo>
                  <a:pt x="1923122" y="206267"/>
                  <a:pt x="1921977" y="206890"/>
                  <a:pt x="1920433" y="207388"/>
                </a:cubicBezTo>
                <a:cubicBezTo>
                  <a:pt x="1918889" y="207886"/>
                  <a:pt x="1916872" y="208259"/>
                  <a:pt x="1914381" y="208508"/>
                </a:cubicBezTo>
                <a:cubicBezTo>
                  <a:pt x="1911891" y="208757"/>
                  <a:pt x="1908853" y="208882"/>
                  <a:pt x="1905267" y="208882"/>
                </a:cubicBezTo>
                <a:cubicBezTo>
                  <a:pt x="1901581" y="208882"/>
                  <a:pt x="1898568" y="208757"/>
                  <a:pt x="1896227" y="208508"/>
                </a:cubicBezTo>
                <a:cubicBezTo>
                  <a:pt x="1893887" y="208259"/>
                  <a:pt x="1892044" y="207886"/>
                  <a:pt x="1890699" y="207388"/>
                </a:cubicBezTo>
                <a:cubicBezTo>
                  <a:pt x="1889354" y="206890"/>
                  <a:pt x="1888483" y="206267"/>
                  <a:pt x="1888084" y="205520"/>
                </a:cubicBezTo>
                <a:cubicBezTo>
                  <a:pt x="1887686" y="204773"/>
                  <a:pt x="1887586" y="203901"/>
                  <a:pt x="1887785" y="202905"/>
                </a:cubicBezTo>
                <a:lnTo>
                  <a:pt x="1914232" y="69926"/>
                </a:lnTo>
                <a:cubicBezTo>
                  <a:pt x="1914431" y="68930"/>
                  <a:pt x="1914904" y="68058"/>
                  <a:pt x="1915651" y="67311"/>
                </a:cubicBezTo>
                <a:cubicBezTo>
                  <a:pt x="1916398" y="66564"/>
                  <a:pt x="1917544" y="65917"/>
                  <a:pt x="1919088" y="65369"/>
                </a:cubicBezTo>
                <a:cubicBezTo>
                  <a:pt x="1920632" y="64821"/>
                  <a:pt x="1922624" y="64398"/>
                  <a:pt x="1925064" y="64099"/>
                </a:cubicBezTo>
                <a:cubicBezTo>
                  <a:pt x="1927505" y="63800"/>
                  <a:pt x="1930568" y="63651"/>
                  <a:pt x="1934253" y="63651"/>
                </a:cubicBezTo>
                <a:cubicBezTo>
                  <a:pt x="1937939" y="63651"/>
                  <a:pt x="1940952" y="63800"/>
                  <a:pt x="1943293" y="64099"/>
                </a:cubicBezTo>
                <a:cubicBezTo>
                  <a:pt x="1945634" y="64398"/>
                  <a:pt x="1947477" y="64821"/>
                  <a:pt x="1948821" y="65369"/>
                </a:cubicBezTo>
                <a:cubicBezTo>
                  <a:pt x="1950166" y="65917"/>
                  <a:pt x="1951038" y="66564"/>
                  <a:pt x="1951436" y="67311"/>
                </a:cubicBezTo>
                <a:cubicBezTo>
                  <a:pt x="1951835" y="68058"/>
                  <a:pt x="1951934" y="68930"/>
                  <a:pt x="1951735" y="69926"/>
                </a:cubicBezTo>
                <a:lnTo>
                  <a:pt x="1925289" y="202905"/>
                </a:lnTo>
                <a:close/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" name="Text ng">
            <a:extLst xmlns:a="http://schemas.openxmlformats.org/drawingml/2006/main">
              <a:ext uri="{FF2B5EF4-FFF2-40B4-BE49-F238E27FC236}">
                <a16:creationId xmlns:a16="http://schemas.microsoft.com/office/drawing/2014/main" id="{B83B30E4-5835-4BED-A031-100EEB5F9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888" y="780722"/>
            <a:ext cx="311871" cy="201710"/>
          </a:xfrm>
          <a:custGeom xmlns:a="http://schemas.openxmlformats.org/drawingml/2006/main">
            <a:pathLst>
              <a:path w="311871" h="201710">
                <a:moveTo>
                  <a:pt x="143488" y="38292"/>
                </a:moveTo>
                <a:cubicBezTo>
                  <a:pt x="143488" y="41782"/>
                  <a:pt x="143264" y="45271"/>
                  <a:pt x="142816" y="48761"/>
                </a:cubicBezTo>
                <a:cubicBezTo>
                  <a:pt x="142367" y="52250"/>
                  <a:pt x="141795" y="55839"/>
                  <a:pt x="141097" y="59528"/>
                </a:cubicBezTo>
                <a:lnTo>
                  <a:pt x="124512" y="141944"/>
                </a:lnTo>
                <a:cubicBezTo>
                  <a:pt x="124313" y="142940"/>
                  <a:pt x="123840" y="143812"/>
                  <a:pt x="123093" y="144559"/>
                </a:cubicBezTo>
                <a:cubicBezTo>
                  <a:pt x="122346" y="145306"/>
                  <a:pt x="121200" y="145928"/>
                  <a:pt x="119656" y="146426"/>
                </a:cubicBezTo>
                <a:cubicBezTo>
                  <a:pt x="118112" y="146924"/>
                  <a:pt x="116120" y="147298"/>
                  <a:pt x="113680" y="147547"/>
                </a:cubicBezTo>
                <a:cubicBezTo>
                  <a:pt x="111239" y="147796"/>
                  <a:pt x="108176" y="147921"/>
                  <a:pt x="104491" y="147921"/>
                </a:cubicBezTo>
                <a:cubicBezTo>
                  <a:pt x="100805" y="147921"/>
                  <a:pt x="97792" y="147796"/>
                  <a:pt x="95451" y="147547"/>
                </a:cubicBezTo>
                <a:cubicBezTo>
                  <a:pt x="93110" y="147298"/>
                  <a:pt x="91292" y="146924"/>
                  <a:pt x="89997" y="146426"/>
                </a:cubicBezTo>
                <a:cubicBezTo>
                  <a:pt x="88703" y="145928"/>
                  <a:pt x="87831" y="145306"/>
                  <a:pt x="87383" y="144559"/>
                </a:cubicBezTo>
                <a:cubicBezTo>
                  <a:pt x="86934" y="143812"/>
                  <a:pt x="86810" y="142940"/>
                  <a:pt x="87009" y="141944"/>
                </a:cubicBezTo>
                <a:lnTo>
                  <a:pt x="103146" y="62007"/>
                </a:lnTo>
                <a:cubicBezTo>
                  <a:pt x="103644" y="59604"/>
                  <a:pt x="104018" y="57151"/>
                  <a:pt x="104267" y="54648"/>
                </a:cubicBezTo>
                <a:cubicBezTo>
                  <a:pt x="104516" y="52146"/>
                  <a:pt x="104640" y="49943"/>
                  <a:pt x="104640" y="48041"/>
                </a:cubicBezTo>
                <a:cubicBezTo>
                  <a:pt x="104640" y="43534"/>
                  <a:pt x="103694" y="39830"/>
                  <a:pt x="101801" y="36929"/>
                </a:cubicBezTo>
                <a:cubicBezTo>
                  <a:pt x="99909" y="34025"/>
                  <a:pt x="96721" y="32572"/>
                  <a:pt x="92239" y="32572"/>
                </a:cubicBezTo>
                <a:cubicBezTo>
                  <a:pt x="88155" y="32572"/>
                  <a:pt x="83896" y="33872"/>
                  <a:pt x="79464" y="36471"/>
                </a:cubicBezTo>
                <a:cubicBezTo>
                  <a:pt x="75031" y="39067"/>
                  <a:pt x="70847" y="42589"/>
                  <a:pt x="66913" y="47038"/>
                </a:cubicBezTo>
                <a:cubicBezTo>
                  <a:pt x="62978" y="51483"/>
                  <a:pt x="59467" y="56678"/>
                  <a:pt x="56379" y="62623"/>
                </a:cubicBezTo>
                <a:cubicBezTo>
                  <a:pt x="53291" y="68566"/>
                  <a:pt x="51100" y="74885"/>
                  <a:pt x="49805" y="81580"/>
                </a:cubicBezTo>
                <a:lnTo>
                  <a:pt x="37702" y="141944"/>
                </a:lnTo>
                <a:cubicBezTo>
                  <a:pt x="37503" y="142940"/>
                  <a:pt x="37030" y="143812"/>
                  <a:pt x="36283" y="144559"/>
                </a:cubicBezTo>
                <a:cubicBezTo>
                  <a:pt x="35536" y="145306"/>
                  <a:pt x="34390" y="145928"/>
                  <a:pt x="32846" y="146426"/>
                </a:cubicBezTo>
                <a:cubicBezTo>
                  <a:pt x="31302" y="146924"/>
                  <a:pt x="29285" y="147298"/>
                  <a:pt x="26795" y="147547"/>
                </a:cubicBezTo>
                <a:cubicBezTo>
                  <a:pt x="24305" y="147796"/>
                  <a:pt x="21267" y="147921"/>
                  <a:pt x="17681" y="147921"/>
                </a:cubicBezTo>
                <a:cubicBezTo>
                  <a:pt x="13995" y="147921"/>
                  <a:pt x="10982" y="147796"/>
                  <a:pt x="8641" y="147547"/>
                </a:cubicBezTo>
                <a:cubicBezTo>
                  <a:pt x="6300" y="147298"/>
                  <a:pt x="4458" y="146924"/>
                  <a:pt x="3113" y="146426"/>
                </a:cubicBezTo>
                <a:cubicBezTo>
                  <a:pt x="1768" y="145928"/>
                  <a:pt x="896" y="145306"/>
                  <a:pt x="498" y="144559"/>
                </a:cubicBezTo>
                <a:cubicBezTo>
                  <a:pt x="100" y="143812"/>
                  <a:pt x="0" y="142940"/>
                  <a:pt x="199" y="141944"/>
                </a:cubicBezTo>
                <a:lnTo>
                  <a:pt x="26944" y="8517"/>
                </a:lnTo>
                <a:cubicBezTo>
                  <a:pt x="27144" y="7521"/>
                  <a:pt x="27567" y="6649"/>
                  <a:pt x="28214" y="5902"/>
                </a:cubicBezTo>
                <a:cubicBezTo>
                  <a:pt x="28862" y="5155"/>
                  <a:pt x="29858" y="4557"/>
                  <a:pt x="31203" y="4109"/>
                </a:cubicBezTo>
                <a:cubicBezTo>
                  <a:pt x="32547" y="3661"/>
                  <a:pt x="34291" y="3312"/>
                  <a:pt x="36432" y="3063"/>
                </a:cubicBezTo>
                <a:cubicBezTo>
                  <a:pt x="38574" y="2814"/>
                  <a:pt x="41139" y="2689"/>
                  <a:pt x="44127" y="2689"/>
                </a:cubicBezTo>
                <a:cubicBezTo>
                  <a:pt x="47215" y="2689"/>
                  <a:pt x="49730" y="2814"/>
                  <a:pt x="51673" y="3063"/>
                </a:cubicBezTo>
                <a:cubicBezTo>
                  <a:pt x="53615" y="3312"/>
                  <a:pt x="55134" y="3661"/>
                  <a:pt x="56230" y="4109"/>
                </a:cubicBezTo>
                <a:cubicBezTo>
                  <a:pt x="57325" y="4557"/>
                  <a:pt x="58048" y="5155"/>
                  <a:pt x="58396" y="5902"/>
                </a:cubicBezTo>
                <a:cubicBezTo>
                  <a:pt x="58745" y="6649"/>
                  <a:pt x="58820" y="7521"/>
                  <a:pt x="58620" y="8517"/>
                </a:cubicBezTo>
                <a:lnTo>
                  <a:pt x="54287" y="30481"/>
                </a:lnTo>
                <a:cubicBezTo>
                  <a:pt x="56379" y="26976"/>
                  <a:pt x="59168" y="23397"/>
                  <a:pt x="62655" y="19746"/>
                </a:cubicBezTo>
                <a:cubicBezTo>
                  <a:pt x="66141" y="16092"/>
                  <a:pt x="70150" y="12814"/>
                  <a:pt x="74682" y="9913"/>
                </a:cubicBezTo>
                <a:cubicBezTo>
                  <a:pt x="79215" y="7008"/>
                  <a:pt x="84145" y="4630"/>
                  <a:pt x="89474" y="2778"/>
                </a:cubicBezTo>
                <a:cubicBezTo>
                  <a:pt x="94804" y="926"/>
                  <a:pt x="100357" y="0"/>
                  <a:pt x="106134" y="0"/>
                </a:cubicBezTo>
                <a:cubicBezTo>
                  <a:pt x="113107" y="0"/>
                  <a:pt x="118959" y="1023"/>
                  <a:pt x="123690" y="3068"/>
                </a:cubicBezTo>
                <a:cubicBezTo>
                  <a:pt x="128422" y="5110"/>
                  <a:pt x="132257" y="7877"/>
                  <a:pt x="135195" y="11370"/>
                </a:cubicBezTo>
                <a:cubicBezTo>
                  <a:pt x="138134" y="14859"/>
                  <a:pt x="140251" y="18923"/>
                  <a:pt x="141546" y="23561"/>
                </a:cubicBezTo>
                <a:cubicBezTo>
                  <a:pt x="142840" y="28196"/>
                  <a:pt x="143488" y="33106"/>
                  <a:pt x="143488" y="38292"/>
                </a:cubicBezTo>
                <a:close/>
                <a:moveTo>
                  <a:pt x="283731" y="147430"/>
                </a:moveTo>
                <a:cubicBezTo>
                  <a:pt x="281938" y="156501"/>
                  <a:pt x="279149" y="164401"/>
                  <a:pt x="275364" y="171131"/>
                </a:cubicBezTo>
                <a:cubicBezTo>
                  <a:pt x="271579" y="177861"/>
                  <a:pt x="266599" y="183494"/>
                  <a:pt x="260423" y="188029"/>
                </a:cubicBezTo>
                <a:cubicBezTo>
                  <a:pt x="254247" y="192564"/>
                  <a:pt x="246751" y="195978"/>
                  <a:pt x="237936" y="198269"/>
                </a:cubicBezTo>
                <a:cubicBezTo>
                  <a:pt x="229120" y="200563"/>
                  <a:pt x="218836" y="201710"/>
                  <a:pt x="207082" y="201710"/>
                </a:cubicBezTo>
                <a:cubicBezTo>
                  <a:pt x="198615" y="201710"/>
                  <a:pt x="191020" y="201034"/>
                  <a:pt x="184296" y="199683"/>
                </a:cubicBezTo>
                <a:cubicBezTo>
                  <a:pt x="177572" y="198336"/>
                  <a:pt x="171969" y="196611"/>
                  <a:pt x="167487" y="194510"/>
                </a:cubicBezTo>
                <a:cubicBezTo>
                  <a:pt x="165893" y="193710"/>
                  <a:pt x="164797" y="192809"/>
                  <a:pt x="164200" y="191806"/>
                </a:cubicBezTo>
                <a:cubicBezTo>
                  <a:pt x="163602" y="190807"/>
                  <a:pt x="163303" y="189408"/>
                  <a:pt x="163303" y="187609"/>
                </a:cubicBezTo>
                <a:cubicBezTo>
                  <a:pt x="163303" y="187008"/>
                  <a:pt x="163353" y="186007"/>
                  <a:pt x="163453" y="184607"/>
                </a:cubicBezTo>
                <a:cubicBezTo>
                  <a:pt x="163552" y="183206"/>
                  <a:pt x="163776" y="181656"/>
                  <a:pt x="164125" y="179956"/>
                </a:cubicBezTo>
                <a:cubicBezTo>
                  <a:pt x="164474" y="178256"/>
                  <a:pt x="164897" y="176481"/>
                  <a:pt x="165395" y="174628"/>
                </a:cubicBezTo>
                <a:cubicBezTo>
                  <a:pt x="165893" y="172779"/>
                  <a:pt x="166516" y="171130"/>
                  <a:pt x="167263" y="169679"/>
                </a:cubicBezTo>
                <a:cubicBezTo>
                  <a:pt x="168010" y="168228"/>
                  <a:pt x="168831" y="167029"/>
                  <a:pt x="169728" y="166079"/>
                </a:cubicBezTo>
                <a:cubicBezTo>
                  <a:pt x="170624" y="165130"/>
                  <a:pt x="171670" y="164655"/>
                  <a:pt x="172866" y="164655"/>
                </a:cubicBezTo>
                <a:cubicBezTo>
                  <a:pt x="174061" y="164655"/>
                  <a:pt x="175530" y="165078"/>
                  <a:pt x="177273" y="165925"/>
                </a:cubicBezTo>
                <a:cubicBezTo>
                  <a:pt x="179017" y="166772"/>
                  <a:pt x="181333" y="167693"/>
                  <a:pt x="184221" y="168689"/>
                </a:cubicBezTo>
                <a:cubicBezTo>
                  <a:pt x="187110" y="169685"/>
                  <a:pt x="190696" y="170607"/>
                  <a:pt x="194979" y="171453"/>
                </a:cubicBezTo>
                <a:cubicBezTo>
                  <a:pt x="199262" y="172300"/>
                  <a:pt x="204542" y="172723"/>
                  <a:pt x="210817" y="172723"/>
                </a:cubicBezTo>
                <a:cubicBezTo>
                  <a:pt x="215897" y="172723"/>
                  <a:pt x="220454" y="172326"/>
                  <a:pt x="224488" y="171533"/>
                </a:cubicBezTo>
                <a:cubicBezTo>
                  <a:pt x="228523" y="170742"/>
                  <a:pt x="232034" y="169453"/>
                  <a:pt x="235022" y="167667"/>
                </a:cubicBezTo>
                <a:cubicBezTo>
                  <a:pt x="238010" y="165883"/>
                  <a:pt x="240426" y="163603"/>
                  <a:pt x="242269" y="160826"/>
                </a:cubicBezTo>
                <a:cubicBezTo>
                  <a:pt x="244112" y="158053"/>
                  <a:pt x="245431" y="154635"/>
                  <a:pt x="246228" y="150573"/>
                </a:cubicBezTo>
                <a:cubicBezTo>
                  <a:pt x="247523" y="144023"/>
                  <a:pt x="248818" y="138570"/>
                  <a:pt x="250113" y="134212"/>
                </a:cubicBezTo>
                <a:cubicBezTo>
                  <a:pt x="251408" y="129851"/>
                  <a:pt x="252603" y="126283"/>
                  <a:pt x="253699" y="123510"/>
                </a:cubicBezTo>
                <a:cubicBezTo>
                  <a:pt x="251906" y="126803"/>
                  <a:pt x="249341" y="130072"/>
                  <a:pt x="246004" y="133315"/>
                </a:cubicBezTo>
                <a:cubicBezTo>
                  <a:pt x="242667" y="136559"/>
                  <a:pt x="238857" y="139479"/>
                  <a:pt x="234574" y="142075"/>
                </a:cubicBezTo>
                <a:cubicBezTo>
                  <a:pt x="230291" y="144671"/>
                  <a:pt x="225684" y="146742"/>
                  <a:pt x="220753" y="148289"/>
                </a:cubicBezTo>
                <a:cubicBezTo>
                  <a:pt x="215822" y="149836"/>
                  <a:pt x="210867" y="150610"/>
                  <a:pt x="205886" y="150610"/>
                </a:cubicBezTo>
                <a:cubicBezTo>
                  <a:pt x="198216" y="150610"/>
                  <a:pt x="191767" y="149314"/>
                  <a:pt x="186537" y="146721"/>
                </a:cubicBezTo>
                <a:cubicBezTo>
                  <a:pt x="181308" y="144124"/>
                  <a:pt x="177049" y="140531"/>
                  <a:pt x="173762" y="135939"/>
                </a:cubicBezTo>
                <a:cubicBezTo>
                  <a:pt x="170475" y="131348"/>
                  <a:pt x="168109" y="125958"/>
                  <a:pt x="166665" y="119770"/>
                </a:cubicBezTo>
                <a:cubicBezTo>
                  <a:pt x="165221" y="113582"/>
                  <a:pt x="164498" y="106894"/>
                  <a:pt x="164498" y="99706"/>
                </a:cubicBezTo>
                <a:cubicBezTo>
                  <a:pt x="164498" y="93219"/>
                  <a:pt x="165096" y="86234"/>
                  <a:pt x="166291" y="78751"/>
                </a:cubicBezTo>
                <a:cubicBezTo>
                  <a:pt x="167487" y="71265"/>
                  <a:pt x="169354" y="63828"/>
                  <a:pt x="171894" y="56441"/>
                </a:cubicBezTo>
                <a:cubicBezTo>
                  <a:pt x="174435" y="49055"/>
                  <a:pt x="177647" y="41968"/>
                  <a:pt x="181532" y="35182"/>
                </a:cubicBezTo>
                <a:cubicBezTo>
                  <a:pt x="185417" y="28397"/>
                  <a:pt x="190073" y="22384"/>
                  <a:pt x="195502" y="17145"/>
                </a:cubicBezTo>
                <a:cubicBezTo>
                  <a:pt x="200931" y="11903"/>
                  <a:pt x="207156" y="7735"/>
                  <a:pt x="214179" y="4641"/>
                </a:cubicBezTo>
                <a:cubicBezTo>
                  <a:pt x="221201" y="1547"/>
                  <a:pt x="229095" y="0"/>
                  <a:pt x="237861" y="0"/>
                </a:cubicBezTo>
                <a:cubicBezTo>
                  <a:pt x="246129" y="0"/>
                  <a:pt x="253450" y="1723"/>
                  <a:pt x="259825" y="5169"/>
                </a:cubicBezTo>
                <a:cubicBezTo>
                  <a:pt x="266200" y="8612"/>
                  <a:pt x="271778" y="13626"/>
                  <a:pt x="276559" y="20213"/>
                </a:cubicBezTo>
                <a:lnTo>
                  <a:pt x="278950" y="8521"/>
                </a:lnTo>
                <a:cubicBezTo>
                  <a:pt x="279349" y="6426"/>
                  <a:pt x="280917" y="4931"/>
                  <a:pt x="283657" y="4034"/>
                </a:cubicBezTo>
                <a:cubicBezTo>
                  <a:pt x="286396" y="3138"/>
                  <a:pt x="290804" y="2689"/>
                  <a:pt x="296880" y="2689"/>
                </a:cubicBezTo>
                <a:cubicBezTo>
                  <a:pt x="299868" y="2689"/>
                  <a:pt x="302358" y="2814"/>
                  <a:pt x="304351" y="3063"/>
                </a:cubicBezTo>
                <a:cubicBezTo>
                  <a:pt x="306343" y="3312"/>
                  <a:pt x="307912" y="3661"/>
                  <a:pt x="309057" y="4109"/>
                </a:cubicBezTo>
                <a:cubicBezTo>
                  <a:pt x="310203" y="4557"/>
                  <a:pt x="310975" y="5156"/>
                  <a:pt x="311373" y="5907"/>
                </a:cubicBezTo>
                <a:cubicBezTo>
                  <a:pt x="311772" y="6654"/>
                  <a:pt x="311871" y="7525"/>
                  <a:pt x="311672" y="8521"/>
                </a:cubicBezTo>
                <a:lnTo>
                  <a:pt x="283731" y="147430"/>
                </a:lnTo>
                <a:moveTo>
                  <a:pt x="266399" y="48359"/>
                </a:moveTo>
                <a:cubicBezTo>
                  <a:pt x="262913" y="42899"/>
                  <a:pt x="259053" y="38804"/>
                  <a:pt x="254820" y="36074"/>
                </a:cubicBezTo>
                <a:cubicBezTo>
                  <a:pt x="250586" y="33341"/>
                  <a:pt x="245680" y="31975"/>
                  <a:pt x="240102" y="31975"/>
                </a:cubicBezTo>
                <a:cubicBezTo>
                  <a:pt x="235919" y="31975"/>
                  <a:pt x="232109" y="32971"/>
                  <a:pt x="228672" y="34963"/>
                </a:cubicBezTo>
                <a:cubicBezTo>
                  <a:pt x="225236" y="36955"/>
                  <a:pt x="222148" y="39620"/>
                  <a:pt x="219408" y="42957"/>
                </a:cubicBezTo>
                <a:cubicBezTo>
                  <a:pt x="216669" y="46294"/>
                  <a:pt x="214278" y="50154"/>
                  <a:pt x="212236" y="54536"/>
                </a:cubicBezTo>
                <a:cubicBezTo>
                  <a:pt x="210194" y="58919"/>
                  <a:pt x="208501" y="63501"/>
                  <a:pt x="207156" y="68283"/>
                </a:cubicBezTo>
                <a:cubicBezTo>
                  <a:pt x="205812" y="73064"/>
                  <a:pt x="204816" y="77845"/>
                  <a:pt x="204168" y="82626"/>
                </a:cubicBezTo>
                <a:cubicBezTo>
                  <a:pt x="203521" y="87408"/>
                  <a:pt x="203197" y="91940"/>
                  <a:pt x="203197" y="96223"/>
                </a:cubicBezTo>
                <a:cubicBezTo>
                  <a:pt x="203197" y="99610"/>
                  <a:pt x="203496" y="102698"/>
                  <a:pt x="204093" y="105487"/>
                </a:cubicBezTo>
                <a:cubicBezTo>
                  <a:pt x="204691" y="108276"/>
                  <a:pt x="205612" y="110642"/>
                  <a:pt x="206858" y="112584"/>
                </a:cubicBezTo>
                <a:cubicBezTo>
                  <a:pt x="208103" y="114526"/>
                  <a:pt x="209696" y="116021"/>
                  <a:pt x="211639" y="117066"/>
                </a:cubicBezTo>
                <a:cubicBezTo>
                  <a:pt x="213581" y="118112"/>
                  <a:pt x="215947" y="118635"/>
                  <a:pt x="218736" y="118635"/>
                </a:cubicBezTo>
                <a:cubicBezTo>
                  <a:pt x="223119" y="118635"/>
                  <a:pt x="227601" y="117315"/>
                  <a:pt x="232183" y="114676"/>
                </a:cubicBezTo>
                <a:cubicBezTo>
                  <a:pt x="236765" y="112036"/>
                  <a:pt x="241049" y="108450"/>
                  <a:pt x="245033" y="103918"/>
                </a:cubicBezTo>
                <a:cubicBezTo>
                  <a:pt x="249017" y="99383"/>
                  <a:pt x="252529" y="94077"/>
                  <a:pt x="255567" y="88001"/>
                </a:cubicBezTo>
                <a:cubicBezTo>
                  <a:pt x="258605" y="81921"/>
                  <a:pt x="260821" y="75456"/>
                  <a:pt x="262216" y="68605"/>
                </a:cubicBezTo>
                <a:lnTo>
                  <a:pt x="266399" y="48359"/>
                </a:lnTo>
                <a:close/>
              </a:path>
            </a:pathLst>
          </a:custGeom>
          <a:solidFill xmlns:a="http://schemas.openxmlformats.org/drawingml/2006/main">
            <a:srgbClr val="1F497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6279E0-9A6B-48D2-9EA9-B7FD604BC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7732" y="3923964"/>
            <a:ext cx="267389" cy="260063"/>
          </a:xfrm>
          <a:custGeom xmlns:a="http://schemas.openxmlformats.org/drawingml/2006/main">
            <a:pathLst>
              <a:path w="267389" h="260063">
                <a:moveTo>
                  <a:pt x="87909" y="0"/>
                </a:moveTo>
                <a:lnTo>
                  <a:pt x="216109" y="119043"/>
                </a:lnTo>
                <a:lnTo>
                  <a:pt x="260063" y="71426"/>
                </a:lnTo>
                <a:lnTo>
                  <a:pt x="267389" y="254569"/>
                </a:lnTo>
                <a:lnTo>
                  <a:pt x="84246" y="260063"/>
                </a:lnTo>
                <a:lnTo>
                  <a:pt x="128200" y="212446"/>
                </a:lnTo>
                <a:lnTo>
                  <a:pt x="0" y="93403"/>
                </a:lnTo>
                <a:lnTo>
                  <a:pt x="87909" y="0"/>
                </a:lnTo>
              </a:path>
            </a:pathLst>
          </a:custGeom>
          <a:solidFill xmlns:a="http://schemas.openxmlformats.org/drawingml/2006/main">
            <a:srgbClr val="8EB4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1FD1DA-B2F7-477D-AC6F-3105328B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2928" y="3908000"/>
            <a:ext cx="297302" cy="291838"/>
          </a:xfrm>
          <a:custGeom xmlns:a="http://schemas.openxmlformats.org/drawingml/2006/main">
            <a:pathLst>
              <a:path w="297302" h="291838">
                <a:moveTo>
                  <a:pt x="84765" y="271754"/>
                </a:moveTo>
                <a:lnTo>
                  <a:pt x="84063" y="274943"/>
                </a:lnTo>
                <a:lnTo>
                  <a:pt x="84063" y="278194"/>
                </a:lnTo>
                <a:lnTo>
                  <a:pt x="84749" y="281384"/>
                </a:lnTo>
                <a:lnTo>
                  <a:pt x="86108" y="284360"/>
                </a:lnTo>
                <a:lnTo>
                  <a:pt x="88061" y="286970"/>
                </a:lnTo>
                <a:lnTo>
                  <a:pt x="90518" y="289106"/>
                </a:lnTo>
                <a:lnTo>
                  <a:pt x="93388" y="290678"/>
                </a:lnTo>
                <a:lnTo>
                  <a:pt x="96516" y="291594"/>
                </a:lnTo>
                <a:lnTo>
                  <a:pt x="99767" y="291838"/>
                </a:lnTo>
                <a:lnTo>
                  <a:pt x="282574" y="285443"/>
                </a:lnTo>
                <a:lnTo>
                  <a:pt x="285535" y="285047"/>
                </a:lnTo>
                <a:lnTo>
                  <a:pt x="288374" y="284085"/>
                </a:lnTo>
                <a:lnTo>
                  <a:pt x="290968" y="282589"/>
                </a:lnTo>
                <a:lnTo>
                  <a:pt x="293212" y="280605"/>
                </a:lnTo>
                <a:lnTo>
                  <a:pt x="295028" y="278225"/>
                </a:lnTo>
                <a:lnTo>
                  <a:pt x="296340" y="275538"/>
                </a:lnTo>
                <a:lnTo>
                  <a:pt x="297104" y="272654"/>
                </a:lnTo>
                <a:lnTo>
                  <a:pt x="297302" y="269663"/>
                </a:lnTo>
                <a:lnTo>
                  <a:pt x="290907" y="86856"/>
                </a:lnTo>
                <a:lnTo>
                  <a:pt x="290449" y="83620"/>
                </a:lnTo>
                <a:lnTo>
                  <a:pt x="289320" y="80568"/>
                </a:lnTo>
                <a:lnTo>
                  <a:pt x="287550" y="77820"/>
                </a:lnTo>
                <a:lnTo>
                  <a:pt x="285245" y="75516"/>
                </a:lnTo>
                <a:lnTo>
                  <a:pt x="282498" y="73746"/>
                </a:lnTo>
                <a:lnTo>
                  <a:pt x="279446" y="72601"/>
                </a:lnTo>
                <a:lnTo>
                  <a:pt x="276210" y="72128"/>
                </a:lnTo>
                <a:lnTo>
                  <a:pt x="272959" y="72372"/>
                </a:lnTo>
                <a:lnTo>
                  <a:pt x="269831" y="73288"/>
                </a:lnTo>
                <a:lnTo>
                  <a:pt x="266961" y="74844"/>
                </a:lnTo>
                <a:lnTo>
                  <a:pt x="264504" y="76981"/>
                </a:lnTo>
                <a:lnTo>
                  <a:pt x="230801" y="113121"/>
                </a:lnTo>
                <a:lnTo>
                  <a:pt x="113884" y="4090"/>
                </a:lnTo>
                <a:lnTo>
                  <a:pt x="111503" y="2274"/>
                </a:lnTo>
                <a:lnTo>
                  <a:pt x="108817" y="946"/>
                </a:lnTo>
                <a:lnTo>
                  <a:pt x="105918" y="183"/>
                </a:lnTo>
                <a:lnTo>
                  <a:pt x="102942" y="0"/>
                </a:lnTo>
                <a:lnTo>
                  <a:pt x="99981" y="397"/>
                </a:lnTo>
                <a:lnTo>
                  <a:pt x="97142" y="1358"/>
                </a:lnTo>
                <a:lnTo>
                  <a:pt x="94548" y="2854"/>
                </a:lnTo>
                <a:lnTo>
                  <a:pt x="92304" y="4838"/>
                </a:lnTo>
                <a:lnTo>
                  <a:pt x="4090" y="99431"/>
                </a:lnTo>
                <a:lnTo>
                  <a:pt x="2274" y="101812"/>
                </a:lnTo>
                <a:lnTo>
                  <a:pt x="962" y="104498"/>
                </a:lnTo>
                <a:lnTo>
                  <a:pt x="198" y="107383"/>
                </a:lnTo>
                <a:lnTo>
                  <a:pt x="0" y="110374"/>
                </a:lnTo>
                <a:lnTo>
                  <a:pt x="397" y="113335"/>
                </a:lnTo>
                <a:lnTo>
                  <a:pt x="1374" y="116174"/>
                </a:lnTo>
                <a:lnTo>
                  <a:pt x="2869" y="118753"/>
                </a:lnTo>
                <a:lnTo>
                  <a:pt x="4853" y="121012"/>
                </a:lnTo>
                <a:lnTo>
                  <a:pt x="121774" y="230033"/>
                </a:lnTo>
                <a:lnTo>
                  <a:pt x="88076" y="266168"/>
                </a:lnTo>
                <a:lnTo>
                  <a:pt x="86108" y="268777"/>
                </a:lnTo>
                <a:lnTo>
                  <a:pt x="84765" y="271754"/>
                </a:lnTo>
                <a:close/>
                <a:moveTo>
                  <a:pt x="223526" y="147659"/>
                </a:moveTo>
                <a:lnTo>
                  <a:pt x="226212" y="148987"/>
                </a:lnTo>
                <a:lnTo>
                  <a:pt x="229096" y="149750"/>
                </a:lnTo>
                <a:lnTo>
                  <a:pt x="232088" y="149933"/>
                </a:lnTo>
                <a:lnTo>
                  <a:pt x="235049" y="149536"/>
                </a:lnTo>
                <a:lnTo>
                  <a:pt x="237887" y="148575"/>
                </a:lnTo>
                <a:lnTo>
                  <a:pt x="240467" y="147064"/>
                </a:lnTo>
                <a:lnTo>
                  <a:pt x="242710" y="145095"/>
                </a:lnTo>
                <a:lnTo>
                  <a:pt x="261698" y="124733"/>
                </a:lnTo>
                <a:lnTo>
                  <a:pt x="266261" y="255482"/>
                </a:lnTo>
                <a:lnTo>
                  <a:pt x="135512" y="260045"/>
                </a:lnTo>
                <a:lnTo>
                  <a:pt x="154496" y="239688"/>
                </a:lnTo>
                <a:lnTo>
                  <a:pt x="156312" y="237307"/>
                </a:lnTo>
                <a:lnTo>
                  <a:pt x="157640" y="234621"/>
                </a:lnTo>
                <a:lnTo>
                  <a:pt x="158403" y="231737"/>
                </a:lnTo>
                <a:lnTo>
                  <a:pt x="158586" y="228745"/>
                </a:lnTo>
                <a:lnTo>
                  <a:pt x="158190" y="225785"/>
                </a:lnTo>
                <a:lnTo>
                  <a:pt x="157228" y="222946"/>
                </a:lnTo>
                <a:lnTo>
                  <a:pt x="155733" y="220367"/>
                </a:lnTo>
                <a:lnTo>
                  <a:pt x="153748" y="218123"/>
                </a:lnTo>
                <a:lnTo>
                  <a:pt x="36827" y="109087"/>
                </a:lnTo>
                <a:lnTo>
                  <a:pt x="104228" y="36812"/>
                </a:lnTo>
                <a:lnTo>
                  <a:pt x="221145" y="145843"/>
                </a:lnTo>
                <a:lnTo>
                  <a:pt x="223526" y="147659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D6C9A-0B21-4549-B490-6811079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8895" y="3942279"/>
            <a:ext cx="260063" cy="304017"/>
          </a:xfrm>
          <a:custGeom xmlns:a="http://schemas.openxmlformats.org/drawingml/2006/main">
            <a:pathLst>
              <a:path w="260063" h="304017">
                <a:moveTo>
                  <a:pt x="194131" y="0"/>
                </a:moveTo>
                <a:lnTo>
                  <a:pt x="194131" y="173986"/>
                </a:lnTo>
                <a:lnTo>
                  <a:pt x="260063" y="173986"/>
                </a:lnTo>
                <a:lnTo>
                  <a:pt x="130031" y="304017"/>
                </a:lnTo>
                <a:lnTo>
                  <a:pt x="0" y="173986"/>
                </a:lnTo>
                <a:lnTo>
                  <a:pt x="65931" y="173986"/>
                </a:lnTo>
                <a:lnTo>
                  <a:pt x="65931" y="0"/>
                </a:lnTo>
                <a:lnTo>
                  <a:pt x="194131" y="0"/>
                </a:lnTo>
              </a:path>
            </a:pathLst>
          </a:custGeom>
          <a:solidFill xmlns:a="http://schemas.openxmlformats.org/drawingml/2006/main">
            <a:srgbClr val="8EB4E3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ADC8C4-6F3B-4B78-A4DF-929B2C38B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4442" y="3926711"/>
            <a:ext cx="289122" cy="334999"/>
          </a:xfrm>
          <a:custGeom xmlns:a="http://schemas.openxmlformats.org/drawingml/2006/main">
            <a:pathLst>
              <a:path w="289122" h="334999">
                <a:moveTo>
                  <a:pt x="8882" y="176504"/>
                </a:moveTo>
                <a:lnTo>
                  <a:pt x="6074" y="178168"/>
                </a:lnTo>
                <a:lnTo>
                  <a:pt x="3678" y="180396"/>
                </a:lnTo>
                <a:lnTo>
                  <a:pt x="1816" y="183082"/>
                </a:lnTo>
                <a:lnTo>
                  <a:pt x="565" y="186088"/>
                </a:lnTo>
                <a:lnTo>
                  <a:pt x="0" y="189309"/>
                </a:lnTo>
                <a:lnTo>
                  <a:pt x="107" y="192559"/>
                </a:lnTo>
                <a:lnTo>
                  <a:pt x="916" y="195719"/>
                </a:lnTo>
                <a:lnTo>
                  <a:pt x="2381" y="198649"/>
                </a:lnTo>
                <a:lnTo>
                  <a:pt x="4426" y="201182"/>
                </a:lnTo>
                <a:lnTo>
                  <a:pt x="133771" y="330527"/>
                </a:lnTo>
                <a:lnTo>
                  <a:pt x="136075" y="332420"/>
                </a:lnTo>
                <a:lnTo>
                  <a:pt x="138715" y="333839"/>
                </a:lnTo>
                <a:lnTo>
                  <a:pt x="141585" y="334709"/>
                </a:lnTo>
                <a:lnTo>
                  <a:pt x="144561" y="334999"/>
                </a:lnTo>
                <a:lnTo>
                  <a:pt x="147537" y="334709"/>
                </a:lnTo>
                <a:lnTo>
                  <a:pt x="150406" y="333839"/>
                </a:lnTo>
                <a:lnTo>
                  <a:pt x="153046" y="332420"/>
                </a:lnTo>
                <a:lnTo>
                  <a:pt x="155351" y="330527"/>
                </a:lnTo>
                <a:lnTo>
                  <a:pt x="284696" y="201182"/>
                </a:lnTo>
                <a:lnTo>
                  <a:pt x="286741" y="198649"/>
                </a:lnTo>
                <a:lnTo>
                  <a:pt x="288206" y="195719"/>
                </a:lnTo>
                <a:lnTo>
                  <a:pt x="289015" y="192559"/>
                </a:lnTo>
                <a:lnTo>
                  <a:pt x="289122" y="189309"/>
                </a:lnTo>
                <a:lnTo>
                  <a:pt x="288542" y="186088"/>
                </a:lnTo>
                <a:lnTo>
                  <a:pt x="287305" y="183082"/>
                </a:lnTo>
                <a:lnTo>
                  <a:pt x="285443" y="180396"/>
                </a:lnTo>
                <a:lnTo>
                  <a:pt x="283047" y="178168"/>
                </a:lnTo>
                <a:lnTo>
                  <a:pt x="280239" y="176504"/>
                </a:lnTo>
                <a:lnTo>
                  <a:pt x="277156" y="175481"/>
                </a:lnTo>
                <a:lnTo>
                  <a:pt x="273905" y="175130"/>
                </a:lnTo>
                <a:lnTo>
                  <a:pt x="224487" y="175130"/>
                </a:lnTo>
                <a:lnTo>
                  <a:pt x="224487" y="15262"/>
                </a:lnTo>
                <a:lnTo>
                  <a:pt x="224197" y="12286"/>
                </a:lnTo>
                <a:lnTo>
                  <a:pt x="223327" y="9417"/>
                </a:lnTo>
                <a:lnTo>
                  <a:pt x="221923" y="6776"/>
                </a:lnTo>
                <a:lnTo>
                  <a:pt x="220031" y="4472"/>
                </a:lnTo>
                <a:lnTo>
                  <a:pt x="217711" y="2564"/>
                </a:lnTo>
                <a:lnTo>
                  <a:pt x="215071" y="1160"/>
                </a:lnTo>
                <a:lnTo>
                  <a:pt x="212217" y="290"/>
                </a:lnTo>
                <a:lnTo>
                  <a:pt x="209225" y="0"/>
                </a:lnTo>
                <a:lnTo>
                  <a:pt x="79881" y="0"/>
                </a:lnTo>
                <a:lnTo>
                  <a:pt x="76905" y="290"/>
                </a:lnTo>
                <a:lnTo>
                  <a:pt x="74051" y="1160"/>
                </a:lnTo>
                <a:lnTo>
                  <a:pt x="71410" y="2564"/>
                </a:lnTo>
                <a:lnTo>
                  <a:pt x="69091" y="4472"/>
                </a:lnTo>
                <a:lnTo>
                  <a:pt x="67198" y="6776"/>
                </a:lnTo>
                <a:lnTo>
                  <a:pt x="65794" y="9417"/>
                </a:lnTo>
                <a:lnTo>
                  <a:pt x="64924" y="12286"/>
                </a:lnTo>
                <a:lnTo>
                  <a:pt x="64619" y="15262"/>
                </a:lnTo>
                <a:lnTo>
                  <a:pt x="64619" y="175130"/>
                </a:lnTo>
                <a:lnTo>
                  <a:pt x="15216" y="175130"/>
                </a:lnTo>
                <a:lnTo>
                  <a:pt x="11965" y="175481"/>
                </a:lnTo>
                <a:lnTo>
                  <a:pt x="8882" y="176504"/>
                </a:lnTo>
                <a:close/>
                <a:moveTo>
                  <a:pt x="195139" y="196238"/>
                </a:moveTo>
                <a:lnTo>
                  <a:pt x="196543" y="198878"/>
                </a:lnTo>
                <a:lnTo>
                  <a:pt x="198435" y="201182"/>
                </a:lnTo>
                <a:lnTo>
                  <a:pt x="200755" y="203075"/>
                </a:lnTo>
                <a:lnTo>
                  <a:pt x="203395" y="204494"/>
                </a:lnTo>
                <a:lnTo>
                  <a:pt x="206249" y="205364"/>
                </a:lnTo>
                <a:lnTo>
                  <a:pt x="209225" y="205654"/>
                </a:lnTo>
                <a:lnTo>
                  <a:pt x="237063" y="205654"/>
                </a:lnTo>
                <a:lnTo>
                  <a:pt x="144561" y="298157"/>
                </a:lnTo>
                <a:lnTo>
                  <a:pt x="52058" y="205654"/>
                </a:lnTo>
                <a:lnTo>
                  <a:pt x="79881" y="205654"/>
                </a:lnTo>
                <a:lnTo>
                  <a:pt x="82872" y="205364"/>
                </a:lnTo>
                <a:lnTo>
                  <a:pt x="85726" y="204494"/>
                </a:lnTo>
                <a:lnTo>
                  <a:pt x="88366" y="203075"/>
                </a:lnTo>
                <a:lnTo>
                  <a:pt x="90686" y="201182"/>
                </a:lnTo>
                <a:lnTo>
                  <a:pt x="92579" y="198878"/>
                </a:lnTo>
                <a:lnTo>
                  <a:pt x="93983" y="196238"/>
                </a:lnTo>
                <a:lnTo>
                  <a:pt x="94853" y="193368"/>
                </a:lnTo>
                <a:lnTo>
                  <a:pt x="95143" y="190392"/>
                </a:lnTo>
                <a:lnTo>
                  <a:pt x="95143" y="30524"/>
                </a:lnTo>
                <a:lnTo>
                  <a:pt x="193964" y="30524"/>
                </a:lnTo>
                <a:lnTo>
                  <a:pt x="193964" y="190392"/>
                </a:lnTo>
                <a:lnTo>
                  <a:pt x="194269" y="193368"/>
                </a:lnTo>
                <a:lnTo>
                  <a:pt x="195139" y="196238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457F85-781F-4454-84C8-0CA45182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57" y="860976"/>
            <a:ext cx="6145970" cy="5890333"/>
          </a:xfrm>
          <a:custGeom xmlns:a="http://schemas.openxmlformats.org/drawingml/2006/main">
            <a:pathLst>
              <a:path w="6145970" h="5890333">
                <a:moveTo>
                  <a:pt x="534" y="5789299"/>
                </a:moveTo>
                <a:lnTo>
                  <a:pt x="626" y="5790154"/>
                </a:lnTo>
                <a:lnTo>
                  <a:pt x="1236" y="5794900"/>
                </a:lnTo>
                <a:lnTo>
                  <a:pt x="1358" y="5795755"/>
                </a:lnTo>
                <a:lnTo>
                  <a:pt x="2198" y="5800441"/>
                </a:lnTo>
                <a:lnTo>
                  <a:pt x="2366" y="5801280"/>
                </a:lnTo>
                <a:lnTo>
                  <a:pt x="3434" y="5805859"/>
                </a:lnTo>
                <a:lnTo>
                  <a:pt x="3632" y="5806698"/>
                </a:lnTo>
                <a:lnTo>
                  <a:pt x="4914" y="5811200"/>
                </a:lnTo>
                <a:lnTo>
                  <a:pt x="5174" y="5812009"/>
                </a:lnTo>
                <a:lnTo>
                  <a:pt x="6669" y="5816420"/>
                </a:lnTo>
                <a:lnTo>
                  <a:pt x="6959" y="5817213"/>
                </a:lnTo>
                <a:lnTo>
                  <a:pt x="8654" y="5821517"/>
                </a:lnTo>
                <a:lnTo>
                  <a:pt x="8974" y="5822296"/>
                </a:lnTo>
                <a:lnTo>
                  <a:pt x="10882" y="5826493"/>
                </a:lnTo>
                <a:lnTo>
                  <a:pt x="11248" y="5827256"/>
                </a:lnTo>
                <a:lnTo>
                  <a:pt x="13339" y="5831346"/>
                </a:lnTo>
                <a:lnTo>
                  <a:pt x="13736" y="5832078"/>
                </a:lnTo>
                <a:lnTo>
                  <a:pt x="16025" y="5836047"/>
                </a:lnTo>
                <a:lnTo>
                  <a:pt x="16452" y="5836749"/>
                </a:lnTo>
                <a:lnTo>
                  <a:pt x="18910" y="5840610"/>
                </a:lnTo>
                <a:lnTo>
                  <a:pt x="19383" y="5841281"/>
                </a:lnTo>
                <a:lnTo>
                  <a:pt x="22023" y="5845005"/>
                </a:lnTo>
                <a:lnTo>
                  <a:pt x="22511" y="5845662"/>
                </a:lnTo>
                <a:lnTo>
                  <a:pt x="25335" y="5849248"/>
                </a:lnTo>
                <a:lnTo>
                  <a:pt x="25854" y="5849889"/>
                </a:lnTo>
                <a:lnTo>
                  <a:pt x="28830" y="5853323"/>
                </a:lnTo>
                <a:lnTo>
                  <a:pt x="29394" y="5853934"/>
                </a:lnTo>
                <a:lnTo>
                  <a:pt x="32523" y="5857230"/>
                </a:lnTo>
                <a:lnTo>
                  <a:pt x="33103" y="5857810"/>
                </a:lnTo>
                <a:lnTo>
                  <a:pt x="36400" y="5860939"/>
                </a:lnTo>
                <a:lnTo>
                  <a:pt x="37010" y="5861488"/>
                </a:lnTo>
                <a:lnTo>
                  <a:pt x="40444" y="5864480"/>
                </a:lnTo>
                <a:lnTo>
                  <a:pt x="41085" y="5864998"/>
                </a:lnTo>
                <a:lnTo>
                  <a:pt x="44672" y="5867822"/>
                </a:lnTo>
                <a:lnTo>
                  <a:pt x="45328" y="5868310"/>
                </a:lnTo>
                <a:lnTo>
                  <a:pt x="49052" y="5870951"/>
                </a:lnTo>
                <a:lnTo>
                  <a:pt x="49723" y="5871408"/>
                </a:lnTo>
                <a:lnTo>
                  <a:pt x="53585" y="5873881"/>
                </a:lnTo>
                <a:lnTo>
                  <a:pt x="54287" y="5874308"/>
                </a:lnTo>
                <a:lnTo>
                  <a:pt x="58255" y="5876597"/>
                </a:lnTo>
                <a:lnTo>
                  <a:pt x="58987" y="5876994"/>
                </a:lnTo>
                <a:lnTo>
                  <a:pt x="63077" y="5879085"/>
                </a:lnTo>
                <a:lnTo>
                  <a:pt x="63841" y="5879451"/>
                </a:lnTo>
                <a:lnTo>
                  <a:pt x="68038" y="5881359"/>
                </a:lnTo>
                <a:lnTo>
                  <a:pt x="68816" y="5881680"/>
                </a:lnTo>
                <a:lnTo>
                  <a:pt x="73120" y="5883374"/>
                </a:lnTo>
                <a:lnTo>
                  <a:pt x="73913" y="5883664"/>
                </a:lnTo>
                <a:lnTo>
                  <a:pt x="78324" y="5885159"/>
                </a:lnTo>
                <a:lnTo>
                  <a:pt x="79133" y="5885419"/>
                </a:lnTo>
                <a:lnTo>
                  <a:pt x="83635" y="5886686"/>
                </a:lnTo>
                <a:lnTo>
                  <a:pt x="84459" y="5886899"/>
                </a:lnTo>
                <a:lnTo>
                  <a:pt x="89053" y="5887968"/>
                </a:lnTo>
                <a:lnTo>
                  <a:pt x="89893" y="5888135"/>
                </a:lnTo>
                <a:lnTo>
                  <a:pt x="94578" y="5888975"/>
                </a:lnTo>
                <a:lnTo>
                  <a:pt x="95417" y="5889097"/>
                </a:lnTo>
                <a:lnTo>
                  <a:pt x="100179" y="5889707"/>
                </a:lnTo>
                <a:lnTo>
                  <a:pt x="101034" y="5889799"/>
                </a:lnTo>
                <a:lnTo>
                  <a:pt x="105857" y="5890165"/>
                </a:lnTo>
                <a:lnTo>
                  <a:pt x="106727" y="5890211"/>
                </a:lnTo>
                <a:lnTo>
                  <a:pt x="111610" y="5890333"/>
                </a:lnTo>
                <a:lnTo>
                  <a:pt x="112038" y="5890333"/>
                </a:lnTo>
                <a:lnTo>
                  <a:pt x="6033932" y="5890333"/>
                </a:lnTo>
                <a:lnTo>
                  <a:pt x="6034360" y="5890333"/>
                </a:lnTo>
                <a:lnTo>
                  <a:pt x="6039244" y="5890211"/>
                </a:lnTo>
                <a:lnTo>
                  <a:pt x="6040114" y="5890165"/>
                </a:lnTo>
                <a:lnTo>
                  <a:pt x="6044936" y="5889799"/>
                </a:lnTo>
                <a:lnTo>
                  <a:pt x="6045791" y="5889707"/>
                </a:lnTo>
                <a:lnTo>
                  <a:pt x="6050537" y="5889097"/>
                </a:lnTo>
                <a:lnTo>
                  <a:pt x="6051392" y="5888975"/>
                </a:lnTo>
                <a:lnTo>
                  <a:pt x="6056078" y="5888135"/>
                </a:lnTo>
                <a:lnTo>
                  <a:pt x="6056917" y="5887968"/>
                </a:lnTo>
                <a:lnTo>
                  <a:pt x="6061495" y="5886899"/>
                </a:lnTo>
                <a:lnTo>
                  <a:pt x="6062335" y="5886686"/>
                </a:lnTo>
                <a:lnTo>
                  <a:pt x="6066837" y="5885419"/>
                </a:lnTo>
                <a:lnTo>
                  <a:pt x="6067646" y="5885159"/>
                </a:lnTo>
                <a:lnTo>
                  <a:pt x="6072057" y="5883664"/>
                </a:lnTo>
                <a:lnTo>
                  <a:pt x="6072850" y="5883374"/>
                </a:lnTo>
                <a:lnTo>
                  <a:pt x="6077154" y="5881680"/>
                </a:lnTo>
                <a:lnTo>
                  <a:pt x="6077933" y="5881359"/>
                </a:lnTo>
                <a:lnTo>
                  <a:pt x="6082130" y="5879451"/>
                </a:lnTo>
                <a:lnTo>
                  <a:pt x="6082893" y="5879085"/>
                </a:lnTo>
                <a:lnTo>
                  <a:pt x="6086983" y="5876994"/>
                </a:lnTo>
                <a:lnTo>
                  <a:pt x="6087715" y="5876597"/>
                </a:lnTo>
                <a:lnTo>
                  <a:pt x="6091684" y="5874308"/>
                </a:lnTo>
                <a:lnTo>
                  <a:pt x="6092386" y="5873881"/>
                </a:lnTo>
                <a:lnTo>
                  <a:pt x="6096247" y="5871408"/>
                </a:lnTo>
                <a:lnTo>
                  <a:pt x="6096918" y="5870951"/>
                </a:lnTo>
                <a:lnTo>
                  <a:pt x="6100642" y="5868310"/>
                </a:lnTo>
                <a:lnTo>
                  <a:pt x="6101299" y="5867822"/>
                </a:lnTo>
                <a:lnTo>
                  <a:pt x="6104885" y="5864998"/>
                </a:lnTo>
                <a:lnTo>
                  <a:pt x="6105526" y="5864480"/>
                </a:lnTo>
                <a:lnTo>
                  <a:pt x="6108960" y="5861488"/>
                </a:lnTo>
                <a:lnTo>
                  <a:pt x="6109571" y="5860939"/>
                </a:lnTo>
                <a:lnTo>
                  <a:pt x="6112867" y="5857810"/>
                </a:lnTo>
                <a:lnTo>
                  <a:pt x="6113447" y="5857230"/>
                </a:lnTo>
                <a:lnTo>
                  <a:pt x="6116576" y="5853934"/>
                </a:lnTo>
                <a:lnTo>
                  <a:pt x="6117140" y="5853323"/>
                </a:lnTo>
                <a:lnTo>
                  <a:pt x="6120116" y="5849889"/>
                </a:lnTo>
                <a:lnTo>
                  <a:pt x="6120635" y="5849248"/>
                </a:lnTo>
                <a:lnTo>
                  <a:pt x="6123459" y="5845662"/>
                </a:lnTo>
                <a:lnTo>
                  <a:pt x="6123947" y="5845005"/>
                </a:lnTo>
                <a:lnTo>
                  <a:pt x="6126588" y="5841281"/>
                </a:lnTo>
                <a:lnTo>
                  <a:pt x="6127045" y="5840610"/>
                </a:lnTo>
                <a:lnTo>
                  <a:pt x="6129518" y="5836749"/>
                </a:lnTo>
                <a:lnTo>
                  <a:pt x="6129945" y="5836047"/>
                </a:lnTo>
                <a:lnTo>
                  <a:pt x="6132234" y="5832078"/>
                </a:lnTo>
                <a:lnTo>
                  <a:pt x="6132631" y="5831346"/>
                </a:lnTo>
                <a:lnTo>
                  <a:pt x="6134722" y="5827256"/>
                </a:lnTo>
                <a:lnTo>
                  <a:pt x="6135088" y="5826493"/>
                </a:lnTo>
                <a:lnTo>
                  <a:pt x="6136996" y="5822296"/>
                </a:lnTo>
                <a:lnTo>
                  <a:pt x="6137317" y="5821517"/>
                </a:lnTo>
                <a:lnTo>
                  <a:pt x="6139011" y="5817213"/>
                </a:lnTo>
                <a:lnTo>
                  <a:pt x="6139301" y="5816420"/>
                </a:lnTo>
                <a:lnTo>
                  <a:pt x="6140796" y="5812009"/>
                </a:lnTo>
                <a:lnTo>
                  <a:pt x="6141056" y="5811200"/>
                </a:lnTo>
                <a:lnTo>
                  <a:pt x="6142323" y="5806698"/>
                </a:lnTo>
                <a:lnTo>
                  <a:pt x="6142536" y="5805859"/>
                </a:lnTo>
                <a:lnTo>
                  <a:pt x="6143605" y="5801280"/>
                </a:lnTo>
                <a:lnTo>
                  <a:pt x="6143772" y="5800441"/>
                </a:lnTo>
                <a:lnTo>
                  <a:pt x="6144612" y="5795755"/>
                </a:lnTo>
                <a:lnTo>
                  <a:pt x="6144734" y="5794900"/>
                </a:lnTo>
                <a:lnTo>
                  <a:pt x="6145344" y="5790154"/>
                </a:lnTo>
                <a:lnTo>
                  <a:pt x="6145436" y="5789299"/>
                </a:lnTo>
                <a:lnTo>
                  <a:pt x="6145802" y="5784477"/>
                </a:lnTo>
                <a:lnTo>
                  <a:pt x="6145848" y="5783607"/>
                </a:lnTo>
                <a:lnTo>
                  <a:pt x="6145970" y="5778723"/>
                </a:lnTo>
                <a:lnTo>
                  <a:pt x="6145970" y="5778296"/>
                </a:lnTo>
                <a:lnTo>
                  <a:pt x="6145970" y="112038"/>
                </a:lnTo>
                <a:lnTo>
                  <a:pt x="6145970" y="111595"/>
                </a:lnTo>
                <a:lnTo>
                  <a:pt x="6145848" y="106727"/>
                </a:lnTo>
                <a:lnTo>
                  <a:pt x="6145802" y="105857"/>
                </a:lnTo>
                <a:lnTo>
                  <a:pt x="6145436" y="101034"/>
                </a:lnTo>
                <a:lnTo>
                  <a:pt x="6145344" y="100179"/>
                </a:lnTo>
                <a:lnTo>
                  <a:pt x="6144734" y="95417"/>
                </a:lnTo>
                <a:lnTo>
                  <a:pt x="6144612" y="94578"/>
                </a:lnTo>
                <a:lnTo>
                  <a:pt x="6143772" y="89893"/>
                </a:lnTo>
                <a:lnTo>
                  <a:pt x="6143605" y="89053"/>
                </a:lnTo>
                <a:lnTo>
                  <a:pt x="6142536" y="84459"/>
                </a:lnTo>
                <a:lnTo>
                  <a:pt x="6142323" y="83635"/>
                </a:lnTo>
                <a:lnTo>
                  <a:pt x="6141056" y="79133"/>
                </a:lnTo>
                <a:lnTo>
                  <a:pt x="6140796" y="78324"/>
                </a:lnTo>
                <a:lnTo>
                  <a:pt x="6139301" y="73913"/>
                </a:lnTo>
                <a:lnTo>
                  <a:pt x="6139011" y="73120"/>
                </a:lnTo>
                <a:lnTo>
                  <a:pt x="6137317" y="68816"/>
                </a:lnTo>
                <a:lnTo>
                  <a:pt x="6136996" y="68038"/>
                </a:lnTo>
                <a:lnTo>
                  <a:pt x="6135088" y="63841"/>
                </a:lnTo>
                <a:lnTo>
                  <a:pt x="6134722" y="63077"/>
                </a:lnTo>
                <a:lnTo>
                  <a:pt x="6132631" y="58987"/>
                </a:lnTo>
                <a:lnTo>
                  <a:pt x="6132234" y="58255"/>
                </a:lnTo>
                <a:lnTo>
                  <a:pt x="6129945" y="54287"/>
                </a:lnTo>
                <a:lnTo>
                  <a:pt x="6129518" y="53585"/>
                </a:lnTo>
                <a:lnTo>
                  <a:pt x="6127045" y="49723"/>
                </a:lnTo>
                <a:lnTo>
                  <a:pt x="6126588" y="49052"/>
                </a:lnTo>
                <a:lnTo>
                  <a:pt x="6123947" y="45328"/>
                </a:lnTo>
                <a:lnTo>
                  <a:pt x="6123459" y="44672"/>
                </a:lnTo>
                <a:lnTo>
                  <a:pt x="6120635" y="41085"/>
                </a:lnTo>
                <a:lnTo>
                  <a:pt x="6120116" y="40444"/>
                </a:lnTo>
                <a:lnTo>
                  <a:pt x="6117140" y="37010"/>
                </a:lnTo>
                <a:lnTo>
                  <a:pt x="6116576" y="36400"/>
                </a:lnTo>
                <a:lnTo>
                  <a:pt x="6113447" y="33103"/>
                </a:lnTo>
                <a:lnTo>
                  <a:pt x="6112867" y="32523"/>
                </a:lnTo>
                <a:lnTo>
                  <a:pt x="6109571" y="29394"/>
                </a:lnTo>
                <a:lnTo>
                  <a:pt x="6108960" y="28830"/>
                </a:lnTo>
                <a:lnTo>
                  <a:pt x="6105526" y="25854"/>
                </a:lnTo>
                <a:lnTo>
                  <a:pt x="6104885" y="25335"/>
                </a:lnTo>
                <a:lnTo>
                  <a:pt x="6101299" y="22511"/>
                </a:lnTo>
                <a:lnTo>
                  <a:pt x="6100642" y="22023"/>
                </a:lnTo>
                <a:lnTo>
                  <a:pt x="6096918" y="19383"/>
                </a:lnTo>
                <a:lnTo>
                  <a:pt x="6096247" y="18910"/>
                </a:lnTo>
                <a:lnTo>
                  <a:pt x="6092386" y="16452"/>
                </a:lnTo>
                <a:lnTo>
                  <a:pt x="6091684" y="16025"/>
                </a:lnTo>
                <a:lnTo>
                  <a:pt x="6087715" y="13736"/>
                </a:lnTo>
                <a:lnTo>
                  <a:pt x="6086983" y="13339"/>
                </a:lnTo>
                <a:lnTo>
                  <a:pt x="6082893" y="11248"/>
                </a:lnTo>
                <a:lnTo>
                  <a:pt x="6082130" y="10882"/>
                </a:lnTo>
                <a:lnTo>
                  <a:pt x="6077933" y="8974"/>
                </a:lnTo>
                <a:lnTo>
                  <a:pt x="6077154" y="8654"/>
                </a:lnTo>
                <a:lnTo>
                  <a:pt x="6072850" y="6959"/>
                </a:lnTo>
                <a:lnTo>
                  <a:pt x="6072057" y="6669"/>
                </a:lnTo>
                <a:lnTo>
                  <a:pt x="6067646" y="5174"/>
                </a:lnTo>
                <a:lnTo>
                  <a:pt x="6066837" y="4914"/>
                </a:lnTo>
                <a:lnTo>
                  <a:pt x="6062335" y="3632"/>
                </a:lnTo>
                <a:lnTo>
                  <a:pt x="6061495" y="3434"/>
                </a:lnTo>
                <a:lnTo>
                  <a:pt x="6056917" y="2366"/>
                </a:lnTo>
                <a:lnTo>
                  <a:pt x="6056078" y="2198"/>
                </a:lnTo>
                <a:lnTo>
                  <a:pt x="6051392" y="1358"/>
                </a:lnTo>
                <a:lnTo>
                  <a:pt x="6050537" y="1236"/>
                </a:lnTo>
                <a:lnTo>
                  <a:pt x="6045791" y="626"/>
                </a:lnTo>
                <a:lnTo>
                  <a:pt x="6044936" y="534"/>
                </a:lnTo>
                <a:lnTo>
                  <a:pt x="6040114" y="168"/>
                </a:lnTo>
                <a:lnTo>
                  <a:pt x="6039244" y="122"/>
                </a:lnTo>
                <a:lnTo>
                  <a:pt x="6034360" y="0"/>
                </a:lnTo>
                <a:lnTo>
                  <a:pt x="6033932" y="0"/>
                </a:lnTo>
                <a:lnTo>
                  <a:pt x="112038" y="0"/>
                </a:lnTo>
                <a:lnTo>
                  <a:pt x="111610" y="0"/>
                </a:lnTo>
                <a:lnTo>
                  <a:pt x="106727" y="122"/>
                </a:lnTo>
                <a:lnTo>
                  <a:pt x="105857" y="168"/>
                </a:lnTo>
                <a:lnTo>
                  <a:pt x="101034" y="534"/>
                </a:lnTo>
                <a:lnTo>
                  <a:pt x="100179" y="626"/>
                </a:lnTo>
                <a:lnTo>
                  <a:pt x="95417" y="1236"/>
                </a:lnTo>
                <a:lnTo>
                  <a:pt x="94578" y="1358"/>
                </a:lnTo>
                <a:lnTo>
                  <a:pt x="89893" y="2198"/>
                </a:lnTo>
                <a:lnTo>
                  <a:pt x="89053" y="2366"/>
                </a:lnTo>
                <a:lnTo>
                  <a:pt x="84459" y="3434"/>
                </a:lnTo>
                <a:lnTo>
                  <a:pt x="83635" y="3632"/>
                </a:lnTo>
                <a:lnTo>
                  <a:pt x="79133" y="4914"/>
                </a:lnTo>
                <a:lnTo>
                  <a:pt x="78324" y="5174"/>
                </a:lnTo>
                <a:lnTo>
                  <a:pt x="73913" y="6669"/>
                </a:lnTo>
                <a:lnTo>
                  <a:pt x="73120" y="6959"/>
                </a:lnTo>
                <a:lnTo>
                  <a:pt x="68816" y="8654"/>
                </a:lnTo>
                <a:lnTo>
                  <a:pt x="68038" y="8974"/>
                </a:lnTo>
                <a:lnTo>
                  <a:pt x="63841" y="10882"/>
                </a:lnTo>
                <a:lnTo>
                  <a:pt x="63077" y="11248"/>
                </a:lnTo>
                <a:lnTo>
                  <a:pt x="58987" y="13339"/>
                </a:lnTo>
                <a:lnTo>
                  <a:pt x="58255" y="13736"/>
                </a:lnTo>
                <a:lnTo>
                  <a:pt x="54287" y="16025"/>
                </a:lnTo>
                <a:lnTo>
                  <a:pt x="53585" y="16452"/>
                </a:lnTo>
                <a:lnTo>
                  <a:pt x="49723" y="18910"/>
                </a:lnTo>
                <a:lnTo>
                  <a:pt x="49052" y="19383"/>
                </a:lnTo>
                <a:lnTo>
                  <a:pt x="45328" y="22023"/>
                </a:lnTo>
                <a:lnTo>
                  <a:pt x="44672" y="22511"/>
                </a:lnTo>
                <a:lnTo>
                  <a:pt x="41085" y="25335"/>
                </a:lnTo>
                <a:lnTo>
                  <a:pt x="40444" y="25854"/>
                </a:lnTo>
                <a:lnTo>
                  <a:pt x="37010" y="28830"/>
                </a:lnTo>
                <a:lnTo>
                  <a:pt x="36400" y="29394"/>
                </a:lnTo>
                <a:lnTo>
                  <a:pt x="33103" y="32523"/>
                </a:lnTo>
                <a:lnTo>
                  <a:pt x="32523" y="33103"/>
                </a:lnTo>
                <a:lnTo>
                  <a:pt x="29394" y="36400"/>
                </a:lnTo>
                <a:lnTo>
                  <a:pt x="28830" y="37010"/>
                </a:lnTo>
                <a:lnTo>
                  <a:pt x="25854" y="40444"/>
                </a:lnTo>
                <a:lnTo>
                  <a:pt x="25335" y="41085"/>
                </a:lnTo>
                <a:lnTo>
                  <a:pt x="22511" y="44672"/>
                </a:lnTo>
                <a:lnTo>
                  <a:pt x="22023" y="45328"/>
                </a:lnTo>
                <a:lnTo>
                  <a:pt x="19383" y="49052"/>
                </a:lnTo>
                <a:lnTo>
                  <a:pt x="18910" y="49723"/>
                </a:lnTo>
                <a:lnTo>
                  <a:pt x="16452" y="53585"/>
                </a:lnTo>
                <a:lnTo>
                  <a:pt x="16025" y="54287"/>
                </a:lnTo>
                <a:lnTo>
                  <a:pt x="13736" y="58255"/>
                </a:lnTo>
                <a:lnTo>
                  <a:pt x="13339" y="58987"/>
                </a:lnTo>
                <a:lnTo>
                  <a:pt x="11248" y="63077"/>
                </a:lnTo>
                <a:lnTo>
                  <a:pt x="10882" y="63841"/>
                </a:lnTo>
                <a:lnTo>
                  <a:pt x="8974" y="68038"/>
                </a:lnTo>
                <a:lnTo>
                  <a:pt x="8654" y="68816"/>
                </a:lnTo>
                <a:lnTo>
                  <a:pt x="6959" y="73120"/>
                </a:lnTo>
                <a:lnTo>
                  <a:pt x="6669" y="73913"/>
                </a:lnTo>
                <a:lnTo>
                  <a:pt x="5174" y="78324"/>
                </a:lnTo>
                <a:lnTo>
                  <a:pt x="4914" y="79133"/>
                </a:lnTo>
                <a:lnTo>
                  <a:pt x="3632" y="83635"/>
                </a:lnTo>
                <a:lnTo>
                  <a:pt x="3434" y="84459"/>
                </a:lnTo>
                <a:lnTo>
                  <a:pt x="2366" y="89053"/>
                </a:lnTo>
                <a:lnTo>
                  <a:pt x="2198" y="89893"/>
                </a:lnTo>
                <a:lnTo>
                  <a:pt x="1358" y="94578"/>
                </a:lnTo>
                <a:lnTo>
                  <a:pt x="1236" y="95417"/>
                </a:lnTo>
                <a:lnTo>
                  <a:pt x="626" y="100179"/>
                </a:lnTo>
                <a:lnTo>
                  <a:pt x="534" y="101034"/>
                </a:lnTo>
                <a:lnTo>
                  <a:pt x="168" y="105857"/>
                </a:lnTo>
                <a:lnTo>
                  <a:pt x="122" y="106727"/>
                </a:lnTo>
                <a:lnTo>
                  <a:pt x="0" y="111595"/>
                </a:lnTo>
                <a:lnTo>
                  <a:pt x="0" y="112038"/>
                </a:lnTo>
                <a:lnTo>
                  <a:pt x="0" y="5778296"/>
                </a:lnTo>
                <a:lnTo>
                  <a:pt x="0" y="5778723"/>
                </a:lnTo>
                <a:lnTo>
                  <a:pt x="122" y="5783607"/>
                </a:lnTo>
                <a:lnTo>
                  <a:pt x="168" y="5784477"/>
                </a:lnTo>
                <a:lnTo>
                  <a:pt x="534" y="5789299"/>
                </a:lnTo>
                <a:close/>
                <a:moveTo>
                  <a:pt x="37879" y="88792"/>
                </a:moveTo>
                <a:lnTo>
                  <a:pt x="39053" y="85328"/>
                </a:lnTo>
                <a:lnTo>
                  <a:pt x="40387" y="81939"/>
                </a:lnTo>
                <a:lnTo>
                  <a:pt x="42036" y="78282"/>
                </a:lnTo>
                <a:lnTo>
                  <a:pt x="43705" y="75042"/>
                </a:lnTo>
                <a:lnTo>
                  <a:pt x="45589" y="71754"/>
                </a:lnTo>
                <a:lnTo>
                  <a:pt x="47679" y="68503"/>
                </a:lnTo>
                <a:lnTo>
                  <a:pt x="49888" y="65405"/>
                </a:lnTo>
                <a:lnTo>
                  <a:pt x="51977" y="62751"/>
                </a:lnTo>
                <a:lnTo>
                  <a:pt x="54479" y="59852"/>
                </a:lnTo>
                <a:lnTo>
                  <a:pt x="57102" y="57102"/>
                </a:lnTo>
                <a:lnTo>
                  <a:pt x="59852" y="54479"/>
                </a:lnTo>
                <a:lnTo>
                  <a:pt x="62751" y="51977"/>
                </a:lnTo>
                <a:lnTo>
                  <a:pt x="65405" y="49888"/>
                </a:lnTo>
                <a:lnTo>
                  <a:pt x="68503" y="47679"/>
                </a:lnTo>
                <a:lnTo>
                  <a:pt x="71774" y="45576"/>
                </a:lnTo>
                <a:lnTo>
                  <a:pt x="74816" y="43821"/>
                </a:lnTo>
                <a:lnTo>
                  <a:pt x="78282" y="42036"/>
                </a:lnTo>
                <a:lnTo>
                  <a:pt x="81939" y="40387"/>
                </a:lnTo>
                <a:lnTo>
                  <a:pt x="85328" y="39053"/>
                </a:lnTo>
                <a:lnTo>
                  <a:pt x="88792" y="37879"/>
                </a:lnTo>
                <a:lnTo>
                  <a:pt x="92668" y="36775"/>
                </a:lnTo>
                <a:lnTo>
                  <a:pt x="96165" y="35962"/>
                </a:lnTo>
                <a:lnTo>
                  <a:pt x="100070" y="35260"/>
                </a:lnTo>
                <a:lnTo>
                  <a:pt x="103994" y="34755"/>
                </a:lnTo>
                <a:lnTo>
                  <a:pt x="107975" y="34452"/>
                </a:lnTo>
                <a:lnTo>
                  <a:pt x="112465" y="34339"/>
                </a:lnTo>
                <a:lnTo>
                  <a:pt x="6033505" y="34339"/>
                </a:lnTo>
                <a:lnTo>
                  <a:pt x="6037995" y="34452"/>
                </a:lnTo>
                <a:lnTo>
                  <a:pt x="6041976" y="34755"/>
                </a:lnTo>
                <a:lnTo>
                  <a:pt x="6045900" y="35260"/>
                </a:lnTo>
                <a:lnTo>
                  <a:pt x="6049796" y="35960"/>
                </a:lnTo>
                <a:lnTo>
                  <a:pt x="6053364" y="36793"/>
                </a:lnTo>
                <a:lnTo>
                  <a:pt x="6057178" y="37879"/>
                </a:lnTo>
                <a:lnTo>
                  <a:pt x="6060642" y="39053"/>
                </a:lnTo>
                <a:lnTo>
                  <a:pt x="6064031" y="40387"/>
                </a:lnTo>
                <a:lnTo>
                  <a:pt x="6067688" y="42036"/>
                </a:lnTo>
                <a:lnTo>
                  <a:pt x="6071154" y="43821"/>
                </a:lnTo>
                <a:lnTo>
                  <a:pt x="6074196" y="45576"/>
                </a:lnTo>
                <a:lnTo>
                  <a:pt x="6077467" y="47679"/>
                </a:lnTo>
                <a:lnTo>
                  <a:pt x="6080566" y="49888"/>
                </a:lnTo>
                <a:lnTo>
                  <a:pt x="6083219" y="51977"/>
                </a:lnTo>
                <a:lnTo>
                  <a:pt x="6086118" y="54479"/>
                </a:lnTo>
                <a:lnTo>
                  <a:pt x="6088868" y="57102"/>
                </a:lnTo>
                <a:lnTo>
                  <a:pt x="6091491" y="59852"/>
                </a:lnTo>
                <a:lnTo>
                  <a:pt x="6093993" y="62751"/>
                </a:lnTo>
                <a:lnTo>
                  <a:pt x="6096082" y="65405"/>
                </a:lnTo>
                <a:lnTo>
                  <a:pt x="6098292" y="68503"/>
                </a:lnTo>
                <a:lnTo>
                  <a:pt x="6100381" y="71754"/>
                </a:lnTo>
                <a:lnTo>
                  <a:pt x="6102265" y="75042"/>
                </a:lnTo>
                <a:lnTo>
                  <a:pt x="6103934" y="78282"/>
                </a:lnTo>
                <a:lnTo>
                  <a:pt x="6105583" y="81939"/>
                </a:lnTo>
                <a:lnTo>
                  <a:pt x="6106917" y="85328"/>
                </a:lnTo>
                <a:lnTo>
                  <a:pt x="6108092" y="88792"/>
                </a:lnTo>
                <a:lnTo>
                  <a:pt x="6109187" y="92639"/>
                </a:lnTo>
                <a:lnTo>
                  <a:pt x="6110056" y="96432"/>
                </a:lnTo>
                <a:lnTo>
                  <a:pt x="6110710" y="100070"/>
                </a:lnTo>
                <a:lnTo>
                  <a:pt x="6111215" y="103994"/>
                </a:lnTo>
                <a:lnTo>
                  <a:pt x="6111518" y="107975"/>
                </a:lnTo>
                <a:lnTo>
                  <a:pt x="6111631" y="112465"/>
                </a:lnTo>
                <a:lnTo>
                  <a:pt x="6111631" y="5777868"/>
                </a:lnTo>
                <a:lnTo>
                  <a:pt x="6111518" y="5782359"/>
                </a:lnTo>
                <a:lnTo>
                  <a:pt x="6111215" y="5786340"/>
                </a:lnTo>
                <a:lnTo>
                  <a:pt x="6110710" y="5790263"/>
                </a:lnTo>
                <a:lnTo>
                  <a:pt x="6110057" y="5793896"/>
                </a:lnTo>
                <a:lnTo>
                  <a:pt x="6109170" y="5797752"/>
                </a:lnTo>
                <a:lnTo>
                  <a:pt x="6108092" y="5801541"/>
                </a:lnTo>
                <a:lnTo>
                  <a:pt x="6106917" y="5805005"/>
                </a:lnTo>
                <a:lnTo>
                  <a:pt x="6105583" y="5808394"/>
                </a:lnTo>
                <a:lnTo>
                  <a:pt x="6103934" y="5812051"/>
                </a:lnTo>
                <a:lnTo>
                  <a:pt x="6102265" y="5815292"/>
                </a:lnTo>
                <a:lnTo>
                  <a:pt x="6100381" y="5818579"/>
                </a:lnTo>
                <a:lnTo>
                  <a:pt x="6098292" y="5821830"/>
                </a:lnTo>
                <a:lnTo>
                  <a:pt x="6096082" y="5824929"/>
                </a:lnTo>
                <a:lnTo>
                  <a:pt x="6093993" y="5827582"/>
                </a:lnTo>
                <a:lnTo>
                  <a:pt x="6091491" y="5830482"/>
                </a:lnTo>
                <a:lnTo>
                  <a:pt x="6088868" y="5833232"/>
                </a:lnTo>
                <a:lnTo>
                  <a:pt x="6086118" y="5835854"/>
                </a:lnTo>
                <a:lnTo>
                  <a:pt x="6083219" y="5838356"/>
                </a:lnTo>
                <a:lnTo>
                  <a:pt x="6080566" y="5840445"/>
                </a:lnTo>
                <a:lnTo>
                  <a:pt x="6077467" y="5842655"/>
                </a:lnTo>
                <a:lnTo>
                  <a:pt x="6074216" y="5844744"/>
                </a:lnTo>
                <a:lnTo>
                  <a:pt x="6070928" y="5846628"/>
                </a:lnTo>
                <a:lnTo>
                  <a:pt x="6067688" y="5848297"/>
                </a:lnTo>
                <a:lnTo>
                  <a:pt x="6064031" y="5849946"/>
                </a:lnTo>
                <a:lnTo>
                  <a:pt x="6060642" y="5851280"/>
                </a:lnTo>
                <a:lnTo>
                  <a:pt x="6057178" y="5852455"/>
                </a:lnTo>
                <a:lnTo>
                  <a:pt x="6053389" y="5853533"/>
                </a:lnTo>
                <a:lnTo>
                  <a:pt x="6049533" y="5854420"/>
                </a:lnTo>
                <a:lnTo>
                  <a:pt x="6045900" y="5855073"/>
                </a:lnTo>
                <a:lnTo>
                  <a:pt x="6041976" y="5855578"/>
                </a:lnTo>
                <a:lnTo>
                  <a:pt x="6037995" y="5855881"/>
                </a:lnTo>
                <a:lnTo>
                  <a:pt x="6033505" y="5855994"/>
                </a:lnTo>
                <a:lnTo>
                  <a:pt x="112465" y="5855994"/>
                </a:lnTo>
                <a:lnTo>
                  <a:pt x="107975" y="5855881"/>
                </a:lnTo>
                <a:lnTo>
                  <a:pt x="103994" y="5855578"/>
                </a:lnTo>
                <a:lnTo>
                  <a:pt x="100070" y="5855073"/>
                </a:lnTo>
                <a:lnTo>
                  <a:pt x="96432" y="5854419"/>
                </a:lnTo>
                <a:lnTo>
                  <a:pt x="92639" y="5853550"/>
                </a:lnTo>
                <a:lnTo>
                  <a:pt x="88792" y="5852455"/>
                </a:lnTo>
                <a:lnTo>
                  <a:pt x="85328" y="5851280"/>
                </a:lnTo>
                <a:lnTo>
                  <a:pt x="81939" y="5849946"/>
                </a:lnTo>
                <a:lnTo>
                  <a:pt x="78282" y="5848297"/>
                </a:lnTo>
                <a:lnTo>
                  <a:pt x="75042" y="5846628"/>
                </a:lnTo>
                <a:lnTo>
                  <a:pt x="71754" y="5844744"/>
                </a:lnTo>
                <a:lnTo>
                  <a:pt x="68503" y="5842655"/>
                </a:lnTo>
                <a:lnTo>
                  <a:pt x="65405" y="5840445"/>
                </a:lnTo>
                <a:lnTo>
                  <a:pt x="62751" y="5838356"/>
                </a:lnTo>
                <a:lnTo>
                  <a:pt x="59852" y="5835854"/>
                </a:lnTo>
                <a:lnTo>
                  <a:pt x="57102" y="5833232"/>
                </a:lnTo>
                <a:lnTo>
                  <a:pt x="54479" y="5830482"/>
                </a:lnTo>
                <a:lnTo>
                  <a:pt x="51977" y="5827582"/>
                </a:lnTo>
                <a:lnTo>
                  <a:pt x="49888" y="5824929"/>
                </a:lnTo>
                <a:lnTo>
                  <a:pt x="47679" y="5821830"/>
                </a:lnTo>
                <a:lnTo>
                  <a:pt x="45589" y="5818579"/>
                </a:lnTo>
                <a:lnTo>
                  <a:pt x="43705" y="5815292"/>
                </a:lnTo>
                <a:lnTo>
                  <a:pt x="42036" y="5812051"/>
                </a:lnTo>
                <a:lnTo>
                  <a:pt x="40387" y="5808394"/>
                </a:lnTo>
                <a:lnTo>
                  <a:pt x="39053" y="5805005"/>
                </a:lnTo>
                <a:lnTo>
                  <a:pt x="37879" y="5801541"/>
                </a:lnTo>
                <a:lnTo>
                  <a:pt x="36793" y="5797727"/>
                </a:lnTo>
                <a:lnTo>
                  <a:pt x="35960" y="5794160"/>
                </a:lnTo>
                <a:lnTo>
                  <a:pt x="35260" y="5790263"/>
                </a:lnTo>
                <a:lnTo>
                  <a:pt x="34755" y="5786340"/>
                </a:lnTo>
                <a:lnTo>
                  <a:pt x="34452" y="5782359"/>
                </a:lnTo>
                <a:lnTo>
                  <a:pt x="34339" y="5777868"/>
                </a:lnTo>
                <a:lnTo>
                  <a:pt x="34339" y="112465"/>
                </a:lnTo>
                <a:lnTo>
                  <a:pt x="34452" y="107975"/>
                </a:lnTo>
                <a:lnTo>
                  <a:pt x="34755" y="103994"/>
                </a:lnTo>
                <a:lnTo>
                  <a:pt x="35260" y="100070"/>
                </a:lnTo>
                <a:lnTo>
                  <a:pt x="35962" y="96165"/>
                </a:lnTo>
                <a:lnTo>
                  <a:pt x="36775" y="92668"/>
                </a:lnTo>
                <a:lnTo>
                  <a:pt x="37879" y="88792"/>
                </a:lnTo>
                <a:close/>
              </a:path>
            </a:pathLst>
          </a:custGeom>
          <a:solidFill xmlns:a="http://schemas.openxmlformats.org/drawingml/2006/main">
            <a:srgbClr val="9848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86A81-D3CB-4BDC-A0BF-91A6F929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445" y="583438"/>
            <a:ext cx="3140901" cy="479834"/>
          </a:xfrm>
          <a:custGeom xmlns:a="http://schemas.openxmlformats.org/drawingml/2006/main">
            <a:pathLst>
              <a:path w="3140901" h="479834">
                <a:moveTo>
                  <a:pt x="0" y="0"/>
                </a:moveTo>
                <a:lnTo>
                  <a:pt x="3140901" y="0"/>
                </a:lnTo>
                <a:lnTo>
                  <a:pt x="3140901" y="479834"/>
                </a:lnTo>
                <a:lnTo>
                  <a:pt x="0" y="4798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Text T">
            <a:extLst xmlns:a="http://schemas.openxmlformats.org/drawingml/2006/main">
              <a:ext uri="{FF2B5EF4-FFF2-40B4-BE49-F238E27FC236}">
                <a16:creationId xmlns:a16="http://schemas.microsoft.com/office/drawing/2014/main" id="{9A2223C5-4321-4D4D-8564-23335F914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992" y="733641"/>
            <a:ext cx="150311" cy="194239"/>
          </a:xfrm>
          <a:custGeom xmlns:a="http://schemas.openxmlformats.org/drawingml/2006/main">
            <a:pathLst>
              <a:path w="150311" h="194239">
                <a:moveTo>
                  <a:pt x="150311" y="6303"/>
                </a:moveTo>
                <a:cubicBezTo>
                  <a:pt x="150311" y="7004"/>
                  <a:pt x="150236" y="8131"/>
                  <a:pt x="150087" y="9684"/>
                </a:cubicBezTo>
                <a:cubicBezTo>
                  <a:pt x="149938" y="11234"/>
                  <a:pt x="149689" y="12960"/>
                  <a:pt x="149340" y="14862"/>
                </a:cubicBezTo>
                <a:cubicBezTo>
                  <a:pt x="148991" y="16764"/>
                  <a:pt x="148543" y="18741"/>
                  <a:pt x="147995" y="20792"/>
                </a:cubicBezTo>
                <a:cubicBezTo>
                  <a:pt x="147447" y="22843"/>
                  <a:pt x="146800" y="24720"/>
                  <a:pt x="146053" y="26423"/>
                </a:cubicBezTo>
                <a:cubicBezTo>
                  <a:pt x="145306" y="28123"/>
                  <a:pt x="144409" y="29523"/>
                  <a:pt x="143363" y="30625"/>
                </a:cubicBezTo>
                <a:cubicBezTo>
                  <a:pt x="142317" y="31724"/>
                  <a:pt x="141197" y="32274"/>
                  <a:pt x="140002" y="32274"/>
                </a:cubicBezTo>
                <a:lnTo>
                  <a:pt x="91442" y="32274"/>
                </a:lnTo>
                <a:lnTo>
                  <a:pt x="60364" y="187964"/>
                </a:lnTo>
                <a:cubicBezTo>
                  <a:pt x="60065" y="188960"/>
                  <a:pt x="59517" y="189856"/>
                  <a:pt x="58720" y="190653"/>
                </a:cubicBezTo>
                <a:cubicBezTo>
                  <a:pt x="57923" y="191450"/>
                  <a:pt x="56703" y="192097"/>
                  <a:pt x="55059" y="192596"/>
                </a:cubicBezTo>
                <a:cubicBezTo>
                  <a:pt x="53416" y="193094"/>
                  <a:pt x="51324" y="193492"/>
                  <a:pt x="48784" y="193791"/>
                </a:cubicBezTo>
                <a:cubicBezTo>
                  <a:pt x="46244" y="194090"/>
                  <a:pt x="43031" y="194239"/>
                  <a:pt x="39147" y="194239"/>
                </a:cubicBezTo>
                <a:cubicBezTo>
                  <a:pt x="35361" y="194239"/>
                  <a:pt x="32224" y="194090"/>
                  <a:pt x="29734" y="193791"/>
                </a:cubicBezTo>
                <a:cubicBezTo>
                  <a:pt x="27243" y="193492"/>
                  <a:pt x="25326" y="193094"/>
                  <a:pt x="23981" y="192596"/>
                </a:cubicBezTo>
                <a:cubicBezTo>
                  <a:pt x="22636" y="192097"/>
                  <a:pt x="21740" y="191450"/>
                  <a:pt x="21292" y="190653"/>
                </a:cubicBezTo>
                <a:cubicBezTo>
                  <a:pt x="20843" y="189856"/>
                  <a:pt x="20719" y="188960"/>
                  <a:pt x="20918" y="187964"/>
                </a:cubicBezTo>
                <a:lnTo>
                  <a:pt x="51996" y="32274"/>
                </a:lnTo>
                <a:lnTo>
                  <a:pt x="3885" y="32274"/>
                </a:lnTo>
                <a:cubicBezTo>
                  <a:pt x="2391" y="32274"/>
                  <a:pt x="1370" y="31724"/>
                  <a:pt x="822" y="30625"/>
                </a:cubicBezTo>
                <a:cubicBezTo>
                  <a:pt x="274" y="29523"/>
                  <a:pt x="0" y="28021"/>
                  <a:pt x="0" y="26120"/>
                </a:cubicBezTo>
                <a:cubicBezTo>
                  <a:pt x="0" y="25320"/>
                  <a:pt x="75" y="24144"/>
                  <a:pt x="224" y="22594"/>
                </a:cubicBezTo>
                <a:cubicBezTo>
                  <a:pt x="374" y="21041"/>
                  <a:pt x="623" y="19289"/>
                  <a:pt x="971" y="17337"/>
                </a:cubicBezTo>
                <a:cubicBezTo>
                  <a:pt x="1320" y="15385"/>
                  <a:pt x="1768" y="13384"/>
                  <a:pt x="2316" y="11332"/>
                </a:cubicBezTo>
                <a:cubicBezTo>
                  <a:pt x="2864" y="9281"/>
                  <a:pt x="3536" y="7405"/>
                  <a:pt x="4333" y="5706"/>
                </a:cubicBezTo>
                <a:cubicBezTo>
                  <a:pt x="5130" y="4003"/>
                  <a:pt x="6026" y="2627"/>
                  <a:pt x="7022" y="1578"/>
                </a:cubicBezTo>
                <a:cubicBezTo>
                  <a:pt x="8019" y="526"/>
                  <a:pt x="9114" y="0"/>
                  <a:pt x="10310" y="0"/>
                </a:cubicBezTo>
                <a:lnTo>
                  <a:pt x="146576" y="0"/>
                </a:lnTo>
                <a:cubicBezTo>
                  <a:pt x="147771" y="0"/>
                  <a:pt x="148693" y="551"/>
                  <a:pt x="149340" y="1653"/>
                </a:cubicBezTo>
                <a:cubicBezTo>
                  <a:pt x="149987" y="2752"/>
                  <a:pt x="150311" y="4302"/>
                  <a:pt x="150311" y="6303"/>
                </a:cubicBezTo>
                <a:close/>
              </a:path>
            </a:pathLst>
          </a:custGeom>
          <a:solidFill xmlns:a="http://schemas.openxmlformats.org/drawingml/2006/main">
            <a:srgbClr val="9848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" name="Text oken-levelUnlearni">
            <a:extLst xmlns:a="http://schemas.openxmlformats.org/drawingml/2006/main">
              <a:ext uri="{FF2B5EF4-FFF2-40B4-BE49-F238E27FC236}">
                <a16:creationId xmlns:a16="http://schemas.microsoft.com/office/drawing/2014/main" id="{2D2DE695-E379-4224-8759-AB6C18E1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61" y="718998"/>
            <a:ext cx="2435052" cy="211571"/>
          </a:xfrm>
          <a:custGeom xmlns:a="http://schemas.openxmlformats.org/drawingml/2006/main">
            <a:pathLst>
              <a:path w="2435052" h="211571">
                <a:moveTo>
                  <a:pt x="144036" y="114410"/>
                </a:moveTo>
                <a:cubicBezTo>
                  <a:pt x="144036" y="121594"/>
                  <a:pt x="143363" y="128979"/>
                  <a:pt x="142019" y="136565"/>
                </a:cubicBezTo>
                <a:cubicBezTo>
                  <a:pt x="140674" y="144151"/>
                  <a:pt x="138557" y="151563"/>
                  <a:pt x="135669" y="158800"/>
                </a:cubicBezTo>
                <a:cubicBezTo>
                  <a:pt x="132780" y="166034"/>
                  <a:pt x="129069" y="172820"/>
                  <a:pt x="124537" y="179158"/>
                </a:cubicBezTo>
                <a:cubicBezTo>
                  <a:pt x="120005" y="185495"/>
                  <a:pt x="114576" y="191084"/>
                  <a:pt x="108251" y="195925"/>
                </a:cubicBezTo>
                <a:cubicBezTo>
                  <a:pt x="101926" y="200765"/>
                  <a:pt x="94679" y="204583"/>
                  <a:pt x="86511" y="207378"/>
                </a:cubicBezTo>
                <a:cubicBezTo>
                  <a:pt x="78343" y="210174"/>
                  <a:pt x="69129" y="211571"/>
                  <a:pt x="58869" y="211571"/>
                </a:cubicBezTo>
                <a:cubicBezTo>
                  <a:pt x="48809" y="211571"/>
                  <a:pt x="40118" y="210398"/>
                  <a:pt x="32797" y="208051"/>
                </a:cubicBezTo>
                <a:cubicBezTo>
                  <a:pt x="25475" y="205707"/>
                  <a:pt x="19374" y="202264"/>
                  <a:pt x="14493" y="197722"/>
                </a:cubicBezTo>
                <a:cubicBezTo>
                  <a:pt x="9612" y="193181"/>
                  <a:pt x="5977" y="187592"/>
                  <a:pt x="3586" y="180955"/>
                </a:cubicBezTo>
                <a:cubicBezTo>
                  <a:pt x="1195" y="174319"/>
                  <a:pt x="0" y="166708"/>
                  <a:pt x="0" y="158123"/>
                </a:cubicBezTo>
                <a:cubicBezTo>
                  <a:pt x="0" y="150938"/>
                  <a:pt x="672" y="143553"/>
                  <a:pt x="2017" y="135967"/>
                </a:cubicBezTo>
                <a:cubicBezTo>
                  <a:pt x="3362" y="128381"/>
                  <a:pt x="5479" y="120996"/>
                  <a:pt x="8367" y="113812"/>
                </a:cubicBezTo>
                <a:cubicBezTo>
                  <a:pt x="11256" y="106624"/>
                  <a:pt x="14966" y="99812"/>
                  <a:pt x="19499" y="93375"/>
                </a:cubicBezTo>
                <a:cubicBezTo>
                  <a:pt x="24031" y="86938"/>
                  <a:pt x="29460" y="81324"/>
                  <a:pt x="35785" y="76533"/>
                </a:cubicBezTo>
                <a:cubicBezTo>
                  <a:pt x="42110" y="71742"/>
                  <a:pt x="49357" y="67949"/>
                  <a:pt x="57525" y="65154"/>
                </a:cubicBezTo>
                <a:cubicBezTo>
                  <a:pt x="65693" y="62359"/>
                  <a:pt x="74907" y="60961"/>
                  <a:pt x="85166" y="60961"/>
                </a:cubicBezTo>
                <a:cubicBezTo>
                  <a:pt x="95227" y="60961"/>
                  <a:pt x="103918" y="62135"/>
                  <a:pt x="111239" y="64482"/>
                </a:cubicBezTo>
                <a:cubicBezTo>
                  <a:pt x="118561" y="66826"/>
                  <a:pt x="124662" y="70268"/>
                  <a:pt x="129543" y="74810"/>
                </a:cubicBezTo>
                <a:cubicBezTo>
                  <a:pt x="134423" y="79352"/>
                  <a:pt x="138059" y="84941"/>
                  <a:pt x="140450" y="91577"/>
                </a:cubicBezTo>
                <a:cubicBezTo>
                  <a:pt x="142840" y="98214"/>
                  <a:pt x="144036" y="105825"/>
                  <a:pt x="144036" y="114410"/>
                </a:cubicBezTo>
                <a:moveTo>
                  <a:pt x="105188" y="116884"/>
                </a:moveTo>
                <a:cubicBezTo>
                  <a:pt x="105188" y="112694"/>
                  <a:pt x="104765" y="108979"/>
                  <a:pt x="103918" y="105739"/>
                </a:cubicBezTo>
                <a:cubicBezTo>
                  <a:pt x="103071" y="102495"/>
                  <a:pt x="101677" y="99751"/>
                  <a:pt x="99734" y="97507"/>
                </a:cubicBezTo>
                <a:cubicBezTo>
                  <a:pt x="97792" y="95260"/>
                  <a:pt x="95302" y="93538"/>
                  <a:pt x="92264" y="92343"/>
                </a:cubicBezTo>
                <a:cubicBezTo>
                  <a:pt x="89225" y="91145"/>
                  <a:pt x="85515" y="90545"/>
                  <a:pt x="81132" y="90545"/>
                </a:cubicBezTo>
                <a:cubicBezTo>
                  <a:pt x="76152" y="90545"/>
                  <a:pt x="71669" y="91518"/>
                  <a:pt x="67685" y="93464"/>
                </a:cubicBezTo>
                <a:cubicBezTo>
                  <a:pt x="63700" y="95409"/>
                  <a:pt x="60139" y="98028"/>
                  <a:pt x="57002" y="101322"/>
                </a:cubicBezTo>
                <a:cubicBezTo>
                  <a:pt x="53864" y="104615"/>
                  <a:pt x="51150" y="108431"/>
                  <a:pt x="48859" y="112771"/>
                </a:cubicBezTo>
                <a:cubicBezTo>
                  <a:pt x="46568" y="117110"/>
                  <a:pt x="44675" y="121675"/>
                  <a:pt x="43181" y="126466"/>
                </a:cubicBezTo>
                <a:cubicBezTo>
                  <a:pt x="41687" y="131253"/>
                  <a:pt x="40591" y="136117"/>
                  <a:pt x="39894" y="141057"/>
                </a:cubicBezTo>
                <a:cubicBezTo>
                  <a:pt x="39196" y="145994"/>
                  <a:pt x="38848" y="150708"/>
                  <a:pt x="38848" y="155200"/>
                </a:cubicBezTo>
                <a:cubicBezTo>
                  <a:pt x="38848" y="159390"/>
                  <a:pt x="39271" y="163131"/>
                  <a:pt x="40118" y="166425"/>
                </a:cubicBezTo>
                <a:cubicBezTo>
                  <a:pt x="40965" y="169715"/>
                  <a:pt x="42359" y="172484"/>
                  <a:pt x="44301" y="174731"/>
                </a:cubicBezTo>
                <a:cubicBezTo>
                  <a:pt x="46244" y="176975"/>
                  <a:pt x="48734" y="178697"/>
                  <a:pt x="51772" y="179895"/>
                </a:cubicBezTo>
                <a:cubicBezTo>
                  <a:pt x="54810" y="181091"/>
                  <a:pt x="58521" y="181688"/>
                  <a:pt x="62904" y="181688"/>
                </a:cubicBezTo>
                <a:cubicBezTo>
                  <a:pt x="67884" y="181688"/>
                  <a:pt x="72367" y="180716"/>
                  <a:pt x="76351" y="178770"/>
                </a:cubicBezTo>
                <a:cubicBezTo>
                  <a:pt x="80335" y="176824"/>
                  <a:pt x="83896" y="174180"/>
                  <a:pt x="87034" y="170837"/>
                </a:cubicBezTo>
                <a:cubicBezTo>
                  <a:pt x="90172" y="167494"/>
                  <a:pt x="92886" y="163653"/>
                  <a:pt x="95177" y="159313"/>
                </a:cubicBezTo>
                <a:cubicBezTo>
                  <a:pt x="97468" y="154974"/>
                  <a:pt x="99361" y="150386"/>
                  <a:pt x="100855" y="145549"/>
                </a:cubicBezTo>
                <a:cubicBezTo>
                  <a:pt x="102349" y="140708"/>
                  <a:pt x="103445" y="135844"/>
                  <a:pt x="104142" y="130957"/>
                </a:cubicBezTo>
                <a:cubicBezTo>
                  <a:pt x="104839" y="126067"/>
                  <a:pt x="105188" y="121376"/>
                  <a:pt x="105188" y="116884"/>
                </a:cubicBezTo>
                <a:close/>
                <a:moveTo>
                  <a:pt x="304467" y="69030"/>
                </a:moveTo>
                <a:cubicBezTo>
                  <a:pt x="304467" y="70623"/>
                  <a:pt x="303795" y="72491"/>
                  <a:pt x="302450" y="74633"/>
                </a:cubicBezTo>
                <a:cubicBezTo>
                  <a:pt x="301105" y="76774"/>
                  <a:pt x="298889" y="79489"/>
                  <a:pt x="295801" y="82776"/>
                </a:cubicBezTo>
                <a:lnTo>
                  <a:pt x="248735" y="127152"/>
                </a:lnTo>
                <a:lnTo>
                  <a:pt x="279365" y="191400"/>
                </a:lnTo>
                <a:cubicBezTo>
                  <a:pt x="280362" y="193791"/>
                  <a:pt x="281059" y="195883"/>
                  <a:pt x="281457" y="197676"/>
                </a:cubicBezTo>
                <a:cubicBezTo>
                  <a:pt x="281856" y="199469"/>
                  <a:pt x="282055" y="200863"/>
                  <a:pt x="282055" y="201859"/>
                </a:cubicBezTo>
                <a:cubicBezTo>
                  <a:pt x="282055" y="203055"/>
                  <a:pt x="281731" y="204100"/>
                  <a:pt x="281084" y="204997"/>
                </a:cubicBezTo>
                <a:cubicBezTo>
                  <a:pt x="280436" y="205893"/>
                  <a:pt x="279341" y="206641"/>
                  <a:pt x="277797" y="207238"/>
                </a:cubicBezTo>
                <a:cubicBezTo>
                  <a:pt x="276253" y="207836"/>
                  <a:pt x="274161" y="208259"/>
                  <a:pt x="271521" y="208508"/>
                </a:cubicBezTo>
                <a:cubicBezTo>
                  <a:pt x="268882" y="208757"/>
                  <a:pt x="265570" y="208882"/>
                  <a:pt x="261585" y="208882"/>
                </a:cubicBezTo>
                <a:cubicBezTo>
                  <a:pt x="257601" y="208882"/>
                  <a:pt x="254388" y="208782"/>
                  <a:pt x="251948" y="208583"/>
                </a:cubicBezTo>
                <a:cubicBezTo>
                  <a:pt x="249507" y="208384"/>
                  <a:pt x="247615" y="208035"/>
                  <a:pt x="246270" y="207537"/>
                </a:cubicBezTo>
                <a:cubicBezTo>
                  <a:pt x="244925" y="207039"/>
                  <a:pt x="243929" y="206391"/>
                  <a:pt x="243282" y="205595"/>
                </a:cubicBezTo>
                <a:cubicBezTo>
                  <a:pt x="242634" y="204798"/>
                  <a:pt x="242161" y="203802"/>
                  <a:pt x="241862" y="202606"/>
                </a:cubicBezTo>
                <a:lnTo>
                  <a:pt x="210336" y="132381"/>
                </a:lnTo>
                <a:lnTo>
                  <a:pt x="196291" y="202905"/>
                </a:lnTo>
                <a:cubicBezTo>
                  <a:pt x="195992" y="203901"/>
                  <a:pt x="195469" y="204773"/>
                  <a:pt x="194722" y="205520"/>
                </a:cubicBezTo>
                <a:cubicBezTo>
                  <a:pt x="193975" y="206267"/>
                  <a:pt x="192829" y="206890"/>
                  <a:pt x="191286" y="207388"/>
                </a:cubicBezTo>
                <a:cubicBezTo>
                  <a:pt x="189742" y="207886"/>
                  <a:pt x="187724" y="208259"/>
                  <a:pt x="185234" y="208508"/>
                </a:cubicBezTo>
                <a:cubicBezTo>
                  <a:pt x="182744" y="208757"/>
                  <a:pt x="179706" y="208882"/>
                  <a:pt x="176120" y="208882"/>
                </a:cubicBezTo>
                <a:cubicBezTo>
                  <a:pt x="172434" y="208882"/>
                  <a:pt x="169421" y="208757"/>
                  <a:pt x="167080" y="208508"/>
                </a:cubicBezTo>
                <a:cubicBezTo>
                  <a:pt x="164740" y="208259"/>
                  <a:pt x="162922" y="207911"/>
                  <a:pt x="161627" y="207462"/>
                </a:cubicBezTo>
                <a:cubicBezTo>
                  <a:pt x="160332" y="207014"/>
                  <a:pt x="159460" y="206416"/>
                  <a:pt x="159012" y="205669"/>
                </a:cubicBezTo>
                <a:cubicBezTo>
                  <a:pt x="158564" y="204922"/>
                  <a:pt x="158439" y="204051"/>
                  <a:pt x="158638" y="203055"/>
                </a:cubicBezTo>
                <a:lnTo>
                  <a:pt x="198084" y="6425"/>
                </a:lnTo>
                <a:cubicBezTo>
                  <a:pt x="198283" y="5429"/>
                  <a:pt x="198731" y="4532"/>
                  <a:pt x="199429" y="3735"/>
                </a:cubicBezTo>
                <a:cubicBezTo>
                  <a:pt x="200126" y="2938"/>
                  <a:pt x="201271" y="2266"/>
                  <a:pt x="202865" y="1718"/>
                </a:cubicBezTo>
                <a:cubicBezTo>
                  <a:pt x="204459" y="1170"/>
                  <a:pt x="206476" y="747"/>
                  <a:pt x="208916" y="448"/>
                </a:cubicBezTo>
                <a:cubicBezTo>
                  <a:pt x="211357" y="149"/>
                  <a:pt x="214420" y="0"/>
                  <a:pt x="218105" y="0"/>
                </a:cubicBezTo>
                <a:cubicBezTo>
                  <a:pt x="221791" y="0"/>
                  <a:pt x="224804" y="149"/>
                  <a:pt x="227145" y="448"/>
                </a:cubicBezTo>
                <a:cubicBezTo>
                  <a:pt x="229486" y="747"/>
                  <a:pt x="231304" y="1170"/>
                  <a:pt x="232599" y="1718"/>
                </a:cubicBezTo>
                <a:cubicBezTo>
                  <a:pt x="233894" y="2266"/>
                  <a:pt x="234740" y="2938"/>
                  <a:pt x="235139" y="3735"/>
                </a:cubicBezTo>
                <a:cubicBezTo>
                  <a:pt x="235537" y="4532"/>
                  <a:pt x="235637" y="5429"/>
                  <a:pt x="235438" y="6425"/>
                </a:cubicBezTo>
                <a:lnTo>
                  <a:pt x="212129" y="123417"/>
                </a:lnTo>
                <a:lnTo>
                  <a:pt x="262033" y="70075"/>
                </a:lnTo>
                <a:cubicBezTo>
                  <a:pt x="263029" y="68880"/>
                  <a:pt x="264100" y="67859"/>
                  <a:pt x="265246" y="67012"/>
                </a:cubicBezTo>
                <a:cubicBezTo>
                  <a:pt x="266391" y="66166"/>
                  <a:pt x="267861" y="65493"/>
                  <a:pt x="269654" y="64995"/>
                </a:cubicBezTo>
                <a:cubicBezTo>
                  <a:pt x="271447" y="64497"/>
                  <a:pt x="273613" y="64149"/>
                  <a:pt x="276153" y="63949"/>
                </a:cubicBezTo>
                <a:cubicBezTo>
                  <a:pt x="278693" y="63750"/>
                  <a:pt x="281856" y="63651"/>
                  <a:pt x="285641" y="63651"/>
                </a:cubicBezTo>
                <a:cubicBezTo>
                  <a:pt x="289326" y="63651"/>
                  <a:pt x="292414" y="63750"/>
                  <a:pt x="294905" y="63949"/>
                </a:cubicBezTo>
                <a:cubicBezTo>
                  <a:pt x="297395" y="64149"/>
                  <a:pt x="299337" y="64472"/>
                  <a:pt x="300732" y="64921"/>
                </a:cubicBezTo>
                <a:cubicBezTo>
                  <a:pt x="302126" y="65369"/>
                  <a:pt x="303098" y="65942"/>
                  <a:pt x="303645" y="66639"/>
                </a:cubicBezTo>
                <a:cubicBezTo>
                  <a:pt x="304193" y="67336"/>
                  <a:pt x="304467" y="68133"/>
                  <a:pt x="304467" y="69030"/>
                </a:cubicBezTo>
                <a:close/>
                <a:moveTo>
                  <a:pt x="437241" y="98828"/>
                </a:moveTo>
                <a:cubicBezTo>
                  <a:pt x="437241" y="106013"/>
                  <a:pt x="435622" y="112475"/>
                  <a:pt x="432385" y="118215"/>
                </a:cubicBezTo>
                <a:cubicBezTo>
                  <a:pt x="429147" y="123952"/>
                  <a:pt x="424117" y="128892"/>
                  <a:pt x="417294" y="133035"/>
                </a:cubicBezTo>
                <a:cubicBezTo>
                  <a:pt x="410470" y="137175"/>
                  <a:pt x="401804" y="140342"/>
                  <a:pt x="391296" y="142537"/>
                </a:cubicBezTo>
                <a:cubicBezTo>
                  <a:pt x="380787" y="144731"/>
                  <a:pt x="368261" y="145829"/>
                  <a:pt x="353718" y="145829"/>
                </a:cubicBezTo>
                <a:lnTo>
                  <a:pt x="339972" y="145829"/>
                </a:lnTo>
                <a:cubicBezTo>
                  <a:pt x="339573" y="148120"/>
                  <a:pt x="339274" y="150386"/>
                  <a:pt x="339075" y="152627"/>
                </a:cubicBezTo>
                <a:cubicBezTo>
                  <a:pt x="338876" y="154868"/>
                  <a:pt x="338776" y="156935"/>
                  <a:pt x="338776" y="158828"/>
                </a:cubicBezTo>
                <a:cubicBezTo>
                  <a:pt x="338776" y="166896"/>
                  <a:pt x="340868" y="172972"/>
                  <a:pt x="345052" y="177056"/>
                </a:cubicBezTo>
                <a:cubicBezTo>
                  <a:pt x="349235" y="181140"/>
                  <a:pt x="355959" y="183182"/>
                  <a:pt x="365223" y="183182"/>
                </a:cubicBezTo>
                <a:cubicBezTo>
                  <a:pt x="371797" y="183182"/>
                  <a:pt x="377699" y="182701"/>
                  <a:pt x="382928" y="181740"/>
                </a:cubicBezTo>
                <a:cubicBezTo>
                  <a:pt x="388158" y="180778"/>
                  <a:pt x="392740" y="179715"/>
                  <a:pt x="396674" y="178551"/>
                </a:cubicBezTo>
                <a:cubicBezTo>
                  <a:pt x="400609" y="177386"/>
                  <a:pt x="403871" y="176323"/>
                  <a:pt x="406461" y="175361"/>
                </a:cubicBezTo>
                <a:cubicBezTo>
                  <a:pt x="409051" y="174400"/>
                  <a:pt x="410944" y="173919"/>
                  <a:pt x="412139" y="173919"/>
                </a:cubicBezTo>
                <a:cubicBezTo>
                  <a:pt x="413334" y="173919"/>
                  <a:pt x="414181" y="174270"/>
                  <a:pt x="414679" y="174974"/>
                </a:cubicBezTo>
                <a:cubicBezTo>
                  <a:pt x="415177" y="175677"/>
                  <a:pt x="415426" y="176781"/>
                  <a:pt x="415426" y="178284"/>
                </a:cubicBezTo>
                <a:cubicBezTo>
                  <a:pt x="415426" y="179993"/>
                  <a:pt x="415277" y="181953"/>
                  <a:pt x="414978" y="184163"/>
                </a:cubicBezTo>
                <a:cubicBezTo>
                  <a:pt x="414679" y="186370"/>
                  <a:pt x="414256" y="188554"/>
                  <a:pt x="413708" y="190714"/>
                </a:cubicBezTo>
                <a:cubicBezTo>
                  <a:pt x="413160" y="192871"/>
                  <a:pt x="412463" y="194904"/>
                  <a:pt x="411616" y="196812"/>
                </a:cubicBezTo>
                <a:cubicBezTo>
                  <a:pt x="410769" y="198720"/>
                  <a:pt x="409798" y="200175"/>
                  <a:pt x="408702" y="201178"/>
                </a:cubicBezTo>
                <a:cubicBezTo>
                  <a:pt x="407507" y="202382"/>
                  <a:pt x="405316" y="203588"/>
                  <a:pt x="402128" y="204796"/>
                </a:cubicBezTo>
                <a:cubicBezTo>
                  <a:pt x="398941" y="206001"/>
                  <a:pt x="395106" y="207104"/>
                  <a:pt x="390623" y="208107"/>
                </a:cubicBezTo>
                <a:cubicBezTo>
                  <a:pt x="386141" y="209112"/>
                  <a:pt x="381110" y="209940"/>
                  <a:pt x="375532" y="210591"/>
                </a:cubicBezTo>
                <a:cubicBezTo>
                  <a:pt x="369954" y="211244"/>
                  <a:pt x="364276" y="211571"/>
                  <a:pt x="358499" y="211571"/>
                </a:cubicBezTo>
                <a:cubicBezTo>
                  <a:pt x="348936" y="211571"/>
                  <a:pt x="340594" y="210572"/>
                  <a:pt x="333472" y="208574"/>
                </a:cubicBezTo>
                <a:cubicBezTo>
                  <a:pt x="326350" y="206578"/>
                  <a:pt x="320398" y="203535"/>
                  <a:pt x="315617" y="199445"/>
                </a:cubicBezTo>
                <a:cubicBezTo>
                  <a:pt x="310836" y="195352"/>
                  <a:pt x="307250" y="190136"/>
                  <a:pt x="304859" y="183799"/>
                </a:cubicBezTo>
                <a:cubicBezTo>
                  <a:pt x="302469" y="177461"/>
                  <a:pt x="301273" y="169951"/>
                  <a:pt x="301273" y="161270"/>
                </a:cubicBezTo>
                <a:cubicBezTo>
                  <a:pt x="301273" y="154580"/>
                  <a:pt x="301896" y="147419"/>
                  <a:pt x="303141" y="139787"/>
                </a:cubicBezTo>
                <a:cubicBezTo>
                  <a:pt x="304386" y="132151"/>
                  <a:pt x="306403" y="124615"/>
                  <a:pt x="309192" y="117178"/>
                </a:cubicBezTo>
                <a:cubicBezTo>
                  <a:pt x="311981" y="109742"/>
                  <a:pt x="315567" y="102631"/>
                  <a:pt x="319950" y="95845"/>
                </a:cubicBezTo>
                <a:cubicBezTo>
                  <a:pt x="324333" y="89059"/>
                  <a:pt x="329637" y="83096"/>
                  <a:pt x="335863" y="77957"/>
                </a:cubicBezTo>
                <a:cubicBezTo>
                  <a:pt x="342088" y="72815"/>
                  <a:pt x="349285" y="68697"/>
                  <a:pt x="357453" y="65602"/>
                </a:cubicBezTo>
                <a:cubicBezTo>
                  <a:pt x="365621" y="62508"/>
                  <a:pt x="374935" y="60961"/>
                  <a:pt x="385394" y="60961"/>
                </a:cubicBezTo>
                <a:cubicBezTo>
                  <a:pt x="394458" y="60961"/>
                  <a:pt x="402253" y="62034"/>
                  <a:pt x="408777" y="64178"/>
                </a:cubicBezTo>
                <a:cubicBezTo>
                  <a:pt x="415302" y="66323"/>
                  <a:pt x="420656" y="69167"/>
                  <a:pt x="424839" y="72709"/>
                </a:cubicBezTo>
                <a:cubicBezTo>
                  <a:pt x="429023" y="76251"/>
                  <a:pt x="432136" y="80293"/>
                  <a:pt x="434178" y="84835"/>
                </a:cubicBezTo>
                <a:cubicBezTo>
                  <a:pt x="436220" y="89376"/>
                  <a:pt x="437241" y="94041"/>
                  <a:pt x="437241" y="98828"/>
                </a:cubicBezTo>
                <a:moveTo>
                  <a:pt x="400335" y="101691"/>
                </a:moveTo>
                <a:cubicBezTo>
                  <a:pt x="400335" y="97725"/>
                  <a:pt x="398766" y="94429"/>
                  <a:pt x="395629" y="91801"/>
                </a:cubicBezTo>
                <a:cubicBezTo>
                  <a:pt x="392491" y="89171"/>
                  <a:pt x="387934" y="87856"/>
                  <a:pt x="381957" y="87856"/>
                </a:cubicBezTo>
                <a:cubicBezTo>
                  <a:pt x="376977" y="87856"/>
                  <a:pt x="372519" y="88749"/>
                  <a:pt x="368585" y="90536"/>
                </a:cubicBezTo>
                <a:cubicBezTo>
                  <a:pt x="364650" y="92320"/>
                  <a:pt x="361188" y="94724"/>
                  <a:pt x="358200" y="97750"/>
                </a:cubicBezTo>
                <a:cubicBezTo>
                  <a:pt x="355212" y="100772"/>
                  <a:pt x="352647" y="104343"/>
                  <a:pt x="350505" y="108461"/>
                </a:cubicBezTo>
                <a:cubicBezTo>
                  <a:pt x="348364" y="112576"/>
                  <a:pt x="346645" y="116964"/>
                  <a:pt x="345351" y="121624"/>
                </a:cubicBezTo>
                <a:lnTo>
                  <a:pt x="357901" y="121624"/>
                </a:lnTo>
                <a:cubicBezTo>
                  <a:pt x="365870" y="121624"/>
                  <a:pt x="372544" y="121104"/>
                  <a:pt x="377923" y="120064"/>
                </a:cubicBezTo>
                <a:cubicBezTo>
                  <a:pt x="383302" y="119021"/>
                  <a:pt x="387635" y="117608"/>
                  <a:pt x="390922" y="115824"/>
                </a:cubicBezTo>
                <a:cubicBezTo>
                  <a:pt x="394209" y="114038"/>
                  <a:pt x="396600" y="111930"/>
                  <a:pt x="398094" y="109502"/>
                </a:cubicBezTo>
                <a:cubicBezTo>
                  <a:pt x="399588" y="107071"/>
                  <a:pt x="400335" y="104467"/>
                  <a:pt x="400335" y="101691"/>
                </a:cubicBezTo>
                <a:close/>
                <a:moveTo>
                  <a:pt x="594342" y="99253"/>
                </a:moveTo>
                <a:cubicBezTo>
                  <a:pt x="594342" y="102743"/>
                  <a:pt x="594118" y="106232"/>
                  <a:pt x="593670" y="109722"/>
                </a:cubicBezTo>
                <a:cubicBezTo>
                  <a:pt x="593221" y="113211"/>
                  <a:pt x="592649" y="116800"/>
                  <a:pt x="591951" y="120489"/>
                </a:cubicBezTo>
                <a:lnTo>
                  <a:pt x="575366" y="202905"/>
                </a:lnTo>
                <a:cubicBezTo>
                  <a:pt x="575167" y="203901"/>
                  <a:pt x="574694" y="204773"/>
                  <a:pt x="573947" y="205520"/>
                </a:cubicBezTo>
                <a:cubicBezTo>
                  <a:pt x="573200" y="206267"/>
                  <a:pt x="572054" y="206890"/>
                  <a:pt x="570510" y="207388"/>
                </a:cubicBezTo>
                <a:cubicBezTo>
                  <a:pt x="568966" y="207886"/>
                  <a:pt x="566974" y="208259"/>
                  <a:pt x="564534" y="208508"/>
                </a:cubicBezTo>
                <a:cubicBezTo>
                  <a:pt x="562093" y="208757"/>
                  <a:pt x="559030" y="208882"/>
                  <a:pt x="555345" y="208882"/>
                </a:cubicBezTo>
                <a:cubicBezTo>
                  <a:pt x="551659" y="208882"/>
                  <a:pt x="548646" y="208757"/>
                  <a:pt x="546305" y="208508"/>
                </a:cubicBezTo>
                <a:cubicBezTo>
                  <a:pt x="543964" y="208259"/>
                  <a:pt x="542147" y="207886"/>
                  <a:pt x="540852" y="207388"/>
                </a:cubicBezTo>
                <a:cubicBezTo>
                  <a:pt x="539557" y="206890"/>
                  <a:pt x="538685" y="206267"/>
                  <a:pt x="538237" y="205520"/>
                </a:cubicBezTo>
                <a:cubicBezTo>
                  <a:pt x="537789" y="204773"/>
                  <a:pt x="537664" y="203901"/>
                  <a:pt x="537863" y="202905"/>
                </a:cubicBezTo>
                <a:lnTo>
                  <a:pt x="554000" y="122968"/>
                </a:lnTo>
                <a:cubicBezTo>
                  <a:pt x="554498" y="120565"/>
                  <a:pt x="554872" y="118112"/>
                  <a:pt x="555121" y="115610"/>
                </a:cubicBezTo>
                <a:cubicBezTo>
                  <a:pt x="555370" y="113107"/>
                  <a:pt x="555494" y="110905"/>
                  <a:pt x="555494" y="109003"/>
                </a:cubicBezTo>
                <a:cubicBezTo>
                  <a:pt x="555494" y="104495"/>
                  <a:pt x="554548" y="100791"/>
                  <a:pt x="552655" y="97890"/>
                </a:cubicBezTo>
                <a:cubicBezTo>
                  <a:pt x="550763" y="94986"/>
                  <a:pt x="547575" y="93534"/>
                  <a:pt x="543093" y="93534"/>
                </a:cubicBezTo>
                <a:cubicBezTo>
                  <a:pt x="539009" y="93534"/>
                  <a:pt x="534751" y="94833"/>
                  <a:pt x="530318" y="97432"/>
                </a:cubicBezTo>
                <a:cubicBezTo>
                  <a:pt x="525885" y="100028"/>
                  <a:pt x="521702" y="103551"/>
                  <a:pt x="517767" y="107999"/>
                </a:cubicBezTo>
                <a:cubicBezTo>
                  <a:pt x="513832" y="112444"/>
                  <a:pt x="510321" y="117639"/>
                  <a:pt x="507233" y="123585"/>
                </a:cubicBezTo>
                <a:cubicBezTo>
                  <a:pt x="504145" y="129527"/>
                  <a:pt x="501954" y="135846"/>
                  <a:pt x="500659" y="142542"/>
                </a:cubicBezTo>
                <a:lnTo>
                  <a:pt x="488556" y="202905"/>
                </a:lnTo>
                <a:cubicBezTo>
                  <a:pt x="488357" y="203901"/>
                  <a:pt x="487884" y="204773"/>
                  <a:pt x="487137" y="205520"/>
                </a:cubicBezTo>
                <a:cubicBezTo>
                  <a:pt x="486390" y="206267"/>
                  <a:pt x="485244" y="206890"/>
                  <a:pt x="483701" y="207388"/>
                </a:cubicBezTo>
                <a:cubicBezTo>
                  <a:pt x="482157" y="207886"/>
                  <a:pt x="480139" y="208259"/>
                  <a:pt x="477649" y="208508"/>
                </a:cubicBezTo>
                <a:cubicBezTo>
                  <a:pt x="475159" y="208757"/>
                  <a:pt x="472121" y="208882"/>
                  <a:pt x="468535" y="208882"/>
                </a:cubicBezTo>
                <a:cubicBezTo>
                  <a:pt x="464849" y="208882"/>
                  <a:pt x="461836" y="208757"/>
                  <a:pt x="459495" y="208508"/>
                </a:cubicBezTo>
                <a:cubicBezTo>
                  <a:pt x="457155" y="208259"/>
                  <a:pt x="455312" y="207886"/>
                  <a:pt x="453967" y="207388"/>
                </a:cubicBezTo>
                <a:cubicBezTo>
                  <a:pt x="452622" y="206890"/>
                  <a:pt x="451751" y="206267"/>
                  <a:pt x="451352" y="205520"/>
                </a:cubicBezTo>
                <a:cubicBezTo>
                  <a:pt x="450954" y="204773"/>
                  <a:pt x="450854" y="203901"/>
                  <a:pt x="451053" y="202905"/>
                </a:cubicBezTo>
                <a:lnTo>
                  <a:pt x="477799" y="69478"/>
                </a:lnTo>
                <a:cubicBezTo>
                  <a:pt x="477998" y="68482"/>
                  <a:pt x="478421" y="67610"/>
                  <a:pt x="479069" y="66863"/>
                </a:cubicBezTo>
                <a:cubicBezTo>
                  <a:pt x="479716" y="66116"/>
                  <a:pt x="480712" y="65518"/>
                  <a:pt x="482057" y="65070"/>
                </a:cubicBezTo>
                <a:cubicBezTo>
                  <a:pt x="483402" y="64622"/>
                  <a:pt x="485145" y="64273"/>
                  <a:pt x="487286" y="64024"/>
                </a:cubicBezTo>
                <a:cubicBezTo>
                  <a:pt x="489428" y="63775"/>
                  <a:pt x="491993" y="63651"/>
                  <a:pt x="494981" y="63651"/>
                </a:cubicBezTo>
                <a:cubicBezTo>
                  <a:pt x="498069" y="63651"/>
                  <a:pt x="500584" y="63775"/>
                  <a:pt x="502527" y="64024"/>
                </a:cubicBezTo>
                <a:cubicBezTo>
                  <a:pt x="504469" y="64273"/>
                  <a:pt x="505988" y="64622"/>
                  <a:pt x="507084" y="65070"/>
                </a:cubicBezTo>
                <a:cubicBezTo>
                  <a:pt x="508180" y="65518"/>
                  <a:pt x="508902" y="66116"/>
                  <a:pt x="509250" y="66863"/>
                </a:cubicBezTo>
                <a:cubicBezTo>
                  <a:pt x="509599" y="67610"/>
                  <a:pt x="509674" y="68482"/>
                  <a:pt x="509475" y="69478"/>
                </a:cubicBezTo>
                <a:lnTo>
                  <a:pt x="505142" y="91442"/>
                </a:lnTo>
                <a:cubicBezTo>
                  <a:pt x="507233" y="87937"/>
                  <a:pt x="510022" y="84359"/>
                  <a:pt x="513509" y="80707"/>
                </a:cubicBezTo>
                <a:cubicBezTo>
                  <a:pt x="516995" y="77053"/>
                  <a:pt x="521004" y="73775"/>
                  <a:pt x="525537" y="70874"/>
                </a:cubicBezTo>
                <a:cubicBezTo>
                  <a:pt x="530069" y="67970"/>
                  <a:pt x="535000" y="65591"/>
                  <a:pt x="540329" y="63739"/>
                </a:cubicBezTo>
                <a:cubicBezTo>
                  <a:pt x="545658" y="61887"/>
                  <a:pt x="551211" y="60961"/>
                  <a:pt x="556988" y="60961"/>
                </a:cubicBezTo>
                <a:cubicBezTo>
                  <a:pt x="563961" y="60961"/>
                  <a:pt x="569813" y="61984"/>
                  <a:pt x="574545" y="64029"/>
                </a:cubicBezTo>
                <a:cubicBezTo>
                  <a:pt x="579276" y="66071"/>
                  <a:pt x="583111" y="68838"/>
                  <a:pt x="586050" y="72331"/>
                </a:cubicBezTo>
                <a:cubicBezTo>
                  <a:pt x="588988" y="75820"/>
                  <a:pt x="591105" y="79884"/>
                  <a:pt x="592400" y="84522"/>
                </a:cubicBezTo>
                <a:cubicBezTo>
                  <a:pt x="593695" y="89157"/>
                  <a:pt x="594342" y="94067"/>
                  <a:pt x="594342" y="99253"/>
                </a:cubicBezTo>
                <a:close/>
                <a:moveTo>
                  <a:pt x="693199" y="124014"/>
                </a:moveTo>
                <a:cubicBezTo>
                  <a:pt x="693199" y="124711"/>
                  <a:pt x="693124" y="125807"/>
                  <a:pt x="692975" y="127301"/>
                </a:cubicBezTo>
                <a:cubicBezTo>
                  <a:pt x="692825" y="128795"/>
                  <a:pt x="692551" y="130439"/>
                  <a:pt x="692153" y="132232"/>
                </a:cubicBezTo>
                <a:cubicBezTo>
                  <a:pt x="691754" y="134025"/>
                  <a:pt x="691256" y="135843"/>
                  <a:pt x="690659" y="137686"/>
                </a:cubicBezTo>
                <a:cubicBezTo>
                  <a:pt x="690061" y="139528"/>
                  <a:pt x="689364" y="141247"/>
                  <a:pt x="688567" y="142840"/>
                </a:cubicBezTo>
                <a:cubicBezTo>
                  <a:pt x="687770" y="144434"/>
                  <a:pt x="686824" y="145729"/>
                  <a:pt x="685728" y="146725"/>
                </a:cubicBezTo>
                <a:cubicBezTo>
                  <a:pt x="684632" y="147721"/>
                  <a:pt x="683387" y="148219"/>
                  <a:pt x="681993" y="148219"/>
                </a:cubicBezTo>
                <a:lnTo>
                  <a:pt x="619836" y="148219"/>
                </a:lnTo>
                <a:cubicBezTo>
                  <a:pt x="618043" y="148219"/>
                  <a:pt x="616773" y="147696"/>
                  <a:pt x="616026" y="146651"/>
                </a:cubicBezTo>
                <a:cubicBezTo>
                  <a:pt x="615279" y="145605"/>
                  <a:pt x="614905" y="143837"/>
                  <a:pt x="614905" y="141346"/>
                </a:cubicBezTo>
                <a:cubicBezTo>
                  <a:pt x="614905" y="140549"/>
                  <a:pt x="614955" y="139379"/>
                  <a:pt x="615055" y="137835"/>
                </a:cubicBezTo>
                <a:cubicBezTo>
                  <a:pt x="615155" y="136291"/>
                  <a:pt x="615379" y="134648"/>
                  <a:pt x="615727" y="132904"/>
                </a:cubicBezTo>
                <a:cubicBezTo>
                  <a:pt x="616076" y="131161"/>
                  <a:pt x="616549" y="129368"/>
                  <a:pt x="617147" y="127525"/>
                </a:cubicBezTo>
                <a:cubicBezTo>
                  <a:pt x="617744" y="125683"/>
                  <a:pt x="618442" y="123989"/>
                  <a:pt x="619239" y="122445"/>
                </a:cubicBezTo>
                <a:cubicBezTo>
                  <a:pt x="620035" y="120901"/>
                  <a:pt x="620982" y="119681"/>
                  <a:pt x="622077" y="118785"/>
                </a:cubicBezTo>
                <a:cubicBezTo>
                  <a:pt x="623173" y="117888"/>
                  <a:pt x="624468" y="117440"/>
                  <a:pt x="625962" y="117440"/>
                </a:cubicBezTo>
                <a:lnTo>
                  <a:pt x="688119" y="117440"/>
                </a:lnTo>
                <a:cubicBezTo>
                  <a:pt x="690011" y="117440"/>
                  <a:pt x="691331" y="118013"/>
                  <a:pt x="692078" y="119158"/>
                </a:cubicBezTo>
                <a:cubicBezTo>
                  <a:pt x="692825" y="120304"/>
                  <a:pt x="693199" y="121922"/>
                  <a:pt x="693199" y="124014"/>
                </a:cubicBezTo>
                <a:close/>
                <a:moveTo>
                  <a:pt x="743431" y="202905"/>
                </a:moveTo>
                <a:cubicBezTo>
                  <a:pt x="743231" y="203901"/>
                  <a:pt x="742758" y="204773"/>
                  <a:pt x="742011" y="205520"/>
                </a:cubicBezTo>
                <a:cubicBezTo>
                  <a:pt x="741264" y="206267"/>
                  <a:pt x="740143" y="206890"/>
                  <a:pt x="738649" y="207388"/>
                </a:cubicBezTo>
                <a:cubicBezTo>
                  <a:pt x="737155" y="207886"/>
                  <a:pt x="735163" y="208259"/>
                  <a:pt x="732673" y="208508"/>
                </a:cubicBezTo>
                <a:cubicBezTo>
                  <a:pt x="730182" y="208757"/>
                  <a:pt x="727144" y="208882"/>
                  <a:pt x="723558" y="208882"/>
                </a:cubicBezTo>
                <a:cubicBezTo>
                  <a:pt x="719773" y="208882"/>
                  <a:pt x="716710" y="208757"/>
                  <a:pt x="714369" y="208508"/>
                </a:cubicBezTo>
                <a:cubicBezTo>
                  <a:pt x="712029" y="208259"/>
                  <a:pt x="710211" y="207886"/>
                  <a:pt x="708916" y="207388"/>
                </a:cubicBezTo>
                <a:cubicBezTo>
                  <a:pt x="707621" y="206890"/>
                  <a:pt x="706749" y="206267"/>
                  <a:pt x="706301" y="205520"/>
                </a:cubicBezTo>
                <a:cubicBezTo>
                  <a:pt x="705853" y="204773"/>
                  <a:pt x="705728" y="203901"/>
                  <a:pt x="705927" y="202905"/>
                </a:cubicBezTo>
                <a:lnTo>
                  <a:pt x="745223" y="6425"/>
                </a:lnTo>
                <a:cubicBezTo>
                  <a:pt x="745423" y="5429"/>
                  <a:pt x="745871" y="4532"/>
                  <a:pt x="746568" y="3735"/>
                </a:cubicBezTo>
                <a:cubicBezTo>
                  <a:pt x="747265" y="2938"/>
                  <a:pt x="748411" y="2266"/>
                  <a:pt x="750005" y="1718"/>
                </a:cubicBezTo>
                <a:cubicBezTo>
                  <a:pt x="751599" y="1170"/>
                  <a:pt x="753616" y="747"/>
                  <a:pt x="756056" y="448"/>
                </a:cubicBezTo>
                <a:cubicBezTo>
                  <a:pt x="758496" y="149"/>
                  <a:pt x="761559" y="0"/>
                  <a:pt x="765245" y="0"/>
                </a:cubicBezTo>
                <a:cubicBezTo>
                  <a:pt x="768931" y="0"/>
                  <a:pt x="771944" y="149"/>
                  <a:pt x="774285" y="448"/>
                </a:cubicBezTo>
                <a:cubicBezTo>
                  <a:pt x="776625" y="747"/>
                  <a:pt x="778443" y="1170"/>
                  <a:pt x="779738" y="1718"/>
                </a:cubicBezTo>
                <a:cubicBezTo>
                  <a:pt x="781033" y="2266"/>
                  <a:pt x="781880" y="2938"/>
                  <a:pt x="782278" y="3735"/>
                </a:cubicBezTo>
                <a:cubicBezTo>
                  <a:pt x="782677" y="4532"/>
                  <a:pt x="782776" y="5429"/>
                  <a:pt x="782577" y="6425"/>
                </a:cubicBezTo>
                <a:lnTo>
                  <a:pt x="743431" y="202905"/>
                </a:lnTo>
                <a:close/>
                <a:moveTo>
                  <a:pt x="915702" y="98828"/>
                </a:moveTo>
                <a:cubicBezTo>
                  <a:pt x="915702" y="106013"/>
                  <a:pt x="914083" y="112475"/>
                  <a:pt x="910846" y="118215"/>
                </a:cubicBezTo>
                <a:cubicBezTo>
                  <a:pt x="907608" y="123952"/>
                  <a:pt x="902578" y="128892"/>
                  <a:pt x="895755" y="133035"/>
                </a:cubicBezTo>
                <a:cubicBezTo>
                  <a:pt x="888931" y="137175"/>
                  <a:pt x="880265" y="140342"/>
                  <a:pt x="869757" y="142537"/>
                </a:cubicBezTo>
                <a:cubicBezTo>
                  <a:pt x="859248" y="144731"/>
                  <a:pt x="846722" y="145829"/>
                  <a:pt x="832179" y="145829"/>
                </a:cubicBezTo>
                <a:lnTo>
                  <a:pt x="818433" y="145829"/>
                </a:lnTo>
                <a:cubicBezTo>
                  <a:pt x="818034" y="148120"/>
                  <a:pt x="817735" y="150386"/>
                  <a:pt x="817536" y="152627"/>
                </a:cubicBezTo>
                <a:cubicBezTo>
                  <a:pt x="817337" y="154868"/>
                  <a:pt x="817237" y="156935"/>
                  <a:pt x="817237" y="158828"/>
                </a:cubicBezTo>
                <a:cubicBezTo>
                  <a:pt x="817237" y="166896"/>
                  <a:pt x="819329" y="172972"/>
                  <a:pt x="823513" y="177056"/>
                </a:cubicBezTo>
                <a:cubicBezTo>
                  <a:pt x="827696" y="181140"/>
                  <a:pt x="834420" y="183182"/>
                  <a:pt x="843684" y="183182"/>
                </a:cubicBezTo>
                <a:cubicBezTo>
                  <a:pt x="850258" y="183182"/>
                  <a:pt x="856160" y="182701"/>
                  <a:pt x="861389" y="181740"/>
                </a:cubicBezTo>
                <a:cubicBezTo>
                  <a:pt x="866619" y="180778"/>
                  <a:pt x="871201" y="179715"/>
                  <a:pt x="875136" y="178551"/>
                </a:cubicBezTo>
                <a:cubicBezTo>
                  <a:pt x="879070" y="177386"/>
                  <a:pt x="882332" y="176323"/>
                  <a:pt x="884922" y="175361"/>
                </a:cubicBezTo>
                <a:cubicBezTo>
                  <a:pt x="887512" y="174400"/>
                  <a:pt x="889405" y="173919"/>
                  <a:pt x="890600" y="173919"/>
                </a:cubicBezTo>
                <a:cubicBezTo>
                  <a:pt x="891795" y="173919"/>
                  <a:pt x="892642" y="174270"/>
                  <a:pt x="893140" y="174974"/>
                </a:cubicBezTo>
                <a:cubicBezTo>
                  <a:pt x="893638" y="175677"/>
                  <a:pt x="893887" y="176781"/>
                  <a:pt x="893887" y="178284"/>
                </a:cubicBezTo>
                <a:cubicBezTo>
                  <a:pt x="893887" y="179993"/>
                  <a:pt x="893738" y="181953"/>
                  <a:pt x="893439" y="184163"/>
                </a:cubicBezTo>
                <a:cubicBezTo>
                  <a:pt x="893140" y="186370"/>
                  <a:pt x="892717" y="188554"/>
                  <a:pt x="892169" y="190714"/>
                </a:cubicBezTo>
                <a:cubicBezTo>
                  <a:pt x="891621" y="192871"/>
                  <a:pt x="890924" y="194904"/>
                  <a:pt x="890077" y="196812"/>
                </a:cubicBezTo>
                <a:cubicBezTo>
                  <a:pt x="889230" y="198720"/>
                  <a:pt x="888259" y="200175"/>
                  <a:pt x="887163" y="201178"/>
                </a:cubicBezTo>
                <a:cubicBezTo>
                  <a:pt x="885968" y="202382"/>
                  <a:pt x="883777" y="203588"/>
                  <a:pt x="880589" y="204796"/>
                </a:cubicBezTo>
                <a:cubicBezTo>
                  <a:pt x="877402" y="206001"/>
                  <a:pt x="873567" y="207104"/>
                  <a:pt x="869084" y="208107"/>
                </a:cubicBezTo>
                <a:cubicBezTo>
                  <a:pt x="864602" y="209112"/>
                  <a:pt x="859571" y="209940"/>
                  <a:pt x="853993" y="210591"/>
                </a:cubicBezTo>
                <a:cubicBezTo>
                  <a:pt x="848415" y="211244"/>
                  <a:pt x="842737" y="211571"/>
                  <a:pt x="836960" y="211571"/>
                </a:cubicBezTo>
                <a:cubicBezTo>
                  <a:pt x="827398" y="211571"/>
                  <a:pt x="819055" y="210572"/>
                  <a:pt x="811933" y="208574"/>
                </a:cubicBezTo>
                <a:cubicBezTo>
                  <a:pt x="804811" y="206578"/>
                  <a:pt x="798859" y="203535"/>
                  <a:pt x="794078" y="199445"/>
                </a:cubicBezTo>
                <a:cubicBezTo>
                  <a:pt x="789297" y="195352"/>
                  <a:pt x="785711" y="190136"/>
                  <a:pt x="783320" y="183799"/>
                </a:cubicBezTo>
                <a:cubicBezTo>
                  <a:pt x="780930" y="177461"/>
                  <a:pt x="779734" y="169951"/>
                  <a:pt x="779734" y="161270"/>
                </a:cubicBezTo>
                <a:cubicBezTo>
                  <a:pt x="779734" y="154580"/>
                  <a:pt x="780357" y="147419"/>
                  <a:pt x="781602" y="139787"/>
                </a:cubicBezTo>
                <a:cubicBezTo>
                  <a:pt x="782847" y="132151"/>
                  <a:pt x="784864" y="124615"/>
                  <a:pt x="787653" y="117178"/>
                </a:cubicBezTo>
                <a:cubicBezTo>
                  <a:pt x="790442" y="109742"/>
                  <a:pt x="794028" y="102631"/>
                  <a:pt x="798411" y="95845"/>
                </a:cubicBezTo>
                <a:cubicBezTo>
                  <a:pt x="802794" y="89059"/>
                  <a:pt x="808098" y="83096"/>
                  <a:pt x="814324" y="77957"/>
                </a:cubicBezTo>
                <a:cubicBezTo>
                  <a:pt x="820549" y="72815"/>
                  <a:pt x="827746" y="68697"/>
                  <a:pt x="835914" y="65602"/>
                </a:cubicBezTo>
                <a:cubicBezTo>
                  <a:pt x="844082" y="62508"/>
                  <a:pt x="853396" y="60961"/>
                  <a:pt x="863855" y="60961"/>
                </a:cubicBezTo>
                <a:cubicBezTo>
                  <a:pt x="872919" y="60961"/>
                  <a:pt x="880714" y="62034"/>
                  <a:pt x="887238" y="64178"/>
                </a:cubicBezTo>
                <a:cubicBezTo>
                  <a:pt x="893763" y="66323"/>
                  <a:pt x="899117" y="69167"/>
                  <a:pt x="903300" y="72709"/>
                </a:cubicBezTo>
                <a:cubicBezTo>
                  <a:pt x="907484" y="76251"/>
                  <a:pt x="910597" y="80293"/>
                  <a:pt x="912639" y="84835"/>
                </a:cubicBezTo>
                <a:cubicBezTo>
                  <a:pt x="914681" y="89376"/>
                  <a:pt x="915702" y="94041"/>
                  <a:pt x="915702" y="98828"/>
                </a:cubicBezTo>
                <a:moveTo>
                  <a:pt x="878796" y="101691"/>
                </a:moveTo>
                <a:cubicBezTo>
                  <a:pt x="878796" y="97725"/>
                  <a:pt x="877227" y="94429"/>
                  <a:pt x="874090" y="91801"/>
                </a:cubicBezTo>
                <a:cubicBezTo>
                  <a:pt x="870952" y="89171"/>
                  <a:pt x="866395" y="87856"/>
                  <a:pt x="860418" y="87856"/>
                </a:cubicBezTo>
                <a:cubicBezTo>
                  <a:pt x="855438" y="87856"/>
                  <a:pt x="850980" y="88749"/>
                  <a:pt x="847046" y="90536"/>
                </a:cubicBezTo>
                <a:cubicBezTo>
                  <a:pt x="843111" y="92320"/>
                  <a:pt x="839650" y="94724"/>
                  <a:pt x="836661" y="97750"/>
                </a:cubicBezTo>
                <a:cubicBezTo>
                  <a:pt x="833673" y="100772"/>
                  <a:pt x="831108" y="104343"/>
                  <a:pt x="828966" y="108461"/>
                </a:cubicBezTo>
                <a:cubicBezTo>
                  <a:pt x="826825" y="112576"/>
                  <a:pt x="825106" y="116964"/>
                  <a:pt x="823812" y="121624"/>
                </a:cubicBezTo>
                <a:lnTo>
                  <a:pt x="836362" y="121624"/>
                </a:lnTo>
                <a:cubicBezTo>
                  <a:pt x="844331" y="121624"/>
                  <a:pt x="851005" y="121104"/>
                  <a:pt x="856384" y="120064"/>
                </a:cubicBezTo>
                <a:cubicBezTo>
                  <a:pt x="861763" y="119021"/>
                  <a:pt x="866096" y="117608"/>
                  <a:pt x="869383" y="115824"/>
                </a:cubicBezTo>
                <a:cubicBezTo>
                  <a:pt x="872670" y="114038"/>
                  <a:pt x="875061" y="111930"/>
                  <a:pt x="876555" y="109502"/>
                </a:cubicBezTo>
                <a:cubicBezTo>
                  <a:pt x="878049" y="107071"/>
                  <a:pt x="878796" y="104467"/>
                  <a:pt x="878796" y="101691"/>
                </a:cubicBezTo>
                <a:close/>
                <a:moveTo>
                  <a:pt x="1072504" y="68581"/>
                </a:moveTo>
                <a:cubicBezTo>
                  <a:pt x="1072504" y="69677"/>
                  <a:pt x="1072355" y="71022"/>
                  <a:pt x="1072056" y="72616"/>
                </a:cubicBezTo>
                <a:cubicBezTo>
                  <a:pt x="1071757" y="74209"/>
                  <a:pt x="1071309" y="75903"/>
                  <a:pt x="1070711" y="77696"/>
                </a:cubicBezTo>
                <a:cubicBezTo>
                  <a:pt x="1067026" y="88453"/>
                  <a:pt x="1062942" y="99236"/>
                  <a:pt x="1058459" y="110044"/>
                </a:cubicBezTo>
                <a:cubicBezTo>
                  <a:pt x="1053977" y="120852"/>
                  <a:pt x="1049046" y="131535"/>
                  <a:pt x="1043667" y="142093"/>
                </a:cubicBezTo>
                <a:cubicBezTo>
                  <a:pt x="1038288" y="152652"/>
                  <a:pt x="1032486" y="163011"/>
                  <a:pt x="1026260" y="173172"/>
                </a:cubicBezTo>
                <a:cubicBezTo>
                  <a:pt x="1020035" y="183332"/>
                  <a:pt x="1013286" y="193143"/>
                  <a:pt x="1006015" y="202606"/>
                </a:cubicBezTo>
                <a:cubicBezTo>
                  <a:pt x="1005019" y="204001"/>
                  <a:pt x="1003823" y="205121"/>
                  <a:pt x="1002429" y="205968"/>
                </a:cubicBezTo>
                <a:cubicBezTo>
                  <a:pt x="1001034" y="206815"/>
                  <a:pt x="999341" y="207462"/>
                  <a:pt x="997349" y="207911"/>
                </a:cubicBezTo>
                <a:cubicBezTo>
                  <a:pt x="995356" y="208359"/>
                  <a:pt x="993016" y="208633"/>
                  <a:pt x="990326" y="208732"/>
                </a:cubicBezTo>
                <a:cubicBezTo>
                  <a:pt x="987637" y="208832"/>
                  <a:pt x="984499" y="208882"/>
                  <a:pt x="980913" y="208882"/>
                </a:cubicBezTo>
                <a:cubicBezTo>
                  <a:pt x="975434" y="208882"/>
                  <a:pt x="971101" y="208757"/>
                  <a:pt x="967914" y="208508"/>
                </a:cubicBezTo>
                <a:cubicBezTo>
                  <a:pt x="964726" y="208259"/>
                  <a:pt x="962286" y="207836"/>
                  <a:pt x="960593" y="207238"/>
                </a:cubicBezTo>
                <a:cubicBezTo>
                  <a:pt x="958899" y="206641"/>
                  <a:pt x="957754" y="205819"/>
                  <a:pt x="957156" y="204773"/>
                </a:cubicBezTo>
                <a:cubicBezTo>
                  <a:pt x="956558" y="203727"/>
                  <a:pt x="956210" y="202407"/>
                  <a:pt x="956110" y="200813"/>
                </a:cubicBezTo>
                <a:lnTo>
                  <a:pt x="940422" y="80983"/>
                </a:lnTo>
                <a:cubicBezTo>
                  <a:pt x="940322" y="79389"/>
                  <a:pt x="940222" y="77895"/>
                  <a:pt x="940123" y="76500"/>
                </a:cubicBezTo>
                <a:cubicBezTo>
                  <a:pt x="940023" y="75106"/>
                  <a:pt x="939973" y="73811"/>
                  <a:pt x="939973" y="72616"/>
                </a:cubicBezTo>
                <a:cubicBezTo>
                  <a:pt x="939973" y="70623"/>
                  <a:pt x="940197" y="69104"/>
                  <a:pt x="940646" y="68058"/>
                </a:cubicBezTo>
                <a:cubicBezTo>
                  <a:pt x="941094" y="67012"/>
                  <a:pt x="941990" y="66166"/>
                  <a:pt x="943335" y="65518"/>
                </a:cubicBezTo>
                <a:cubicBezTo>
                  <a:pt x="944680" y="64871"/>
                  <a:pt x="946622" y="64398"/>
                  <a:pt x="949162" y="64099"/>
                </a:cubicBezTo>
                <a:cubicBezTo>
                  <a:pt x="951702" y="63800"/>
                  <a:pt x="955114" y="63651"/>
                  <a:pt x="959397" y="63651"/>
                </a:cubicBezTo>
                <a:cubicBezTo>
                  <a:pt x="963382" y="63651"/>
                  <a:pt x="966519" y="63750"/>
                  <a:pt x="968810" y="63949"/>
                </a:cubicBezTo>
                <a:cubicBezTo>
                  <a:pt x="971101" y="64149"/>
                  <a:pt x="972869" y="64497"/>
                  <a:pt x="974115" y="64995"/>
                </a:cubicBezTo>
                <a:cubicBezTo>
                  <a:pt x="975360" y="65493"/>
                  <a:pt x="976181" y="66166"/>
                  <a:pt x="976580" y="67012"/>
                </a:cubicBezTo>
                <a:cubicBezTo>
                  <a:pt x="976978" y="67859"/>
                  <a:pt x="977227" y="68880"/>
                  <a:pt x="977327" y="70075"/>
                </a:cubicBezTo>
                <a:lnTo>
                  <a:pt x="988683" y="167942"/>
                </a:lnTo>
                <a:lnTo>
                  <a:pt x="988683" y="171677"/>
                </a:lnTo>
                <a:lnTo>
                  <a:pt x="989430" y="170333"/>
                </a:lnTo>
                <a:cubicBezTo>
                  <a:pt x="994510" y="162663"/>
                  <a:pt x="999117" y="154943"/>
                  <a:pt x="1003250" y="147173"/>
                </a:cubicBezTo>
                <a:cubicBezTo>
                  <a:pt x="1007384" y="139404"/>
                  <a:pt x="1011219" y="131435"/>
                  <a:pt x="1014755" y="123267"/>
                </a:cubicBezTo>
                <a:cubicBezTo>
                  <a:pt x="1018292" y="115099"/>
                  <a:pt x="1021604" y="106632"/>
                  <a:pt x="1024691" y="97867"/>
                </a:cubicBezTo>
                <a:cubicBezTo>
                  <a:pt x="1027779" y="89101"/>
                  <a:pt x="1030817" y="79837"/>
                  <a:pt x="1033806" y="70075"/>
                </a:cubicBezTo>
                <a:cubicBezTo>
                  <a:pt x="1034105" y="68781"/>
                  <a:pt x="1034652" y="67735"/>
                  <a:pt x="1035449" y="66938"/>
                </a:cubicBezTo>
                <a:cubicBezTo>
                  <a:pt x="1036246" y="66141"/>
                  <a:pt x="1037466" y="65493"/>
                  <a:pt x="1039110" y="64995"/>
                </a:cubicBezTo>
                <a:cubicBezTo>
                  <a:pt x="1040754" y="64497"/>
                  <a:pt x="1042845" y="64149"/>
                  <a:pt x="1045385" y="63949"/>
                </a:cubicBezTo>
                <a:cubicBezTo>
                  <a:pt x="1047925" y="63750"/>
                  <a:pt x="1051088" y="63651"/>
                  <a:pt x="1054873" y="63651"/>
                </a:cubicBezTo>
                <a:cubicBezTo>
                  <a:pt x="1058559" y="63651"/>
                  <a:pt x="1061572" y="63750"/>
                  <a:pt x="1063913" y="63949"/>
                </a:cubicBezTo>
                <a:cubicBezTo>
                  <a:pt x="1066254" y="64149"/>
                  <a:pt x="1068047" y="64448"/>
                  <a:pt x="1069292" y="64846"/>
                </a:cubicBezTo>
                <a:cubicBezTo>
                  <a:pt x="1070537" y="65244"/>
                  <a:pt x="1071384" y="65742"/>
                  <a:pt x="1071832" y="66340"/>
                </a:cubicBezTo>
                <a:cubicBezTo>
                  <a:pt x="1072280" y="66938"/>
                  <a:pt x="1072504" y="67685"/>
                  <a:pt x="1072504" y="68581"/>
                </a:cubicBezTo>
                <a:close/>
                <a:moveTo>
                  <a:pt x="1207204" y="98828"/>
                </a:moveTo>
                <a:cubicBezTo>
                  <a:pt x="1207204" y="106013"/>
                  <a:pt x="1205585" y="112475"/>
                  <a:pt x="1202348" y="118215"/>
                </a:cubicBezTo>
                <a:cubicBezTo>
                  <a:pt x="1199111" y="123952"/>
                  <a:pt x="1194080" y="128892"/>
                  <a:pt x="1187257" y="133035"/>
                </a:cubicBezTo>
                <a:cubicBezTo>
                  <a:pt x="1180434" y="137175"/>
                  <a:pt x="1171768" y="140342"/>
                  <a:pt x="1161259" y="142537"/>
                </a:cubicBezTo>
                <a:cubicBezTo>
                  <a:pt x="1150750" y="144731"/>
                  <a:pt x="1138224" y="145829"/>
                  <a:pt x="1123681" y="145829"/>
                </a:cubicBezTo>
                <a:lnTo>
                  <a:pt x="1109935" y="145829"/>
                </a:lnTo>
                <a:cubicBezTo>
                  <a:pt x="1109537" y="148120"/>
                  <a:pt x="1109238" y="150386"/>
                  <a:pt x="1109039" y="152627"/>
                </a:cubicBezTo>
                <a:cubicBezTo>
                  <a:pt x="1108839" y="154868"/>
                  <a:pt x="1108740" y="156935"/>
                  <a:pt x="1108740" y="158828"/>
                </a:cubicBezTo>
                <a:cubicBezTo>
                  <a:pt x="1108740" y="166896"/>
                  <a:pt x="1110832" y="172972"/>
                  <a:pt x="1115015" y="177056"/>
                </a:cubicBezTo>
                <a:cubicBezTo>
                  <a:pt x="1119199" y="181140"/>
                  <a:pt x="1125922" y="183182"/>
                  <a:pt x="1135186" y="183182"/>
                </a:cubicBezTo>
                <a:cubicBezTo>
                  <a:pt x="1141760" y="183182"/>
                  <a:pt x="1147662" y="182701"/>
                  <a:pt x="1152892" y="181740"/>
                </a:cubicBezTo>
                <a:cubicBezTo>
                  <a:pt x="1158121" y="180778"/>
                  <a:pt x="1162703" y="179715"/>
                  <a:pt x="1166638" y="178551"/>
                </a:cubicBezTo>
                <a:cubicBezTo>
                  <a:pt x="1170572" y="177386"/>
                  <a:pt x="1173835" y="176323"/>
                  <a:pt x="1176425" y="175361"/>
                </a:cubicBezTo>
                <a:cubicBezTo>
                  <a:pt x="1179014" y="174400"/>
                  <a:pt x="1180907" y="173919"/>
                  <a:pt x="1182102" y="173919"/>
                </a:cubicBezTo>
                <a:cubicBezTo>
                  <a:pt x="1183298" y="173919"/>
                  <a:pt x="1184144" y="174270"/>
                  <a:pt x="1184642" y="174974"/>
                </a:cubicBezTo>
                <a:cubicBezTo>
                  <a:pt x="1185140" y="175677"/>
                  <a:pt x="1185389" y="176781"/>
                  <a:pt x="1185389" y="178284"/>
                </a:cubicBezTo>
                <a:cubicBezTo>
                  <a:pt x="1185389" y="179993"/>
                  <a:pt x="1185240" y="181953"/>
                  <a:pt x="1184941" y="184163"/>
                </a:cubicBezTo>
                <a:cubicBezTo>
                  <a:pt x="1184642" y="186370"/>
                  <a:pt x="1184219" y="188554"/>
                  <a:pt x="1183671" y="190714"/>
                </a:cubicBezTo>
                <a:cubicBezTo>
                  <a:pt x="1183123" y="192871"/>
                  <a:pt x="1182426" y="194904"/>
                  <a:pt x="1181579" y="196812"/>
                </a:cubicBezTo>
                <a:cubicBezTo>
                  <a:pt x="1180733" y="198720"/>
                  <a:pt x="1179762" y="200175"/>
                  <a:pt x="1178666" y="201178"/>
                </a:cubicBezTo>
                <a:cubicBezTo>
                  <a:pt x="1177470" y="202382"/>
                  <a:pt x="1175279" y="203588"/>
                  <a:pt x="1172092" y="204796"/>
                </a:cubicBezTo>
                <a:cubicBezTo>
                  <a:pt x="1168904" y="206001"/>
                  <a:pt x="1165069" y="207104"/>
                  <a:pt x="1160587" y="208107"/>
                </a:cubicBezTo>
                <a:cubicBezTo>
                  <a:pt x="1156104" y="209112"/>
                  <a:pt x="1151074" y="209940"/>
                  <a:pt x="1145496" y="210591"/>
                </a:cubicBezTo>
                <a:cubicBezTo>
                  <a:pt x="1139918" y="211244"/>
                  <a:pt x="1134240" y="211571"/>
                  <a:pt x="1128462" y="211571"/>
                </a:cubicBezTo>
                <a:cubicBezTo>
                  <a:pt x="1118900" y="211571"/>
                  <a:pt x="1110558" y="210572"/>
                  <a:pt x="1103436" y="208574"/>
                </a:cubicBezTo>
                <a:cubicBezTo>
                  <a:pt x="1096313" y="206578"/>
                  <a:pt x="1090362" y="203535"/>
                  <a:pt x="1085580" y="199445"/>
                </a:cubicBezTo>
                <a:cubicBezTo>
                  <a:pt x="1080799" y="195352"/>
                  <a:pt x="1077213" y="190136"/>
                  <a:pt x="1074823" y="183799"/>
                </a:cubicBezTo>
                <a:cubicBezTo>
                  <a:pt x="1072432" y="177461"/>
                  <a:pt x="1071237" y="169951"/>
                  <a:pt x="1071237" y="161270"/>
                </a:cubicBezTo>
                <a:cubicBezTo>
                  <a:pt x="1071237" y="154580"/>
                  <a:pt x="1071859" y="147419"/>
                  <a:pt x="1073104" y="139787"/>
                </a:cubicBezTo>
                <a:cubicBezTo>
                  <a:pt x="1074349" y="132151"/>
                  <a:pt x="1076367" y="124615"/>
                  <a:pt x="1079156" y="117178"/>
                </a:cubicBezTo>
                <a:cubicBezTo>
                  <a:pt x="1081945" y="109742"/>
                  <a:pt x="1085531" y="102631"/>
                  <a:pt x="1089913" y="95845"/>
                </a:cubicBezTo>
                <a:cubicBezTo>
                  <a:pt x="1094296" y="89059"/>
                  <a:pt x="1099601" y="83096"/>
                  <a:pt x="1105826" y="77957"/>
                </a:cubicBezTo>
                <a:cubicBezTo>
                  <a:pt x="1112052" y="72815"/>
                  <a:pt x="1119249" y="68697"/>
                  <a:pt x="1127417" y="65602"/>
                </a:cubicBezTo>
                <a:cubicBezTo>
                  <a:pt x="1135585" y="62508"/>
                  <a:pt x="1144898" y="60961"/>
                  <a:pt x="1155357" y="60961"/>
                </a:cubicBezTo>
                <a:cubicBezTo>
                  <a:pt x="1164422" y="60961"/>
                  <a:pt x="1172216" y="62034"/>
                  <a:pt x="1178741" y="64178"/>
                </a:cubicBezTo>
                <a:cubicBezTo>
                  <a:pt x="1185265" y="66323"/>
                  <a:pt x="1190619" y="69167"/>
                  <a:pt x="1194803" y="72709"/>
                </a:cubicBezTo>
                <a:cubicBezTo>
                  <a:pt x="1198986" y="76251"/>
                  <a:pt x="1202099" y="80293"/>
                  <a:pt x="1204141" y="84835"/>
                </a:cubicBezTo>
                <a:cubicBezTo>
                  <a:pt x="1206183" y="89376"/>
                  <a:pt x="1207204" y="94041"/>
                  <a:pt x="1207204" y="98828"/>
                </a:cubicBezTo>
                <a:moveTo>
                  <a:pt x="1170299" y="101691"/>
                </a:moveTo>
                <a:cubicBezTo>
                  <a:pt x="1170299" y="97725"/>
                  <a:pt x="1168730" y="94429"/>
                  <a:pt x="1165592" y="91801"/>
                </a:cubicBezTo>
                <a:cubicBezTo>
                  <a:pt x="1162454" y="89171"/>
                  <a:pt x="1157897" y="87856"/>
                  <a:pt x="1151921" y="87856"/>
                </a:cubicBezTo>
                <a:cubicBezTo>
                  <a:pt x="1146940" y="87856"/>
                  <a:pt x="1142483" y="88749"/>
                  <a:pt x="1138548" y="90536"/>
                </a:cubicBezTo>
                <a:cubicBezTo>
                  <a:pt x="1134613" y="92320"/>
                  <a:pt x="1131152" y="94724"/>
                  <a:pt x="1128164" y="97750"/>
                </a:cubicBezTo>
                <a:cubicBezTo>
                  <a:pt x="1125175" y="100772"/>
                  <a:pt x="1122610" y="104343"/>
                  <a:pt x="1120469" y="108461"/>
                </a:cubicBezTo>
                <a:cubicBezTo>
                  <a:pt x="1118327" y="112576"/>
                  <a:pt x="1116609" y="116964"/>
                  <a:pt x="1115314" y="121624"/>
                </a:cubicBezTo>
                <a:lnTo>
                  <a:pt x="1127865" y="121624"/>
                </a:lnTo>
                <a:cubicBezTo>
                  <a:pt x="1135834" y="121624"/>
                  <a:pt x="1142507" y="121104"/>
                  <a:pt x="1147886" y="120064"/>
                </a:cubicBezTo>
                <a:cubicBezTo>
                  <a:pt x="1153265" y="119021"/>
                  <a:pt x="1157598" y="117608"/>
                  <a:pt x="1160885" y="115824"/>
                </a:cubicBezTo>
                <a:cubicBezTo>
                  <a:pt x="1164173" y="114038"/>
                  <a:pt x="1166563" y="111930"/>
                  <a:pt x="1168057" y="109502"/>
                </a:cubicBezTo>
                <a:cubicBezTo>
                  <a:pt x="1169552" y="107071"/>
                  <a:pt x="1170299" y="104467"/>
                  <a:pt x="1170299" y="101691"/>
                </a:cubicBezTo>
                <a:close/>
                <a:moveTo>
                  <a:pt x="1258520" y="202905"/>
                </a:moveTo>
                <a:cubicBezTo>
                  <a:pt x="1258321" y="203901"/>
                  <a:pt x="1257848" y="204773"/>
                  <a:pt x="1257101" y="205520"/>
                </a:cubicBezTo>
                <a:cubicBezTo>
                  <a:pt x="1256353" y="206267"/>
                  <a:pt x="1255233" y="206890"/>
                  <a:pt x="1253739" y="207388"/>
                </a:cubicBezTo>
                <a:cubicBezTo>
                  <a:pt x="1252245" y="207886"/>
                  <a:pt x="1250252" y="208259"/>
                  <a:pt x="1247762" y="208508"/>
                </a:cubicBezTo>
                <a:cubicBezTo>
                  <a:pt x="1245272" y="208757"/>
                  <a:pt x="1242234" y="208882"/>
                  <a:pt x="1238648" y="208882"/>
                </a:cubicBezTo>
                <a:cubicBezTo>
                  <a:pt x="1234863" y="208882"/>
                  <a:pt x="1231800" y="208757"/>
                  <a:pt x="1229459" y="208508"/>
                </a:cubicBezTo>
                <a:cubicBezTo>
                  <a:pt x="1227118" y="208259"/>
                  <a:pt x="1225300" y="207886"/>
                  <a:pt x="1224005" y="207388"/>
                </a:cubicBezTo>
                <a:cubicBezTo>
                  <a:pt x="1222710" y="206890"/>
                  <a:pt x="1221839" y="206267"/>
                  <a:pt x="1221390" y="205520"/>
                </a:cubicBezTo>
                <a:cubicBezTo>
                  <a:pt x="1220942" y="204773"/>
                  <a:pt x="1220818" y="203901"/>
                  <a:pt x="1221017" y="202905"/>
                </a:cubicBezTo>
                <a:lnTo>
                  <a:pt x="1260313" y="6425"/>
                </a:lnTo>
                <a:cubicBezTo>
                  <a:pt x="1260512" y="5429"/>
                  <a:pt x="1260960" y="4532"/>
                  <a:pt x="1261658" y="3735"/>
                </a:cubicBezTo>
                <a:cubicBezTo>
                  <a:pt x="1262355" y="2938"/>
                  <a:pt x="1263500" y="2266"/>
                  <a:pt x="1265094" y="1718"/>
                </a:cubicBezTo>
                <a:cubicBezTo>
                  <a:pt x="1266688" y="1170"/>
                  <a:pt x="1268705" y="747"/>
                  <a:pt x="1271146" y="448"/>
                </a:cubicBezTo>
                <a:cubicBezTo>
                  <a:pt x="1273586" y="149"/>
                  <a:pt x="1276649" y="0"/>
                  <a:pt x="1280335" y="0"/>
                </a:cubicBezTo>
                <a:cubicBezTo>
                  <a:pt x="1284020" y="0"/>
                  <a:pt x="1287033" y="149"/>
                  <a:pt x="1289374" y="448"/>
                </a:cubicBezTo>
                <a:cubicBezTo>
                  <a:pt x="1291715" y="747"/>
                  <a:pt x="1293533" y="1170"/>
                  <a:pt x="1294828" y="1718"/>
                </a:cubicBezTo>
                <a:cubicBezTo>
                  <a:pt x="1296123" y="2266"/>
                  <a:pt x="1296969" y="2938"/>
                  <a:pt x="1297368" y="3735"/>
                </a:cubicBezTo>
                <a:cubicBezTo>
                  <a:pt x="1297766" y="4532"/>
                  <a:pt x="1297866" y="5429"/>
                  <a:pt x="1297667" y="6425"/>
                </a:cubicBezTo>
                <a:lnTo>
                  <a:pt x="1258520" y="202905"/>
                </a:lnTo>
                <a:close/>
                <a:moveTo>
                  <a:pt x="1534598" y="136808"/>
                </a:moveTo>
                <a:cubicBezTo>
                  <a:pt x="1532108" y="149169"/>
                  <a:pt x="1528223" y="160009"/>
                  <a:pt x="1522944" y="169329"/>
                </a:cubicBezTo>
                <a:cubicBezTo>
                  <a:pt x="1517664" y="178649"/>
                  <a:pt x="1511090" y="186449"/>
                  <a:pt x="1503221" y="192731"/>
                </a:cubicBezTo>
                <a:cubicBezTo>
                  <a:pt x="1495352" y="199009"/>
                  <a:pt x="1486312" y="203719"/>
                  <a:pt x="1476102" y="206860"/>
                </a:cubicBezTo>
                <a:cubicBezTo>
                  <a:pt x="1465892" y="210001"/>
                  <a:pt x="1454611" y="211571"/>
                  <a:pt x="1442260" y="211571"/>
                </a:cubicBezTo>
                <a:cubicBezTo>
                  <a:pt x="1429111" y="211571"/>
                  <a:pt x="1417830" y="209951"/>
                  <a:pt x="1408417" y="206711"/>
                </a:cubicBezTo>
                <a:cubicBezTo>
                  <a:pt x="1399004" y="203470"/>
                  <a:pt x="1391558" y="198661"/>
                  <a:pt x="1386080" y="192283"/>
                </a:cubicBezTo>
                <a:cubicBezTo>
                  <a:pt x="1380601" y="185901"/>
                  <a:pt x="1377065" y="177902"/>
                  <a:pt x="1375471" y="168283"/>
                </a:cubicBezTo>
                <a:cubicBezTo>
                  <a:pt x="1373877" y="158664"/>
                  <a:pt x="1374376" y="147525"/>
                  <a:pt x="1376965" y="134865"/>
                </a:cubicBezTo>
                <a:lnTo>
                  <a:pt x="1399975" y="20026"/>
                </a:lnTo>
                <a:cubicBezTo>
                  <a:pt x="1400174" y="19030"/>
                  <a:pt x="1400648" y="18134"/>
                  <a:pt x="1401395" y="17337"/>
                </a:cubicBezTo>
                <a:cubicBezTo>
                  <a:pt x="1402142" y="16537"/>
                  <a:pt x="1403337" y="15888"/>
                  <a:pt x="1404981" y="15390"/>
                </a:cubicBezTo>
                <a:cubicBezTo>
                  <a:pt x="1406624" y="14892"/>
                  <a:pt x="1408716" y="14493"/>
                  <a:pt x="1411256" y="14194"/>
                </a:cubicBezTo>
                <a:cubicBezTo>
                  <a:pt x="1413796" y="13896"/>
                  <a:pt x="1417009" y="13746"/>
                  <a:pt x="1420893" y="13746"/>
                </a:cubicBezTo>
                <a:cubicBezTo>
                  <a:pt x="1424678" y="13746"/>
                  <a:pt x="1427816" y="13896"/>
                  <a:pt x="1430306" y="14194"/>
                </a:cubicBezTo>
                <a:cubicBezTo>
                  <a:pt x="1432797" y="14493"/>
                  <a:pt x="1434739" y="14892"/>
                  <a:pt x="1436134" y="15390"/>
                </a:cubicBezTo>
                <a:cubicBezTo>
                  <a:pt x="1437528" y="15888"/>
                  <a:pt x="1438450" y="16537"/>
                  <a:pt x="1438898" y="17337"/>
                </a:cubicBezTo>
                <a:cubicBezTo>
                  <a:pt x="1439346" y="18134"/>
                  <a:pt x="1439471" y="19030"/>
                  <a:pt x="1439271" y="20026"/>
                </a:cubicBezTo>
                <a:lnTo>
                  <a:pt x="1416261" y="134865"/>
                </a:lnTo>
                <a:cubicBezTo>
                  <a:pt x="1414668" y="142545"/>
                  <a:pt x="1414219" y="149178"/>
                  <a:pt x="1414917" y="154766"/>
                </a:cubicBezTo>
                <a:cubicBezTo>
                  <a:pt x="1415614" y="160350"/>
                  <a:pt x="1417282" y="164963"/>
                  <a:pt x="1419922" y="168605"/>
                </a:cubicBezTo>
                <a:cubicBezTo>
                  <a:pt x="1422562" y="172244"/>
                  <a:pt x="1426123" y="174937"/>
                  <a:pt x="1430605" y="176683"/>
                </a:cubicBezTo>
                <a:cubicBezTo>
                  <a:pt x="1435088" y="178426"/>
                  <a:pt x="1440467" y="179298"/>
                  <a:pt x="1446742" y="179298"/>
                </a:cubicBezTo>
                <a:cubicBezTo>
                  <a:pt x="1453117" y="179298"/>
                  <a:pt x="1459019" y="178325"/>
                  <a:pt x="1464448" y="176379"/>
                </a:cubicBezTo>
                <a:cubicBezTo>
                  <a:pt x="1469876" y="174434"/>
                  <a:pt x="1474683" y="171592"/>
                  <a:pt x="1478866" y="167853"/>
                </a:cubicBezTo>
                <a:cubicBezTo>
                  <a:pt x="1483050" y="164112"/>
                  <a:pt x="1486611" y="159548"/>
                  <a:pt x="1489549" y="154163"/>
                </a:cubicBezTo>
                <a:cubicBezTo>
                  <a:pt x="1492488" y="148778"/>
                  <a:pt x="1494654" y="142644"/>
                  <a:pt x="1496049" y="135762"/>
                </a:cubicBezTo>
                <a:lnTo>
                  <a:pt x="1519208" y="20026"/>
                </a:lnTo>
                <a:cubicBezTo>
                  <a:pt x="1519407" y="19030"/>
                  <a:pt x="1519881" y="18134"/>
                  <a:pt x="1520628" y="17337"/>
                </a:cubicBezTo>
                <a:cubicBezTo>
                  <a:pt x="1521375" y="16537"/>
                  <a:pt x="1522520" y="15888"/>
                  <a:pt x="1524064" y="15390"/>
                </a:cubicBezTo>
                <a:cubicBezTo>
                  <a:pt x="1525608" y="14892"/>
                  <a:pt x="1527675" y="14493"/>
                  <a:pt x="1530265" y="14194"/>
                </a:cubicBezTo>
                <a:cubicBezTo>
                  <a:pt x="1532855" y="13896"/>
                  <a:pt x="1536042" y="13746"/>
                  <a:pt x="1539827" y="13746"/>
                </a:cubicBezTo>
                <a:cubicBezTo>
                  <a:pt x="1543613" y="13746"/>
                  <a:pt x="1546700" y="13896"/>
                  <a:pt x="1549091" y="14194"/>
                </a:cubicBezTo>
                <a:cubicBezTo>
                  <a:pt x="1551482" y="14493"/>
                  <a:pt x="1553374" y="14892"/>
                  <a:pt x="1554769" y="15390"/>
                </a:cubicBezTo>
                <a:cubicBezTo>
                  <a:pt x="1556163" y="15888"/>
                  <a:pt x="1557085" y="16537"/>
                  <a:pt x="1557533" y="17337"/>
                </a:cubicBezTo>
                <a:cubicBezTo>
                  <a:pt x="1557981" y="18134"/>
                  <a:pt x="1558106" y="19030"/>
                  <a:pt x="1557907" y="20026"/>
                </a:cubicBezTo>
                <a:lnTo>
                  <a:pt x="1534598" y="136808"/>
                </a:lnTo>
                <a:close/>
                <a:moveTo>
                  <a:pt x="1701593" y="99253"/>
                </a:moveTo>
                <a:cubicBezTo>
                  <a:pt x="1701593" y="102743"/>
                  <a:pt x="1701369" y="106232"/>
                  <a:pt x="1700921" y="109722"/>
                </a:cubicBezTo>
                <a:cubicBezTo>
                  <a:pt x="1700473" y="113211"/>
                  <a:pt x="1699900" y="116800"/>
                  <a:pt x="1699203" y="120489"/>
                </a:cubicBezTo>
                <a:lnTo>
                  <a:pt x="1682618" y="202905"/>
                </a:lnTo>
                <a:cubicBezTo>
                  <a:pt x="1682418" y="203901"/>
                  <a:pt x="1681945" y="204773"/>
                  <a:pt x="1681198" y="205520"/>
                </a:cubicBezTo>
                <a:cubicBezTo>
                  <a:pt x="1680451" y="206267"/>
                  <a:pt x="1679306" y="206890"/>
                  <a:pt x="1677762" y="207388"/>
                </a:cubicBezTo>
                <a:cubicBezTo>
                  <a:pt x="1676218" y="207886"/>
                  <a:pt x="1674225" y="208259"/>
                  <a:pt x="1671785" y="208508"/>
                </a:cubicBezTo>
                <a:cubicBezTo>
                  <a:pt x="1669345" y="208757"/>
                  <a:pt x="1666282" y="208882"/>
                  <a:pt x="1662596" y="208882"/>
                </a:cubicBezTo>
                <a:cubicBezTo>
                  <a:pt x="1658910" y="208882"/>
                  <a:pt x="1655897" y="208757"/>
                  <a:pt x="1653556" y="208508"/>
                </a:cubicBezTo>
                <a:cubicBezTo>
                  <a:pt x="1651216" y="208259"/>
                  <a:pt x="1649398" y="207886"/>
                  <a:pt x="1648103" y="207388"/>
                </a:cubicBezTo>
                <a:cubicBezTo>
                  <a:pt x="1646808" y="206890"/>
                  <a:pt x="1645936" y="206267"/>
                  <a:pt x="1645488" y="205520"/>
                </a:cubicBezTo>
                <a:cubicBezTo>
                  <a:pt x="1645040" y="204773"/>
                  <a:pt x="1644915" y="203901"/>
                  <a:pt x="1645115" y="202905"/>
                </a:cubicBezTo>
                <a:lnTo>
                  <a:pt x="1661251" y="122968"/>
                </a:lnTo>
                <a:cubicBezTo>
                  <a:pt x="1661749" y="120565"/>
                  <a:pt x="1662123" y="118112"/>
                  <a:pt x="1662372" y="115610"/>
                </a:cubicBezTo>
                <a:cubicBezTo>
                  <a:pt x="1662621" y="113107"/>
                  <a:pt x="1662745" y="110905"/>
                  <a:pt x="1662745" y="109003"/>
                </a:cubicBezTo>
                <a:cubicBezTo>
                  <a:pt x="1662745" y="104495"/>
                  <a:pt x="1661799" y="100791"/>
                  <a:pt x="1659907" y="97890"/>
                </a:cubicBezTo>
                <a:cubicBezTo>
                  <a:pt x="1658014" y="94986"/>
                  <a:pt x="1654826" y="93534"/>
                  <a:pt x="1650344" y="93534"/>
                </a:cubicBezTo>
                <a:cubicBezTo>
                  <a:pt x="1646260" y="93534"/>
                  <a:pt x="1642002" y="94833"/>
                  <a:pt x="1637569" y="97432"/>
                </a:cubicBezTo>
                <a:cubicBezTo>
                  <a:pt x="1633136" y="100028"/>
                  <a:pt x="1628953" y="103551"/>
                  <a:pt x="1625018" y="107999"/>
                </a:cubicBezTo>
                <a:cubicBezTo>
                  <a:pt x="1621084" y="112444"/>
                  <a:pt x="1617572" y="117639"/>
                  <a:pt x="1614485" y="123585"/>
                </a:cubicBezTo>
                <a:cubicBezTo>
                  <a:pt x="1611397" y="129527"/>
                  <a:pt x="1609205" y="135846"/>
                  <a:pt x="1607910" y="142542"/>
                </a:cubicBezTo>
                <a:lnTo>
                  <a:pt x="1595808" y="202905"/>
                </a:lnTo>
                <a:cubicBezTo>
                  <a:pt x="1595608" y="203901"/>
                  <a:pt x="1595135" y="204773"/>
                  <a:pt x="1594388" y="205520"/>
                </a:cubicBezTo>
                <a:cubicBezTo>
                  <a:pt x="1593641" y="206267"/>
                  <a:pt x="1592496" y="206890"/>
                  <a:pt x="1590952" y="207388"/>
                </a:cubicBezTo>
                <a:cubicBezTo>
                  <a:pt x="1589408" y="207886"/>
                  <a:pt x="1587391" y="208259"/>
                  <a:pt x="1584900" y="208508"/>
                </a:cubicBezTo>
                <a:cubicBezTo>
                  <a:pt x="1582410" y="208757"/>
                  <a:pt x="1579372" y="208882"/>
                  <a:pt x="1575786" y="208882"/>
                </a:cubicBezTo>
                <a:cubicBezTo>
                  <a:pt x="1572101" y="208882"/>
                  <a:pt x="1569087" y="208757"/>
                  <a:pt x="1566747" y="208508"/>
                </a:cubicBezTo>
                <a:cubicBezTo>
                  <a:pt x="1564406" y="208259"/>
                  <a:pt x="1562563" y="207886"/>
                  <a:pt x="1561218" y="207388"/>
                </a:cubicBezTo>
                <a:cubicBezTo>
                  <a:pt x="1559873" y="206890"/>
                  <a:pt x="1559002" y="206267"/>
                  <a:pt x="1558603" y="205520"/>
                </a:cubicBezTo>
                <a:cubicBezTo>
                  <a:pt x="1558205" y="204773"/>
                  <a:pt x="1558105" y="203901"/>
                  <a:pt x="1558305" y="202905"/>
                </a:cubicBezTo>
                <a:lnTo>
                  <a:pt x="1585050" y="69478"/>
                </a:lnTo>
                <a:cubicBezTo>
                  <a:pt x="1585249" y="68482"/>
                  <a:pt x="1585672" y="67610"/>
                  <a:pt x="1586320" y="66863"/>
                </a:cubicBezTo>
                <a:cubicBezTo>
                  <a:pt x="1586967" y="66116"/>
                  <a:pt x="1587963" y="65518"/>
                  <a:pt x="1589308" y="65070"/>
                </a:cubicBezTo>
                <a:cubicBezTo>
                  <a:pt x="1590653" y="64622"/>
                  <a:pt x="1592396" y="64273"/>
                  <a:pt x="1594538" y="64024"/>
                </a:cubicBezTo>
                <a:cubicBezTo>
                  <a:pt x="1596679" y="63775"/>
                  <a:pt x="1599244" y="63651"/>
                  <a:pt x="1602233" y="63651"/>
                </a:cubicBezTo>
                <a:cubicBezTo>
                  <a:pt x="1605320" y="63651"/>
                  <a:pt x="1607836" y="63775"/>
                  <a:pt x="1609778" y="64024"/>
                </a:cubicBezTo>
                <a:cubicBezTo>
                  <a:pt x="1611720" y="64273"/>
                  <a:pt x="1613239" y="64622"/>
                  <a:pt x="1614335" y="65070"/>
                </a:cubicBezTo>
                <a:cubicBezTo>
                  <a:pt x="1615431" y="65518"/>
                  <a:pt x="1616153" y="66116"/>
                  <a:pt x="1616502" y="66863"/>
                </a:cubicBezTo>
                <a:cubicBezTo>
                  <a:pt x="1616850" y="67610"/>
                  <a:pt x="1616925" y="68482"/>
                  <a:pt x="1616726" y="69478"/>
                </a:cubicBezTo>
                <a:lnTo>
                  <a:pt x="1612393" y="91442"/>
                </a:lnTo>
                <a:cubicBezTo>
                  <a:pt x="1614485" y="87937"/>
                  <a:pt x="1617274" y="84359"/>
                  <a:pt x="1620760" y="80707"/>
                </a:cubicBezTo>
                <a:cubicBezTo>
                  <a:pt x="1624246" y="77053"/>
                  <a:pt x="1628256" y="73775"/>
                  <a:pt x="1632788" y="70874"/>
                </a:cubicBezTo>
                <a:cubicBezTo>
                  <a:pt x="1637320" y="67970"/>
                  <a:pt x="1642251" y="65591"/>
                  <a:pt x="1647580" y="63739"/>
                </a:cubicBezTo>
                <a:cubicBezTo>
                  <a:pt x="1652909" y="61887"/>
                  <a:pt x="1658462" y="60961"/>
                  <a:pt x="1664240" y="60961"/>
                </a:cubicBezTo>
                <a:cubicBezTo>
                  <a:pt x="1671212" y="60961"/>
                  <a:pt x="1677064" y="61984"/>
                  <a:pt x="1681796" y="64029"/>
                </a:cubicBezTo>
                <a:cubicBezTo>
                  <a:pt x="1686527" y="66071"/>
                  <a:pt x="1690362" y="68838"/>
                  <a:pt x="1693301" y="72331"/>
                </a:cubicBezTo>
                <a:cubicBezTo>
                  <a:pt x="1696239" y="75820"/>
                  <a:pt x="1698356" y="79884"/>
                  <a:pt x="1699651" y="84522"/>
                </a:cubicBezTo>
                <a:cubicBezTo>
                  <a:pt x="1700946" y="89157"/>
                  <a:pt x="1701593" y="94067"/>
                  <a:pt x="1701593" y="99253"/>
                </a:cubicBezTo>
                <a:close/>
                <a:moveTo>
                  <a:pt x="1756821" y="202905"/>
                </a:moveTo>
                <a:cubicBezTo>
                  <a:pt x="1756622" y="203901"/>
                  <a:pt x="1756149" y="204773"/>
                  <a:pt x="1755402" y="205520"/>
                </a:cubicBezTo>
                <a:cubicBezTo>
                  <a:pt x="1754655" y="206267"/>
                  <a:pt x="1753534" y="206890"/>
                  <a:pt x="1752040" y="207388"/>
                </a:cubicBezTo>
                <a:cubicBezTo>
                  <a:pt x="1750546" y="207886"/>
                  <a:pt x="1748554" y="208259"/>
                  <a:pt x="1746063" y="208508"/>
                </a:cubicBezTo>
                <a:cubicBezTo>
                  <a:pt x="1743573" y="208757"/>
                  <a:pt x="1740535" y="208882"/>
                  <a:pt x="1736949" y="208882"/>
                </a:cubicBezTo>
                <a:cubicBezTo>
                  <a:pt x="1733164" y="208882"/>
                  <a:pt x="1730101" y="208757"/>
                  <a:pt x="1727760" y="208508"/>
                </a:cubicBezTo>
                <a:cubicBezTo>
                  <a:pt x="1725419" y="208259"/>
                  <a:pt x="1723601" y="207886"/>
                  <a:pt x="1722306" y="207388"/>
                </a:cubicBezTo>
                <a:cubicBezTo>
                  <a:pt x="1721011" y="206890"/>
                  <a:pt x="1720140" y="206267"/>
                  <a:pt x="1719692" y="205520"/>
                </a:cubicBezTo>
                <a:cubicBezTo>
                  <a:pt x="1719243" y="204773"/>
                  <a:pt x="1719119" y="203901"/>
                  <a:pt x="1719318" y="202905"/>
                </a:cubicBezTo>
                <a:lnTo>
                  <a:pt x="1758614" y="6425"/>
                </a:lnTo>
                <a:cubicBezTo>
                  <a:pt x="1758813" y="5429"/>
                  <a:pt x="1759262" y="4532"/>
                  <a:pt x="1759959" y="3735"/>
                </a:cubicBezTo>
                <a:cubicBezTo>
                  <a:pt x="1760656" y="2938"/>
                  <a:pt x="1761802" y="2266"/>
                  <a:pt x="1763395" y="1718"/>
                </a:cubicBezTo>
                <a:cubicBezTo>
                  <a:pt x="1764989" y="1170"/>
                  <a:pt x="1767006" y="747"/>
                  <a:pt x="1769447" y="448"/>
                </a:cubicBezTo>
                <a:cubicBezTo>
                  <a:pt x="1771887" y="149"/>
                  <a:pt x="1774950" y="0"/>
                  <a:pt x="1778636" y="0"/>
                </a:cubicBezTo>
                <a:cubicBezTo>
                  <a:pt x="1782321" y="0"/>
                  <a:pt x="1785334" y="149"/>
                  <a:pt x="1787675" y="448"/>
                </a:cubicBezTo>
                <a:cubicBezTo>
                  <a:pt x="1790016" y="747"/>
                  <a:pt x="1791834" y="1170"/>
                  <a:pt x="1793129" y="1718"/>
                </a:cubicBezTo>
                <a:cubicBezTo>
                  <a:pt x="1794424" y="2266"/>
                  <a:pt x="1795271" y="2938"/>
                  <a:pt x="1795669" y="3735"/>
                </a:cubicBezTo>
                <a:cubicBezTo>
                  <a:pt x="1796067" y="4532"/>
                  <a:pt x="1796167" y="5429"/>
                  <a:pt x="1795968" y="6425"/>
                </a:cubicBezTo>
                <a:lnTo>
                  <a:pt x="1756821" y="202905"/>
                </a:lnTo>
                <a:close/>
                <a:moveTo>
                  <a:pt x="1929092" y="98828"/>
                </a:moveTo>
                <a:cubicBezTo>
                  <a:pt x="1929092" y="106013"/>
                  <a:pt x="1927473" y="112475"/>
                  <a:pt x="1924236" y="118215"/>
                </a:cubicBezTo>
                <a:cubicBezTo>
                  <a:pt x="1920999" y="123952"/>
                  <a:pt x="1915968" y="128892"/>
                  <a:pt x="1909145" y="133035"/>
                </a:cubicBezTo>
                <a:cubicBezTo>
                  <a:pt x="1902322" y="137175"/>
                  <a:pt x="1893656" y="140342"/>
                  <a:pt x="1883147" y="142537"/>
                </a:cubicBezTo>
                <a:cubicBezTo>
                  <a:pt x="1872638" y="144731"/>
                  <a:pt x="1860112" y="145829"/>
                  <a:pt x="1845569" y="145829"/>
                </a:cubicBezTo>
                <a:lnTo>
                  <a:pt x="1831823" y="145829"/>
                </a:lnTo>
                <a:cubicBezTo>
                  <a:pt x="1831424" y="148120"/>
                  <a:pt x="1831126" y="150386"/>
                  <a:pt x="1830926" y="152627"/>
                </a:cubicBezTo>
                <a:cubicBezTo>
                  <a:pt x="1830727" y="154868"/>
                  <a:pt x="1830628" y="156935"/>
                  <a:pt x="1830628" y="158828"/>
                </a:cubicBezTo>
                <a:cubicBezTo>
                  <a:pt x="1830628" y="166896"/>
                  <a:pt x="1832719" y="172972"/>
                  <a:pt x="1836903" y="177056"/>
                </a:cubicBezTo>
                <a:cubicBezTo>
                  <a:pt x="1841087" y="181140"/>
                  <a:pt x="1847810" y="183182"/>
                  <a:pt x="1857074" y="183182"/>
                </a:cubicBezTo>
                <a:cubicBezTo>
                  <a:pt x="1863648" y="183182"/>
                  <a:pt x="1869550" y="182701"/>
                  <a:pt x="1874780" y="181740"/>
                </a:cubicBezTo>
                <a:cubicBezTo>
                  <a:pt x="1880009" y="180778"/>
                  <a:pt x="1884591" y="179715"/>
                  <a:pt x="1888526" y="178551"/>
                </a:cubicBezTo>
                <a:cubicBezTo>
                  <a:pt x="1892460" y="177386"/>
                  <a:pt x="1895723" y="176323"/>
                  <a:pt x="1898312" y="175361"/>
                </a:cubicBezTo>
                <a:cubicBezTo>
                  <a:pt x="1900902" y="174400"/>
                  <a:pt x="1902795" y="173919"/>
                  <a:pt x="1903990" y="173919"/>
                </a:cubicBezTo>
                <a:cubicBezTo>
                  <a:pt x="1905185" y="173919"/>
                  <a:pt x="1906032" y="174270"/>
                  <a:pt x="1906530" y="174974"/>
                </a:cubicBezTo>
                <a:cubicBezTo>
                  <a:pt x="1907028" y="175677"/>
                  <a:pt x="1907277" y="176781"/>
                  <a:pt x="1907277" y="178284"/>
                </a:cubicBezTo>
                <a:cubicBezTo>
                  <a:pt x="1907277" y="179993"/>
                  <a:pt x="1907128" y="181953"/>
                  <a:pt x="1906829" y="184163"/>
                </a:cubicBezTo>
                <a:cubicBezTo>
                  <a:pt x="1906530" y="186370"/>
                  <a:pt x="1906107" y="188554"/>
                  <a:pt x="1905559" y="190714"/>
                </a:cubicBezTo>
                <a:cubicBezTo>
                  <a:pt x="1905011" y="192871"/>
                  <a:pt x="1904314" y="194904"/>
                  <a:pt x="1903467" y="196812"/>
                </a:cubicBezTo>
                <a:cubicBezTo>
                  <a:pt x="1902620" y="198720"/>
                  <a:pt x="1901649" y="200175"/>
                  <a:pt x="1900554" y="201178"/>
                </a:cubicBezTo>
                <a:cubicBezTo>
                  <a:pt x="1899358" y="202382"/>
                  <a:pt x="1897167" y="203588"/>
                  <a:pt x="1893979" y="204796"/>
                </a:cubicBezTo>
                <a:cubicBezTo>
                  <a:pt x="1890792" y="206001"/>
                  <a:pt x="1886957" y="207104"/>
                  <a:pt x="1882474" y="208107"/>
                </a:cubicBezTo>
                <a:cubicBezTo>
                  <a:pt x="1877992" y="209112"/>
                  <a:pt x="1872962" y="209940"/>
                  <a:pt x="1867384" y="210591"/>
                </a:cubicBezTo>
                <a:cubicBezTo>
                  <a:pt x="1861805" y="211244"/>
                  <a:pt x="1856128" y="211571"/>
                  <a:pt x="1850350" y="211571"/>
                </a:cubicBezTo>
                <a:cubicBezTo>
                  <a:pt x="1840788" y="211571"/>
                  <a:pt x="1832445" y="210572"/>
                  <a:pt x="1825323" y="208574"/>
                </a:cubicBezTo>
                <a:cubicBezTo>
                  <a:pt x="1818201" y="206578"/>
                  <a:pt x="1812250" y="203535"/>
                  <a:pt x="1807468" y="199445"/>
                </a:cubicBezTo>
                <a:cubicBezTo>
                  <a:pt x="1802687" y="195352"/>
                  <a:pt x="1799101" y="190136"/>
                  <a:pt x="1796710" y="183799"/>
                </a:cubicBezTo>
                <a:cubicBezTo>
                  <a:pt x="1794320" y="177461"/>
                  <a:pt x="1793124" y="169951"/>
                  <a:pt x="1793124" y="161270"/>
                </a:cubicBezTo>
                <a:cubicBezTo>
                  <a:pt x="1793124" y="154580"/>
                  <a:pt x="1793747" y="147419"/>
                  <a:pt x="1794992" y="139787"/>
                </a:cubicBezTo>
                <a:cubicBezTo>
                  <a:pt x="1796237" y="132151"/>
                  <a:pt x="1798254" y="124615"/>
                  <a:pt x="1801043" y="117178"/>
                </a:cubicBezTo>
                <a:cubicBezTo>
                  <a:pt x="1803832" y="109742"/>
                  <a:pt x="1807418" y="102631"/>
                  <a:pt x="1811801" y="95845"/>
                </a:cubicBezTo>
                <a:cubicBezTo>
                  <a:pt x="1816184" y="89059"/>
                  <a:pt x="1821488" y="83096"/>
                  <a:pt x="1827714" y="77957"/>
                </a:cubicBezTo>
                <a:cubicBezTo>
                  <a:pt x="1833940" y="72815"/>
                  <a:pt x="1841136" y="68697"/>
                  <a:pt x="1849304" y="65602"/>
                </a:cubicBezTo>
                <a:cubicBezTo>
                  <a:pt x="1857472" y="62508"/>
                  <a:pt x="1866786" y="60961"/>
                  <a:pt x="1877245" y="60961"/>
                </a:cubicBezTo>
                <a:cubicBezTo>
                  <a:pt x="1886309" y="60961"/>
                  <a:pt x="1894104" y="62034"/>
                  <a:pt x="1900628" y="64178"/>
                </a:cubicBezTo>
                <a:cubicBezTo>
                  <a:pt x="1907153" y="66323"/>
                  <a:pt x="1912507" y="69167"/>
                  <a:pt x="1916690" y="72709"/>
                </a:cubicBezTo>
                <a:cubicBezTo>
                  <a:pt x="1920874" y="76251"/>
                  <a:pt x="1923987" y="80293"/>
                  <a:pt x="1926029" y="84835"/>
                </a:cubicBezTo>
                <a:cubicBezTo>
                  <a:pt x="1928071" y="89376"/>
                  <a:pt x="1929092" y="94041"/>
                  <a:pt x="1929092" y="98828"/>
                </a:cubicBezTo>
                <a:moveTo>
                  <a:pt x="1892186" y="101691"/>
                </a:moveTo>
                <a:cubicBezTo>
                  <a:pt x="1892186" y="97725"/>
                  <a:pt x="1890618" y="94429"/>
                  <a:pt x="1887480" y="91801"/>
                </a:cubicBezTo>
                <a:cubicBezTo>
                  <a:pt x="1884342" y="89171"/>
                  <a:pt x="1879785" y="87856"/>
                  <a:pt x="1873808" y="87856"/>
                </a:cubicBezTo>
                <a:cubicBezTo>
                  <a:pt x="1868828" y="87856"/>
                  <a:pt x="1864370" y="88749"/>
                  <a:pt x="1860436" y="90536"/>
                </a:cubicBezTo>
                <a:cubicBezTo>
                  <a:pt x="1856501" y="92320"/>
                  <a:pt x="1853040" y="94724"/>
                  <a:pt x="1850051" y="97750"/>
                </a:cubicBezTo>
                <a:cubicBezTo>
                  <a:pt x="1847063" y="100772"/>
                  <a:pt x="1844498" y="104343"/>
                  <a:pt x="1842357" y="108461"/>
                </a:cubicBezTo>
                <a:cubicBezTo>
                  <a:pt x="1840215" y="112576"/>
                  <a:pt x="1838497" y="116964"/>
                  <a:pt x="1837202" y="121624"/>
                </a:cubicBezTo>
                <a:lnTo>
                  <a:pt x="1849753" y="121624"/>
                </a:lnTo>
                <a:cubicBezTo>
                  <a:pt x="1857721" y="121624"/>
                  <a:pt x="1864395" y="121104"/>
                  <a:pt x="1869774" y="120064"/>
                </a:cubicBezTo>
                <a:cubicBezTo>
                  <a:pt x="1875153" y="119021"/>
                  <a:pt x="1879486" y="117608"/>
                  <a:pt x="1882773" y="115824"/>
                </a:cubicBezTo>
                <a:cubicBezTo>
                  <a:pt x="1886060" y="114038"/>
                  <a:pt x="1888451" y="111930"/>
                  <a:pt x="1889945" y="109502"/>
                </a:cubicBezTo>
                <a:cubicBezTo>
                  <a:pt x="1891439" y="107071"/>
                  <a:pt x="1892186" y="104467"/>
                  <a:pt x="1892186" y="101691"/>
                </a:cubicBezTo>
                <a:close/>
                <a:moveTo>
                  <a:pt x="2066620" y="203055"/>
                </a:moveTo>
                <a:cubicBezTo>
                  <a:pt x="2066222" y="205146"/>
                  <a:pt x="2064653" y="206641"/>
                  <a:pt x="2061913" y="207537"/>
                </a:cubicBezTo>
                <a:cubicBezTo>
                  <a:pt x="2059174" y="208433"/>
                  <a:pt x="2054766" y="208882"/>
                  <a:pt x="2048690" y="208882"/>
                </a:cubicBezTo>
                <a:cubicBezTo>
                  <a:pt x="2045602" y="208882"/>
                  <a:pt x="2043087" y="208782"/>
                  <a:pt x="2041145" y="208583"/>
                </a:cubicBezTo>
                <a:cubicBezTo>
                  <a:pt x="2039202" y="208384"/>
                  <a:pt x="2037634" y="208060"/>
                  <a:pt x="2036438" y="207612"/>
                </a:cubicBezTo>
                <a:cubicBezTo>
                  <a:pt x="2035243" y="207163"/>
                  <a:pt x="2034471" y="206566"/>
                  <a:pt x="2034122" y="205819"/>
                </a:cubicBezTo>
                <a:cubicBezTo>
                  <a:pt x="2033774" y="205072"/>
                  <a:pt x="2033699" y="204150"/>
                  <a:pt x="2033898" y="203055"/>
                </a:cubicBezTo>
                <a:lnTo>
                  <a:pt x="2038082" y="181688"/>
                </a:lnTo>
                <a:cubicBezTo>
                  <a:pt x="2036588" y="184891"/>
                  <a:pt x="2034197" y="188270"/>
                  <a:pt x="2030910" y="191825"/>
                </a:cubicBezTo>
                <a:cubicBezTo>
                  <a:pt x="2027623" y="195380"/>
                  <a:pt x="2023738" y="198609"/>
                  <a:pt x="2019256" y="201514"/>
                </a:cubicBezTo>
                <a:cubicBezTo>
                  <a:pt x="2014773" y="204415"/>
                  <a:pt x="2009818" y="206816"/>
                  <a:pt x="2004389" y="208718"/>
                </a:cubicBezTo>
                <a:cubicBezTo>
                  <a:pt x="1998960" y="210620"/>
                  <a:pt x="1993357" y="211571"/>
                  <a:pt x="1987580" y="211571"/>
                </a:cubicBezTo>
                <a:cubicBezTo>
                  <a:pt x="1979611" y="211571"/>
                  <a:pt x="1972987" y="210174"/>
                  <a:pt x="1967707" y="207378"/>
                </a:cubicBezTo>
                <a:cubicBezTo>
                  <a:pt x="1962428" y="204583"/>
                  <a:pt x="1958195" y="200815"/>
                  <a:pt x="1955007" y="196074"/>
                </a:cubicBezTo>
                <a:cubicBezTo>
                  <a:pt x="1951820" y="191333"/>
                  <a:pt x="1949554" y="185920"/>
                  <a:pt x="1948209" y="179835"/>
                </a:cubicBezTo>
                <a:cubicBezTo>
                  <a:pt x="1946864" y="173746"/>
                  <a:pt x="1946192" y="167357"/>
                  <a:pt x="1946192" y="160667"/>
                </a:cubicBezTo>
                <a:cubicBezTo>
                  <a:pt x="1946192" y="154380"/>
                  <a:pt x="1946789" y="147519"/>
                  <a:pt x="1947985" y="140086"/>
                </a:cubicBezTo>
                <a:cubicBezTo>
                  <a:pt x="1949180" y="132649"/>
                  <a:pt x="1951023" y="125238"/>
                  <a:pt x="1953513" y="117851"/>
                </a:cubicBezTo>
                <a:cubicBezTo>
                  <a:pt x="1956003" y="110464"/>
                  <a:pt x="1959191" y="103353"/>
                  <a:pt x="1963076" y="96517"/>
                </a:cubicBezTo>
                <a:cubicBezTo>
                  <a:pt x="1966960" y="89681"/>
                  <a:pt x="1971617" y="83619"/>
                  <a:pt x="1977046" y="78331"/>
                </a:cubicBezTo>
                <a:cubicBezTo>
                  <a:pt x="1982475" y="73039"/>
                  <a:pt x="1988700" y="68821"/>
                  <a:pt x="1995723" y="65677"/>
                </a:cubicBezTo>
                <a:cubicBezTo>
                  <a:pt x="2002745" y="62533"/>
                  <a:pt x="2010689" y="60961"/>
                  <a:pt x="2019554" y="60961"/>
                </a:cubicBezTo>
                <a:cubicBezTo>
                  <a:pt x="2027822" y="60961"/>
                  <a:pt x="2035143" y="62692"/>
                  <a:pt x="2041518" y="66153"/>
                </a:cubicBezTo>
                <a:cubicBezTo>
                  <a:pt x="2047893" y="69615"/>
                  <a:pt x="2053472" y="74658"/>
                  <a:pt x="2058253" y="81282"/>
                </a:cubicBezTo>
                <a:lnTo>
                  <a:pt x="2060643" y="69478"/>
                </a:lnTo>
                <a:cubicBezTo>
                  <a:pt x="2061042" y="67386"/>
                  <a:pt x="2062611" y="65892"/>
                  <a:pt x="2065350" y="64995"/>
                </a:cubicBezTo>
                <a:cubicBezTo>
                  <a:pt x="2068089" y="64099"/>
                  <a:pt x="2072497" y="63651"/>
                  <a:pt x="2078573" y="63651"/>
                </a:cubicBezTo>
                <a:cubicBezTo>
                  <a:pt x="2081561" y="63651"/>
                  <a:pt x="2084052" y="63775"/>
                  <a:pt x="2086044" y="64024"/>
                </a:cubicBezTo>
                <a:cubicBezTo>
                  <a:pt x="2088036" y="64273"/>
                  <a:pt x="2089605" y="64622"/>
                  <a:pt x="2090750" y="65070"/>
                </a:cubicBezTo>
                <a:cubicBezTo>
                  <a:pt x="2091896" y="65518"/>
                  <a:pt x="2092668" y="66116"/>
                  <a:pt x="2093066" y="66863"/>
                </a:cubicBezTo>
                <a:cubicBezTo>
                  <a:pt x="2093465" y="67610"/>
                  <a:pt x="2093564" y="68482"/>
                  <a:pt x="2093365" y="69478"/>
                </a:cubicBezTo>
                <a:lnTo>
                  <a:pt x="2066620" y="203055"/>
                </a:lnTo>
                <a:moveTo>
                  <a:pt x="2048093" y="109521"/>
                </a:moveTo>
                <a:cubicBezTo>
                  <a:pt x="2044606" y="103993"/>
                  <a:pt x="2040746" y="99846"/>
                  <a:pt x="2036513" y="97082"/>
                </a:cubicBezTo>
                <a:cubicBezTo>
                  <a:pt x="2032280" y="94318"/>
                  <a:pt x="2027374" y="92936"/>
                  <a:pt x="2021796" y="92936"/>
                </a:cubicBezTo>
                <a:cubicBezTo>
                  <a:pt x="2017612" y="92936"/>
                  <a:pt x="2013777" y="93934"/>
                  <a:pt x="2010291" y="95929"/>
                </a:cubicBezTo>
                <a:cubicBezTo>
                  <a:pt x="2006804" y="97924"/>
                  <a:pt x="2003716" y="100593"/>
                  <a:pt x="2001027" y="103937"/>
                </a:cubicBezTo>
                <a:cubicBezTo>
                  <a:pt x="1998338" y="107280"/>
                  <a:pt x="1995972" y="111147"/>
                  <a:pt x="1993930" y="115540"/>
                </a:cubicBezTo>
                <a:cubicBezTo>
                  <a:pt x="1991888" y="119929"/>
                  <a:pt x="1990194" y="124494"/>
                  <a:pt x="1988850" y="129234"/>
                </a:cubicBezTo>
                <a:cubicBezTo>
                  <a:pt x="1987505" y="133972"/>
                  <a:pt x="1986509" y="138761"/>
                  <a:pt x="1985861" y="143602"/>
                </a:cubicBezTo>
                <a:cubicBezTo>
                  <a:pt x="1985214" y="148439"/>
                  <a:pt x="1984890" y="152904"/>
                  <a:pt x="1984890" y="156997"/>
                </a:cubicBezTo>
                <a:cubicBezTo>
                  <a:pt x="1984890" y="159989"/>
                  <a:pt x="1985114" y="162832"/>
                  <a:pt x="1985563" y="165528"/>
                </a:cubicBezTo>
                <a:cubicBezTo>
                  <a:pt x="1986011" y="168221"/>
                  <a:pt x="1986833" y="170616"/>
                  <a:pt x="1988028" y="172714"/>
                </a:cubicBezTo>
                <a:cubicBezTo>
                  <a:pt x="1989223" y="174809"/>
                  <a:pt x="1990817" y="176481"/>
                  <a:pt x="1992809" y="177729"/>
                </a:cubicBezTo>
                <a:cubicBezTo>
                  <a:pt x="1994801" y="178974"/>
                  <a:pt x="1997341" y="179596"/>
                  <a:pt x="2000429" y="179596"/>
                </a:cubicBezTo>
                <a:cubicBezTo>
                  <a:pt x="2004812" y="179596"/>
                  <a:pt x="2009295" y="178277"/>
                  <a:pt x="2013877" y="175637"/>
                </a:cubicBezTo>
                <a:cubicBezTo>
                  <a:pt x="2018459" y="172997"/>
                  <a:pt x="2022742" y="169411"/>
                  <a:pt x="2026726" y="164879"/>
                </a:cubicBezTo>
                <a:cubicBezTo>
                  <a:pt x="2030711" y="160347"/>
                  <a:pt x="2034222" y="155068"/>
                  <a:pt x="2037260" y="149041"/>
                </a:cubicBezTo>
                <a:cubicBezTo>
                  <a:pt x="2040298" y="143015"/>
                  <a:pt x="2042514" y="136565"/>
                  <a:pt x="2043909" y="129692"/>
                </a:cubicBezTo>
                <a:lnTo>
                  <a:pt x="2048093" y="109521"/>
                </a:lnTo>
                <a:close/>
                <a:moveTo>
                  <a:pt x="2200749" y="67386"/>
                </a:moveTo>
                <a:cubicBezTo>
                  <a:pt x="2200749" y="68083"/>
                  <a:pt x="2200649" y="69328"/>
                  <a:pt x="2200450" y="71121"/>
                </a:cubicBezTo>
                <a:cubicBezTo>
                  <a:pt x="2200251" y="72914"/>
                  <a:pt x="2199952" y="75006"/>
                  <a:pt x="2199554" y="77397"/>
                </a:cubicBezTo>
                <a:cubicBezTo>
                  <a:pt x="2199155" y="79787"/>
                  <a:pt x="2198657" y="82253"/>
                  <a:pt x="2198060" y="84793"/>
                </a:cubicBezTo>
                <a:cubicBezTo>
                  <a:pt x="2197462" y="87333"/>
                  <a:pt x="2196790" y="89699"/>
                  <a:pt x="2196043" y="91890"/>
                </a:cubicBezTo>
                <a:cubicBezTo>
                  <a:pt x="2195295" y="94081"/>
                  <a:pt x="2194449" y="95874"/>
                  <a:pt x="2193502" y="97269"/>
                </a:cubicBezTo>
                <a:cubicBezTo>
                  <a:pt x="2192556" y="98663"/>
                  <a:pt x="2191535" y="99361"/>
                  <a:pt x="2190439" y="99361"/>
                </a:cubicBezTo>
                <a:cubicBezTo>
                  <a:pt x="2189543" y="99361"/>
                  <a:pt x="2188646" y="99186"/>
                  <a:pt x="2187750" y="98838"/>
                </a:cubicBezTo>
                <a:cubicBezTo>
                  <a:pt x="2186854" y="98489"/>
                  <a:pt x="2185857" y="98141"/>
                  <a:pt x="2184762" y="97792"/>
                </a:cubicBezTo>
                <a:cubicBezTo>
                  <a:pt x="2183666" y="97443"/>
                  <a:pt x="2182471" y="97095"/>
                  <a:pt x="2181176" y="96746"/>
                </a:cubicBezTo>
                <a:cubicBezTo>
                  <a:pt x="2179881" y="96397"/>
                  <a:pt x="2178387" y="96223"/>
                  <a:pt x="2176693" y="96223"/>
                </a:cubicBezTo>
                <a:cubicBezTo>
                  <a:pt x="2173307" y="96223"/>
                  <a:pt x="2169696" y="97523"/>
                  <a:pt x="2165861" y="100122"/>
                </a:cubicBezTo>
                <a:cubicBezTo>
                  <a:pt x="2162026" y="102718"/>
                  <a:pt x="2158365" y="106140"/>
                  <a:pt x="2154879" y="110389"/>
                </a:cubicBezTo>
                <a:cubicBezTo>
                  <a:pt x="2151392" y="114635"/>
                  <a:pt x="2148280" y="119582"/>
                  <a:pt x="2145540" y="125228"/>
                </a:cubicBezTo>
                <a:cubicBezTo>
                  <a:pt x="2142801" y="130875"/>
                  <a:pt x="2140834" y="136795"/>
                  <a:pt x="2139638" y="142990"/>
                </a:cubicBezTo>
                <a:lnTo>
                  <a:pt x="2127685" y="202905"/>
                </a:lnTo>
                <a:cubicBezTo>
                  <a:pt x="2127486" y="203901"/>
                  <a:pt x="2127013" y="204773"/>
                  <a:pt x="2126266" y="205520"/>
                </a:cubicBezTo>
                <a:cubicBezTo>
                  <a:pt x="2125519" y="206267"/>
                  <a:pt x="2124373" y="206890"/>
                  <a:pt x="2122829" y="207388"/>
                </a:cubicBezTo>
                <a:cubicBezTo>
                  <a:pt x="2121285" y="207886"/>
                  <a:pt x="2119268" y="208259"/>
                  <a:pt x="2116778" y="208508"/>
                </a:cubicBezTo>
                <a:cubicBezTo>
                  <a:pt x="2114288" y="208757"/>
                  <a:pt x="2111250" y="208882"/>
                  <a:pt x="2107664" y="208882"/>
                </a:cubicBezTo>
                <a:cubicBezTo>
                  <a:pt x="2103978" y="208882"/>
                  <a:pt x="2100965" y="208757"/>
                  <a:pt x="2098624" y="208508"/>
                </a:cubicBezTo>
                <a:cubicBezTo>
                  <a:pt x="2096283" y="208259"/>
                  <a:pt x="2094441" y="207886"/>
                  <a:pt x="2093096" y="207388"/>
                </a:cubicBezTo>
                <a:cubicBezTo>
                  <a:pt x="2091751" y="206890"/>
                  <a:pt x="2090879" y="206267"/>
                  <a:pt x="2090481" y="205520"/>
                </a:cubicBezTo>
                <a:cubicBezTo>
                  <a:pt x="2090083" y="204773"/>
                  <a:pt x="2089983" y="203901"/>
                  <a:pt x="2090182" y="202905"/>
                </a:cubicBezTo>
                <a:lnTo>
                  <a:pt x="2116778" y="69478"/>
                </a:lnTo>
                <a:cubicBezTo>
                  <a:pt x="2116977" y="68482"/>
                  <a:pt x="2117425" y="67610"/>
                  <a:pt x="2118123" y="66863"/>
                </a:cubicBezTo>
                <a:cubicBezTo>
                  <a:pt x="2118820" y="66116"/>
                  <a:pt x="2119841" y="65518"/>
                  <a:pt x="2121186" y="65070"/>
                </a:cubicBezTo>
                <a:cubicBezTo>
                  <a:pt x="2122530" y="64622"/>
                  <a:pt x="2124274" y="64273"/>
                  <a:pt x="2126415" y="64024"/>
                </a:cubicBezTo>
                <a:cubicBezTo>
                  <a:pt x="2128557" y="63775"/>
                  <a:pt x="2131122" y="63651"/>
                  <a:pt x="2134110" y="63651"/>
                </a:cubicBezTo>
                <a:cubicBezTo>
                  <a:pt x="2137198" y="63651"/>
                  <a:pt x="2139713" y="63775"/>
                  <a:pt x="2141656" y="64024"/>
                </a:cubicBezTo>
                <a:cubicBezTo>
                  <a:pt x="2143598" y="64273"/>
                  <a:pt x="2145117" y="64622"/>
                  <a:pt x="2146213" y="65070"/>
                </a:cubicBezTo>
                <a:cubicBezTo>
                  <a:pt x="2147308" y="65518"/>
                  <a:pt x="2148031" y="66116"/>
                  <a:pt x="2148379" y="66863"/>
                </a:cubicBezTo>
                <a:cubicBezTo>
                  <a:pt x="2148728" y="67610"/>
                  <a:pt x="2148803" y="68482"/>
                  <a:pt x="2148603" y="69478"/>
                </a:cubicBezTo>
                <a:lnTo>
                  <a:pt x="2144420" y="90695"/>
                </a:lnTo>
                <a:cubicBezTo>
                  <a:pt x="2146810" y="86390"/>
                  <a:pt x="2149575" y="82435"/>
                  <a:pt x="2152712" y="78830"/>
                </a:cubicBezTo>
                <a:cubicBezTo>
                  <a:pt x="2155850" y="75226"/>
                  <a:pt x="2159187" y="72097"/>
                  <a:pt x="2162723" y="69445"/>
                </a:cubicBezTo>
                <a:cubicBezTo>
                  <a:pt x="2166259" y="66793"/>
                  <a:pt x="2169920" y="64717"/>
                  <a:pt x="2173705" y="63216"/>
                </a:cubicBezTo>
                <a:cubicBezTo>
                  <a:pt x="2177490" y="61713"/>
                  <a:pt x="2181226" y="60961"/>
                  <a:pt x="2184911" y="60961"/>
                </a:cubicBezTo>
                <a:cubicBezTo>
                  <a:pt x="2186405" y="60961"/>
                  <a:pt x="2187924" y="61061"/>
                  <a:pt x="2189468" y="61260"/>
                </a:cubicBezTo>
                <a:cubicBezTo>
                  <a:pt x="2191012" y="61459"/>
                  <a:pt x="2192457" y="61708"/>
                  <a:pt x="2193801" y="62007"/>
                </a:cubicBezTo>
                <a:cubicBezTo>
                  <a:pt x="2195146" y="62306"/>
                  <a:pt x="2196341" y="62679"/>
                  <a:pt x="2197387" y="63128"/>
                </a:cubicBezTo>
                <a:cubicBezTo>
                  <a:pt x="2198433" y="63576"/>
                  <a:pt x="2199255" y="64049"/>
                  <a:pt x="2199853" y="64547"/>
                </a:cubicBezTo>
                <a:cubicBezTo>
                  <a:pt x="2200450" y="65145"/>
                  <a:pt x="2200749" y="66091"/>
                  <a:pt x="2200749" y="67386"/>
                </a:cubicBezTo>
                <a:close/>
                <a:moveTo>
                  <a:pt x="2340304" y="99253"/>
                </a:moveTo>
                <a:cubicBezTo>
                  <a:pt x="2340304" y="102743"/>
                  <a:pt x="2340080" y="106232"/>
                  <a:pt x="2339632" y="109722"/>
                </a:cubicBezTo>
                <a:cubicBezTo>
                  <a:pt x="2339183" y="113211"/>
                  <a:pt x="2338611" y="116800"/>
                  <a:pt x="2337913" y="120489"/>
                </a:cubicBezTo>
                <a:lnTo>
                  <a:pt x="2321328" y="202905"/>
                </a:lnTo>
                <a:cubicBezTo>
                  <a:pt x="2321129" y="203901"/>
                  <a:pt x="2320656" y="204773"/>
                  <a:pt x="2319909" y="205520"/>
                </a:cubicBezTo>
                <a:cubicBezTo>
                  <a:pt x="2319162" y="206267"/>
                  <a:pt x="2318016" y="206890"/>
                  <a:pt x="2316472" y="207388"/>
                </a:cubicBezTo>
                <a:cubicBezTo>
                  <a:pt x="2314928" y="207886"/>
                  <a:pt x="2312936" y="208259"/>
                  <a:pt x="2310496" y="208508"/>
                </a:cubicBezTo>
                <a:cubicBezTo>
                  <a:pt x="2308055" y="208757"/>
                  <a:pt x="2304992" y="208882"/>
                  <a:pt x="2301307" y="208882"/>
                </a:cubicBezTo>
                <a:cubicBezTo>
                  <a:pt x="2297621" y="208882"/>
                  <a:pt x="2294608" y="208757"/>
                  <a:pt x="2292267" y="208508"/>
                </a:cubicBezTo>
                <a:cubicBezTo>
                  <a:pt x="2289926" y="208259"/>
                  <a:pt x="2288108" y="207886"/>
                  <a:pt x="2286814" y="207388"/>
                </a:cubicBezTo>
                <a:cubicBezTo>
                  <a:pt x="2285519" y="206890"/>
                  <a:pt x="2284647" y="206267"/>
                  <a:pt x="2284199" y="205520"/>
                </a:cubicBezTo>
                <a:cubicBezTo>
                  <a:pt x="2283751" y="204773"/>
                  <a:pt x="2283626" y="203901"/>
                  <a:pt x="2283825" y="202905"/>
                </a:cubicBezTo>
                <a:lnTo>
                  <a:pt x="2299962" y="122968"/>
                </a:lnTo>
                <a:cubicBezTo>
                  <a:pt x="2300460" y="120565"/>
                  <a:pt x="2300834" y="118112"/>
                  <a:pt x="2301083" y="115610"/>
                </a:cubicBezTo>
                <a:cubicBezTo>
                  <a:pt x="2301332" y="113107"/>
                  <a:pt x="2301456" y="110905"/>
                  <a:pt x="2301456" y="109003"/>
                </a:cubicBezTo>
                <a:cubicBezTo>
                  <a:pt x="2301456" y="104495"/>
                  <a:pt x="2300510" y="100791"/>
                  <a:pt x="2298617" y="97890"/>
                </a:cubicBezTo>
                <a:cubicBezTo>
                  <a:pt x="2296725" y="94986"/>
                  <a:pt x="2293537" y="93534"/>
                  <a:pt x="2289055" y="93534"/>
                </a:cubicBezTo>
                <a:cubicBezTo>
                  <a:pt x="2284971" y="93534"/>
                  <a:pt x="2280712" y="94833"/>
                  <a:pt x="2276280" y="97432"/>
                </a:cubicBezTo>
                <a:cubicBezTo>
                  <a:pt x="2271847" y="100028"/>
                  <a:pt x="2267664" y="103551"/>
                  <a:pt x="2263729" y="107999"/>
                </a:cubicBezTo>
                <a:cubicBezTo>
                  <a:pt x="2259794" y="112444"/>
                  <a:pt x="2256283" y="117639"/>
                  <a:pt x="2253195" y="123585"/>
                </a:cubicBezTo>
                <a:cubicBezTo>
                  <a:pt x="2250107" y="129527"/>
                  <a:pt x="2247916" y="135846"/>
                  <a:pt x="2246621" y="142542"/>
                </a:cubicBezTo>
                <a:lnTo>
                  <a:pt x="2234518" y="202905"/>
                </a:lnTo>
                <a:cubicBezTo>
                  <a:pt x="2234319" y="203901"/>
                  <a:pt x="2233846" y="204773"/>
                  <a:pt x="2233099" y="205520"/>
                </a:cubicBezTo>
                <a:cubicBezTo>
                  <a:pt x="2232352" y="206267"/>
                  <a:pt x="2231206" y="206890"/>
                  <a:pt x="2229662" y="207388"/>
                </a:cubicBezTo>
                <a:cubicBezTo>
                  <a:pt x="2228118" y="207886"/>
                  <a:pt x="2226101" y="208259"/>
                  <a:pt x="2223611" y="208508"/>
                </a:cubicBezTo>
                <a:cubicBezTo>
                  <a:pt x="2221121" y="208757"/>
                  <a:pt x="2218083" y="208882"/>
                  <a:pt x="2214497" y="208882"/>
                </a:cubicBezTo>
                <a:cubicBezTo>
                  <a:pt x="2210811" y="208882"/>
                  <a:pt x="2207798" y="208757"/>
                  <a:pt x="2205457" y="208508"/>
                </a:cubicBezTo>
                <a:cubicBezTo>
                  <a:pt x="2203116" y="208259"/>
                  <a:pt x="2201274" y="207886"/>
                  <a:pt x="2199929" y="207388"/>
                </a:cubicBezTo>
                <a:cubicBezTo>
                  <a:pt x="2198584" y="206890"/>
                  <a:pt x="2197713" y="206267"/>
                  <a:pt x="2197314" y="205520"/>
                </a:cubicBezTo>
                <a:cubicBezTo>
                  <a:pt x="2196916" y="204773"/>
                  <a:pt x="2196816" y="203901"/>
                  <a:pt x="2197015" y="202905"/>
                </a:cubicBezTo>
                <a:lnTo>
                  <a:pt x="2223761" y="69478"/>
                </a:lnTo>
                <a:cubicBezTo>
                  <a:pt x="2223960" y="68482"/>
                  <a:pt x="2224383" y="67610"/>
                  <a:pt x="2225031" y="66863"/>
                </a:cubicBezTo>
                <a:cubicBezTo>
                  <a:pt x="2225678" y="66116"/>
                  <a:pt x="2226674" y="65518"/>
                  <a:pt x="2228019" y="65070"/>
                </a:cubicBezTo>
                <a:cubicBezTo>
                  <a:pt x="2229364" y="64622"/>
                  <a:pt x="2231107" y="64273"/>
                  <a:pt x="2233248" y="64024"/>
                </a:cubicBezTo>
                <a:cubicBezTo>
                  <a:pt x="2235390" y="63775"/>
                  <a:pt x="2237955" y="63651"/>
                  <a:pt x="2240943" y="63651"/>
                </a:cubicBezTo>
                <a:cubicBezTo>
                  <a:pt x="2244031" y="63651"/>
                  <a:pt x="2246546" y="63775"/>
                  <a:pt x="2248489" y="64024"/>
                </a:cubicBezTo>
                <a:cubicBezTo>
                  <a:pt x="2250431" y="64273"/>
                  <a:pt x="2251950" y="64622"/>
                  <a:pt x="2253046" y="65070"/>
                </a:cubicBezTo>
                <a:cubicBezTo>
                  <a:pt x="2254141" y="65518"/>
                  <a:pt x="2254864" y="66116"/>
                  <a:pt x="2255212" y="66863"/>
                </a:cubicBezTo>
                <a:cubicBezTo>
                  <a:pt x="2255561" y="67610"/>
                  <a:pt x="2255636" y="68482"/>
                  <a:pt x="2255436" y="69478"/>
                </a:cubicBezTo>
                <a:lnTo>
                  <a:pt x="2251103" y="91442"/>
                </a:lnTo>
                <a:cubicBezTo>
                  <a:pt x="2253195" y="87937"/>
                  <a:pt x="2255984" y="84359"/>
                  <a:pt x="2259471" y="80707"/>
                </a:cubicBezTo>
                <a:cubicBezTo>
                  <a:pt x="2262957" y="77053"/>
                  <a:pt x="2266966" y="73775"/>
                  <a:pt x="2271498" y="70874"/>
                </a:cubicBezTo>
                <a:cubicBezTo>
                  <a:pt x="2276031" y="67970"/>
                  <a:pt x="2280961" y="65591"/>
                  <a:pt x="2286291" y="63739"/>
                </a:cubicBezTo>
                <a:cubicBezTo>
                  <a:pt x="2291620" y="61887"/>
                  <a:pt x="2297173" y="60961"/>
                  <a:pt x="2302950" y="60961"/>
                </a:cubicBezTo>
                <a:cubicBezTo>
                  <a:pt x="2309923" y="60961"/>
                  <a:pt x="2315775" y="61984"/>
                  <a:pt x="2320507" y="64029"/>
                </a:cubicBezTo>
                <a:cubicBezTo>
                  <a:pt x="2325238" y="66071"/>
                  <a:pt x="2329073" y="68838"/>
                  <a:pt x="2332011" y="72331"/>
                </a:cubicBezTo>
                <a:cubicBezTo>
                  <a:pt x="2334950" y="75820"/>
                  <a:pt x="2337067" y="79884"/>
                  <a:pt x="2338362" y="84522"/>
                </a:cubicBezTo>
                <a:cubicBezTo>
                  <a:pt x="2339656" y="89157"/>
                  <a:pt x="2340304" y="94067"/>
                  <a:pt x="2340304" y="99253"/>
                </a:cubicBezTo>
                <a:close/>
                <a:moveTo>
                  <a:pt x="2434080" y="24803"/>
                </a:moveTo>
                <a:cubicBezTo>
                  <a:pt x="2433383" y="28488"/>
                  <a:pt x="2432437" y="31601"/>
                  <a:pt x="2431241" y="34141"/>
                </a:cubicBezTo>
                <a:cubicBezTo>
                  <a:pt x="2430046" y="36681"/>
                  <a:pt x="2428452" y="38723"/>
                  <a:pt x="2426460" y="40267"/>
                </a:cubicBezTo>
                <a:cubicBezTo>
                  <a:pt x="2424468" y="41811"/>
                  <a:pt x="2422028" y="42907"/>
                  <a:pt x="2419139" y="43554"/>
                </a:cubicBezTo>
                <a:cubicBezTo>
                  <a:pt x="2416250" y="44202"/>
                  <a:pt x="2412664" y="44526"/>
                  <a:pt x="2408381" y="44526"/>
                </a:cubicBezTo>
                <a:cubicBezTo>
                  <a:pt x="2404197" y="44526"/>
                  <a:pt x="2400786" y="44202"/>
                  <a:pt x="2398146" y="43554"/>
                </a:cubicBezTo>
                <a:cubicBezTo>
                  <a:pt x="2395506" y="42907"/>
                  <a:pt x="2393514" y="41811"/>
                  <a:pt x="2392170" y="40267"/>
                </a:cubicBezTo>
                <a:cubicBezTo>
                  <a:pt x="2390825" y="38723"/>
                  <a:pt x="2390053" y="36681"/>
                  <a:pt x="2389854" y="34141"/>
                </a:cubicBezTo>
                <a:cubicBezTo>
                  <a:pt x="2389654" y="31601"/>
                  <a:pt x="2389953" y="28488"/>
                  <a:pt x="2390750" y="24803"/>
                </a:cubicBezTo>
                <a:cubicBezTo>
                  <a:pt x="2391447" y="21217"/>
                  <a:pt x="2392394" y="18179"/>
                  <a:pt x="2393589" y="15689"/>
                </a:cubicBezTo>
                <a:cubicBezTo>
                  <a:pt x="2394784" y="13198"/>
                  <a:pt x="2396378" y="11156"/>
                  <a:pt x="2398370" y="9563"/>
                </a:cubicBezTo>
                <a:cubicBezTo>
                  <a:pt x="2400362" y="7969"/>
                  <a:pt x="2402803" y="6823"/>
                  <a:pt x="2405692" y="6126"/>
                </a:cubicBezTo>
                <a:cubicBezTo>
                  <a:pt x="2408580" y="5429"/>
                  <a:pt x="2412166" y="5080"/>
                  <a:pt x="2416449" y="5080"/>
                </a:cubicBezTo>
                <a:cubicBezTo>
                  <a:pt x="2420633" y="5080"/>
                  <a:pt x="2424045" y="5429"/>
                  <a:pt x="2426684" y="6126"/>
                </a:cubicBezTo>
                <a:cubicBezTo>
                  <a:pt x="2429324" y="6823"/>
                  <a:pt x="2431316" y="7969"/>
                  <a:pt x="2432661" y="9563"/>
                </a:cubicBezTo>
                <a:cubicBezTo>
                  <a:pt x="2434006" y="11156"/>
                  <a:pt x="2434753" y="13198"/>
                  <a:pt x="2434902" y="15689"/>
                </a:cubicBezTo>
                <a:cubicBezTo>
                  <a:pt x="2435052" y="18179"/>
                  <a:pt x="2434778" y="21217"/>
                  <a:pt x="2434080" y="24803"/>
                </a:cubicBezTo>
                <a:moveTo>
                  <a:pt x="2395531" y="202905"/>
                </a:moveTo>
                <a:cubicBezTo>
                  <a:pt x="2395332" y="203901"/>
                  <a:pt x="2394859" y="204773"/>
                  <a:pt x="2394112" y="205520"/>
                </a:cubicBezTo>
                <a:cubicBezTo>
                  <a:pt x="2393365" y="206267"/>
                  <a:pt x="2392219" y="206890"/>
                  <a:pt x="2390675" y="207388"/>
                </a:cubicBezTo>
                <a:cubicBezTo>
                  <a:pt x="2389131" y="207886"/>
                  <a:pt x="2387114" y="208259"/>
                  <a:pt x="2384624" y="208508"/>
                </a:cubicBezTo>
                <a:cubicBezTo>
                  <a:pt x="2382134" y="208757"/>
                  <a:pt x="2379096" y="208882"/>
                  <a:pt x="2375510" y="208882"/>
                </a:cubicBezTo>
                <a:cubicBezTo>
                  <a:pt x="2371824" y="208882"/>
                  <a:pt x="2368811" y="208757"/>
                  <a:pt x="2366470" y="208508"/>
                </a:cubicBezTo>
                <a:cubicBezTo>
                  <a:pt x="2364129" y="208259"/>
                  <a:pt x="2362287" y="207886"/>
                  <a:pt x="2360942" y="207388"/>
                </a:cubicBezTo>
                <a:cubicBezTo>
                  <a:pt x="2359597" y="206890"/>
                  <a:pt x="2358726" y="206267"/>
                  <a:pt x="2358327" y="205520"/>
                </a:cubicBezTo>
                <a:cubicBezTo>
                  <a:pt x="2357929" y="204773"/>
                  <a:pt x="2357829" y="203901"/>
                  <a:pt x="2358028" y="202905"/>
                </a:cubicBezTo>
                <a:lnTo>
                  <a:pt x="2384475" y="69926"/>
                </a:lnTo>
                <a:cubicBezTo>
                  <a:pt x="2384674" y="68930"/>
                  <a:pt x="2385147" y="68058"/>
                  <a:pt x="2385894" y="67311"/>
                </a:cubicBezTo>
                <a:cubicBezTo>
                  <a:pt x="2386641" y="66564"/>
                  <a:pt x="2387787" y="65917"/>
                  <a:pt x="2389331" y="65369"/>
                </a:cubicBezTo>
                <a:cubicBezTo>
                  <a:pt x="2390875" y="64821"/>
                  <a:pt x="2392867" y="64398"/>
                  <a:pt x="2395307" y="64099"/>
                </a:cubicBezTo>
                <a:cubicBezTo>
                  <a:pt x="2397748" y="63800"/>
                  <a:pt x="2400811" y="63651"/>
                  <a:pt x="2404496" y="63651"/>
                </a:cubicBezTo>
                <a:cubicBezTo>
                  <a:pt x="2408182" y="63651"/>
                  <a:pt x="2411195" y="63800"/>
                  <a:pt x="2413536" y="64099"/>
                </a:cubicBezTo>
                <a:cubicBezTo>
                  <a:pt x="2415877" y="64398"/>
                  <a:pt x="2417719" y="64821"/>
                  <a:pt x="2419064" y="65369"/>
                </a:cubicBezTo>
                <a:cubicBezTo>
                  <a:pt x="2420409" y="65917"/>
                  <a:pt x="2421280" y="66564"/>
                  <a:pt x="2421679" y="67311"/>
                </a:cubicBezTo>
                <a:cubicBezTo>
                  <a:pt x="2422077" y="68058"/>
                  <a:pt x="2422177" y="68930"/>
                  <a:pt x="2421978" y="69926"/>
                </a:cubicBezTo>
                <a:lnTo>
                  <a:pt x="2395531" y="202905"/>
                </a:lnTo>
                <a:close/>
              </a:path>
            </a:pathLst>
          </a:custGeom>
          <a:solidFill xmlns:a="http://schemas.openxmlformats.org/drawingml/2006/main">
            <a:srgbClr val="9848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Text ng">
            <a:extLst xmlns:a="http://schemas.openxmlformats.org/drawingml/2006/main">
              <a:ext uri="{FF2B5EF4-FFF2-40B4-BE49-F238E27FC236}">
                <a16:creationId xmlns:a16="http://schemas.microsoft.com/office/drawing/2014/main" id="{1A864521-E5BE-46C6-A4D9-7045799C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2058" y="779959"/>
            <a:ext cx="311872" cy="201710"/>
          </a:xfrm>
          <a:custGeom xmlns:a="http://schemas.openxmlformats.org/drawingml/2006/main">
            <a:pathLst>
              <a:path w="311872" h="201710">
                <a:moveTo>
                  <a:pt x="143488" y="38292"/>
                </a:moveTo>
                <a:cubicBezTo>
                  <a:pt x="143488" y="41782"/>
                  <a:pt x="143264" y="45271"/>
                  <a:pt x="142816" y="48761"/>
                </a:cubicBezTo>
                <a:cubicBezTo>
                  <a:pt x="142367" y="52250"/>
                  <a:pt x="141795" y="55839"/>
                  <a:pt x="141097" y="59528"/>
                </a:cubicBezTo>
                <a:lnTo>
                  <a:pt x="124512" y="141944"/>
                </a:lnTo>
                <a:cubicBezTo>
                  <a:pt x="124313" y="142940"/>
                  <a:pt x="123840" y="143812"/>
                  <a:pt x="123093" y="144559"/>
                </a:cubicBezTo>
                <a:cubicBezTo>
                  <a:pt x="122346" y="145306"/>
                  <a:pt x="121200" y="145928"/>
                  <a:pt x="119656" y="146426"/>
                </a:cubicBezTo>
                <a:cubicBezTo>
                  <a:pt x="118112" y="146924"/>
                  <a:pt x="116120" y="147298"/>
                  <a:pt x="113680" y="147547"/>
                </a:cubicBezTo>
                <a:cubicBezTo>
                  <a:pt x="111239" y="147796"/>
                  <a:pt x="108176" y="147921"/>
                  <a:pt x="104491" y="147921"/>
                </a:cubicBezTo>
                <a:cubicBezTo>
                  <a:pt x="100805" y="147921"/>
                  <a:pt x="97792" y="147796"/>
                  <a:pt x="95451" y="147547"/>
                </a:cubicBezTo>
                <a:cubicBezTo>
                  <a:pt x="93110" y="147298"/>
                  <a:pt x="91292" y="146924"/>
                  <a:pt x="89997" y="146426"/>
                </a:cubicBezTo>
                <a:cubicBezTo>
                  <a:pt x="88703" y="145928"/>
                  <a:pt x="87831" y="145306"/>
                  <a:pt x="87383" y="144559"/>
                </a:cubicBezTo>
                <a:cubicBezTo>
                  <a:pt x="86934" y="143812"/>
                  <a:pt x="86810" y="142940"/>
                  <a:pt x="87009" y="141944"/>
                </a:cubicBezTo>
                <a:lnTo>
                  <a:pt x="103146" y="62007"/>
                </a:lnTo>
                <a:cubicBezTo>
                  <a:pt x="103644" y="59604"/>
                  <a:pt x="104018" y="57151"/>
                  <a:pt x="104267" y="54648"/>
                </a:cubicBezTo>
                <a:cubicBezTo>
                  <a:pt x="104516" y="52146"/>
                  <a:pt x="104640" y="49943"/>
                  <a:pt x="104640" y="48041"/>
                </a:cubicBezTo>
                <a:cubicBezTo>
                  <a:pt x="104640" y="43534"/>
                  <a:pt x="103694" y="39830"/>
                  <a:pt x="101801" y="36929"/>
                </a:cubicBezTo>
                <a:cubicBezTo>
                  <a:pt x="99909" y="34025"/>
                  <a:pt x="96721" y="32572"/>
                  <a:pt x="92239" y="32572"/>
                </a:cubicBezTo>
                <a:cubicBezTo>
                  <a:pt x="88155" y="32572"/>
                  <a:pt x="83896" y="33872"/>
                  <a:pt x="79464" y="36471"/>
                </a:cubicBezTo>
                <a:cubicBezTo>
                  <a:pt x="75031" y="39067"/>
                  <a:pt x="70847" y="42589"/>
                  <a:pt x="66913" y="47038"/>
                </a:cubicBezTo>
                <a:cubicBezTo>
                  <a:pt x="62978" y="51483"/>
                  <a:pt x="59467" y="56678"/>
                  <a:pt x="56379" y="62623"/>
                </a:cubicBezTo>
                <a:cubicBezTo>
                  <a:pt x="53291" y="68566"/>
                  <a:pt x="51100" y="74885"/>
                  <a:pt x="49805" y="81580"/>
                </a:cubicBezTo>
                <a:lnTo>
                  <a:pt x="37702" y="141944"/>
                </a:lnTo>
                <a:cubicBezTo>
                  <a:pt x="37503" y="142940"/>
                  <a:pt x="37030" y="143812"/>
                  <a:pt x="36283" y="144559"/>
                </a:cubicBezTo>
                <a:cubicBezTo>
                  <a:pt x="35536" y="145306"/>
                  <a:pt x="34390" y="145928"/>
                  <a:pt x="32846" y="146426"/>
                </a:cubicBezTo>
                <a:cubicBezTo>
                  <a:pt x="31302" y="146924"/>
                  <a:pt x="29285" y="147298"/>
                  <a:pt x="26795" y="147547"/>
                </a:cubicBezTo>
                <a:cubicBezTo>
                  <a:pt x="24305" y="147796"/>
                  <a:pt x="21267" y="147921"/>
                  <a:pt x="17681" y="147921"/>
                </a:cubicBezTo>
                <a:cubicBezTo>
                  <a:pt x="13995" y="147921"/>
                  <a:pt x="10982" y="147796"/>
                  <a:pt x="8641" y="147547"/>
                </a:cubicBezTo>
                <a:cubicBezTo>
                  <a:pt x="6300" y="147298"/>
                  <a:pt x="4458" y="146924"/>
                  <a:pt x="3113" y="146426"/>
                </a:cubicBezTo>
                <a:cubicBezTo>
                  <a:pt x="1768" y="145928"/>
                  <a:pt x="896" y="145306"/>
                  <a:pt x="498" y="144559"/>
                </a:cubicBezTo>
                <a:cubicBezTo>
                  <a:pt x="100" y="143812"/>
                  <a:pt x="0" y="142940"/>
                  <a:pt x="199" y="141944"/>
                </a:cubicBezTo>
                <a:lnTo>
                  <a:pt x="26944" y="8517"/>
                </a:lnTo>
                <a:cubicBezTo>
                  <a:pt x="27144" y="7521"/>
                  <a:pt x="27567" y="6649"/>
                  <a:pt x="28214" y="5902"/>
                </a:cubicBezTo>
                <a:cubicBezTo>
                  <a:pt x="28862" y="5155"/>
                  <a:pt x="29858" y="4557"/>
                  <a:pt x="31203" y="4109"/>
                </a:cubicBezTo>
                <a:cubicBezTo>
                  <a:pt x="32547" y="3661"/>
                  <a:pt x="34291" y="3312"/>
                  <a:pt x="36432" y="3063"/>
                </a:cubicBezTo>
                <a:cubicBezTo>
                  <a:pt x="38574" y="2814"/>
                  <a:pt x="41139" y="2689"/>
                  <a:pt x="44127" y="2689"/>
                </a:cubicBezTo>
                <a:cubicBezTo>
                  <a:pt x="47215" y="2689"/>
                  <a:pt x="49730" y="2814"/>
                  <a:pt x="51673" y="3063"/>
                </a:cubicBezTo>
                <a:cubicBezTo>
                  <a:pt x="53615" y="3312"/>
                  <a:pt x="55134" y="3661"/>
                  <a:pt x="56230" y="4109"/>
                </a:cubicBezTo>
                <a:cubicBezTo>
                  <a:pt x="57325" y="4557"/>
                  <a:pt x="58048" y="5155"/>
                  <a:pt x="58396" y="5902"/>
                </a:cubicBezTo>
                <a:cubicBezTo>
                  <a:pt x="58745" y="6649"/>
                  <a:pt x="58820" y="7521"/>
                  <a:pt x="58620" y="8517"/>
                </a:cubicBezTo>
                <a:lnTo>
                  <a:pt x="54287" y="30481"/>
                </a:lnTo>
                <a:cubicBezTo>
                  <a:pt x="56379" y="26976"/>
                  <a:pt x="59168" y="23397"/>
                  <a:pt x="62655" y="19746"/>
                </a:cubicBezTo>
                <a:cubicBezTo>
                  <a:pt x="66141" y="16092"/>
                  <a:pt x="70150" y="12814"/>
                  <a:pt x="74682" y="9913"/>
                </a:cubicBezTo>
                <a:cubicBezTo>
                  <a:pt x="79215" y="7008"/>
                  <a:pt x="84145" y="4630"/>
                  <a:pt x="89474" y="2778"/>
                </a:cubicBezTo>
                <a:cubicBezTo>
                  <a:pt x="94804" y="926"/>
                  <a:pt x="100357" y="0"/>
                  <a:pt x="106134" y="0"/>
                </a:cubicBezTo>
                <a:cubicBezTo>
                  <a:pt x="113107" y="0"/>
                  <a:pt x="118959" y="1023"/>
                  <a:pt x="123690" y="3068"/>
                </a:cubicBezTo>
                <a:cubicBezTo>
                  <a:pt x="128422" y="5110"/>
                  <a:pt x="132257" y="7877"/>
                  <a:pt x="135195" y="11370"/>
                </a:cubicBezTo>
                <a:cubicBezTo>
                  <a:pt x="138134" y="14859"/>
                  <a:pt x="140251" y="18923"/>
                  <a:pt x="141546" y="23561"/>
                </a:cubicBezTo>
                <a:cubicBezTo>
                  <a:pt x="142840" y="28196"/>
                  <a:pt x="143488" y="33106"/>
                  <a:pt x="143488" y="38292"/>
                </a:cubicBezTo>
                <a:close/>
                <a:moveTo>
                  <a:pt x="283733" y="147430"/>
                </a:moveTo>
                <a:cubicBezTo>
                  <a:pt x="281940" y="156501"/>
                  <a:pt x="279150" y="164401"/>
                  <a:pt x="275365" y="171131"/>
                </a:cubicBezTo>
                <a:cubicBezTo>
                  <a:pt x="271580" y="177861"/>
                  <a:pt x="266600" y="183494"/>
                  <a:pt x="260424" y="188029"/>
                </a:cubicBezTo>
                <a:cubicBezTo>
                  <a:pt x="254248" y="192564"/>
                  <a:pt x="246752" y="195978"/>
                  <a:pt x="237937" y="198269"/>
                </a:cubicBezTo>
                <a:cubicBezTo>
                  <a:pt x="229121" y="200563"/>
                  <a:pt x="218837" y="201710"/>
                  <a:pt x="207083" y="201710"/>
                </a:cubicBezTo>
                <a:cubicBezTo>
                  <a:pt x="198616" y="201710"/>
                  <a:pt x="191021" y="201034"/>
                  <a:pt x="184297" y="199683"/>
                </a:cubicBezTo>
                <a:cubicBezTo>
                  <a:pt x="177573" y="198336"/>
                  <a:pt x="171970" y="196611"/>
                  <a:pt x="167488" y="194510"/>
                </a:cubicBezTo>
                <a:cubicBezTo>
                  <a:pt x="165894" y="193710"/>
                  <a:pt x="164798" y="192809"/>
                  <a:pt x="164201" y="191806"/>
                </a:cubicBezTo>
                <a:cubicBezTo>
                  <a:pt x="163603" y="190807"/>
                  <a:pt x="163304" y="189408"/>
                  <a:pt x="163304" y="187609"/>
                </a:cubicBezTo>
                <a:cubicBezTo>
                  <a:pt x="163304" y="187008"/>
                  <a:pt x="163354" y="186007"/>
                  <a:pt x="163454" y="184607"/>
                </a:cubicBezTo>
                <a:cubicBezTo>
                  <a:pt x="163553" y="183206"/>
                  <a:pt x="163777" y="181656"/>
                  <a:pt x="164126" y="179956"/>
                </a:cubicBezTo>
                <a:cubicBezTo>
                  <a:pt x="164475" y="178256"/>
                  <a:pt x="164898" y="176481"/>
                  <a:pt x="165396" y="174628"/>
                </a:cubicBezTo>
                <a:cubicBezTo>
                  <a:pt x="165894" y="172779"/>
                  <a:pt x="166517" y="171130"/>
                  <a:pt x="167264" y="169679"/>
                </a:cubicBezTo>
                <a:cubicBezTo>
                  <a:pt x="168011" y="168228"/>
                  <a:pt x="168833" y="167029"/>
                  <a:pt x="169729" y="166079"/>
                </a:cubicBezTo>
                <a:cubicBezTo>
                  <a:pt x="170626" y="165130"/>
                  <a:pt x="171672" y="164655"/>
                  <a:pt x="172867" y="164655"/>
                </a:cubicBezTo>
                <a:cubicBezTo>
                  <a:pt x="174062" y="164655"/>
                  <a:pt x="175531" y="165078"/>
                  <a:pt x="177275" y="165925"/>
                </a:cubicBezTo>
                <a:cubicBezTo>
                  <a:pt x="179018" y="166772"/>
                  <a:pt x="181334" y="167693"/>
                  <a:pt x="184222" y="168689"/>
                </a:cubicBezTo>
                <a:cubicBezTo>
                  <a:pt x="187111" y="169685"/>
                  <a:pt x="190697" y="170607"/>
                  <a:pt x="194980" y="171453"/>
                </a:cubicBezTo>
                <a:cubicBezTo>
                  <a:pt x="199263" y="172300"/>
                  <a:pt x="204543" y="172723"/>
                  <a:pt x="210818" y="172723"/>
                </a:cubicBezTo>
                <a:cubicBezTo>
                  <a:pt x="215898" y="172723"/>
                  <a:pt x="220455" y="172326"/>
                  <a:pt x="224490" y="171533"/>
                </a:cubicBezTo>
                <a:cubicBezTo>
                  <a:pt x="228524" y="170742"/>
                  <a:pt x="232035" y="169453"/>
                  <a:pt x="235023" y="167667"/>
                </a:cubicBezTo>
                <a:cubicBezTo>
                  <a:pt x="238012" y="165883"/>
                  <a:pt x="240427" y="163603"/>
                  <a:pt x="242270" y="160826"/>
                </a:cubicBezTo>
                <a:cubicBezTo>
                  <a:pt x="244113" y="158053"/>
                  <a:pt x="245433" y="154635"/>
                  <a:pt x="246229" y="150573"/>
                </a:cubicBezTo>
                <a:cubicBezTo>
                  <a:pt x="247524" y="144023"/>
                  <a:pt x="248819" y="138570"/>
                  <a:pt x="250114" y="134212"/>
                </a:cubicBezTo>
                <a:cubicBezTo>
                  <a:pt x="251409" y="129851"/>
                  <a:pt x="252604" y="126283"/>
                  <a:pt x="253700" y="123510"/>
                </a:cubicBezTo>
                <a:cubicBezTo>
                  <a:pt x="251907" y="126803"/>
                  <a:pt x="249342" y="130072"/>
                  <a:pt x="246005" y="133315"/>
                </a:cubicBezTo>
                <a:cubicBezTo>
                  <a:pt x="242668" y="136559"/>
                  <a:pt x="238858" y="139479"/>
                  <a:pt x="234575" y="142075"/>
                </a:cubicBezTo>
                <a:cubicBezTo>
                  <a:pt x="230292" y="144671"/>
                  <a:pt x="225685" y="146742"/>
                  <a:pt x="220754" y="148289"/>
                </a:cubicBezTo>
                <a:cubicBezTo>
                  <a:pt x="215824" y="149836"/>
                  <a:pt x="210868" y="150610"/>
                  <a:pt x="205887" y="150610"/>
                </a:cubicBezTo>
                <a:cubicBezTo>
                  <a:pt x="198218" y="150610"/>
                  <a:pt x="191768" y="149314"/>
                  <a:pt x="186538" y="146721"/>
                </a:cubicBezTo>
                <a:cubicBezTo>
                  <a:pt x="181309" y="144124"/>
                  <a:pt x="177050" y="140531"/>
                  <a:pt x="173763" y="135939"/>
                </a:cubicBezTo>
                <a:cubicBezTo>
                  <a:pt x="170476" y="131348"/>
                  <a:pt x="168110" y="125958"/>
                  <a:pt x="166666" y="119770"/>
                </a:cubicBezTo>
                <a:cubicBezTo>
                  <a:pt x="165222" y="113582"/>
                  <a:pt x="164500" y="106894"/>
                  <a:pt x="164500" y="99706"/>
                </a:cubicBezTo>
                <a:cubicBezTo>
                  <a:pt x="164500" y="93219"/>
                  <a:pt x="165097" y="86234"/>
                  <a:pt x="166293" y="78751"/>
                </a:cubicBezTo>
                <a:cubicBezTo>
                  <a:pt x="167488" y="71265"/>
                  <a:pt x="169356" y="63828"/>
                  <a:pt x="171896" y="56441"/>
                </a:cubicBezTo>
                <a:cubicBezTo>
                  <a:pt x="174436" y="49055"/>
                  <a:pt x="177648" y="41968"/>
                  <a:pt x="181533" y="35182"/>
                </a:cubicBezTo>
                <a:cubicBezTo>
                  <a:pt x="185418" y="28397"/>
                  <a:pt x="190074" y="22384"/>
                  <a:pt x="195503" y="17145"/>
                </a:cubicBezTo>
                <a:cubicBezTo>
                  <a:pt x="200932" y="11903"/>
                  <a:pt x="207158" y="7735"/>
                  <a:pt x="214180" y="4641"/>
                </a:cubicBezTo>
                <a:cubicBezTo>
                  <a:pt x="221202" y="1547"/>
                  <a:pt x="229097" y="0"/>
                  <a:pt x="237862" y="0"/>
                </a:cubicBezTo>
                <a:cubicBezTo>
                  <a:pt x="246130" y="0"/>
                  <a:pt x="253451" y="1723"/>
                  <a:pt x="259826" y="5169"/>
                </a:cubicBezTo>
                <a:cubicBezTo>
                  <a:pt x="266201" y="8612"/>
                  <a:pt x="271779" y="13626"/>
                  <a:pt x="276561" y="20213"/>
                </a:cubicBezTo>
                <a:lnTo>
                  <a:pt x="278951" y="8521"/>
                </a:lnTo>
                <a:cubicBezTo>
                  <a:pt x="279350" y="6426"/>
                  <a:pt x="280919" y="4931"/>
                  <a:pt x="283658" y="4034"/>
                </a:cubicBezTo>
                <a:cubicBezTo>
                  <a:pt x="286397" y="3138"/>
                  <a:pt x="290805" y="2689"/>
                  <a:pt x="296881" y="2689"/>
                </a:cubicBezTo>
                <a:cubicBezTo>
                  <a:pt x="299869" y="2689"/>
                  <a:pt x="302360" y="2814"/>
                  <a:pt x="304352" y="3063"/>
                </a:cubicBezTo>
                <a:cubicBezTo>
                  <a:pt x="306344" y="3312"/>
                  <a:pt x="307913" y="3661"/>
                  <a:pt x="309058" y="4109"/>
                </a:cubicBezTo>
                <a:cubicBezTo>
                  <a:pt x="310204" y="4557"/>
                  <a:pt x="310976" y="5156"/>
                  <a:pt x="311374" y="5907"/>
                </a:cubicBezTo>
                <a:cubicBezTo>
                  <a:pt x="311773" y="6654"/>
                  <a:pt x="311872" y="7525"/>
                  <a:pt x="311673" y="8521"/>
                </a:cubicBezTo>
                <a:lnTo>
                  <a:pt x="283733" y="147430"/>
                </a:lnTo>
                <a:moveTo>
                  <a:pt x="266400" y="48359"/>
                </a:moveTo>
                <a:cubicBezTo>
                  <a:pt x="262914" y="42899"/>
                  <a:pt x="259054" y="38804"/>
                  <a:pt x="254821" y="36074"/>
                </a:cubicBezTo>
                <a:cubicBezTo>
                  <a:pt x="250587" y="33341"/>
                  <a:pt x="245682" y="31975"/>
                  <a:pt x="240103" y="31975"/>
                </a:cubicBezTo>
                <a:cubicBezTo>
                  <a:pt x="235920" y="31975"/>
                  <a:pt x="232110" y="32971"/>
                  <a:pt x="228673" y="34963"/>
                </a:cubicBezTo>
                <a:cubicBezTo>
                  <a:pt x="225237" y="36955"/>
                  <a:pt x="222149" y="39620"/>
                  <a:pt x="219410" y="42957"/>
                </a:cubicBezTo>
                <a:cubicBezTo>
                  <a:pt x="216670" y="46294"/>
                  <a:pt x="214280" y="50154"/>
                  <a:pt x="212238" y="54536"/>
                </a:cubicBezTo>
                <a:cubicBezTo>
                  <a:pt x="210196" y="58919"/>
                  <a:pt x="208502" y="63501"/>
                  <a:pt x="207158" y="68283"/>
                </a:cubicBezTo>
                <a:cubicBezTo>
                  <a:pt x="205813" y="73064"/>
                  <a:pt x="204817" y="77845"/>
                  <a:pt x="204169" y="82626"/>
                </a:cubicBezTo>
                <a:cubicBezTo>
                  <a:pt x="203522" y="87408"/>
                  <a:pt x="203198" y="91940"/>
                  <a:pt x="203198" y="96223"/>
                </a:cubicBezTo>
                <a:cubicBezTo>
                  <a:pt x="203198" y="99610"/>
                  <a:pt x="203497" y="102698"/>
                  <a:pt x="204095" y="105487"/>
                </a:cubicBezTo>
                <a:cubicBezTo>
                  <a:pt x="204692" y="108276"/>
                  <a:pt x="205614" y="110642"/>
                  <a:pt x="206859" y="112584"/>
                </a:cubicBezTo>
                <a:cubicBezTo>
                  <a:pt x="208104" y="114526"/>
                  <a:pt x="209698" y="116021"/>
                  <a:pt x="211640" y="117066"/>
                </a:cubicBezTo>
                <a:cubicBezTo>
                  <a:pt x="213582" y="118112"/>
                  <a:pt x="215948" y="118635"/>
                  <a:pt x="218737" y="118635"/>
                </a:cubicBezTo>
                <a:cubicBezTo>
                  <a:pt x="223120" y="118635"/>
                  <a:pt x="227602" y="117315"/>
                  <a:pt x="232184" y="114676"/>
                </a:cubicBezTo>
                <a:cubicBezTo>
                  <a:pt x="236767" y="112036"/>
                  <a:pt x="241050" y="108450"/>
                  <a:pt x="245034" y="103918"/>
                </a:cubicBezTo>
                <a:cubicBezTo>
                  <a:pt x="249019" y="99383"/>
                  <a:pt x="252530" y="94077"/>
                  <a:pt x="255568" y="88001"/>
                </a:cubicBezTo>
                <a:cubicBezTo>
                  <a:pt x="258606" y="81921"/>
                  <a:pt x="260822" y="75456"/>
                  <a:pt x="262217" y="68605"/>
                </a:cubicBezTo>
                <a:lnTo>
                  <a:pt x="266400" y="48359"/>
                </a:lnTo>
                <a:close/>
              </a:path>
            </a:pathLst>
          </a:custGeom>
          <a:solidFill xmlns:a="http://schemas.openxmlformats.org/drawingml/2006/main">
            <a:srgbClr val="9848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E4381-1A12-4295-A493-D88104A5D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92" y="1436884"/>
            <a:ext cx="5842411" cy="890380"/>
          </a:xfrm>
          <a:custGeom xmlns:a="http://schemas.openxmlformats.org/drawingml/2006/main">
            <a:pathLst>
              <a:path w="5842411" h="890380">
                <a:moveTo>
                  <a:pt x="153" y="31134"/>
                </a:moveTo>
                <a:cubicBezTo>
                  <a:pt x="0" y="14270"/>
                  <a:pt x="13659" y="610"/>
                  <a:pt x="31287" y="0"/>
                </a:cubicBezTo>
                <a:lnTo>
                  <a:pt x="5811277" y="0"/>
                </a:lnTo>
                <a:cubicBezTo>
                  <a:pt x="5827836" y="610"/>
                  <a:pt x="5841495" y="14270"/>
                  <a:pt x="5842411" y="31134"/>
                </a:cubicBezTo>
                <a:lnTo>
                  <a:pt x="5842411" y="860772"/>
                </a:lnTo>
                <a:cubicBezTo>
                  <a:pt x="5841495" y="876720"/>
                  <a:pt x="5827836" y="890380"/>
                  <a:pt x="5811277" y="890074"/>
                </a:cubicBezTo>
                <a:lnTo>
                  <a:pt x="31287" y="890074"/>
                </a:lnTo>
                <a:cubicBezTo>
                  <a:pt x="13659" y="890380"/>
                  <a:pt x="0" y="876720"/>
                  <a:pt x="153" y="860772"/>
                </a:cubicBezTo>
                <a:lnTo>
                  <a:pt x="153" y="31134"/>
                </a:lnTo>
              </a:path>
            </a:pathLst>
          </a:custGeom>
          <a:solidFill xmlns:a="http://schemas.openxmlformats.org/drawingml/2006/main">
            <a:srgbClr val="FFF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9D172-9873-4451-9C75-9E69F4428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14" y="1432916"/>
            <a:ext cx="5850652" cy="898926"/>
          </a:xfrm>
          <a:custGeom xmlns:a="http://schemas.openxmlformats.org/drawingml/2006/main">
            <a:pathLst>
              <a:path w="5850652" h="898926">
                <a:moveTo>
                  <a:pt x="214" y="867655"/>
                </a:moveTo>
                <a:lnTo>
                  <a:pt x="672" y="870677"/>
                </a:lnTo>
                <a:lnTo>
                  <a:pt x="763" y="871119"/>
                </a:lnTo>
                <a:lnTo>
                  <a:pt x="1511" y="874049"/>
                </a:lnTo>
                <a:lnTo>
                  <a:pt x="1648" y="874477"/>
                </a:lnTo>
                <a:lnTo>
                  <a:pt x="2671" y="877285"/>
                </a:lnTo>
                <a:lnTo>
                  <a:pt x="2854" y="877697"/>
                </a:lnTo>
                <a:lnTo>
                  <a:pt x="4136" y="880368"/>
                </a:lnTo>
                <a:lnTo>
                  <a:pt x="4350" y="880765"/>
                </a:lnTo>
                <a:lnTo>
                  <a:pt x="5876" y="883268"/>
                </a:lnTo>
                <a:lnTo>
                  <a:pt x="6120" y="883634"/>
                </a:lnTo>
                <a:lnTo>
                  <a:pt x="7875" y="885984"/>
                </a:lnTo>
                <a:lnTo>
                  <a:pt x="8150" y="886320"/>
                </a:lnTo>
                <a:lnTo>
                  <a:pt x="10134" y="888487"/>
                </a:lnTo>
                <a:lnTo>
                  <a:pt x="10439" y="888792"/>
                </a:lnTo>
                <a:lnTo>
                  <a:pt x="12606" y="890776"/>
                </a:lnTo>
                <a:lnTo>
                  <a:pt x="12942" y="891051"/>
                </a:lnTo>
                <a:lnTo>
                  <a:pt x="15292" y="892806"/>
                </a:lnTo>
                <a:lnTo>
                  <a:pt x="15659" y="893051"/>
                </a:lnTo>
                <a:lnTo>
                  <a:pt x="18162" y="894577"/>
                </a:lnTo>
                <a:lnTo>
                  <a:pt x="18558" y="894790"/>
                </a:lnTo>
                <a:lnTo>
                  <a:pt x="21229" y="896072"/>
                </a:lnTo>
                <a:lnTo>
                  <a:pt x="21641" y="896256"/>
                </a:lnTo>
                <a:lnTo>
                  <a:pt x="24450" y="897278"/>
                </a:lnTo>
                <a:lnTo>
                  <a:pt x="24877" y="897415"/>
                </a:lnTo>
                <a:lnTo>
                  <a:pt x="27807" y="898163"/>
                </a:lnTo>
                <a:lnTo>
                  <a:pt x="28250" y="898255"/>
                </a:lnTo>
                <a:lnTo>
                  <a:pt x="31272" y="898713"/>
                </a:lnTo>
                <a:lnTo>
                  <a:pt x="31745" y="898758"/>
                </a:lnTo>
                <a:lnTo>
                  <a:pt x="34858" y="898926"/>
                </a:lnTo>
                <a:lnTo>
                  <a:pt x="35087" y="898926"/>
                </a:lnTo>
                <a:lnTo>
                  <a:pt x="5815565" y="898926"/>
                </a:lnTo>
                <a:lnTo>
                  <a:pt x="5815794" y="898926"/>
                </a:lnTo>
                <a:lnTo>
                  <a:pt x="5818907" y="898758"/>
                </a:lnTo>
                <a:lnTo>
                  <a:pt x="5819381" y="898713"/>
                </a:lnTo>
                <a:lnTo>
                  <a:pt x="5822402" y="898255"/>
                </a:lnTo>
                <a:lnTo>
                  <a:pt x="5822845" y="898163"/>
                </a:lnTo>
                <a:lnTo>
                  <a:pt x="5825775" y="897415"/>
                </a:lnTo>
                <a:lnTo>
                  <a:pt x="5826203" y="897278"/>
                </a:lnTo>
                <a:lnTo>
                  <a:pt x="5829011" y="896256"/>
                </a:lnTo>
                <a:lnTo>
                  <a:pt x="5829423" y="896072"/>
                </a:lnTo>
                <a:lnTo>
                  <a:pt x="5832094" y="894790"/>
                </a:lnTo>
                <a:lnTo>
                  <a:pt x="5832491" y="894577"/>
                </a:lnTo>
                <a:lnTo>
                  <a:pt x="5834994" y="893051"/>
                </a:lnTo>
                <a:lnTo>
                  <a:pt x="5835360" y="892806"/>
                </a:lnTo>
                <a:lnTo>
                  <a:pt x="5837710" y="891051"/>
                </a:lnTo>
                <a:lnTo>
                  <a:pt x="5838046" y="890776"/>
                </a:lnTo>
                <a:lnTo>
                  <a:pt x="5840213" y="888792"/>
                </a:lnTo>
                <a:lnTo>
                  <a:pt x="5840518" y="888487"/>
                </a:lnTo>
                <a:lnTo>
                  <a:pt x="5842487" y="886320"/>
                </a:lnTo>
                <a:lnTo>
                  <a:pt x="5842777" y="885984"/>
                </a:lnTo>
                <a:lnTo>
                  <a:pt x="5844532" y="883634"/>
                </a:lnTo>
                <a:lnTo>
                  <a:pt x="5844776" y="883268"/>
                </a:lnTo>
                <a:lnTo>
                  <a:pt x="5846303" y="880765"/>
                </a:lnTo>
                <a:lnTo>
                  <a:pt x="5846516" y="880368"/>
                </a:lnTo>
                <a:lnTo>
                  <a:pt x="5847798" y="877697"/>
                </a:lnTo>
                <a:lnTo>
                  <a:pt x="5847981" y="877285"/>
                </a:lnTo>
                <a:lnTo>
                  <a:pt x="5849004" y="874477"/>
                </a:lnTo>
                <a:lnTo>
                  <a:pt x="5849141" y="874049"/>
                </a:lnTo>
                <a:lnTo>
                  <a:pt x="5849889" y="871119"/>
                </a:lnTo>
                <a:lnTo>
                  <a:pt x="5849981" y="870677"/>
                </a:lnTo>
                <a:lnTo>
                  <a:pt x="5850439" y="867655"/>
                </a:lnTo>
                <a:lnTo>
                  <a:pt x="5850484" y="867182"/>
                </a:lnTo>
                <a:lnTo>
                  <a:pt x="5850652" y="864068"/>
                </a:lnTo>
                <a:lnTo>
                  <a:pt x="5850652" y="863839"/>
                </a:lnTo>
                <a:lnTo>
                  <a:pt x="5850652" y="35087"/>
                </a:lnTo>
                <a:lnTo>
                  <a:pt x="5850652" y="34858"/>
                </a:lnTo>
                <a:lnTo>
                  <a:pt x="5850484" y="31745"/>
                </a:lnTo>
                <a:lnTo>
                  <a:pt x="5850439" y="31272"/>
                </a:lnTo>
                <a:lnTo>
                  <a:pt x="5849981" y="28250"/>
                </a:lnTo>
                <a:lnTo>
                  <a:pt x="5849889" y="27807"/>
                </a:lnTo>
                <a:lnTo>
                  <a:pt x="5849141" y="24877"/>
                </a:lnTo>
                <a:lnTo>
                  <a:pt x="5849004" y="24450"/>
                </a:lnTo>
                <a:lnTo>
                  <a:pt x="5847981" y="21641"/>
                </a:lnTo>
                <a:lnTo>
                  <a:pt x="5847798" y="21229"/>
                </a:lnTo>
                <a:lnTo>
                  <a:pt x="5846516" y="18558"/>
                </a:lnTo>
                <a:lnTo>
                  <a:pt x="5846303" y="18162"/>
                </a:lnTo>
                <a:lnTo>
                  <a:pt x="5844776" y="15659"/>
                </a:lnTo>
                <a:lnTo>
                  <a:pt x="5844532" y="15292"/>
                </a:lnTo>
                <a:lnTo>
                  <a:pt x="5842777" y="12942"/>
                </a:lnTo>
                <a:lnTo>
                  <a:pt x="5842487" y="12606"/>
                </a:lnTo>
                <a:lnTo>
                  <a:pt x="5840518" y="10439"/>
                </a:lnTo>
                <a:lnTo>
                  <a:pt x="5840213" y="10134"/>
                </a:lnTo>
                <a:lnTo>
                  <a:pt x="5838046" y="8165"/>
                </a:lnTo>
                <a:lnTo>
                  <a:pt x="5837710" y="7875"/>
                </a:lnTo>
                <a:lnTo>
                  <a:pt x="5835360" y="6120"/>
                </a:lnTo>
                <a:lnTo>
                  <a:pt x="5834994" y="5876"/>
                </a:lnTo>
                <a:lnTo>
                  <a:pt x="5832491" y="4350"/>
                </a:lnTo>
                <a:lnTo>
                  <a:pt x="5832094" y="4136"/>
                </a:lnTo>
                <a:lnTo>
                  <a:pt x="5829423" y="2854"/>
                </a:lnTo>
                <a:lnTo>
                  <a:pt x="5829011" y="2671"/>
                </a:lnTo>
                <a:lnTo>
                  <a:pt x="5826203" y="1648"/>
                </a:lnTo>
                <a:lnTo>
                  <a:pt x="5825775" y="1511"/>
                </a:lnTo>
                <a:lnTo>
                  <a:pt x="5822845" y="763"/>
                </a:lnTo>
                <a:lnTo>
                  <a:pt x="5822402" y="672"/>
                </a:lnTo>
                <a:lnTo>
                  <a:pt x="5819381" y="214"/>
                </a:lnTo>
                <a:lnTo>
                  <a:pt x="5818907" y="168"/>
                </a:lnTo>
                <a:lnTo>
                  <a:pt x="5815794" y="0"/>
                </a:lnTo>
                <a:lnTo>
                  <a:pt x="5815565" y="0"/>
                </a:lnTo>
                <a:lnTo>
                  <a:pt x="35087" y="0"/>
                </a:lnTo>
                <a:lnTo>
                  <a:pt x="34858" y="0"/>
                </a:lnTo>
                <a:lnTo>
                  <a:pt x="31745" y="168"/>
                </a:lnTo>
                <a:lnTo>
                  <a:pt x="31272" y="214"/>
                </a:lnTo>
                <a:lnTo>
                  <a:pt x="28250" y="672"/>
                </a:lnTo>
                <a:lnTo>
                  <a:pt x="27807" y="763"/>
                </a:lnTo>
                <a:lnTo>
                  <a:pt x="24877" y="1511"/>
                </a:lnTo>
                <a:lnTo>
                  <a:pt x="24450" y="1648"/>
                </a:lnTo>
                <a:lnTo>
                  <a:pt x="21641" y="2671"/>
                </a:lnTo>
                <a:lnTo>
                  <a:pt x="21229" y="2854"/>
                </a:lnTo>
                <a:lnTo>
                  <a:pt x="18558" y="4136"/>
                </a:lnTo>
                <a:lnTo>
                  <a:pt x="18162" y="4350"/>
                </a:lnTo>
                <a:lnTo>
                  <a:pt x="15659" y="5876"/>
                </a:lnTo>
                <a:lnTo>
                  <a:pt x="15292" y="6120"/>
                </a:lnTo>
                <a:lnTo>
                  <a:pt x="12942" y="7875"/>
                </a:lnTo>
                <a:lnTo>
                  <a:pt x="12606" y="8165"/>
                </a:lnTo>
                <a:lnTo>
                  <a:pt x="10439" y="10134"/>
                </a:lnTo>
                <a:lnTo>
                  <a:pt x="10134" y="10439"/>
                </a:lnTo>
                <a:lnTo>
                  <a:pt x="8150" y="12606"/>
                </a:lnTo>
                <a:lnTo>
                  <a:pt x="7875" y="12942"/>
                </a:lnTo>
                <a:lnTo>
                  <a:pt x="6120" y="15292"/>
                </a:lnTo>
                <a:lnTo>
                  <a:pt x="5876" y="15659"/>
                </a:lnTo>
                <a:lnTo>
                  <a:pt x="4350" y="18162"/>
                </a:lnTo>
                <a:lnTo>
                  <a:pt x="4136" y="18558"/>
                </a:lnTo>
                <a:lnTo>
                  <a:pt x="2854" y="21229"/>
                </a:lnTo>
                <a:lnTo>
                  <a:pt x="2671" y="21641"/>
                </a:lnTo>
                <a:lnTo>
                  <a:pt x="1648" y="24450"/>
                </a:lnTo>
                <a:lnTo>
                  <a:pt x="1511" y="24877"/>
                </a:lnTo>
                <a:lnTo>
                  <a:pt x="763" y="27807"/>
                </a:lnTo>
                <a:lnTo>
                  <a:pt x="672" y="28250"/>
                </a:lnTo>
                <a:lnTo>
                  <a:pt x="214" y="31272"/>
                </a:lnTo>
                <a:lnTo>
                  <a:pt x="168" y="31745"/>
                </a:lnTo>
                <a:lnTo>
                  <a:pt x="0" y="34858"/>
                </a:lnTo>
                <a:lnTo>
                  <a:pt x="0" y="35087"/>
                </a:lnTo>
                <a:lnTo>
                  <a:pt x="0" y="863839"/>
                </a:lnTo>
                <a:lnTo>
                  <a:pt x="0" y="864068"/>
                </a:lnTo>
                <a:lnTo>
                  <a:pt x="168" y="867182"/>
                </a:lnTo>
                <a:lnTo>
                  <a:pt x="214" y="867655"/>
                </a:lnTo>
                <a:close/>
                <a:moveTo>
                  <a:pt x="12284" y="22749"/>
                </a:moveTo>
                <a:lnTo>
                  <a:pt x="13579" y="20614"/>
                </a:lnTo>
                <a:lnTo>
                  <a:pt x="15076" y="18609"/>
                </a:lnTo>
                <a:lnTo>
                  <a:pt x="16758" y="16758"/>
                </a:lnTo>
                <a:lnTo>
                  <a:pt x="18609" y="15076"/>
                </a:lnTo>
                <a:lnTo>
                  <a:pt x="20614" y="13579"/>
                </a:lnTo>
                <a:lnTo>
                  <a:pt x="22749" y="12284"/>
                </a:lnTo>
                <a:lnTo>
                  <a:pt x="24925" y="11228"/>
                </a:lnTo>
                <a:lnTo>
                  <a:pt x="27510" y="10287"/>
                </a:lnTo>
                <a:lnTo>
                  <a:pt x="29865" y="9685"/>
                </a:lnTo>
                <a:lnTo>
                  <a:pt x="32431" y="9299"/>
                </a:lnTo>
                <a:lnTo>
                  <a:pt x="35316" y="9157"/>
                </a:lnTo>
                <a:lnTo>
                  <a:pt x="5815336" y="9157"/>
                </a:lnTo>
                <a:lnTo>
                  <a:pt x="5818219" y="9298"/>
                </a:lnTo>
                <a:lnTo>
                  <a:pt x="5820807" y="9691"/>
                </a:lnTo>
                <a:lnTo>
                  <a:pt x="5823143" y="10287"/>
                </a:lnTo>
                <a:lnTo>
                  <a:pt x="5825727" y="11228"/>
                </a:lnTo>
                <a:lnTo>
                  <a:pt x="5827903" y="12284"/>
                </a:lnTo>
                <a:lnTo>
                  <a:pt x="5830039" y="13579"/>
                </a:lnTo>
                <a:lnTo>
                  <a:pt x="5832044" y="15076"/>
                </a:lnTo>
                <a:lnTo>
                  <a:pt x="5833895" y="16758"/>
                </a:lnTo>
                <a:lnTo>
                  <a:pt x="5835576" y="18609"/>
                </a:lnTo>
                <a:lnTo>
                  <a:pt x="5837073" y="20614"/>
                </a:lnTo>
                <a:lnTo>
                  <a:pt x="5838368" y="22749"/>
                </a:lnTo>
                <a:lnTo>
                  <a:pt x="5839425" y="24925"/>
                </a:lnTo>
                <a:lnTo>
                  <a:pt x="5840366" y="27510"/>
                </a:lnTo>
                <a:lnTo>
                  <a:pt x="5840967" y="29865"/>
                </a:lnTo>
                <a:lnTo>
                  <a:pt x="5841354" y="32431"/>
                </a:lnTo>
                <a:lnTo>
                  <a:pt x="5841495" y="35316"/>
                </a:lnTo>
                <a:lnTo>
                  <a:pt x="5841495" y="863610"/>
                </a:lnTo>
                <a:lnTo>
                  <a:pt x="5841354" y="866495"/>
                </a:lnTo>
                <a:lnTo>
                  <a:pt x="5840967" y="869061"/>
                </a:lnTo>
                <a:lnTo>
                  <a:pt x="5840366" y="871417"/>
                </a:lnTo>
                <a:lnTo>
                  <a:pt x="5839425" y="874001"/>
                </a:lnTo>
                <a:lnTo>
                  <a:pt x="5838368" y="876177"/>
                </a:lnTo>
                <a:lnTo>
                  <a:pt x="5837073" y="878313"/>
                </a:lnTo>
                <a:lnTo>
                  <a:pt x="5835576" y="880318"/>
                </a:lnTo>
                <a:lnTo>
                  <a:pt x="5833895" y="882169"/>
                </a:lnTo>
                <a:lnTo>
                  <a:pt x="5832044" y="883850"/>
                </a:lnTo>
                <a:lnTo>
                  <a:pt x="5830039" y="885348"/>
                </a:lnTo>
                <a:lnTo>
                  <a:pt x="5827903" y="886642"/>
                </a:lnTo>
                <a:lnTo>
                  <a:pt x="5825727" y="887699"/>
                </a:lnTo>
                <a:lnTo>
                  <a:pt x="5823143" y="888640"/>
                </a:lnTo>
                <a:lnTo>
                  <a:pt x="5820807" y="889236"/>
                </a:lnTo>
                <a:lnTo>
                  <a:pt x="5818219" y="889628"/>
                </a:lnTo>
                <a:lnTo>
                  <a:pt x="5815336" y="889769"/>
                </a:lnTo>
                <a:lnTo>
                  <a:pt x="35316" y="889769"/>
                </a:lnTo>
                <a:lnTo>
                  <a:pt x="32431" y="889628"/>
                </a:lnTo>
                <a:lnTo>
                  <a:pt x="29865" y="889241"/>
                </a:lnTo>
                <a:lnTo>
                  <a:pt x="27510" y="888640"/>
                </a:lnTo>
                <a:lnTo>
                  <a:pt x="24925" y="887699"/>
                </a:lnTo>
                <a:lnTo>
                  <a:pt x="22749" y="886642"/>
                </a:lnTo>
                <a:lnTo>
                  <a:pt x="20614" y="885348"/>
                </a:lnTo>
                <a:lnTo>
                  <a:pt x="18609" y="883850"/>
                </a:lnTo>
                <a:lnTo>
                  <a:pt x="16758" y="882169"/>
                </a:lnTo>
                <a:lnTo>
                  <a:pt x="15076" y="880318"/>
                </a:lnTo>
                <a:lnTo>
                  <a:pt x="13579" y="878313"/>
                </a:lnTo>
                <a:lnTo>
                  <a:pt x="12284" y="876177"/>
                </a:lnTo>
                <a:lnTo>
                  <a:pt x="11228" y="874001"/>
                </a:lnTo>
                <a:lnTo>
                  <a:pt x="10287" y="871417"/>
                </a:lnTo>
                <a:lnTo>
                  <a:pt x="9685" y="869061"/>
                </a:lnTo>
                <a:lnTo>
                  <a:pt x="9299" y="866495"/>
                </a:lnTo>
                <a:lnTo>
                  <a:pt x="9157" y="863610"/>
                </a:lnTo>
                <a:lnTo>
                  <a:pt x="9157" y="35316"/>
                </a:lnTo>
                <a:lnTo>
                  <a:pt x="9299" y="32431"/>
                </a:lnTo>
                <a:lnTo>
                  <a:pt x="9685" y="29865"/>
                </a:lnTo>
                <a:lnTo>
                  <a:pt x="10287" y="27510"/>
                </a:lnTo>
                <a:lnTo>
                  <a:pt x="11228" y="24925"/>
                </a:lnTo>
                <a:lnTo>
                  <a:pt x="12284" y="2274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273069-D1A8-4410-9CC0-636967B6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836" y="1902982"/>
            <a:ext cx="421229" cy="347056"/>
          </a:xfrm>
          <a:custGeom xmlns:a="http://schemas.openxmlformats.org/drawingml/2006/main">
            <a:pathLst>
              <a:path w="421229" h="347056">
                <a:moveTo>
                  <a:pt x="0" y="57690"/>
                </a:moveTo>
                <a:cubicBezTo>
                  <a:pt x="0" y="25854"/>
                  <a:pt x="25854" y="0"/>
                  <a:pt x="58606" y="916"/>
                </a:cubicBezTo>
                <a:lnTo>
                  <a:pt x="362623" y="916"/>
                </a:lnTo>
                <a:cubicBezTo>
                  <a:pt x="394612" y="0"/>
                  <a:pt x="420466" y="25854"/>
                  <a:pt x="421229" y="57690"/>
                </a:cubicBezTo>
                <a:lnTo>
                  <a:pt x="421229" y="288450"/>
                </a:lnTo>
                <a:cubicBezTo>
                  <a:pt x="420466" y="320592"/>
                  <a:pt x="394612" y="346445"/>
                  <a:pt x="362623" y="347056"/>
                </a:cubicBezTo>
                <a:lnTo>
                  <a:pt x="58606" y="347056"/>
                </a:lnTo>
                <a:cubicBezTo>
                  <a:pt x="25854" y="346445"/>
                  <a:pt x="0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11A296-295C-45FF-B94C-957473B58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05" y="1895351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35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30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" name="Text He">
            <a:extLst xmlns:a="http://schemas.openxmlformats.org/drawingml/2006/main">
              <a:ext uri="{FF2B5EF4-FFF2-40B4-BE49-F238E27FC236}">
                <a16:creationId xmlns:a16="http://schemas.microsoft.com/office/drawing/2014/main" id="{7A2938E1-BD96-4F92-8219-8BE0BAF75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890" y="2001903"/>
            <a:ext cx="211200" cy="138207"/>
          </a:xfrm>
          <a:custGeom xmlns:a="http://schemas.openxmlformats.org/drawingml/2006/main">
            <a:pathLst>
              <a:path w="211200" h="138207">
                <a:moveTo>
                  <a:pt x="97582" y="133390"/>
                </a:moveTo>
                <a:cubicBezTo>
                  <a:pt x="97582" y="133949"/>
                  <a:pt x="97443" y="134437"/>
                  <a:pt x="97164" y="134856"/>
                </a:cubicBezTo>
                <a:cubicBezTo>
                  <a:pt x="96884" y="135275"/>
                  <a:pt x="96396" y="135607"/>
                  <a:pt x="95698" y="135851"/>
                </a:cubicBezTo>
                <a:cubicBezTo>
                  <a:pt x="95000" y="136095"/>
                  <a:pt x="94075" y="136305"/>
                  <a:pt x="92923" y="136479"/>
                </a:cubicBezTo>
                <a:cubicBezTo>
                  <a:pt x="91771" y="136654"/>
                  <a:pt x="90358" y="136741"/>
                  <a:pt x="88683" y="136741"/>
                </a:cubicBezTo>
                <a:cubicBezTo>
                  <a:pt x="86868" y="136741"/>
                  <a:pt x="85402" y="136654"/>
                  <a:pt x="84285" y="136479"/>
                </a:cubicBezTo>
                <a:cubicBezTo>
                  <a:pt x="83168" y="136305"/>
                  <a:pt x="82261" y="136095"/>
                  <a:pt x="81563" y="135851"/>
                </a:cubicBezTo>
                <a:cubicBezTo>
                  <a:pt x="80865" y="135607"/>
                  <a:pt x="80376" y="135275"/>
                  <a:pt x="80097" y="134856"/>
                </a:cubicBezTo>
                <a:cubicBezTo>
                  <a:pt x="79818" y="134437"/>
                  <a:pt x="79678" y="133949"/>
                  <a:pt x="79678" y="133390"/>
                </a:cubicBezTo>
                <a:lnTo>
                  <a:pt x="79678" y="73291"/>
                </a:lnTo>
                <a:lnTo>
                  <a:pt x="18009" y="73291"/>
                </a:lnTo>
                <a:lnTo>
                  <a:pt x="18009" y="133390"/>
                </a:lnTo>
                <a:cubicBezTo>
                  <a:pt x="18009" y="133949"/>
                  <a:pt x="17869" y="134437"/>
                  <a:pt x="17590" y="134856"/>
                </a:cubicBezTo>
                <a:cubicBezTo>
                  <a:pt x="17311" y="135275"/>
                  <a:pt x="16822" y="135607"/>
                  <a:pt x="16124" y="135851"/>
                </a:cubicBezTo>
                <a:cubicBezTo>
                  <a:pt x="15426" y="136095"/>
                  <a:pt x="14501" y="136305"/>
                  <a:pt x="13350" y="136479"/>
                </a:cubicBezTo>
                <a:cubicBezTo>
                  <a:pt x="12198" y="136654"/>
                  <a:pt x="10749" y="136741"/>
                  <a:pt x="9004" y="136741"/>
                </a:cubicBezTo>
                <a:cubicBezTo>
                  <a:pt x="7329" y="136741"/>
                  <a:pt x="5898" y="136654"/>
                  <a:pt x="4712" y="136479"/>
                </a:cubicBezTo>
                <a:cubicBezTo>
                  <a:pt x="3525" y="136305"/>
                  <a:pt x="2583" y="136095"/>
                  <a:pt x="1885" y="135851"/>
                </a:cubicBezTo>
                <a:cubicBezTo>
                  <a:pt x="1187" y="135607"/>
                  <a:pt x="698" y="135275"/>
                  <a:pt x="419" y="134856"/>
                </a:cubicBezTo>
                <a:cubicBezTo>
                  <a:pt x="140" y="134437"/>
                  <a:pt x="0" y="133949"/>
                  <a:pt x="0" y="133390"/>
                </a:cubicBezTo>
                <a:lnTo>
                  <a:pt x="0" y="3350"/>
                </a:lnTo>
                <a:cubicBezTo>
                  <a:pt x="0" y="2792"/>
                  <a:pt x="140" y="2303"/>
                  <a:pt x="419" y="1885"/>
                </a:cubicBezTo>
                <a:cubicBezTo>
                  <a:pt x="698" y="1466"/>
                  <a:pt x="1187" y="1134"/>
                  <a:pt x="1885" y="890"/>
                </a:cubicBezTo>
                <a:cubicBezTo>
                  <a:pt x="2583" y="646"/>
                  <a:pt x="3525" y="436"/>
                  <a:pt x="4712" y="262"/>
                </a:cubicBezTo>
                <a:cubicBezTo>
                  <a:pt x="5898" y="87"/>
                  <a:pt x="7329" y="0"/>
                  <a:pt x="9004" y="0"/>
                </a:cubicBezTo>
                <a:cubicBezTo>
                  <a:pt x="10749" y="0"/>
                  <a:pt x="12198" y="87"/>
                  <a:pt x="13350" y="262"/>
                </a:cubicBezTo>
                <a:cubicBezTo>
                  <a:pt x="14501" y="436"/>
                  <a:pt x="15426" y="646"/>
                  <a:pt x="16124" y="890"/>
                </a:cubicBezTo>
                <a:cubicBezTo>
                  <a:pt x="16822" y="1134"/>
                  <a:pt x="17311" y="1466"/>
                  <a:pt x="17590" y="1885"/>
                </a:cubicBezTo>
                <a:cubicBezTo>
                  <a:pt x="17869" y="2303"/>
                  <a:pt x="18009" y="2792"/>
                  <a:pt x="18009" y="3350"/>
                </a:cubicBezTo>
                <a:lnTo>
                  <a:pt x="18009" y="57586"/>
                </a:lnTo>
                <a:lnTo>
                  <a:pt x="79678" y="57586"/>
                </a:lnTo>
                <a:lnTo>
                  <a:pt x="79678" y="3350"/>
                </a:lnTo>
                <a:cubicBezTo>
                  <a:pt x="79678" y="2792"/>
                  <a:pt x="79818" y="2303"/>
                  <a:pt x="80097" y="1885"/>
                </a:cubicBezTo>
                <a:cubicBezTo>
                  <a:pt x="80376" y="1466"/>
                  <a:pt x="80865" y="1134"/>
                  <a:pt x="81563" y="890"/>
                </a:cubicBezTo>
                <a:cubicBezTo>
                  <a:pt x="82261" y="646"/>
                  <a:pt x="83168" y="436"/>
                  <a:pt x="84285" y="262"/>
                </a:cubicBezTo>
                <a:cubicBezTo>
                  <a:pt x="85402" y="87"/>
                  <a:pt x="86868" y="0"/>
                  <a:pt x="88683" y="0"/>
                </a:cubicBezTo>
                <a:cubicBezTo>
                  <a:pt x="90358" y="0"/>
                  <a:pt x="91771" y="87"/>
                  <a:pt x="92923" y="262"/>
                </a:cubicBezTo>
                <a:cubicBezTo>
                  <a:pt x="94075" y="436"/>
                  <a:pt x="95000" y="646"/>
                  <a:pt x="95698" y="890"/>
                </a:cubicBezTo>
                <a:cubicBezTo>
                  <a:pt x="96396" y="1134"/>
                  <a:pt x="96884" y="1466"/>
                  <a:pt x="97164" y="1885"/>
                </a:cubicBezTo>
                <a:cubicBezTo>
                  <a:pt x="97443" y="2303"/>
                  <a:pt x="97582" y="2792"/>
                  <a:pt x="97582" y="3350"/>
                </a:cubicBezTo>
                <a:lnTo>
                  <a:pt x="97582" y="133390"/>
                </a:lnTo>
                <a:close/>
                <a:moveTo>
                  <a:pt x="211200" y="82296"/>
                </a:moveTo>
                <a:cubicBezTo>
                  <a:pt x="211200" y="85018"/>
                  <a:pt x="210520" y="86955"/>
                  <a:pt x="209159" y="88107"/>
                </a:cubicBezTo>
                <a:cubicBezTo>
                  <a:pt x="207798" y="89258"/>
                  <a:pt x="206244" y="89834"/>
                  <a:pt x="204499" y="89834"/>
                </a:cubicBezTo>
                <a:lnTo>
                  <a:pt x="142725" y="89834"/>
                </a:lnTo>
                <a:cubicBezTo>
                  <a:pt x="142725" y="95085"/>
                  <a:pt x="143249" y="99810"/>
                  <a:pt x="144296" y="104012"/>
                </a:cubicBezTo>
                <a:cubicBezTo>
                  <a:pt x="145343" y="108213"/>
                  <a:pt x="147088" y="111819"/>
                  <a:pt x="149531" y="114829"/>
                </a:cubicBezTo>
                <a:cubicBezTo>
                  <a:pt x="151974" y="117839"/>
                  <a:pt x="155150" y="120150"/>
                  <a:pt x="159059" y="121762"/>
                </a:cubicBezTo>
                <a:cubicBezTo>
                  <a:pt x="162968" y="123372"/>
                  <a:pt x="167749" y="124177"/>
                  <a:pt x="173403" y="124177"/>
                </a:cubicBezTo>
                <a:cubicBezTo>
                  <a:pt x="177870" y="124177"/>
                  <a:pt x="181849" y="123810"/>
                  <a:pt x="185339" y="123077"/>
                </a:cubicBezTo>
                <a:cubicBezTo>
                  <a:pt x="188829" y="122344"/>
                  <a:pt x="191848" y="121524"/>
                  <a:pt x="194396" y="120617"/>
                </a:cubicBezTo>
                <a:cubicBezTo>
                  <a:pt x="196943" y="119709"/>
                  <a:pt x="199037" y="118889"/>
                  <a:pt x="200678" y="118156"/>
                </a:cubicBezTo>
                <a:cubicBezTo>
                  <a:pt x="202318" y="117423"/>
                  <a:pt x="203557" y="117057"/>
                  <a:pt x="204395" y="117057"/>
                </a:cubicBezTo>
                <a:cubicBezTo>
                  <a:pt x="204883" y="117057"/>
                  <a:pt x="205320" y="117179"/>
                  <a:pt x="205703" y="117423"/>
                </a:cubicBezTo>
                <a:cubicBezTo>
                  <a:pt x="206087" y="117668"/>
                  <a:pt x="206384" y="118034"/>
                  <a:pt x="206593" y="118523"/>
                </a:cubicBezTo>
                <a:cubicBezTo>
                  <a:pt x="206803" y="119011"/>
                  <a:pt x="206960" y="119692"/>
                  <a:pt x="207065" y="120564"/>
                </a:cubicBezTo>
                <a:cubicBezTo>
                  <a:pt x="207169" y="121437"/>
                  <a:pt x="207222" y="122501"/>
                  <a:pt x="207222" y="123758"/>
                </a:cubicBezTo>
                <a:cubicBezTo>
                  <a:pt x="207222" y="124665"/>
                  <a:pt x="207187" y="125451"/>
                  <a:pt x="207117" y="126114"/>
                </a:cubicBezTo>
                <a:cubicBezTo>
                  <a:pt x="207047" y="126777"/>
                  <a:pt x="206960" y="127370"/>
                  <a:pt x="206855" y="127894"/>
                </a:cubicBezTo>
                <a:cubicBezTo>
                  <a:pt x="206751" y="128417"/>
                  <a:pt x="206576" y="128888"/>
                  <a:pt x="206332" y="129307"/>
                </a:cubicBezTo>
                <a:cubicBezTo>
                  <a:pt x="206087" y="129726"/>
                  <a:pt x="205773" y="130127"/>
                  <a:pt x="205389" y="130511"/>
                </a:cubicBezTo>
                <a:cubicBezTo>
                  <a:pt x="205005" y="130895"/>
                  <a:pt x="203871" y="131523"/>
                  <a:pt x="201987" y="132396"/>
                </a:cubicBezTo>
                <a:cubicBezTo>
                  <a:pt x="200102" y="133268"/>
                  <a:pt x="197659" y="134123"/>
                  <a:pt x="194657" y="134961"/>
                </a:cubicBezTo>
                <a:cubicBezTo>
                  <a:pt x="191656" y="135799"/>
                  <a:pt x="188183" y="136549"/>
                  <a:pt x="184240" y="137212"/>
                </a:cubicBezTo>
                <a:cubicBezTo>
                  <a:pt x="180296" y="137875"/>
                  <a:pt x="176090" y="138207"/>
                  <a:pt x="171623" y="138207"/>
                </a:cubicBezTo>
                <a:cubicBezTo>
                  <a:pt x="163875" y="138207"/>
                  <a:pt x="157087" y="137124"/>
                  <a:pt x="151258" y="134958"/>
                </a:cubicBezTo>
                <a:cubicBezTo>
                  <a:pt x="145430" y="132792"/>
                  <a:pt x="140526" y="129578"/>
                  <a:pt x="136548" y="125315"/>
                </a:cubicBezTo>
                <a:cubicBezTo>
                  <a:pt x="132569" y="121053"/>
                  <a:pt x="129568" y="115708"/>
                  <a:pt x="127543" y="109279"/>
                </a:cubicBezTo>
                <a:cubicBezTo>
                  <a:pt x="125519" y="102851"/>
                  <a:pt x="124507" y="95375"/>
                  <a:pt x="124507" y="86850"/>
                </a:cubicBezTo>
                <a:cubicBezTo>
                  <a:pt x="124507" y="78745"/>
                  <a:pt x="125554" y="71460"/>
                  <a:pt x="127648" y="64997"/>
                </a:cubicBezTo>
                <a:cubicBezTo>
                  <a:pt x="129742" y="58534"/>
                  <a:pt x="132761" y="53049"/>
                  <a:pt x="136705" y="48542"/>
                </a:cubicBezTo>
                <a:cubicBezTo>
                  <a:pt x="140649" y="44036"/>
                  <a:pt x="145413" y="40577"/>
                  <a:pt x="150997" y="38167"/>
                </a:cubicBezTo>
                <a:cubicBezTo>
                  <a:pt x="156581" y="35757"/>
                  <a:pt x="162828" y="34552"/>
                  <a:pt x="169738" y="34552"/>
                </a:cubicBezTo>
                <a:cubicBezTo>
                  <a:pt x="177137" y="34552"/>
                  <a:pt x="183437" y="35738"/>
                  <a:pt x="188637" y="38112"/>
                </a:cubicBezTo>
                <a:cubicBezTo>
                  <a:pt x="193837" y="40485"/>
                  <a:pt x="198113" y="43678"/>
                  <a:pt x="201463" y="47692"/>
                </a:cubicBezTo>
                <a:cubicBezTo>
                  <a:pt x="204814" y="51705"/>
                  <a:pt x="207274" y="56417"/>
                  <a:pt x="208845" y="61827"/>
                </a:cubicBezTo>
                <a:cubicBezTo>
                  <a:pt x="210415" y="67236"/>
                  <a:pt x="211200" y="73012"/>
                  <a:pt x="211200" y="79155"/>
                </a:cubicBezTo>
                <a:lnTo>
                  <a:pt x="211200" y="82296"/>
                </a:lnTo>
                <a:moveTo>
                  <a:pt x="193820" y="77061"/>
                </a:moveTo>
                <a:cubicBezTo>
                  <a:pt x="194029" y="68052"/>
                  <a:pt x="192022" y="60983"/>
                  <a:pt x="187799" y="55855"/>
                </a:cubicBezTo>
                <a:cubicBezTo>
                  <a:pt x="183576" y="50727"/>
                  <a:pt x="177312" y="48163"/>
                  <a:pt x="169005" y="48163"/>
                </a:cubicBezTo>
                <a:cubicBezTo>
                  <a:pt x="164748" y="48163"/>
                  <a:pt x="161013" y="48960"/>
                  <a:pt x="157802" y="50555"/>
                </a:cubicBezTo>
                <a:cubicBezTo>
                  <a:pt x="154591" y="52147"/>
                  <a:pt x="151904" y="54261"/>
                  <a:pt x="149740" y="56896"/>
                </a:cubicBezTo>
                <a:cubicBezTo>
                  <a:pt x="147576" y="59529"/>
                  <a:pt x="145901" y="62595"/>
                  <a:pt x="144715" y="66096"/>
                </a:cubicBezTo>
                <a:cubicBezTo>
                  <a:pt x="143528" y="69595"/>
                  <a:pt x="142865" y="73250"/>
                  <a:pt x="142725" y="77061"/>
                </a:cubicBezTo>
                <a:lnTo>
                  <a:pt x="193820" y="77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550C19-BA6D-4D39-AB01-060531E7E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311" y="1901456"/>
            <a:ext cx="421229" cy="346751"/>
          </a:xfrm>
          <a:custGeom xmlns:a="http://schemas.openxmlformats.org/drawingml/2006/main">
            <a:pathLst>
              <a:path w="421229" h="346751">
                <a:moveTo>
                  <a:pt x="0" y="57385"/>
                </a:moveTo>
                <a:cubicBezTo>
                  <a:pt x="458" y="25854"/>
                  <a:pt x="26312" y="0"/>
                  <a:pt x="58606" y="610"/>
                </a:cubicBezTo>
                <a:lnTo>
                  <a:pt x="362623" y="610"/>
                </a:lnTo>
                <a:cubicBezTo>
                  <a:pt x="395070" y="0"/>
                  <a:pt x="420923" y="25854"/>
                  <a:pt x="421229" y="57385"/>
                </a:cubicBezTo>
                <a:lnTo>
                  <a:pt x="421229" y="288145"/>
                </a:lnTo>
                <a:cubicBezTo>
                  <a:pt x="420923" y="320592"/>
                  <a:pt x="395070" y="346445"/>
                  <a:pt x="362623" y="346751"/>
                </a:cubicBezTo>
                <a:lnTo>
                  <a:pt x="58606" y="346751"/>
                </a:lnTo>
                <a:cubicBezTo>
                  <a:pt x="26312" y="346445"/>
                  <a:pt x="458" y="320592"/>
                  <a:pt x="0" y="288145"/>
                </a:cubicBezTo>
                <a:lnTo>
                  <a:pt x="0" y="57385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6A0AA9-F635-4540-BDDB-00076EB0B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137" y="1893825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35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30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03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03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92EE5F-32B3-4C12-8BB0-B45D2F0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76" y="1880090"/>
            <a:ext cx="478003" cy="369949"/>
          </a:xfrm>
          <a:custGeom xmlns:a="http://schemas.openxmlformats.org/drawingml/2006/main">
            <a:pathLst>
              <a:path w="478003" h="369949">
                <a:moveTo>
                  <a:pt x="0" y="0"/>
                </a:moveTo>
                <a:lnTo>
                  <a:pt x="478003" y="0"/>
                </a:lnTo>
                <a:lnTo>
                  <a:pt x="478003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3" name="Text is">
            <a:extLst xmlns:a="http://schemas.openxmlformats.org/drawingml/2006/main">
              <a:ext uri="{FF2B5EF4-FFF2-40B4-BE49-F238E27FC236}">
                <a16:creationId xmlns:a16="http://schemas.microsoft.com/office/drawing/2014/main" id="{CCEBE27B-86FF-4B46-9036-4922E2FDA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866" y="1998971"/>
            <a:ext cx="110089" cy="141138"/>
          </a:xfrm>
          <a:custGeom xmlns:a="http://schemas.openxmlformats.org/drawingml/2006/main">
            <a:pathLst>
              <a:path w="110089" h="141138">
                <a:moveTo>
                  <a:pt x="19370" y="136427"/>
                </a:moveTo>
                <a:cubicBezTo>
                  <a:pt x="19370" y="136985"/>
                  <a:pt x="19230" y="137456"/>
                  <a:pt x="18951" y="137840"/>
                </a:cubicBezTo>
                <a:cubicBezTo>
                  <a:pt x="18672" y="138224"/>
                  <a:pt x="18218" y="138556"/>
                  <a:pt x="17590" y="138835"/>
                </a:cubicBezTo>
                <a:cubicBezTo>
                  <a:pt x="16962" y="139114"/>
                  <a:pt x="16089" y="139324"/>
                  <a:pt x="14972" y="139463"/>
                </a:cubicBezTo>
                <a:cubicBezTo>
                  <a:pt x="13856" y="139603"/>
                  <a:pt x="12425" y="139673"/>
                  <a:pt x="10680" y="139673"/>
                </a:cubicBezTo>
                <a:cubicBezTo>
                  <a:pt x="9004" y="139673"/>
                  <a:pt x="7608" y="139603"/>
                  <a:pt x="6492" y="139463"/>
                </a:cubicBezTo>
                <a:cubicBezTo>
                  <a:pt x="5375" y="139324"/>
                  <a:pt x="4485" y="139114"/>
                  <a:pt x="3822" y="138835"/>
                </a:cubicBezTo>
                <a:cubicBezTo>
                  <a:pt x="3159" y="138556"/>
                  <a:pt x="2705" y="138224"/>
                  <a:pt x="2460" y="137840"/>
                </a:cubicBezTo>
                <a:cubicBezTo>
                  <a:pt x="2216" y="137456"/>
                  <a:pt x="2094" y="136985"/>
                  <a:pt x="2094" y="136427"/>
                </a:cubicBezTo>
                <a:lnTo>
                  <a:pt x="2094" y="42195"/>
                </a:lnTo>
                <a:cubicBezTo>
                  <a:pt x="2094" y="41706"/>
                  <a:pt x="2216" y="41253"/>
                  <a:pt x="2460" y="40834"/>
                </a:cubicBezTo>
                <a:cubicBezTo>
                  <a:pt x="2705" y="40415"/>
                  <a:pt x="3159" y="40066"/>
                  <a:pt x="3822" y="39787"/>
                </a:cubicBezTo>
                <a:cubicBezTo>
                  <a:pt x="4485" y="39508"/>
                  <a:pt x="5375" y="39298"/>
                  <a:pt x="6492" y="39159"/>
                </a:cubicBezTo>
                <a:cubicBezTo>
                  <a:pt x="7608" y="39019"/>
                  <a:pt x="9004" y="38949"/>
                  <a:pt x="10680" y="38949"/>
                </a:cubicBezTo>
                <a:cubicBezTo>
                  <a:pt x="12425" y="38949"/>
                  <a:pt x="13856" y="39019"/>
                  <a:pt x="14972" y="39159"/>
                </a:cubicBezTo>
                <a:cubicBezTo>
                  <a:pt x="16089" y="39298"/>
                  <a:pt x="16962" y="39508"/>
                  <a:pt x="17590" y="39787"/>
                </a:cubicBezTo>
                <a:cubicBezTo>
                  <a:pt x="18218" y="40066"/>
                  <a:pt x="18672" y="40415"/>
                  <a:pt x="18951" y="40834"/>
                </a:cubicBezTo>
                <a:cubicBezTo>
                  <a:pt x="19230" y="41253"/>
                  <a:pt x="19370" y="41706"/>
                  <a:pt x="19370" y="42195"/>
                </a:cubicBezTo>
                <a:lnTo>
                  <a:pt x="19370" y="136427"/>
                </a:lnTo>
                <a:moveTo>
                  <a:pt x="21359" y="10261"/>
                </a:moveTo>
                <a:cubicBezTo>
                  <a:pt x="21359" y="14309"/>
                  <a:pt x="20591" y="17066"/>
                  <a:pt x="19056" y="18532"/>
                </a:cubicBezTo>
                <a:cubicBezTo>
                  <a:pt x="17520" y="19998"/>
                  <a:pt x="14693" y="20731"/>
                  <a:pt x="10575" y="20731"/>
                </a:cubicBezTo>
                <a:cubicBezTo>
                  <a:pt x="6526" y="20731"/>
                  <a:pt x="3752" y="20016"/>
                  <a:pt x="2251" y="18585"/>
                </a:cubicBezTo>
                <a:cubicBezTo>
                  <a:pt x="750" y="17154"/>
                  <a:pt x="0" y="14449"/>
                  <a:pt x="0" y="10470"/>
                </a:cubicBezTo>
                <a:cubicBezTo>
                  <a:pt x="0" y="6422"/>
                  <a:pt x="768" y="3665"/>
                  <a:pt x="2303" y="2199"/>
                </a:cubicBezTo>
                <a:cubicBezTo>
                  <a:pt x="3839" y="733"/>
                  <a:pt x="6666" y="0"/>
                  <a:pt x="10784" y="0"/>
                </a:cubicBezTo>
                <a:cubicBezTo>
                  <a:pt x="14833" y="0"/>
                  <a:pt x="17607" y="715"/>
                  <a:pt x="19108" y="2146"/>
                </a:cubicBezTo>
                <a:cubicBezTo>
                  <a:pt x="20609" y="3577"/>
                  <a:pt x="21359" y="6282"/>
                  <a:pt x="21359" y="10261"/>
                </a:cubicBezTo>
                <a:close/>
                <a:moveTo>
                  <a:pt x="110089" y="110850"/>
                </a:moveTo>
                <a:cubicBezTo>
                  <a:pt x="110089" y="115671"/>
                  <a:pt x="109199" y="119968"/>
                  <a:pt x="107419" y="123741"/>
                </a:cubicBezTo>
                <a:cubicBezTo>
                  <a:pt x="105639" y="127513"/>
                  <a:pt x="103109" y="130692"/>
                  <a:pt x="99828" y="133279"/>
                </a:cubicBezTo>
                <a:cubicBezTo>
                  <a:pt x="96547" y="135864"/>
                  <a:pt x="92638" y="137820"/>
                  <a:pt x="88101" y="139146"/>
                </a:cubicBezTo>
                <a:cubicBezTo>
                  <a:pt x="83564" y="140474"/>
                  <a:pt x="78573" y="141138"/>
                  <a:pt x="73129" y="141138"/>
                </a:cubicBezTo>
                <a:cubicBezTo>
                  <a:pt x="69778" y="141138"/>
                  <a:pt x="66585" y="140880"/>
                  <a:pt x="63549" y="140363"/>
                </a:cubicBezTo>
                <a:cubicBezTo>
                  <a:pt x="60512" y="139846"/>
                  <a:pt x="57790" y="139192"/>
                  <a:pt x="55382" y="138400"/>
                </a:cubicBezTo>
                <a:cubicBezTo>
                  <a:pt x="52974" y="137606"/>
                  <a:pt x="50932" y="136778"/>
                  <a:pt x="49257" y="135916"/>
                </a:cubicBezTo>
                <a:cubicBezTo>
                  <a:pt x="47582" y="135053"/>
                  <a:pt x="46360" y="134276"/>
                  <a:pt x="45592" y="133587"/>
                </a:cubicBezTo>
                <a:cubicBezTo>
                  <a:pt x="44824" y="132897"/>
                  <a:pt x="44266" y="131920"/>
                  <a:pt x="43917" y="130655"/>
                </a:cubicBezTo>
                <a:cubicBezTo>
                  <a:pt x="43568" y="129388"/>
                  <a:pt x="43394" y="127665"/>
                  <a:pt x="43394" y="125485"/>
                </a:cubicBezTo>
                <a:cubicBezTo>
                  <a:pt x="43394" y="124150"/>
                  <a:pt x="43463" y="123026"/>
                  <a:pt x="43603" y="122112"/>
                </a:cubicBezTo>
                <a:cubicBezTo>
                  <a:pt x="43743" y="121196"/>
                  <a:pt x="43917" y="120458"/>
                  <a:pt x="44126" y="119897"/>
                </a:cubicBezTo>
                <a:cubicBezTo>
                  <a:pt x="44336" y="119334"/>
                  <a:pt x="44633" y="118930"/>
                  <a:pt x="45016" y="118683"/>
                </a:cubicBezTo>
                <a:cubicBezTo>
                  <a:pt x="45400" y="118437"/>
                  <a:pt x="45837" y="118313"/>
                  <a:pt x="46325" y="118313"/>
                </a:cubicBezTo>
                <a:cubicBezTo>
                  <a:pt x="47093" y="118313"/>
                  <a:pt x="48227" y="118784"/>
                  <a:pt x="49728" y="119727"/>
                </a:cubicBezTo>
                <a:cubicBezTo>
                  <a:pt x="51229" y="120669"/>
                  <a:pt x="53078" y="121699"/>
                  <a:pt x="55277" y="122816"/>
                </a:cubicBezTo>
                <a:cubicBezTo>
                  <a:pt x="57476" y="123932"/>
                  <a:pt x="60076" y="124962"/>
                  <a:pt x="63078" y="125904"/>
                </a:cubicBezTo>
                <a:cubicBezTo>
                  <a:pt x="66079" y="126847"/>
                  <a:pt x="69534" y="127318"/>
                  <a:pt x="73443" y="127318"/>
                </a:cubicBezTo>
                <a:cubicBezTo>
                  <a:pt x="76375" y="127318"/>
                  <a:pt x="79027" y="127004"/>
                  <a:pt x="81400" y="126375"/>
                </a:cubicBezTo>
                <a:cubicBezTo>
                  <a:pt x="83774" y="125745"/>
                  <a:pt x="85833" y="124818"/>
                  <a:pt x="87578" y="123594"/>
                </a:cubicBezTo>
                <a:cubicBezTo>
                  <a:pt x="89323" y="122371"/>
                  <a:pt x="90667" y="120814"/>
                  <a:pt x="91609" y="118925"/>
                </a:cubicBezTo>
                <a:cubicBezTo>
                  <a:pt x="92551" y="117036"/>
                  <a:pt x="93022" y="114798"/>
                  <a:pt x="93022" y="112211"/>
                </a:cubicBezTo>
                <a:cubicBezTo>
                  <a:pt x="93022" y="109557"/>
                  <a:pt x="92342" y="107321"/>
                  <a:pt x="90981" y="105504"/>
                </a:cubicBezTo>
                <a:cubicBezTo>
                  <a:pt x="89619" y="103687"/>
                  <a:pt x="87822" y="102080"/>
                  <a:pt x="85588" y="100684"/>
                </a:cubicBezTo>
                <a:cubicBezTo>
                  <a:pt x="83355" y="99286"/>
                  <a:pt x="80842" y="98046"/>
                  <a:pt x="78050" y="96964"/>
                </a:cubicBezTo>
                <a:cubicBezTo>
                  <a:pt x="75258" y="95880"/>
                  <a:pt x="72379" y="94744"/>
                  <a:pt x="69412" y="93558"/>
                </a:cubicBezTo>
                <a:cubicBezTo>
                  <a:pt x="66445" y="92369"/>
                  <a:pt x="63549" y="91023"/>
                  <a:pt x="60722" y="89520"/>
                </a:cubicBezTo>
                <a:cubicBezTo>
                  <a:pt x="57895" y="88017"/>
                  <a:pt x="55364" y="86183"/>
                  <a:pt x="53131" y="84017"/>
                </a:cubicBezTo>
                <a:cubicBezTo>
                  <a:pt x="50897" y="81851"/>
                  <a:pt x="49100" y="79266"/>
                  <a:pt x="47739" y="76262"/>
                </a:cubicBezTo>
                <a:cubicBezTo>
                  <a:pt x="46378" y="73259"/>
                  <a:pt x="45697" y="69661"/>
                  <a:pt x="45697" y="65468"/>
                </a:cubicBezTo>
                <a:cubicBezTo>
                  <a:pt x="45697" y="61764"/>
                  <a:pt x="46412" y="58219"/>
                  <a:pt x="47843" y="54831"/>
                </a:cubicBezTo>
                <a:cubicBezTo>
                  <a:pt x="49274" y="51441"/>
                  <a:pt x="51421" y="48472"/>
                  <a:pt x="54283" y="45922"/>
                </a:cubicBezTo>
                <a:cubicBezTo>
                  <a:pt x="57144" y="43370"/>
                  <a:pt x="60722" y="41326"/>
                  <a:pt x="65015" y="39790"/>
                </a:cubicBezTo>
                <a:cubicBezTo>
                  <a:pt x="69307" y="38252"/>
                  <a:pt x="74316" y="37483"/>
                  <a:pt x="80039" y="37483"/>
                </a:cubicBezTo>
                <a:cubicBezTo>
                  <a:pt x="82552" y="37483"/>
                  <a:pt x="85065" y="37696"/>
                  <a:pt x="87578" y="38121"/>
                </a:cubicBezTo>
                <a:cubicBezTo>
                  <a:pt x="90091" y="38547"/>
                  <a:pt x="92359" y="39078"/>
                  <a:pt x="94383" y="39715"/>
                </a:cubicBezTo>
                <a:cubicBezTo>
                  <a:pt x="96408" y="40352"/>
                  <a:pt x="98135" y="41042"/>
                  <a:pt x="99566" y="41786"/>
                </a:cubicBezTo>
                <a:cubicBezTo>
                  <a:pt x="100997" y="42530"/>
                  <a:pt x="102079" y="43185"/>
                  <a:pt x="102812" y="43752"/>
                </a:cubicBezTo>
                <a:cubicBezTo>
                  <a:pt x="103545" y="44320"/>
                  <a:pt x="104033" y="44812"/>
                  <a:pt x="104278" y="45231"/>
                </a:cubicBezTo>
                <a:cubicBezTo>
                  <a:pt x="104522" y="45650"/>
                  <a:pt x="104697" y="46121"/>
                  <a:pt x="104801" y="46645"/>
                </a:cubicBezTo>
                <a:cubicBezTo>
                  <a:pt x="104906" y="47168"/>
                  <a:pt x="105011" y="47814"/>
                  <a:pt x="105115" y="48582"/>
                </a:cubicBezTo>
                <a:cubicBezTo>
                  <a:pt x="105220" y="49350"/>
                  <a:pt x="105272" y="50292"/>
                  <a:pt x="105272" y="51409"/>
                </a:cubicBezTo>
                <a:cubicBezTo>
                  <a:pt x="105272" y="52595"/>
                  <a:pt x="105220" y="53625"/>
                  <a:pt x="105115" y="54497"/>
                </a:cubicBezTo>
                <a:cubicBezTo>
                  <a:pt x="105011" y="55370"/>
                  <a:pt x="104836" y="56085"/>
                  <a:pt x="104592" y="56644"/>
                </a:cubicBezTo>
                <a:cubicBezTo>
                  <a:pt x="104348" y="57202"/>
                  <a:pt x="104051" y="57604"/>
                  <a:pt x="103702" y="57848"/>
                </a:cubicBezTo>
                <a:cubicBezTo>
                  <a:pt x="103353" y="58092"/>
                  <a:pt x="102969" y="58214"/>
                  <a:pt x="102550" y="58214"/>
                </a:cubicBezTo>
                <a:cubicBezTo>
                  <a:pt x="101922" y="58214"/>
                  <a:pt x="101015" y="57825"/>
                  <a:pt x="99828" y="57046"/>
                </a:cubicBezTo>
                <a:cubicBezTo>
                  <a:pt x="98641" y="56268"/>
                  <a:pt x="97106" y="55435"/>
                  <a:pt x="95221" y="54550"/>
                </a:cubicBezTo>
                <a:cubicBezTo>
                  <a:pt x="93336" y="53664"/>
                  <a:pt x="91120" y="52832"/>
                  <a:pt x="88572" y="52053"/>
                </a:cubicBezTo>
                <a:cubicBezTo>
                  <a:pt x="86025" y="51275"/>
                  <a:pt x="83111" y="50885"/>
                  <a:pt x="79830" y="50885"/>
                </a:cubicBezTo>
                <a:cubicBezTo>
                  <a:pt x="76898" y="50885"/>
                  <a:pt x="74316" y="51218"/>
                  <a:pt x="72082" y="51883"/>
                </a:cubicBezTo>
                <a:cubicBezTo>
                  <a:pt x="69848" y="52546"/>
                  <a:pt x="68016" y="53490"/>
                  <a:pt x="66585" y="54713"/>
                </a:cubicBezTo>
                <a:cubicBezTo>
                  <a:pt x="65154" y="55937"/>
                  <a:pt x="64072" y="57389"/>
                  <a:pt x="63339" y="59068"/>
                </a:cubicBezTo>
                <a:cubicBezTo>
                  <a:pt x="62606" y="60746"/>
                  <a:pt x="62240" y="62564"/>
                  <a:pt x="62240" y="64523"/>
                </a:cubicBezTo>
                <a:cubicBezTo>
                  <a:pt x="62240" y="67247"/>
                  <a:pt x="62938" y="69535"/>
                  <a:pt x="64334" y="71387"/>
                </a:cubicBezTo>
                <a:cubicBezTo>
                  <a:pt x="65730" y="73239"/>
                  <a:pt x="67545" y="74864"/>
                  <a:pt x="69778" y="76262"/>
                </a:cubicBezTo>
                <a:cubicBezTo>
                  <a:pt x="72012" y="77658"/>
                  <a:pt x="74560" y="78916"/>
                  <a:pt x="77422" y="80035"/>
                </a:cubicBezTo>
                <a:cubicBezTo>
                  <a:pt x="80284" y="81152"/>
                  <a:pt x="83198" y="82305"/>
                  <a:pt x="86164" y="83493"/>
                </a:cubicBezTo>
                <a:cubicBezTo>
                  <a:pt x="89131" y="84680"/>
                  <a:pt x="92063" y="86007"/>
                  <a:pt x="94959" y="87475"/>
                </a:cubicBezTo>
                <a:cubicBezTo>
                  <a:pt x="97856" y="88943"/>
                  <a:pt x="100421" y="90725"/>
                  <a:pt x="102655" y="92822"/>
                </a:cubicBezTo>
                <a:cubicBezTo>
                  <a:pt x="104889" y="94918"/>
                  <a:pt x="106686" y="97434"/>
                  <a:pt x="108047" y="100370"/>
                </a:cubicBezTo>
                <a:cubicBezTo>
                  <a:pt x="109408" y="103304"/>
                  <a:pt x="110089" y="106797"/>
                  <a:pt x="110089" y="1108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2B3FEC-6779-4C7F-81D1-66457D48B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751" y="1902982"/>
            <a:ext cx="669235" cy="347056"/>
          </a:xfrm>
          <a:custGeom xmlns:a="http://schemas.openxmlformats.org/drawingml/2006/main">
            <a:pathLst>
              <a:path w="669235" h="347056">
                <a:moveTo>
                  <a:pt x="0" y="57690"/>
                </a:moveTo>
                <a:cubicBezTo>
                  <a:pt x="0" y="25854"/>
                  <a:pt x="25854" y="0"/>
                  <a:pt x="58606" y="916"/>
                </a:cubicBezTo>
                <a:lnTo>
                  <a:pt x="611697" y="916"/>
                </a:lnTo>
                <a:cubicBezTo>
                  <a:pt x="643381" y="0"/>
                  <a:pt x="669235" y="25854"/>
                  <a:pt x="668472" y="57690"/>
                </a:cubicBezTo>
                <a:lnTo>
                  <a:pt x="668472" y="288450"/>
                </a:lnTo>
                <a:cubicBezTo>
                  <a:pt x="669235" y="320592"/>
                  <a:pt x="643381" y="346445"/>
                  <a:pt x="611697" y="347056"/>
                </a:cubicBezTo>
                <a:lnTo>
                  <a:pt x="58606" y="347056"/>
                </a:lnTo>
                <a:cubicBezTo>
                  <a:pt x="25854" y="346445"/>
                  <a:pt x="0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CBFF66-7056-4E57-AEE3-6117026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8120" y="1895351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19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35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30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19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027" y="23756"/>
                </a:lnTo>
                <a:lnTo>
                  <a:pt x="650955" y="26676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5" y="335032"/>
                </a:lnTo>
                <a:lnTo>
                  <a:pt x="647027" y="337951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C13F0E-AD2A-4E1C-B521-C20C6858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819" y="1880090"/>
            <a:ext cx="800334" cy="369949"/>
          </a:xfrm>
          <a:custGeom xmlns:a="http://schemas.openxmlformats.org/drawingml/2006/main">
            <a:pathLst>
              <a:path w="800334" h="369949">
                <a:moveTo>
                  <a:pt x="0" y="0"/>
                </a:moveTo>
                <a:lnTo>
                  <a:pt x="800334" y="0"/>
                </a:lnTo>
                <a:lnTo>
                  <a:pt x="800334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77" name="Text noted">
            <a:extLst xmlns:a="http://schemas.openxmlformats.org/drawingml/2006/main">
              <a:ext uri="{FF2B5EF4-FFF2-40B4-BE49-F238E27FC236}">
                <a16:creationId xmlns:a16="http://schemas.microsoft.com/office/drawing/2014/main" id="{FA5618F7-338E-4A44-8DE7-958F9B16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8080" y="1992480"/>
            <a:ext cx="483639" cy="147630"/>
          </a:xfrm>
          <a:custGeom xmlns:a="http://schemas.openxmlformats.org/drawingml/2006/main">
            <a:pathLst>
              <a:path w="483639" h="147630">
                <a:moveTo>
                  <a:pt x="81144" y="142918"/>
                </a:moveTo>
                <a:cubicBezTo>
                  <a:pt x="81144" y="143477"/>
                  <a:pt x="81004" y="143948"/>
                  <a:pt x="80725" y="144332"/>
                </a:cubicBezTo>
                <a:cubicBezTo>
                  <a:pt x="80446" y="144716"/>
                  <a:pt x="79992" y="145047"/>
                  <a:pt x="79364" y="145326"/>
                </a:cubicBezTo>
                <a:cubicBezTo>
                  <a:pt x="78736" y="145606"/>
                  <a:pt x="77863" y="145815"/>
                  <a:pt x="76747" y="145955"/>
                </a:cubicBezTo>
                <a:cubicBezTo>
                  <a:pt x="75630" y="146094"/>
                  <a:pt x="74234" y="146164"/>
                  <a:pt x="72559" y="146164"/>
                </a:cubicBezTo>
                <a:cubicBezTo>
                  <a:pt x="70813" y="146164"/>
                  <a:pt x="69383" y="146094"/>
                  <a:pt x="68266" y="145955"/>
                </a:cubicBezTo>
                <a:cubicBezTo>
                  <a:pt x="67149" y="145815"/>
                  <a:pt x="66276" y="145606"/>
                  <a:pt x="65648" y="145326"/>
                </a:cubicBezTo>
                <a:cubicBezTo>
                  <a:pt x="65020" y="145047"/>
                  <a:pt x="64566" y="144717"/>
                  <a:pt x="64287" y="144335"/>
                </a:cubicBezTo>
                <a:cubicBezTo>
                  <a:pt x="64008" y="143951"/>
                  <a:pt x="63868" y="143480"/>
                  <a:pt x="63868" y="142922"/>
                </a:cubicBezTo>
                <a:lnTo>
                  <a:pt x="63868" y="87809"/>
                </a:lnTo>
                <a:cubicBezTo>
                  <a:pt x="63868" y="82441"/>
                  <a:pt x="63449" y="78119"/>
                  <a:pt x="62612" y="74842"/>
                </a:cubicBezTo>
                <a:cubicBezTo>
                  <a:pt x="61774" y="71566"/>
                  <a:pt x="60553" y="68743"/>
                  <a:pt x="58947" y="66375"/>
                </a:cubicBezTo>
                <a:cubicBezTo>
                  <a:pt x="57342" y="64003"/>
                  <a:pt x="55265" y="62191"/>
                  <a:pt x="52717" y="60937"/>
                </a:cubicBezTo>
                <a:cubicBezTo>
                  <a:pt x="50170" y="59680"/>
                  <a:pt x="47221" y="59052"/>
                  <a:pt x="43870" y="59052"/>
                </a:cubicBezTo>
                <a:cubicBezTo>
                  <a:pt x="39542" y="59052"/>
                  <a:pt x="35215" y="60586"/>
                  <a:pt x="30887" y="63656"/>
                </a:cubicBezTo>
                <a:cubicBezTo>
                  <a:pt x="26559" y="66722"/>
                  <a:pt x="22022" y="71218"/>
                  <a:pt x="17276" y="77143"/>
                </a:cubicBezTo>
                <a:lnTo>
                  <a:pt x="17276" y="142922"/>
                </a:lnTo>
                <a:cubicBezTo>
                  <a:pt x="17276" y="143480"/>
                  <a:pt x="17136" y="143951"/>
                  <a:pt x="16857" y="144335"/>
                </a:cubicBezTo>
                <a:cubicBezTo>
                  <a:pt x="16578" y="144717"/>
                  <a:pt x="16124" y="145047"/>
                  <a:pt x="15496" y="145326"/>
                </a:cubicBezTo>
                <a:cubicBezTo>
                  <a:pt x="14868" y="145606"/>
                  <a:pt x="13995" y="145815"/>
                  <a:pt x="12878" y="145955"/>
                </a:cubicBezTo>
                <a:cubicBezTo>
                  <a:pt x="11762" y="146094"/>
                  <a:pt x="10331" y="146164"/>
                  <a:pt x="8586" y="146164"/>
                </a:cubicBezTo>
                <a:cubicBezTo>
                  <a:pt x="6910" y="146164"/>
                  <a:pt x="5514" y="146094"/>
                  <a:pt x="4397" y="145955"/>
                </a:cubicBezTo>
                <a:cubicBezTo>
                  <a:pt x="3281" y="145815"/>
                  <a:pt x="2391" y="145606"/>
                  <a:pt x="1728" y="145326"/>
                </a:cubicBezTo>
                <a:cubicBezTo>
                  <a:pt x="1064" y="145047"/>
                  <a:pt x="611" y="144716"/>
                  <a:pt x="366" y="144332"/>
                </a:cubicBezTo>
                <a:cubicBezTo>
                  <a:pt x="122" y="143948"/>
                  <a:pt x="0" y="143477"/>
                  <a:pt x="0" y="142918"/>
                </a:cubicBezTo>
                <a:lnTo>
                  <a:pt x="0" y="48686"/>
                </a:lnTo>
                <a:cubicBezTo>
                  <a:pt x="0" y="48128"/>
                  <a:pt x="105" y="47657"/>
                  <a:pt x="314" y="47273"/>
                </a:cubicBezTo>
                <a:cubicBezTo>
                  <a:pt x="524" y="46889"/>
                  <a:pt x="942" y="46540"/>
                  <a:pt x="1571" y="46226"/>
                </a:cubicBezTo>
                <a:cubicBezTo>
                  <a:pt x="2199" y="45912"/>
                  <a:pt x="3001" y="45702"/>
                  <a:pt x="3979" y="45598"/>
                </a:cubicBezTo>
                <a:cubicBezTo>
                  <a:pt x="4956" y="45493"/>
                  <a:pt x="6247" y="45441"/>
                  <a:pt x="7853" y="45441"/>
                </a:cubicBezTo>
                <a:cubicBezTo>
                  <a:pt x="9388" y="45441"/>
                  <a:pt x="10662" y="45493"/>
                  <a:pt x="11674" y="45598"/>
                </a:cubicBezTo>
                <a:cubicBezTo>
                  <a:pt x="12686" y="45702"/>
                  <a:pt x="13472" y="45912"/>
                  <a:pt x="14030" y="46226"/>
                </a:cubicBezTo>
                <a:cubicBezTo>
                  <a:pt x="14588" y="46540"/>
                  <a:pt x="14990" y="46889"/>
                  <a:pt x="15234" y="47273"/>
                </a:cubicBezTo>
                <a:cubicBezTo>
                  <a:pt x="15478" y="47657"/>
                  <a:pt x="15601" y="48128"/>
                  <a:pt x="15601" y="48686"/>
                </a:cubicBezTo>
                <a:lnTo>
                  <a:pt x="15601" y="61146"/>
                </a:lnTo>
                <a:cubicBezTo>
                  <a:pt x="20906" y="55213"/>
                  <a:pt x="26193" y="50868"/>
                  <a:pt x="31463" y="48111"/>
                </a:cubicBezTo>
                <a:cubicBezTo>
                  <a:pt x="36733" y="45353"/>
                  <a:pt x="42055" y="43975"/>
                  <a:pt x="47430" y="43975"/>
                </a:cubicBezTo>
                <a:cubicBezTo>
                  <a:pt x="53712" y="43975"/>
                  <a:pt x="59000" y="45039"/>
                  <a:pt x="63292" y="47168"/>
                </a:cubicBezTo>
                <a:cubicBezTo>
                  <a:pt x="67585" y="49297"/>
                  <a:pt x="71058" y="52142"/>
                  <a:pt x="73710" y="55701"/>
                </a:cubicBezTo>
                <a:cubicBezTo>
                  <a:pt x="76363" y="59261"/>
                  <a:pt x="78265" y="63432"/>
                  <a:pt x="79417" y="68213"/>
                </a:cubicBezTo>
                <a:cubicBezTo>
                  <a:pt x="80568" y="72995"/>
                  <a:pt x="81144" y="78736"/>
                  <a:pt x="81144" y="85437"/>
                </a:cubicBezTo>
                <a:lnTo>
                  <a:pt x="81144" y="142918"/>
                </a:lnTo>
                <a:close/>
                <a:moveTo>
                  <a:pt x="199811" y="94808"/>
                </a:moveTo>
                <a:cubicBezTo>
                  <a:pt x="199811" y="102492"/>
                  <a:pt x="198799" y="109566"/>
                  <a:pt x="196774" y="116030"/>
                </a:cubicBezTo>
                <a:cubicBezTo>
                  <a:pt x="194750" y="122493"/>
                  <a:pt x="191731" y="128066"/>
                  <a:pt x="187718" y="132749"/>
                </a:cubicBezTo>
                <a:cubicBezTo>
                  <a:pt x="183704" y="137430"/>
                  <a:pt x="178678" y="141081"/>
                  <a:pt x="172640" y="143700"/>
                </a:cubicBezTo>
                <a:cubicBezTo>
                  <a:pt x="166603" y="146320"/>
                  <a:pt x="159605" y="147630"/>
                  <a:pt x="151648" y="147630"/>
                </a:cubicBezTo>
                <a:cubicBezTo>
                  <a:pt x="143900" y="147630"/>
                  <a:pt x="137146" y="146477"/>
                  <a:pt x="131388" y="144171"/>
                </a:cubicBezTo>
                <a:cubicBezTo>
                  <a:pt x="125629" y="141866"/>
                  <a:pt x="120830" y="138512"/>
                  <a:pt x="116991" y="134110"/>
                </a:cubicBezTo>
                <a:cubicBezTo>
                  <a:pt x="113152" y="129708"/>
                  <a:pt x="110290" y="124363"/>
                  <a:pt x="108406" y="118074"/>
                </a:cubicBezTo>
                <a:cubicBezTo>
                  <a:pt x="106521" y="111786"/>
                  <a:pt x="105579" y="104658"/>
                  <a:pt x="105579" y="96692"/>
                </a:cubicBezTo>
                <a:cubicBezTo>
                  <a:pt x="105579" y="89008"/>
                  <a:pt x="106573" y="81934"/>
                  <a:pt x="108563" y="75471"/>
                </a:cubicBezTo>
                <a:cubicBezTo>
                  <a:pt x="110552" y="69007"/>
                  <a:pt x="113554" y="63435"/>
                  <a:pt x="117567" y="58754"/>
                </a:cubicBezTo>
                <a:cubicBezTo>
                  <a:pt x="121581" y="54071"/>
                  <a:pt x="126589" y="50437"/>
                  <a:pt x="132592" y="47852"/>
                </a:cubicBezTo>
                <a:cubicBezTo>
                  <a:pt x="138595" y="45267"/>
                  <a:pt x="145610" y="43975"/>
                  <a:pt x="153637" y="43975"/>
                </a:cubicBezTo>
                <a:cubicBezTo>
                  <a:pt x="161385" y="43975"/>
                  <a:pt x="168138" y="45128"/>
                  <a:pt x="173897" y="47433"/>
                </a:cubicBezTo>
                <a:cubicBezTo>
                  <a:pt x="179656" y="49739"/>
                  <a:pt x="184454" y="53093"/>
                  <a:pt x="188293" y="57495"/>
                </a:cubicBezTo>
                <a:cubicBezTo>
                  <a:pt x="192133" y="61896"/>
                  <a:pt x="195012" y="67242"/>
                  <a:pt x="196931" y="73530"/>
                </a:cubicBezTo>
                <a:cubicBezTo>
                  <a:pt x="198851" y="79819"/>
                  <a:pt x="199811" y="86911"/>
                  <a:pt x="199811" y="94808"/>
                </a:cubicBezTo>
                <a:moveTo>
                  <a:pt x="181593" y="95907"/>
                </a:moveTo>
                <a:cubicBezTo>
                  <a:pt x="181593" y="90812"/>
                  <a:pt x="181121" y="85995"/>
                  <a:pt x="180179" y="81458"/>
                </a:cubicBezTo>
                <a:cubicBezTo>
                  <a:pt x="179237" y="76921"/>
                  <a:pt x="177684" y="72942"/>
                  <a:pt x="175520" y="69522"/>
                </a:cubicBezTo>
                <a:cubicBezTo>
                  <a:pt x="173356" y="66102"/>
                  <a:pt x="170424" y="63397"/>
                  <a:pt x="166725" y="61408"/>
                </a:cubicBezTo>
                <a:cubicBezTo>
                  <a:pt x="163025" y="59418"/>
                  <a:pt x="158418" y="58424"/>
                  <a:pt x="152904" y="58424"/>
                </a:cubicBezTo>
                <a:cubicBezTo>
                  <a:pt x="147809" y="58424"/>
                  <a:pt x="143429" y="59331"/>
                  <a:pt x="139764" y="61146"/>
                </a:cubicBezTo>
                <a:cubicBezTo>
                  <a:pt x="136099" y="62961"/>
                  <a:pt x="133081" y="65526"/>
                  <a:pt x="130707" y="68842"/>
                </a:cubicBezTo>
                <a:cubicBezTo>
                  <a:pt x="128334" y="72157"/>
                  <a:pt x="126572" y="76083"/>
                  <a:pt x="125420" y="80621"/>
                </a:cubicBezTo>
                <a:cubicBezTo>
                  <a:pt x="124268" y="85158"/>
                  <a:pt x="123692" y="90114"/>
                  <a:pt x="123692" y="95488"/>
                </a:cubicBezTo>
                <a:cubicBezTo>
                  <a:pt x="123692" y="100654"/>
                  <a:pt x="124163" y="105505"/>
                  <a:pt x="125106" y="110042"/>
                </a:cubicBezTo>
                <a:cubicBezTo>
                  <a:pt x="126048" y="114579"/>
                  <a:pt x="127619" y="118540"/>
                  <a:pt x="129817" y="121926"/>
                </a:cubicBezTo>
                <a:cubicBezTo>
                  <a:pt x="132016" y="125311"/>
                  <a:pt x="134965" y="127998"/>
                  <a:pt x="138665" y="129988"/>
                </a:cubicBezTo>
                <a:cubicBezTo>
                  <a:pt x="142364" y="131977"/>
                  <a:pt x="146971" y="132972"/>
                  <a:pt x="152485" y="132972"/>
                </a:cubicBezTo>
                <a:cubicBezTo>
                  <a:pt x="157511" y="132972"/>
                  <a:pt x="161874" y="132064"/>
                  <a:pt x="165573" y="130249"/>
                </a:cubicBezTo>
                <a:cubicBezTo>
                  <a:pt x="169273" y="128435"/>
                  <a:pt x="172309" y="125887"/>
                  <a:pt x="174682" y="122606"/>
                </a:cubicBezTo>
                <a:cubicBezTo>
                  <a:pt x="177055" y="119325"/>
                  <a:pt x="178800" y="115417"/>
                  <a:pt x="179917" y="110879"/>
                </a:cubicBezTo>
                <a:cubicBezTo>
                  <a:pt x="181034" y="106342"/>
                  <a:pt x="181593" y="101352"/>
                  <a:pt x="181593" y="95907"/>
                </a:cubicBezTo>
                <a:close/>
                <a:moveTo>
                  <a:pt x="274114" y="136031"/>
                </a:moveTo>
                <a:cubicBezTo>
                  <a:pt x="274114" y="138070"/>
                  <a:pt x="273974" y="139688"/>
                  <a:pt x="273695" y="140883"/>
                </a:cubicBezTo>
                <a:cubicBezTo>
                  <a:pt x="273416" y="142079"/>
                  <a:pt x="272997" y="142958"/>
                  <a:pt x="272438" y="143520"/>
                </a:cubicBezTo>
                <a:cubicBezTo>
                  <a:pt x="271880" y="144081"/>
                  <a:pt x="271042" y="144608"/>
                  <a:pt x="269926" y="145101"/>
                </a:cubicBezTo>
                <a:cubicBezTo>
                  <a:pt x="268809" y="145594"/>
                  <a:pt x="267535" y="145998"/>
                  <a:pt x="266104" y="146315"/>
                </a:cubicBezTo>
                <a:cubicBezTo>
                  <a:pt x="264673" y="146631"/>
                  <a:pt x="263155" y="146894"/>
                  <a:pt x="261549" y="147103"/>
                </a:cubicBezTo>
                <a:cubicBezTo>
                  <a:pt x="259944" y="147315"/>
                  <a:pt x="258339" y="147420"/>
                  <a:pt x="256733" y="147420"/>
                </a:cubicBezTo>
                <a:cubicBezTo>
                  <a:pt x="251847" y="147420"/>
                  <a:pt x="247659" y="146775"/>
                  <a:pt x="244169" y="145484"/>
                </a:cubicBezTo>
                <a:cubicBezTo>
                  <a:pt x="240679" y="144190"/>
                  <a:pt x="237817" y="142233"/>
                  <a:pt x="235583" y="139614"/>
                </a:cubicBezTo>
                <a:cubicBezTo>
                  <a:pt x="233350" y="136992"/>
                  <a:pt x="231727" y="133672"/>
                  <a:pt x="230715" y="129654"/>
                </a:cubicBezTo>
                <a:cubicBezTo>
                  <a:pt x="229703" y="125634"/>
                  <a:pt x="229197" y="120898"/>
                  <a:pt x="229197" y="115447"/>
                </a:cubicBezTo>
                <a:lnTo>
                  <a:pt x="229197" y="60308"/>
                </a:lnTo>
                <a:lnTo>
                  <a:pt x="216004" y="60308"/>
                </a:lnTo>
                <a:cubicBezTo>
                  <a:pt x="214957" y="60308"/>
                  <a:pt x="214119" y="59747"/>
                  <a:pt x="213491" y="58623"/>
                </a:cubicBezTo>
                <a:cubicBezTo>
                  <a:pt x="212863" y="57498"/>
                  <a:pt x="212549" y="55669"/>
                  <a:pt x="212549" y="53136"/>
                </a:cubicBezTo>
                <a:cubicBezTo>
                  <a:pt x="212549" y="51801"/>
                  <a:pt x="212636" y="50677"/>
                  <a:pt x="212811" y="49763"/>
                </a:cubicBezTo>
                <a:cubicBezTo>
                  <a:pt x="212985" y="48849"/>
                  <a:pt x="213212" y="48093"/>
                  <a:pt x="213491" y="47495"/>
                </a:cubicBezTo>
                <a:cubicBezTo>
                  <a:pt x="213770" y="46898"/>
                  <a:pt x="214137" y="46476"/>
                  <a:pt x="214591" y="46229"/>
                </a:cubicBezTo>
                <a:cubicBezTo>
                  <a:pt x="215044" y="45983"/>
                  <a:pt x="215550" y="45860"/>
                  <a:pt x="216109" y="45860"/>
                </a:cubicBezTo>
                <a:lnTo>
                  <a:pt x="229197" y="45860"/>
                </a:lnTo>
                <a:lnTo>
                  <a:pt x="229197" y="23453"/>
                </a:lnTo>
                <a:cubicBezTo>
                  <a:pt x="229197" y="22965"/>
                  <a:pt x="229319" y="22511"/>
                  <a:pt x="229563" y="22092"/>
                </a:cubicBezTo>
                <a:cubicBezTo>
                  <a:pt x="229807" y="21673"/>
                  <a:pt x="230261" y="21307"/>
                  <a:pt x="230924" y="20993"/>
                </a:cubicBezTo>
                <a:cubicBezTo>
                  <a:pt x="231587" y="20679"/>
                  <a:pt x="232477" y="20452"/>
                  <a:pt x="233594" y="20312"/>
                </a:cubicBezTo>
                <a:cubicBezTo>
                  <a:pt x="234711" y="20173"/>
                  <a:pt x="236107" y="20103"/>
                  <a:pt x="237782" y="20103"/>
                </a:cubicBezTo>
                <a:cubicBezTo>
                  <a:pt x="239527" y="20103"/>
                  <a:pt x="240958" y="20173"/>
                  <a:pt x="242075" y="20312"/>
                </a:cubicBezTo>
                <a:cubicBezTo>
                  <a:pt x="243192" y="20452"/>
                  <a:pt x="244064" y="20679"/>
                  <a:pt x="244692" y="20993"/>
                </a:cubicBezTo>
                <a:cubicBezTo>
                  <a:pt x="245321" y="21307"/>
                  <a:pt x="245774" y="21673"/>
                  <a:pt x="246054" y="22092"/>
                </a:cubicBezTo>
                <a:cubicBezTo>
                  <a:pt x="246333" y="22511"/>
                  <a:pt x="246472" y="22965"/>
                  <a:pt x="246472" y="23453"/>
                </a:cubicBezTo>
                <a:lnTo>
                  <a:pt x="246472" y="45860"/>
                </a:lnTo>
                <a:lnTo>
                  <a:pt x="270659" y="45860"/>
                </a:lnTo>
                <a:cubicBezTo>
                  <a:pt x="271217" y="45860"/>
                  <a:pt x="271706" y="45983"/>
                  <a:pt x="272124" y="46229"/>
                </a:cubicBezTo>
                <a:cubicBezTo>
                  <a:pt x="272543" y="46476"/>
                  <a:pt x="272910" y="46898"/>
                  <a:pt x="273224" y="47495"/>
                </a:cubicBezTo>
                <a:cubicBezTo>
                  <a:pt x="273538" y="48093"/>
                  <a:pt x="273765" y="48849"/>
                  <a:pt x="273904" y="49763"/>
                </a:cubicBezTo>
                <a:cubicBezTo>
                  <a:pt x="274044" y="50677"/>
                  <a:pt x="274114" y="51801"/>
                  <a:pt x="274114" y="53136"/>
                </a:cubicBezTo>
                <a:cubicBezTo>
                  <a:pt x="274114" y="55669"/>
                  <a:pt x="273800" y="57498"/>
                  <a:pt x="273171" y="58623"/>
                </a:cubicBezTo>
                <a:cubicBezTo>
                  <a:pt x="272543" y="59747"/>
                  <a:pt x="271706" y="60308"/>
                  <a:pt x="270659" y="60308"/>
                </a:cubicBezTo>
                <a:lnTo>
                  <a:pt x="246472" y="60308"/>
                </a:lnTo>
                <a:lnTo>
                  <a:pt x="246472" y="112869"/>
                </a:lnTo>
                <a:cubicBezTo>
                  <a:pt x="246472" y="119360"/>
                  <a:pt x="247432" y="124264"/>
                  <a:pt x="249352" y="127579"/>
                </a:cubicBezTo>
                <a:cubicBezTo>
                  <a:pt x="251271" y="130895"/>
                  <a:pt x="254709" y="132553"/>
                  <a:pt x="259665" y="132553"/>
                </a:cubicBezTo>
                <a:cubicBezTo>
                  <a:pt x="261270" y="132553"/>
                  <a:pt x="262701" y="132396"/>
                  <a:pt x="263958" y="132082"/>
                </a:cubicBezTo>
                <a:cubicBezTo>
                  <a:pt x="265214" y="131768"/>
                  <a:pt x="266331" y="131436"/>
                  <a:pt x="267308" y="131087"/>
                </a:cubicBezTo>
                <a:cubicBezTo>
                  <a:pt x="268285" y="130738"/>
                  <a:pt x="269123" y="130406"/>
                  <a:pt x="269821" y="130092"/>
                </a:cubicBezTo>
                <a:cubicBezTo>
                  <a:pt x="270519" y="129778"/>
                  <a:pt x="271147" y="129621"/>
                  <a:pt x="271706" y="129621"/>
                </a:cubicBezTo>
                <a:cubicBezTo>
                  <a:pt x="272055" y="129621"/>
                  <a:pt x="272386" y="129708"/>
                  <a:pt x="272700" y="129883"/>
                </a:cubicBezTo>
                <a:cubicBezTo>
                  <a:pt x="273014" y="130057"/>
                  <a:pt x="273259" y="130389"/>
                  <a:pt x="273433" y="130878"/>
                </a:cubicBezTo>
                <a:cubicBezTo>
                  <a:pt x="273608" y="131366"/>
                  <a:pt x="273765" y="132031"/>
                  <a:pt x="273904" y="132873"/>
                </a:cubicBezTo>
                <a:cubicBezTo>
                  <a:pt x="274044" y="133713"/>
                  <a:pt x="274114" y="134766"/>
                  <a:pt x="274114" y="136031"/>
                </a:cubicBezTo>
                <a:close/>
                <a:moveTo>
                  <a:pt x="377255" y="91719"/>
                </a:moveTo>
                <a:cubicBezTo>
                  <a:pt x="377255" y="94441"/>
                  <a:pt x="376575" y="96378"/>
                  <a:pt x="375214" y="97530"/>
                </a:cubicBezTo>
                <a:cubicBezTo>
                  <a:pt x="373852" y="98682"/>
                  <a:pt x="372299" y="99258"/>
                  <a:pt x="370554" y="99258"/>
                </a:cubicBezTo>
                <a:lnTo>
                  <a:pt x="308780" y="99258"/>
                </a:lnTo>
                <a:cubicBezTo>
                  <a:pt x="308780" y="104508"/>
                  <a:pt x="309304" y="109234"/>
                  <a:pt x="310351" y="113435"/>
                </a:cubicBezTo>
                <a:cubicBezTo>
                  <a:pt x="311398" y="117636"/>
                  <a:pt x="313143" y="121242"/>
                  <a:pt x="315586" y="124252"/>
                </a:cubicBezTo>
                <a:cubicBezTo>
                  <a:pt x="318029" y="127262"/>
                  <a:pt x="321205" y="129573"/>
                  <a:pt x="325114" y="131185"/>
                </a:cubicBezTo>
                <a:cubicBezTo>
                  <a:pt x="329023" y="132795"/>
                  <a:pt x="333804" y="133600"/>
                  <a:pt x="339458" y="133600"/>
                </a:cubicBezTo>
                <a:cubicBezTo>
                  <a:pt x="343925" y="133600"/>
                  <a:pt x="347904" y="133233"/>
                  <a:pt x="351394" y="132500"/>
                </a:cubicBezTo>
                <a:cubicBezTo>
                  <a:pt x="354884" y="131768"/>
                  <a:pt x="357903" y="130947"/>
                  <a:pt x="360451" y="130040"/>
                </a:cubicBezTo>
                <a:cubicBezTo>
                  <a:pt x="362998" y="129133"/>
                  <a:pt x="365092" y="128312"/>
                  <a:pt x="366733" y="127579"/>
                </a:cubicBezTo>
                <a:cubicBezTo>
                  <a:pt x="368373" y="126847"/>
                  <a:pt x="369612" y="126480"/>
                  <a:pt x="370450" y="126480"/>
                </a:cubicBezTo>
                <a:cubicBezTo>
                  <a:pt x="370938" y="126480"/>
                  <a:pt x="371375" y="126602"/>
                  <a:pt x="371758" y="126847"/>
                </a:cubicBezTo>
                <a:cubicBezTo>
                  <a:pt x="372142" y="127091"/>
                  <a:pt x="372439" y="127457"/>
                  <a:pt x="372648" y="127946"/>
                </a:cubicBezTo>
                <a:cubicBezTo>
                  <a:pt x="372858" y="128435"/>
                  <a:pt x="373015" y="129115"/>
                  <a:pt x="373120" y="129988"/>
                </a:cubicBezTo>
                <a:cubicBezTo>
                  <a:pt x="373224" y="130860"/>
                  <a:pt x="373277" y="131925"/>
                  <a:pt x="373277" y="133181"/>
                </a:cubicBezTo>
                <a:cubicBezTo>
                  <a:pt x="373277" y="134088"/>
                  <a:pt x="373242" y="134874"/>
                  <a:pt x="373172" y="135537"/>
                </a:cubicBezTo>
                <a:cubicBezTo>
                  <a:pt x="373102" y="136200"/>
                  <a:pt x="373015" y="136793"/>
                  <a:pt x="372910" y="137317"/>
                </a:cubicBezTo>
                <a:cubicBezTo>
                  <a:pt x="372805" y="137840"/>
                  <a:pt x="372631" y="138311"/>
                  <a:pt x="372387" y="138730"/>
                </a:cubicBezTo>
                <a:cubicBezTo>
                  <a:pt x="372142" y="139149"/>
                  <a:pt x="371828" y="139550"/>
                  <a:pt x="371444" y="139934"/>
                </a:cubicBezTo>
                <a:cubicBezTo>
                  <a:pt x="371060" y="140318"/>
                  <a:pt x="369926" y="140946"/>
                  <a:pt x="368041" y="141819"/>
                </a:cubicBezTo>
                <a:cubicBezTo>
                  <a:pt x="366157" y="142691"/>
                  <a:pt x="363714" y="143547"/>
                  <a:pt x="360712" y="144384"/>
                </a:cubicBezTo>
                <a:cubicBezTo>
                  <a:pt x="357711" y="145222"/>
                  <a:pt x="354238" y="145972"/>
                  <a:pt x="350294" y="146635"/>
                </a:cubicBezTo>
                <a:cubicBezTo>
                  <a:pt x="346351" y="147298"/>
                  <a:pt x="342145" y="147630"/>
                  <a:pt x="337678" y="147630"/>
                </a:cubicBezTo>
                <a:cubicBezTo>
                  <a:pt x="329930" y="147630"/>
                  <a:pt x="323142" y="146547"/>
                  <a:pt x="317313" y="144381"/>
                </a:cubicBezTo>
                <a:cubicBezTo>
                  <a:pt x="311485" y="142215"/>
                  <a:pt x="306581" y="139001"/>
                  <a:pt x="302603" y="134738"/>
                </a:cubicBezTo>
                <a:cubicBezTo>
                  <a:pt x="298624" y="130476"/>
                  <a:pt x="295623" y="125131"/>
                  <a:pt x="293598" y="118703"/>
                </a:cubicBezTo>
                <a:cubicBezTo>
                  <a:pt x="291574" y="112274"/>
                  <a:pt x="290562" y="104798"/>
                  <a:pt x="290562" y="96274"/>
                </a:cubicBezTo>
                <a:cubicBezTo>
                  <a:pt x="290562" y="88168"/>
                  <a:pt x="291609" y="80883"/>
                  <a:pt x="293703" y="74420"/>
                </a:cubicBezTo>
                <a:cubicBezTo>
                  <a:pt x="295797" y="67957"/>
                  <a:pt x="298816" y="62472"/>
                  <a:pt x="302760" y="57966"/>
                </a:cubicBezTo>
                <a:cubicBezTo>
                  <a:pt x="306704" y="53459"/>
                  <a:pt x="311467" y="50001"/>
                  <a:pt x="317052" y="47590"/>
                </a:cubicBezTo>
                <a:cubicBezTo>
                  <a:pt x="322636" y="45180"/>
                  <a:pt x="328883" y="43975"/>
                  <a:pt x="335793" y="43975"/>
                </a:cubicBezTo>
                <a:cubicBezTo>
                  <a:pt x="343192" y="43975"/>
                  <a:pt x="349492" y="45161"/>
                  <a:pt x="354692" y="47535"/>
                </a:cubicBezTo>
                <a:cubicBezTo>
                  <a:pt x="359892" y="49908"/>
                  <a:pt x="364168" y="53101"/>
                  <a:pt x="367518" y="57115"/>
                </a:cubicBezTo>
                <a:cubicBezTo>
                  <a:pt x="370868" y="61129"/>
                  <a:pt x="373329" y="65840"/>
                  <a:pt x="374899" y="71250"/>
                </a:cubicBezTo>
                <a:cubicBezTo>
                  <a:pt x="376470" y="76659"/>
                  <a:pt x="377255" y="82435"/>
                  <a:pt x="377255" y="88578"/>
                </a:cubicBezTo>
                <a:lnTo>
                  <a:pt x="377255" y="91719"/>
                </a:lnTo>
                <a:moveTo>
                  <a:pt x="359875" y="86484"/>
                </a:moveTo>
                <a:cubicBezTo>
                  <a:pt x="360084" y="77475"/>
                  <a:pt x="358077" y="70407"/>
                  <a:pt x="353854" y="65278"/>
                </a:cubicBezTo>
                <a:cubicBezTo>
                  <a:pt x="349631" y="60150"/>
                  <a:pt x="343367" y="57586"/>
                  <a:pt x="335060" y="57586"/>
                </a:cubicBezTo>
                <a:cubicBezTo>
                  <a:pt x="330802" y="57586"/>
                  <a:pt x="327068" y="58383"/>
                  <a:pt x="323857" y="59978"/>
                </a:cubicBezTo>
                <a:cubicBezTo>
                  <a:pt x="320646" y="61570"/>
                  <a:pt x="317959" y="63684"/>
                  <a:pt x="315795" y="66319"/>
                </a:cubicBezTo>
                <a:cubicBezTo>
                  <a:pt x="313631" y="68952"/>
                  <a:pt x="311956" y="72019"/>
                  <a:pt x="310769" y="75520"/>
                </a:cubicBezTo>
                <a:cubicBezTo>
                  <a:pt x="309583" y="79018"/>
                  <a:pt x="308920" y="82673"/>
                  <a:pt x="308780" y="86484"/>
                </a:cubicBezTo>
                <a:lnTo>
                  <a:pt x="359875" y="86484"/>
                </a:lnTo>
                <a:close/>
                <a:moveTo>
                  <a:pt x="483639" y="142915"/>
                </a:moveTo>
                <a:cubicBezTo>
                  <a:pt x="483639" y="143473"/>
                  <a:pt x="483517" y="143963"/>
                  <a:pt x="483273" y="144384"/>
                </a:cubicBezTo>
                <a:cubicBezTo>
                  <a:pt x="483029" y="144803"/>
                  <a:pt x="482610" y="145134"/>
                  <a:pt x="482017" y="145379"/>
                </a:cubicBezTo>
                <a:cubicBezTo>
                  <a:pt x="481423" y="145623"/>
                  <a:pt x="480638" y="145815"/>
                  <a:pt x="479661" y="145955"/>
                </a:cubicBezTo>
                <a:cubicBezTo>
                  <a:pt x="478684" y="146094"/>
                  <a:pt x="477497" y="146164"/>
                  <a:pt x="476101" y="146164"/>
                </a:cubicBezTo>
                <a:cubicBezTo>
                  <a:pt x="474635" y="146164"/>
                  <a:pt x="473414" y="146094"/>
                  <a:pt x="472436" y="145955"/>
                </a:cubicBezTo>
                <a:cubicBezTo>
                  <a:pt x="471459" y="145817"/>
                  <a:pt x="470656" y="145627"/>
                  <a:pt x="470028" y="145385"/>
                </a:cubicBezTo>
                <a:cubicBezTo>
                  <a:pt x="469400" y="145141"/>
                  <a:pt x="468946" y="144811"/>
                  <a:pt x="468667" y="144394"/>
                </a:cubicBezTo>
                <a:cubicBezTo>
                  <a:pt x="468388" y="143977"/>
                  <a:pt x="468248" y="143492"/>
                  <a:pt x="468248" y="142938"/>
                </a:cubicBezTo>
                <a:lnTo>
                  <a:pt x="468248" y="130547"/>
                </a:lnTo>
                <a:cubicBezTo>
                  <a:pt x="463292" y="135926"/>
                  <a:pt x="458145" y="140119"/>
                  <a:pt x="452805" y="143124"/>
                </a:cubicBezTo>
                <a:cubicBezTo>
                  <a:pt x="447465" y="146128"/>
                  <a:pt x="441619" y="147630"/>
                  <a:pt x="435267" y="147630"/>
                </a:cubicBezTo>
                <a:cubicBezTo>
                  <a:pt x="428357" y="147630"/>
                  <a:pt x="422459" y="146285"/>
                  <a:pt x="417573" y="143596"/>
                </a:cubicBezTo>
                <a:cubicBezTo>
                  <a:pt x="412686" y="140906"/>
                  <a:pt x="408725" y="137273"/>
                  <a:pt x="405689" y="132697"/>
                </a:cubicBezTo>
                <a:cubicBezTo>
                  <a:pt x="402652" y="128118"/>
                  <a:pt x="400436" y="122738"/>
                  <a:pt x="399040" y="116556"/>
                </a:cubicBezTo>
                <a:cubicBezTo>
                  <a:pt x="397644" y="110372"/>
                  <a:pt x="396946" y="103856"/>
                  <a:pt x="396946" y="97006"/>
                </a:cubicBezTo>
                <a:cubicBezTo>
                  <a:pt x="396946" y="88903"/>
                  <a:pt x="397819" y="81585"/>
                  <a:pt x="399564" y="75052"/>
                </a:cubicBezTo>
                <a:cubicBezTo>
                  <a:pt x="401309" y="68519"/>
                  <a:pt x="403891" y="62947"/>
                  <a:pt x="407312" y="58335"/>
                </a:cubicBezTo>
                <a:cubicBezTo>
                  <a:pt x="410732" y="53722"/>
                  <a:pt x="414972" y="50175"/>
                  <a:pt x="420033" y="47695"/>
                </a:cubicBezTo>
                <a:cubicBezTo>
                  <a:pt x="425094" y="45215"/>
                  <a:pt x="430939" y="43975"/>
                  <a:pt x="437571" y="43975"/>
                </a:cubicBezTo>
                <a:cubicBezTo>
                  <a:pt x="443085" y="43975"/>
                  <a:pt x="448128" y="45180"/>
                  <a:pt x="452700" y="47590"/>
                </a:cubicBezTo>
                <a:cubicBezTo>
                  <a:pt x="457272" y="50001"/>
                  <a:pt x="461792" y="53546"/>
                  <a:pt x="466259" y="58227"/>
                </a:cubicBezTo>
                <a:lnTo>
                  <a:pt x="466259" y="3357"/>
                </a:lnTo>
                <a:cubicBezTo>
                  <a:pt x="466259" y="2868"/>
                  <a:pt x="466381" y="2397"/>
                  <a:pt x="466625" y="1944"/>
                </a:cubicBezTo>
                <a:cubicBezTo>
                  <a:pt x="466870" y="1488"/>
                  <a:pt x="467341" y="1138"/>
                  <a:pt x="468039" y="893"/>
                </a:cubicBezTo>
                <a:cubicBezTo>
                  <a:pt x="468737" y="647"/>
                  <a:pt x="469627" y="436"/>
                  <a:pt x="470709" y="262"/>
                </a:cubicBezTo>
                <a:cubicBezTo>
                  <a:pt x="471791" y="87"/>
                  <a:pt x="473169" y="0"/>
                  <a:pt x="474845" y="0"/>
                </a:cubicBezTo>
                <a:cubicBezTo>
                  <a:pt x="476590" y="0"/>
                  <a:pt x="478020" y="87"/>
                  <a:pt x="479137" y="262"/>
                </a:cubicBezTo>
                <a:cubicBezTo>
                  <a:pt x="480254" y="436"/>
                  <a:pt x="481127" y="646"/>
                  <a:pt x="481755" y="890"/>
                </a:cubicBezTo>
                <a:cubicBezTo>
                  <a:pt x="482383" y="1134"/>
                  <a:pt x="482854" y="1484"/>
                  <a:pt x="483168" y="1940"/>
                </a:cubicBezTo>
                <a:cubicBezTo>
                  <a:pt x="483482" y="2394"/>
                  <a:pt x="483639" y="2865"/>
                  <a:pt x="483639" y="3354"/>
                </a:cubicBezTo>
                <a:lnTo>
                  <a:pt x="483639" y="142915"/>
                </a:lnTo>
                <a:moveTo>
                  <a:pt x="466259" y="76675"/>
                </a:moveTo>
                <a:cubicBezTo>
                  <a:pt x="461582" y="70870"/>
                  <a:pt x="457063" y="66448"/>
                  <a:pt x="452700" y="63407"/>
                </a:cubicBezTo>
                <a:cubicBezTo>
                  <a:pt x="448337" y="60364"/>
                  <a:pt x="443783" y="58843"/>
                  <a:pt x="439036" y="58843"/>
                </a:cubicBezTo>
                <a:cubicBezTo>
                  <a:pt x="434639" y="58843"/>
                  <a:pt x="430905" y="59890"/>
                  <a:pt x="427833" y="61984"/>
                </a:cubicBezTo>
                <a:cubicBezTo>
                  <a:pt x="424762" y="64078"/>
                  <a:pt x="422267" y="66835"/>
                  <a:pt x="420347" y="70255"/>
                </a:cubicBezTo>
                <a:cubicBezTo>
                  <a:pt x="418428" y="73675"/>
                  <a:pt x="417032" y="77549"/>
                  <a:pt x="416159" y="81877"/>
                </a:cubicBezTo>
                <a:cubicBezTo>
                  <a:pt x="415287" y="86205"/>
                  <a:pt x="414850" y="90602"/>
                  <a:pt x="414850" y="95069"/>
                </a:cubicBezTo>
                <a:cubicBezTo>
                  <a:pt x="414850" y="99816"/>
                  <a:pt x="415217" y="104458"/>
                  <a:pt x="415950" y="108995"/>
                </a:cubicBezTo>
                <a:cubicBezTo>
                  <a:pt x="416683" y="113532"/>
                  <a:pt x="417956" y="117563"/>
                  <a:pt x="419771" y="121088"/>
                </a:cubicBezTo>
                <a:cubicBezTo>
                  <a:pt x="421586" y="124613"/>
                  <a:pt x="423994" y="127440"/>
                  <a:pt x="426996" y="129569"/>
                </a:cubicBezTo>
                <a:cubicBezTo>
                  <a:pt x="429997" y="131698"/>
                  <a:pt x="433766" y="132762"/>
                  <a:pt x="438304" y="132762"/>
                </a:cubicBezTo>
                <a:cubicBezTo>
                  <a:pt x="440607" y="132762"/>
                  <a:pt x="442823" y="132449"/>
                  <a:pt x="444952" y="131823"/>
                </a:cubicBezTo>
                <a:cubicBezTo>
                  <a:pt x="447081" y="131197"/>
                  <a:pt x="449262" y="130154"/>
                  <a:pt x="451496" y="128695"/>
                </a:cubicBezTo>
                <a:cubicBezTo>
                  <a:pt x="453730" y="127234"/>
                  <a:pt x="456068" y="125339"/>
                  <a:pt x="458511" y="123012"/>
                </a:cubicBezTo>
                <a:cubicBezTo>
                  <a:pt x="460954" y="120682"/>
                  <a:pt x="463537" y="117814"/>
                  <a:pt x="466259" y="114407"/>
                </a:cubicBezTo>
                <a:lnTo>
                  <a:pt x="466259" y="76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2D44D7-4FA5-4EE1-95BB-77D22AA14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4791" y="1902982"/>
            <a:ext cx="420466" cy="347056"/>
          </a:xfrm>
          <a:custGeom xmlns:a="http://schemas.openxmlformats.org/drawingml/2006/main">
            <a:pathLst>
              <a:path w="420466" h="347056">
                <a:moveTo>
                  <a:pt x="305" y="57690"/>
                </a:moveTo>
                <a:cubicBezTo>
                  <a:pt x="0" y="25854"/>
                  <a:pt x="25854" y="0"/>
                  <a:pt x="57080" y="916"/>
                </a:cubicBezTo>
                <a:lnTo>
                  <a:pt x="362928" y="916"/>
                </a:lnTo>
                <a:cubicBezTo>
                  <a:pt x="394612" y="0"/>
                  <a:pt x="420466" y="25854"/>
                  <a:pt x="419702" y="57690"/>
                </a:cubicBezTo>
                <a:lnTo>
                  <a:pt x="419702" y="288450"/>
                </a:lnTo>
                <a:cubicBezTo>
                  <a:pt x="420466" y="320592"/>
                  <a:pt x="394612" y="346445"/>
                  <a:pt x="362928" y="347056"/>
                </a:cubicBezTo>
                <a:lnTo>
                  <a:pt x="57080" y="347056"/>
                </a:lnTo>
                <a:cubicBezTo>
                  <a:pt x="25854" y="346445"/>
                  <a:pt x="0" y="320592"/>
                  <a:pt x="305" y="288450"/>
                </a:cubicBezTo>
                <a:lnTo>
                  <a:pt x="305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5B3DA4-724C-43D8-83A3-C6682DEA4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7160" y="1895351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35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30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335" y="23803"/>
                </a:lnTo>
                <a:lnTo>
                  <a:pt x="402181" y="26671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1" y="335036"/>
                </a:lnTo>
                <a:lnTo>
                  <a:pt x="398335" y="337904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Text for">
            <a:extLst xmlns:a="http://schemas.openxmlformats.org/drawingml/2006/main">
              <a:ext uri="{FF2B5EF4-FFF2-40B4-BE49-F238E27FC236}">
                <a16:creationId xmlns:a16="http://schemas.microsoft.com/office/drawing/2014/main" id="{0E0C7A22-149A-4393-908C-8E4508860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43" y="1991433"/>
            <a:ext cx="245020" cy="148677"/>
          </a:xfrm>
          <a:custGeom xmlns:a="http://schemas.openxmlformats.org/drawingml/2006/main">
            <a:pathLst>
              <a:path w="245020" h="148677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164644" y="95855"/>
                </a:moveTo>
                <a:cubicBezTo>
                  <a:pt x="164644" y="103539"/>
                  <a:pt x="163632" y="110613"/>
                  <a:pt x="161608" y="117077"/>
                </a:cubicBezTo>
                <a:cubicBezTo>
                  <a:pt x="159584" y="123540"/>
                  <a:pt x="156565" y="129113"/>
                  <a:pt x="152551" y="133796"/>
                </a:cubicBezTo>
                <a:cubicBezTo>
                  <a:pt x="148538" y="138477"/>
                  <a:pt x="143512" y="142128"/>
                  <a:pt x="137474" y="144747"/>
                </a:cubicBezTo>
                <a:cubicBezTo>
                  <a:pt x="131436" y="147367"/>
                  <a:pt x="124439" y="148677"/>
                  <a:pt x="116481" y="148677"/>
                </a:cubicBezTo>
                <a:cubicBezTo>
                  <a:pt x="108733" y="148677"/>
                  <a:pt x="101980" y="147524"/>
                  <a:pt x="96221" y="145218"/>
                </a:cubicBezTo>
                <a:cubicBezTo>
                  <a:pt x="90463" y="142913"/>
                  <a:pt x="85664" y="139559"/>
                  <a:pt x="81825" y="135157"/>
                </a:cubicBezTo>
                <a:cubicBezTo>
                  <a:pt x="77986" y="130755"/>
                  <a:pt x="75124" y="125410"/>
                  <a:pt x="73239" y="119121"/>
                </a:cubicBezTo>
                <a:cubicBezTo>
                  <a:pt x="71355" y="112833"/>
                  <a:pt x="70412" y="105705"/>
                  <a:pt x="70412" y="97739"/>
                </a:cubicBezTo>
                <a:cubicBezTo>
                  <a:pt x="70412" y="90055"/>
                  <a:pt x="71407" y="82981"/>
                  <a:pt x="73396" y="76518"/>
                </a:cubicBezTo>
                <a:cubicBezTo>
                  <a:pt x="75386" y="70054"/>
                  <a:pt x="78387" y="64482"/>
                  <a:pt x="82401" y="59801"/>
                </a:cubicBezTo>
                <a:cubicBezTo>
                  <a:pt x="86414" y="55118"/>
                  <a:pt x="91423" y="51484"/>
                  <a:pt x="97426" y="48899"/>
                </a:cubicBezTo>
                <a:cubicBezTo>
                  <a:pt x="103428" y="46314"/>
                  <a:pt x="110443" y="45022"/>
                  <a:pt x="118471" y="45022"/>
                </a:cubicBezTo>
                <a:cubicBezTo>
                  <a:pt x="126219" y="45022"/>
                  <a:pt x="132972" y="46175"/>
                  <a:pt x="138730" y="48480"/>
                </a:cubicBezTo>
                <a:cubicBezTo>
                  <a:pt x="144489" y="50786"/>
                  <a:pt x="149288" y="54140"/>
                  <a:pt x="153127" y="58542"/>
                </a:cubicBezTo>
                <a:cubicBezTo>
                  <a:pt x="156966" y="62943"/>
                  <a:pt x="159845" y="68289"/>
                  <a:pt x="161765" y="74577"/>
                </a:cubicBezTo>
                <a:cubicBezTo>
                  <a:pt x="163684" y="80866"/>
                  <a:pt x="164644" y="87958"/>
                  <a:pt x="164644" y="95855"/>
                </a:cubicBezTo>
                <a:moveTo>
                  <a:pt x="146426" y="96954"/>
                </a:moveTo>
                <a:cubicBezTo>
                  <a:pt x="146426" y="91859"/>
                  <a:pt x="145955" y="87042"/>
                  <a:pt x="145013" y="82505"/>
                </a:cubicBezTo>
                <a:cubicBezTo>
                  <a:pt x="144070" y="77968"/>
                  <a:pt x="142517" y="73989"/>
                  <a:pt x="140353" y="70569"/>
                </a:cubicBezTo>
                <a:cubicBezTo>
                  <a:pt x="138190" y="67149"/>
                  <a:pt x="135258" y="64444"/>
                  <a:pt x="131558" y="62455"/>
                </a:cubicBezTo>
                <a:cubicBezTo>
                  <a:pt x="127859" y="60465"/>
                  <a:pt x="123252" y="59471"/>
                  <a:pt x="117738" y="59471"/>
                </a:cubicBezTo>
                <a:cubicBezTo>
                  <a:pt x="112642" y="59471"/>
                  <a:pt x="108262" y="60378"/>
                  <a:pt x="104598" y="62193"/>
                </a:cubicBezTo>
                <a:cubicBezTo>
                  <a:pt x="100933" y="64008"/>
                  <a:pt x="97914" y="66573"/>
                  <a:pt x="95541" y="69889"/>
                </a:cubicBezTo>
                <a:cubicBezTo>
                  <a:pt x="93168" y="73204"/>
                  <a:pt x="91405" y="77131"/>
                  <a:pt x="90253" y="81668"/>
                </a:cubicBezTo>
                <a:cubicBezTo>
                  <a:pt x="89102" y="86205"/>
                  <a:pt x="88526" y="91161"/>
                  <a:pt x="88526" y="96535"/>
                </a:cubicBezTo>
                <a:cubicBezTo>
                  <a:pt x="88526" y="101701"/>
                  <a:pt x="88997" y="106552"/>
                  <a:pt x="89939" y="111089"/>
                </a:cubicBezTo>
                <a:cubicBezTo>
                  <a:pt x="90882" y="115626"/>
                  <a:pt x="92452" y="119587"/>
                  <a:pt x="94651" y="122973"/>
                </a:cubicBezTo>
                <a:cubicBezTo>
                  <a:pt x="96850" y="126358"/>
                  <a:pt x="99799" y="129045"/>
                  <a:pt x="103498" y="131035"/>
                </a:cubicBezTo>
                <a:cubicBezTo>
                  <a:pt x="107198" y="133024"/>
                  <a:pt x="111805" y="134019"/>
                  <a:pt x="117319" y="134019"/>
                </a:cubicBezTo>
                <a:cubicBezTo>
                  <a:pt x="122345" y="134019"/>
                  <a:pt x="126707" y="133111"/>
                  <a:pt x="130407" y="131296"/>
                </a:cubicBezTo>
                <a:cubicBezTo>
                  <a:pt x="134106" y="129482"/>
                  <a:pt x="137143" y="126934"/>
                  <a:pt x="139516" y="123653"/>
                </a:cubicBezTo>
                <a:cubicBezTo>
                  <a:pt x="141889" y="120372"/>
                  <a:pt x="143634" y="116464"/>
                  <a:pt x="144751" y="111926"/>
                </a:cubicBezTo>
                <a:cubicBezTo>
                  <a:pt x="145868" y="107389"/>
                  <a:pt x="146426" y="102399"/>
                  <a:pt x="146426" y="96954"/>
                </a:cubicBezTo>
                <a:close/>
                <a:moveTo>
                  <a:pt x="245020" y="55911"/>
                </a:moveTo>
                <a:cubicBezTo>
                  <a:pt x="245020" y="57447"/>
                  <a:pt x="244985" y="58738"/>
                  <a:pt x="244915" y="59785"/>
                </a:cubicBezTo>
                <a:cubicBezTo>
                  <a:pt x="244845" y="60832"/>
                  <a:pt x="244706" y="61652"/>
                  <a:pt x="244496" y="62245"/>
                </a:cubicBezTo>
                <a:cubicBezTo>
                  <a:pt x="244287" y="62839"/>
                  <a:pt x="244025" y="63292"/>
                  <a:pt x="243711" y="63606"/>
                </a:cubicBezTo>
                <a:cubicBezTo>
                  <a:pt x="243397" y="63921"/>
                  <a:pt x="242961" y="64078"/>
                  <a:pt x="242402" y="64078"/>
                </a:cubicBezTo>
                <a:cubicBezTo>
                  <a:pt x="241844" y="64078"/>
                  <a:pt x="241163" y="63921"/>
                  <a:pt x="240361" y="63606"/>
                </a:cubicBezTo>
                <a:cubicBezTo>
                  <a:pt x="239558" y="63292"/>
                  <a:pt x="238650" y="62978"/>
                  <a:pt x="237638" y="62664"/>
                </a:cubicBezTo>
                <a:cubicBezTo>
                  <a:pt x="236626" y="62350"/>
                  <a:pt x="235492" y="62053"/>
                  <a:pt x="234235" y="61774"/>
                </a:cubicBezTo>
                <a:cubicBezTo>
                  <a:pt x="232979" y="61495"/>
                  <a:pt x="231618" y="61355"/>
                  <a:pt x="230152" y="61355"/>
                </a:cubicBezTo>
                <a:cubicBezTo>
                  <a:pt x="228407" y="61355"/>
                  <a:pt x="226697" y="61704"/>
                  <a:pt x="225022" y="62402"/>
                </a:cubicBezTo>
                <a:cubicBezTo>
                  <a:pt x="223346" y="63100"/>
                  <a:pt x="221584" y="64252"/>
                  <a:pt x="219734" y="65858"/>
                </a:cubicBezTo>
                <a:cubicBezTo>
                  <a:pt x="217885" y="67463"/>
                  <a:pt x="215948" y="69592"/>
                  <a:pt x="213923" y="72244"/>
                </a:cubicBezTo>
                <a:cubicBezTo>
                  <a:pt x="211899" y="74897"/>
                  <a:pt x="209665" y="78143"/>
                  <a:pt x="207222" y="81982"/>
                </a:cubicBezTo>
                <a:lnTo>
                  <a:pt x="207222" y="143965"/>
                </a:lnTo>
                <a:cubicBezTo>
                  <a:pt x="207222" y="144524"/>
                  <a:pt x="207083" y="144995"/>
                  <a:pt x="206804" y="145379"/>
                </a:cubicBezTo>
                <a:cubicBezTo>
                  <a:pt x="206524" y="145763"/>
                  <a:pt x="206071" y="146094"/>
                  <a:pt x="205442" y="146373"/>
                </a:cubicBezTo>
                <a:cubicBezTo>
                  <a:pt x="204814" y="146653"/>
                  <a:pt x="203942" y="146862"/>
                  <a:pt x="202825" y="147002"/>
                </a:cubicBezTo>
                <a:cubicBezTo>
                  <a:pt x="201708" y="147141"/>
                  <a:pt x="200277" y="147211"/>
                  <a:pt x="198532" y="147211"/>
                </a:cubicBezTo>
                <a:cubicBezTo>
                  <a:pt x="196857" y="147211"/>
                  <a:pt x="195461" y="147141"/>
                  <a:pt x="194344" y="147002"/>
                </a:cubicBezTo>
                <a:cubicBezTo>
                  <a:pt x="193227" y="146862"/>
                  <a:pt x="192337" y="146653"/>
                  <a:pt x="191674" y="146373"/>
                </a:cubicBezTo>
                <a:cubicBezTo>
                  <a:pt x="191011" y="146094"/>
                  <a:pt x="190557" y="145763"/>
                  <a:pt x="190313" y="145379"/>
                </a:cubicBezTo>
                <a:cubicBezTo>
                  <a:pt x="190069" y="144995"/>
                  <a:pt x="189947" y="144524"/>
                  <a:pt x="189947" y="143965"/>
                </a:cubicBezTo>
                <a:lnTo>
                  <a:pt x="189947" y="49733"/>
                </a:lnTo>
                <a:cubicBezTo>
                  <a:pt x="189947" y="49175"/>
                  <a:pt x="190051" y="48704"/>
                  <a:pt x="190261" y="48320"/>
                </a:cubicBezTo>
                <a:cubicBezTo>
                  <a:pt x="190470" y="47936"/>
                  <a:pt x="190889" y="47587"/>
                  <a:pt x="191517" y="47273"/>
                </a:cubicBezTo>
                <a:cubicBezTo>
                  <a:pt x="192145" y="46959"/>
                  <a:pt x="192948" y="46749"/>
                  <a:pt x="193925" y="46645"/>
                </a:cubicBezTo>
                <a:cubicBezTo>
                  <a:pt x="194902" y="46540"/>
                  <a:pt x="196194" y="46488"/>
                  <a:pt x="197799" y="46488"/>
                </a:cubicBezTo>
                <a:cubicBezTo>
                  <a:pt x="199335" y="46488"/>
                  <a:pt x="200609" y="46540"/>
                  <a:pt x="201621" y="46645"/>
                </a:cubicBezTo>
                <a:cubicBezTo>
                  <a:pt x="202633" y="46749"/>
                  <a:pt x="203418" y="46959"/>
                  <a:pt x="203977" y="47273"/>
                </a:cubicBezTo>
                <a:cubicBezTo>
                  <a:pt x="204535" y="47587"/>
                  <a:pt x="204936" y="47936"/>
                  <a:pt x="205181" y="48320"/>
                </a:cubicBezTo>
                <a:cubicBezTo>
                  <a:pt x="205425" y="48704"/>
                  <a:pt x="205547" y="49175"/>
                  <a:pt x="205547" y="49733"/>
                </a:cubicBezTo>
                <a:lnTo>
                  <a:pt x="205547" y="63449"/>
                </a:lnTo>
                <a:cubicBezTo>
                  <a:pt x="208130" y="59680"/>
                  <a:pt x="210555" y="56609"/>
                  <a:pt x="212824" y="54236"/>
                </a:cubicBezTo>
                <a:cubicBezTo>
                  <a:pt x="215092" y="51862"/>
                  <a:pt x="217239" y="49995"/>
                  <a:pt x="219263" y="48634"/>
                </a:cubicBezTo>
                <a:cubicBezTo>
                  <a:pt x="221287" y="47273"/>
                  <a:pt x="223294" y="46331"/>
                  <a:pt x="225283" y="45807"/>
                </a:cubicBezTo>
                <a:cubicBezTo>
                  <a:pt x="227273" y="45284"/>
                  <a:pt x="229280" y="45022"/>
                  <a:pt x="231304" y="45022"/>
                </a:cubicBezTo>
                <a:cubicBezTo>
                  <a:pt x="232211" y="45022"/>
                  <a:pt x="233241" y="45074"/>
                  <a:pt x="234393" y="45179"/>
                </a:cubicBezTo>
                <a:cubicBezTo>
                  <a:pt x="235544" y="45284"/>
                  <a:pt x="236748" y="45476"/>
                  <a:pt x="238005" y="45755"/>
                </a:cubicBezTo>
                <a:cubicBezTo>
                  <a:pt x="239261" y="46034"/>
                  <a:pt x="240395" y="46348"/>
                  <a:pt x="241408" y="46697"/>
                </a:cubicBezTo>
                <a:cubicBezTo>
                  <a:pt x="242420" y="47046"/>
                  <a:pt x="243135" y="47395"/>
                  <a:pt x="243554" y="47744"/>
                </a:cubicBezTo>
                <a:cubicBezTo>
                  <a:pt x="243973" y="48093"/>
                  <a:pt x="244252" y="48425"/>
                  <a:pt x="244392" y="48739"/>
                </a:cubicBezTo>
                <a:cubicBezTo>
                  <a:pt x="244531" y="49053"/>
                  <a:pt x="244653" y="49454"/>
                  <a:pt x="244758" y="49943"/>
                </a:cubicBezTo>
                <a:cubicBezTo>
                  <a:pt x="244863" y="50431"/>
                  <a:pt x="244933" y="51147"/>
                  <a:pt x="244967" y="52089"/>
                </a:cubicBezTo>
                <a:cubicBezTo>
                  <a:pt x="245002" y="53032"/>
                  <a:pt x="245020" y="54305"/>
                  <a:pt x="245020" y="559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6ACA2C-2C0B-49AB-A2C2-4F89B65AA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0404" y="1902982"/>
            <a:ext cx="821091" cy="347056"/>
          </a:xfrm>
          <a:custGeom xmlns:a="http://schemas.openxmlformats.org/drawingml/2006/main">
            <a:pathLst>
              <a:path w="821091" h="347056">
                <a:moveTo>
                  <a:pt x="458" y="57690"/>
                </a:moveTo>
                <a:cubicBezTo>
                  <a:pt x="0" y="25854"/>
                  <a:pt x="25854" y="0"/>
                  <a:pt x="57232" y="916"/>
                </a:cubicBezTo>
                <a:lnTo>
                  <a:pt x="764164" y="916"/>
                </a:lnTo>
                <a:cubicBezTo>
                  <a:pt x="795237" y="0"/>
                  <a:pt x="821091" y="25854"/>
                  <a:pt x="820938" y="57690"/>
                </a:cubicBezTo>
                <a:lnTo>
                  <a:pt x="820938" y="288450"/>
                </a:lnTo>
                <a:cubicBezTo>
                  <a:pt x="821091" y="320592"/>
                  <a:pt x="795237" y="346445"/>
                  <a:pt x="764164" y="347056"/>
                </a:cubicBezTo>
                <a:lnTo>
                  <a:pt x="57232" y="347056"/>
                </a:lnTo>
                <a:cubicBezTo>
                  <a:pt x="25854" y="346445"/>
                  <a:pt x="0" y="320592"/>
                  <a:pt x="458" y="288450"/>
                </a:cubicBezTo>
                <a:lnTo>
                  <a:pt x="458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FD7BB-96D3-4FA7-8482-14C64FB6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2774" y="1895351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03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75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65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35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30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65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75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03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CC1467-E451-4C68-B676-8F6702680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9437" y="1880090"/>
            <a:ext cx="963332" cy="369949"/>
          </a:xfrm>
          <a:custGeom xmlns:a="http://schemas.openxmlformats.org/drawingml/2006/main">
            <a:pathLst>
              <a:path w="963332" h="369949">
                <a:moveTo>
                  <a:pt x="0" y="0"/>
                </a:moveTo>
                <a:lnTo>
                  <a:pt x="963332" y="0"/>
                </a:lnTo>
                <a:lnTo>
                  <a:pt x="963332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Text shaping">
            <a:extLst xmlns:a="http://schemas.openxmlformats.org/drawingml/2006/main">
              <a:ext uri="{FF2B5EF4-FFF2-40B4-BE49-F238E27FC236}">
                <a16:creationId xmlns:a16="http://schemas.microsoft.com/office/drawing/2014/main" id="{FC98FCA7-BA1F-4693-8CB3-F0FCF8DC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2905" y="1992061"/>
            <a:ext cx="657833" cy="184276"/>
          </a:xfrm>
          <a:custGeom xmlns:a="http://schemas.openxmlformats.org/drawingml/2006/main">
            <a:pathLst>
              <a:path w="657833" h="184276">
                <a:moveTo>
                  <a:pt x="66695" y="117760"/>
                </a:moveTo>
                <a:cubicBezTo>
                  <a:pt x="66695" y="122581"/>
                  <a:pt x="65805" y="126878"/>
                  <a:pt x="64025" y="130652"/>
                </a:cubicBezTo>
                <a:cubicBezTo>
                  <a:pt x="62245" y="134423"/>
                  <a:pt x="59715" y="137602"/>
                  <a:pt x="56434" y="140190"/>
                </a:cubicBezTo>
                <a:cubicBezTo>
                  <a:pt x="53154" y="142774"/>
                  <a:pt x="49245" y="144730"/>
                  <a:pt x="44708" y="146056"/>
                </a:cubicBezTo>
                <a:cubicBezTo>
                  <a:pt x="40171" y="147385"/>
                  <a:pt x="35180" y="148049"/>
                  <a:pt x="29735" y="148049"/>
                </a:cubicBezTo>
                <a:cubicBezTo>
                  <a:pt x="26385" y="148049"/>
                  <a:pt x="23192" y="147790"/>
                  <a:pt x="20155" y="147273"/>
                </a:cubicBezTo>
                <a:cubicBezTo>
                  <a:pt x="17119" y="146756"/>
                  <a:pt x="14397" y="146102"/>
                  <a:pt x="11988" y="145310"/>
                </a:cubicBezTo>
                <a:cubicBezTo>
                  <a:pt x="9580" y="144516"/>
                  <a:pt x="7539" y="143688"/>
                  <a:pt x="5863" y="142827"/>
                </a:cubicBezTo>
                <a:cubicBezTo>
                  <a:pt x="4188" y="141963"/>
                  <a:pt x="2967" y="141186"/>
                  <a:pt x="2199" y="140497"/>
                </a:cubicBezTo>
                <a:cubicBezTo>
                  <a:pt x="1431" y="139808"/>
                  <a:pt x="873" y="138831"/>
                  <a:pt x="524" y="137565"/>
                </a:cubicBezTo>
                <a:cubicBezTo>
                  <a:pt x="175" y="136298"/>
                  <a:pt x="0" y="134575"/>
                  <a:pt x="0" y="132396"/>
                </a:cubicBezTo>
                <a:cubicBezTo>
                  <a:pt x="0" y="131061"/>
                  <a:pt x="70" y="129936"/>
                  <a:pt x="209" y="129022"/>
                </a:cubicBezTo>
                <a:cubicBezTo>
                  <a:pt x="349" y="128106"/>
                  <a:pt x="524" y="127368"/>
                  <a:pt x="733" y="126807"/>
                </a:cubicBezTo>
                <a:cubicBezTo>
                  <a:pt x="942" y="126245"/>
                  <a:pt x="1239" y="125840"/>
                  <a:pt x="1623" y="125593"/>
                </a:cubicBezTo>
                <a:cubicBezTo>
                  <a:pt x="2007" y="125347"/>
                  <a:pt x="2443" y="125224"/>
                  <a:pt x="2932" y="125224"/>
                </a:cubicBezTo>
                <a:cubicBezTo>
                  <a:pt x="3699" y="125224"/>
                  <a:pt x="4834" y="125695"/>
                  <a:pt x="6334" y="126637"/>
                </a:cubicBezTo>
                <a:cubicBezTo>
                  <a:pt x="7835" y="127579"/>
                  <a:pt x="9685" y="128609"/>
                  <a:pt x="11884" y="129726"/>
                </a:cubicBezTo>
                <a:cubicBezTo>
                  <a:pt x="14082" y="130843"/>
                  <a:pt x="16683" y="131872"/>
                  <a:pt x="19684" y="132815"/>
                </a:cubicBezTo>
                <a:cubicBezTo>
                  <a:pt x="22685" y="133757"/>
                  <a:pt x="26141" y="134228"/>
                  <a:pt x="30049" y="134228"/>
                </a:cubicBezTo>
                <a:cubicBezTo>
                  <a:pt x="32981" y="134228"/>
                  <a:pt x="35634" y="133914"/>
                  <a:pt x="38007" y="133286"/>
                </a:cubicBezTo>
                <a:cubicBezTo>
                  <a:pt x="40380" y="132655"/>
                  <a:pt x="42439" y="131728"/>
                  <a:pt x="44184" y="130505"/>
                </a:cubicBezTo>
                <a:cubicBezTo>
                  <a:pt x="45929" y="129281"/>
                  <a:pt x="47273" y="127725"/>
                  <a:pt x="48215" y="125836"/>
                </a:cubicBezTo>
                <a:cubicBezTo>
                  <a:pt x="49158" y="123947"/>
                  <a:pt x="49629" y="121709"/>
                  <a:pt x="49629" y="119121"/>
                </a:cubicBezTo>
                <a:cubicBezTo>
                  <a:pt x="49629" y="116467"/>
                  <a:pt x="48948" y="114231"/>
                  <a:pt x="47587" y="112414"/>
                </a:cubicBezTo>
                <a:cubicBezTo>
                  <a:pt x="46226" y="110597"/>
                  <a:pt x="44429" y="108990"/>
                  <a:pt x="42195" y="107594"/>
                </a:cubicBezTo>
                <a:cubicBezTo>
                  <a:pt x="39961" y="106196"/>
                  <a:pt x="37448" y="104956"/>
                  <a:pt x="34656" y="103874"/>
                </a:cubicBezTo>
                <a:cubicBezTo>
                  <a:pt x="31864" y="102790"/>
                  <a:pt x="28985" y="101655"/>
                  <a:pt x="26018" y="100468"/>
                </a:cubicBezTo>
                <a:cubicBezTo>
                  <a:pt x="23052" y="99279"/>
                  <a:pt x="20155" y="97934"/>
                  <a:pt x="17328" y="96431"/>
                </a:cubicBezTo>
                <a:cubicBezTo>
                  <a:pt x="14501" y="94928"/>
                  <a:pt x="11971" y="93093"/>
                  <a:pt x="9737" y="90927"/>
                </a:cubicBezTo>
                <a:cubicBezTo>
                  <a:pt x="7504" y="88761"/>
                  <a:pt x="5706" y="86176"/>
                  <a:pt x="4345" y="83173"/>
                </a:cubicBezTo>
                <a:cubicBezTo>
                  <a:pt x="2984" y="80169"/>
                  <a:pt x="2303" y="76571"/>
                  <a:pt x="2303" y="72379"/>
                </a:cubicBezTo>
                <a:cubicBezTo>
                  <a:pt x="2303" y="68675"/>
                  <a:pt x="3019" y="65129"/>
                  <a:pt x="4450" y="61741"/>
                </a:cubicBezTo>
                <a:cubicBezTo>
                  <a:pt x="5881" y="58352"/>
                  <a:pt x="8027" y="55382"/>
                  <a:pt x="10889" y="52832"/>
                </a:cubicBezTo>
                <a:cubicBezTo>
                  <a:pt x="13751" y="50280"/>
                  <a:pt x="17328" y="48236"/>
                  <a:pt x="21621" y="46700"/>
                </a:cubicBezTo>
                <a:cubicBezTo>
                  <a:pt x="25914" y="45163"/>
                  <a:pt x="30922" y="44394"/>
                  <a:pt x="36646" y="44394"/>
                </a:cubicBezTo>
                <a:cubicBezTo>
                  <a:pt x="39159" y="44394"/>
                  <a:pt x="41671" y="44606"/>
                  <a:pt x="44184" y="45032"/>
                </a:cubicBezTo>
                <a:cubicBezTo>
                  <a:pt x="46697" y="45457"/>
                  <a:pt x="48966" y="45988"/>
                  <a:pt x="50990" y="46625"/>
                </a:cubicBezTo>
                <a:cubicBezTo>
                  <a:pt x="53014" y="47262"/>
                  <a:pt x="54742" y="47952"/>
                  <a:pt x="56173" y="48696"/>
                </a:cubicBezTo>
                <a:cubicBezTo>
                  <a:pt x="57604" y="49440"/>
                  <a:pt x="58686" y="50096"/>
                  <a:pt x="59418" y="50663"/>
                </a:cubicBezTo>
                <a:cubicBezTo>
                  <a:pt x="60151" y="51230"/>
                  <a:pt x="60640" y="51723"/>
                  <a:pt x="60884" y="52142"/>
                </a:cubicBezTo>
                <a:cubicBezTo>
                  <a:pt x="61129" y="52560"/>
                  <a:pt x="61303" y="53032"/>
                  <a:pt x="61408" y="53555"/>
                </a:cubicBezTo>
                <a:cubicBezTo>
                  <a:pt x="61512" y="54079"/>
                  <a:pt x="61617" y="54724"/>
                  <a:pt x="61722" y="55492"/>
                </a:cubicBezTo>
                <a:cubicBezTo>
                  <a:pt x="61827" y="56260"/>
                  <a:pt x="61879" y="57202"/>
                  <a:pt x="61879" y="58319"/>
                </a:cubicBezTo>
                <a:cubicBezTo>
                  <a:pt x="61879" y="59506"/>
                  <a:pt x="61827" y="60535"/>
                  <a:pt x="61722" y="61408"/>
                </a:cubicBezTo>
                <a:cubicBezTo>
                  <a:pt x="61617" y="62280"/>
                  <a:pt x="61443" y="62996"/>
                  <a:pt x="61198" y="63554"/>
                </a:cubicBezTo>
                <a:cubicBezTo>
                  <a:pt x="60954" y="64113"/>
                  <a:pt x="60657" y="64514"/>
                  <a:pt x="60308" y="64758"/>
                </a:cubicBezTo>
                <a:cubicBezTo>
                  <a:pt x="59959" y="65003"/>
                  <a:pt x="59575" y="65125"/>
                  <a:pt x="59157" y="65125"/>
                </a:cubicBezTo>
                <a:cubicBezTo>
                  <a:pt x="58528" y="65125"/>
                  <a:pt x="57621" y="64735"/>
                  <a:pt x="56434" y="63957"/>
                </a:cubicBezTo>
                <a:cubicBezTo>
                  <a:pt x="55248" y="63178"/>
                  <a:pt x="53712" y="62346"/>
                  <a:pt x="51828" y="61460"/>
                </a:cubicBezTo>
                <a:cubicBezTo>
                  <a:pt x="49943" y="60575"/>
                  <a:pt x="47727" y="59742"/>
                  <a:pt x="45179" y="58964"/>
                </a:cubicBezTo>
                <a:cubicBezTo>
                  <a:pt x="42631" y="58185"/>
                  <a:pt x="39717" y="57796"/>
                  <a:pt x="36436" y="57796"/>
                </a:cubicBezTo>
                <a:cubicBezTo>
                  <a:pt x="33505" y="57796"/>
                  <a:pt x="30922" y="58128"/>
                  <a:pt x="28688" y="58793"/>
                </a:cubicBezTo>
                <a:cubicBezTo>
                  <a:pt x="26455" y="59457"/>
                  <a:pt x="24622" y="60400"/>
                  <a:pt x="23192" y="61624"/>
                </a:cubicBezTo>
                <a:cubicBezTo>
                  <a:pt x="21761" y="62847"/>
                  <a:pt x="20679" y="64299"/>
                  <a:pt x="19946" y="65979"/>
                </a:cubicBezTo>
                <a:cubicBezTo>
                  <a:pt x="19213" y="67656"/>
                  <a:pt x="18846" y="69474"/>
                  <a:pt x="18846" y="71433"/>
                </a:cubicBezTo>
                <a:cubicBezTo>
                  <a:pt x="18846" y="74157"/>
                  <a:pt x="19544" y="76446"/>
                  <a:pt x="20940" y="78298"/>
                </a:cubicBezTo>
                <a:cubicBezTo>
                  <a:pt x="22336" y="80149"/>
                  <a:pt x="24151" y="81774"/>
                  <a:pt x="26385" y="83173"/>
                </a:cubicBezTo>
                <a:cubicBezTo>
                  <a:pt x="28619" y="84569"/>
                  <a:pt x="31166" y="85826"/>
                  <a:pt x="34028" y="86945"/>
                </a:cubicBezTo>
                <a:cubicBezTo>
                  <a:pt x="36890" y="88062"/>
                  <a:pt x="39804" y="89215"/>
                  <a:pt x="42771" y="90404"/>
                </a:cubicBezTo>
                <a:cubicBezTo>
                  <a:pt x="45737" y="91590"/>
                  <a:pt x="48669" y="92918"/>
                  <a:pt x="51566" y="94386"/>
                </a:cubicBezTo>
                <a:cubicBezTo>
                  <a:pt x="54463" y="95854"/>
                  <a:pt x="57028" y="97636"/>
                  <a:pt x="59261" y="99732"/>
                </a:cubicBezTo>
                <a:cubicBezTo>
                  <a:pt x="61495" y="101828"/>
                  <a:pt x="63292" y="104344"/>
                  <a:pt x="64654" y="107280"/>
                </a:cubicBezTo>
                <a:cubicBezTo>
                  <a:pt x="66015" y="110214"/>
                  <a:pt x="66695" y="113708"/>
                  <a:pt x="66695" y="117760"/>
                </a:cubicBezTo>
                <a:close/>
                <a:moveTo>
                  <a:pt x="172623" y="143337"/>
                </a:moveTo>
                <a:cubicBezTo>
                  <a:pt x="172623" y="143896"/>
                  <a:pt x="172484" y="144367"/>
                  <a:pt x="172204" y="144751"/>
                </a:cubicBezTo>
                <a:cubicBezTo>
                  <a:pt x="171925" y="145134"/>
                  <a:pt x="171471" y="145466"/>
                  <a:pt x="170843" y="145745"/>
                </a:cubicBezTo>
                <a:cubicBezTo>
                  <a:pt x="170215" y="146024"/>
                  <a:pt x="169342" y="146234"/>
                  <a:pt x="168226" y="146373"/>
                </a:cubicBezTo>
                <a:cubicBezTo>
                  <a:pt x="167109" y="146513"/>
                  <a:pt x="165713" y="146583"/>
                  <a:pt x="164038" y="146583"/>
                </a:cubicBezTo>
                <a:cubicBezTo>
                  <a:pt x="162293" y="146583"/>
                  <a:pt x="160862" y="146513"/>
                  <a:pt x="159745" y="146373"/>
                </a:cubicBezTo>
                <a:cubicBezTo>
                  <a:pt x="158628" y="146234"/>
                  <a:pt x="157755" y="146024"/>
                  <a:pt x="157127" y="145745"/>
                </a:cubicBezTo>
                <a:cubicBezTo>
                  <a:pt x="156499" y="145466"/>
                  <a:pt x="156045" y="145136"/>
                  <a:pt x="155766" y="144754"/>
                </a:cubicBezTo>
                <a:cubicBezTo>
                  <a:pt x="155487" y="144370"/>
                  <a:pt x="155347" y="143899"/>
                  <a:pt x="155347" y="143340"/>
                </a:cubicBezTo>
                <a:lnTo>
                  <a:pt x="155347" y="88228"/>
                </a:lnTo>
                <a:cubicBezTo>
                  <a:pt x="155347" y="82860"/>
                  <a:pt x="154928" y="78537"/>
                  <a:pt x="154091" y="75261"/>
                </a:cubicBezTo>
                <a:cubicBezTo>
                  <a:pt x="153253" y="71985"/>
                  <a:pt x="152032" y="69162"/>
                  <a:pt x="150426" y="66793"/>
                </a:cubicBezTo>
                <a:cubicBezTo>
                  <a:pt x="148821" y="64422"/>
                  <a:pt x="146744" y="62610"/>
                  <a:pt x="144197" y="61355"/>
                </a:cubicBezTo>
                <a:cubicBezTo>
                  <a:pt x="141649" y="60099"/>
                  <a:pt x="138700" y="59471"/>
                  <a:pt x="135349" y="59471"/>
                </a:cubicBezTo>
                <a:cubicBezTo>
                  <a:pt x="131022" y="59471"/>
                  <a:pt x="126694" y="61005"/>
                  <a:pt x="122366" y="64074"/>
                </a:cubicBezTo>
                <a:cubicBezTo>
                  <a:pt x="118038" y="67141"/>
                  <a:pt x="113501" y="71637"/>
                  <a:pt x="108755" y="77561"/>
                </a:cubicBezTo>
                <a:lnTo>
                  <a:pt x="108755" y="143340"/>
                </a:lnTo>
                <a:cubicBezTo>
                  <a:pt x="108755" y="143899"/>
                  <a:pt x="108615" y="144370"/>
                  <a:pt x="108336" y="144754"/>
                </a:cubicBezTo>
                <a:cubicBezTo>
                  <a:pt x="108057" y="145136"/>
                  <a:pt x="107603" y="145466"/>
                  <a:pt x="106975" y="145745"/>
                </a:cubicBezTo>
                <a:cubicBezTo>
                  <a:pt x="106347" y="146024"/>
                  <a:pt x="105474" y="146234"/>
                  <a:pt x="104357" y="146373"/>
                </a:cubicBezTo>
                <a:cubicBezTo>
                  <a:pt x="103241" y="146513"/>
                  <a:pt x="101810" y="146583"/>
                  <a:pt x="100065" y="146583"/>
                </a:cubicBezTo>
                <a:cubicBezTo>
                  <a:pt x="98389" y="146583"/>
                  <a:pt x="96993" y="146513"/>
                  <a:pt x="95877" y="146373"/>
                </a:cubicBezTo>
                <a:cubicBezTo>
                  <a:pt x="94760" y="146234"/>
                  <a:pt x="93870" y="146024"/>
                  <a:pt x="93207" y="145745"/>
                </a:cubicBezTo>
                <a:cubicBezTo>
                  <a:pt x="92544" y="145466"/>
                  <a:pt x="92090" y="145134"/>
                  <a:pt x="91845" y="144751"/>
                </a:cubicBezTo>
                <a:cubicBezTo>
                  <a:pt x="91601" y="144365"/>
                  <a:pt x="91479" y="143892"/>
                  <a:pt x="91479" y="143334"/>
                </a:cubicBezTo>
                <a:lnTo>
                  <a:pt x="91479" y="3354"/>
                </a:lnTo>
                <a:cubicBezTo>
                  <a:pt x="91479" y="2795"/>
                  <a:pt x="91601" y="2307"/>
                  <a:pt x="91845" y="1888"/>
                </a:cubicBezTo>
                <a:cubicBezTo>
                  <a:pt x="92090" y="1467"/>
                  <a:pt x="92544" y="1117"/>
                  <a:pt x="93207" y="838"/>
                </a:cubicBezTo>
                <a:cubicBezTo>
                  <a:pt x="93870" y="558"/>
                  <a:pt x="94760" y="349"/>
                  <a:pt x="95877" y="209"/>
                </a:cubicBezTo>
                <a:cubicBezTo>
                  <a:pt x="96993" y="70"/>
                  <a:pt x="98389" y="0"/>
                  <a:pt x="100065" y="0"/>
                </a:cubicBezTo>
                <a:cubicBezTo>
                  <a:pt x="101810" y="0"/>
                  <a:pt x="103241" y="70"/>
                  <a:pt x="104357" y="209"/>
                </a:cubicBezTo>
                <a:cubicBezTo>
                  <a:pt x="105474" y="349"/>
                  <a:pt x="106347" y="560"/>
                  <a:pt x="106975" y="841"/>
                </a:cubicBezTo>
                <a:cubicBezTo>
                  <a:pt x="107603" y="1120"/>
                  <a:pt x="108057" y="1469"/>
                  <a:pt x="108336" y="1888"/>
                </a:cubicBezTo>
                <a:cubicBezTo>
                  <a:pt x="108615" y="2307"/>
                  <a:pt x="108755" y="2796"/>
                  <a:pt x="108755" y="3357"/>
                </a:cubicBezTo>
                <a:lnTo>
                  <a:pt x="108755" y="59890"/>
                </a:lnTo>
                <a:cubicBezTo>
                  <a:pt x="113711" y="54654"/>
                  <a:pt x="118702" y="50763"/>
                  <a:pt x="123727" y="48215"/>
                </a:cubicBezTo>
                <a:cubicBezTo>
                  <a:pt x="128753" y="45668"/>
                  <a:pt x="133814" y="44394"/>
                  <a:pt x="138909" y="44394"/>
                </a:cubicBezTo>
                <a:cubicBezTo>
                  <a:pt x="145191" y="44394"/>
                  <a:pt x="150479" y="45458"/>
                  <a:pt x="154771" y="47587"/>
                </a:cubicBezTo>
                <a:cubicBezTo>
                  <a:pt x="159064" y="49716"/>
                  <a:pt x="162537" y="52560"/>
                  <a:pt x="165189" y="56120"/>
                </a:cubicBezTo>
                <a:cubicBezTo>
                  <a:pt x="167842" y="59680"/>
                  <a:pt x="169744" y="63851"/>
                  <a:pt x="170896" y="68632"/>
                </a:cubicBezTo>
                <a:cubicBezTo>
                  <a:pt x="172047" y="73414"/>
                  <a:pt x="172623" y="79190"/>
                  <a:pt x="172623" y="85960"/>
                </a:cubicBezTo>
                <a:lnTo>
                  <a:pt x="172623" y="143337"/>
                </a:lnTo>
                <a:close/>
                <a:moveTo>
                  <a:pt x="274642" y="143442"/>
                </a:moveTo>
                <a:cubicBezTo>
                  <a:pt x="274642" y="144279"/>
                  <a:pt x="274363" y="144908"/>
                  <a:pt x="273805" y="145326"/>
                </a:cubicBezTo>
                <a:cubicBezTo>
                  <a:pt x="273246" y="145745"/>
                  <a:pt x="272478" y="146059"/>
                  <a:pt x="271501" y="146269"/>
                </a:cubicBezTo>
                <a:cubicBezTo>
                  <a:pt x="270524" y="146478"/>
                  <a:pt x="269093" y="146583"/>
                  <a:pt x="267208" y="146583"/>
                </a:cubicBezTo>
                <a:cubicBezTo>
                  <a:pt x="265394" y="146583"/>
                  <a:pt x="263945" y="146478"/>
                  <a:pt x="262863" y="146269"/>
                </a:cubicBezTo>
                <a:cubicBezTo>
                  <a:pt x="261781" y="146059"/>
                  <a:pt x="260996" y="145745"/>
                  <a:pt x="260507" y="145326"/>
                </a:cubicBezTo>
                <a:cubicBezTo>
                  <a:pt x="260019" y="144908"/>
                  <a:pt x="259775" y="144279"/>
                  <a:pt x="259775" y="143442"/>
                </a:cubicBezTo>
                <a:lnTo>
                  <a:pt x="259775" y="134019"/>
                </a:lnTo>
                <a:cubicBezTo>
                  <a:pt x="255656" y="138416"/>
                  <a:pt x="251067" y="141854"/>
                  <a:pt x="246006" y="144332"/>
                </a:cubicBezTo>
                <a:cubicBezTo>
                  <a:pt x="240946" y="146810"/>
                  <a:pt x="235588" y="148049"/>
                  <a:pt x="229934" y="148049"/>
                </a:cubicBezTo>
                <a:cubicBezTo>
                  <a:pt x="224979" y="148049"/>
                  <a:pt x="220494" y="147400"/>
                  <a:pt x="216480" y="146102"/>
                </a:cubicBezTo>
                <a:cubicBezTo>
                  <a:pt x="212467" y="144804"/>
                  <a:pt x="209046" y="142927"/>
                  <a:pt x="206219" y="140471"/>
                </a:cubicBezTo>
                <a:cubicBezTo>
                  <a:pt x="203392" y="138015"/>
                  <a:pt x="201194" y="134998"/>
                  <a:pt x="199623" y="131421"/>
                </a:cubicBezTo>
                <a:cubicBezTo>
                  <a:pt x="198053" y="127841"/>
                  <a:pt x="197267" y="123771"/>
                  <a:pt x="197267" y="119210"/>
                </a:cubicBezTo>
                <a:cubicBezTo>
                  <a:pt x="197267" y="113877"/>
                  <a:pt x="198349" y="109246"/>
                  <a:pt x="200513" y="105317"/>
                </a:cubicBezTo>
                <a:cubicBezTo>
                  <a:pt x="202677" y="101389"/>
                  <a:pt x="205783" y="98127"/>
                  <a:pt x="209832" y="95531"/>
                </a:cubicBezTo>
                <a:cubicBezTo>
                  <a:pt x="213880" y="92933"/>
                  <a:pt x="218836" y="90985"/>
                  <a:pt x="224699" y="89687"/>
                </a:cubicBezTo>
                <a:cubicBezTo>
                  <a:pt x="230563" y="88389"/>
                  <a:pt x="237159" y="87740"/>
                  <a:pt x="244488" y="87740"/>
                </a:cubicBezTo>
                <a:lnTo>
                  <a:pt x="257471" y="87740"/>
                </a:lnTo>
                <a:lnTo>
                  <a:pt x="257471" y="80464"/>
                </a:lnTo>
                <a:cubicBezTo>
                  <a:pt x="257471" y="76860"/>
                  <a:pt x="257087" y="73672"/>
                  <a:pt x="256319" y="70900"/>
                </a:cubicBezTo>
                <a:cubicBezTo>
                  <a:pt x="255552" y="68127"/>
                  <a:pt x="254313" y="65823"/>
                  <a:pt x="252602" y="63986"/>
                </a:cubicBezTo>
                <a:cubicBezTo>
                  <a:pt x="250892" y="62149"/>
                  <a:pt x="248676" y="60763"/>
                  <a:pt x="245954" y="59827"/>
                </a:cubicBezTo>
                <a:cubicBezTo>
                  <a:pt x="243232" y="58892"/>
                  <a:pt x="239881" y="58424"/>
                  <a:pt x="235902" y="58424"/>
                </a:cubicBezTo>
                <a:cubicBezTo>
                  <a:pt x="231645" y="58424"/>
                  <a:pt x="227823" y="58924"/>
                  <a:pt x="224438" y="59926"/>
                </a:cubicBezTo>
                <a:cubicBezTo>
                  <a:pt x="221052" y="60927"/>
                  <a:pt x="218086" y="62032"/>
                  <a:pt x="215538" y="63240"/>
                </a:cubicBezTo>
                <a:cubicBezTo>
                  <a:pt x="212990" y="64448"/>
                  <a:pt x="210861" y="65553"/>
                  <a:pt x="209151" y="66555"/>
                </a:cubicBezTo>
                <a:cubicBezTo>
                  <a:pt x="207441" y="67556"/>
                  <a:pt x="206167" y="68056"/>
                  <a:pt x="205329" y="68056"/>
                </a:cubicBezTo>
                <a:cubicBezTo>
                  <a:pt x="204771" y="68056"/>
                  <a:pt x="204282" y="67917"/>
                  <a:pt x="203864" y="67638"/>
                </a:cubicBezTo>
                <a:cubicBezTo>
                  <a:pt x="203445" y="67358"/>
                  <a:pt x="203078" y="66940"/>
                  <a:pt x="202764" y="66381"/>
                </a:cubicBezTo>
                <a:cubicBezTo>
                  <a:pt x="202450" y="65823"/>
                  <a:pt x="202223" y="65107"/>
                  <a:pt x="202084" y="64235"/>
                </a:cubicBezTo>
                <a:cubicBezTo>
                  <a:pt x="201944" y="63362"/>
                  <a:pt x="201874" y="62402"/>
                  <a:pt x="201874" y="61355"/>
                </a:cubicBezTo>
                <a:cubicBezTo>
                  <a:pt x="201874" y="59610"/>
                  <a:pt x="201996" y="58232"/>
                  <a:pt x="202241" y="57220"/>
                </a:cubicBezTo>
                <a:cubicBezTo>
                  <a:pt x="202485" y="56208"/>
                  <a:pt x="203078" y="55248"/>
                  <a:pt x="204021" y="54340"/>
                </a:cubicBezTo>
                <a:cubicBezTo>
                  <a:pt x="204963" y="53433"/>
                  <a:pt x="206586" y="52376"/>
                  <a:pt x="208889" y="51170"/>
                </a:cubicBezTo>
                <a:cubicBezTo>
                  <a:pt x="211193" y="49961"/>
                  <a:pt x="213845" y="48858"/>
                  <a:pt x="216847" y="47859"/>
                </a:cubicBezTo>
                <a:cubicBezTo>
                  <a:pt x="219848" y="46860"/>
                  <a:pt x="223129" y="46033"/>
                  <a:pt x="226689" y="45379"/>
                </a:cubicBezTo>
                <a:cubicBezTo>
                  <a:pt x="230249" y="44722"/>
                  <a:pt x="233843" y="44394"/>
                  <a:pt x="237473" y="44394"/>
                </a:cubicBezTo>
                <a:cubicBezTo>
                  <a:pt x="244244" y="44394"/>
                  <a:pt x="250002" y="45161"/>
                  <a:pt x="254749" y="46697"/>
                </a:cubicBezTo>
                <a:cubicBezTo>
                  <a:pt x="259495" y="48233"/>
                  <a:pt x="263334" y="50484"/>
                  <a:pt x="266266" y="53450"/>
                </a:cubicBezTo>
                <a:cubicBezTo>
                  <a:pt x="269198" y="56417"/>
                  <a:pt x="271327" y="60099"/>
                  <a:pt x="272653" y="64496"/>
                </a:cubicBezTo>
                <a:cubicBezTo>
                  <a:pt x="273979" y="68894"/>
                  <a:pt x="274642" y="74024"/>
                  <a:pt x="274642" y="79888"/>
                </a:cubicBezTo>
                <a:lnTo>
                  <a:pt x="274642" y="143442"/>
                </a:lnTo>
                <a:moveTo>
                  <a:pt x="257471" y="100305"/>
                </a:moveTo>
                <a:lnTo>
                  <a:pt x="242708" y="100305"/>
                </a:lnTo>
                <a:cubicBezTo>
                  <a:pt x="237962" y="100305"/>
                  <a:pt x="233843" y="100707"/>
                  <a:pt x="230353" y="101512"/>
                </a:cubicBezTo>
                <a:cubicBezTo>
                  <a:pt x="226863" y="102317"/>
                  <a:pt x="223966" y="103508"/>
                  <a:pt x="221663" y="105085"/>
                </a:cubicBezTo>
                <a:cubicBezTo>
                  <a:pt x="219360" y="106660"/>
                  <a:pt x="217667" y="108550"/>
                  <a:pt x="216585" y="110755"/>
                </a:cubicBezTo>
                <a:cubicBezTo>
                  <a:pt x="215503" y="112960"/>
                  <a:pt x="214962" y="115498"/>
                  <a:pt x="214962" y="118369"/>
                </a:cubicBezTo>
                <a:cubicBezTo>
                  <a:pt x="214962" y="123270"/>
                  <a:pt x="216515" y="127174"/>
                  <a:pt x="219621" y="130079"/>
                </a:cubicBezTo>
                <a:cubicBezTo>
                  <a:pt x="222727" y="132985"/>
                  <a:pt x="227073" y="134437"/>
                  <a:pt x="232657" y="134437"/>
                </a:cubicBezTo>
                <a:cubicBezTo>
                  <a:pt x="237194" y="134437"/>
                  <a:pt x="241399" y="133282"/>
                  <a:pt x="245273" y="130972"/>
                </a:cubicBezTo>
                <a:cubicBezTo>
                  <a:pt x="249147" y="128662"/>
                  <a:pt x="253213" y="125127"/>
                  <a:pt x="257471" y="120365"/>
                </a:cubicBezTo>
                <a:lnTo>
                  <a:pt x="257471" y="100305"/>
                </a:lnTo>
                <a:close/>
                <a:moveTo>
                  <a:pt x="392603" y="94808"/>
                </a:moveTo>
                <a:cubicBezTo>
                  <a:pt x="392603" y="103051"/>
                  <a:pt x="391713" y="110456"/>
                  <a:pt x="389933" y="117024"/>
                </a:cubicBezTo>
                <a:cubicBezTo>
                  <a:pt x="388153" y="123592"/>
                  <a:pt x="385535" y="129165"/>
                  <a:pt x="382080" y="133744"/>
                </a:cubicBezTo>
                <a:cubicBezTo>
                  <a:pt x="378625" y="138320"/>
                  <a:pt x="374350" y="141848"/>
                  <a:pt x="369254" y="144329"/>
                </a:cubicBezTo>
                <a:cubicBezTo>
                  <a:pt x="364159" y="146809"/>
                  <a:pt x="358330" y="148049"/>
                  <a:pt x="351769" y="148049"/>
                </a:cubicBezTo>
                <a:cubicBezTo>
                  <a:pt x="348977" y="148049"/>
                  <a:pt x="346394" y="147770"/>
                  <a:pt x="344021" y="147211"/>
                </a:cubicBezTo>
                <a:cubicBezTo>
                  <a:pt x="341648" y="146653"/>
                  <a:pt x="339327" y="145780"/>
                  <a:pt x="337058" y="144594"/>
                </a:cubicBezTo>
                <a:cubicBezTo>
                  <a:pt x="334790" y="143405"/>
                  <a:pt x="332538" y="141902"/>
                  <a:pt x="330305" y="140085"/>
                </a:cubicBezTo>
                <a:cubicBezTo>
                  <a:pt x="328071" y="138268"/>
                  <a:pt x="325698" y="136137"/>
                  <a:pt x="323185" y="133691"/>
                </a:cubicBezTo>
                <a:lnTo>
                  <a:pt x="323185" y="180722"/>
                </a:lnTo>
                <a:cubicBezTo>
                  <a:pt x="323185" y="181279"/>
                  <a:pt x="323046" y="181766"/>
                  <a:pt x="322766" y="182185"/>
                </a:cubicBezTo>
                <a:cubicBezTo>
                  <a:pt x="322487" y="182604"/>
                  <a:pt x="322033" y="182952"/>
                  <a:pt x="321405" y="183229"/>
                </a:cubicBezTo>
                <a:cubicBezTo>
                  <a:pt x="320777" y="183508"/>
                  <a:pt x="319904" y="183717"/>
                  <a:pt x="318788" y="183857"/>
                </a:cubicBezTo>
                <a:cubicBezTo>
                  <a:pt x="317671" y="183996"/>
                  <a:pt x="316240" y="184066"/>
                  <a:pt x="314495" y="184066"/>
                </a:cubicBezTo>
                <a:cubicBezTo>
                  <a:pt x="312820" y="184066"/>
                  <a:pt x="311424" y="183996"/>
                  <a:pt x="310307" y="183857"/>
                </a:cubicBezTo>
                <a:cubicBezTo>
                  <a:pt x="309190" y="183717"/>
                  <a:pt x="308300" y="183508"/>
                  <a:pt x="307637" y="183229"/>
                </a:cubicBezTo>
                <a:cubicBezTo>
                  <a:pt x="306974" y="182949"/>
                  <a:pt x="306520" y="182600"/>
                  <a:pt x="306276" y="182182"/>
                </a:cubicBezTo>
                <a:cubicBezTo>
                  <a:pt x="306031" y="181763"/>
                  <a:pt x="305909" y="181274"/>
                  <a:pt x="305909" y="180716"/>
                </a:cubicBezTo>
                <a:lnTo>
                  <a:pt x="305909" y="49105"/>
                </a:lnTo>
                <a:cubicBezTo>
                  <a:pt x="305909" y="48477"/>
                  <a:pt x="306014" y="47971"/>
                  <a:pt x="306223" y="47587"/>
                </a:cubicBezTo>
                <a:cubicBezTo>
                  <a:pt x="306433" y="47203"/>
                  <a:pt x="306852" y="46872"/>
                  <a:pt x="307480" y="46592"/>
                </a:cubicBezTo>
                <a:cubicBezTo>
                  <a:pt x="308108" y="46313"/>
                  <a:pt x="308911" y="46121"/>
                  <a:pt x="309888" y="46017"/>
                </a:cubicBezTo>
                <a:cubicBezTo>
                  <a:pt x="310865" y="45912"/>
                  <a:pt x="312052" y="45860"/>
                  <a:pt x="313448" y="45860"/>
                </a:cubicBezTo>
                <a:cubicBezTo>
                  <a:pt x="314914" y="45860"/>
                  <a:pt x="316118" y="45912"/>
                  <a:pt x="317060" y="46017"/>
                </a:cubicBezTo>
                <a:cubicBezTo>
                  <a:pt x="318002" y="46121"/>
                  <a:pt x="318788" y="46313"/>
                  <a:pt x="319416" y="46592"/>
                </a:cubicBezTo>
                <a:cubicBezTo>
                  <a:pt x="320044" y="46872"/>
                  <a:pt x="320480" y="47204"/>
                  <a:pt x="320725" y="47590"/>
                </a:cubicBezTo>
                <a:cubicBezTo>
                  <a:pt x="320969" y="47974"/>
                  <a:pt x="321091" y="48480"/>
                  <a:pt x="321091" y="49109"/>
                </a:cubicBezTo>
                <a:lnTo>
                  <a:pt x="321091" y="61791"/>
                </a:lnTo>
                <a:cubicBezTo>
                  <a:pt x="323953" y="58857"/>
                  <a:pt x="326710" y="56307"/>
                  <a:pt x="329363" y="54141"/>
                </a:cubicBezTo>
                <a:cubicBezTo>
                  <a:pt x="332015" y="51975"/>
                  <a:pt x="334685" y="50176"/>
                  <a:pt x="337372" y="48745"/>
                </a:cubicBezTo>
                <a:cubicBezTo>
                  <a:pt x="340060" y="47312"/>
                  <a:pt x="342817" y="46229"/>
                  <a:pt x="345644" y="45496"/>
                </a:cubicBezTo>
                <a:cubicBezTo>
                  <a:pt x="348471" y="44761"/>
                  <a:pt x="351455" y="44394"/>
                  <a:pt x="354596" y="44394"/>
                </a:cubicBezTo>
                <a:cubicBezTo>
                  <a:pt x="361436" y="44394"/>
                  <a:pt x="367265" y="45721"/>
                  <a:pt x="372081" y="48376"/>
                </a:cubicBezTo>
                <a:cubicBezTo>
                  <a:pt x="376897" y="51030"/>
                  <a:pt x="380824" y="54664"/>
                  <a:pt x="383860" y="59278"/>
                </a:cubicBezTo>
                <a:cubicBezTo>
                  <a:pt x="386896" y="63889"/>
                  <a:pt x="389113" y="69252"/>
                  <a:pt x="390509" y="75366"/>
                </a:cubicBezTo>
                <a:cubicBezTo>
                  <a:pt x="391905" y="81478"/>
                  <a:pt x="392603" y="87958"/>
                  <a:pt x="392603" y="94808"/>
                </a:cubicBezTo>
                <a:moveTo>
                  <a:pt x="374384" y="96797"/>
                </a:moveTo>
                <a:cubicBezTo>
                  <a:pt x="374384" y="91974"/>
                  <a:pt x="374018" y="87308"/>
                  <a:pt x="373285" y="82800"/>
                </a:cubicBezTo>
                <a:cubicBezTo>
                  <a:pt x="372552" y="78291"/>
                  <a:pt x="371296" y="74289"/>
                  <a:pt x="369516" y="70795"/>
                </a:cubicBezTo>
                <a:cubicBezTo>
                  <a:pt x="367736" y="67301"/>
                  <a:pt x="365345" y="64505"/>
                  <a:pt x="362344" y="62409"/>
                </a:cubicBezTo>
                <a:cubicBezTo>
                  <a:pt x="359342" y="60311"/>
                  <a:pt x="355608" y="59261"/>
                  <a:pt x="351141" y="59261"/>
                </a:cubicBezTo>
                <a:cubicBezTo>
                  <a:pt x="348907" y="59261"/>
                  <a:pt x="346708" y="59594"/>
                  <a:pt x="344544" y="60259"/>
                </a:cubicBezTo>
                <a:cubicBezTo>
                  <a:pt x="342380" y="60922"/>
                  <a:pt x="340182" y="61971"/>
                  <a:pt x="337948" y="63404"/>
                </a:cubicBezTo>
                <a:cubicBezTo>
                  <a:pt x="335714" y="64837"/>
                  <a:pt x="333376" y="66725"/>
                  <a:pt x="330933" y="69067"/>
                </a:cubicBezTo>
                <a:cubicBezTo>
                  <a:pt x="328490" y="71410"/>
                  <a:pt x="325907" y="74295"/>
                  <a:pt x="323185" y="77722"/>
                </a:cubicBezTo>
                <a:lnTo>
                  <a:pt x="323185" y="115244"/>
                </a:lnTo>
                <a:cubicBezTo>
                  <a:pt x="327932" y="121049"/>
                  <a:pt x="332434" y="125490"/>
                  <a:pt x="336692" y="128568"/>
                </a:cubicBezTo>
                <a:cubicBezTo>
                  <a:pt x="340950" y="131643"/>
                  <a:pt x="345417" y="133181"/>
                  <a:pt x="350094" y="133181"/>
                </a:cubicBezTo>
                <a:cubicBezTo>
                  <a:pt x="354421" y="133181"/>
                  <a:pt x="358138" y="132133"/>
                  <a:pt x="361244" y="130037"/>
                </a:cubicBezTo>
                <a:cubicBezTo>
                  <a:pt x="364350" y="127938"/>
                  <a:pt x="366863" y="125142"/>
                  <a:pt x="368783" y="121647"/>
                </a:cubicBezTo>
                <a:cubicBezTo>
                  <a:pt x="370702" y="118153"/>
                  <a:pt x="372116" y="114239"/>
                  <a:pt x="373023" y="109904"/>
                </a:cubicBezTo>
                <a:cubicBezTo>
                  <a:pt x="373931" y="105570"/>
                  <a:pt x="374384" y="101201"/>
                  <a:pt x="374384" y="96797"/>
                </a:cubicBezTo>
                <a:close/>
                <a:moveTo>
                  <a:pt x="435360" y="143337"/>
                </a:moveTo>
                <a:cubicBezTo>
                  <a:pt x="435360" y="143896"/>
                  <a:pt x="435220" y="144367"/>
                  <a:pt x="434941" y="144751"/>
                </a:cubicBezTo>
                <a:cubicBezTo>
                  <a:pt x="434662" y="145134"/>
                  <a:pt x="434208" y="145466"/>
                  <a:pt x="433580" y="145745"/>
                </a:cubicBezTo>
                <a:cubicBezTo>
                  <a:pt x="432952" y="146024"/>
                  <a:pt x="432079" y="146234"/>
                  <a:pt x="430962" y="146373"/>
                </a:cubicBezTo>
                <a:cubicBezTo>
                  <a:pt x="429846" y="146513"/>
                  <a:pt x="428415" y="146583"/>
                  <a:pt x="426670" y="146583"/>
                </a:cubicBezTo>
                <a:cubicBezTo>
                  <a:pt x="424994" y="146583"/>
                  <a:pt x="423598" y="146513"/>
                  <a:pt x="422482" y="146373"/>
                </a:cubicBezTo>
                <a:cubicBezTo>
                  <a:pt x="421365" y="146234"/>
                  <a:pt x="420475" y="146024"/>
                  <a:pt x="419812" y="145745"/>
                </a:cubicBezTo>
                <a:cubicBezTo>
                  <a:pt x="419149" y="145466"/>
                  <a:pt x="418695" y="145134"/>
                  <a:pt x="418451" y="144751"/>
                </a:cubicBezTo>
                <a:cubicBezTo>
                  <a:pt x="418206" y="144367"/>
                  <a:pt x="418084" y="143896"/>
                  <a:pt x="418084" y="143337"/>
                </a:cubicBezTo>
                <a:lnTo>
                  <a:pt x="418084" y="49105"/>
                </a:lnTo>
                <a:cubicBezTo>
                  <a:pt x="418084" y="48617"/>
                  <a:pt x="418206" y="48163"/>
                  <a:pt x="418451" y="47744"/>
                </a:cubicBezTo>
                <a:cubicBezTo>
                  <a:pt x="418695" y="47325"/>
                  <a:pt x="419149" y="46976"/>
                  <a:pt x="419812" y="46697"/>
                </a:cubicBezTo>
                <a:cubicBezTo>
                  <a:pt x="420475" y="46418"/>
                  <a:pt x="421365" y="46209"/>
                  <a:pt x="422482" y="46069"/>
                </a:cubicBezTo>
                <a:cubicBezTo>
                  <a:pt x="423598" y="45929"/>
                  <a:pt x="424994" y="45860"/>
                  <a:pt x="426670" y="45860"/>
                </a:cubicBezTo>
                <a:cubicBezTo>
                  <a:pt x="428415" y="45860"/>
                  <a:pt x="429846" y="45929"/>
                  <a:pt x="430962" y="46069"/>
                </a:cubicBezTo>
                <a:cubicBezTo>
                  <a:pt x="432079" y="46209"/>
                  <a:pt x="432952" y="46418"/>
                  <a:pt x="433580" y="46697"/>
                </a:cubicBezTo>
                <a:cubicBezTo>
                  <a:pt x="434208" y="46976"/>
                  <a:pt x="434662" y="47325"/>
                  <a:pt x="434941" y="47744"/>
                </a:cubicBezTo>
                <a:cubicBezTo>
                  <a:pt x="435220" y="48163"/>
                  <a:pt x="435360" y="48617"/>
                  <a:pt x="435360" y="49105"/>
                </a:cubicBezTo>
                <a:lnTo>
                  <a:pt x="435360" y="143337"/>
                </a:lnTo>
                <a:moveTo>
                  <a:pt x="437349" y="17171"/>
                </a:moveTo>
                <a:cubicBezTo>
                  <a:pt x="437349" y="21220"/>
                  <a:pt x="436581" y="23977"/>
                  <a:pt x="435046" y="25443"/>
                </a:cubicBezTo>
                <a:cubicBezTo>
                  <a:pt x="433510" y="26908"/>
                  <a:pt x="430683" y="27641"/>
                  <a:pt x="426565" y="27641"/>
                </a:cubicBezTo>
                <a:cubicBezTo>
                  <a:pt x="422517" y="27641"/>
                  <a:pt x="419742" y="26926"/>
                  <a:pt x="418241" y="25495"/>
                </a:cubicBezTo>
                <a:cubicBezTo>
                  <a:pt x="416740" y="24064"/>
                  <a:pt x="415990" y="21359"/>
                  <a:pt x="415990" y="17381"/>
                </a:cubicBezTo>
                <a:cubicBezTo>
                  <a:pt x="415990" y="13332"/>
                  <a:pt x="416758" y="10575"/>
                  <a:pt x="418294" y="9109"/>
                </a:cubicBezTo>
                <a:cubicBezTo>
                  <a:pt x="419829" y="7643"/>
                  <a:pt x="422656" y="6910"/>
                  <a:pt x="426774" y="6910"/>
                </a:cubicBezTo>
                <a:cubicBezTo>
                  <a:pt x="430823" y="6910"/>
                  <a:pt x="433597" y="7626"/>
                  <a:pt x="435098" y="9057"/>
                </a:cubicBezTo>
                <a:cubicBezTo>
                  <a:pt x="436599" y="10488"/>
                  <a:pt x="437349" y="13192"/>
                  <a:pt x="437349" y="17171"/>
                </a:cubicBezTo>
                <a:close/>
                <a:moveTo>
                  <a:pt x="548066" y="143337"/>
                </a:moveTo>
                <a:cubicBezTo>
                  <a:pt x="548066" y="143896"/>
                  <a:pt x="547927" y="144367"/>
                  <a:pt x="547648" y="144751"/>
                </a:cubicBezTo>
                <a:cubicBezTo>
                  <a:pt x="547368" y="145134"/>
                  <a:pt x="546915" y="145466"/>
                  <a:pt x="546286" y="145745"/>
                </a:cubicBezTo>
                <a:cubicBezTo>
                  <a:pt x="545658" y="146024"/>
                  <a:pt x="544786" y="146234"/>
                  <a:pt x="543669" y="146373"/>
                </a:cubicBezTo>
                <a:cubicBezTo>
                  <a:pt x="542552" y="146513"/>
                  <a:pt x="541156" y="146583"/>
                  <a:pt x="539481" y="146583"/>
                </a:cubicBezTo>
                <a:cubicBezTo>
                  <a:pt x="537736" y="146583"/>
                  <a:pt x="536305" y="146513"/>
                  <a:pt x="535188" y="146373"/>
                </a:cubicBezTo>
                <a:cubicBezTo>
                  <a:pt x="534071" y="146234"/>
                  <a:pt x="533199" y="146024"/>
                  <a:pt x="532570" y="145745"/>
                </a:cubicBezTo>
                <a:cubicBezTo>
                  <a:pt x="531942" y="145466"/>
                  <a:pt x="531489" y="145136"/>
                  <a:pt x="531209" y="144754"/>
                </a:cubicBezTo>
                <a:cubicBezTo>
                  <a:pt x="530930" y="144370"/>
                  <a:pt x="530791" y="143899"/>
                  <a:pt x="530791" y="143340"/>
                </a:cubicBezTo>
                <a:lnTo>
                  <a:pt x="530791" y="88228"/>
                </a:lnTo>
                <a:cubicBezTo>
                  <a:pt x="530791" y="82860"/>
                  <a:pt x="530372" y="78537"/>
                  <a:pt x="529534" y="75261"/>
                </a:cubicBezTo>
                <a:cubicBezTo>
                  <a:pt x="528696" y="71985"/>
                  <a:pt x="527475" y="69162"/>
                  <a:pt x="525870" y="66793"/>
                </a:cubicBezTo>
                <a:cubicBezTo>
                  <a:pt x="524264" y="64422"/>
                  <a:pt x="522187" y="62610"/>
                  <a:pt x="519640" y="61355"/>
                </a:cubicBezTo>
                <a:cubicBezTo>
                  <a:pt x="517092" y="60099"/>
                  <a:pt x="514143" y="59471"/>
                  <a:pt x="510792" y="59471"/>
                </a:cubicBezTo>
                <a:cubicBezTo>
                  <a:pt x="506465" y="59471"/>
                  <a:pt x="502137" y="61005"/>
                  <a:pt x="497809" y="64074"/>
                </a:cubicBezTo>
                <a:cubicBezTo>
                  <a:pt x="493482" y="67141"/>
                  <a:pt x="488945" y="71637"/>
                  <a:pt x="484198" y="77561"/>
                </a:cubicBezTo>
                <a:lnTo>
                  <a:pt x="484198" y="143340"/>
                </a:lnTo>
                <a:cubicBezTo>
                  <a:pt x="484198" y="143899"/>
                  <a:pt x="484058" y="144370"/>
                  <a:pt x="483779" y="144754"/>
                </a:cubicBezTo>
                <a:cubicBezTo>
                  <a:pt x="483500" y="145136"/>
                  <a:pt x="483046" y="145466"/>
                  <a:pt x="482418" y="145745"/>
                </a:cubicBezTo>
                <a:cubicBezTo>
                  <a:pt x="481790" y="146024"/>
                  <a:pt x="480917" y="146234"/>
                  <a:pt x="479801" y="146373"/>
                </a:cubicBezTo>
                <a:cubicBezTo>
                  <a:pt x="478684" y="146513"/>
                  <a:pt x="477253" y="146583"/>
                  <a:pt x="475508" y="146583"/>
                </a:cubicBezTo>
                <a:cubicBezTo>
                  <a:pt x="473833" y="146583"/>
                  <a:pt x="472437" y="146513"/>
                  <a:pt x="471320" y="146373"/>
                </a:cubicBezTo>
                <a:cubicBezTo>
                  <a:pt x="470203" y="146234"/>
                  <a:pt x="469313" y="146024"/>
                  <a:pt x="468650" y="145745"/>
                </a:cubicBezTo>
                <a:cubicBezTo>
                  <a:pt x="467987" y="145466"/>
                  <a:pt x="467533" y="145134"/>
                  <a:pt x="467289" y="144751"/>
                </a:cubicBezTo>
                <a:cubicBezTo>
                  <a:pt x="467044" y="144367"/>
                  <a:pt x="466922" y="143896"/>
                  <a:pt x="466922" y="143337"/>
                </a:cubicBezTo>
                <a:lnTo>
                  <a:pt x="466922" y="49105"/>
                </a:lnTo>
                <a:cubicBezTo>
                  <a:pt x="466922" y="48547"/>
                  <a:pt x="467027" y="48076"/>
                  <a:pt x="467236" y="47692"/>
                </a:cubicBezTo>
                <a:cubicBezTo>
                  <a:pt x="467446" y="47308"/>
                  <a:pt x="467865" y="46959"/>
                  <a:pt x="468493" y="46645"/>
                </a:cubicBezTo>
                <a:cubicBezTo>
                  <a:pt x="469121" y="46331"/>
                  <a:pt x="469924" y="46121"/>
                  <a:pt x="470901" y="46017"/>
                </a:cubicBezTo>
                <a:cubicBezTo>
                  <a:pt x="471878" y="45912"/>
                  <a:pt x="473169" y="45860"/>
                  <a:pt x="474775" y="45860"/>
                </a:cubicBezTo>
                <a:cubicBezTo>
                  <a:pt x="476311" y="45860"/>
                  <a:pt x="477584" y="45912"/>
                  <a:pt x="478597" y="46017"/>
                </a:cubicBezTo>
                <a:cubicBezTo>
                  <a:pt x="479609" y="46121"/>
                  <a:pt x="480394" y="46331"/>
                  <a:pt x="480952" y="46645"/>
                </a:cubicBezTo>
                <a:cubicBezTo>
                  <a:pt x="481511" y="46959"/>
                  <a:pt x="481912" y="47308"/>
                  <a:pt x="482156" y="47692"/>
                </a:cubicBezTo>
                <a:cubicBezTo>
                  <a:pt x="482401" y="48076"/>
                  <a:pt x="482523" y="48547"/>
                  <a:pt x="482523" y="49105"/>
                </a:cubicBezTo>
                <a:lnTo>
                  <a:pt x="482523" y="61565"/>
                </a:lnTo>
                <a:cubicBezTo>
                  <a:pt x="487828" y="55632"/>
                  <a:pt x="493115" y="51287"/>
                  <a:pt x="498385" y="48529"/>
                </a:cubicBezTo>
                <a:cubicBezTo>
                  <a:pt x="503655" y="45772"/>
                  <a:pt x="508978" y="44394"/>
                  <a:pt x="514352" y="44394"/>
                </a:cubicBezTo>
                <a:cubicBezTo>
                  <a:pt x="520634" y="44394"/>
                  <a:pt x="525922" y="45458"/>
                  <a:pt x="530215" y="47587"/>
                </a:cubicBezTo>
                <a:cubicBezTo>
                  <a:pt x="534507" y="49716"/>
                  <a:pt x="537980" y="52560"/>
                  <a:pt x="540632" y="56120"/>
                </a:cubicBezTo>
                <a:cubicBezTo>
                  <a:pt x="543285" y="59680"/>
                  <a:pt x="545187" y="63851"/>
                  <a:pt x="546339" y="68632"/>
                </a:cubicBezTo>
                <a:cubicBezTo>
                  <a:pt x="547490" y="73414"/>
                  <a:pt x="548066" y="79155"/>
                  <a:pt x="548066" y="85856"/>
                </a:cubicBezTo>
                <a:lnTo>
                  <a:pt x="548066" y="143337"/>
                </a:lnTo>
                <a:close/>
                <a:moveTo>
                  <a:pt x="657833" y="53346"/>
                </a:moveTo>
                <a:cubicBezTo>
                  <a:pt x="657833" y="55808"/>
                  <a:pt x="657502" y="57585"/>
                  <a:pt x="656839" y="58676"/>
                </a:cubicBezTo>
                <a:cubicBezTo>
                  <a:pt x="656176" y="59764"/>
                  <a:pt x="655321" y="60308"/>
                  <a:pt x="654273" y="60308"/>
                </a:cubicBezTo>
                <a:lnTo>
                  <a:pt x="640767" y="60308"/>
                </a:lnTo>
                <a:cubicBezTo>
                  <a:pt x="643210" y="62815"/>
                  <a:pt x="644920" y="65582"/>
                  <a:pt x="645897" y="68609"/>
                </a:cubicBezTo>
                <a:cubicBezTo>
                  <a:pt x="646875" y="71635"/>
                  <a:pt x="647363" y="74783"/>
                  <a:pt x="647363" y="78055"/>
                </a:cubicBezTo>
                <a:cubicBezTo>
                  <a:pt x="647363" y="83491"/>
                  <a:pt x="646491" y="88300"/>
                  <a:pt x="644746" y="92481"/>
                </a:cubicBezTo>
                <a:cubicBezTo>
                  <a:pt x="643001" y="96663"/>
                  <a:pt x="640505" y="100200"/>
                  <a:pt x="637259" y="103092"/>
                </a:cubicBezTo>
                <a:cubicBezTo>
                  <a:pt x="634014" y="105985"/>
                  <a:pt x="630157" y="108198"/>
                  <a:pt x="625690" y="109731"/>
                </a:cubicBezTo>
                <a:cubicBezTo>
                  <a:pt x="621223" y="111264"/>
                  <a:pt x="616267" y="112031"/>
                  <a:pt x="610822" y="112031"/>
                </a:cubicBezTo>
                <a:cubicBezTo>
                  <a:pt x="606983" y="112031"/>
                  <a:pt x="603336" y="111526"/>
                  <a:pt x="599881" y="110516"/>
                </a:cubicBezTo>
                <a:cubicBezTo>
                  <a:pt x="596426" y="109506"/>
                  <a:pt x="593756" y="108235"/>
                  <a:pt x="591871" y="106701"/>
                </a:cubicBezTo>
                <a:cubicBezTo>
                  <a:pt x="590615" y="107958"/>
                  <a:pt x="589585" y="109389"/>
                  <a:pt x="588782" y="110994"/>
                </a:cubicBezTo>
                <a:cubicBezTo>
                  <a:pt x="587980" y="112597"/>
                  <a:pt x="587578" y="114445"/>
                  <a:pt x="587578" y="116537"/>
                </a:cubicBezTo>
                <a:cubicBezTo>
                  <a:pt x="587578" y="118980"/>
                  <a:pt x="588713" y="121004"/>
                  <a:pt x="590981" y="122609"/>
                </a:cubicBezTo>
                <a:cubicBezTo>
                  <a:pt x="593250" y="124213"/>
                  <a:pt x="596269" y="125084"/>
                  <a:pt x="600038" y="125224"/>
                </a:cubicBezTo>
                <a:lnTo>
                  <a:pt x="624643" y="126274"/>
                </a:lnTo>
                <a:cubicBezTo>
                  <a:pt x="629320" y="126414"/>
                  <a:pt x="633612" y="127061"/>
                  <a:pt x="637521" y="128217"/>
                </a:cubicBezTo>
                <a:cubicBezTo>
                  <a:pt x="641430" y="129374"/>
                  <a:pt x="644815" y="131020"/>
                  <a:pt x="647677" y="133158"/>
                </a:cubicBezTo>
                <a:cubicBezTo>
                  <a:pt x="650539" y="135294"/>
                  <a:pt x="652773" y="137920"/>
                  <a:pt x="654378" y="141037"/>
                </a:cubicBezTo>
                <a:cubicBezTo>
                  <a:pt x="655984" y="144154"/>
                  <a:pt x="656786" y="147779"/>
                  <a:pt x="656786" y="151913"/>
                </a:cubicBezTo>
                <a:cubicBezTo>
                  <a:pt x="656786" y="156256"/>
                  <a:pt x="655879" y="160388"/>
                  <a:pt x="654064" y="164310"/>
                </a:cubicBezTo>
                <a:cubicBezTo>
                  <a:pt x="652249" y="168234"/>
                  <a:pt x="649475" y="171684"/>
                  <a:pt x="645740" y="174659"/>
                </a:cubicBezTo>
                <a:cubicBezTo>
                  <a:pt x="642006" y="177637"/>
                  <a:pt x="637242" y="179984"/>
                  <a:pt x="631448" y="181701"/>
                </a:cubicBezTo>
                <a:cubicBezTo>
                  <a:pt x="625655" y="183417"/>
                  <a:pt x="618814" y="184276"/>
                  <a:pt x="610927" y="184276"/>
                </a:cubicBezTo>
                <a:cubicBezTo>
                  <a:pt x="603318" y="184276"/>
                  <a:pt x="596844" y="183629"/>
                  <a:pt x="591505" y="182335"/>
                </a:cubicBezTo>
                <a:cubicBezTo>
                  <a:pt x="586165" y="181044"/>
                  <a:pt x="581785" y="179280"/>
                  <a:pt x="578364" y="177045"/>
                </a:cubicBezTo>
                <a:cubicBezTo>
                  <a:pt x="574944" y="174811"/>
                  <a:pt x="572466" y="172140"/>
                  <a:pt x="570931" y="169032"/>
                </a:cubicBezTo>
                <a:cubicBezTo>
                  <a:pt x="569395" y="165923"/>
                  <a:pt x="568627" y="162552"/>
                  <a:pt x="568627" y="158918"/>
                </a:cubicBezTo>
                <a:cubicBezTo>
                  <a:pt x="568627" y="156615"/>
                  <a:pt x="568906" y="154380"/>
                  <a:pt x="569465" y="152214"/>
                </a:cubicBezTo>
                <a:cubicBezTo>
                  <a:pt x="570023" y="150048"/>
                  <a:pt x="570878" y="147987"/>
                  <a:pt x="572030" y="146030"/>
                </a:cubicBezTo>
                <a:cubicBezTo>
                  <a:pt x="573182" y="144075"/>
                  <a:pt x="574613" y="142208"/>
                  <a:pt x="576323" y="140428"/>
                </a:cubicBezTo>
                <a:cubicBezTo>
                  <a:pt x="578033" y="138646"/>
                  <a:pt x="580005" y="136882"/>
                  <a:pt x="582238" y="135134"/>
                </a:cubicBezTo>
                <a:cubicBezTo>
                  <a:pt x="578818" y="133383"/>
                  <a:pt x="576288" y="131175"/>
                  <a:pt x="574648" y="128512"/>
                </a:cubicBezTo>
                <a:cubicBezTo>
                  <a:pt x="573007" y="125846"/>
                  <a:pt x="572187" y="122971"/>
                  <a:pt x="572187" y="119887"/>
                </a:cubicBezTo>
                <a:cubicBezTo>
                  <a:pt x="572187" y="115612"/>
                  <a:pt x="573060" y="111791"/>
                  <a:pt x="574805" y="108426"/>
                </a:cubicBezTo>
                <a:cubicBezTo>
                  <a:pt x="576550" y="105060"/>
                  <a:pt x="578714" y="102045"/>
                  <a:pt x="581296" y="99382"/>
                </a:cubicBezTo>
                <a:cubicBezTo>
                  <a:pt x="579132" y="96804"/>
                  <a:pt x="577422" y="93894"/>
                  <a:pt x="576166" y="90652"/>
                </a:cubicBezTo>
                <a:cubicBezTo>
                  <a:pt x="574909" y="87411"/>
                  <a:pt x="574281" y="83491"/>
                  <a:pt x="574281" y="78893"/>
                </a:cubicBezTo>
                <a:cubicBezTo>
                  <a:pt x="574281" y="73527"/>
                  <a:pt x="575189" y="68718"/>
                  <a:pt x="577003" y="64467"/>
                </a:cubicBezTo>
                <a:cubicBezTo>
                  <a:pt x="578818" y="60216"/>
                  <a:pt x="581331" y="56626"/>
                  <a:pt x="584542" y="53699"/>
                </a:cubicBezTo>
                <a:cubicBezTo>
                  <a:pt x="587753" y="50772"/>
                  <a:pt x="591609" y="48524"/>
                  <a:pt x="596111" y="46956"/>
                </a:cubicBezTo>
                <a:cubicBezTo>
                  <a:pt x="600614" y="45387"/>
                  <a:pt x="605517" y="44603"/>
                  <a:pt x="610822" y="44603"/>
                </a:cubicBezTo>
                <a:cubicBezTo>
                  <a:pt x="613684" y="44603"/>
                  <a:pt x="616354" y="44751"/>
                  <a:pt x="618832" y="45048"/>
                </a:cubicBezTo>
                <a:cubicBezTo>
                  <a:pt x="621310" y="45343"/>
                  <a:pt x="623631" y="45753"/>
                  <a:pt x="625795" y="46278"/>
                </a:cubicBezTo>
                <a:lnTo>
                  <a:pt x="654273" y="46278"/>
                </a:lnTo>
                <a:cubicBezTo>
                  <a:pt x="655460" y="46278"/>
                  <a:pt x="656350" y="46859"/>
                  <a:pt x="656943" y="48019"/>
                </a:cubicBezTo>
                <a:cubicBezTo>
                  <a:pt x="657537" y="49179"/>
                  <a:pt x="657833" y="50955"/>
                  <a:pt x="657833" y="53346"/>
                </a:cubicBezTo>
                <a:moveTo>
                  <a:pt x="630820" y="78108"/>
                </a:moveTo>
                <a:cubicBezTo>
                  <a:pt x="630820" y="71719"/>
                  <a:pt x="629058" y="66737"/>
                  <a:pt x="625533" y="63162"/>
                </a:cubicBezTo>
                <a:cubicBezTo>
                  <a:pt x="622008" y="59584"/>
                  <a:pt x="617000" y="57796"/>
                  <a:pt x="610508" y="57796"/>
                </a:cubicBezTo>
                <a:cubicBezTo>
                  <a:pt x="607158" y="57796"/>
                  <a:pt x="604243" y="58352"/>
                  <a:pt x="601765" y="59464"/>
                </a:cubicBezTo>
                <a:cubicBezTo>
                  <a:pt x="599287" y="60575"/>
                  <a:pt x="597228" y="62103"/>
                  <a:pt x="595588" y="64048"/>
                </a:cubicBezTo>
                <a:cubicBezTo>
                  <a:pt x="593948" y="65992"/>
                  <a:pt x="592726" y="68231"/>
                  <a:pt x="591923" y="70766"/>
                </a:cubicBezTo>
                <a:cubicBezTo>
                  <a:pt x="591121" y="73300"/>
                  <a:pt x="590719" y="75956"/>
                  <a:pt x="590719" y="78733"/>
                </a:cubicBezTo>
                <a:cubicBezTo>
                  <a:pt x="590719" y="84914"/>
                  <a:pt x="592482" y="89777"/>
                  <a:pt x="596007" y="93319"/>
                </a:cubicBezTo>
                <a:cubicBezTo>
                  <a:pt x="599532" y="96859"/>
                  <a:pt x="604470" y="98629"/>
                  <a:pt x="610822" y="98629"/>
                </a:cubicBezTo>
                <a:cubicBezTo>
                  <a:pt x="614242" y="98629"/>
                  <a:pt x="617209" y="98092"/>
                  <a:pt x="619722" y="97016"/>
                </a:cubicBezTo>
                <a:cubicBezTo>
                  <a:pt x="622235" y="95939"/>
                  <a:pt x="624311" y="94446"/>
                  <a:pt x="625952" y="92537"/>
                </a:cubicBezTo>
                <a:cubicBezTo>
                  <a:pt x="627592" y="90626"/>
                  <a:pt x="628813" y="88421"/>
                  <a:pt x="629616" y="85921"/>
                </a:cubicBezTo>
                <a:cubicBezTo>
                  <a:pt x="630419" y="83421"/>
                  <a:pt x="630820" y="80817"/>
                  <a:pt x="630820" y="78108"/>
                </a:cubicBezTo>
                <a:moveTo>
                  <a:pt x="639510" y="152852"/>
                </a:moveTo>
                <a:cubicBezTo>
                  <a:pt x="639510" y="148775"/>
                  <a:pt x="637853" y="145631"/>
                  <a:pt x="634537" y="143419"/>
                </a:cubicBezTo>
                <a:cubicBezTo>
                  <a:pt x="631222" y="141205"/>
                  <a:pt x="626737" y="140028"/>
                  <a:pt x="621083" y="139888"/>
                </a:cubicBezTo>
                <a:lnTo>
                  <a:pt x="596687" y="139044"/>
                </a:lnTo>
                <a:cubicBezTo>
                  <a:pt x="594454" y="140800"/>
                  <a:pt x="592621" y="142469"/>
                  <a:pt x="591191" y="144050"/>
                </a:cubicBezTo>
                <a:cubicBezTo>
                  <a:pt x="589760" y="145632"/>
                  <a:pt x="588625" y="147142"/>
                  <a:pt x="587788" y="148582"/>
                </a:cubicBezTo>
                <a:cubicBezTo>
                  <a:pt x="586950" y="150022"/>
                  <a:pt x="586374" y="151444"/>
                  <a:pt x="586060" y="152849"/>
                </a:cubicBezTo>
                <a:cubicBezTo>
                  <a:pt x="585746" y="154256"/>
                  <a:pt x="585589" y="155696"/>
                  <a:pt x="585589" y="157171"/>
                </a:cubicBezTo>
                <a:cubicBezTo>
                  <a:pt x="585589" y="161738"/>
                  <a:pt x="587892" y="165199"/>
                  <a:pt x="592499" y="167553"/>
                </a:cubicBezTo>
                <a:cubicBezTo>
                  <a:pt x="597106" y="169906"/>
                  <a:pt x="603528" y="171083"/>
                  <a:pt x="611764" y="171083"/>
                </a:cubicBezTo>
                <a:cubicBezTo>
                  <a:pt x="617000" y="171083"/>
                  <a:pt x="621380" y="170574"/>
                  <a:pt x="624905" y="169555"/>
                </a:cubicBezTo>
                <a:cubicBezTo>
                  <a:pt x="628430" y="168536"/>
                  <a:pt x="631274" y="167184"/>
                  <a:pt x="633438" y="165498"/>
                </a:cubicBezTo>
                <a:cubicBezTo>
                  <a:pt x="635602" y="163812"/>
                  <a:pt x="637155" y="161879"/>
                  <a:pt x="638097" y="159700"/>
                </a:cubicBezTo>
                <a:cubicBezTo>
                  <a:pt x="639039" y="157523"/>
                  <a:pt x="639510" y="155240"/>
                  <a:pt x="639510" y="152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11546-7B65-44A0-B870-1BB2E1A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5182" y="1902982"/>
            <a:ext cx="479834" cy="347056"/>
          </a:xfrm>
          <a:custGeom xmlns:a="http://schemas.openxmlformats.org/drawingml/2006/main">
            <a:pathLst>
              <a:path w="479834" h="347056">
                <a:moveTo>
                  <a:pt x="0" y="57690"/>
                </a:moveTo>
                <a:cubicBezTo>
                  <a:pt x="458" y="25854"/>
                  <a:pt x="26312" y="0"/>
                  <a:pt x="58606" y="916"/>
                </a:cubicBezTo>
                <a:lnTo>
                  <a:pt x="421229" y="916"/>
                </a:lnTo>
                <a:cubicBezTo>
                  <a:pt x="453828" y="0"/>
                  <a:pt x="479682" y="25854"/>
                  <a:pt x="479834" y="57690"/>
                </a:cubicBezTo>
                <a:lnTo>
                  <a:pt x="479834" y="288450"/>
                </a:lnTo>
                <a:cubicBezTo>
                  <a:pt x="479682" y="320592"/>
                  <a:pt x="453828" y="346445"/>
                  <a:pt x="421229" y="347056"/>
                </a:cubicBezTo>
                <a:lnTo>
                  <a:pt x="58606" y="347056"/>
                </a:lnTo>
                <a:cubicBezTo>
                  <a:pt x="26312" y="346445"/>
                  <a:pt x="458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D15B02-7E20-48B9-9ED5-348925932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8009" y="1895351"/>
            <a:ext cx="494486" cy="361707"/>
          </a:xfrm>
          <a:custGeom xmlns:a="http://schemas.openxmlformats.org/drawingml/2006/main">
            <a:pathLst>
              <a:path w="494486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429119" y="361707"/>
                </a:lnTo>
                <a:lnTo>
                  <a:pt x="429501" y="361692"/>
                </a:lnTo>
                <a:lnTo>
                  <a:pt x="435407" y="361402"/>
                </a:lnTo>
                <a:lnTo>
                  <a:pt x="436170" y="361326"/>
                </a:lnTo>
                <a:lnTo>
                  <a:pt x="441909" y="360440"/>
                </a:lnTo>
                <a:lnTo>
                  <a:pt x="442656" y="360288"/>
                </a:lnTo>
                <a:lnTo>
                  <a:pt x="448181" y="358868"/>
                </a:lnTo>
                <a:lnTo>
                  <a:pt x="448898" y="358640"/>
                </a:lnTo>
                <a:lnTo>
                  <a:pt x="454210" y="356701"/>
                </a:lnTo>
                <a:lnTo>
                  <a:pt x="454896" y="356411"/>
                </a:lnTo>
                <a:lnTo>
                  <a:pt x="459948" y="353985"/>
                </a:lnTo>
                <a:lnTo>
                  <a:pt x="460604" y="353634"/>
                </a:lnTo>
                <a:lnTo>
                  <a:pt x="465366" y="350734"/>
                </a:lnTo>
                <a:lnTo>
                  <a:pt x="465961" y="350322"/>
                </a:lnTo>
                <a:lnTo>
                  <a:pt x="470418" y="346995"/>
                </a:lnTo>
                <a:lnTo>
                  <a:pt x="470967" y="346537"/>
                </a:lnTo>
                <a:lnTo>
                  <a:pt x="475073" y="342813"/>
                </a:lnTo>
                <a:lnTo>
                  <a:pt x="475592" y="342294"/>
                </a:lnTo>
                <a:lnTo>
                  <a:pt x="479315" y="338189"/>
                </a:lnTo>
                <a:lnTo>
                  <a:pt x="479773" y="337639"/>
                </a:lnTo>
                <a:lnTo>
                  <a:pt x="483100" y="333183"/>
                </a:lnTo>
                <a:lnTo>
                  <a:pt x="483512" y="332587"/>
                </a:lnTo>
                <a:lnTo>
                  <a:pt x="486412" y="327826"/>
                </a:lnTo>
                <a:lnTo>
                  <a:pt x="486763" y="327170"/>
                </a:lnTo>
                <a:lnTo>
                  <a:pt x="489190" y="322118"/>
                </a:lnTo>
                <a:lnTo>
                  <a:pt x="489480" y="321431"/>
                </a:lnTo>
                <a:lnTo>
                  <a:pt x="491418" y="316135"/>
                </a:lnTo>
                <a:lnTo>
                  <a:pt x="491647" y="315403"/>
                </a:lnTo>
                <a:lnTo>
                  <a:pt x="493066" y="309878"/>
                </a:lnTo>
                <a:lnTo>
                  <a:pt x="493219" y="309130"/>
                </a:lnTo>
                <a:lnTo>
                  <a:pt x="494104" y="303391"/>
                </a:lnTo>
                <a:lnTo>
                  <a:pt x="494181" y="302628"/>
                </a:lnTo>
                <a:lnTo>
                  <a:pt x="494471" y="296722"/>
                </a:lnTo>
                <a:lnTo>
                  <a:pt x="494486" y="296340"/>
                </a:lnTo>
                <a:lnTo>
                  <a:pt x="494486" y="65367"/>
                </a:lnTo>
                <a:lnTo>
                  <a:pt x="494471" y="64985"/>
                </a:lnTo>
                <a:lnTo>
                  <a:pt x="494181" y="59079"/>
                </a:lnTo>
                <a:lnTo>
                  <a:pt x="494104" y="58316"/>
                </a:lnTo>
                <a:lnTo>
                  <a:pt x="493219" y="52577"/>
                </a:lnTo>
                <a:lnTo>
                  <a:pt x="493066" y="51829"/>
                </a:lnTo>
                <a:lnTo>
                  <a:pt x="491647" y="46305"/>
                </a:lnTo>
                <a:lnTo>
                  <a:pt x="491418" y="45572"/>
                </a:lnTo>
                <a:lnTo>
                  <a:pt x="489480" y="40276"/>
                </a:lnTo>
                <a:lnTo>
                  <a:pt x="489190" y="39589"/>
                </a:lnTo>
                <a:lnTo>
                  <a:pt x="486763" y="34538"/>
                </a:lnTo>
                <a:lnTo>
                  <a:pt x="486412" y="33881"/>
                </a:lnTo>
                <a:lnTo>
                  <a:pt x="483512" y="29120"/>
                </a:lnTo>
                <a:lnTo>
                  <a:pt x="483100" y="28525"/>
                </a:lnTo>
                <a:lnTo>
                  <a:pt x="479773" y="24068"/>
                </a:lnTo>
                <a:lnTo>
                  <a:pt x="479315" y="23519"/>
                </a:lnTo>
                <a:lnTo>
                  <a:pt x="475592" y="19413"/>
                </a:lnTo>
                <a:lnTo>
                  <a:pt x="475073" y="18894"/>
                </a:lnTo>
                <a:lnTo>
                  <a:pt x="470967" y="15170"/>
                </a:lnTo>
                <a:lnTo>
                  <a:pt x="470418" y="14712"/>
                </a:lnTo>
                <a:lnTo>
                  <a:pt x="465961" y="11385"/>
                </a:lnTo>
                <a:lnTo>
                  <a:pt x="465366" y="10973"/>
                </a:lnTo>
                <a:lnTo>
                  <a:pt x="460604" y="8074"/>
                </a:lnTo>
                <a:lnTo>
                  <a:pt x="459948" y="7723"/>
                </a:lnTo>
                <a:lnTo>
                  <a:pt x="454896" y="5296"/>
                </a:lnTo>
                <a:lnTo>
                  <a:pt x="454210" y="5006"/>
                </a:lnTo>
                <a:lnTo>
                  <a:pt x="448898" y="3068"/>
                </a:lnTo>
                <a:lnTo>
                  <a:pt x="448181" y="2839"/>
                </a:lnTo>
                <a:lnTo>
                  <a:pt x="442656" y="1419"/>
                </a:lnTo>
                <a:lnTo>
                  <a:pt x="441909" y="1267"/>
                </a:lnTo>
                <a:lnTo>
                  <a:pt x="436170" y="382"/>
                </a:lnTo>
                <a:lnTo>
                  <a:pt x="435407" y="305"/>
                </a:lnTo>
                <a:lnTo>
                  <a:pt x="429501" y="15"/>
                </a:lnTo>
                <a:lnTo>
                  <a:pt x="429119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429018" y="15262"/>
                </a:lnTo>
                <a:lnTo>
                  <a:pt x="434235" y="15532"/>
                </a:lnTo>
                <a:lnTo>
                  <a:pt x="439229" y="16289"/>
                </a:lnTo>
                <a:lnTo>
                  <a:pt x="443933" y="17497"/>
                </a:lnTo>
                <a:lnTo>
                  <a:pt x="448610" y="19209"/>
                </a:lnTo>
                <a:lnTo>
                  <a:pt x="452953" y="21295"/>
                </a:lnTo>
                <a:lnTo>
                  <a:pt x="457016" y="23756"/>
                </a:lnTo>
                <a:lnTo>
                  <a:pt x="460944" y="26676"/>
                </a:lnTo>
                <a:lnTo>
                  <a:pt x="464545" y="29941"/>
                </a:lnTo>
                <a:lnTo>
                  <a:pt x="467815" y="33547"/>
                </a:lnTo>
                <a:lnTo>
                  <a:pt x="470682" y="37392"/>
                </a:lnTo>
                <a:lnTo>
                  <a:pt x="473190" y="41532"/>
                </a:lnTo>
                <a:lnTo>
                  <a:pt x="475277" y="45875"/>
                </a:lnTo>
                <a:lnTo>
                  <a:pt x="476989" y="50553"/>
                </a:lnTo>
                <a:lnTo>
                  <a:pt x="478197" y="55257"/>
                </a:lnTo>
                <a:lnTo>
                  <a:pt x="478954" y="60251"/>
                </a:lnTo>
                <a:lnTo>
                  <a:pt x="479224" y="65468"/>
                </a:lnTo>
                <a:lnTo>
                  <a:pt x="479224" y="296239"/>
                </a:lnTo>
                <a:lnTo>
                  <a:pt x="478954" y="301456"/>
                </a:lnTo>
                <a:lnTo>
                  <a:pt x="478197" y="306450"/>
                </a:lnTo>
                <a:lnTo>
                  <a:pt x="476989" y="311154"/>
                </a:lnTo>
                <a:lnTo>
                  <a:pt x="475277" y="315832"/>
                </a:lnTo>
                <a:lnTo>
                  <a:pt x="473190" y="320175"/>
                </a:lnTo>
                <a:lnTo>
                  <a:pt x="470730" y="324237"/>
                </a:lnTo>
                <a:lnTo>
                  <a:pt x="467810" y="328166"/>
                </a:lnTo>
                <a:lnTo>
                  <a:pt x="464545" y="331766"/>
                </a:lnTo>
                <a:lnTo>
                  <a:pt x="460944" y="335032"/>
                </a:lnTo>
                <a:lnTo>
                  <a:pt x="457016" y="337951"/>
                </a:lnTo>
                <a:lnTo>
                  <a:pt x="452953" y="340412"/>
                </a:lnTo>
                <a:lnTo>
                  <a:pt x="448610" y="342498"/>
                </a:lnTo>
                <a:lnTo>
                  <a:pt x="443933" y="344210"/>
                </a:lnTo>
                <a:lnTo>
                  <a:pt x="439229" y="345419"/>
                </a:lnTo>
                <a:lnTo>
                  <a:pt x="434235" y="346176"/>
                </a:lnTo>
                <a:lnTo>
                  <a:pt x="42901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DA6FE-3D20-473B-8E39-9959E68D3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8408" y="1880090"/>
            <a:ext cx="593383" cy="369949"/>
          </a:xfrm>
          <a:custGeom xmlns:a="http://schemas.openxmlformats.org/drawingml/2006/main">
            <a:pathLst>
              <a:path w="593383" h="369949">
                <a:moveTo>
                  <a:pt x="0" y="0"/>
                </a:moveTo>
                <a:lnTo>
                  <a:pt x="593383" y="0"/>
                </a:lnTo>
                <a:lnTo>
                  <a:pt x="593383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Text film">
            <a:extLst xmlns:a="http://schemas.openxmlformats.org/drawingml/2006/main">
              <a:ext uri="{FF2B5EF4-FFF2-40B4-BE49-F238E27FC236}">
                <a16:creationId xmlns:a16="http://schemas.microsoft.com/office/drawing/2014/main" id="{49058DF8-3199-435B-9DAE-656508C89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2009" y="1991433"/>
            <a:ext cx="314462" cy="147211"/>
          </a:xfrm>
          <a:custGeom xmlns:a="http://schemas.openxmlformats.org/drawingml/2006/main">
            <a:pathLst>
              <a:path w="314462" h="147211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94284" y="143965"/>
                </a:moveTo>
                <a:cubicBezTo>
                  <a:pt x="94284" y="144524"/>
                  <a:pt x="94145" y="144995"/>
                  <a:pt x="93865" y="145379"/>
                </a:cubicBezTo>
                <a:cubicBezTo>
                  <a:pt x="93586" y="145763"/>
                  <a:pt x="93133" y="146094"/>
                  <a:pt x="92504" y="146373"/>
                </a:cubicBezTo>
                <a:cubicBezTo>
                  <a:pt x="91876" y="146653"/>
                  <a:pt x="91004" y="146862"/>
                  <a:pt x="89887" y="147002"/>
                </a:cubicBezTo>
                <a:cubicBezTo>
                  <a:pt x="88770" y="147141"/>
                  <a:pt x="87339" y="147211"/>
                  <a:pt x="85594" y="147211"/>
                </a:cubicBezTo>
                <a:cubicBezTo>
                  <a:pt x="83919" y="147211"/>
                  <a:pt x="82523" y="147141"/>
                  <a:pt x="81406" y="147002"/>
                </a:cubicBezTo>
                <a:cubicBezTo>
                  <a:pt x="80289" y="146862"/>
                  <a:pt x="79399" y="146653"/>
                  <a:pt x="78736" y="146373"/>
                </a:cubicBezTo>
                <a:cubicBezTo>
                  <a:pt x="78073" y="146094"/>
                  <a:pt x="77619" y="145763"/>
                  <a:pt x="77375" y="145379"/>
                </a:cubicBezTo>
                <a:cubicBezTo>
                  <a:pt x="77131" y="144995"/>
                  <a:pt x="77008" y="144524"/>
                  <a:pt x="77008" y="143965"/>
                </a:cubicBezTo>
                <a:lnTo>
                  <a:pt x="77008" y="49733"/>
                </a:lnTo>
                <a:cubicBezTo>
                  <a:pt x="77008" y="49245"/>
                  <a:pt x="77131" y="48791"/>
                  <a:pt x="77375" y="48372"/>
                </a:cubicBezTo>
                <a:cubicBezTo>
                  <a:pt x="77619" y="47954"/>
                  <a:pt x="78073" y="47605"/>
                  <a:pt x="78736" y="47325"/>
                </a:cubicBezTo>
                <a:cubicBezTo>
                  <a:pt x="79399" y="47046"/>
                  <a:pt x="80289" y="46837"/>
                  <a:pt x="81406" y="46697"/>
                </a:cubicBezTo>
                <a:cubicBezTo>
                  <a:pt x="82523" y="46558"/>
                  <a:pt x="83919" y="46488"/>
                  <a:pt x="85594" y="46488"/>
                </a:cubicBezTo>
                <a:cubicBezTo>
                  <a:pt x="87339" y="46488"/>
                  <a:pt x="88770" y="46558"/>
                  <a:pt x="89887" y="46697"/>
                </a:cubicBezTo>
                <a:cubicBezTo>
                  <a:pt x="91004" y="46837"/>
                  <a:pt x="91876" y="47046"/>
                  <a:pt x="92504" y="47325"/>
                </a:cubicBezTo>
                <a:cubicBezTo>
                  <a:pt x="93133" y="47605"/>
                  <a:pt x="93586" y="47954"/>
                  <a:pt x="93865" y="48372"/>
                </a:cubicBezTo>
                <a:cubicBezTo>
                  <a:pt x="94145" y="48791"/>
                  <a:pt x="94284" y="49245"/>
                  <a:pt x="94284" y="49733"/>
                </a:cubicBezTo>
                <a:lnTo>
                  <a:pt x="94284" y="143965"/>
                </a:lnTo>
                <a:moveTo>
                  <a:pt x="96274" y="17799"/>
                </a:moveTo>
                <a:cubicBezTo>
                  <a:pt x="96274" y="21848"/>
                  <a:pt x="95506" y="24605"/>
                  <a:pt x="93970" y="26071"/>
                </a:cubicBezTo>
                <a:cubicBezTo>
                  <a:pt x="92435" y="27537"/>
                  <a:pt x="89608" y="28270"/>
                  <a:pt x="85489" y="28270"/>
                </a:cubicBezTo>
                <a:cubicBezTo>
                  <a:pt x="81441" y="28270"/>
                  <a:pt x="78666" y="27554"/>
                  <a:pt x="77165" y="26123"/>
                </a:cubicBezTo>
                <a:cubicBezTo>
                  <a:pt x="75665" y="24692"/>
                  <a:pt x="74914" y="21987"/>
                  <a:pt x="74914" y="18009"/>
                </a:cubicBezTo>
                <a:cubicBezTo>
                  <a:pt x="74914" y="13960"/>
                  <a:pt x="75682" y="11203"/>
                  <a:pt x="77218" y="9737"/>
                </a:cubicBezTo>
                <a:cubicBezTo>
                  <a:pt x="78753" y="8271"/>
                  <a:pt x="81580" y="7539"/>
                  <a:pt x="85699" y="7539"/>
                </a:cubicBezTo>
                <a:cubicBezTo>
                  <a:pt x="89747" y="7539"/>
                  <a:pt x="92522" y="8254"/>
                  <a:pt x="94022" y="9685"/>
                </a:cubicBezTo>
                <a:cubicBezTo>
                  <a:pt x="95523" y="11116"/>
                  <a:pt x="96274" y="13821"/>
                  <a:pt x="96274" y="17799"/>
                </a:cubicBezTo>
                <a:close/>
                <a:moveTo>
                  <a:pt x="143123" y="143962"/>
                </a:moveTo>
                <a:cubicBezTo>
                  <a:pt x="143123" y="144520"/>
                  <a:pt x="142983" y="144993"/>
                  <a:pt x="142704" y="145379"/>
                </a:cubicBezTo>
                <a:cubicBezTo>
                  <a:pt x="142425" y="145763"/>
                  <a:pt x="141971" y="146094"/>
                  <a:pt x="141343" y="146373"/>
                </a:cubicBezTo>
                <a:cubicBezTo>
                  <a:pt x="140714" y="146653"/>
                  <a:pt x="139842" y="146862"/>
                  <a:pt x="138725" y="147002"/>
                </a:cubicBezTo>
                <a:cubicBezTo>
                  <a:pt x="137608" y="147141"/>
                  <a:pt x="136177" y="147211"/>
                  <a:pt x="134432" y="147211"/>
                </a:cubicBezTo>
                <a:cubicBezTo>
                  <a:pt x="132757" y="147211"/>
                  <a:pt x="131361" y="147141"/>
                  <a:pt x="130244" y="147002"/>
                </a:cubicBezTo>
                <a:cubicBezTo>
                  <a:pt x="129127" y="146862"/>
                  <a:pt x="128237" y="146653"/>
                  <a:pt x="127574" y="146373"/>
                </a:cubicBezTo>
                <a:cubicBezTo>
                  <a:pt x="126911" y="146094"/>
                  <a:pt x="126458" y="145763"/>
                  <a:pt x="126213" y="145379"/>
                </a:cubicBezTo>
                <a:cubicBezTo>
                  <a:pt x="125969" y="144993"/>
                  <a:pt x="125847" y="144520"/>
                  <a:pt x="125847" y="143962"/>
                </a:cubicBezTo>
                <a:lnTo>
                  <a:pt x="125847" y="3982"/>
                </a:lnTo>
                <a:cubicBezTo>
                  <a:pt x="125847" y="3424"/>
                  <a:pt x="125969" y="2935"/>
                  <a:pt x="126213" y="2516"/>
                </a:cubicBezTo>
                <a:cubicBezTo>
                  <a:pt x="126458" y="2095"/>
                  <a:pt x="126911" y="1745"/>
                  <a:pt x="127574" y="1466"/>
                </a:cubicBezTo>
                <a:cubicBezTo>
                  <a:pt x="128237" y="1187"/>
                  <a:pt x="129127" y="977"/>
                  <a:pt x="130244" y="838"/>
                </a:cubicBezTo>
                <a:cubicBezTo>
                  <a:pt x="131361" y="698"/>
                  <a:pt x="132757" y="628"/>
                  <a:pt x="134432" y="628"/>
                </a:cubicBezTo>
                <a:cubicBezTo>
                  <a:pt x="136177" y="628"/>
                  <a:pt x="137608" y="698"/>
                  <a:pt x="138725" y="838"/>
                </a:cubicBezTo>
                <a:cubicBezTo>
                  <a:pt x="139842" y="977"/>
                  <a:pt x="140714" y="1187"/>
                  <a:pt x="141343" y="1466"/>
                </a:cubicBezTo>
                <a:cubicBezTo>
                  <a:pt x="141971" y="1745"/>
                  <a:pt x="142425" y="2095"/>
                  <a:pt x="142704" y="2516"/>
                </a:cubicBezTo>
                <a:cubicBezTo>
                  <a:pt x="142983" y="2935"/>
                  <a:pt x="143123" y="3424"/>
                  <a:pt x="143123" y="3982"/>
                </a:cubicBezTo>
                <a:lnTo>
                  <a:pt x="143123" y="143962"/>
                </a:lnTo>
                <a:close/>
                <a:moveTo>
                  <a:pt x="314462" y="143965"/>
                </a:moveTo>
                <a:cubicBezTo>
                  <a:pt x="314462" y="144524"/>
                  <a:pt x="314323" y="144995"/>
                  <a:pt x="314044" y="145379"/>
                </a:cubicBezTo>
                <a:cubicBezTo>
                  <a:pt x="313764" y="145763"/>
                  <a:pt x="313311" y="146094"/>
                  <a:pt x="312682" y="146373"/>
                </a:cubicBezTo>
                <a:cubicBezTo>
                  <a:pt x="312054" y="146653"/>
                  <a:pt x="311182" y="146862"/>
                  <a:pt x="310065" y="147002"/>
                </a:cubicBezTo>
                <a:cubicBezTo>
                  <a:pt x="308948" y="147141"/>
                  <a:pt x="307552" y="147211"/>
                  <a:pt x="305877" y="147211"/>
                </a:cubicBezTo>
                <a:cubicBezTo>
                  <a:pt x="304132" y="147211"/>
                  <a:pt x="302701" y="147141"/>
                  <a:pt x="301584" y="147002"/>
                </a:cubicBezTo>
                <a:cubicBezTo>
                  <a:pt x="300467" y="146862"/>
                  <a:pt x="299577" y="146653"/>
                  <a:pt x="298914" y="146373"/>
                </a:cubicBezTo>
                <a:cubicBezTo>
                  <a:pt x="298251" y="146094"/>
                  <a:pt x="297780" y="145764"/>
                  <a:pt x="297501" y="145382"/>
                </a:cubicBezTo>
                <a:cubicBezTo>
                  <a:pt x="297221" y="144998"/>
                  <a:pt x="297082" y="144527"/>
                  <a:pt x="297082" y="143969"/>
                </a:cubicBezTo>
                <a:lnTo>
                  <a:pt x="297082" y="86765"/>
                </a:lnTo>
                <a:cubicBezTo>
                  <a:pt x="297082" y="82791"/>
                  <a:pt x="296733" y="79166"/>
                  <a:pt x="296035" y="75889"/>
                </a:cubicBezTo>
                <a:cubicBezTo>
                  <a:pt x="295337" y="72613"/>
                  <a:pt x="294220" y="69790"/>
                  <a:pt x="292684" y="67422"/>
                </a:cubicBezTo>
                <a:cubicBezTo>
                  <a:pt x="291149" y="65051"/>
                  <a:pt x="289194" y="63238"/>
                  <a:pt x="286821" y="61984"/>
                </a:cubicBezTo>
                <a:cubicBezTo>
                  <a:pt x="284448" y="60727"/>
                  <a:pt x="281656" y="60099"/>
                  <a:pt x="278445" y="60099"/>
                </a:cubicBezTo>
                <a:cubicBezTo>
                  <a:pt x="274466" y="60099"/>
                  <a:pt x="270470" y="61634"/>
                  <a:pt x="266457" y="64703"/>
                </a:cubicBezTo>
                <a:cubicBezTo>
                  <a:pt x="262443" y="67770"/>
                  <a:pt x="258028" y="72265"/>
                  <a:pt x="253212" y="78190"/>
                </a:cubicBezTo>
                <a:lnTo>
                  <a:pt x="253212" y="143969"/>
                </a:lnTo>
                <a:cubicBezTo>
                  <a:pt x="253212" y="144527"/>
                  <a:pt x="253072" y="144998"/>
                  <a:pt x="252793" y="145382"/>
                </a:cubicBezTo>
                <a:cubicBezTo>
                  <a:pt x="252514" y="145764"/>
                  <a:pt x="252043" y="146094"/>
                  <a:pt x="251379" y="146373"/>
                </a:cubicBezTo>
                <a:cubicBezTo>
                  <a:pt x="250716" y="146653"/>
                  <a:pt x="249826" y="146862"/>
                  <a:pt x="248710" y="147002"/>
                </a:cubicBezTo>
                <a:cubicBezTo>
                  <a:pt x="247593" y="147141"/>
                  <a:pt x="246197" y="147211"/>
                  <a:pt x="244521" y="147211"/>
                </a:cubicBezTo>
                <a:cubicBezTo>
                  <a:pt x="242916" y="147211"/>
                  <a:pt x="241537" y="147141"/>
                  <a:pt x="240386" y="147002"/>
                </a:cubicBezTo>
                <a:cubicBezTo>
                  <a:pt x="239234" y="146862"/>
                  <a:pt x="238327" y="146653"/>
                  <a:pt x="237663" y="146373"/>
                </a:cubicBezTo>
                <a:cubicBezTo>
                  <a:pt x="237000" y="146094"/>
                  <a:pt x="236547" y="145764"/>
                  <a:pt x="236302" y="145382"/>
                </a:cubicBezTo>
                <a:cubicBezTo>
                  <a:pt x="236058" y="144998"/>
                  <a:pt x="235936" y="144527"/>
                  <a:pt x="235936" y="143969"/>
                </a:cubicBezTo>
                <a:lnTo>
                  <a:pt x="235936" y="86765"/>
                </a:lnTo>
                <a:cubicBezTo>
                  <a:pt x="235936" y="82791"/>
                  <a:pt x="235552" y="79166"/>
                  <a:pt x="234784" y="75889"/>
                </a:cubicBezTo>
                <a:cubicBezTo>
                  <a:pt x="234016" y="72613"/>
                  <a:pt x="232865" y="69790"/>
                  <a:pt x="231329" y="67422"/>
                </a:cubicBezTo>
                <a:cubicBezTo>
                  <a:pt x="229793" y="65051"/>
                  <a:pt x="227856" y="63238"/>
                  <a:pt x="225518" y="61984"/>
                </a:cubicBezTo>
                <a:cubicBezTo>
                  <a:pt x="223180" y="60727"/>
                  <a:pt x="220405" y="60099"/>
                  <a:pt x="217194" y="60099"/>
                </a:cubicBezTo>
                <a:cubicBezTo>
                  <a:pt x="213216" y="60099"/>
                  <a:pt x="209202" y="61634"/>
                  <a:pt x="205153" y="64703"/>
                </a:cubicBezTo>
                <a:cubicBezTo>
                  <a:pt x="201105" y="67770"/>
                  <a:pt x="196708" y="72265"/>
                  <a:pt x="191961" y="78190"/>
                </a:cubicBezTo>
                <a:lnTo>
                  <a:pt x="191961" y="143969"/>
                </a:lnTo>
                <a:cubicBezTo>
                  <a:pt x="191961" y="144527"/>
                  <a:pt x="191821" y="144998"/>
                  <a:pt x="191542" y="145382"/>
                </a:cubicBezTo>
                <a:cubicBezTo>
                  <a:pt x="191263" y="145764"/>
                  <a:pt x="190809" y="146094"/>
                  <a:pt x="190181" y="146373"/>
                </a:cubicBezTo>
                <a:cubicBezTo>
                  <a:pt x="189553" y="146653"/>
                  <a:pt x="188680" y="146862"/>
                  <a:pt x="187564" y="147002"/>
                </a:cubicBezTo>
                <a:cubicBezTo>
                  <a:pt x="186447" y="147141"/>
                  <a:pt x="185016" y="147211"/>
                  <a:pt x="183271" y="147211"/>
                </a:cubicBezTo>
                <a:cubicBezTo>
                  <a:pt x="181596" y="147211"/>
                  <a:pt x="180199" y="147141"/>
                  <a:pt x="179083" y="147002"/>
                </a:cubicBezTo>
                <a:cubicBezTo>
                  <a:pt x="177966" y="146862"/>
                  <a:pt x="177076" y="146653"/>
                  <a:pt x="176413" y="146373"/>
                </a:cubicBezTo>
                <a:cubicBezTo>
                  <a:pt x="175750" y="146094"/>
                  <a:pt x="175296" y="145763"/>
                  <a:pt x="175052" y="145379"/>
                </a:cubicBezTo>
                <a:cubicBezTo>
                  <a:pt x="174807" y="144995"/>
                  <a:pt x="174685" y="144524"/>
                  <a:pt x="174685" y="143965"/>
                </a:cubicBezTo>
                <a:lnTo>
                  <a:pt x="174685" y="49733"/>
                </a:lnTo>
                <a:cubicBezTo>
                  <a:pt x="174685" y="49175"/>
                  <a:pt x="174790" y="48704"/>
                  <a:pt x="174999" y="48320"/>
                </a:cubicBezTo>
                <a:cubicBezTo>
                  <a:pt x="175209" y="47936"/>
                  <a:pt x="175627" y="47587"/>
                  <a:pt x="176256" y="47273"/>
                </a:cubicBezTo>
                <a:cubicBezTo>
                  <a:pt x="176884" y="46959"/>
                  <a:pt x="177687" y="46749"/>
                  <a:pt x="178664" y="46645"/>
                </a:cubicBezTo>
                <a:cubicBezTo>
                  <a:pt x="179641" y="46540"/>
                  <a:pt x="180932" y="46488"/>
                  <a:pt x="182538" y="46488"/>
                </a:cubicBezTo>
                <a:cubicBezTo>
                  <a:pt x="184073" y="46488"/>
                  <a:pt x="185347" y="46540"/>
                  <a:pt x="186359" y="46645"/>
                </a:cubicBezTo>
                <a:cubicBezTo>
                  <a:pt x="187372" y="46749"/>
                  <a:pt x="188157" y="46959"/>
                  <a:pt x="188715" y="47273"/>
                </a:cubicBezTo>
                <a:cubicBezTo>
                  <a:pt x="189274" y="47587"/>
                  <a:pt x="189675" y="47936"/>
                  <a:pt x="189919" y="48320"/>
                </a:cubicBezTo>
                <a:cubicBezTo>
                  <a:pt x="190164" y="48704"/>
                  <a:pt x="190286" y="49175"/>
                  <a:pt x="190286" y="49733"/>
                </a:cubicBezTo>
                <a:lnTo>
                  <a:pt x="190286" y="62193"/>
                </a:lnTo>
                <a:cubicBezTo>
                  <a:pt x="195591" y="56260"/>
                  <a:pt x="200739" y="51915"/>
                  <a:pt x="205729" y="49158"/>
                </a:cubicBezTo>
                <a:cubicBezTo>
                  <a:pt x="210720" y="46400"/>
                  <a:pt x="215763" y="45022"/>
                  <a:pt x="220859" y="45022"/>
                </a:cubicBezTo>
                <a:cubicBezTo>
                  <a:pt x="224768" y="45022"/>
                  <a:pt x="228275" y="45476"/>
                  <a:pt x="231381" y="46383"/>
                </a:cubicBezTo>
                <a:cubicBezTo>
                  <a:pt x="234488" y="47290"/>
                  <a:pt x="237227" y="48564"/>
                  <a:pt x="239600" y="50205"/>
                </a:cubicBezTo>
                <a:cubicBezTo>
                  <a:pt x="241974" y="51845"/>
                  <a:pt x="243998" y="53799"/>
                  <a:pt x="245673" y="56068"/>
                </a:cubicBezTo>
                <a:cubicBezTo>
                  <a:pt x="247348" y="58336"/>
                  <a:pt x="248744" y="60867"/>
                  <a:pt x="249861" y="63659"/>
                </a:cubicBezTo>
                <a:cubicBezTo>
                  <a:pt x="253002" y="60239"/>
                  <a:pt x="255986" y="57342"/>
                  <a:pt x="258813" y="54969"/>
                </a:cubicBezTo>
                <a:cubicBezTo>
                  <a:pt x="261640" y="52595"/>
                  <a:pt x="264362" y="50676"/>
                  <a:pt x="266980" y="49210"/>
                </a:cubicBezTo>
                <a:cubicBezTo>
                  <a:pt x="269598" y="47744"/>
                  <a:pt x="272145" y="46680"/>
                  <a:pt x="274623" y="46017"/>
                </a:cubicBezTo>
                <a:cubicBezTo>
                  <a:pt x="277101" y="45353"/>
                  <a:pt x="279597" y="45022"/>
                  <a:pt x="282109" y="45022"/>
                </a:cubicBezTo>
                <a:cubicBezTo>
                  <a:pt x="288182" y="45022"/>
                  <a:pt x="293278" y="46086"/>
                  <a:pt x="297396" y="48215"/>
                </a:cubicBezTo>
                <a:cubicBezTo>
                  <a:pt x="301514" y="50344"/>
                  <a:pt x="304847" y="53189"/>
                  <a:pt x="307395" y="56749"/>
                </a:cubicBezTo>
                <a:cubicBezTo>
                  <a:pt x="309943" y="60308"/>
                  <a:pt x="311758" y="64479"/>
                  <a:pt x="312840" y="69260"/>
                </a:cubicBezTo>
                <a:cubicBezTo>
                  <a:pt x="313921" y="74042"/>
                  <a:pt x="314462" y="79085"/>
                  <a:pt x="314462" y="84390"/>
                </a:cubicBezTo>
                <a:lnTo>
                  <a:pt x="314462" y="1439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C42EB-E806-43E2-B3FD-68A69C9BD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025" y="1902982"/>
            <a:ext cx="822312" cy="347056"/>
          </a:xfrm>
          <a:custGeom xmlns:a="http://schemas.openxmlformats.org/drawingml/2006/main">
            <a:pathLst>
              <a:path w="822312" h="347056">
                <a:moveTo>
                  <a:pt x="0" y="57690"/>
                </a:moveTo>
                <a:cubicBezTo>
                  <a:pt x="458" y="25854"/>
                  <a:pt x="26312" y="0"/>
                  <a:pt x="58606" y="916"/>
                </a:cubicBezTo>
                <a:lnTo>
                  <a:pt x="763706" y="916"/>
                </a:lnTo>
                <a:cubicBezTo>
                  <a:pt x="795695" y="0"/>
                  <a:pt x="821548" y="25854"/>
                  <a:pt x="822312" y="57690"/>
                </a:cubicBezTo>
                <a:lnTo>
                  <a:pt x="822312" y="288450"/>
                </a:lnTo>
                <a:cubicBezTo>
                  <a:pt x="821548" y="320592"/>
                  <a:pt x="795695" y="346445"/>
                  <a:pt x="763706" y="347056"/>
                </a:cubicBezTo>
                <a:lnTo>
                  <a:pt x="58606" y="347056"/>
                </a:lnTo>
                <a:cubicBezTo>
                  <a:pt x="26312" y="346445"/>
                  <a:pt x="458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2D6726-828D-44FB-9E6C-F9F0C4621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9852" y="1895351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93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75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80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35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30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80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75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93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3F948-E6E4-4275-BE59-F6B3E37D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5600" y="1880090"/>
            <a:ext cx="965163" cy="369949"/>
          </a:xfrm>
          <a:custGeom xmlns:a="http://schemas.openxmlformats.org/drawingml/2006/main">
            <a:pathLst>
              <a:path w="965163" h="369949">
                <a:moveTo>
                  <a:pt x="0" y="0"/>
                </a:moveTo>
                <a:lnTo>
                  <a:pt x="965163" y="0"/>
                </a:lnTo>
                <a:lnTo>
                  <a:pt x="965163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Text literary">
            <a:extLst xmlns:a="http://schemas.openxmlformats.org/drawingml/2006/main">
              <a:ext uri="{FF2B5EF4-FFF2-40B4-BE49-F238E27FC236}">
                <a16:creationId xmlns:a16="http://schemas.microsoft.com/office/drawing/2014/main" id="{094E6C2F-6F5A-4521-9CB4-0AF73FE2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42" y="1992061"/>
            <a:ext cx="604674" cy="184066"/>
          </a:xfrm>
          <a:custGeom xmlns:a="http://schemas.openxmlformats.org/drawingml/2006/main">
            <a:pathLst>
              <a:path w="604674" h="184066">
                <a:moveTo>
                  <a:pt x="17276" y="143334"/>
                </a:moveTo>
                <a:cubicBezTo>
                  <a:pt x="17276" y="143892"/>
                  <a:pt x="17136" y="144365"/>
                  <a:pt x="16857" y="144751"/>
                </a:cubicBezTo>
                <a:cubicBezTo>
                  <a:pt x="16578" y="145134"/>
                  <a:pt x="16124" y="145466"/>
                  <a:pt x="15496" y="145745"/>
                </a:cubicBezTo>
                <a:cubicBezTo>
                  <a:pt x="14868" y="146024"/>
                  <a:pt x="13995" y="146234"/>
                  <a:pt x="12878" y="146373"/>
                </a:cubicBezTo>
                <a:cubicBezTo>
                  <a:pt x="11762" y="146513"/>
                  <a:pt x="10331" y="146583"/>
                  <a:pt x="8586" y="146583"/>
                </a:cubicBezTo>
                <a:cubicBezTo>
                  <a:pt x="6910" y="146583"/>
                  <a:pt x="5514" y="146513"/>
                  <a:pt x="4397" y="146373"/>
                </a:cubicBezTo>
                <a:cubicBezTo>
                  <a:pt x="3281" y="146234"/>
                  <a:pt x="2391" y="146024"/>
                  <a:pt x="1728" y="145745"/>
                </a:cubicBezTo>
                <a:cubicBezTo>
                  <a:pt x="1064" y="145466"/>
                  <a:pt x="611" y="145134"/>
                  <a:pt x="366" y="144751"/>
                </a:cubicBezTo>
                <a:cubicBezTo>
                  <a:pt x="122" y="144365"/>
                  <a:pt x="0" y="143892"/>
                  <a:pt x="0" y="143334"/>
                </a:cubicBezTo>
                <a:lnTo>
                  <a:pt x="0" y="3354"/>
                </a:lnTo>
                <a:cubicBezTo>
                  <a:pt x="0" y="2795"/>
                  <a:pt x="122" y="2307"/>
                  <a:pt x="366" y="1888"/>
                </a:cubicBezTo>
                <a:cubicBezTo>
                  <a:pt x="611" y="1467"/>
                  <a:pt x="1064" y="1117"/>
                  <a:pt x="1728" y="838"/>
                </a:cubicBezTo>
                <a:cubicBezTo>
                  <a:pt x="2391" y="558"/>
                  <a:pt x="3281" y="349"/>
                  <a:pt x="4397" y="209"/>
                </a:cubicBezTo>
                <a:cubicBezTo>
                  <a:pt x="5514" y="70"/>
                  <a:pt x="6910" y="0"/>
                  <a:pt x="8586" y="0"/>
                </a:cubicBezTo>
                <a:cubicBezTo>
                  <a:pt x="10331" y="0"/>
                  <a:pt x="11762" y="70"/>
                  <a:pt x="12878" y="209"/>
                </a:cubicBezTo>
                <a:cubicBezTo>
                  <a:pt x="13995" y="349"/>
                  <a:pt x="14868" y="558"/>
                  <a:pt x="15496" y="838"/>
                </a:cubicBezTo>
                <a:cubicBezTo>
                  <a:pt x="16124" y="1117"/>
                  <a:pt x="16578" y="1467"/>
                  <a:pt x="16857" y="1888"/>
                </a:cubicBezTo>
                <a:cubicBezTo>
                  <a:pt x="17136" y="2307"/>
                  <a:pt x="17276" y="2795"/>
                  <a:pt x="17276" y="3354"/>
                </a:cubicBezTo>
                <a:lnTo>
                  <a:pt x="17276" y="143334"/>
                </a:lnTo>
                <a:close/>
                <a:moveTo>
                  <a:pt x="66114" y="143337"/>
                </a:moveTo>
                <a:cubicBezTo>
                  <a:pt x="66114" y="143896"/>
                  <a:pt x="65974" y="144367"/>
                  <a:pt x="65695" y="144751"/>
                </a:cubicBezTo>
                <a:cubicBezTo>
                  <a:pt x="65416" y="145134"/>
                  <a:pt x="64962" y="145466"/>
                  <a:pt x="64334" y="145745"/>
                </a:cubicBezTo>
                <a:cubicBezTo>
                  <a:pt x="63706" y="146024"/>
                  <a:pt x="62833" y="146234"/>
                  <a:pt x="61716" y="146373"/>
                </a:cubicBezTo>
                <a:cubicBezTo>
                  <a:pt x="60600" y="146513"/>
                  <a:pt x="59169" y="146583"/>
                  <a:pt x="57424" y="146583"/>
                </a:cubicBezTo>
                <a:cubicBezTo>
                  <a:pt x="55748" y="146583"/>
                  <a:pt x="54352" y="146513"/>
                  <a:pt x="53236" y="146373"/>
                </a:cubicBezTo>
                <a:cubicBezTo>
                  <a:pt x="52119" y="146234"/>
                  <a:pt x="51229" y="146024"/>
                  <a:pt x="50566" y="145745"/>
                </a:cubicBezTo>
                <a:cubicBezTo>
                  <a:pt x="49903" y="145466"/>
                  <a:pt x="49449" y="145134"/>
                  <a:pt x="49205" y="144751"/>
                </a:cubicBezTo>
                <a:cubicBezTo>
                  <a:pt x="48960" y="144367"/>
                  <a:pt x="48838" y="143896"/>
                  <a:pt x="48838" y="143337"/>
                </a:cubicBezTo>
                <a:lnTo>
                  <a:pt x="48838" y="49105"/>
                </a:lnTo>
                <a:cubicBezTo>
                  <a:pt x="48838" y="48617"/>
                  <a:pt x="48960" y="48163"/>
                  <a:pt x="49205" y="47744"/>
                </a:cubicBezTo>
                <a:cubicBezTo>
                  <a:pt x="49449" y="47325"/>
                  <a:pt x="49903" y="46976"/>
                  <a:pt x="50566" y="46697"/>
                </a:cubicBezTo>
                <a:cubicBezTo>
                  <a:pt x="51229" y="46418"/>
                  <a:pt x="52119" y="46209"/>
                  <a:pt x="53236" y="46069"/>
                </a:cubicBezTo>
                <a:cubicBezTo>
                  <a:pt x="54352" y="45929"/>
                  <a:pt x="55748" y="45860"/>
                  <a:pt x="57424" y="45860"/>
                </a:cubicBezTo>
                <a:cubicBezTo>
                  <a:pt x="59169" y="45860"/>
                  <a:pt x="60600" y="45929"/>
                  <a:pt x="61716" y="46069"/>
                </a:cubicBezTo>
                <a:cubicBezTo>
                  <a:pt x="62833" y="46209"/>
                  <a:pt x="63706" y="46418"/>
                  <a:pt x="64334" y="46697"/>
                </a:cubicBezTo>
                <a:cubicBezTo>
                  <a:pt x="64962" y="46976"/>
                  <a:pt x="65416" y="47325"/>
                  <a:pt x="65695" y="47744"/>
                </a:cubicBezTo>
                <a:cubicBezTo>
                  <a:pt x="65974" y="48163"/>
                  <a:pt x="66114" y="48617"/>
                  <a:pt x="66114" y="49105"/>
                </a:cubicBezTo>
                <a:lnTo>
                  <a:pt x="66114" y="143337"/>
                </a:lnTo>
                <a:moveTo>
                  <a:pt x="68103" y="17171"/>
                </a:moveTo>
                <a:cubicBezTo>
                  <a:pt x="68103" y="21220"/>
                  <a:pt x="67335" y="23977"/>
                  <a:pt x="65800" y="25443"/>
                </a:cubicBezTo>
                <a:cubicBezTo>
                  <a:pt x="64264" y="26908"/>
                  <a:pt x="61437" y="27641"/>
                  <a:pt x="57319" y="27641"/>
                </a:cubicBezTo>
                <a:cubicBezTo>
                  <a:pt x="53270" y="27641"/>
                  <a:pt x="50496" y="26926"/>
                  <a:pt x="48995" y="25495"/>
                </a:cubicBezTo>
                <a:cubicBezTo>
                  <a:pt x="47494" y="24064"/>
                  <a:pt x="46744" y="21359"/>
                  <a:pt x="46744" y="17381"/>
                </a:cubicBezTo>
                <a:cubicBezTo>
                  <a:pt x="46744" y="13332"/>
                  <a:pt x="47512" y="10575"/>
                  <a:pt x="49048" y="9109"/>
                </a:cubicBezTo>
                <a:cubicBezTo>
                  <a:pt x="50583" y="7643"/>
                  <a:pt x="53410" y="6910"/>
                  <a:pt x="57528" y="6910"/>
                </a:cubicBezTo>
                <a:cubicBezTo>
                  <a:pt x="61577" y="6910"/>
                  <a:pt x="64351" y="7626"/>
                  <a:pt x="65852" y="9057"/>
                </a:cubicBezTo>
                <a:cubicBezTo>
                  <a:pt x="67353" y="10488"/>
                  <a:pt x="68103" y="13192"/>
                  <a:pt x="68103" y="17171"/>
                </a:cubicBezTo>
                <a:close/>
                <a:moveTo>
                  <a:pt x="146677" y="136450"/>
                </a:moveTo>
                <a:cubicBezTo>
                  <a:pt x="146677" y="138489"/>
                  <a:pt x="146537" y="140107"/>
                  <a:pt x="146258" y="141302"/>
                </a:cubicBezTo>
                <a:cubicBezTo>
                  <a:pt x="145979" y="142497"/>
                  <a:pt x="145560" y="143376"/>
                  <a:pt x="145002" y="143939"/>
                </a:cubicBezTo>
                <a:cubicBezTo>
                  <a:pt x="144443" y="144500"/>
                  <a:pt x="143606" y="145027"/>
                  <a:pt x="142489" y="145519"/>
                </a:cubicBezTo>
                <a:cubicBezTo>
                  <a:pt x="141372" y="146012"/>
                  <a:pt x="140098" y="146417"/>
                  <a:pt x="138667" y="146733"/>
                </a:cubicBezTo>
                <a:cubicBezTo>
                  <a:pt x="137236" y="147050"/>
                  <a:pt x="135718" y="147313"/>
                  <a:pt x="134113" y="147522"/>
                </a:cubicBezTo>
                <a:cubicBezTo>
                  <a:pt x="132507" y="147734"/>
                  <a:pt x="130902" y="147839"/>
                  <a:pt x="129297" y="147839"/>
                </a:cubicBezTo>
                <a:cubicBezTo>
                  <a:pt x="124410" y="147839"/>
                  <a:pt x="120222" y="147194"/>
                  <a:pt x="116732" y="145902"/>
                </a:cubicBezTo>
                <a:cubicBezTo>
                  <a:pt x="113242" y="144609"/>
                  <a:pt x="110380" y="142652"/>
                  <a:pt x="108147" y="140032"/>
                </a:cubicBezTo>
                <a:cubicBezTo>
                  <a:pt x="105913" y="137411"/>
                  <a:pt x="104290" y="134091"/>
                  <a:pt x="103278" y="130073"/>
                </a:cubicBezTo>
                <a:cubicBezTo>
                  <a:pt x="102266" y="126053"/>
                  <a:pt x="101760" y="121317"/>
                  <a:pt x="101760" y="115866"/>
                </a:cubicBezTo>
                <a:lnTo>
                  <a:pt x="101760" y="60727"/>
                </a:lnTo>
                <a:lnTo>
                  <a:pt x="88567" y="60727"/>
                </a:lnTo>
                <a:cubicBezTo>
                  <a:pt x="87520" y="60727"/>
                  <a:pt x="86683" y="60166"/>
                  <a:pt x="86055" y="59042"/>
                </a:cubicBezTo>
                <a:cubicBezTo>
                  <a:pt x="85426" y="57917"/>
                  <a:pt x="85112" y="56088"/>
                  <a:pt x="85112" y="53555"/>
                </a:cubicBezTo>
                <a:cubicBezTo>
                  <a:pt x="85112" y="52220"/>
                  <a:pt x="85199" y="51096"/>
                  <a:pt x="85374" y="50182"/>
                </a:cubicBezTo>
                <a:cubicBezTo>
                  <a:pt x="85549" y="49268"/>
                  <a:pt x="85775" y="48512"/>
                  <a:pt x="86055" y="47914"/>
                </a:cubicBezTo>
                <a:cubicBezTo>
                  <a:pt x="86334" y="47317"/>
                  <a:pt x="86700" y="46895"/>
                  <a:pt x="87154" y="46648"/>
                </a:cubicBezTo>
                <a:cubicBezTo>
                  <a:pt x="87608" y="46402"/>
                  <a:pt x="88114" y="46278"/>
                  <a:pt x="88672" y="46278"/>
                </a:cubicBezTo>
                <a:lnTo>
                  <a:pt x="101760" y="46278"/>
                </a:lnTo>
                <a:lnTo>
                  <a:pt x="101760" y="23872"/>
                </a:lnTo>
                <a:cubicBezTo>
                  <a:pt x="101760" y="23383"/>
                  <a:pt x="101882" y="22930"/>
                  <a:pt x="102126" y="22511"/>
                </a:cubicBezTo>
                <a:cubicBezTo>
                  <a:pt x="102371" y="22092"/>
                  <a:pt x="102824" y="21726"/>
                  <a:pt x="103487" y="21412"/>
                </a:cubicBezTo>
                <a:cubicBezTo>
                  <a:pt x="104151" y="21097"/>
                  <a:pt x="105041" y="20871"/>
                  <a:pt x="106157" y="20731"/>
                </a:cubicBezTo>
                <a:cubicBezTo>
                  <a:pt x="107274" y="20591"/>
                  <a:pt x="108670" y="20522"/>
                  <a:pt x="110345" y="20522"/>
                </a:cubicBezTo>
                <a:cubicBezTo>
                  <a:pt x="112090" y="20522"/>
                  <a:pt x="113521" y="20591"/>
                  <a:pt x="114638" y="20731"/>
                </a:cubicBezTo>
                <a:cubicBezTo>
                  <a:pt x="115755" y="20871"/>
                  <a:pt x="116628" y="21097"/>
                  <a:pt x="117256" y="21412"/>
                </a:cubicBezTo>
                <a:cubicBezTo>
                  <a:pt x="117884" y="21726"/>
                  <a:pt x="118338" y="22092"/>
                  <a:pt x="118617" y="22511"/>
                </a:cubicBezTo>
                <a:cubicBezTo>
                  <a:pt x="118896" y="22930"/>
                  <a:pt x="119036" y="23383"/>
                  <a:pt x="119036" y="23872"/>
                </a:cubicBezTo>
                <a:lnTo>
                  <a:pt x="119036" y="46278"/>
                </a:lnTo>
                <a:lnTo>
                  <a:pt x="143222" y="46278"/>
                </a:lnTo>
                <a:cubicBezTo>
                  <a:pt x="143780" y="46278"/>
                  <a:pt x="144269" y="46402"/>
                  <a:pt x="144688" y="46648"/>
                </a:cubicBezTo>
                <a:cubicBezTo>
                  <a:pt x="145107" y="46895"/>
                  <a:pt x="145473" y="47317"/>
                  <a:pt x="145787" y="47914"/>
                </a:cubicBezTo>
                <a:cubicBezTo>
                  <a:pt x="146101" y="48512"/>
                  <a:pt x="146328" y="49268"/>
                  <a:pt x="146468" y="50182"/>
                </a:cubicBezTo>
                <a:cubicBezTo>
                  <a:pt x="146607" y="51096"/>
                  <a:pt x="146677" y="52220"/>
                  <a:pt x="146677" y="53555"/>
                </a:cubicBezTo>
                <a:cubicBezTo>
                  <a:pt x="146677" y="56088"/>
                  <a:pt x="146363" y="57917"/>
                  <a:pt x="145735" y="59042"/>
                </a:cubicBezTo>
                <a:cubicBezTo>
                  <a:pt x="145107" y="60166"/>
                  <a:pt x="144269" y="60727"/>
                  <a:pt x="143222" y="60727"/>
                </a:cubicBezTo>
                <a:lnTo>
                  <a:pt x="119036" y="60727"/>
                </a:lnTo>
                <a:lnTo>
                  <a:pt x="119036" y="113288"/>
                </a:lnTo>
                <a:cubicBezTo>
                  <a:pt x="119036" y="119779"/>
                  <a:pt x="119995" y="124683"/>
                  <a:pt x="121915" y="127998"/>
                </a:cubicBezTo>
                <a:cubicBezTo>
                  <a:pt x="123835" y="131314"/>
                  <a:pt x="127272" y="132972"/>
                  <a:pt x="132228" y="132972"/>
                </a:cubicBezTo>
                <a:cubicBezTo>
                  <a:pt x="133834" y="132972"/>
                  <a:pt x="135265" y="132815"/>
                  <a:pt x="136521" y="132500"/>
                </a:cubicBezTo>
                <a:cubicBezTo>
                  <a:pt x="137777" y="132186"/>
                  <a:pt x="138894" y="131855"/>
                  <a:pt x="139871" y="131506"/>
                </a:cubicBezTo>
                <a:cubicBezTo>
                  <a:pt x="140849" y="131157"/>
                  <a:pt x="141686" y="130825"/>
                  <a:pt x="142384" y="130511"/>
                </a:cubicBezTo>
                <a:cubicBezTo>
                  <a:pt x="143082" y="130197"/>
                  <a:pt x="143710" y="130040"/>
                  <a:pt x="144269" y="130040"/>
                </a:cubicBezTo>
                <a:cubicBezTo>
                  <a:pt x="144618" y="130040"/>
                  <a:pt x="144949" y="130127"/>
                  <a:pt x="145264" y="130302"/>
                </a:cubicBezTo>
                <a:cubicBezTo>
                  <a:pt x="145578" y="130476"/>
                  <a:pt x="145822" y="130808"/>
                  <a:pt x="145996" y="131296"/>
                </a:cubicBezTo>
                <a:cubicBezTo>
                  <a:pt x="146171" y="131785"/>
                  <a:pt x="146328" y="132450"/>
                  <a:pt x="146468" y="133292"/>
                </a:cubicBezTo>
                <a:cubicBezTo>
                  <a:pt x="146607" y="134132"/>
                  <a:pt x="146677" y="135185"/>
                  <a:pt x="146677" y="136450"/>
                </a:cubicBezTo>
                <a:close/>
                <a:moveTo>
                  <a:pt x="249819" y="92138"/>
                </a:moveTo>
                <a:cubicBezTo>
                  <a:pt x="249819" y="94860"/>
                  <a:pt x="249138" y="96797"/>
                  <a:pt x="247777" y="97949"/>
                </a:cubicBezTo>
                <a:cubicBezTo>
                  <a:pt x="246416" y="99100"/>
                  <a:pt x="244863" y="99676"/>
                  <a:pt x="243118" y="99676"/>
                </a:cubicBezTo>
                <a:lnTo>
                  <a:pt x="181343" y="99676"/>
                </a:lnTo>
                <a:cubicBezTo>
                  <a:pt x="181343" y="104927"/>
                  <a:pt x="181867" y="109652"/>
                  <a:pt x="182914" y="113854"/>
                </a:cubicBezTo>
                <a:cubicBezTo>
                  <a:pt x="183961" y="118055"/>
                  <a:pt x="185706" y="121661"/>
                  <a:pt x="188149" y="124671"/>
                </a:cubicBezTo>
                <a:cubicBezTo>
                  <a:pt x="190592" y="127681"/>
                  <a:pt x="193768" y="129992"/>
                  <a:pt x="197677" y="131604"/>
                </a:cubicBezTo>
                <a:cubicBezTo>
                  <a:pt x="201586" y="133214"/>
                  <a:pt x="206367" y="134019"/>
                  <a:pt x="212021" y="134019"/>
                </a:cubicBezTo>
                <a:cubicBezTo>
                  <a:pt x="216488" y="134019"/>
                  <a:pt x="220467" y="133652"/>
                  <a:pt x="223957" y="132919"/>
                </a:cubicBezTo>
                <a:cubicBezTo>
                  <a:pt x="227447" y="132186"/>
                  <a:pt x="230466" y="131366"/>
                  <a:pt x="233014" y="130459"/>
                </a:cubicBezTo>
                <a:cubicBezTo>
                  <a:pt x="235562" y="129551"/>
                  <a:pt x="237656" y="128731"/>
                  <a:pt x="239296" y="127998"/>
                </a:cubicBezTo>
                <a:cubicBezTo>
                  <a:pt x="240936" y="127265"/>
                  <a:pt x="242175" y="126899"/>
                  <a:pt x="243013" y="126899"/>
                </a:cubicBezTo>
                <a:cubicBezTo>
                  <a:pt x="243502" y="126899"/>
                  <a:pt x="243938" y="127021"/>
                  <a:pt x="244322" y="127265"/>
                </a:cubicBezTo>
                <a:cubicBezTo>
                  <a:pt x="244706" y="127510"/>
                  <a:pt x="245002" y="127876"/>
                  <a:pt x="245212" y="128365"/>
                </a:cubicBezTo>
                <a:cubicBezTo>
                  <a:pt x="245421" y="128853"/>
                  <a:pt x="245578" y="129534"/>
                  <a:pt x="245683" y="130406"/>
                </a:cubicBezTo>
                <a:cubicBezTo>
                  <a:pt x="245788" y="131279"/>
                  <a:pt x="245840" y="132343"/>
                  <a:pt x="245840" y="133600"/>
                </a:cubicBezTo>
                <a:cubicBezTo>
                  <a:pt x="245840" y="134507"/>
                  <a:pt x="245805" y="135293"/>
                  <a:pt x="245735" y="135956"/>
                </a:cubicBezTo>
                <a:cubicBezTo>
                  <a:pt x="245665" y="136619"/>
                  <a:pt x="245578" y="137212"/>
                  <a:pt x="245474" y="137736"/>
                </a:cubicBezTo>
                <a:cubicBezTo>
                  <a:pt x="245369" y="138259"/>
                  <a:pt x="245194" y="138730"/>
                  <a:pt x="244950" y="139149"/>
                </a:cubicBezTo>
                <a:cubicBezTo>
                  <a:pt x="244706" y="139568"/>
                  <a:pt x="244392" y="139969"/>
                  <a:pt x="244008" y="140353"/>
                </a:cubicBezTo>
                <a:cubicBezTo>
                  <a:pt x="243624" y="140737"/>
                  <a:pt x="242489" y="141365"/>
                  <a:pt x="240605" y="142238"/>
                </a:cubicBezTo>
                <a:cubicBezTo>
                  <a:pt x="238720" y="143110"/>
                  <a:pt x="236277" y="143965"/>
                  <a:pt x="233276" y="144803"/>
                </a:cubicBezTo>
                <a:cubicBezTo>
                  <a:pt x="230274" y="145641"/>
                  <a:pt x="226802" y="146391"/>
                  <a:pt x="222858" y="147054"/>
                </a:cubicBezTo>
                <a:cubicBezTo>
                  <a:pt x="218914" y="147717"/>
                  <a:pt x="214709" y="148049"/>
                  <a:pt x="210241" y="148049"/>
                </a:cubicBezTo>
                <a:cubicBezTo>
                  <a:pt x="202493" y="148049"/>
                  <a:pt x="195705" y="146966"/>
                  <a:pt x="189877" y="144800"/>
                </a:cubicBezTo>
                <a:cubicBezTo>
                  <a:pt x="184048" y="142634"/>
                  <a:pt x="179145" y="139420"/>
                  <a:pt x="175166" y="135157"/>
                </a:cubicBezTo>
                <a:cubicBezTo>
                  <a:pt x="171187" y="130895"/>
                  <a:pt x="168186" y="125550"/>
                  <a:pt x="166162" y="119121"/>
                </a:cubicBezTo>
                <a:cubicBezTo>
                  <a:pt x="164137" y="112693"/>
                  <a:pt x="163125" y="105217"/>
                  <a:pt x="163125" y="96692"/>
                </a:cubicBezTo>
                <a:cubicBezTo>
                  <a:pt x="163125" y="88587"/>
                  <a:pt x="164172" y="81302"/>
                  <a:pt x="166266" y="74839"/>
                </a:cubicBezTo>
                <a:cubicBezTo>
                  <a:pt x="168360" y="68376"/>
                  <a:pt x="171379" y="62891"/>
                  <a:pt x="175323" y="58384"/>
                </a:cubicBezTo>
                <a:cubicBezTo>
                  <a:pt x="179267" y="53878"/>
                  <a:pt x="184031" y="50419"/>
                  <a:pt x="189615" y="48009"/>
                </a:cubicBezTo>
                <a:cubicBezTo>
                  <a:pt x="195199" y="45599"/>
                  <a:pt x="201446" y="44394"/>
                  <a:pt x="208357" y="44394"/>
                </a:cubicBezTo>
                <a:cubicBezTo>
                  <a:pt x="215756" y="44394"/>
                  <a:pt x="222055" y="45580"/>
                  <a:pt x="227255" y="47954"/>
                </a:cubicBezTo>
                <a:cubicBezTo>
                  <a:pt x="232456" y="50327"/>
                  <a:pt x="236731" y="53520"/>
                  <a:pt x="240081" y="57534"/>
                </a:cubicBezTo>
                <a:cubicBezTo>
                  <a:pt x="243432" y="61547"/>
                  <a:pt x="245892" y="66259"/>
                  <a:pt x="247463" y="71669"/>
                </a:cubicBezTo>
                <a:cubicBezTo>
                  <a:pt x="249033" y="77078"/>
                  <a:pt x="249819" y="82854"/>
                  <a:pt x="249819" y="88997"/>
                </a:cubicBezTo>
                <a:lnTo>
                  <a:pt x="249819" y="92138"/>
                </a:lnTo>
                <a:moveTo>
                  <a:pt x="232438" y="86903"/>
                </a:moveTo>
                <a:cubicBezTo>
                  <a:pt x="232647" y="77894"/>
                  <a:pt x="230641" y="70825"/>
                  <a:pt x="226418" y="65697"/>
                </a:cubicBezTo>
                <a:cubicBezTo>
                  <a:pt x="222195" y="60569"/>
                  <a:pt x="215930" y="58005"/>
                  <a:pt x="207624" y="58005"/>
                </a:cubicBezTo>
                <a:cubicBezTo>
                  <a:pt x="203366" y="58005"/>
                  <a:pt x="199631" y="58802"/>
                  <a:pt x="196421" y="60397"/>
                </a:cubicBezTo>
                <a:cubicBezTo>
                  <a:pt x="193210" y="61989"/>
                  <a:pt x="190522" y="64103"/>
                  <a:pt x="188359" y="66738"/>
                </a:cubicBezTo>
                <a:cubicBezTo>
                  <a:pt x="186195" y="69371"/>
                  <a:pt x="184519" y="72437"/>
                  <a:pt x="183333" y="75938"/>
                </a:cubicBezTo>
                <a:cubicBezTo>
                  <a:pt x="182146" y="79437"/>
                  <a:pt x="181483" y="83092"/>
                  <a:pt x="181343" y="86903"/>
                </a:cubicBezTo>
                <a:lnTo>
                  <a:pt x="232438" y="86903"/>
                </a:lnTo>
                <a:close/>
                <a:moveTo>
                  <a:pt x="330551" y="55283"/>
                </a:moveTo>
                <a:cubicBezTo>
                  <a:pt x="330551" y="56818"/>
                  <a:pt x="330517" y="58110"/>
                  <a:pt x="330447" y="59157"/>
                </a:cubicBezTo>
                <a:cubicBezTo>
                  <a:pt x="330377" y="60204"/>
                  <a:pt x="330237" y="61024"/>
                  <a:pt x="330028" y="61617"/>
                </a:cubicBezTo>
                <a:cubicBezTo>
                  <a:pt x="329819" y="62210"/>
                  <a:pt x="329557" y="62664"/>
                  <a:pt x="329243" y="62978"/>
                </a:cubicBezTo>
                <a:cubicBezTo>
                  <a:pt x="328929" y="63292"/>
                  <a:pt x="328492" y="63449"/>
                  <a:pt x="327934" y="63449"/>
                </a:cubicBezTo>
                <a:cubicBezTo>
                  <a:pt x="327375" y="63449"/>
                  <a:pt x="326695" y="63292"/>
                  <a:pt x="325892" y="62978"/>
                </a:cubicBezTo>
                <a:cubicBezTo>
                  <a:pt x="325089" y="62664"/>
                  <a:pt x="324182" y="62350"/>
                  <a:pt x="323170" y="62036"/>
                </a:cubicBezTo>
                <a:cubicBezTo>
                  <a:pt x="322158" y="61722"/>
                  <a:pt x="321024" y="61425"/>
                  <a:pt x="319767" y="61146"/>
                </a:cubicBezTo>
                <a:cubicBezTo>
                  <a:pt x="318511" y="60867"/>
                  <a:pt x="317150" y="60727"/>
                  <a:pt x="315684" y="60727"/>
                </a:cubicBezTo>
                <a:cubicBezTo>
                  <a:pt x="313939" y="60727"/>
                  <a:pt x="312229" y="61076"/>
                  <a:pt x="310553" y="61774"/>
                </a:cubicBezTo>
                <a:cubicBezTo>
                  <a:pt x="308878" y="62472"/>
                  <a:pt x="307116" y="63624"/>
                  <a:pt x="305266" y="65229"/>
                </a:cubicBezTo>
                <a:cubicBezTo>
                  <a:pt x="303416" y="66835"/>
                  <a:pt x="301479" y="68964"/>
                  <a:pt x="299455" y="71616"/>
                </a:cubicBezTo>
                <a:cubicBezTo>
                  <a:pt x="297431" y="74269"/>
                  <a:pt x="295197" y="77514"/>
                  <a:pt x="292754" y="81353"/>
                </a:cubicBezTo>
                <a:lnTo>
                  <a:pt x="292754" y="143337"/>
                </a:lnTo>
                <a:cubicBezTo>
                  <a:pt x="292754" y="143896"/>
                  <a:pt x="292614" y="144367"/>
                  <a:pt x="292335" y="144751"/>
                </a:cubicBezTo>
                <a:cubicBezTo>
                  <a:pt x="292056" y="145134"/>
                  <a:pt x="291602" y="145466"/>
                  <a:pt x="290974" y="145745"/>
                </a:cubicBezTo>
                <a:cubicBezTo>
                  <a:pt x="290346" y="146024"/>
                  <a:pt x="289473" y="146234"/>
                  <a:pt x="288356" y="146373"/>
                </a:cubicBezTo>
                <a:cubicBezTo>
                  <a:pt x="287240" y="146513"/>
                  <a:pt x="285809" y="146583"/>
                  <a:pt x="284064" y="146583"/>
                </a:cubicBezTo>
                <a:cubicBezTo>
                  <a:pt x="282388" y="146583"/>
                  <a:pt x="280992" y="146513"/>
                  <a:pt x="279876" y="146373"/>
                </a:cubicBezTo>
                <a:cubicBezTo>
                  <a:pt x="278759" y="146234"/>
                  <a:pt x="277869" y="146024"/>
                  <a:pt x="277206" y="145745"/>
                </a:cubicBezTo>
                <a:cubicBezTo>
                  <a:pt x="276543" y="145466"/>
                  <a:pt x="276089" y="145134"/>
                  <a:pt x="275845" y="144751"/>
                </a:cubicBezTo>
                <a:cubicBezTo>
                  <a:pt x="275600" y="144367"/>
                  <a:pt x="275478" y="143896"/>
                  <a:pt x="275478" y="143337"/>
                </a:cubicBezTo>
                <a:lnTo>
                  <a:pt x="275478" y="49105"/>
                </a:lnTo>
                <a:cubicBezTo>
                  <a:pt x="275478" y="48547"/>
                  <a:pt x="275583" y="48076"/>
                  <a:pt x="275792" y="47692"/>
                </a:cubicBezTo>
                <a:cubicBezTo>
                  <a:pt x="276002" y="47308"/>
                  <a:pt x="276420" y="46959"/>
                  <a:pt x="277049" y="46645"/>
                </a:cubicBezTo>
                <a:cubicBezTo>
                  <a:pt x="277677" y="46331"/>
                  <a:pt x="278480" y="46121"/>
                  <a:pt x="279457" y="46017"/>
                </a:cubicBezTo>
                <a:cubicBezTo>
                  <a:pt x="280434" y="45912"/>
                  <a:pt x="281725" y="45860"/>
                  <a:pt x="283331" y="45860"/>
                </a:cubicBezTo>
                <a:cubicBezTo>
                  <a:pt x="284866" y="45860"/>
                  <a:pt x="286140" y="45912"/>
                  <a:pt x="287152" y="46017"/>
                </a:cubicBezTo>
                <a:cubicBezTo>
                  <a:pt x="288165" y="46121"/>
                  <a:pt x="288950" y="46331"/>
                  <a:pt x="289508" y="46645"/>
                </a:cubicBezTo>
                <a:cubicBezTo>
                  <a:pt x="290067" y="46959"/>
                  <a:pt x="290468" y="47308"/>
                  <a:pt x="290712" y="47692"/>
                </a:cubicBezTo>
                <a:cubicBezTo>
                  <a:pt x="290957" y="48076"/>
                  <a:pt x="291079" y="48547"/>
                  <a:pt x="291079" y="49105"/>
                </a:cubicBezTo>
                <a:lnTo>
                  <a:pt x="291079" y="62821"/>
                </a:lnTo>
                <a:cubicBezTo>
                  <a:pt x="293661" y="59052"/>
                  <a:pt x="296087" y="55981"/>
                  <a:pt x="298356" y="53607"/>
                </a:cubicBezTo>
                <a:cubicBezTo>
                  <a:pt x="300624" y="51234"/>
                  <a:pt x="302770" y="49367"/>
                  <a:pt x="304795" y="48006"/>
                </a:cubicBezTo>
                <a:cubicBezTo>
                  <a:pt x="306819" y="46645"/>
                  <a:pt x="308826" y="45702"/>
                  <a:pt x="310815" y="45179"/>
                </a:cubicBezTo>
                <a:cubicBezTo>
                  <a:pt x="312804" y="44655"/>
                  <a:pt x="314811" y="44394"/>
                  <a:pt x="316835" y="44394"/>
                </a:cubicBezTo>
                <a:cubicBezTo>
                  <a:pt x="317743" y="44394"/>
                  <a:pt x="318772" y="44446"/>
                  <a:pt x="319924" y="44551"/>
                </a:cubicBezTo>
                <a:cubicBezTo>
                  <a:pt x="321076" y="44655"/>
                  <a:pt x="322280" y="44847"/>
                  <a:pt x="323536" y="45127"/>
                </a:cubicBezTo>
                <a:cubicBezTo>
                  <a:pt x="324793" y="45406"/>
                  <a:pt x="325927" y="45720"/>
                  <a:pt x="326939" y="46069"/>
                </a:cubicBezTo>
                <a:cubicBezTo>
                  <a:pt x="327951" y="46418"/>
                  <a:pt x="328667" y="46767"/>
                  <a:pt x="329086" y="47116"/>
                </a:cubicBezTo>
                <a:cubicBezTo>
                  <a:pt x="329504" y="47465"/>
                  <a:pt x="329784" y="47796"/>
                  <a:pt x="329923" y="48111"/>
                </a:cubicBezTo>
                <a:cubicBezTo>
                  <a:pt x="330063" y="48425"/>
                  <a:pt x="330185" y="48826"/>
                  <a:pt x="330290" y="49315"/>
                </a:cubicBezTo>
                <a:cubicBezTo>
                  <a:pt x="330394" y="49803"/>
                  <a:pt x="330464" y="50519"/>
                  <a:pt x="330499" y="51461"/>
                </a:cubicBezTo>
                <a:cubicBezTo>
                  <a:pt x="330534" y="52403"/>
                  <a:pt x="330551" y="53677"/>
                  <a:pt x="330551" y="55283"/>
                </a:cubicBezTo>
                <a:close/>
                <a:moveTo>
                  <a:pt x="421249" y="143442"/>
                </a:moveTo>
                <a:cubicBezTo>
                  <a:pt x="421249" y="144279"/>
                  <a:pt x="420970" y="144908"/>
                  <a:pt x="420412" y="145326"/>
                </a:cubicBezTo>
                <a:cubicBezTo>
                  <a:pt x="419853" y="145745"/>
                  <a:pt x="419085" y="146059"/>
                  <a:pt x="418108" y="146269"/>
                </a:cubicBezTo>
                <a:cubicBezTo>
                  <a:pt x="417131" y="146478"/>
                  <a:pt x="415700" y="146583"/>
                  <a:pt x="413815" y="146583"/>
                </a:cubicBezTo>
                <a:cubicBezTo>
                  <a:pt x="412001" y="146583"/>
                  <a:pt x="410552" y="146478"/>
                  <a:pt x="409470" y="146269"/>
                </a:cubicBezTo>
                <a:cubicBezTo>
                  <a:pt x="408388" y="146059"/>
                  <a:pt x="407603" y="145745"/>
                  <a:pt x="407114" y="145326"/>
                </a:cubicBezTo>
                <a:cubicBezTo>
                  <a:pt x="406626" y="144908"/>
                  <a:pt x="406382" y="144279"/>
                  <a:pt x="406382" y="143442"/>
                </a:cubicBezTo>
                <a:lnTo>
                  <a:pt x="406382" y="134019"/>
                </a:lnTo>
                <a:cubicBezTo>
                  <a:pt x="402263" y="138416"/>
                  <a:pt x="397674" y="141854"/>
                  <a:pt x="392613" y="144332"/>
                </a:cubicBezTo>
                <a:cubicBezTo>
                  <a:pt x="387553" y="146810"/>
                  <a:pt x="382195" y="148049"/>
                  <a:pt x="376541" y="148049"/>
                </a:cubicBezTo>
                <a:cubicBezTo>
                  <a:pt x="371586" y="148049"/>
                  <a:pt x="367101" y="147400"/>
                  <a:pt x="363087" y="146102"/>
                </a:cubicBezTo>
                <a:cubicBezTo>
                  <a:pt x="359074" y="144804"/>
                  <a:pt x="355653" y="142927"/>
                  <a:pt x="352826" y="140471"/>
                </a:cubicBezTo>
                <a:cubicBezTo>
                  <a:pt x="349999" y="138015"/>
                  <a:pt x="347801" y="134998"/>
                  <a:pt x="346230" y="131421"/>
                </a:cubicBezTo>
                <a:cubicBezTo>
                  <a:pt x="344660" y="127841"/>
                  <a:pt x="343874" y="123771"/>
                  <a:pt x="343874" y="119210"/>
                </a:cubicBezTo>
                <a:cubicBezTo>
                  <a:pt x="343874" y="113877"/>
                  <a:pt x="344956" y="109246"/>
                  <a:pt x="347120" y="105317"/>
                </a:cubicBezTo>
                <a:cubicBezTo>
                  <a:pt x="349284" y="101389"/>
                  <a:pt x="352390" y="98127"/>
                  <a:pt x="356439" y="95531"/>
                </a:cubicBezTo>
                <a:cubicBezTo>
                  <a:pt x="360487" y="92933"/>
                  <a:pt x="365443" y="90985"/>
                  <a:pt x="371306" y="89687"/>
                </a:cubicBezTo>
                <a:cubicBezTo>
                  <a:pt x="377170" y="88389"/>
                  <a:pt x="383766" y="87740"/>
                  <a:pt x="391095" y="87740"/>
                </a:cubicBezTo>
                <a:lnTo>
                  <a:pt x="404078" y="87740"/>
                </a:lnTo>
                <a:lnTo>
                  <a:pt x="404078" y="80464"/>
                </a:lnTo>
                <a:cubicBezTo>
                  <a:pt x="404078" y="76860"/>
                  <a:pt x="403694" y="73672"/>
                  <a:pt x="402926" y="70900"/>
                </a:cubicBezTo>
                <a:cubicBezTo>
                  <a:pt x="402159" y="68127"/>
                  <a:pt x="400920" y="65823"/>
                  <a:pt x="399209" y="63986"/>
                </a:cubicBezTo>
                <a:cubicBezTo>
                  <a:pt x="397499" y="62149"/>
                  <a:pt x="395283" y="60763"/>
                  <a:pt x="392561" y="59827"/>
                </a:cubicBezTo>
                <a:cubicBezTo>
                  <a:pt x="389839" y="58892"/>
                  <a:pt x="386488" y="58424"/>
                  <a:pt x="382509" y="58424"/>
                </a:cubicBezTo>
                <a:cubicBezTo>
                  <a:pt x="378252" y="58424"/>
                  <a:pt x="374430" y="58924"/>
                  <a:pt x="371045" y="59926"/>
                </a:cubicBezTo>
                <a:cubicBezTo>
                  <a:pt x="367659" y="60927"/>
                  <a:pt x="364693" y="62032"/>
                  <a:pt x="362145" y="63240"/>
                </a:cubicBezTo>
                <a:cubicBezTo>
                  <a:pt x="359597" y="64448"/>
                  <a:pt x="357468" y="65553"/>
                  <a:pt x="355758" y="66555"/>
                </a:cubicBezTo>
                <a:cubicBezTo>
                  <a:pt x="354048" y="67556"/>
                  <a:pt x="352774" y="68056"/>
                  <a:pt x="351936" y="68056"/>
                </a:cubicBezTo>
                <a:cubicBezTo>
                  <a:pt x="351378" y="68056"/>
                  <a:pt x="350889" y="67917"/>
                  <a:pt x="350471" y="67638"/>
                </a:cubicBezTo>
                <a:cubicBezTo>
                  <a:pt x="350052" y="67358"/>
                  <a:pt x="349685" y="66940"/>
                  <a:pt x="349371" y="66381"/>
                </a:cubicBezTo>
                <a:cubicBezTo>
                  <a:pt x="349057" y="65823"/>
                  <a:pt x="348830" y="65107"/>
                  <a:pt x="348691" y="64235"/>
                </a:cubicBezTo>
                <a:cubicBezTo>
                  <a:pt x="348551" y="63362"/>
                  <a:pt x="348481" y="62402"/>
                  <a:pt x="348481" y="61355"/>
                </a:cubicBezTo>
                <a:cubicBezTo>
                  <a:pt x="348481" y="59610"/>
                  <a:pt x="348603" y="58232"/>
                  <a:pt x="348848" y="57220"/>
                </a:cubicBezTo>
                <a:cubicBezTo>
                  <a:pt x="349092" y="56208"/>
                  <a:pt x="349685" y="55248"/>
                  <a:pt x="350628" y="54340"/>
                </a:cubicBezTo>
                <a:cubicBezTo>
                  <a:pt x="351570" y="53433"/>
                  <a:pt x="353193" y="52376"/>
                  <a:pt x="355496" y="51170"/>
                </a:cubicBezTo>
                <a:cubicBezTo>
                  <a:pt x="357800" y="49961"/>
                  <a:pt x="360452" y="48858"/>
                  <a:pt x="363454" y="47859"/>
                </a:cubicBezTo>
                <a:cubicBezTo>
                  <a:pt x="366455" y="46860"/>
                  <a:pt x="369736" y="46033"/>
                  <a:pt x="373296" y="45379"/>
                </a:cubicBezTo>
                <a:cubicBezTo>
                  <a:pt x="376856" y="44722"/>
                  <a:pt x="380450" y="44394"/>
                  <a:pt x="384080" y="44394"/>
                </a:cubicBezTo>
                <a:cubicBezTo>
                  <a:pt x="390851" y="44394"/>
                  <a:pt x="396609" y="45161"/>
                  <a:pt x="401356" y="46697"/>
                </a:cubicBezTo>
                <a:cubicBezTo>
                  <a:pt x="406102" y="48233"/>
                  <a:pt x="409941" y="50484"/>
                  <a:pt x="412873" y="53450"/>
                </a:cubicBezTo>
                <a:cubicBezTo>
                  <a:pt x="415805" y="56417"/>
                  <a:pt x="417934" y="60099"/>
                  <a:pt x="419260" y="64496"/>
                </a:cubicBezTo>
                <a:cubicBezTo>
                  <a:pt x="420586" y="68894"/>
                  <a:pt x="421249" y="74024"/>
                  <a:pt x="421249" y="79888"/>
                </a:cubicBezTo>
                <a:lnTo>
                  <a:pt x="421249" y="143442"/>
                </a:lnTo>
                <a:moveTo>
                  <a:pt x="404078" y="100305"/>
                </a:moveTo>
                <a:lnTo>
                  <a:pt x="389315" y="100305"/>
                </a:lnTo>
                <a:cubicBezTo>
                  <a:pt x="384569" y="100305"/>
                  <a:pt x="380450" y="100707"/>
                  <a:pt x="376960" y="101512"/>
                </a:cubicBezTo>
                <a:cubicBezTo>
                  <a:pt x="373470" y="102317"/>
                  <a:pt x="370573" y="103508"/>
                  <a:pt x="368270" y="105085"/>
                </a:cubicBezTo>
                <a:cubicBezTo>
                  <a:pt x="365967" y="106660"/>
                  <a:pt x="364274" y="108550"/>
                  <a:pt x="363192" y="110755"/>
                </a:cubicBezTo>
                <a:cubicBezTo>
                  <a:pt x="362110" y="112960"/>
                  <a:pt x="361569" y="115498"/>
                  <a:pt x="361569" y="118369"/>
                </a:cubicBezTo>
                <a:cubicBezTo>
                  <a:pt x="361569" y="123270"/>
                  <a:pt x="363122" y="127174"/>
                  <a:pt x="366228" y="130079"/>
                </a:cubicBezTo>
                <a:cubicBezTo>
                  <a:pt x="369334" y="132985"/>
                  <a:pt x="373680" y="134437"/>
                  <a:pt x="379264" y="134437"/>
                </a:cubicBezTo>
                <a:cubicBezTo>
                  <a:pt x="383801" y="134437"/>
                  <a:pt x="388006" y="133282"/>
                  <a:pt x="391880" y="130972"/>
                </a:cubicBezTo>
                <a:cubicBezTo>
                  <a:pt x="395754" y="128662"/>
                  <a:pt x="399820" y="125127"/>
                  <a:pt x="404078" y="120365"/>
                </a:cubicBezTo>
                <a:lnTo>
                  <a:pt x="404078" y="100305"/>
                </a:lnTo>
                <a:close/>
                <a:moveTo>
                  <a:pt x="507590" y="55283"/>
                </a:moveTo>
                <a:cubicBezTo>
                  <a:pt x="507590" y="56818"/>
                  <a:pt x="507555" y="58110"/>
                  <a:pt x="507485" y="59157"/>
                </a:cubicBezTo>
                <a:cubicBezTo>
                  <a:pt x="507415" y="60204"/>
                  <a:pt x="507275" y="61024"/>
                  <a:pt x="507066" y="61617"/>
                </a:cubicBezTo>
                <a:cubicBezTo>
                  <a:pt x="506857" y="62210"/>
                  <a:pt x="506595" y="62664"/>
                  <a:pt x="506281" y="62978"/>
                </a:cubicBezTo>
                <a:cubicBezTo>
                  <a:pt x="505967" y="63292"/>
                  <a:pt x="505530" y="63449"/>
                  <a:pt x="504972" y="63449"/>
                </a:cubicBezTo>
                <a:cubicBezTo>
                  <a:pt x="504414" y="63449"/>
                  <a:pt x="503733" y="63292"/>
                  <a:pt x="502930" y="62978"/>
                </a:cubicBezTo>
                <a:cubicBezTo>
                  <a:pt x="502128" y="62664"/>
                  <a:pt x="501220" y="62350"/>
                  <a:pt x="500208" y="62036"/>
                </a:cubicBezTo>
                <a:cubicBezTo>
                  <a:pt x="499196" y="61722"/>
                  <a:pt x="498062" y="61425"/>
                  <a:pt x="496805" y="61146"/>
                </a:cubicBezTo>
                <a:cubicBezTo>
                  <a:pt x="495549" y="60867"/>
                  <a:pt x="494188" y="60727"/>
                  <a:pt x="492722" y="60727"/>
                </a:cubicBezTo>
                <a:cubicBezTo>
                  <a:pt x="490977" y="60727"/>
                  <a:pt x="489267" y="61076"/>
                  <a:pt x="487591" y="61774"/>
                </a:cubicBezTo>
                <a:cubicBezTo>
                  <a:pt x="485916" y="62472"/>
                  <a:pt x="484154" y="63624"/>
                  <a:pt x="482304" y="65229"/>
                </a:cubicBezTo>
                <a:cubicBezTo>
                  <a:pt x="480454" y="66835"/>
                  <a:pt x="478517" y="68964"/>
                  <a:pt x="476493" y="71616"/>
                </a:cubicBezTo>
                <a:cubicBezTo>
                  <a:pt x="474469" y="74269"/>
                  <a:pt x="472235" y="77514"/>
                  <a:pt x="469792" y="81353"/>
                </a:cubicBezTo>
                <a:lnTo>
                  <a:pt x="469792" y="143337"/>
                </a:lnTo>
                <a:cubicBezTo>
                  <a:pt x="469792" y="143896"/>
                  <a:pt x="469653" y="144367"/>
                  <a:pt x="469373" y="144751"/>
                </a:cubicBezTo>
                <a:cubicBezTo>
                  <a:pt x="469094" y="145134"/>
                  <a:pt x="468640" y="145466"/>
                  <a:pt x="468012" y="145745"/>
                </a:cubicBezTo>
                <a:cubicBezTo>
                  <a:pt x="467384" y="146024"/>
                  <a:pt x="466511" y="146234"/>
                  <a:pt x="465395" y="146373"/>
                </a:cubicBezTo>
                <a:cubicBezTo>
                  <a:pt x="464278" y="146513"/>
                  <a:pt x="462847" y="146583"/>
                  <a:pt x="461102" y="146583"/>
                </a:cubicBezTo>
                <a:cubicBezTo>
                  <a:pt x="459427" y="146583"/>
                  <a:pt x="458031" y="146513"/>
                  <a:pt x="456914" y="146373"/>
                </a:cubicBezTo>
                <a:cubicBezTo>
                  <a:pt x="455797" y="146234"/>
                  <a:pt x="454907" y="146024"/>
                  <a:pt x="454244" y="145745"/>
                </a:cubicBezTo>
                <a:cubicBezTo>
                  <a:pt x="453581" y="145466"/>
                  <a:pt x="453127" y="145134"/>
                  <a:pt x="452883" y="144751"/>
                </a:cubicBezTo>
                <a:cubicBezTo>
                  <a:pt x="452638" y="144367"/>
                  <a:pt x="452516" y="143896"/>
                  <a:pt x="452516" y="143337"/>
                </a:cubicBezTo>
                <a:lnTo>
                  <a:pt x="452516" y="49105"/>
                </a:lnTo>
                <a:cubicBezTo>
                  <a:pt x="452516" y="48547"/>
                  <a:pt x="452621" y="48076"/>
                  <a:pt x="452830" y="47692"/>
                </a:cubicBezTo>
                <a:cubicBezTo>
                  <a:pt x="453040" y="47308"/>
                  <a:pt x="453459" y="46959"/>
                  <a:pt x="454087" y="46645"/>
                </a:cubicBezTo>
                <a:cubicBezTo>
                  <a:pt x="454715" y="46331"/>
                  <a:pt x="455518" y="46121"/>
                  <a:pt x="456495" y="46017"/>
                </a:cubicBezTo>
                <a:cubicBezTo>
                  <a:pt x="457472" y="45912"/>
                  <a:pt x="458763" y="45860"/>
                  <a:pt x="460369" y="45860"/>
                </a:cubicBezTo>
                <a:cubicBezTo>
                  <a:pt x="461905" y="45860"/>
                  <a:pt x="463178" y="45912"/>
                  <a:pt x="464191" y="46017"/>
                </a:cubicBezTo>
                <a:cubicBezTo>
                  <a:pt x="465203" y="46121"/>
                  <a:pt x="465988" y="46331"/>
                  <a:pt x="466546" y="46645"/>
                </a:cubicBezTo>
                <a:cubicBezTo>
                  <a:pt x="467105" y="46959"/>
                  <a:pt x="467506" y="47308"/>
                  <a:pt x="467750" y="47692"/>
                </a:cubicBezTo>
                <a:cubicBezTo>
                  <a:pt x="467995" y="48076"/>
                  <a:pt x="468117" y="48547"/>
                  <a:pt x="468117" y="49105"/>
                </a:cubicBezTo>
                <a:lnTo>
                  <a:pt x="468117" y="62821"/>
                </a:lnTo>
                <a:cubicBezTo>
                  <a:pt x="470700" y="59052"/>
                  <a:pt x="473125" y="55981"/>
                  <a:pt x="475394" y="53607"/>
                </a:cubicBezTo>
                <a:cubicBezTo>
                  <a:pt x="477662" y="51234"/>
                  <a:pt x="479809" y="49367"/>
                  <a:pt x="481833" y="48006"/>
                </a:cubicBezTo>
                <a:cubicBezTo>
                  <a:pt x="483857" y="46645"/>
                  <a:pt x="485864" y="45702"/>
                  <a:pt x="487853" y="45179"/>
                </a:cubicBezTo>
                <a:cubicBezTo>
                  <a:pt x="489843" y="44655"/>
                  <a:pt x="491849" y="44394"/>
                  <a:pt x="493874" y="44394"/>
                </a:cubicBezTo>
                <a:cubicBezTo>
                  <a:pt x="494781" y="44394"/>
                  <a:pt x="495811" y="44446"/>
                  <a:pt x="496962" y="44551"/>
                </a:cubicBezTo>
                <a:cubicBezTo>
                  <a:pt x="498114" y="44655"/>
                  <a:pt x="499318" y="44847"/>
                  <a:pt x="500575" y="45127"/>
                </a:cubicBezTo>
                <a:cubicBezTo>
                  <a:pt x="501831" y="45406"/>
                  <a:pt x="502965" y="45720"/>
                  <a:pt x="503977" y="46069"/>
                </a:cubicBezTo>
                <a:cubicBezTo>
                  <a:pt x="504989" y="46418"/>
                  <a:pt x="505705" y="46767"/>
                  <a:pt x="506124" y="47116"/>
                </a:cubicBezTo>
                <a:cubicBezTo>
                  <a:pt x="506543" y="47465"/>
                  <a:pt x="506822" y="47796"/>
                  <a:pt x="506961" y="48111"/>
                </a:cubicBezTo>
                <a:cubicBezTo>
                  <a:pt x="507101" y="48425"/>
                  <a:pt x="507223" y="48826"/>
                  <a:pt x="507328" y="49315"/>
                </a:cubicBezTo>
                <a:cubicBezTo>
                  <a:pt x="507433" y="49803"/>
                  <a:pt x="507502" y="50519"/>
                  <a:pt x="507537" y="51461"/>
                </a:cubicBezTo>
                <a:cubicBezTo>
                  <a:pt x="507572" y="52403"/>
                  <a:pt x="507590" y="53677"/>
                  <a:pt x="507590" y="55283"/>
                </a:cubicBezTo>
                <a:close/>
                <a:moveTo>
                  <a:pt x="570227" y="145955"/>
                </a:moveTo>
                <a:lnTo>
                  <a:pt x="557663" y="180611"/>
                </a:lnTo>
                <a:cubicBezTo>
                  <a:pt x="557244" y="181728"/>
                  <a:pt x="556180" y="182583"/>
                  <a:pt x="554470" y="183176"/>
                </a:cubicBezTo>
                <a:cubicBezTo>
                  <a:pt x="552760" y="183770"/>
                  <a:pt x="550160" y="184066"/>
                  <a:pt x="546669" y="184066"/>
                </a:cubicBezTo>
                <a:cubicBezTo>
                  <a:pt x="544855" y="184066"/>
                  <a:pt x="543389" y="183979"/>
                  <a:pt x="542272" y="183804"/>
                </a:cubicBezTo>
                <a:cubicBezTo>
                  <a:pt x="541155" y="183630"/>
                  <a:pt x="540300" y="183333"/>
                  <a:pt x="539707" y="182914"/>
                </a:cubicBezTo>
                <a:cubicBezTo>
                  <a:pt x="539114" y="182496"/>
                  <a:pt x="538782" y="181937"/>
                  <a:pt x="538712" y="181239"/>
                </a:cubicBezTo>
                <a:cubicBezTo>
                  <a:pt x="538642" y="180541"/>
                  <a:pt x="538817" y="179704"/>
                  <a:pt x="539236" y="178726"/>
                </a:cubicBezTo>
                <a:lnTo>
                  <a:pt x="552219" y="145955"/>
                </a:lnTo>
                <a:cubicBezTo>
                  <a:pt x="551590" y="145675"/>
                  <a:pt x="550997" y="145222"/>
                  <a:pt x="550439" y="144594"/>
                </a:cubicBezTo>
                <a:cubicBezTo>
                  <a:pt x="549880" y="143965"/>
                  <a:pt x="549496" y="143302"/>
                  <a:pt x="549287" y="142604"/>
                </a:cubicBezTo>
                <a:lnTo>
                  <a:pt x="515678" y="52560"/>
                </a:lnTo>
                <a:cubicBezTo>
                  <a:pt x="515119" y="51095"/>
                  <a:pt x="514840" y="49943"/>
                  <a:pt x="514840" y="49105"/>
                </a:cubicBezTo>
                <a:cubicBezTo>
                  <a:pt x="514840" y="48268"/>
                  <a:pt x="515119" y="47605"/>
                  <a:pt x="515678" y="47116"/>
                </a:cubicBezTo>
                <a:cubicBezTo>
                  <a:pt x="516236" y="46627"/>
                  <a:pt x="517144" y="46296"/>
                  <a:pt x="518400" y="46121"/>
                </a:cubicBezTo>
                <a:cubicBezTo>
                  <a:pt x="519656" y="45947"/>
                  <a:pt x="521332" y="45860"/>
                  <a:pt x="523426" y="45860"/>
                </a:cubicBezTo>
                <a:cubicBezTo>
                  <a:pt x="525520" y="45860"/>
                  <a:pt x="527160" y="45912"/>
                  <a:pt x="528347" y="46017"/>
                </a:cubicBezTo>
                <a:cubicBezTo>
                  <a:pt x="529533" y="46121"/>
                  <a:pt x="530476" y="46313"/>
                  <a:pt x="531174" y="46592"/>
                </a:cubicBezTo>
                <a:cubicBezTo>
                  <a:pt x="531872" y="46872"/>
                  <a:pt x="532378" y="47273"/>
                  <a:pt x="532692" y="47796"/>
                </a:cubicBezTo>
                <a:cubicBezTo>
                  <a:pt x="533006" y="48320"/>
                  <a:pt x="533337" y="49035"/>
                  <a:pt x="533686" y="49943"/>
                </a:cubicBezTo>
                <a:lnTo>
                  <a:pt x="560595" y="125538"/>
                </a:lnTo>
                <a:lnTo>
                  <a:pt x="560909" y="125538"/>
                </a:lnTo>
                <a:lnTo>
                  <a:pt x="586875" y="49524"/>
                </a:lnTo>
                <a:cubicBezTo>
                  <a:pt x="587294" y="48198"/>
                  <a:pt x="587800" y="47343"/>
                  <a:pt x="588393" y="46959"/>
                </a:cubicBezTo>
                <a:cubicBezTo>
                  <a:pt x="588987" y="46575"/>
                  <a:pt x="589877" y="46296"/>
                  <a:pt x="591063" y="46121"/>
                </a:cubicBezTo>
                <a:cubicBezTo>
                  <a:pt x="592250" y="45947"/>
                  <a:pt x="593960" y="45860"/>
                  <a:pt x="596194" y="45860"/>
                </a:cubicBezTo>
                <a:cubicBezTo>
                  <a:pt x="598148" y="45860"/>
                  <a:pt x="599753" y="45947"/>
                  <a:pt x="601010" y="46121"/>
                </a:cubicBezTo>
                <a:cubicBezTo>
                  <a:pt x="602266" y="46296"/>
                  <a:pt x="603191" y="46627"/>
                  <a:pt x="603784" y="47116"/>
                </a:cubicBezTo>
                <a:cubicBezTo>
                  <a:pt x="604378" y="47605"/>
                  <a:pt x="604674" y="48268"/>
                  <a:pt x="604674" y="49105"/>
                </a:cubicBezTo>
                <a:cubicBezTo>
                  <a:pt x="604674" y="49943"/>
                  <a:pt x="604465" y="50990"/>
                  <a:pt x="604046" y="52246"/>
                </a:cubicBezTo>
                <a:lnTo>
                  <a:pt x="570227" y="1459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57A54B-708F-49A5-821A-B249BE546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503" y="1902982"/>
            <a:ext cx="670303" cy="347056"/>
          </a:xfrm>
          <a:custGeom xmlns:a="http://schemas.openxmlformats.org/drawingml/2006/main">
            <a:pathLst>
              <a:path w="670303" h="347056">
                <a:moveTo>
                  <a:pt x="0" y="57690"/>
                </a:moveTo>
                <a:cubicBezTo>
                  <a:pt x="610" y="25854"/>
                  <a:pt x="26464" y="0"/>
                  <a:pt x="58606" y="916"/>
                </a:cubicBezTo>
                <a:lnTo>
                  <a:pt x="611697" y="916"/>
                </a:lnTo>
                <a:cubicBezTo>
                  <a:pt x="643991" y="0"/>
                  <a:pt x="669845" y="25854"/>
                  <a:pt x="670303" y="57690"/>
                </a:cubicBezTo>
                <a:lnTo>
                  <a:pt x="670303" y="288450"/>
                </a:lnTo>
                <a:cubicBezTo>
                  <a:pt x="669845" y="320592"/>
                  <a:pt x="643991" y="346445"/>
                  <a:pt x="611697" y="347056"/>
                </a:cubicBezTo>
                <a:lnTo>
                  <a:pt x="58606" y="347056"/>
                </a:lnTo>
                <a:cubicBezTo>
                  <a:pt x="26464" y="346445"/>
                  <a:pt x="610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AD9615-78A7-4D7F-A6B5-8FCD8789B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3482" y="1895351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04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35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30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04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027" y="23756"/>
                </a:lnTo>
                <a:lnTo>
                  <a:pt x="650955" y="26676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5" y="335032"/>
                </a:lnTo>
                <a:lnTo>
                  <a:pt x="647027" y="337951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79067-4C7E-4125-9CF4-A746D86BE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560" y="1865438"/>
            <a:ext cx="800334" cy="368117"/>
          </a:xfrm>
          <a:custGeom xmlns:a="http://schemas.openxmlformats.org/drawingml/2006/main">
            <a:pathLst>
              <a:path w="800334" h="368117">
                <a:moveTo>
                  <a:pt x="0" y="0"/>
                </a:moveTo>
                <a:lnTo>
                  <a:pt x="800334" y="0"/>
                </a:lnTo>
                <a:lnTo>
                  <a:pt x="800334" y="368117"/>
                </a:lnTo>
                <a:lnTo>
                  <a:pt x="0" y="368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Text genre">
            <a:extLst xmlns:a="http://schemas.openxmlformats.org/drawingml/2006/main">
              <a:ext uri="{FF2B5EF4-FFF2-40B4-BE49-F238E27FC236}">
                <a16:creationId xmlns:a16="http://schemas.microsoft.com/office/drawing/2014/main" id="{757C8439-8303-4522-9755-6D1F249B4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523" y="2021193"/>
            <a:ext cx="484639" cy="139882"/>
          </a:xfrm>
          <a:custGeom xmlns:a="http://schemas.openxmlformats.org/drawingml/2006/main">
            <a:pathLst>
              <a:path w="484639" h="139882">
                <a:moveTo>
                  <a:pt x="89206" y="8952"/>
                </a:moveTo>
                <a:cubicBezTo>
                  <a:pt x="89206" y="11415"/>
                  <a:pt x="88875" y="13191"/>
                  <a:pt x="88211" y="14282"/>
                </a:cubicBezTo>
                <a:cubicBezTo>
                  <a:pt x="87548" y="15370"/>
                  <a:pt x="86693" y="15915"/>
                  <a:pt x="85646" y="15915"/>
                </a:cubicBezTo>
                <a:lnTo>
                  <a:pt x="72140" y="15915"/>
                </a:lnTo>
                <a:cubicBezTo>
                  <a:pt x="74583" y="18421"/>
                  <a:pt x="76293" y="21188"/>
                  <a:pt x="77270" y="24216"/>
                </a:cubicBezTo>
                <a:cubicBezTo>
                  <a:pt x="78247" y="27241"/>
                  <a:pt x="78736" y="30390"/>
                  <a:pt x="78736" y="33662"/>
                </a:cubicBezTo>
                <a:cubicBezTo>
                  <a:pt x="78736" y="39097"/>
                  <a:pt x="77863" y="43906"/>
                  <a:pt x="76118" y="48088"/>
                </a:cubicBezTo>
                <a:cubicBezTo>
                  <a:pt x="74373" y="52269"/>
                  <a:pt x="71878" y="55806"/>
                  <a:pt x="68632" y="58699"/>
                </a:cubicBezTo>
                <a:cubicBezTo>
                  <a:pt x="65386" y="61591"/>
                  <a:pt x="61530" y="63804"/>
                  <a:pt x="57063" y="65337"/>
                </a:cubicBezTo>
                <a:cubicBezTo>
                  <a:pt x="52595" y="66871"/>
                  <a:pt x="47639" y="67638"/>
                  <a:pt x="42195" y="67638"/>
                </a:cubicBezTo>
                <a:cubicBezTo>
                  <a:pt x="38356" y="67638"/>
                  <a:pt x="34709" y="67133"/>
                  <a:pt x="31254" y="66123"/>
                </a:cubicBezTo>
                <a:cubicBezTo>
                  <a:pt x="27798" y="65113"/>
                  <a:pt x="25128" y="63841"/>
                  <a:pt x="23244" y="62308"/>
                </a:cubicBezTo>
                <a:cubicBezTo>
                  <a:pt x="21987" y="63564"/>
                  <a:pt x="20958" y="64995"/>
                  <a:pt x="20155" y="66600"/>
                </a:cubicBezTo>
                <a:cubicBezTo>
                  <a:pt x="19352" y="68204"/>
                  <a:pt x="18951" y="70051"/>
                  <a:pt x="18951" y="72143"/>
                </a:cubicBezTo>
                <a:cubicBezTo>
                  <a:pt x="18951" y="74586"/>
                  <a:pt x="20085" y="76610"/>
                  <a:pt x="22354" y="78216"/>
                </a:cubicBezTo>
                <a:cubicBezTo>
                  <a:pt x="24622" y="79819"/>
                  <a:pt x="27641" y="80690"/>
                  <a:pt x="31411" y="80830"/>
                </a:cubicBezTo>
                <a:lnTo>
                  <a:pt x="56016" y="81880"/>
                </a:lnTo>
                <a:cubicBezTo>
                  <a:pt x="60692" y="82020"/>
                  <a:pt x="64985" y="82668"/>
                  <a:pt x="68894" y="83824"/>
                </a:cubicBezTo>
                <a:cubicBezTo>
                  <a:pt x="72803" y="84980"/>
                  <a:pt x="76188" y="86627"/>
                  <a:pt x="79050" y="88764"/>
                </a:cubicBezTo>
                <a:cubicBezTo>
                  <a:pt x="81912" y="90900"/>
                  <a:pt x="84146" y="93526"/>
                  <a:pt x="85751" y="96643"/>
                </a:cubicBezTo>
                <a:cubicBezTo>
                  <a:pt x="87356" y="99760"/>
                  <a:pt x="88159" y="103386"/>
                  <a:pt x="88159" y="107519"/>
                </a:cubicBezTo>
                <a:cubicBezTo>
                  <a:pt x="88159" y="111862"/>
                  <a:pt x="87252" y="115995"/>
                  <a:pt x="85437" y="119917"/>
                </a:cubicBezTo>
                <a:cubicBezTo>
                  <a:pt x="83622" y="123841"/>
                  <a:pt x="80847" y="127290"/>
                  <a:pt x="77113" y="130266"/>
                </a:cubicBezTo>
                <a:cubicBezTo>
                  <a:pt x="73379" y="133243"/>
                  <a:pt x="68615" y="135590"/>
                  <a:pt x="62821" y="137307"/>
                </a:cubicBezTo>
                <a:cubicBezTo>
                  <a:pt x="57028" y="139024"/>
                  <a:pt x="50187" y="139882"/>
                  <a:pt x="42300" y="139882"/>
                </a:cubicBezTo>
                <a:cubicBezTo>
                  <a:pt x="34691" y="139882"/>
                  <a:pt x="28217" y="139235"/>
                  <a:pt x="22877" y="137942"/>
                </a:cubicBezTo>
                <a:cubicBezTo>
                  <a:pt x="17538" y="136650"/>
                  <a:pt x="13158" y="134887"/>
                  <a:pt x="9737" y="132651"/>
                </a:cubicBezTo>
                <a:cubicBezTo>
                  <a:pt x="6317" y="130417"/>
                  <a:pt x="3839" y="127746"/>
                  <a:pt x="2303" y="124638"/>
                </a:cubicBezTo>
                <a:cubicBezTo>
                  <a:pt x="768" y="121530"/>
                  <a:pt x="0" y="118158"/>
                  <a:pt x="0" y="114524"/>
                </a:cubicBezTo>
                <a:cubicBezTo>
                  <a:pt x="0" y="112221"/>
                  <a:pt x="279" y="109986"/>
                  <a:pt x="838" y="107820"/>
                </a:cubicBezTo>
                <a:cubicBezTo>
                  <a:pt x="1396" y="105654"/>
                  <a:pt x="2251" y="103593"/>
                  <a:pt x="3403" y="101636"/>
                </a:cubicBezTo>
                <a:cubicBezTo>
                  <a:pt x="4555" y="99682"/>
                  <a:pt x="5985" y="97815"/>
                  <a:pt x="7696" y="96035"/>
                </a:cubicBezTo>
                <a:cubicBezTo>
                  <a:pt x="9406" y="94253"/>
                  <a:pt x="11378" y="92488"/>
                  <a:pt x="13611" y="90741"/>
                </a:cubicBezTo>
                <a:cubicBezTo>
                  <a:pt x="10191" y="88989"/>
                  <a:pt x="7661" y="86782"/>
                  <a:pt x="6020" y="84118"/>
                </a:cubicBezTo>
                <a:cubicBezTo>
                  <a:pt x="4380" y="81453"/>
                  <a:pt x="3560" y="78578"/>
                  <a:pt x="3560" y="75493"/>
                </a:cubicBezTo>
                <a:cubicBezTo>
                  <a:pt x="3560" y="71218"/>
                  <a:pt x="4432" y="67398"/>
                  <a:pt x="6177" y="64032"/>
                </a:cubicBezTo>
                <a:cubicBezTo>
                  <a:pt x="7922" y="60666"/>
                  <a:pt x="10086" y="57652"/>
                  <a:pt x="12669" y="54988"/>
                </a:cubicBezTo>
                <a:cubicBezTo>
                  <a:pt x="10505" y="52410"/>
                  <a:pt x="8795" y="49500"/>
                  <a:pt x="7539" y="46259"/>
                </a:cubicBezTo>
                <a:cubicBezTo>
                  <a:pt x="6282" y="43017"/>
                  <a:pt x="5654" y="39097"/>
                  <a:pt x="5654" y="34499"/>
                </a:cubicBezTo>
                <a:cubicBezTo>
                  <a:pt x="5654" y="29133"/>
                  <a:pt x="6561" y="24325"/>
                  <a:pt x="8376" y="20073"/>
                </a:cubicBezTo>
                <a:cubicBezTo>
                  <a:pt x="10191" y="15822"/>
                  <a:pt x="12704" y="12233"/>
                  <a:pt x="15915" y="9305"/>
                </a:cubicBezTo>
                <a:cubicBezTo>
                  <a:pt x="19126" y="6378"/>
                  <a:pt x="22982" y="4130"/>
                  <a:pt x="27484" y="2562"/>
                </a:cubicBezTo>
                <a:cubicBezTo>
                  <a:pt x="31986" y="994"/>
                  <a:pt x="36890" y="209"/>
                  <a:pt x="42195" y="209"/>
                </a:cubicBezTo>
                <a:cubicBezTo>
                  <a:pt x="45057" y="209"/>
                  <a:pt x="47727" y="358"/>
                  <a:pt x="50205" y="654"/>
                </a:cubicBezTo>
                <a:cubicBezTo>
                  <a:pt x="52683" y="949"/>
                  <a:pt x="55003" y="1359"/>
                  <a:pt x="57167" y="1885"/>
                </a:cubicBezTo>
                <a:lnTo>
                  <a:pt x="85646" y="1885"/>
                </a:lnTo>
                <a:cubicBezTo>
                  <a:pt x="86833" y="1885"/>
                  <a:pt x="87723" y="2465"/>
                  <a:pt x="88316" y="3625"/>
                </a:cubicBezTo>
                <a:cubicBezTo>
                  <a:pt x="88909" y="4786"/>
                  <a:pt x="89206" y="6561"/>
                  <a:pt x="89206" y="8952"/>
                </a:cubicBezTo>
                <a:moveTo>
                  <a:pt x="62193" y="33714"/>
                </a:moveTo>
                <a:cubicBezTo>
                  <a:pt x="62193" y="27325"/>
                  <a:pt x="60431" y="22343"/>
                  <a:pt x="56906" y="18768"/>
                </a:cubicBezTo>
                <a:cubicBezTo>
                  <a:pt x="53381" y="15191"/>
                  <a:pt x="48372" y="13402"/>
                  <a:pt x="41881" y="13402"/>
                </a:cubicBezTo>
                <a:cubicBezTo>
                  <a:pt x="38530" y="13402"/>
                  <a:pt x="35616" y="13958"/>
                  <a:pt x="33138" y="15071"/>
                </a:cubicBezTo>
                <a:cubicBezTo>
                  <a:pt x="30660" y="16181"/>
                  <a:pt x="28601" y="17709"/>
                  <a:pt x="26961" y="19655"/>
                </a:cubicBezTo>
                <a:cubicBezTo>
                  <a:pt x="25320" y="21598"/>
                  <a:pt x="24099" y="23837"/>
                  <a:pt x="23296" y="26372"/>
                </a:cubicBezTo>
                <a:cubicBezTo>
                  <a:pt x="22493" y="28906"/>
                  <a:pt x="22092" y="31562"/>
                  <a:pt x="22092" y="34339"/>
                </a:cubicBezTo>
                <a:cubicBezTo>
                  <a:pt x="22092" y="40521"/>
                  <a:pt x="23855" y="45383"/>
                  <a:pt x="27380" y="48925"/>
                </a:cubicBezTo>
                <a:cubicBezTo>
                  <a:pt x="30905" y="52466"/>
                  <a:pt x="35843" y="54236"/>
                  <a:pt x="42195" y="54236"/>
                </a:cubicBezTo>
                <a:cubicBezTo>
                  <a:pt x="45615" y="54236"/>
                  <a:pt x="48582" y="53698"/>
                  <a:pt x="51095" y="52623"/>
                </a:cubicBezTo>
                <a:cubicBezTo>
                  <a:pt x="53607" y="51545"/>
                  <a:pt x="55684" y="50052"/>
                  <a:pt x="57324" y="48143"/>
                </a:cubicBezTo>
                <a:cubicBezTo>
                  <a:pt x="58965" y="46232"/>
                  <a:pt x="60186" y="44027"/>
                  <a:pt x="60989" y="41527"/>
                </a:cubicBezTo>
                <a:cubicBezTo>
                  <a:pt x="61792" y="39028"/>
                  <a:pt x="62193" y="36423"/>
                  <a:pt x="62193" y="33714"/>
                </a:cubicBezTo>
                <a:moveTo>
                  <a:pt x="70883" y="108458"/>
                </a:moveTo>
                <a:cubicBezTo>
                  <a:pt x="70883" y="104381"/>
                  <a:pt x="69226" y="101237"/>
                  <a:pt x="65910" y="99025"/>
                </a:cubicBezTo>
                <a:cubicBezTo>
                  <a:pt x="62594" y="96811"/>
                  <a:pt x="58110" y="95634"/>
                  <a:pt x="52456" y="95495"/>
                </a:cubicBezTo>
                <a:lnTo>
                  <a:pt x="28060" y="94651"/>
                </a:lnTo>
                <a:cubicBezTo>
                  <a:pt x="25827" y="96407"/>
                  <a:pt x="23994" y="98075"/>
                  <a:pt x="22563" y="99657"/>
                </a:cubicBezTo>
                <a:cubicBezTo>
                  <a:pt x="21132" y="101238"/>
                  <a:pt x="19998" y="102749"/>
                  <a:pt x="19160" y="104188"/>
                </a:cubicBezTo>
                <a:cubicBezTo>
                  <a:pt x="18323" y="105628"/>
                  <a:pt x="17747" y="107050"/>
                  <a:pt x="17433" y="108455"/>
                </a:cubicBezTo>
                <a:cubicBezTo>
                  <a:pt x="17119" y="109862"/>
                  <a:pt x="16962" y="111303"/>
                  <a:pt x="16962" y="112777"/>
                </a:cubicBezTo>
                <a:cubicBezTo>
                  <a:pt x="16962" y="117345"/>
                  <a:pt x="19265" y="120805"/>
                  <a:pt x="23872" y="123159"/>
                </a:cubicBezTo>
                <a:cubicBezTo>
                  <a:pt x="28479" y="125513"/>
                  <a:pt x="34901" y="126689"/>
                  <a:pt x="43137" y="126689"/>
                </a:cubicBezTo>
                <a:cubicBezTo>
                  <a:pt x="48372" y="126689"/>
                  <a:pt x="52752" y="126180"/>
                  <a:pt x="56277" y="125161"/>
                </a:cubicBezTo>
                <a:cubicBezTo>
                  <a:pt x="59802" y="124143"/>
                  <a:pt x="62647" y="122790"/>
                  <a:pt x="64811" y="121104"/>
                </a:cubicBezTo>
                <a:cubicBezTo>
                  <a:pt x="66974" y="119418"/>
                  <a:pt x="68527" y="117486"/>
                  <a:pt x="69470" y="115306"/>
                </a:cubicBezTo>
                <a:cubicBezTo>
                  <a:pt x="70412" y="113129"/>
                  <a:pt x="70883" y="110847"/>
                  <a:pt x="70883" y="108458"/>
                </a:cubicBezTo>
                <a:close/>
                <a:moveTo>
                  <a:pt x="191610" y="47744"/>
                </a:moveTo>
                <a:cubicBezTo>
                  <a:pt x="191610" y="50466"/>
                  <a:pt x="190930" y="52403"/>
                  <a:pt x="189569" y="53555"/>
                </a:cubicBezTo>
                <a:cubicBezTo>
                  <a:pt x="188207" y="54707"/>
                  <a:pt x="186654" y="55283"/>
                  <a:pt x="184909" y="55283"/>
                </a:cubicBezTo>
                <a:lnTo>
                  <a:pt x="123135" y="55283"/>
                </a:lnTo>
                <a:cubicBezTo>
                  <a:pt x="123135" y="60533"/>
                  <a:pt x="123659" y="65259"/>
                  <a:pt x="124706" y="69460"/>
                </a:cubicBezTo>
                <a:cubicBezTo>
                  <a:pt x="125753" y="73661"/>
                  <a:pt x="127498" y="77267"/>
                  <a:pt x="129941" y="80277"/>
                </a:cubicBezTo>
                <a:cubicBezTo>
                  <a:pt x="132384" y="83287"/>
                  <a:pt x="135560" y="85598"/>
                  <a:pt x="139469" y="87210"/>
                </a:cubicBezTo>
                <a:cubicBezTo>
                  <a:pt x="143378" y="88820"/>
                  <a:pt x="148159" y="89625"/>
                  <a:pt x="153813" y="89625"/>
                </a:cubicBezTo>
                <a:cubicBezTo>
                  <a:pt x="158280" y="89625"/>
                  <a:pt x="162259" y="89258"/>
                  <a:pt x="165749" y="88526"/>
                </a:cubicBezTo>
                <a:cubicBezTo>
                  <a:pt x="169239" y="87793"/>
                  <a:pt x="172258" y="86973"/>
                  <a:pt x="174806" y="86065"/>
                </a:cubicBezTo>
                <a:cubicBezTo>
                  <a:pt x="177353" y="85158"/>
                  <a:pt x="179447" y="84337"/>
                  <a:pt x="181088" y="83605"/>
                </a:cubicBezTo>
                <a:cubicBezTo>
                  <a:pt x="182728" y="82872"/>
                  <a:pt x="183967" y="82505"/>
                  <a:pt x="184805" y="82505"/>
                </a:cubicBezTo>
                <a:cubicBezTo>
                  <a:pt x="185293" y="82505"/>
                  <a:pt x="185729" y="82627"/>
                  <a:pt x="186113" y="82872"/>
                </a:cubicBezTo>
                <a:cubicBezTo>
                  <a:pt x="186497" y="83116"/>
                  <a:pt x="186794" y="83482"/>
                  <a:pt x="187003" y="83971"/>
                </a:cubicBezTo>
                <a:cubicBezTo>
                  <a:pt x="187213" y="84460"/>
                  <a:pt x="187370" y="85140"/>
                  <a:pt x="187475" y="86013"/>
                </a:cubicBezTo>
                <a:cubicBezTo>
                  <a:pt x="187579" y="86885"/>
                  <a:pt x="187632" y="87950"/>
                  <a:pt x="187632" y="89206"/>
                </a:cubicBezTo>
                <a:cubicBezTo>
                  <a:pt x="187632" y="90114"/>
                  <a:pt x="187597" y="90899"/>
                  <a:pt x="187527" y="91562"/>
                </a:cubicBezTo>
                <a:cubicBezTo>
                  <a:pt x="187457" y="92225"/>
                  <a:pt x="187370" y="92818"/>
                  <a:pt x="187265" y="93342"/>
                </a:cubicBezTo>
                <a:cubicBezTo>
                  <a:pt x="187160" y="93865"/>
                  <a:pt x="186986" y="94337"/>
                  <a:pt x="186742" y="94755"/>
                </a:cubicBezTo>
                <a:cubicBezTo>
                  <a:pt x="186497" y="95174"/>
                  <a:pt x="186183" y="95576"/>
                  <a:pt x="185799" y="95959"/>
                </a:cubicBezTo>
                <a:cubicBezTo>
                  <a:pt x="185415" y="96343"/>
                  <a:pt x="184281" y="96972"/>
                  <a:pt x="182396" y="97844"/>
                </a:cubicBezTo>
                <a:cubicBezTo>
                  <a:pt x="180512" y="98717"/>
                  <a:pt x="178069" y="99572"/>
                  <a:pt x="175067" y="100409"/>
                </a:cubicBezTo>
                <a:cubicBezTo>
                  <a:pt x="172066" y="101247"/>
                  <a:pt x="168593" y="101997"/>
                  <a:pt x="164649" y="102660"/>
                </a:cubicBezTo>
                <a:cubicBezTo>
                  <a:pt x="160706" y="103323"/>
                  <a:pt x="156500" y="103655"/>
                  <a:pt x="152033" y="103655"/>
                </a:cubicBezTo>
                <a:cubicBezTo>
                  <a:pt x="144285" y="103655"/>
                  <a:pt x="137497" y="102572"/>
                  <a:pt x="131668" y="100406"/>
                </a:cubicBezTo>
                <a:cubicBezTo>
                  <a:pt x="125840" y="98240"/>
                  <a:pt x="120936" y="95026"/>
                  <a:pt x="116958" y="90764"/>
                </a:cubicBezTo>
                <a:cubicBezTo>
                  <a:pt x="112979" y="86501"/>
                  <a:pt x="109978" y="81156"/>
                  <a:pt x="107953" y="74728"/>
                </a:cubicBezTo>
                <a:cubicBezTo>
                  <a:pt x="105929" y="68300"/>
                  <a:pt x="104917" y="60823"/>
                  <a:pt x="104917" y="52299"/>
                </a:cubicBezTo>
                <a:cubicBezTo>
                  <a:pt x="104917" y="44193"/>
                  <a:pt x="105964" y="36909"/>
                  <a:pt x="108058" y="30445"/>
                </a:cubicBezTo>
                <a:cubicBezTo>
                  <a:pt x="110152" y="23982"/>
                  <a:pt x="113171" y="18497"/>
                  <a:pt x="117115" y="13991"/>
                </a:cubicBezTo>
                <a:cubicBezTo>
                  <a:pt x="121059" y="9484"/>
                  <a:pt x="125822" y="6026"/>
                  <a:pt x="131407" y="3615"/>
                </a:cubicBezTo>
                <a:cubicBezTo>
                  <a:pt x="136991" y="1205"/>
                  <a:pt x="143238" y="0"/>
                  <a:pt x="150148" y="0"/>
                </a:cubicBezTo>
                <a:cubicBezTo>
                  <a:pt x="157547" y="0"/>
                  <a:pt x="163847" y="1187"/>
                  <a:pt x="169047" y="3560"/>
                </a:cubicBezTo>
                <a:cubicBezTo>
                  <a:pt x="174247" y="5933"/>
                  <a:pt x="178523" y="9127"/>
                  <a:pt x="181873" y="13140"/>
                </a:cubicBezTo>
                <a:cubicBezTo>
                  <a:pt x="185223" y="17154"/>
                  <a:pt x="187684" y="21865"/>
                  <a:pt x="189254" y="27275"/>
                </a:cubicBezTo>
                <a:cubicBezTo>
                  <a:pt x="190825" y="32684"/>
                  <a:pt x="191610" y="38461"/>
                  <a:pt x="191610" y="44603"/>
                </a:cubicBezTo>
                <a:lnTo>
                  <a:pt x="191610" y="47744"/>
                </a:lnTo>
                <a:moveTo>
                  <a:pt x="174230" y="42509"/>
                </a:moveTo>
                <a:cubicBezTo>
                  <a:pt x="174439" y="33500"/>
                  <a:pt x="172432" y="26432"/>
                  <a:pt x="168209" y="21304"/>
                </a:cubicBezTo>
                <a:cubicBezTo>
                  <a:pt x="163986" y="16175"/>
                  <a:pt x="157722" y="13611"/>
                  <a:pt x="149415" y="13611"/>
                </a:cubicBezTo>
                <a:cubicBezTo>
                  <a:pt x="145157" y="13611"/>
                  <a:pt x="141423" y="14409"/>
                  <a:pt x="138212" y="16003"/>
                </a:cubicBezTo>
                <a:cubicBezTo>
                  <a:pt x="135001" y="17595"/>
                  <a:pt x="132314" y="19709"/>
                  <a:pt x="130150" y="22344"/>
                </a:cubicBezTo>
                <a:cubicBezTo>
                  <a:pt x="127986" y="24977"/>
                  <a:pt x="126311" y="28044"/>
                  <a:pt x="125124" y="31545"/>
                </a:cubicBezTo>
                <a:cubicBezTo>
                  <a:pt x="123938" y="35044"/>
                  <a:pt x="123275" y="38698"/>
                  <a:pt x="123135" y="42509"/>
                </a:cubicBezTo>
                <a:lnTo>
                  <a:pt x="174230" y="42509"/>
                </a:lnTo>
                <a:close/>
                <a:moveTo>
                  <a:pt x="298413" y="98943"/>
                </a:moveTo>
                <a:cubicBezTo>
                  <a:pt x="298413" y="99502"/>
                  <a:pt x="298274" y="99973"/>
                  <a:pt x="297994" y="100357"/>
                </a:cubicBezTo>
                <a:cubicBezTo>
                  <a:pt x="297715" y="100741"/>
                  <a:pt x="297262" y="101072"/>
                  <a:pt x="296633" y="101352"/>
                </a:cubicBezTo>
                <a:cubicBezTo>
                  <a:pt x="296005" y="101631"/>
                  <a:pt x="295133" y="101840"/>
                  <a:pt x="294016" y="101980"/>
                </a:cubicBezTo>
                <a:cubicBezTo>
                  <a:pt x="292899" y="102119"/>
                  <a:pt x="291503" y="102189"/>
                  <a:pt x="289828" y="102189"/>
                </a:cubicBezTo>
                <a:cubicBezTo>
                  <a:pt x="288083" y="102189"/>
                  <a:pt x="286652" y="102119"/>
                  <a:pt x="285535" y="101980"/>
                </a:cubicBezTo>
                <a:cubicBezTo>
                  <a:pt x="284418" y="101840"/>
                  <a:pt x="283546" y="101631"/>
                  <a:pt x="282917" y="101352"/>
                </a:cubicBezTo>
                <a:cubicBezTo>
                  <a:pt x="282289" y="101072"/>
                  <a:pt x="281835" y="100742"/>
                  <a:pt x="281556" y="100360"/>
                </a:cubicBezTo>
                <a:cubicBezTo>
                  <a:pt x="281277" y="99976"/>
                  <a:pt x="281137" y="99505"/>
                  <a:pt x="281137" y="98947"/>
                </a:cubicBezTo>
                <a:lnTo>
                  <a:pt x="281137" y="43834"/>
                </a:lnTo>
                <a:cubicBezTo>
                  <a:pt x="281137" y="38466"/>
                  <a:pt x="280719" y="34144"/>
                  <a:pt x="279881" y="30867"/>
                </a:cubicBezTo>
                <a:cubicBezTo>
                  <a:pt x="279043" y="27591"/>
                  <a:pt x="277822" y="24769"/>
                  <a:pt x="276216" y="22400"/>
                </a:cubicBezTo>
                <a:cubicBezTo>
                  <a:pt x="274611" y="20029"/>
                  <a:pt x="272534" y="18216"/>
                  <a:pt x="269987" y="16962"/>
                </a:cubicBezTo>
                <a:cubicBezTo>
                  <a:pt x="267439" y="15705"/>
                  <a:pt x="264490" y="15077"/>
                  <a:pt x="261139" y="15077"/>
                </a:cubicBezTo>
                <a:cubicBezTo>
                  <a:pt x="256812" y="15077"/>
                  <a:pt x="252484" y="16612"/>
                  <a:pt x="248156" y="19681"/>
                </a:cubicBezTo>
                <a:cubicBezTo>
                  <a:pt x="243829" y="22748"/>
                  <a:pt x="239292" y="27243"/>
                  <a:pt x="234545" y="33168"/>
                </a:cubicBezTo>
                <a:lnTo>
                  <a:pt x="234545" y="98947"/>
                </a:lnTo>
                <a:cubicBezTo>
                  <a:pt x="234545" y="99505"/>
                  <a:pt x="234405" y="99976"/>
                  <a:pt x="234126" y="100360"/>
                </a:cubicBezTo>
                <a:cubicBezTo>
                  <a:pt x="233847" y="100742"/>
                  <a:pt x="233393" y="101072"/>
                  <a:pt x="232765" y="101352"/>
                </a:cubicBezTo>
                <a:cubicBezTo>
                  <a:pt x="232137" y="101631"/>
                  <a:pt x="231264" y="101840"/>
                  <a:pt x="230148" y="101980"/>
                </a:cubicBezTo>
                <a:cubicBezTo>
                  <a:pt x="229031" y="102119"/>
                  <a:pt x="227600" y="102189"/>
                  <a:pt x="225855" y="102189"/>
                </a:cubicBezTo>
                <a:cubicBezTo>
                  <a:pt x="224180" y="102189"/>
                  <a:pt x="222784" y="102119"/>
                  <a:pt x="221667" y="101980"/>
                </a:cubicBezTo>
                <a:cubicBezTo>
                  <a:pt x="220550" y="101840"/>
                  <a:pt x="219660" y="101631"/>
                  <a:pt x="218997" y="101352"/>
                </a:cubicBezTo>
                <a:cubicBezTo>
                  <a:pt x="218334" y="101072"/>
                  <a:pt x="217880" y="100741"/>
                  <a:pt x="217636" y="100357"/>
                </a:cubicBezTo>
                <a:cubicBezTo>
                  <a:pt x="217391" y="99973"/>
                  <a:pt x="217269" y="99502"/>
                  <a:pt x="217269" y="98943"/>
                </a:cubicBezTo>
                <a:lnTo>
                  <a:pt x="217269" y="4712"/>
                </a:lnTo>
                <a:cubicBezTo>
                  <a:pt x="217269" y="4153"/>
                  <a:pt x="217374" y="3682"/>
                  <a:pt x="217583" y="3298"/>
                </a:cubicBezTo>
                <a:cubicBezTo>
                  <a:pt x="217793" y="2914"/>
                  <a:pt x="218212" y="2565"/>
                  <a:pt x="218840" y="2251"/>
                </a:cubicBezTo>
                <a:cubicBezTo>
                  <a:pt x="219468" y="1937"/>
                  <a:pt x="220271" y="1728"/>
                  <a:pt x="221248" y="1623"/>
                </a:cubicBezTo>
                <a:cubicBezTo>
                  <a:pt x="222225" y="1518"/>
                  <a:pt x="223516" y="1466"/>
                  <a:pt x="225122" y="1466"/>
                </a:cubicBezTo>
                <a:cubicBezTo>
                  <a:pt x="226657" y="1466"/>
                  <a:pt x="227931" y="1518"/>
                  <a:pt x="228943" y="1623"/>
                </a:cubicBezTo>
                <a:cubicBezTo>
                  <a:pt x="229956" y="1728"/>
                  <a:pt x="230741" y="1937"/>
                  <a:pt x="231299" y="2251"/>
                </a:cubicBezTo>
                <a:cubicBezTo>
                  <a:pt x="231858" y="2565"/>
                  <a:pt x="232259" y="2914"/>
                  <a:pt x="232503" y="3298"/>
                </a:cubicBezTo>
                <a:cubicBezTo>
                  <a:pt x="232748" y="3682"/>
                  <a:pt x="232870" y="4153"/>
                  <a:pt x="232870" y="4712"/>
                </a:cubicBezTo>
                <a:lnTo>
                  <a:pt x="232870" y="17171"/>
                </a:lnTo>
                <a:cubicBezTo>
                  <a:pt x="238175" y="11238"/>
                  <a:pt x="243462" y="6893"/>
                  <a:pt x="248732" y="4136"/>
                </a:cubicBezTo>
                <a:cubicBezTo>
                  <a:pt x="254002" y="1379"/>
                  <a:pt x="259325" y="0"/>
                  <a:pt x="264699" y="0"/>
                </a:cubicBezTo>
                <a:cubicBezTo>
                  <a:pt x="270981" y="0"/>
                  <a:pt x="276269" y="1064"/>
                  <a:pt x="280562" y="3193"/>
                </a:cubicBezTo>
                <a:cubicBezTo>
                  <a:pt x="284854" y="5322"/>
                  <a:pt x="288327" y="8167"/>
                  <a:pt x="290979" y="11727"/>
                </a:cubicBezTo>
                <a:cubicBezTo>
                  <a:pt x="293632" y="15286"/>
                  <a:pt x="295534" y="19457"/>
                  <a:pt x="296686" y="24239"/>
                </a:cubicBezTo>
                <a:cubicBezTo>
                  <a:pt x="297837" y="29020"/>
                  <a:pt x="298413" y="34761"/>
                  <a:pt x="298413" y="41462"/>
                </a:cubicBezTo>
                <a:lnTo>
                  <a:pt x="298413" y="98943"/>
                </a:lnTo>
                <a:close/>
                <a:moveTo>
                  <a:pt x="384518" y="10889"/>
                </a:moveTo>
                <a:cubicBezTo>
                  <a:pt x="384518" y="12425"/>
                  <a:pt x="384483" y="13716"/>
                  <a:pt x="384413" y="14763"/>
                </a:cubicBezTo>
                <a:cubicBezTo>
                  <a:pt x="384343" y="15810"/>
                  <a:pt x="384204" y="16630"/>
                  <a:pt x="383994" y="17223"/>
                </a:cubicBezTo>
                <a:cubicBezTo>
                  <a:pt x="383785" y="17817"/>
                  <a:pt x="383523" y="18271"/>
                  <a:pt x="383209" y="18585"/>
                </a:cubicBezTo>
                <a:cubicBezTo>
                  <a:pt x="382895" y="18899"/>
                  <a:pt x="382459" y="19056"/>
                  <a:pt x="381900" y="19056"/>
                </a:cubicBezTo>
                <a:cubicBezTo>
                  <a:pt x="381342" y="19056"/>
                  <a:pt x="380661" y="18899"/>
                  <a:pt x="379859" y="18585"/>
                </a:cubicBezTo>
                <a:cubicBezTo>
                  <a:pt x="379056" y="18271"/>
                  <a:pt x="378149" y="17956"/>
                  <a:pt x="377136" y="17642"/>
                </a:cubicBezTo>
                <a:cubicBezTo>
                  <a:pt x="376124" y="17328"/>
                  <a:pt x="374990" y="17032"/>
                  <a:pt x="373734" y="16752"/>
                </a:cubicBezTo>
                <a:cubicBezTo>
                  <a:pt x="372477" y="16473"/>
                  <a:pt x="371116" y="16334"/>
                  <a:pt x="369650" y="16334"/>
                </a:cubicBezTo>
                <a:cubicBezTo>
                  <a:pt x="367905" y="16334"/>
                  <a:pt x="366195" y="16683"/>
                  <a:pt x="364520" y="17381"/>
                </a:cubicBezTo>
                <a:cubicBezTo>
                  <a:pt x="362845" y="18079"/>
                  <a:pt x="361082" y="19230"/>
                  <a:pt x="359232" y="20836"/>
                </a:cubicBezTo>
                <a:cubicBezTo>
                  <a:pt x="357383" y="22441"/>
                  <a:pt x="355446" y="24570"/>
                  <a:pt x="353421" y="27223"/>
                </a:cubicBezTo>
                <a:cubicBezTo>
                  <a:pt x="351397" y="29875"/>
                  <a:pt x="349164" y="33121"/>
                  <a:pt x="346720" y="36960"/>
                </a:cubicBezTo>
                <a:lnTo>
                  <a:pt x="346720" y="98943"/>
                </a:lnTo>
                <a:cubicBezTo>
                  <a:pt x="346720" y="99502"/>
                  <a:pt x="346581" y="99973"/>
                  <a:pt x="346302" y="100357"/>
                </a:cubicBezTo>
                <a:cubicBezTo>
                  <a:pt x="346022" y="100741"/>
                  <a:pt x="345569" y="101072"/>
                  <a:pt x="344941" y="101352"/>
                </a:cubicBezTo>
                <a:cubicBezTo>
                  <a:pt x="344312" y="101631"/>
                  <a:pt x="343440" y="101840"/>
                  <a:pt x="342323" y="101980"/>
                </a:cubicBezTo>
                <a:cubicBezTo>
                  <a:pt x="341206" y="102119"/>
                  <a:pt x="339775" y="102189"/>
                  <a:pt x="338030" y="102189"/>
                </a:cubicBezTo>
                <a:cubicBezTo>
                  <a:pt x="336355" y="102189"/>
                  <a:pt x="334959" y="102119"/>
                  <a:pt x="333842" y="101980"/>
                </a:cubicBezTo>
                <a:cubicBezTo>
                  <a:pt x="332725" y="101840"/>
                  <a:pt x="331835" y="101631"/>
                  <a:pt x="331172" y="101352"/>
                </a:cubicBezTo>
                <a:cubicBezTo>
                  <a:pt x="330509" y="101072"/>
                  <a:pt x="330055" y="100741"/>
                  <a:pt x="329811" y="100357"/>
                </a:cubicBezTo>
                <a:cubicBezTo>
                  <a:pt x="329567" y="99973"/>
                  <a:pt x="329445" y="99502"/>
                  <a:pt x="329445" y="98943"/>
                </a:cubicBezTo>
                <a:lnTo>
                  <a:pt x="329445" y="4712"/>
                </a:lnTo>
                <a:cubicBezTo>
                  <a:pt x="329445" y="4153"/>
                  <a:pt x="329549" y="3682"/>
                  <a:pt x="329759" y="3298"/>
                </a:cubicBezTo>
                <a:cubicBezTo>
                  <a:pt x="329968" y="2914"/>
                  <a:pt x="330387" y="2565"/>
                  <a:pt x="331015" y="2251"/>
                </a:cubicBezTo>
                <a:cubicBezTo>
                  <a:pt x="331643" y="1937"/>
                  <a:pt x="332446" y="1728"/>
                  <a:pt x="333423" y="1623"/>
                </a:cubicBezTo>
                <a:cubicBezTo>
                  <a:pt x="334401" y="1518"/>
                  <a:pt x="335692" y="1466"/>
                  <a:pt x="337297" y="1466"/>
                </a:cubicBezTo>
                <a:cubicBezTo>
                  <a:pt x="338833" y="1466"/>
                  <a:pt x="340107" y="1518"/>
                  <a:pt x="341119" y="1623"/>
                </a:cubicBezTo>
                <a:cubicBezTo>
                  <a:pt x="342131" y="1728"/>
                  <a:pt x="342916" y="1937"/>
                  <a:pt x="343475" y="2251"/>
                </a:cubicBezTo>
                <a:cubicBezTo>
                  <a:pt x="344033" y="2565"/>
                  <a:pt x="344434" y="2914"/>
                  <a:pt x="344679" y="3298"/>
                </a:cubicBezTo>
                <a:cubicBezTo>
                  <a:pt x="344923" y="3682"/>
                  <a:pt x="345045" y="4153"/>
                  <a:pt x="345045" y="4712"/>
                </a:cubicBezTo>
                <a:lnTo>
                  <a:pt x="345045" y="18428"/>
                </a:lnTo>
                <a:cubicBezTo>
                  <a:pt x="347628" y="14658"/>
                  <a:pt x="350053" y="11587"/>
                  <a:pt x="352322" y="9214"/>
                </a:cubicBezTo>
                <a:cubicBezTo>
                  <a:pt x="354591" y="6841"/>
                  <a:pt x="356737" y="4973"/>
                  <a:pt x="358761" y="3612"/>
                </a:cubicBezTo>
                <a:cubicBezTo>
                  <a:pt x="360785" y="2251"/>
                  <a:pt x="362792" y="1309"/>
                  <a:pt x="364782" y="785"/>
                </a:cubicBezTo>
                <a:cubicBezTo>
                  <a:pt x="366771" y="262"/>
                  <a:pt x="368778" y="0"/>
                  <a:pt x="370802" y="0"/>
                </a:cubicBezTo>
                <a:cubicBezTo>
                  <a:pt x="371709" y="0"/>
                  <a:pt x="372739" y="52"/>
                  <a:pt x="373891" y="157"/>
                </a:cubicBezTo>
                <a:cubicBezTo>
                  <a:pt x="375042" y="262"/>
                  <a:pt x="376246" y="454"/>
                  <a:pt x="377503" y="733"/>
                </a:cubicBezTo>
                <a:cubicBezTo>
                  <a:pt x="378759" y="1012"/>
                  <a:pt x="379894" y="1326"/>
                  <a:pt x="380906" y="1675"/>
                </a:cubicBezTo>
                <a:cubicBezTo>
                  <a:pt x="381918" y="2024"/>
                  <a:pt x="382633" y="2373"/>
                  <a:pt x="383052" y="2722"/>
                </a:cubicBezTo>
                <a:cubicBezTo>
                  <a:pt x="383471" y="3071"/>
                  <a:pt x="383750" y="3403"/>
                  <a:pt x="383890" y="3717"/>
                </a:cubicBezTo>
                <a:cubicBezTo>
                  <a:pt x="384029" y="4031"/>
                  <a:pt x="384151" y="4432"/>
                  <a:pt x="384256" y="4921"/>
                </a:cubicBezTo>
                <a:cubicBezTo>
                  <a:pt x="384361" y="5410"/>
                  <a:pt x="384431" y="6125"/>
                  <a:pt x="384466" y="7067"/>
                </a:cubicBezTo>
                <a:cubicBezTo>
                  <a:pt x="384500" y="8010"/>
                  <a:pt x="384518" y="9284"/>
                  <a:pt x="384518" y="10889"/>
                </a:cubicBezTo>
                <a:close/>
                <a:moveTo>
                  <a:pt x="484639" y="47744"/>
                </a:moveTo>
                <a:cubicBezTo>
                  <a:pt x="484639" y="50466"/>
                  <a:pt x="483958" y="52403"/>
                  <a:pt x="482597" y="53555"/>
                </a:cubicBezTo>
                <a:cubicBezTo>
                  <a:pt x="481236" y="54707"/>
                  <a:pt x="479683" y="55283"/>
                  <a:pt x="477938" y="55283"/>
                </a:cubicBezTo>
                <a:lnTo>
                  <a:pt x="416164" y="55283"/>
                </a:lnTo>
                <a:cubicBezTo>
                  <a:pt x="416164" y="60533"/>
                  <a:pt x="416687" y="65259"/>
                  <a:pt x="417734" y="69460"/>
                </a:cubicBezTo>
                <a:cubicBezTo>
                  <a:pt x="418781" y="73661"/>
                  <a:pt x="420526" y="77267"/>
                  <a:pt x="422969" y="80277"/>
                </a:cubicBezTo>
                <a:cubicBezTo>
                  <a:pt x="425412" y="83287"/>
                  <a:pt x="428588" y="85598"/>
                  <a:pt x="432497" y="87210"/>
                </a:cubicBezTo>
                <a:cubicBezTo>
                  <a:pt x="436406" y="88820"/>
                  <a:pt x="441188" y="89625"/>
                  <a:pt x="446841" y="89625"/>
                </a:cubicBezTo>
                <a:cubicBezTo>
                  <a:pt x="451309" y="89625"/>
                  <a:pt x="455287" y="89258"/>
                  <a:pt x="458777" y="88526"/>
                </a:cubicBezTo>
                <a:cubicBezTo>
                  <a:pt x="462268" y="87793"/>
                  <a:pt x="465286" y="86973"/>
                  <a:pt x="467834" y="86065"/>
                </a:cubicBezTo>
                <a:cubicBezTo>
                  <a:pt x="470382" y="85158"/>
                  <a:pt x="472476" y="84337"/>
                  <a:pt x="474116" y="83605"/>
                </a:cubicBezTo>
                <a:cubicBezTo>
                  <a:pt x="475757" y="82872"/>
                  <a:pt x="476996" y="82505"/>
                  <a:pt x="477833" y="82505"/>
                </a:cubicBezTo>
                <a:cubicBezTo>
                  <a:pt x="478322" y="82505"/>
                  <a:pt x="478758" y="82627"/>
                  <a:pt x="479142" y="82872"/>
                </a:cubicBezTo>
                <a:cubicBezTo>
                  <a:pt x="479526" y="83116"/>
                  <a:pt x="479823" y="83482"/>
                  <a:pt x="480032" y="83971"/>
                </a:cubicBezTo>
                <a:cubicBezTo>
                  <a:pt x="480241" y="84460"/>
                  <a:pt x="480398" y="85140"/>
                  <a:pt x="480503" y="86013"/>
                </a:cubicBezTo>
                <a:cubicBezTo>
                  <a:pt x="480608" y="86885"/>
                  <a:pt x="480660" y="87950"/>
                  <a:pt x="480660" y="89206"/>
                </a:cubicBezTo>
                <a:cubicBezTo>
                  <a:pt x="480660" y="90114"/>
                  <a:pt x="480625" y="90899"/>
                  <a:pt x="480556" y="91562"/>
                </a:cubicBezTo>
                <a:cubicBezTo>
                  <a:pt x="480486" y="92225"/>
                  <a:pt x="480398" y="92818"/>
                  <a:pt x="480294" y="93342"/>
                </a:cubicBezTo>
                <a:cubicBezTo>
                  <a:pt x="480189" y="93865"/>
                  <a:pt x="480015" y="94337"/>
                  <a:pt x="479770" y="94755"/>
                </a:cubicBezTo>
                <a:cubicBezTo>
                  <a:pt x="479526" y="95174"/>
                  <a:pt x="479212" y="95576"/>
                  <a:pt x="478828" y="95959"/>
                </a:cubicBezTo>
                <a:cubicBezTo>
                  <a:pt x="478444" y="96343"/>
                  <a:pt x="477310" y="96972"/>
                  <a:pt x="475425" y="97844"/>
                </a:cubicBezTo>
                <a:cubicBezTo>
                  <a:pt x="473540" y="98717"/>
                  <a:pt x="471097" y="99572"/>
                  <a:pt x="468096" y="100409"/>
                </a:cubicBezTo>
                <a:cubicBezTo>
                  <a:pt x="465094" y="101247"/>
                  <a:pt x="461622" y="101997"/>
                  <a:pt x="457678" y="102660"/>
                </a:cubicBezTo>
                <a:cubicBezTo>
                  <a:pt x="453734" y="103323"/>
                  <a:pt x="449529" y="103655"/>
                  <a:pt x="445062" y="103655"/>
                </a:cubicBezTo>
                <a:cubicBezTo>
                  <a:pt x="437314" y="103655"/>
                  <a:pt x="430525" y="102572"/>
                  <a:pt x="424697" y="100406"/>
                </a:cubicBezTo>
                <a:cubicBezTo>
                  <a:pt x="418869" y="98240"/>
                  <a:pt x="413965" y="95026"/>
                  <a:pt x="409986" y="90764"/>
                </a:cubicBezTo>
                <a:cubicBezTo>
                  <a:pt x="406008" y="86501"/>
                  <a:pt x="403006" y="81156"/>
                  <a:pt x="400982" y="74728"/>
                </a:cubicBezTo>
                <a:cubicBezTo>
                  <a:pt x="398958" y="68300"/>
                  <a:pt x="397946" y="60823"/>
                  <a:pt x="397946" y="52299"/>
                </a:cubicBezTo>
                <a:cubicBezTo>
                  <a:pt x="397946" y="44193"/>
                  <a:pt x="398993" y="36909"/>
                  <a:pt x="401087" y="30445"/>
                </a:cubicBezTo>
                <a:cubicBezTo>
                  <a:pt x="403181" y="23982"/>
                  <a:pt x="406200" y="18497"/>
                  <a:pt x="410143" y="13991"/>
                </a:cubicBezTo>
                <a:cubicBezTo>
                  <a:pt x="414087" y="9484"/>
                  <a:pt x="418851" y="6026"/>
                  <a:pt x="424435" y="3615"/>
                </a:cubicBezTo>
                <a:cubicBezTo>
                  <a:pt x="430019" y="1205"/>
                  <a:pt x="436267" y="0"/>
                  <a:pt x="443177" y="0"/>
                </a:cubicBezTo>
                <a:cubicBezTo>
                  <a:pt x="450576" y="0"/>
                  <a:pt x="456875" y="1187"/>
                  <a:pt x="462076" y="3560"/>
                </a:cubicBezTo>
                <a:cubicBezTo>
                  <a:pt x="467276" y="5933"/>
                  <a:pt x="471551" y="9127"/>
                  <a:pt x="474902" y="13140"/>
                </a:cubicBezTo>
                <a:cubicBezTo>
                  <a:pt x="478252" y="17154"/>
                  <a:pt x="480713" y="21865"/>
                  <a:pt x="482283" y="27275"/>
                </a:cubicBezTo>
                <a:cubicBezTo>
                  <a:pt x="483854" y="32684"/>
                  <a:pt x="484639" y="38461"/>
                  <a:pt x="484639" y="44603"/>
                </a:cubicBezTo>
                <a:lnTo>
                  <a:pt x="484639" y="47744"/>
                </a:lnTo>
                <a:moveTo>
                  <a:pt x="467258" y="42509"/>
                </a:moveTo>
                <a:cubicBezTo>
                  <a:pt x="467468" y="33500"/>
                  <a:pt x="465461" y="26432"/>
                  <a:pt x="461238" y="21304"/>
                </a:cubicBezTo>
                <a:cubicBezTo>
                  <a:pt x="457015" y="16175"/>
                  <a:pt x="450750" y="13611"/>
                  <a:pt x="442444" y="13611"/>
                </a:cubicBezTo>
                <a:cubicBezTo>
                  <a:pt x="438186" y="13611"/>
                  <a:pt x="434452" y="14409"/>
                  <a:pt x="431241" y="16003"/>
                </a:cubicBezTo>
                <a:cubicBezTo>
                  <a:pt x="428030" y="17595"/>
                  <a:pt x="425343" y="19709"/>
                  <a:pt x="423179" y="22344"/>
                </a:cubicBezTo>
                <a:cubicBezTo>
                  <a:pt x="421015" y="24977"/>
                  <a:pt x="419340" y="28044"/>
                  <a:pt x="418153" y="31545"/>
                </a:cubicBezTo>
                <a:cubicBezTo>
                  <a:pt x="416966" y="35044"/>
                  <a:pt x="416303" y="38698"/>
                  <a:pt x="416164" y="42509"/>
                </a:cubicBezTo>
                <a:lnTo>
                  <a:pt x="467258" y="425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" name="Text 1)ClassicGradient-basedMethods">
            <a:extLst xmlns:a="http://schemas.openxmlformats.org/drawingml/2006/main">
              <a:ext uri="{FF2B5EF4-FFF2-40B4-BE49-F238E27FC236}">
                <a16:creationId xmlns:a16="http://schemas.microsoft.com/office/drawing/2014/main" id="{41E978BA-5852-497C-AD00-B80F8B1C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6387" y="1564793"/>
            <a:ext cx="3413124" cy="209909"/>
          </a:xfrm>
          <a:custGeom xmlns:a="http://schemas.openxmlformats.org/drawingml/2006/main">
            <a:pathLst>
              <a:path w="3413124" h="209909">
                <a:moveTo>
                  <a:pt x="89502" y="160700"/>
                </a:moveTo>
                <a:cubicBezTo>
                  <a:pt x="89502" y="162206"/>
                  <a:pt x="89384" y="163474"/>
                  <a:pt x="89146" y="164504"/>
                </a:cubicBezTo>
                <a:cubicBezTo>
                  <a:pt x="88908" y="165534"/>
                  <a:pt x="88591" y="166366"/>
                  <a:pt x="88195" y="167000"/>
                </a:cubicBezTo>
                <a:cubicBezTo>
                  <a:pt x="87799" y="167634"/>
                  <a:pt x="87343" y="168089"/>
                  <a:pt x="86828" y="168367"/>
                </a:cubicBezTo>
                <a:cubicBezTo>
                  <a:pt x="86313" y="168644"/>
                  <a:pt x="85778" y="168783"/>
                  <a:pt x="85223" y="168783"/>
                </a:cubicBezTo>
                <a:lnTo>
                  <a:pt x="4873" y="168783"/>
                </a:lnTo>
                <a:cubicBezTo>
                  <a:pt x="4319" y="168783"/>
                  <a:pt x="3804" y="168644"/>
                  <a:pt x="3328" y="168367"/>
                </a:cubicBezTo>
                <a:cubicBezTo>
                  <a:pt x="2853" y="168089"/>
                  <a:pt x="2397" y="167634"/>
                  <a:pt x="1961" y="167000"/>
                </a:cubicBezTo>
                <a:cubicBezTo>
                  <a:pt x="1525" y="166366"/>
                  <a:pt x="1189" y="165534"/>
                  <a:pt x="951" y="164504"/>
                </a:cubicBezTo>
                <a:cubicBezTo>
                  <a:pt x="713" y="163474"/>
                  <a:pt x="594" y="162206"/>
                  <a:pt x="594" y="160700"/>
                </a:cubicBezTo>
                <a:cubicBezTo>
                  <a:pt x="594" y="159274"/>
                  <a:pt x="713" y="158046"/>
                  <a:pt x="951" y="157015"/>
                </a:cubicBezTo>
                <a:cubicBezTo>
                  <a:pt x="1189" y="155985"/>
                  <a:pt x="1486" y="155133"/>
                  <a:pt x="1842" y="154460"/>
                </a:cubicBezTo>
                <a:cubicBezTo>
                  <a:pt x="2199" y="153786"/>
                  <a:pt x="2635" y="153271"/>
                  <a:pt x="3150" y="152915"/>
                </a:cubicBezTo>
                <a:cubicBezTo>
                  <a:pt x="3665" y="152558"/>
                  <a:pt x="4239" y="152380"/>
                  <a:pt x="4873" y="152380"/>
                </a:cubicBezTo>
                <a:lnTo>
                  <a:pt x="36966" y="152380"/>
                </a:lnTo>
                <a:lnTo>
                  <a:pt x="36966" y="35421"/>
                </a:lnTo>
                <a:lnTo>
                  <a:pt x="7251" y="53250"/>
                </a:lnTo>
                <a:cubicBezTo>
                  <a:pt x="5745" y="54042"/>
                  <a:pt x="4537" y="54518"/>
                  <a:pt x="3625" y="54676"/>
                </a:cubicBezTo>
                <a:cubicBezTo>
                  <a:pt x="2714" y="54835"/>
                  <a:pt x="1981" y="54656"/>
                  <a:pt x="1426" y="54141"/>
                </a:cubicBezTo>
                <a:cubicBezTo>
                  <a:pt x="872" y="53626"/>
                  <a:pt x="495" y="52771"/>
                  <a:pt x="297" y="51575"/>
                </a:cubicBezTo>
                <a:cubicBezTo>
                  <a:pt x="99" y="50379"/>
                  <a:pt x="0" y="48864"/>
                  <a:pt x="0" y="47032"/>
                </a:cubicBezTo>
                <a:cubicBezTo>
                  <a:pt x="0" y="45677"/>
                  <a:pt x="59" y="44522"/>
                  <a:pt x="178" y="43566"/>
                </a:cubicBezTo>
                <a:cubicBezTo>
                  <a:pt x="297" y="42608"/>
                  <a:pt x="475" y="41811"/>
                  <a:pt x="713" y="41174"/>
                </a:cubicBezTo>
                <a:cubicBezTo>
                  <a:pt x="951" y="40535"/>
                  <a:pt x="1288" y="39977"/>
                  <a:pt x="1723" y="39499"/>
                </a:cubicBezTo>
                <a:cubicBezTo>
                  <a:pt x="2159" y="39021"/>
                  <a:pt x="2734" y="38542"/>
                  <a:pt x="3447" y="38062"/>
                </a:cubicBezTo>
                <a:lnTo>
                  <a:pt x="38868" y="15222"/>
                </a:lnTo>
                <a:cubicBezTo>
                  <a:pt x="39185" y="14984"/>
                  <a:pt x="39581" y="14786"/>
                  <a:pt x="40056" y="14627"/>
                </a:cubicBezTo>
                <a:cubicBezTo>
                  <a:pt x="40532" y="14466"/>
                  <a:pt x="41126" y="14307"/>
                  <a:pt x="41839" y="14148"/>
                </a:cubicBezTo>
                <a:cubicBezTo>
                  <a:pt x="42552" y="13987"/>
                  <a:pt x="43384" y="13887"/>
                  <a:pt x="44335" y="13847"/>
                </a:cubicBezTo>
                <a:cubicBezTo>
                  <a:pt x="45286" y="13808"/>
                  <a:pt x="46475" y="13788"/>
                  <a:pt x="47901" y="13788"/>
                </a:cubicBezTo>
                <a:cubicBezTo>
                  <a:pt x="49803" y="13788"/>
                  <a:pt x="51388" y="13867"/>
                  <a:pt x="52655" y="14026"/>
                </a:cubicBezTo>
                <a:cubicBezTo>
                  <a:pt x="53923" y="14184"/>
                  <a:pt x="54914" y="14402"/>
                  <a:pt x="55627" y="14679"/>
                </a:cubicBezTo>
                <a:cubicBezTo>
                  <a:pt x="56340" y="14957"/>
                  <a:pt x="56816" y="15315"/>
                  <a:pt x="57053" y="15753"/>
                </a:cubicBezTo>
                <a:cubicBezTo>
                  <a:pt x="57291" y="16189"/>
                  <a:pt x="57410" y="16644"/>
                  <a:pt x="57410" y="17120"/>
                </a:cubicBezTo>
                <a:lnTo>
                  <a:pt x="57410" y="152380"/>
                </a:lnTo>
                <a:lnTo>
                  <a:pt x="85223" y="152380"/>
                </a:lnTo>
                <a:cubicBezTo>
                  <a:pt x="85857" y="152380"/>
                  <a:pt x="86452" y="152558"/>
                  <a:pt x="87006" y="152915"/>
                </a:cubicBezTo>
                <a:cubicBezTo>
                  <a:pt x="87561" y="153271"/>
                  <a:pt x="88017" y="153786"/>
                  <a:pt x="88373" y="154460"/>
                </a:cubicBezTo>
                <a:cubicBezTo>
                  <a:pt x="88730" y="155133"/>
                  <a:pt x="89007" y="155985"/>
                  <a:pt x="89205" y="157015"/>
                </a:cubicBezTo>
                <a:cubicBezTo>
                  <a:pt x="89403" y="158046"/>
                  <a:pt x="89502" y="159274"/>
                  <a:pt x="89502" y="160700"/>
                </a:cubicBezTo>
                <a:close/>
                <a:moveTo>
                  <a:pt x="160825" y="104954"/>
                </a:moveTo>
                <a:cubicBezTo>
                  <a:pt x="160825" y="113918"/>
                  <a:pt x="160270" y="122783"/>
                  <a:pt x="159161" y="131549"/>
                </a:cubicBezTo>
                <a:cubicBezTo>
                  <a:pt x="158052" y="140315"/>
                  <a:pt x="156387" y="148982"/>
                  <a:pt x="154169" y="157550"/>
                </a:cubicBezTo>
                <a:cubicBezTo>
                  <a:pt x="151950" y="166118"/>
                  <a:pt x="149236" y="174547"/>
                  <a:pt x="146027" y="182838"/>
                </a:cubicBezTo>
                <a:cubicBezTo>
                  <a:pt x="142818" y="191129"/>
                  <a:pt x="139073" y="199319"/>
                  <a:pt x="134794" y="207409"/>
                </a:cubicBezTo>
                <a:cubicBezTo>
                  <a:pt x="134557" y="207805"/>
                  <a:pt x="134200" y="208162"/>
                  <a:pt x="133725" y="208479"/>
                </a:cubicBezTo>
                <a:cubicBezTo>
                  <a:pt x="133249" y="208798"/>
                  <a:pt x="132635" y="209077"/>
                  <a:pt x="131882" y="209314"/>
                </a:cubicBezTo>
                <a:cubicBezTo>
                  <a:pt x="131130" y="209552"/>
                  <a:pt x="130238" y="209711"/>
                  <a:pt x="129208" y="209790"/>
                </a:cubicBezTo>
                <a:cubicBezTo>
                  <a:pt x="128178" y="209869"/>
                  <a:pt x="126950" y="209909"/>
                  <a:pt x="125523" y="209909"/>
                </a:cubicBezTo>
                <a:cubicBezTo>
                  <a:pt x="123463" y="209909"/>
                  <a:pt x="121858" y="209810"/>
                  <a:pt x="120709" y="209611"/>
                </a:cubicBezTo>
                <a:cubicBezTo>
                  <a:pt x="119560" y="209413"/>
                  <a:pt x="118728" y="209095"/>
                  <a:pt x="118213" y="208657"/>
                </a:cubicBezTo>
                <a:cubicBezTo>
                  <a:pt x="117698" y="208221"/>
                  <a:pt x="117460" y="207666"/>
                  <a:pt x="117500" y="206993"/>
                </a:cubicBezTo>
                <a:cubicBezTo>
                  <a:pt x="117540" y="206319"/>
                  <a:pt x="117758" y="205506"/>
                  <a:pt x="118154" y="204552"/>
                </a:cubicBezTo>
                <a:cubicBezTo>
                  <a:pt x="125444" y="188528"/>
                  <a:pt x="130951" y="172128"/>
                  <a:pt x="134676" y="155351"/>
                </a:cubicBezTo>
                <a:cubicBezTo>
                  <a:pt x="138400" y="138572"/>
                  <a:pt x="140262" y="121654"/>
                  <a:pt x="140262" y="104598"/>
                </a:cubicBezTo>
                <a:cubicBezTo>
                  <a:pt x="140262" y="87620"/>
                  <a:pt x="138400" y="70743"/>
                  <a:pt x="134676" y="53967"/>
                </a:cubicBezTo>
                <a:cubicBezTo>
                  <a:pt x="130951" y="37187"/>
                  <a:pt x="125365" y="20824"/>
                  <a:pt x="117916" y="4877"/>
                </a:cubicBezTo>
                <a:cubicBezTo>
                  <a:pt x="117599" y="4164"/>
                  <a:pt x="117480" y="3490"/>
                  <a:pt x="117560" y="2856"/>
                </a:cubicBezTo>
                <a:cubicBezTo>
                  <a:pt x="117639" y="2222"/>
                  <a:pt x="117995" y="1707"/>
                  <a:pt x="118629" y="1311"/>
                </a:cubicBezTo>
                <a:cubicBezTo>
                  <a:pt x="119263" y="913"/>
                  <a:pt x="120135" y="594"/>
                  <a:pt x="121244" y="357"/>
                </a:cubicBezTo>
                <a:cubicBezTo>
                  <a:pt x="122354" y="119"/>
                  <a:pt x="123820" y="0"/>
                  <a:pt x="125642" y="0"/>
                </a:cubicBezTo>
                <a:cubicBezTo>
                  <a:pt x="127306" y="0"/>
                  <a:pt x="128693" y="59"/>
                  <a:pt x="129802" y="178"/>
                </a:cubicBezTo>
                <a:cubicBezTo>
                  <a:pt x="130912" y="297"/>
                  <a:pt x="131803" y="475"/>
                  <a:pt x="132477" y="713"/>
                </a:cubicBezTo>
                <a:cubicBezTo>
                  <a:pt x="133150" y="951"/>
                  <a:pt x="133645" y="1190"/>
                  <a:pt x="133962" y="1430"/>
                </a:cubicBezTo>
                <a:cubicBezTo>
                  <a:pt x="134279" y="1668"/>
                  <a:pt x="134517" y="1945"/>
                  <a:pt x="134676" y="2262"/>
                </a:cubicBezTo>
                <a:cubicBezTo>
                  <a:pt x="142837" y="18524"/>
                  <a:pt x="149236" y="35242"/>
                  <a:pt x="153872" y="52418"/>
                </a:cubicBezTo>
                <a:cubicBezTo>
                  <a:pt x="158507" y="69593"/>
                  <a:pt x="160825" y="87105"/>
                  <a:pt x="160825" y="104954"/>
                </a:cubicBezTo>
                <a:close/>
                <a:moveTo>
                  <a:pt x="355043" y="146912"/>
                </a:moveTo>
                <a:cubicBezTo>
                  <a:pt x="355043" y="148180"/>
                  <a:pt x="355003" y="149289"/>
                  <a:pt x="354924" y="150240"/>
                </a:cubicBezTo>
                <a:cubicBezTo>
                  <a:pt x="354845" y="151191"/>
                  <a:pt x="354706" y="152023"/>
                  <a:pt x="354508" y="152736"/>
                </a:cubicBezTo>
                <a:cubicBezTo>
                  <a:pt x="354310" y="153450"/>
                  <a:pt x="354053" y="154084"/>
                  <a:pt x="353736" y="154638"/>
                </a:cubicBezTo>
                <a:cubicBezTo>
                  <a:pt x="353419" y="155193"/>
                  <a:pt x="352864" y="155870"/>
                  <a:pt x="352072" y="156670"/>
                </a:cubicBezTo>
                <a:cubicBezTo>
                  <a:pt x="351279" y="157467"/>
                  <a:pt x="349615" y="158684"/>
                  <a:pt x="347079" y="160321"/>
                </a:cubicBezTo>
                <a:cubicBezTo>
                  <a:pt x="344544" y="161958"/>
                  <a:pt x="341394" y="163555"/>
                  <a:pt x="337630" y="165113"/>
                </a:cubicBezTo>
                <a:cubicBezTo>
                  <a:pt x="333866" y="166670"/>
                  <a:pt x="329547" y="167988"/>
                  <a:pt x="324674" y="169065"/>
                </a:cubicBezTo>
                <a:cubicBezTo>
                  <a:pt x="319801" y="170145"/>
                  <a:pt x="314472" y="170684"/>
                  <a:pt x="308687" y="170684"/>
                </a:cubicBezTo>
                <a:cubicBezTo>
                  <a:pt x="298703" y="170684"/>
                  <a:pt x="289689" y="169020"/>
                  <a:pt x="281646" y="165692"/>
                </a:cubicBezTo>
                <a:cubicBezTo>
                  <a:pt x="273603" y="162364"/>
                  <a:pt x="266749" y="157451"/>
                  <a:pt x="261083" y="150954"/>
                </a:cubicBezTo>
                <a:cubicBezTo>
                  <a:pt x="255418" y="144456"/>
                  <a:pt x="251059" y="136433"/>
                  <a:pt x="248009" y="126884"/>
                </a:cubicBezTo>
                <a:cubicBezTo>
                  <a:pt x="244958" y="117336"/>
                  <a:pt x="243433" y="106341"/>
                  <a:pt x="243433" y="93900"/>
                </a:cubicBezTo>
                <a:cubicBezTo>
                  <a:pt x="243433" y="81142"/>
                  <a:pt x="245077" y="69771"/>
                  <a:pt x="248365" y="59787"/>
                </a:cubicBezTo>
                <a:cubicBezTo>
                  <a:pt x="251654" y="49803"/>
                  <a:pt x="256270" y="41344"/>
                  <a:pt x="262213" y="34410"/>
                </a:cubicBezTo>
                <a:cubicBezTo>
                  <a:pt x="268156" y="27477"/>
                  <a:pt x="275267" y="22187"/>
                  <a:pt x="283548" y="18542"/>
                </a:cubicBezTo>
                <a:cubicBezTo>
                  <a:pt x="291829" y="14897"/>
                  <a:pt x="301001" y="13075"/>
                  <a:pt x="311064" y="13075"/>
                </a:cubicBezTo>
                <a:cubicBezTo>
                  <a:pt x="315502" y="13075"/>
                  <a:pt x="319821" y="13491"/>
                  <a:pt x="324020" y="14323"/>
                </a:cubicBezTo>
                <a:cubicBezTo>
                  <a:pt x="328220" y="15155"/>
                  <a:pt x="332103" y="16205"/>
                  <a:pt x="335669" y="17473"/>
                </a:cubicBezTo>
                <a:cubicBezTo>
                  <a:pt x="339235" y="18740"/>
                  <a:pt x="342404" y="20206"/>
                  <a:pt x="345178" y="21870"/>
                </a:cubicBezTo>
                <a:cubicBezTo>
                  <a:pt x="347951" y="23534"/>
                  <a:pt x="349873" y="24901"/>
                  <a:pt x="350942" y="25971"/>
                </a:cubicBezTo>
                <a:cubicBezTo>
                  <a:pt x="352012" y="27041"/>
                  <a:pt x="352705" y="27856"/>
                  <a:pt x="353022" y="28415"/>
                </a:cubicBezTo>
                <a:cubicBezTo>
                  <a:pt x="353339" y="28972"/>
                  <a:pt x="353597" y="29630"/>
                  <a:pt x="353795" y="30388"/>
                </a:cubicBezTo>
                <a:cubicBezTo>
                  <a:pt x="353993" y="31145"/>
                  <a:pt x="354152" y="32043"/>
                  <a:pt x="354270" y="33081"/>
                </a:cubicBezTo>
                <a:cubicBezTo>
                  <a:pt x="354389" y="34116"/>
                  <a:pt x="354449" y="35351"/>
                  <a:pt x="354449" y="36788"/>
                </a:cubicBezTo>
                <a:cubicBezTo>
                  <a:pt x="354449" y="38382"/>
                  <a:pt x="354370" y="39738"/>
                  <a:pt x="354211" y="40855"/>
                </a:cubicBezTo>
                <a:cubicBezTo>
                  <a:pt x="354053" y="41972"/>
                  <a:pt x="353815" y="42909"/>
                  <a:pt x="353498" y="43667"/>
                </a:cubicBezTo>
                <a:cubicBezTo>
                  <a:pt x="353181" y="44424"/>
                  <a:pt x="352805" y="44983"/>
                  <a:pt x="352369" y="45342"/>
                </a:cubicBezTo>
                <a:cubicBezTo>
                  <a:pt x="351933" y="45701"/>
                  <a:pt x="351398" y="45880"/>
                  <a:pt x="350764" y="45880"/>
                </a:cubicBezTo>
                <a:cubicBezTo>
                  <a:pt x="349655" y="45880"/>
                  <a:pt x="348109" y="45102"/>
                  <a:pt x="346128" y="43544"/>
                </a:cubicBezTo>
                <a:cubicBezTo>
                  <a:pt x="344147" y="41986"/>
                  <a:pt x="341592" y="40269"/>
                  <a:pt x="338462" y="38392"/>
                </a:cubicBezTo>
                <a:cubicBezTo>
                  <a:pt x="335332" y="36515"/>
                  <a:pt x="331528" y="34798"/>
                  <a:pt x="327051" y="33240"/>
                </a:cubicBezTo>
                <a:cubicBezTo>
                  <a:pt x="322574" y="31683"/>
                  <a:pt x="317206" y="30904"/>
                  <a:pt x="310946" y="30904"/>
                </a:cubicBezTo>
                <a:cubicBezTo>
                  <a:pt x="304131" y="30904"/>
                  <a:pt x="297930" y="32271"/>
                  <a:pt x="292344" y="35005"/>
                </a:cubicBezTo>
                <a:cubicBezTo>
                  <a:pt x="286757" y="37738"/>
                  <a:pt x="281983" y="41760"/>
                  <a:pt x="278021" y="47069"/>
                </a:cubicBezTo>
                <a:cubicBezTo>
                  <a:pt x="274059" y="52378"/>
                  <a:pt x="270988" y="58856"/>
                  <a:pt x="268809" y="66503"/>
                </a:cubicBezTo>
                <a:cubicBezTo>
                  <a:pt x="266630" y="74149"/>
                  <a:pt x="265541" y="82886"/>
                  <a:pt x="265541" y="92712"/>
                </a:cubicBezTo>
                <a:cubicBezTo>
                  <a:pt x="265541" y="102458"/>
                  <a:pt x="266591" y="111076"/>
                  <a:pt x="268690" y="118564"/>
                </a:cubicBezTo>
                <a:cubicBezTo>
                  <a:pt x="270790" y="126052"/>
                  <a:pt x="273802" y="132312"/>
                  <a:pt x="277724" y="137344"/>
                </a:cubicBezTo>
                <a:cubicBezTo>
                  <a:pt x="281646" y="142376"/>
                  <a:pt x="286460" y="146179"/>
                  <a:pt x="292166" y="148755"/>
                </a:cubicBezTo>
                <a:cubicBezTo>
                  <a:pt x="297871" y="151330"/>
                  <a:pt x="304329" y="152618"/>
                  <a:pt x="311540" y="152618"/>
                </a:cubicBezTo>
                <a:cubicBezTo>
                  <a:pt x="317641" y="152618"/>
                  <a:pt x="322970" y="151859"/>
                  <a:pt x="327527" y="150341"/>
                </a:cubicBezTo>
                <a:cubicBezTo>
                  <a:pt x="332083" y="148823"/>
                  <a:pt x="335966" y="147125"/>
                  <a:pt x="339175" y="145248"/>
                </a:cubicBezTo>
                <a:cubicBezTo>
                  <a:pt x="342384" y="143371"/>
                  <a:pt x="345019" y="141674"/>
                  <a:pt x="347079" y="140156"/>
                </a:cubicBezTo>
                <a:cubicBezTo>
                  <a:pt x="349140" y="138638"/>
                  <a:pt x="350764" y="137879"/>
                  <a:pt x="351953" y="137879"/>
                </a:cubicBezTo>
                <a:cubicBezTo>
                  <a:pt x="352507" y="137879"/>
                  <a:pt x="352983" y="137998"/>
                  <a:pt x="353379" y="138235"/>
                </a:cubicBezTo>
                <a:cubicBezTo>
                  <a:pt x="353775" y="138473"/>
                  <a:pt x="354092" y="138929"/>
                  <a:pt x="354330" y="139602"/>
                </a:cubicBezTo>
                <a:cubicBezTo>
                  <a:pt x="354568" y="140276"/>
                  <a:pt x="354746" y="141207"/>
                  <a:pt x="354865" y="142396"/>
                </a:cubicBezTo>
                <a:cubicBezTo>
                  <a:pt x="354984" y="143584"/>
                  <a:pt x="355043" y="145090"/>
                  <a:pt x="355043" y="146912"/>
                </a:cubicBezTo>
                <a:close/>
                <a:moveTo>
                  <a:pt x="400190" y="165807"/>
                </a:moveTo>
                <a:cubicBezTo>
                  <a:pt x="400190" y="166441"/>
                  <a:pt x="400032" y="166977"/>
                  <a:pt x="399715" y="167416"/>
                </a:cubicBezTo>
                <a:cubicBezTo>
                  <a:pt x="399398" y="167852"/>
                  <a:pt x="398883" y="168228"/>
                  <a:pt x="398169" y="168545"/>
                </a:cubicBezTo>
                <a:cubicBezTo>
                  <a:pt x="397456" y="168862"/>
                  <a:pt x="396466" y="169100"/>
                  <a:pt x="395198" y="169258"/>
                </a:cubicBezTo>
                <a:cubicBezTo>
                  <a:pt x="393930" y="169417"/>
                  <a:pt x="392306" y="169496"/>
                  <a:pt x="390325" y="169496"/>
                </a:cubicBezTo>
                <a:cubicBezTo>
                  <a:pt x="388423" y="169496"/>
                  <a:pt x="386838" y="169417"/>
                  <a:pt x="385570" y="169258"/>
                </a:cubicBezTo>
                <a:cubicBezTo>
                  <a:pt x="384302" y="169100"/>
                  <a:pt x="383292" y="168862"/>
                  <a:pt x="382539" y="168545"/>
                </a:cubicBezTo>
                <a:cubicBezTo>
                  <a:pt x="381786" y="168228"/>
                  <a:pt x="381271" y="167852"/>
                  <a:pt x="380994" y="167416"/>
                </a:cubicBezTo>
                <a:cubicBezTo>
                  <a:pt x="380717" y="166977"/>
                  <a:pt x="380578" y="166441"/>
                  <a:pt x="380578" y="165807"/>
                </a:cubicBezTo>
                <a:lnTo>
                  <a:pt x="380578" y="6898"/>
                </a:lnTo>
                <a:cubicBezTo>
                  <a:pt x="380578" y="6264"/>
                  <a:pt x="380717" y="5709"/>
                  <a:pt x="380994" y="5234"/>
                </a:cubicBezTo>
                <a:cubicBezTo>
                  <a:pt x="381271" y="4756"/>
                  <a:pt x="381786" y="4358"/>
                  <a:pt x="382539" y="4041"/>
                </a:cubicBezTo>
                <a:cubicBezTo>
                  <a:pt x="383292" y="3724"/>
                  <a:pt x="384302" y="3487"/>
                  <a:pt x="385570" y="3328"/>
                </a:cubicBezTo>
                <a:cubicBezTo>
                  <a:pt x="386838" y="3170"/>
                  <a:pt x="388423" y="3090"/>
                  <a:pt x="390325" y="3090"/>
                </a:cubicBezTo>
                <a:cubicBezTo>
                  <a:pt x="392306" y="3090"/>
                  <a:pt x="393930" y="3170"/>
                  <a:pt x="395198" y="3328"/>
                </a:cubicBezTo>
                <a:cubicBezTo>
                  <a:pt x="396466" y="3487"/>
                  <a:pt x="397456" y="3724"/>
                  <a:pt x="398169" y="4041"/>
                </a:cubicBezTo>
                <a:cubicBezTo>
                  <a:pt x="398883" y="4358"/>
                  <a:pt x="399398" y="4756"/>
                  <a:pt x="399715" y="5234"/>
                </a:cubicBezTo>
                <a:cubicBezTo>
                  <a:pt x="400032" y="5709"/>
                  <a:pt x="400190" y="6264"/>
                  <a:pt x="400190" y="6898"/>
                </a:cubicBezTo>
                <a:lnTo>
                  <a:pt x="400190" y="165807"/>
                </a:lnTo>
                <a:close/>
                <a:moveTo>
                  <a:pt x="516872" y="165930"/>
                </a:moveTo>
                <a:cubicBezTo>
                  <a:pt x="516872" y="166881"/>
                  <a:pt x="516555" y="167594"/>
                  <a:pt x="515921" y="168070"/>
                </a:cubicBezTo>
                <a:cubicBezTo>
                  <a:pt x="515287" y="168545"/>
                  <a:pt x="514415" y="168902"/>
                  <a:pt x="513306" y="169139"/>
                </a:cubicBezTo>
                <a:cubicBezTo>
                  <a:pt x="512196" y="169377"/>
                  <a:pt x="510572" y="169496"/>
                  <a:pt x="508433" y="169496"/>
                </a:cubicBezTo>
                <a:cubicBezTo>
                  <a:pt x="506372" y="169496"/>
                  <a:pt x="504728" y="169377"/>
                  <a:pt x="503500" y="169139"/>
                </a:cubicBezTo>
                <a:cubicBezTo>
                  <a:pt x="502272" y="168902"/>
                  <a:pt x="501380" y="168545"/>
                  <a:pt x="500825" y="168070"/>
                </a:cubicBezTo>
                <a:cubicBezTo>
                  <a:pt x="500271" y="167594"/>
                  <a:pt x="499993" y="166881"/>
                  <a:pt x="499993" y="165930"/>
                </a:cubicBezTo>
                <a:lnTo>
                  <a:pt x="499993" y="155233"/>
                </a:lnTo>
                <a:cubicBezTo>
                  <a:pt x="495318" y="160225"/>
                  <a:pt x="490108" y="164127"/>
                  <a:pt x="484363" y="166940"/>
                </a:cubicBezTo>
                <a:cubicBezTo>
                  <a:pt x="478618" y="169753"/>
                  <a:pt x="472536" y="171160"/>
                  <a:pt x="466118" y="171160"/>
                </a:cubicBezTo>
                <a:cubicBezTo>
                  <a:pt x="460492" y="171160"/>
                  <a:pt x="455401" y="170423"/>
                  <a:pt x="450844" y="168950"/>
                </a:cubicBezTo>
                <a:cubicBezTo>
                  <a:pt x="446288" y="167476"/>
                  <a:pt x="442405" y="165346"/>
                  <a:pt x="439196" y="162557"/>
                </a:cubicBezTo>
                <a:cubicBezTo>
                  <a:pt x="435987" y="159769"/>
                  <a:pt x="433491" y="156344"/>
                  <a:pt x="431708" y="152283"/>
                </a:cubicBezTo>
                <a:cubicBezTo>
                  <a:pt x="429925" y="148220"/>
                  <a:pt x="429033" y="143599"/>
                  <a:pt x="429033" y="138421"/>
                </a:cubicBezTo>
                <a:cubicBezTo>
                  <a:pt x="429033" y="132367"/>
                  <a:pt x="430262" y="127110"/>
                  <a:pt x="432718" y="122650"/>
                </a:cubicBezTo>
                <a:cubicBezTo>
                  <a:pt x="435174" y="118190"/>
                  <a:pt x="438701" y="114487"/>
                  <a:pt x="443297" y="111540"/>
                </a:cubicBezTo>
                <a:cubicBezTo>
                  <a:pt x="447893" y="108591"/>
                  <a:pt x="453519" y="106379"/>
                  <a:pt x="460175" y="104906"/>
                </a:cubicBezTo>
                <a:cubicBezTo>
                  <a:pt x="466831" y="103433"/>
                  <a:pt x="474319" y="102696"/>
                  <a:pt x="482640" y="102696"/>
                </a:cubicBezTo>
                <a:lnTo>
                  <a:pt x="497378" y="102696"/>
                </a:lnTo>
                <a:lnTo>
                  <a:pt x="497378" y="94435"/>
                </a:lnTo>
                <a:cubicBezTo>
                  <a:pt x="497378" y="90344"/>
                  <a:pt x="496943" y="86725"/>
                  <a:pt x="496071" y="83578"/>
                </a:cubicBezTo>
                <a:cubicBezTo>
                  <a:pt x="495199" y="80431"/>
                  <a:pt x="493793" y="77814"/>
                  <a:pt x="491851" y="75729"/>
                </a:cubicBezTo>
                <a:cubicBezTo>
                  <a:pt x="489910" y="73644"/>
                  <a:pt x="487394" y="72071"/>
                  <a:pt x="484304" y="71008"/>
                </a:cubicBezTo>
                <a:cubicBezTo>
                  <a:pt x="481213" y="69946"/>
                  <a:pt x="477410" y="69415"/>
                  <a:pt x="472893" y="69415"/>
                </a:cubicBezTo>
                <a:cubicBezTo>
                  <a:pt x="468059" y="69415"/>
                  <a:pt x="463721" y="69983"/>
                  <a:pt x="459878" y="71120"/>
                </a:cubicBezTo>
                <a:cubicBezTo>
                  <a:pt x="456035" y="72256"/>
                  <a:pt x="452667" y="73511"/>
                  <a:pt x="449775" y="74882"/>
                </a:cubicBezTo>
                <a:cubicBezTo>
                  <a:pt x="446882" y="76254"/>
                  <a:pt x="444465" y="77509"/>
                  <a:pt x="442524" y="78645"/>
                </a:cubicBezTo>
                <a:cubicBezTo>
                  <a:pt x="440583" y="79782"/>
                  <a:pt x="439137" y="80350"/>
                  <a:pt x="438186" y="80350"/>
                </a:cubicBezTo>
                <a:cubicBezTo>
                  <a:pt x="437552" y="80350"/>
                  <a:pt x="436997" y="80192"/>
                  <a:pt x="436522" y="79875"/>
                </a:cubicBezTo>
                <a:cubicBezTo>
                  <a:pt x="436046" y="79558"/>
                  <a:pt x="435630" y="79082"/>
                  <a:pt x="435274" y="78448"/>
                </a:cubicBezTo>
                <a:cubicBezTo>
                  <a:pt x="434917" y="77814"/>
                  <a:pt x="434659" y="77002"/>
                  <a:pt x="434501" y="76012"/>
                </a:cubicBezTo>
                <a:cubicBezTo>
                  <a:pt x="434342" y="75021"/>
                  <a:pt x="434263" y="73932"/>
                  <a:pt x="434263" y="72743"/>
                </a:cubicBezTo>
                <a:cubicBezTo>
                  <a:pt x="434263" y="70762"/>
                  <a:pt x="434402" y="69197"/>
                  <a:pt x="434679" y="68048"/>
                </a:cubicBezTo>
                <a:cubicBezTo>
                  <a:pt x="434957" y="66899"/>
                  <a:pt x="435630" y="65809"/>
                  <a:pt x="436700" y="64779"/>
                </a:cubicBezTo>
                <a:cubicBezTo>
                  <a:pt x="437770" y="63749"/>
                  <a:pt x="439612" y="62549"/>
                  <a:pt x="442227" y="61180"/>
                </a:cubicBezTo>
                <a:cubicBezTo>
                  <a:pt x="444842" y="59808"/>
                  <a:pt x="447853" y="58555"/>
                  <a:pt x="451260" y="57421"/>
                </a:cubicBezTo>
                <a:cubicBezTo>
                  <a:pt x="454668" y="56287"/>
                  <a:pt x="458392" y="55348"/>
                  <a:pt x="462433" y="54606"/>
                </a:cubicBezTo>
                <a:cubicBezTo>
                  <a:pt x="466475" y="53860"/>
                  <a:pt x="470555" y="53487"/>
                  <a:pt x="474676" y="53487"/>
                </a:cubicBezTo>
                <a:cubicBezTo>
                  <a:pt x="482362" y="53487"/>
                  <a:pt x="488900" y="54359"/>
                  <a:pt x="494288" y="56102"/>
                </a:cubicBezTo>
                <a:cubicBezTo>
                  <a:pt x="499676" y="57846"/>
                  <a:pt x="504035" y="60401"/>
                  <a:pt x="507363" y="63769"/>
                </a:cubicBezTo>
                <a:cubicBezTo>
                  <a:pt x="510691" y="67137"/>
                  <a:pt x="513108" y="71317"/>
                  <a:pt x="514613" y="76309"/>
                </a:cubicBezTo>
                <a:cubicBezTo>
                  <a:pt x="516119" y="81301"/>
                  <a:pt x="516872" y="87125"/>
                  <a:pt x="516872" y="93781"/>
                </a:cubicBezTo>
                <a:lnTo>
                  <a:pt x="516872" y="165930"/>
                </a:lnTo>
                <a:moveTo>
                  <a:pt x="497378" y="116959"/>
                </a:moveTo>
                <a:lnTo>
                  <a:pt x="480619" y="116959"/>
                </a:lnTo>
                <a:cubicBezTo>
                  <a:pt x="475231" y="116959"/>
                  <a:pt x="470555" y="117416"/>
                  <a:pt x="466593" y="118330"/>
                </a:cubicBezTo>
                <a:cubicBezTo>
                  <a:pt x="462631" y="119244"/>
                  <a:pt x="459343" y="120596"/>
                  <a:pt x="456728" y="122386"/>
                </a:cubicBezTo>
                <a:cubicBezTo>
                  <a:pt x="454113" y="124174"/>
                  <a:pt x="452191" y="126320"/>
                  <a:pt x="450963" y="128823"/>
                </a:cubicBezTo>
                <a:cubicBezTo>
                  <a:pt x="449735" y="131327"/>
                  <a:pt x="449121" y="134208"/>
                  <a:pt x="449121" y="137467"/>
                </a:cubicBezTo>
                <a:cubicBezTo>
                  <a:pt x="449121" y="143031"/>
                  <a:pt x="450884" y="147462"/>
                  <a:pt x="454410" y="150760"/>
                </a:cubicBezTo>
                <a:cubicBezTo>
                  <a:pt x="457936" y="154059"/>
                  <a:pt x="462869" y="155708"/>
                  <a:pt x="469208" y="155708"/>
                </a:cubicBezTo>
                <a:cubicBezTo>
                  <a:pt x="474359" y="155708"/>
                  <a:pt x="479133" y="154397"/>
                  <a:pt x="483531" y="151774"/>
                </a:cubicBezTo>
                <a:cubicBezTo>
                  <a:pt x="487929" y="149152"/>
                  <a:pt x="492545" y="145138"/>
                  <a:pt x="497378" y="139732"/>
                </a:cubicBezTo>
                <a:lnTo>
                  <a:pt x="497378" y="116959"/>
                </a:lnTo>
                <a:close/>
                <a:moveTo>
                  <a:pt x="620194" y="136776"/>
                </a:moveTo>
                <a:cubicBezTo>
                  <a:pt x="620194" y="142248"/>
                  <a:pt x="619183" y="147126"/>
                  <a:pt x="617163" y="151410"/>
                </a:cubicBezTo>
                <a:cubicBezTo>
                  <a:pt x="615142" y="155692"/>
                  <a:pt x="612270" y="159301"/>
                  <a:pt x="608545" y="162238"/>
                </a:cubicBezTo>
                <a:cubicBezTo>
                  <a:pt x="604821" y="165172"/>
                  <a:pt x="600384" y="167392"/>
                  <a:pt x="595233" y="168898"/>
                </a:cubicBezTo>
                <a:cubicBezTo>
                  <a:pt x="590082" y="170406"/>
                  <a:pt x="584417" y="171160"/>
                  <a:pt x="578236" y="171160"/>
                </a:cubicBezTo>
                <a:cubicBezTo>
                  <a:pt x="574432" y="171160"/>
                  <a:pt x="570807" y="170866"/>
                  <a:pt x="567360" y="170280"/>
                </a:cubicBezTo>
                <a:cubicBezTo>
                  <a:pt x="563913" y="169693"/>
                  <a:pt x="560823" y="168950"/>
                  <a:pt x="558089" y="168051"/>
                </a:cubicBezTo>
                <a:cubicBezTo>
                  <a:pt x="555355" y="167150"/>
                  <a:pt x="553037" y="166210"/>
                  <a:pt x="551136" y="165232"/>
                </a:cubicBezTo>
                <a:cubicBezTo>
                  <a:pt x="549234" y="164251"/>
                  <a:pt x="547847" y="163370"/>
                  <a:pt x="546975" y="162587"/>
                </a:cubicBezTo>
                <a:cubicBezTo>
                  <a:pt x="546104" y="161805"/>
                  <a:pt x="545470" y="160695"/>
                  <a:pt x="545074" y="159259"/>
                </a:cubicBezTo>
                <a:cubicBezTo>
                  <a:pt x="544677" y="157820"/>
                  <a:pt x="544479" y="155864"/>
                  <a:pt x="544479" y="153390"/>
                </a:cubicBezTo>
                <a:cubicBezTo>
                  <a:pt x="544479" y="151875"/>
                  <a:pt x="544559" y="150598"/>
                  <a:pt x="544717" y="149561"/>
                </a:cubicBezTo>
                <a:cubicBezTo>
                  <a:pt x="544876" y="148521"/>
                  <a:pt x="545074" y="147682"/>
                  <a:pt x="545311" y="147046"/>
                </a:cubicBezTo>
                <a:cubicBezTo>
                  <a:pt x="545549" y="146407"/>
                  <a:pt x="545886" y="145948"/>
                  <a:pt x="546322" y="145668"/>
                </a:cubicBezTo>
                <a:cubicBezTo>
                  <a:pt x="546757" y="145388"/>
                  <a:pt x="547253" y="145248"/>
                  <a:pt x="547807" y="145248"/>
                </a:cubicBezTo>
                <a:cubicBezTo>
                  <a:pt x="548679" y="145248"/>
                  <a:pt x="549967" y="145783"/>
                  <a:pt x="551670" y="146853"/>
                </a:cubicBezTo>
                <a:cubicBezTo>
                  <a:pt x="553374" y="147923"/>
                  <a:pt x="555474" y="149091"/>
                  <a:pt x="557970" y="150359"/>
                </a:cubicBezTo>
                <a:cubicBezTo>
                  <a:pt x="560466" y="151627"/>
                  <a:pt x="563418" y="152796"/>
                  <a:pt x="566825" y="153866"/>
                </a:cubicBezTo>
                <a:cubicBezTo>
                  <a:pt x="570233" y="154935"/>
                  <a:pt x="574155" y="155470"/>
                  <a:pt x="578592" y="155470"/>
                </a:cubicBezTo>
                <a:cubicBezTo>
                  <a:pt x="581921" y="155470"/>
                  <a:pt x="584932" y="155114"/>
                  <a:pt x="587626" y="154401"/>
                </a:cubicBezTo>
                <a:cubicBezTo>
                  <a:pt x="590320" y="153685"/>
                  <a:pt x="592658" y="152632"/>
                  <a:pt x="594639" y="151243"/>
                </a:cubicBezTo>
                <a:cubicBezTo>
                  <a:pt x="596620" y="149854"/>
                  <a:pt x="598145" y="148087"/>
                  <a:pt x="599215" y="145943"/>
                </a:cubicBezTo>
                <a:cubicBezTo>
                  <a:pt x="600285" y="143798"/>
                  <a:pt x="600819" y="141258"/>
                  <a:pt x="600819" y="138321"/>
                </a:cubicBezTo>
                <a:cubicBezTo>
                  <a:pt x="600819" y="135307"/>
                  <a:pt x="600047" y="132769"/>
                  <a:pt x="598502" y="130706"/>
                </a:cubicBezTo>
                <a:cubicBezTo>
                  <a:pt x="596956" y="128644"/>
                  <a:pt x="594916" y="126820"/>
                  <a:pt x="592380" y="125235"/>
                </a:cubicBezTo>
                <a:cubicBezTo>
                  <a:pt x="589845" y="123648"/>
                  <a:pt x="586992" y="122240"/>
                  <a:pt x="583822" y="121012"/>
                </a:cubicBezTo>
                <a:cubicBezTo>
                  <a:pt x="580653" y="119781"/>
                  <a:pt x="577384" y="118492"/>
                  <a:pt x="574016" y="117145"/>
                </a:cubicBezTo>
                <a:cubicBezTo>
                  <a:pt x="570649" y="115795"/>
                  <a:pt x="567360" y="114268"/>
                  <a:pt x="564151" y="112561"/>
                </a:cubicBezTo>
                <a:cubicBezTo>
                  <a:pt x="560942" y="110855"/>
                  <a:pt x="558069" y="108773"/>
                  <a:pt x="555533" y="106314"/>
                </a:cubicBezTo>
                <a:cubicBezTo>
                  <a:pt x="552998" y="103855"/>
                  <a:pt x="550957" y="100920"/>
                  <a:pt x="549412" y="97511"/>
                </a:cubicBezTo>
                <a:cubicBezTo>
                  <a:pt x="547867" y="94101"/>
                  <a:pt x="547094" y="90016"/>
                  <a:pt x="547094" y="85257"/>
                </a:cubicBezTo>
                <a:cubicBezTo>
                  <a:pt x="547094" y="81052"/>
                  <a:pt x="547906" y="77027"/>
                  <a:pt x="549531" y="73181"/>
                </a:cubicBezTo>
                <a:cubicBezTo>
                  <a:pt x="551155" y="69333"/>
                  <a:pt x="553592" y="65962"/>
                  <a:pt x="556841" y="63067"/>
                </a:cubicBezTo>
                <a:cubicBezTo>
                  <a:pt x="560090" y="60170"/>
                  <a:pt x="564151" y="57849"/>
                  <a:pt x="569024" y="56106"/>
                </a:cubicBezTo>
                <a:cubicBezTo>
                  <a:pt x="573897" y="54360"/>
                  <a:pt x="579583" y="53487"/>
                  <a:pt x="586081" y="53487"/>
                </a:cubicBezTo>
                <a:cubicBezTo>
                  <a:pt x="588933" y="53487"/>
                  <a:pt x="591786" y="53729"/>
                  <a:pt x="594639" y="54212"/>
                </a:cubicBezTo>
                <a:cubicBezTo>
                  <a:pt x="597491" y="54695"/>
                  <a:pt x="600067" y="55298"/>
                  <a:pt x="602365" y="56021"/>
                </a:cubicBezTo>
                <a:cubicBezTo>
                  <a:pt x="604663" y="56744"/>
                  <a:pt x="606624" y="57528"/>
                  <a:pt x="608248" y="58372"/>
                </a:cubicBezTo>
                <a:cubicBezTo>
                  <a:pt x="609873" y="59216"/>
                  <a:pt x="611101" y="59960"/>
                  <a:pt x="611933" y="60604"/>
                </a:cubicBezTo>
                <a:cubicBezTo>
                  <a:pt x="612765" y="61248"/>
                  <a:pt x="613320" y="61808"/>
                  <a:pt x="613597" y="62283"/>
                </a:cubicBezTo>
                <a:cubicBezTo>
                  <a:pt x="613874" y="62759"/>
                  <a:pt x="614072" y="63294"/>
                  <a:pt x="614191" y="63888"/>
                </a:cubicBezTo>
                <a:cubicBezTo>
                  <a:pt x="614310" y="64482"/>
                  <a:pt x="614429" y="65215"/>
                  <a:pt x="614548" y="66087"/>
                </a:cubicBezTo>
                <a:cubicBezTo>
                  <a:pt x="614667" y="66958"/>
                  <a:pt x="614726" y="68028"/>
                  <a:pt x="614726" y="69296"/>
                </a:cubicBezTo>
                <a:cubicBezTo>
                  <a:pt x="614726" y="70643"/>
                  <a:pt x="614667" y="71812"/>
                  <a:pt x="614548" y="72802"/>
                </a:cubicBezTo>
                <a:cubicBezTo>
                  <a:pt x="614429" y="73793"/>
                  <a:pt x="614231" y="74605"/>
                  <a:pt x="613954" y="75239"/>
                </a:cubicBezTo>
                <a:cubicBezTo>
                  <a:pt x="613676" y="75873"/>
                  <a:pt x="613339" y="76329"/>
                  <a:pt x="612943" y="76606"/>
                </a:cubicBezTo>
                <a:cubicBezTo>
                  <a:pt x="612547" y="76883"/>
                  <a:pt x="612111" y="77022"/>
                  <a:pt x="611636" y="77022"/>
                </a:cubicBezTo>
                <a:cubicBezTo>
                  <a:pt x="610923" y="77022"/>
                  <a:pt x="609893" y="76580"/>
                  <a:pt x="608545" y="75696"/>
                </a:cubicBezTo>
                <a:cubicBezTo>
                  <a:pt x="607198" y="74812"/>
                  <a:pt x="605455" y="73867"/>
                  <a:pt x="603316" y="72862"/>
                </a:cubicBezTo>
                <a:cubicBezTo>
                  <a:pt x="601176" y="71856"/>
                  <a:pt x="598660" y="70912"/>
                  <a:pt x="595768" y="70028"/>
                </a:cubicBezTo>
                <a:cubicBezTo>
                  <a:pt x="592876" y="69144"/>
                  <a:pt x="589567" y="68702"/>
                  <a:pt x="585843" y="68702"/>
                </a:cubicBezTo>
                <a:cubicBezTo>
                  <a:pt x="582515" y="68702"/>
                  <a:pt x="579583" y="69079"/>
                  <a:pt x="577047" y="69835"/>
                </a:cubicBezTo>
                <a:cubicBezTo>
                  <a:pt x="574512" y="70587"/>
                  <a:pt x="572431" y="71658"/>
                  <a:pt x="570807" y="73048"/>
                </a:cubicBezTo>
                <a:cubicBezTo>
                  <a:pt x="569183" y="74437"/>
                  <a:pt x="567954" y="76085"/>
                  <a:pt x="567122" y="77991"/>
                </a:cubicBezTo>
                <a:cubicBezTo>
                  <a:pt x="566290" y="79896"/>
                  <a:pt x="565874" y="81960"/>
                  <a:pt x="565874" y="84183"/>
                </a:cubicBezTo>
                <a:cubicBezTo>
                  <a:pt x="565874" y="87276"/>
                  <a:pt x="566667" y="89874"/>
                  <a:pt x="568252" y="91976"/>
                </a:cubicBezTo>
                <a:cubicBezTo>
                  <a:pt x="569836" y="94079"/>
                  <a:pt x="571897" y="95923"/>
                  <a:pt x="574432" y="97511"/>
                </a:cubicBezTo>
                <a:cubicBezTo>
                  <a:pt x="576968" y="99095"/>
                  <a:pt x="579860" y="100523"/>
                  <a:pt x="583109" y="101793"/>
                </a:cubicBezTo>
                <a:cubicBezTo>
                  <a:pt x="586358" y="103061"/>
                  <a:pt x="589666" y="104370"/>
                  <a:pt x="593034" y="105719"/>
                </a:cubicBezTo>
                <a:cubicBezTo>
                  <a:pt x="596402" y="107067"/>
                  <a:pt x="599730" y="108573"/>
                  <a:pt x="603018" y="110240"/>
                </a:cubicBezTo>
                <a:cubicBezTo>
                  <a:pt x="606307" y="111906"/>
                  <a:pt x="609219" y="113930"/>
                  <a:pt x="611755" y="116309"/>
                </a:cubicBezTo>
                <a:cubicBezTo>
                  <a:pt x="614290" y="118689"/>
                  <a:pt x="616331" y="121545"/>
                  <a:pt x="617876" y="124878"/>
                </a:cubicBezTo>
                <a:cubicBezTo>
                  <a:pt x="619421" y="128209"/>
                  <a:pt x="620194" y="132175"/>
                  <a:pt x="620194" y="136776"/>
                </a:cubicBezTo>
                <a:close/>
                <a:moveTo>
                  <a:pt x="715581" y="136776"/>
                </a:moveTo>
                <a:cubicBezTo>
                  <a:pt x="715581" y="142248"/>
                  <a:pt x="714570" y="147126"/>
                  <a:pt x="712550" y="151410"/>
                </a:cubicBezTo>
                <a:cubicBezTo>
                  <a:pt x="710529" y="155692"/>
                  <a:pt x="707657" y="159301"/>
                  <a:pt x="703932" y="162238"/>
                </a:cubicBezTo>
                <a:cubicBezTo>
                  <a:pt x="700208" y="165172"/>
                  <a:pt x="695770" y="167392"/>
                  <a:pt x="690620" y="168898"/>
                </a:cubicBezTo>
                <a:cubicBezTo>
                  <a:pt x="685469" y="170406"/>
                  <a:pt x="679803" y="171160"/>
                  <a:pt x="673623" y="171160"/>
                </a:cubicBezTo>
                <a:cubicBezTo>
                  <a:pt x="669819" y="171160"/>
                  <a:pt x="666194" y="170866"/>
                  <a:pt x="662747" y="170280"/>
                </a:cubicBezTo>
                <a:cubicBezTo>
                  <a:pt x="659300" y="169693"/>
                  <a:pt x="656210" y="168950"/>
                  <a:pt x="653476" y="168051"/>
                </a:cubicBezTo>
                <a:cubicBezTo>
                  <a:pt x="650742" y="167150"/>
                  <a:pt x="648424" y="166210"/>
                  <a:pt x="646522" y="165232"/>
                </a:cubicBezTo>
                <a:cubicBezTo>
                  <a:pt x="644621" y="164251"/>
                  <a:pt x="643234" y="163370"/>
                  <a:pt x="642362" y="162587"/>
                </a:cubicBezTo>
                <a:cubicBezTo>
                  <a:pt x="641491" y="161805"/>
                  <a:pt x="640857" y="160695"/>
                  <a:pt x="640460" y="159259"/>
                </a:cubicBezTo>
                <a:cubicBezTo>
                  <a:pt x="640064" y="157820"/>
                  <a:pt x="639866" y="155864"/>
                  <a:pt x="639866" y="153390"/>
                </a:cubicBezTo>
                <a:cubicBezTo>
                  <a:pt x="639866" y="151875"/>
                  <a:pt x="639945" y="150598"/>
                  <a:pt x="640104" y="149561"/>
                </a:cubicBezTo>
                <a:cubicBezTo>
                  <a:pt x="640262" y="148521"/>
                  <a:pt x="640460" y="147682"/>
                  <a:pt x="640698" y="147046"/>
                </a:cubicBezTo>
                <a:cubicBezTo>
                  <a:pt x="640936" y="146407"/>
                  <a:pt x="641273" y="145948"/>
                  <a:pt x="641708" y="145668"/>
                </a:cubicBezTo>
                <a:cubicBezTo>
                  <a:pt x="642144" y="145388"/>
                  <a:pt x="642640" y="145248"/>
                  <a:pt x="643194" y="145248"/>
                </a:cubicBezTo>
                <a:cubicBezTo>
                  <a:pt x="644066" y="145248"/>
                  <a:pt x="645354" y="145783"/>
                  <a:pt x="647057" y="146853"/>
                </a:cubicBezTo>
                <a:cubicBezTo>
                  <a:pt x="648761" y="147923"/>
                  <a:pt x="650861" y="149091"/>
                  <a:pt x="653357" y="150359"/>
                </a:cubicBezTo>
                <a:cubicBezTo>
                  <a:pt x="655853" y="151627"/>
                  <a:pt x="658805" y="152796"/>
                  <a:pt x="662212" y="153866"/>
                </a:cubicBezTo>
                <a:cubicBezTo>
                  <a:pt x="665619" y="154935"/>
                  <a:pt x="669542" y="155470"/>
                  <a:pt x="673979" y="155470"/>
                </a:cubicBezTo>
                <a:cubicBezTo>
                  <a:pt x="677307" y="155470"/>
                  <a:pt x="680319" y="155114"/>
                  <a:pt x="683013" y="154401"/>
                </a:cubicBezTo>
                <a:cubicBezTo>
                  <a:pt x="685707" y="153685"/>
                  <a:pt x="688044" y="152632"/>
                  <a:pt x="690025" y="151243"/>
                </a:cubicBezTo>
                <a:cubicBezTo>
                  <a:pt x="692007" y="149854"/>
                  <a:pt x="693532" y="148087"/>
                  <a:pt x="694602" y="145943"/>
                </a:cubicBezTo>
                <a:cubicBezTo>
                  <a:pt x="695671" y="143798"/>
                  <a:pt x="696206" y="141258"/>
                  <a:pt x="696206" y="138321"/>
                </a:cubicBezTo>
                <a:cubicBezTo>
                  <a:pt x="696206" y="135307"/>
                  <a:pt x="695434" y="132769"/>
                  <a:pt x="693888" y="130706"/>
                </a:cubicBezTo>
                <a:cubicBezTo>
                  <a:pt x="692343" y="128644"/>
                  <a:pt x="690303" y="126820"/>
                  <a:pt x="687767" y="125235"/>
                </a:cubicBezTo>
                <a:cubicBezTo>
                  <a:pt x="685231" y="123648"/>
                  <a:pt x="682379" y="122240"/>
                  <a:pt x="679209" y="121012"/>
                </a:cubicBezTo>
                <a:cubicBezTo>
                  <a:pt x="676040" y="119781"/>
                  <a:pt x="672771" y="118492"/>
                  <a:pt x="669403" y="117145"/>
                </a:cubicBezTo>
                <a:cubicBezTo>
                  <a:pt x="666035" y="115795"/>
                  <a:pt x="662747" y="114268"/>
                  <a:pt x="659538" y="112561"/>
                </a:cubicBezTo>
                <a:cubicBezTo>
                  <a:pt x="656328" y="110855"/>
                  <a:pt x="653456" y="108773"/>
                  <a:pt x="650920" y="106314"/>
                </a:cubicBezTo>
                <a:cubicBezTo>
                  <a:pt x="648385" y="103855"/>
                  <a:pt x="646344" y="100920"/>
                  <a:pt x="644799" y="97511"/>
                </a:cubicBezTo>
                <a:cubicBezTo>
                  <a:pt x="643254" y="94101"/>
                  <a:pt x="642481" y="90016"/>
                  <a:pt x="642481" y="85257"/>
                </a:cubicBezTo>
                <a:cubicBezTo>
                  <a:pt x="642481" y="81052"/>
                  <a:pt x="643293" y="77027"/>
                  <a:pt x="644918" y="73181"/>
                </a:cubicBezTo>
                <a:cubicBezTo>
                  <a:pt x="646542" y="69333"/>
                  <a:pt x="648979" y="65962"/>
                  <a:pt x="652228" y="63067"/>
                </a:cubicBezTo>
                <a:cubicBezTo>
                  <a:pt x="655477" y="60170"/>
                  <a:pt x="659538" y="57849"/>
                  <a:pt x="664411" y="56106"/>
                </a:cubicBezTo>
                <a:cubicBezTo>
                  <a:pt x="669284" y="54360"/>
                  <a:pt x="674970" y="53487"/>
                  <a:pt x="681468" y="53487"/>
                </a:cubicBezTo>
                <a:cubicBezTo>
                  <a:pt x="684320" y="53487"/>
                  <a:pt x="687173" y="53729"/>
                  <a:pt x="690025" y="54212"/>
                </a:cubicBezTo>
                <a:cubicBezTo>
                  <a:pt x="692878" y="54695"/>
                  <a:pt x="695453" y="55298"/>
                  <a:pt x="697751" y="56021"/>
                </a:cubicBezTo>
                <a:cubicBezTo>
                  <a:pt x="700049" y="56744"/>
                  <a:pt x="702011" y="57528"/>
                  <a:pt x="703635" y="58372"/>
                </a:cubicBezTo>
                <a:cubicBezTo>
                  <a:pt x="705260" y="59216"/>
                  <a:pt x="706488" y="59960"/>
                  <a:pt x="707320" y="60604"/>
                </a:cubicBezTo>
                <a:cubicBezTo>
                  <a:pt x="708152" y="61248"/>
                  <a:pt x="708706" y="61808"/>
                  <a:pt x="708984" y="62283"/>
                </a:cubicBezTo>
                <a:cubicBezTo>
                  <a:pt x="709261" y="62759"/>
                  <a:pt x="709459" y="63294"/>
                  <a:pt x="709578" y="63888"/>
                </a:cubicBezTo>
                <a:cubicBezTo>
                  <a:pt x="709697" y="64482"/>
                  <a:pt x="709816" y="65215"/>
                  <a:pt x="709935" y="66087"/>
                </a:cubicBezTo>
                <a:cubicBezTo>
                  <a:pt x="710054" y="66958"/>
                  <a:pt x="710113" y="68028"/>
                  <a:pt x="710113" y="69296"/>
                </a:cubicBezTo>
                <a:cubicBezTo>
                  <a:pt x="710113" y="70643"/>
                  <a:pt x="710054" y="71812"/>
                  <a:pt x="709935" y="72802"/>
                </a:cubicBezTo>
                <a:cubicBezTo>
                  <a:pt x="709816" y="73793"/>
                  <a:pt x="709618" y="74605"/>
                  <a:pt x="709340" y="75239"/>
                </a:cubicBezTo>
                <a:cubicBezTo>
                  <a:pt x="709063" y="75873"/>
                  <a:pt x="708726" y="76329"/>
                  <a:pt x="708330" y="76606"/>
                </a:cubicBezTo>
                <a:cubicBezTo>
                  <a:pt x="707934" y="76883"/>
                  <a:pt x="707498" y="77022"/>
                  <a:pt x="707023" y="77022"/>
                </a:cubicBezTo>
                <a:cubicBezTo>
                  <a:pt x="706309" y="77022"/>
                  <a:pt x="705279" y="76580"/>
                  <a:pt x="703932" y="75696"/>
                </a:cubicBezTo>
                <a:cubicBezTo>
                  <a:pt x="702585" y="74812"/>
                  <a:pt x="700842" y="73867"/>
                  <a:pt x="698702" y="72862"/>
                </a:cubicBezTo>
                <a:cubicBezTo>
                  <a:pt x="696563" y="71856"/>
                  <a:pt x="694047" y="70912"/>
                  <a:pt x="691155" y="70028"/>
                </a:cubicBezTo>
                <a:cubicBezTo>
                  <a:pt x="688262" y="69144"/>
                  <a:pt x="684954" y="68702"/>
                  <a:pt x="681230" y="68702"/>
                </a:cubicBezTo>
                <a:cubicBezTo>
                  <a:pt x="677902" y="68702"/>
                  <a:pt x="674970" y="69079"/>
                  <a:pt x="672434" y="69835"/>
                </a:cubicBezTo>
                <a:cubicBezTo>
                  <a:pt x="669898" y="70587"/>
                  <a:pt x="667818" y="71658"/>
                  <a:pt x="666194" y="73048"/>
                </a:cubicBezTo>
                <a:cubicBezTo>
                  <a:pt x="664569" y="74437"/>
                  <a:pt x="663341" y="76085"/>
                  <a:pt x="662509" y="77991"/>
                </a:cubicBezTo>
                <a:cubicBezTo>
                  <a:pt x="661677" y="79896"/>
                  <a:pt x="661261" y="81960"/>
                  <a:pt x="661261" y="84183"/>
                </a:cubicBezTo>
                <a:cubicBezTo>
                  <a:pt x="661261" y="87276"/>
                  <a:pt x="662054" y="89874"/>
                  <a:pt x="663638" y="91976"/>
                </a:cubicBezTo>
                <a:cubicBezTo>
                  <a:pt x="665223" y="94079"/>
                  <a:pt x="667283" y="95923"/>
                  <a:pt x="669819" y="97511"/>
                </a:cubicBezTo>
                <a:cubicBezTo>
                  <a:pt x="672355" y="99095"/>
                  <a:pt x="675247" y="100523"/>
                  <a:pt x="678496" y="101793"/>
                </a:cubicBezTo>
                <a:cubicBezTo>
                  <a:pt x="681745" y="103061"/>
                  <a:pt x="685053" y="104370"/>
                  <a:pt x="688421" y="105719"/>
                </a:cubicBezTo>
                <a:cubicBezTo>
                  <a:pt x="691789" y="107067"/>
                  <a:pt x="695117" y="108573"/>
                  <a:pt x="698405" y="110240"/>
                </a:cubicBezTo>
                <a:cubicBezTo>
                  <a:pt x="701694" y="111906"/>
                  <a:pt x="704606" y="113930"/>
                  <a:pt x="707141" y="116309"/>
                </a:cubicBezTo>
                <a:cubicBezTo>
                  <a:pt x="709677" y="118689"/>
                  <a:pt x="711718" y="121545"/>
                  <a:pt x="713263" y="124878"/>
                </a:cubicBezTo>
                <a:cubicBezTo>
                  <a:pt x="714808" y="128209"/>
                  <a:pt x="715581" y="132175"/>
                  <a:pt x="715581" y="136776"/>
                </a:cubicBezTo>
                <a:close/>
                <a:moveTo>
                  <a:pt x="763424" y="165811"/>
                </a:moveTo>
                <a:cubicBezTo>
                  <a:pt x="763424" y="166445"/>
                  <a:pt x="763265" y="166980"/>
                  <a:pt x="762948" y="167416"/>
                </a:cubicBezTo>
                <a:cubicBezTo>
                  <a:pt x="762631" y="167852"/>
                  <a:pt x="762116" y="168228"/>
                  <a:pt x="761403" y="168545"/>
                </a:cubicBezTo>
                <a:cubicBezTo>
                  <a:pt x="760690" y="168862"/>
                  <a:pt x="759699" y="169100"/>
                  <a:pt x="758431" y="169258"/>
                </a:cubicBezTo>
                <a:cubicBezTo>
                  <a:pt x="757164" y="169417"/>
                  <a:pt x="755539" y="169496"/>
                  <a:pt x="753558" y="169496"/>
                </a:cubicBezTo>
                <a:cubicBezTo>
                  <a:pt x="751656" y="169496"/>
                  <a:pt x="750071" y="169417"/>
                  <a:pt x="748804" y="169258"/>
                </a:cubicBezTo>
                <a:cubicBezTo>
                  <a:pt x="747536" y="169100"/>
                  <a:pt x="746525" y="168862"/>
                  <a:pt x="745773" y="168545"/>
                </a:cubicBezTo>
                <a:cubicBezTo>
                  <a:pt x="745020" y="168228"/>
                  <a:pt x="744505" y="167852"/>
                  <a:pt x="744227" y="167416"/>
                </a:cubicBezTo>
                <a:cubicBezTo>
                  <a:pt x="743950" y="166980"/>
                  <a:pt x="743811" y="166445"/>
                  <a:pt x="743811" y="165811"/>
                </a:cubicBezTo>
                <a:lnTo>
                  <a:pt x="743811" y="58836"/>
                </a:lnTo>
                <a:cubicBezTo>
                  <a:pt x="743811" y="58282"/>
                  <a:pt x="743950" y="57766"/>
                  <a:pt x="744227" y="57291"/>
                </a:cubicBezTo>
                <a:cubicBezTo>
                  <a:pt x="744505" y="56816"/>
                  <a:pt x="745020" y="56419"/>
                  <a:pt x="745773" y="56102"/>
                </a:cubicBezTo>
                <a:cubicBezTo>
                  <a:pt x="746525" y="55785"/>
                  <a:pt x="747536" y="55548"/>
                  <a:pt x="748804" y="55389"/>
                </a:cubicBezTo>
                <a:cubicBezTo>
                  <a:pt x="750071" y="55231"/>
                  <a:pt x="751656" y="55152"/>
                  <a:pt x="753558" y="55152"/>
                </a:cubicBezTo>
                <a:cubicBezTo>
                  <a:pt x="755539" y="55152"/>
                  <a:pt x="757164" y="55231"/>
                  <a:pt x="758431" y="55389"/>
                </a:cubicBezTo>
                <a:cubicBezTo>
                  <a:pt x="759699" y="55548"/>
                  <a:pt x="760690" y="55785"/>
                  <a:pt x="761403" y="56102"/>
                </a:cubicBezTo>
                <a:cubicBezTo>
                  <a:pt x="762116" y="56419"/>
                  <a:pt x="762631" y="56816"/>
                  <a:pt x="762948" y="57291"/>
                </a:cubicBezTo>
                <a:cubicBezTo>
                  <a:pt x="763265" y="57766"/>
                  <a:pt x="763424" y="58282"/>
                  <a:pt x="763424" y="58836"/>
                </a:cubicBezTo>
                <a:lnTo>
                  <a:pt x="763424" y="165811"/>
                </a:lnTo>
                <a:moveTo>
                  <a:pt x="765682" y="22584"/>
                </a:moveTo>
                <a:cubicBezTo>
                  <a:pt x="765682" y="27180"/>
                  <a:pt x="764810" y="30310"/>
                  <a:pt x="763067" y="31974"/>
                </a:cubicBezTo>
                <a:cubicBezTo>
                  <a:pt x="761324" y="33638"/>
                  <a:pt x="758114" y="34470"/>
                  <a:pt x="753439" y="34470"/>
                </a:cubicBezTo>
                <a:cubicBezTo>
                  <a:pt x="748843" y="34470"/>
                  <a:pt x="745693" y="33657"/>
                  <a:pt x="743990" y="32033"/>
                </a:cubicBezTo>
                <a:cubicBezTo>
                  <a:pt x="742286" y="30409"/>
                  <a:pt x="741434" y="27338"/>
                  <a:pt x="741434" y="22821"/>
                </a:cubicBezTo>
                <a:cubicBezTo>
                  <a:pt x="741434" y="18225"/>
                  <a:pt x="742306" y="15095"/>
                  <a:pt x="744049" y="13431"/>
                </a:cubicBezTo>
                <a:cubicBezTo>
                  <a:pt x="745792" y="11767"/>
                  <a:pt x="749002" y="10935"/>
                  <a:pt x="753677" y="10935"/>
                </a:cubicBezTo>
                <a:cubicBezTo>
                  <a:pt x="758273" y="10935"/>
                  <a:pt x="761423" y="11747"/>
                  <a:pt x="763126" y="13372"/>
                </a:cubicBezTo>
                <a:cubicBezTo>
                  <a:pt x="764830" y="14996"/>
                  <a:pt x="765682" y="18067"/>
                  <a:pt x="765682" y="22584"/>
                </a:cubicBezTo>
                <a:close/>
                <a:moveTo>
                  <a:pt x="876420" y="149594"/>
                </a:moveTo>
                <a:cubicBezTo>
                  <a:pt x="876420" y="150951"/>
                  <a:pt x="876381" y="152129"/>
                  <a:pt x="876302" y="153126"/>
                </a:cubicBezTo>
                <a:cubicBezTo>
                  <a:pt x="876222" y="154124"/>
                  <a:pt x="876084" y="154963"/>
                  <a:pt x="875886" y="155641"/>
                </a:cubicBezTo>
                <a:cubicBezTo>
                  <a:pt x="875687" y="156320"/>
                  <a:pt x="875450" y="156916"/>
                  <a:pt x="875172" y="157431"/>
                </a:cubicBezTo>
                <a:cubicBezTo>
                  <a:pt x="874895" y="157947"/>
                  <a:pt x="874261" y="158699"/>
                  <a:pt x="873271" y="159690"/>
                </a:cubicBezTo>
                <a:cubicBezTo>
                  <a:pt x="872280" y="160680"/>
                  <a:pt x="870596" y="161909"/>
                  <a:pt x="868219" y="163375"/>
                </a:cubicBezTo>
                <a:cubicBezTo>
                  <a:pt x="865842" y="164840"/>
                  <a:pt x="863167" y="166148"/>
                  <a:pt x="860196" y="167297"/>
                </a:cubicBezTo>
                <a:cubicBezTo>
                  <a:pt x="857224" y="168446"/>
                  <a:pt x="853995" y="169377"/>
                  <a:pt x="850509" y="170090"/>
                </a:cubicBezTo>
                <a:cubicBezTo>
                  <a:pt x="847022" y="170803"/>
                  <a:pt x="843417" y="171160"/>
                  <a:pt x="839692" y="171160"/>
                </a:cubicBezTo>
                <a:cubicBezTo>
                  <a:pt x="832006" y="171160"/>
                  <a:pt x="825191" y="169890"/>
                  <a:pt x="819248" y="167349"/>
                </a:cubicBezTo>
                <a:cubicBezTo>
                  <a:pt x="813305" y="164808"/>
                  <a:pt x="808333" y="161096"/>
                  <a:pt x="804331" y="156213"/>
                </a:cubicBezTo>
                <a:cubicBezTo>
                  <a:pt x="800330" y="151330"/>
                  <a:pt x="797279" y="145335"/>
                  <a:pt x="795179" y="138228"/>
                </a:cubicBezTo>
                <a:cubicBezTo>
                  <a:pt x="793079" y="131121"/>
                  <a:pt x="792029" y="122923"/>
                  <a:pt x="792029" y="113635"/>
                </a:cubicBezTo>
                <a:cubicBezTo>
                  <a:pt x="792029" y="103074"/>
                  <a:pt x="793317" y="94002"/>
                  <a:pt x="795892" y="86419"/>
                </a:cubicBezTo>
                <a:cubicBezTo>
                  <a:pt x="798467" y="78837"/>
                  <a:pt x="801994" y="72624"/>
                  <a:pt x="806471" y="67781"/>
                </a:cubicBezTo>
                <a:cubicBezTo>
                  <a:pt x="810948" y="62937"/>
                  <a:pt x="816217" y="59344"/>
                  <a:pt x="822279" y="57001"/>
                </a:cubicBezTo>
                <a:cubicBezTo>
                  <a:pt x="828341" y="54659"/>
                  <a:pt x="834898" y="53487"/>
                  <a:pt x="841951" y="53487"/>
                </a:cubicBezTo>
                <a:cubicBezTo>
                  <a:pt x="845358" y="53487"/>
                  <a:pt x="848666" y="53804"/>
                  <a:pt x="851876" y="54438"/>
                </a:cubicBezTo>
                <a:cubicBezTo>
                  <a:pt x="855085" y="55072"/>
                  <a:pt x="858037" y="55904"/>
                  <a:pt x="860731" y="56934"/>
                </a:cubicBezTo>
                <a:cubicBezTo>
                  <a:pt x="863425" y="57965"/>
                  <a:pt x="865822" y="59153"/>
                  <a:pt x="867922" y="60500"/>
                </a:cubicBezTo>
                <a:cubicBezTo>
                  <a:pt x="870022" y="61847"/>
                  <a:pt x="871547" y="62996"/>
                  <a:pt x="872498" y="63947"/>
                </a:cubicBezTo>
                <a:cubicBezTo>
                  <a:pt x="873449" y="64898"/>
                  <a:pt x="874103" y="65651"/>
                  <a:pt x="874459" y="66206"/>
                </a:cubicBezTo>
                <a:cubicBezTo>
                  <a:pt x="874816" y="66760"/>
                  <a:pt x="875113" y="67418"/>
                  <a:pt x="875351" y="68178"/>
                </a:cubicBezTo>
                <a:cubicBezTo>
                  <a:pt x="875588" y="68936"/>
                  <a:pt x="875747" y="69794"/>
                  <a:pt x="875826" y="70752"/>
                </a:cubicBezTo>
                <a:cubicBezTo>
                  <a:pt x="875905" y="71710"/>
                  <a:pt x="875945" y="72908"/>
                  <a:pt x="875945" y="74344"/>
                </a:cubicBezTo>
                <a:cubicBezTo>
                  <a:pt x="875945" y="77457"/>
                  <a:pt x="875588" y="79632"/>
                  <a:pt x="874875" y="80870"/>
                </a:cubicBezTo>
                <a:cubicBezTo>
                  <a:pt x="874162" y="82108"/>
                  <a:pt x="873290" y="82727"/>
                  <a:pt x="872260" y="82727"/>
                </a:cubicBezTo>
                <a:cubicBezTo>
                  <a:pt x="871072" y="82727"/>
                  <a:pt x="869705" y="82074"/>
                  <a:pt x="868160" y="80766"/>
                </a:cubicBezTo>
                <a:cubicBezTo>
                  <a:pt x="866614" y="79459"/>
                  <a:pt x="864653" y="78012"/>
                  <a:pt x="862276" y="76428"/>
                </a:cubicBezTo>
                <a:cubicBezTo>
                  <a:pt x="859899" y="74843"/>
                  <a:pt x="857026" y="73397"/>
                  <a:pt x="853659" y="72089"/>
                </a:cubicBezTo>
                <a:cubicBezTo>
                  <a:pt x="850291" y="70782"/>
                  <a:pt x="846309" y="70128"/>
                  <a:pt x="841713" y="70128"/>
                </a:cubicBezTo>
                <a:cubicBezTo>
                  <a:pt x="832283" y="70128"/>
                  <a:pt x="825053" y="73753"/>
                  <a:pt x="820021" y="81004"/>
                </a:cubicBezTo>
                <a:cubicBezTo>
                  <a:pt x="814989" y="88254"/>
                  <a:pt x="812473" y="98774"/>
                  <a:pt x="812473" y="112561"/>
                </a:cubicBezTo>
                <a:cubicBezTo>
                  <a:pt x="812473" y="119455"/>
                  <a:pt x="813127" y="125497"/>
                  <a:pt x="814434" y="130688"/>
                </a:cubicBezTo>
                <a:cubicBezTo>
                  <a:pt x="815742" y="135878"/>
                  <a:pt x="817663" y="140216"/>
                  <a:pt x="820199" y="143703"/>
                </a:cubicBezTo>
                <a:cubicBezTo>
                  <a:pt x="822735" y="147190"/>
                  <a:pt x="825845" y="149785"/>
                  <a:pt x="829530" y="151488"/>
                </a:cubicBezTo>
                <a:cubicBezTo>
                  <a:pt x="833214" y="153192"/>
                  <a:pt x="837434" y="154044"/>
                  <a:pt x="842188" y="154044"/>
                </a:cubicBezTo>
                <a:cubicBezTo>
                  <a:pt x="846705" y="154044"/>
                  <a:pt x="850667" y="153331"/>
                  <a:pt x="854075" y="151904"/>
                </a:cubicBezTo>
                <a:cubicBezTo>
                  <a:pt x="857482" y="150478"/>
                  <a:pt x="860434" y="148913"/>
                  <a:pt x="862930" y="147209"/>
                </a:cubicBezTo>
                <a:cubicBezTo>
                  <a:pt x="865426" y="145506"/>
                  <a:pt x="867526" y="143961"/>
                  <a:pt x="869229" y="142574"/>
                </a:cubicBezTo>
                <a:cubicBezTo>
                  <a:pt x="870933" y="141187"/>
                  <a:pt x="872260" y="140494"/>
                  <a:pt x="873211" y="140494"/>
                </a:cubicBezTo>
                <a:cubicBezTo>
                  <a:pt x="873766" y="140494"/>
                  <a:pt x="874241" y="140653"/>
                  <a:pt x="874637" y="140973"/>
                </a:cubicBezTo>
                <a:cubicBezTo>
                  <a:pt x="875034" y="141292"/>
                  <a:pt x="875370" y="141831"/>
                  <a:pt x="875648" y="142589"/>
                </a:cubicBezTo>
                <a:cubicBezTo>
                  <a:pt x="875925" y="143346"/>
                  <a:pt x="876123" y="144305"/>
                  <a:pt x="876242" y="145464"/>
                </a:cubicBezTo>
                <a:cubicBezTo>
                  <a:pt x="876361" y="146620"/>
                  <a:pt x="876420" y="147997"/>
                  <a:pt x="876420" y="149594"/>
                </a:cubicBezTo>
                <a:close/>
                <a:moveTo>
                  <a:pt x="1075269" y="35952"/>
                </a:moveTo>
                <a:cubicBezTo>
                  <a:pt x="1075269" y="37467"/>
                  <a:pt x="1075190" y="38804"/>
                  <a:pt x="1075032" y="39963"/>
                </a:cubicBezTo>
                <a:cubicBezTo>
                  <a:pt x="1074873" y="41120"/>
                  <a:pt x="1074636" y="42077"/>
                  <a:pt x="1074319" y="42835"/>
                </a:cubicBezTo>
                <a:cubicBezTo>
                  <a:pt x="1074002" y="43592"/>
                  <a:pt x="1073605" y="44131"/>
                  <a:pt x="1073130" y="44450"/>
                </a:cubicBezTo>
                <a:cubicBezTo>
                  <a:pt x="1072655" y="44770"/>
                  <a:pt x="1072139" y="44929"/>
                  <a:pt x="1071585" y="44929"/>
                </a:cubicBezTo>
                <a:cubicBezTo>
                  <a:pt x="1070634" y="44929"/>
                  <a:pt x="1069049" y="44177"/>
                  <a:pt x="1066830" y="42671"/>
                </a:cubicBezTo>
                <a:cubicBezTo>
                  <a:pt x="1064612" y="41166"/>
                  <a:pt x="1061640" y="39502"/>
                  <a:pt x="1057916" y="37679"/>
                </a:cubicBezTo>
                <a:cubicBezTo>
                  <a:pt x="1054191" y="35856"/>
                  <a:pt x="1049734" y="34192"/>
                  <a:pt x="1044544" y="32687"/>
                </a:cubicBezTo>
                <a:cubicBezTo>
                  <a:pt x="1039354" y="31181"/>
                  <a:pt x="1033193" y="30428"/>
                  <a:pt x="1026061" y="30428"/>
                </a:cubicBezTo>
                <a:cubicBezTo>
                  <a:pt x="1017582" y="30428"/>
                  <a:pt x="1009975" y="31972"/>
                  <a:pt x="1003240" y="35060"/>
                </a:cubicBezTo>
                <a:cubicBezTo>
                  <a:pt x="996504" y="38148"/>
                  <a:pt x="990799" y="42423"/>
                  <a:pt x="986124" y="47886"/>
                </a:cubicBezTo>
                <a:cubicBezTo>
                  <a:pt x="981448" y="53346"/>
                  <a:pt x="977863" y="59837"/>
                  <a:pt x="975367" y="67357"/>
                </a:cubicBezTo>
                <a:cubicBezTo>
                  <a:pt x="972871" y="74878"/>
                  <a:pt x="971623" y="83032"/>
                  <a:pt x="971623" y="91820"/>
                </a:cubicBezTo>
                <a:cubicBezTo>
                  <a:pt x="971623" y="101636"/>
                  <a:pt x="972990" y="110344"/>
                  <a:pt x="975723" y="117944"/>
                </a:cubicBezTo>
                <a:cubicBezTo>
                  <a:pt x="978457" y="125543"/>
                  <a:pt x="982241" y="131956"/>
                  <a:pt x="987075" y="137181"/>
                </a:cubicBezTo>
                <a:cubicBezTo>
                  <a:pt x="991908" y="142405"/>
                  <a:pt x="997673" y="146364"/>
                  <a:pt x="1004369" y="149055"/>
                </a:cubicBezTo>
                <a:cubicBezTo>
                  <a:pt x="1011065" y="151747"/>
                  <a:pt x="1018414" y="153093"/>
                  <a:pt x="1026418" y="153093"/>
                </a:cubicBezTo>
                <a:cubicBezTo>
                  <a:pt x="1031172" y="153093"/>
                  <a:pt x="1035986" y="152520"/>
                  <a:pt x="1040859" y="151373"/>
                </a:cubicBezTo>
                <a:cubicBezTo>
                  <a:pt x="1045733" y="150227"/>
                  <a:pt x="1050269" y="148507"/>
                  <a:pt x="1054469" y="146214"/>
                </a:cubicBezTo>
                <a:lnTo>
                  <a:pt x="1054469" y="101507"/>
                </a:lnTo>
                <a:lnTo>
                  <a:pt x="1018810" y="101507"/>
                </a:lnTo>
                <a:cubicBezTo>
                  <a:pt x="1017463" y="101507"/>
                  <a:pt x="1016453" y="100829"/>
                  <a:pt x="1015780" y="99472"/>
                </a:cubicBezTo>
                <a:cubicBezTo>
                  <a:pt x="1015106" y="98115"/>
                  <a:pt x="1014769" y="96000"/>
                  <a:pt x="1014769" y="93128"/>
                </a:cubicBezTo>
                <a:cubicBezTo>
                  <a:pt x="1014769" y="91612"/>
                  <a:pt x="1014848" y="90316"/>
                  <a:pt x="1015007" y="89239"/>
                </a:cubicBezTo>
                <a:cubicBezTo>
                  <a:pt x="1015165" y="88161"/>
                  <a:pt x="1015423" y="87284"/>
                  <a:pt x="1015780" y="86605"/>
                </a:cubicBezTo>
                <a:cubicBezTo>
                  <a:pt x="1016136" y="85927"/>
                  <a:pt x="1016552" y="85428"/>
                  <a:pt x="1017028" y="85108"/>
                </a:cubicBezTo>
                <a:cubicBezTo>
                  <a:pt x="1017503" y="84789"/>
                  <a:pt x="1018097" y="84629"/>
                  <a:pt x="1018810" y="84629"/>
                </a:cubicBezTo>
                <a:lnTo>
                  <a:pt x="1067662" y="84629"/>
                </a:lnTo>
                <a:cubicBezTo>
                  <a:pt x="1068534" y="84629"/>
                  <a:pt x="1069406" y="84788"/>
                  <a:pt x="1070277" y="85105"/>
                </a:cubicBezTo>
                <a:cubicBezTo>
                  <a:pt x="1071149" y="85421"/>
                  <a:pt x="1071941" y="85897"/>
                  <a:pt x="1072655" y="86531"/>
                </a:cubicBezTo>
                <a:cubicBezTo>
                  <a:pt x="1073368" y="87165"/>
                  <a:pt x="1073922" y="88036"/>
                  <a:pt x="1074319" y="89146"/>
                </a:cubicBezTo>
                <a:cubicBezTo>
                  <a:pt x="1074715" y="90255"/>
                  <a:pt x="1074913" y="91523"/>
                  <a:pt x="1074913" y="92949"/>
                </a:cubicBezTo>
                <a:lnTo>
                  <a:pt x="1074913" y="151548"/>
                </a:lnTo>
                <a:cubicBezTo>
                  <a:pt x="1074913" y="153608"/>
                  <a:pt x="1074556" y="155391"/>
                  <a:pt x="1073843" y="156897"/>
                </a:cubicBezTo>
                <a:cubicBezTo>
                  <a:pt x="1073130" y="158402"/>
                  <a:pt x="1071624" y="159729"/>
                  <a:pt x="1069326" y="160878"/>
                </a:cubicBezTo>
                <a:cubicBezTo>
                  <a:pt x="1067028" y="162027"/>
                  <a:pt x="1064057" y="163275"/>
                  <a:pt x="1060412" y="164623"/>
                </a:cubicBezTo>
                <a:cubicBezTo>
                  <a:pt x="1056767" y="165970"/>
                  <a:pt x="1053003" y="167119"/>
                  <a:pt x="1049120" y="168070"/>
                </a:cubicBezTo>
                <a:cubicBezTo>
                  <a:pt x="1045237" y="169020"/>
                  <a:pt x="1041315" y="169734"/>
                  <a:pt x="1037353" y="170209"/>
                </a:cubicBezTo>
                <a:cubicBezTo>
                  <a:pt x="1033391" y="170684"/>
                  <a:pt x="1029468" y="170922"/>
                  <a:pt x="1025586" y="170922"/>
                </a:cubicBezTo>
                <a:cubicBezTo>
                  <a:pt x="1013699" y="170922"/>
                  <a:pt x="1003081" y="169080"/>
                  <a:pt x="993731" y="165395"/>
                </a:cubicBezTo>
                <a:cubicBezTo>
                  <a:pt x="984380" y="161710"/>
                  <a:pt x="976476" y="156461"/>
                  <a:pt x="970018" y="149646"/>
                </a:cubicBezTo>
                <a:cubicBezTo>
                  <a:pt x="963560" y="142831"/>
                  <a:pt x="958627" y="134670"/>
                  <a:pt x="955220" y="125161"/>
                </a:cubicBezTo>
                <a:cubicBezTo>
                  <a:pt x="951812" y="115652"/>
                  <a:pt x="950109" y="105034"/>
                  <a:pt x="950109" y="93306"/>
                </a:cubicBezTo>
                <a:cubicBezTo>
                  <a:pt x="950109" y="81103"/>
                  <a:pt x="951951" y="70049"/>
                  <a:pt x="955636" y="60144"/>
                </a:cubicBezTo>
                <a:cubicBezTo>
                  <a:pt x="959321" y="50239"/>
                  <a:pt x="964511" y="41799"/>
                  <a:pt x="971207" y="34826"/>
                </a:cubicBezTo>
                <a:cubicBezTo>
                  <a:pt x="977902" y="27853"/>
                  <a:pt x="985945" y="22445"/>
                  <a:pt x="995335" y="18602"/>
                </a:cubicBezTo>
                <a:cubicBezTo>
                  <a:pt x="1004725" y="14759"/>
                  <a:pt x="1015126" y="12837"/>
                  <a:pt x="1026536" y="12837"/>
                </a:cubicBezTo>
                <a:cubicBezTo>
                  <a:pt x="1032400" y="12837"/>
                  <a:pt x="1037907" y="13352"/>
                  <a:pt x="1043058" y="14382"/>
                </a:cubicBezTo>
                <a:cubicBezTo>
                  <a:pt x="1048209" y="15412"/>
                  <a:pt x="1052785" y="16621"/>
                  <a:pt x="1056787" y="18007"/>
                </a:cubicBezTo>
                <a:cubicBezTo>
                  <a:pt x="1060788" y="19394"/>
                  <a:pt x="1064156" y="20900"/>
                  <a:pt x="1066890" y="22524"/>
                </a:cubicBezTo>
                <a:cubicBezTo>
                  <a:pt x="1069624" y="24149"/>
                  <a:pt x="1071506" y="25476"/>
                  <a:pt x="1072536" y="26506"/>
                </a:cubicBezTo>
                <a:cubicBezTo>
                  <a:pt x="1073566" y="27536"/>
                  <a:pt x="1074279" y="28730"/>
                  <a:pt x="1074675" y="30087"/>
                </a:cubicBezTo>
                <a:cubicBezTo>
                  <a:pt x="1075071" y="31444"/>
                  <a:pt x="1075269" y="33399"/>
                  <a:pt x="1075269" y="35952"/>
                </a:cubicBezTo>
                <a:close/>
                <a:moveTo>
                  <a:pt x="1174144" y="65849"/>
                </a:moveTo>
                <a:cubicBezTo>
                  <a:pt x="1174144" y="67592"/>
                  <a:pt x="1174105" y="69058"/>
                  <a:pt x="1174026" y="70247"/>
                </a:cubicBezTo>
                <a:cubicBezTo>
                  <a:pt x="1173946" y="71435"/>
                  <a:pt x="1173788" y="72367"/>
                  <a:pt x="1173550" y="73040"/>
                </a:cubicBezTo>
                <a:cubicBezTo>
                  <a:pt x="1173312" y="73714"/>
                  <a:pt x="1173015" y="74229"/>
                  <a:pt x="1172659" y="74585"/>
                </a:cubicBezTo>
                <a:cubicBezTo>
                  <a:pt x="1172302" y="74942"/>
                  <a:pt x="1171807" y="75120"/>
                  <a:pt x="1171173" y="75120"/>
                </a:cubicBezTo>
                <a:cubicBezTo>
                  <a:pt x="1170539" y="75120"/>
                  <a:pt x="1169766" y="74942"/>
                  <a:pt x="1168855" y="74585"/>
                </a:cubicBezTo>
                <a:cubicBezTo>
                  <a:pt x="1167944" y="74229"/>
                  <a:pt x="1166914" y="73872"/>
                  <a:pt x="1165765" y="73516"/>
                </a:cubicBezTo>
                <a:cubicBezTo>
                  <a:pt x="1164616" y="73159"/>
                  <a:pt x="1163328" y="72822"/>
                  <a:pt x="1161902" y="72505"/>
                </a:cubicBezTo>
                <a:cubicBezTo>
                  <a:pt x="1160475" y="72188"/>
                  <a:pt x="1158930" y="72030"/>
                  <a:pt x="1157266" y="72030"/>
                </a:cubicBezTo>
                <a:cubicBezTo>
                  <a:pt x="1155285" y="72030"/>
                  <a:pt x="1153344" y="72426"/>
                  <a:pt x="1151442" y="73218"/>
                </a:cubicBezTo>
                <a:cubicBezTo>
                  <a:pt x="1149540" y="74011"/>
                  <a:pt x="1147539" y="75318"/>
                  <a:pt x="1145439" y="77141"/>
                </a:cubicBezTo>
                <a:cubicBezTo>
                  <a:pt x="1143340" y="78963"/>
                  <a:pt x="1141141" y="81380"/>
                  <a:pt x="1138843" y="84391"/>
                </a:cubicBezTo>
                <a:cubicBezTo>
                  <a:pt x="1136545" y="87402"/>
                  <a:pt x="1134009" y="91087"/>
                  <a:pt x="1131236" y="95445"/>
                </a:cubicBezTo>
                <a:lnTo>
                  <a:pt x="1131236" y="165811"/>
                </a:lnTo>
                <a:cubicBezTo>
                  <a:pt x="1131236" y="166445"/>
                  <a:pt x="1131077" y="166980"/>
                  <a:pt x="1130760" y="167416"/>
                </a:cubicBezTo>
                <a:cubicBezTo>
                  <a:pt x="1130443" y="167852"/>
                  <a:pt x="1129928" y="168228"/>
                  <a:pt x="1129215" y="168545"/>
                </a:cubicBezTo>
                <a:cubicBezTo>
                  <a:pt x="1128502" y="168862"/>
                  <a:pt x="1127511" y="169100"/>
                  <a:pt x="1126243" y="169258"/>
                </a:cubicBezTo>
                <a:cubicBezTo>
                  <a:pt x="1124976" y="169417"/>
                  <a:pt x="1123351" y="169496"/>
                  <a:pt x="1121370" y="169496"/>
                </a:cubicBezTo>
                <a:cubicBezTo>
                  <a:pt x="1119468" y="169496"/>
                  <a:pt x="1117883" y="169417"/>
                  <a:pt x="1116616" y="169258"/>
                </a:cubicBezTo>
                <a:cubicBezTo>
                  <a:pt x="1115348" y="169100"/>
                  <a:pt x="1114337" y="168862"/>
                  <a:pt x="1113585" y="168545"/>
                </a:cubicBezTo>
                <a:cubicBezTo>
                  <a:pt x="1112832" y="168228"/>
                  <a:pt x="1112317" y="167852"/>
                  <a:pt x="1112039" y="167416"/>
                </a:cubicBezTo>
                <a:cubicBezTo>
                  <a:pt x="1111762" y="166980"/>
                  <a:pt x="1111623" y="166445"/>
                  <a:pt x="1111623" y="165811"/>
                </a:cubicBezTo>
                <a:lnTo>
                  <a:pt x="1111623" y="58836"/>
                </a:lnTo>
                <a:cubicBezTo>
                  <a:pt x="1111623" y="58202"/>
                  <a:pt x="1111742" y="57667"/>
                  <a:pt x="1111980" y="57232"/>
                </a:cubicBezTo>
                <a:cubicBezTo>
                  <a:pt x="1112218" y="56796"/>
                  <a:pt x="1112693" y="56400"/>
                  <a:pt x="1113406" y="56043"/>
                </a:cubicBezTo>
                <a:cubicBezTo>
                  <a:pt x="1114120" y="55686"/>
                  <a:pt x="1115031" y="55449"/>
                  <a:pt x="1116140" y="55330"/>
                </a:cubicBezTo>
                <a:cubicBezTo>
                  <a:pt x="1117250" y="55211"/>
                  <a:pt x="1118715" y="55152"/>
                  <a:pt x="1120538" y="55152"/>
                </a:cubicBezTo>
                <a:cubicBezTo>
                  <a:pt x="1122281" y="55152"/>
                  <a:pt x="1123727" y="55211"/>
                  <a:pt x="1124876" y="55330"/>
                </a:cubicBezTo>
                <a:cubicBezTo>
                  <a:pt x="1126025" y="55449"/>
                  <a:pt x="1126917" y="55686"/>
                  <a:pt x="1127551" y="56043"/>
                </a:cubicBezTo>
                <a:cubicBezTo>
                  <a:pt x="1128185" y="56400"/>
                  <a:pt x="1128640" y="56796"/>
                  <a:pt x="1128918" y="57232"/>
                </a:cubicBezTo>
                <a:cubicBezTo>
                  <a:pt x="1129195" y="57667"/>
                  <a:pt x="1129334" y="58202"/>
                  <a:pt x="1129334" y="58836"/>
                </a:cubicBezTo>
                <a:lnTo>
                  <a:pt x="1129334" y="74407"/>
                </a:lnTo>
                <a:cubicBezTo>
                  <a:pt x="1132266" y="70128"/>
                  <a:pt x="1135019" y="66641"/>
                  <a:pt x="1137595" y="63947"/>
                </a:cubicBezTo>
                <a:cubicBezTo>
                  <a:pt x="1140170" y="61253"/>
                  <a:pt x="1142607" y="59133"/>
                  <a:pt x="1144905" y="57588"/>
                </a:cubicBezTo>
                <a:cubicBezTo>
                  <a:pt x="1147203" y="56043"/>
                  <a:pt x="1149481" y="54973"/>
                  <a:pt x="1151739" y="54379"/>
                </a:cubicBezTo>
                <a:cubicBezTo>
                  <a:pt x="1153997" y="53785"/>
                  <a:pt x="1156276" y="53487"/>
                  <a:pt x="1158574" y="53487"/>
                </a:cubicBezTo>
                <a:cubicBezTo>
                  <a:pt x="1159604" y="53487"/>
                  <a:pt x="1160772" y="53547"/>
                  <a:pt x="1162080" y="53666"/>
                </a:cubicBezTo>
                <a:cubicBezTo>
                  <a:pt x="1163387" y="53785"/>
                  <a:pt x="1164754" y="54003"/>
                  <a:pt x="1166181" y="54320"/>
                </a:cubicBezTo>
                <a:cubicBezTo>
                  <a:pt x="1167607" y="54636"/>
                  <a:pt x="1168895" y="54993"/>
                  <a:pt x="1170044" y="55389"/>
                </a:cubicBezTo>
                <a:cubicBezTo>
                  <a:pt x="1171193" y="55785"/>
                  <a:pt x="1172005" y="56182"/>
                  <a:pt x="1172480" y="56578"/>
                </a:cubicBezTo>
                <a:cubicBezTo>
                  <a:pt x="1172956" y="56974"/>
                  <a:pt x="1173273" y="57350"/>
                  <a:pt x="1173431" y="57707"/>
                </a:cubicBezTo>
                <a:cubicBezTo>
                  <a:pt x="1173590" y="58064"/>
                  <a:pt x="1173728" y="58519"/>
                  <a:pt x="1173847" y="59074"/>
                </a:cubicBezTo>
                <a:cubicBezTo>
                  <a:pt x="1173966" y="59629"/>
                  <a:pt x="1174045" y="60441"/>
                  <a:pt x="1174085" y="61511"/>
                </a:cubicBezTo>
                <a:cubicBezTo>
                  <a:pt x="1174125" y="62580"/>
                  <a:pt x="1174144" y="64026"/>
                  <a:pt x="1174144" y="65849"/>
                </a:cubicBezTo>
                <a:close/>
                <a:moveTo>
                  <a:pt x="1277678" y="165930"/>
                </a:moveTo>
                <a:cubicBezTo>
                  <a:pt x="1277678" y="166881"/>
                  <a:pt x="1277361" y="167594"/>
                  <a:pt x="1276727" y="168070"/>
                </a:cubicBezTo>
                <a:cubicBezTo>
                  <a:pt x="1276093" y="168545"/>
                  <a:pt x="1275221" y="168902"/>
                  <a:pt x="1274112" y="169139"/>
                </a:cubicBezTo>
                <a:cubicBezTo>
                  <a:pt x="1273003" y="169377"/>
                  <a:pt x="1271378" y="169496"/>
                  <a:pt x="1269239" y="169496"/>
                </a:cubicBezTo>
                <a:cubicBezTo>
                  <a:pt x="1267179" y="169496"/>
                  <a:pt x="1265534" y="169377"/>
                  <a:pt x="1264306" y="169139"/>
                </a:cubicBezTo>
                <a:cubicBezTo>
                  <a:pt x="1263078" y="168902"/>
                  <a:pt x="1262186" y="168545"/>
                  <a:pt x="1261632" y="168070"/>
                </a:cubicBezTo>
                <a:cubicBezTo>
                  <a:pt x="1261077" y="167594"/>
                  <a:pt x="1260800" y="166881"/>
                  <a:pt x="1260800" y="165930"/>
                </a:cubicBezTo>
                <a:lnTo>
                  <a:pt x="1260800" y="155233"/>
                </a:lnTo>
                <a:cubicBezTo>
                  <a:pt x="1256124" y="160225"/>
                  <a:pt x="1250914" y="164127"/>
                  <a:pt x="1245169" y="166940"/>
                </a:cubicBezTo>
                <a:cubicBezTo>
                  <a:pt x="1239424" y="169753"/>
                  <a:pt x="1233343" y="171160"/>
                  <a:pt x="1226924" y="171160"/>
                </a:cubicBezTo>
                <a:cubicBezTo>
                  <a:pt x="1221298" y="171160"/>
                  <a:pt x="1216207" y="170423"/>
                  <a:pt x="1211651" y="168950"/>
                </a:cubicBezTo>
                <a:cubicBezTo>
                  <a:pt x="1207094" y="167476"/>
                  <a:pt x="1203211" y="165346"/>
                  <a:pt x="1200002" y="162557"/>
                </a:cubicBezTo>
                <a:cubicBezTo>
                  <a:pt x="1196793" y="159769"/>
                  <a:pt x="1194297" y="156344"/>
                  <a:pt x="1192514" y="152283"/>
                </a:cubicBezTo>
                <a:cubicBezTo>
                  <a:pt x="1190731" y="148220"/>
                  <a:pt x="1189840" y="143599"/>
                  <a:pt x="1189840" y="138421"/>
                </a:cubicBezTo>
                <a:cubicBezTo>
                  <a:pt x="1189840" y="132367"/>
                  <a:pt x="1191068" y="127110"/>
                  <a:pt x="1193524" y="122650"/>
                </a:cubicBezTo>
                <a:cubicBezTo>
                  <a:pt x="1195981" y="118190"/>
                  <a:pt x="1199507" y="114487"/>
                  <a:pt x="1204103" y="111540"/>
                </a:cubicBezTo>
                <a:cubicBezTo>
                  <a:pt x="1208699" y="108591"/>
                  <a:pt x="1214325" y="106379"/>
                  <a:pt x="1220981" y="104906"/>
                </a:cubicBezTo>
                <a:cubicBezTo>
                  <a:pt x="1227637" y="103433"/>
                  <a:pt x="1235126" y="102696"/>
                  <a:pt x="1243446" y="102696"/>
                </a:cubicBezTo>
                <a:lnTo>
                  <a:pt x="1258185" y="102696"/>
                </a:lnTo>
                <a:lnTo>
                  <a:pt x="1258185" y="94435"/>
                </a:lnTo>
                <a:cubicBezTo>
                  <a:pt x="1258185" y="90344"/>
                  <a:pt x="1257749" y="86725"/>
                  <a:pt x="1256877" y="83578"/>
                </a:cubicBezTo>
                <a:cubicBezTo>
                  <a:pt x="1256006" y="80431"/>
                  <a:pt x="1254599" y="77814"/>
                  <a:pt x="1252658" y="75729"/>
                </a:cubicBezTo>
                <a:cubicBezTo>
                  <a:pt x="1250716" y="73644"/>
                  <a:pt x="1248200" y="72071"/>
                  <a:pt x="1245110" y="71008"/>
                </a:cubicBezTo>
                <a:cubicBezTo>
                  <a:pt x="1242020" y="69946"/>
                  <a:pt x="1238216" y="69415"/>
                  <a:pt x="1233699" y="69415"/>
                </a:cubicBezTo>
                <a:cubicBezTo>
                  <a:pt x="1228866" y="69415"/>
                  <a:pt x="1224527" y="69983"/>
                  <a:pt x="1220684" y="71120"/>
                </a:cubicBezTo>
                <a:cubicBezTo>
                  <a:pt x="1216841" y="72256"/>
                  <a:pt x="1213473" y="73511"/>
                  <a:pt x="1210581" y="74882"/>
                </a:cubicBezTo>
                <a:cubicBezTo>
                  <a:pt x="1207689" y="76254"/>
                  <a:pt x="1205272" y="77509"/>
                  <a:pt x="1203330" y="78645"/>
                </a:cubicBezTo>
                <a:cubicBezTo>
                  <a:pt x="1201389" y="79782"/>
                  <a:pt x="1199943" y="80350"/>
                  <a:pt x="1198992" y="80350"/>
                </a:cubicBezTo>
                <a:cubicBezTo>
                  <a:pt x="1198358" y="80350"/>
                  <a:pt x="1197803" y="80192"/>
                  <a:pt x="1197328" y="79875"/>
                </a:cubicBezTo>
                <a:cubicBezTo>
                  <a:pt x="1196852" y="79558"/>
                  <a:pt x="1196436" y="79082"/>
                  <a:pt x="1196080" y="78448"/>
                </a:cubicBezTo>
                <a:cubicBezTo>
                  <a:pt x="1195723" y="77814"/>
                  <a:pt x="1195466" y="77002"/>
                  <a:pt x="1195307" y="76012"/>
                </a:cubicBezTo>
                <a:cubicBezTo>
                  <a:pt x="1195149" y="75021"/>
                  <a:pt x="1195069" y="73932"/>
                  <a:pt x="1195069" y="72743"/>
                </a:cubicBezTo>
                <a:cubicBezTo>
                  <a:pt x="1195069" y="70762"/>
                  <a:pt x="1195208" y="69197"/>
                  <a:pt x="1195486" y="68048"/>
                </a:cubicBezTo>
                <a:cubicBezTo>
                  <a:pt x="1195763" y="66899"/>
                  <a:pt x="1196436" y="65809"/>
                  <a:pt x="1197506" y="64779"/>
                </a:cubicBezTo>
                <a:cubicBezTo>
                  <a:pt x="1198576" y="63749"/>
                  <a:pt x="1200418" y="62549"/>
                  <a:pt x="1203033" y="61180"/>
                </a:cubicBezTo>
                <a:cubicBezTo>
                  <a:pt x="1205648" y="59808"/>
                  <a:pt x="1208659" y="58555"/>
                  <a:pt x="1212067" y="57421"/>
                </a:cubicBezTo>
                <a:cubicBezTo>
                  <a:pt x="1215474" y="56287"/>
                  <a:pt x="1219198" y="55348"/>
                  <a:pt x="1223240" y="54606"/>
                </a:cubicBezTo>
                <a:cubicBezTo>
                  <a:pt x="1227281" y="53860"/>
                  <a:pt x="1231362" y="53487"/>
                  <a:pt x="1235482" y="53487"/>
                </a:cubicBezTo>
                <a:cubicBezTo>
                  <a:pt x="1243169" y="53487"/>
                  <a:pt x="1249706" y="54359"/>
                  <a:pt x="1255094" y="56102"/>
                </a:cubicBezTo>
                <a:cubicBezTo>
                  <a:pt x="1260483" y="57846"/>
                  <a:pt x="1264841" y="60401"/>
                  <a:pt x="1268169" y="63769"/>
                </a:cubicBezTo>
                <a:cubicBezTo>
                  <a:pt x="1271497" y="67137"/>
                  <a:pt x="1273914" y="71317"/>
                  <a:pt x="1275420" y="76309"/>
                </a:cubicBezTo>
                <a:cubicBezTo>
                  <a:pt x="1276925" y="81301"/>
                  <a:pt x="1277678" y="87125"/>
                  <a:pt x="1277678" y="93781"/>
                </a:cubicBezTo>
                <a:lnTo>
                  <a:pt x="1277678" y="165930"/>
                </a:lnTo>
                <a:moveTo>
                  <a:pt x="1258185" y="116959"/>
                </a:moveTo>
                <a:lnTo>
                  <a:pt x="1241425" y="116959"/>
                </a:lnTo>
                <a:cubicBezTo>
                  <a:pt x="1236037" y="116959"/>
                  <a:pt x="1231362" y="117416"/>
                  <a:pt x="1227400" y="118330"/>
                </a:cubicBezTo>
                <a:cubicBezTo>
                  <a:pt x="1223438" y="119244"/>
                  <a:pt x="1220149" y="120596"/>
                  <a:pt x="1217534" y="122386"/>
                </a:cubicBezTo>
                <a:cubicBezTo>
                  <a:pt x="1214919" y="124174"/>
                  <a:pt x="1212998" y="126320"/>
                  <a:pt x="1211769" y="128823"/>
                </a:cubicBezTo>
                <a:cubicBezTo>
                  <a:pt x="1210541" y="131327"/>
                  <a:pt x="1209927" y="134208"/>
                  <a:pt x="1209927" y="137467"/>
                </a:cubicBezTo>
                <a:cubicBezTo>
                  <a:pt x="1209927" y="143031"/>
                  <a:pt x="1211690" y="147462"/>
                  <a:pt x="1215216" y="150760"/>
                </a:cubicBezTo>
                <a:cubicBezTo>
                  <a:pt x="1218743" y="154059"/>
                  <a:pt x="1223675" y="155708"/>
                  <a:pt x="1230015" y="155708"/>
                </a:cubicBezTo>
                <a:cubicBezTo>
                  <a:pt x="1235165" y="155708"/>
                  <a:pt x="1239940" y="154397"/>
                  <a:pt x="1244337" y="151774"/>
                </a:cubicBezTo>
                <a:cubicBezTo>
                  <a:pt x="1248735" y="149152"/>
                  <a:pt x="1253351" y="145138"/>
                  <a:pt x="1258185" y="139732"/>
                </a:cubicBezTo>
                <a:lnTo>
                  <a:pt x="1258185" y="116959"/>
                </a:lnTo>
                <a:close/>
                <a:moveTo>
                  <a:pt x="1405486" y="165807"/>
                </a:moveTo>
                <a:cubicBezTo>
                  <a:pt x="1405486" y="166441"/>
                  <a:pt x="1405347" y="166997"/>
                  <a:pt x="1405070" y="167475"/>
                </a:cubicBezTo>
                <a:cubicBezTo>
                  <a:pt x="1404792" y="167951"/>
                  <a:pt x="1404317" y="168327"/>
                  <a:pt x="1403643" y="168604"/>
                </a:cubicBezTo>
                <a:cubicBezTo>
                  <a:pt x="1402970" y="168882"/>
                  <a:pt x="1402078" y="169100"/>
                  <a:pt x="1400969" y="169258"/>
                </a:cubicBezTo>
                <a:cubicBezTo>
                  <a:pt x="1399860" y="169417"/>
                  <a:pt x="1398512" y="169496"/>
                  <a:pt x="1396928" y="169496"/>
                </a:cubicBezTo>
                <a:cubicBezTo>
                  <a:pt x="1395264" y="169496"/>
                  <a:pt x="1393877" y="169417"/>
                  <a:pt x="1392768" y="169258"/>
                </a:cubicBezTo>
                <a:cubicBezTo>
                  <a:pt x="1391658" y="169102"/>
                  <a:pt x="1390747" y="168887"/>
                  <a:pt x="1390034" y="168612"/>
                </a:cubicBezTo>
                <a:cubicBezTo>
                  <a:pt x="1389321" y="168334"/>
                  <a:pt x="1388806" y="167959"/>
                  <a:pt x="1388489" y="167486"/>
                </a:cubicBezTo>
                <a:cubicBezTo>
                  <a:pt x="1388172" y="167013"/>
                  <a:pt x="1388013" y="166462"/>
                  <a:pt x="1388013" y="165833"/>
                </a:cubicBezTo>
                <a:lnTo>
                  <a:pt x="1388013" y="151767"/>
                </a:lnTo>
                <a:cubicBezTo>
                  <a:pt x="1382387" y="157873"/>
                  <a:pt x="1376543" y="162633"/>
                  <a:pt x="1370481" y="166045"/>
                </a:cubicBezTo>
                <a:cubicBezTo>
                  <a:pt x="1364419" y="169455"/>
                  <a:pt x="1357783" y="171160"/>
                  <a:pt x="1350572" y="171160"/>
                </a:cubicBezTo>
                <a:cubicBezTo>
                  <a:pt x="1342727" y="171160"/>
                  <a:pt x="1336031" y="169633"/>
                  <a:pt x="1330484" y="166580"/>
                </a:cubicBezTo>
                <a:cubicBezTo>
                  <a:pt x="1324938" y="163527"/>
                  <a:pt x="1320441" y="159403"/>
                  <a:pt x="1316994" y="154207"/>
                </a:cubicBezTo>
                <a:cubicBezTo>
                  <a:pt x="1313547" y="149010"/>
                  <a:pt x="1311031" y="142902"/>
                  <a:pt x="1309446" y="135884"/>
                </a:cubicBezTo>
                <a:cubicBezTo>
                  <a:pt x="1307861" y="128864"/>
                  <a:pt x="1307069" y="121466"/>
                  <a:pt x="1307069" y="113691"/>
                </a:cubicBezTo>
                <a:cubicBezTo>
                  <a:pt x="1307069" y="104491"/>
                  <a:pt x="1308059" y="96183"/>
                  <a:pt x="1310040" y="88767"/>
                </a:cubicBezTo>
                <a:cubicBezTo>
                  <a:pt x="1312021" y="81350"/>
                  <a:pt x="1314953" y="75025"/>
                  <a:pt x="1318836" y="69790"/>
                </a:cubicBezTo>
                <a:cubicBezTo>
                  <a:pt x="1322719" y="64553"/>
                  <a:pt x="1327533" y="60526"/>
                  <a:pt x="1333278" y="57711"/>
                </a:cubicBezTo>
                <a:cubicBezTo>
                  <a:pt x="1339023" y="54895"/>
                  <a:pt x="1345659" y="53487"/>
                  <a:pt x="1353187" y="53487"/>
                </a:cubicBezTo>
                <a:cubicBezTo>
                  <a:pt x="1359447" y="53487"/>
                  <a:pt x="1365172" y="54856"/>
                  <a:pt x="1370362" y="57592"/>
                </a:cubicBezTo>
                <a:cubicBezTo>
                  <a:pt x="1375553" y="60328"/>
                  <a:pt x="1380683" y="64353"/>
                  <a:pt x="1385755" y="69667"/>
                </a:cubicBezTo>
                <a:lnTo>
                  <a:pt x="1385755" y="7377"/>
                </a:lnTo>
                <a:cubicBezTo>
                  <a:pt x="1385755" y="6822"/>
                  <a:pt x="1385893" y="6287"/>
                  <a:pt x="1386171" y="5772"/>
                </a:cubicBezTo>
                <a:cubicBezTo>
                  <a:pt x="1386448" y="5255"/>
                  <a:pt x="1386983" y="4857"/>
                  <a:pt x="1387775" y="4580"/>
                </a:cubicBezTo>
                <a:cubicBezTo>
                  <a:pt x="1388568" y="4300"/>
                  <a:pt x="1389578" y="4061"/>
                  <a:pt x="1390806" y="3863"/>
                </a:cubicBezTo>
                <a:cubicBezTo>
                  <a:pt x="1392035" y="3665"/>
                  <a:pt x="1393600" y="3566"/>
                  <a:pt x="1395501" y="3566"/>
                </a:cubicBezTo>
                <a:cubicBezTo>
                  <a:pt x="1397482" y="3566"/>
                  <a:pt x="1399107" y="3665"/>
                  <a:pt x="1400375" y="3863"/>
                </a:cubicBezTo>
                <a:cubicBezTo>
                  <a:pt x="1401643" y="4061"/>
                  <a:pt x="1402633" y="4299"/>
                  <a:pt x="1403346" y="4576"/>
                </a:cubicBezTo>
                <a:cubicBezTo>
                  <a:pt x="1404059" y="4854"/>
                  <a:pt x="1404594" y="5251"/>
                  <a:pt x="1404951" y="5768"/>
                </a:cubicBezTo>
                <a:cubicBezTo>
                  <a:pt x="1405307" y="6284"/>
                  <a:pt x="1405486" y="6818"/>
                  <a:pt x="1405486" y="7373"/>
                </a:cubicBezTo>
                <a:lnTo>
                  <a:pt x="1405486" y="165807"/>
                </a:lnTo>
                <a:moveTo>
                  <a:pt x="1385755" y="90609"/>
                </a:moveTo>
                <a:cubicBezTo>
                  <a:pt x="1380446" y="84020"/>
                  <a:pt x="1375315" y="78999"/>
                  <a:pt x="1370362" y="75547"/>
                </a:cubicBezTo>
                <a:cubicBezTo>
                  <a:pt x="1365410" y="72093"/>
                  <a:pt x="1360239" y="70366"/>
                  <a:pt x="1354851" y="70366"/>
                </a:cubicBezTo>
                <a:cubicBezTo>
                  <a:pt x="1349859" y="70366"/>
                  <a:pt x="1345619" y="71554"/>
                  <a:pt x="1342133" y="73932"/>
                </a:cubicBezTo>
                <a:cubicBezTo>
                  <a:pt x="1338646" y="76309"/>
                  <a:pt x="1335813" y="79439"/>
                  <a:pt x="1333634" y="83322"/>
                </a:cubicBezTo>
                <a:cubicBezTo>
                  <a:pt x="1331455" y="87204"/>
                  <a:pt x="1329870" y="91602"/>
                  <a:pt x="1328880" y="96515"/>
                </a:cubicBezTo>
                <a:cubicBezTo>
                  <a:pt x="1327889" y="101428"/>
                  <a:pt x="1327394" y="106420"/>
                  <a:pt x="1327394" y="111492"/>
                </a:cubicBezTo>
                <a:cubicBezTo>
                  <a:pt x="1327394" y="116880"/>
                  <a:pt x="1327810" y="122150"/>
                  <a:pt x="1328642" y="127300"/>
                </a:cubicBezTo>
                <a:cubicBezTo>
                  <a:pt x="1329474" y="132451"/>
                  <a:pt x="1330920" y="137027"/>
                  <a:pt x="1332980" y="141029"/>
                </a:cubicBezTo>
                <a:cubicBezTo>
                  <a:pt x="1335041" y="145030"/>
                  <a:pt x="1337775" y="148240"/>
                  <a:pt x="1341182" y="150656"/>
                </a:cubicBezTo>
                <a:cubicBezTo>
                  <a:pt x="1344589" y="153073"/>
                  <a:pt x="1348868" y="154282"/>
                  <a:pt x="1354019" y="154282"/>
                </a:cubicBezTo>
                <a:cubicBezTo>
                  <a:pt x="1356634" y="154282"/>
                  <a:pt x="1359150" y="153926"/>
                  <a:pt x="1361567" y="153216"/>
                </a:cubicBezTo>
                <a:cubicBezTo>
                  <a:pt x="1363983" y="152505"/>
                  <a:pt x="1366460" y="151321"/>
                  <a:pt x="1368995" y="149665"/>
                </a:cubicBezTo>
                <a:cubicBezTo>
                  <a:pt x="1371531" y="148006"/>
                  <a:pt x="1374186" y="145855"/>
                  <a:pt x="1376959" y="143213"/>
                </a:cubicBezTo>
                <a:cubicBezTo>
                  <a:pt x="1379732" y="140568"/>
                  <a:pt x="1382664" y="137312"/>
                  <a:pt x="1385755" y="133444"/>
                </a:cubicBezTo>
                <a:lnTo>
                  <a:pt x="1385755" y="90609"/>
                </a:lnTo>
                <a:close/>
                <a:moveTo>
                  <a:pt x="1461656" y="165811"/>
                </a:moveTo>
                <a:cubicBezTo>
                  <a:pt x="1461656" y="166445"/>
                  <a:pt x="1461497" y="166980"/>
                  <a:pt x="1461180" y="167416"/>
                </a:cubicBezTo>
                <a:cubicBezTo>
                  <a:pt x="1460863" y="167852"/>
                  <a:pt x="1460348" y="168228"/>
                  <a:pt x="1459635" y="168545"/>
                </a:cubicBezTo>
                <a:cubicBezTo>
                  <a:pt x="1458922" y="168862"/>
                  <a:pt x="1457931" y="169100"/>
                  <a:pt x="1456664" y="169258"/>
                </a:cubicBezTo>
                <a:cubicBezTo>
                  <a:pt x="1455396" y="169417"/>
                  <a:pt x="1453771" y="169496"/>
                  <a:pt x="1451790" y="169496"/>
                </a:cubicBezTo>
                <a:cubicBezTo>
                  <a:pt x="1449888" y="169496"/>
                  <a:pt x="1448304" y="169417"/>
                  <a:pt x="1447036" y="169258"/>
                </a:cubicBezTo>
                <a:cubicBezTo>
                  <a:pt x="1445768" y="169100"/>
                  <a:pt x="1444758" y="168862"/>
                  <a:pt x="1444005" y="168545"/>
                </a:cubicBezTo>
                <a:cubicBezTo>
                  <a:pt x="1443252" y="168228"/>
                  <a:pt x="1442737" y="167852"/>
                  <a:pt x="1442460" y="167416"/>
                </a:cubicBezTo>
                <a:cubicBezTo>
                  <a:pt x="1442182" y="166980"/>
                  <a:pt x="1442044" y="166445"/>
                  <a:pt x="1442044" y="165811"/>
                </a:cubicBezTo>
                <a:lnTo>
                  <a:pt x="1442044" y="58836"/>
                </a:lnTo>
                <a:cubicBezTo>
                  <a:pt x="1442044" y="58282"/>
                  <a:pt x="1442182" y="57766"/>
                  <a:pt x="1442460" y="57291"/>
                </a:cubicBezTo>
                <a:cubicBezTo>
                  <a:pt x="1442737" y="56816"/>
                  <a:pt x="1443252" y="56419"/>
                  <a:pt x="1444005" y="56102"/>
                </a:cubicBezTo>
                <a:cubicBezTo>
                  <a:pt x="1444758" y="55785"/>
                  <a:pt x="1445768" y="55548"/>
                  <a:pt x="1447036" y="55389"/>
                </a:cubicBezTo>
                <a:cubicBezTo>
                  <a:pt x="1448304" y="55231"/>
                  <a:pt x="1449888" y="55152"/>
                  <a:pt x="1451790" y="55152"/>
                </a:cubicBezTo>
                <a:cubicBezTo>
                  <a:pt x="1453771" y="55152"/>
                  <a:pt x="1455396" y="55231"/>
                  <a:pt x="1456664" y="55389"/>
                </a:cubicBezTo>
                <a:cubicBezTo>
                  <a:pt x="1457931" y="55548"/>
                  <a:pt x="1458922" y="55785"/>
                  <a:pt x="1459635" y="56102"/>
                </a:cubicBezTo>
                <a:cubicBezTo>
                  <a:pt x="1460348" y="56419"/>
                  <a:pt x="1460863" y="56816"/>
                  <a:pt x="1461180" y="57291"/>
                </a:cubicBezTo>
                <a:cubicBezTo>
                  <a:pt x="1461497" y="57766"/>
                  <a:pt x="1461656" y="58282"/>
                  <a:pt x="1461656" y="58836"/>
                </a:cubicBezTo>
                <a:lnTo>
                  <a:pt x="1461656" y="165811"/>
                </a:lnTo>
                <a:moveTo>
                  <a:pt x="1463914" y="22584"/>
                </a:moveTo>
                <a:cubicBezTo>
                  <a:pt x="1463914" y="27180"/>
                  <a:pt x="1463042" y="30310"/>
                  <a:pt x="1461299" y="31974"/>
                </a:cubicBezTo>
                <a:cubicBezTo>
                  <a:pt x="1459556" y="33638"/>
                  <a:pt x="1456347" y="34470"/>
                  <a:pt x="1451671" y="34470"/>
                </a:cubicBezTo>
                <a:cubicBezTo>
                  <a:pt x="1447075" y="34470"/>
                  <a:pt x="1443926" y="33657"/>
                  <a:pt x="1442222" y="32033"/>
                </a:cubicBezTo>
                <a:cubicBezTo>
                  <a:pt x="1440518" y="30409"/>
                  <a:pt x="1439666" y="27338"/>
                  <a:pt x="1439666" y="22821"/>
                </a:cubicBezTo>
                <a:cubicBezTo>
                  <a:pt x="1439666" y="18225"/>
                  <a:pt x="1440538" y="15095"/>
                  <a:pt x="1442281" y="13431"/>
                </a:cubicBezTo>
                <a:cubicBezTo>
                  <a:pt x="1444025" y="11767"/>
                  <a:pt x="1447234" y="10935"/>
                  <a:pt x="1451909" y="10935"/>
                </a:cubicBezTo>
                <a:cubicBezTo>
                  <a:pt x="1456505" y="10935"/>
                  <a:pt x="1459655" y="11747"/>
                  <a:pt x="1461359" y="13372"/>
                </a:cubicBezTo>
                <a:cubicBezTo>
                  <a:pt x="1463062" y="14996"/>
                  <a:pt x="1463914" y="18067"/>
                  <a:pt x="1463914" y="22584"/>
                </a:cubicBezTo>
                <a:close/>
                <a:moveTo>
                  <a:pt x="1589035" y="107688"/>
                </a:moveTo>
                <a:cubicBezTo>
                  <a:pt x="1589035" y="110779"/>
                  <a:pt x="1588262" y="112977"/>
                  <a:pt x="1586717" y="114285"/>
                </a:cubicBezTo>
                <a:cubicBezTo>
                  <a:pt x="1585172" y="115592"/>
                  <a:pt x="1583409" y="116246"/>
                  <a:pt x="1581428" y="116246"/>
                </a:cubicBezTo>
                <a:lnTo>
                  <a:pt x="1511300" y="116246"/>
                </a:lnTo>
                <a:cubicBezTo>
                  <a:pt x="1511300" y="122206"/>
                  <a:pt x="1511894" y="127571"/>
                  <a:pt x="1513082" y="132341"/>
                </a:cubicBezTo>
                <a:cubicBezTo>
                  <a:pt x="1514271" y="137110"/>
                  <a:pt x="1516252" y="141203"/>
                  <a:pt x="1519026" y="144620"/>
                </a:cubicBezTo>
                <a:cubicBezTo>
                  <a:pt x="1521799" y="148038"/>
                  <a:pt x="1525404" y="150661"/>
                  <a:pt x="1529842" y="152491"/>
                </a:cubicBezTo>
                <a:cubicBezTo>
                  <a:pt x="1534279" y="154319"/>
                  <a:pt x="1539707" y="155233"/>
                  <a:pt x="1546126" y="155233"/>
                </a:cubicBezTo>
                <a:cubicBezTo>
                  <a:pt x="1551197" y="155233"/>
                  <a:pt x="1555714" y="154817"/>
                  <a:pt x="1559676" y="153984"/>
                </a:cubicBezTo>
                <a:cubicBezTo>
                  <a:pt x="1563638" y="153152"/>
                  <a:pt x="1567065" y="152221"/>
                  <a:pt x="1569958" y="151191"/>
                </a:cubicBezTo>
                <a:cubicBezTo>
                  <a:pt x="1572850" y="150161"/>
                  <a:pt x="1575227" y="149230"/>
                  <a:pt x="1577089" y="148398"/>
                </a:cubicBezTo>
                <a:cubicBezTo>
                  <a:pt x="1578951" y="147566"/>
                  <a:pt x="1580358" y="147150"/>
                  <a:pt x="1581309" y="147150"/>
                </a:cubicBezTo>
                <a:cubicBezTo>
                  <a:pt x="1581863" y="147150"/>
                  <a:pt x="1582359" y="147289"/>
                  <a:pt x="1582795" y="147566"/>
                </a:cubicBezTo>
                <a:cubicBezTo>
                  <a:pt x="1583230" y="147843"/>
                  <a:pt x="1583567" y="148259"/>
                  <a:pt x="1583805" y="148814"/>
                </a:cubicBezTo>
                <a:cubicBezTo>
                  <a:pt x="1584043" y="149369"/>
                  <a:pt x="1584221" y="150141"/>
                  <a:pt x="1584340" y="151132"/>
                </a:cubicBezTo>
                <a:cubicBezTo>
                  <a:pt x="1584459" y="152122"/>
                  <a:pt x="1584518" y="153331"/>
                  <a:pt x="1584518" y="154757"/>
                </a:cubicBezTo>
                <a:cubicBezTo>
                  <a:pt x="1584518" y="155787"/>
                  <a:pt x="1584478" y="156679"/>
                  <a:pt x="1584399" y="157431"/>
                </a:cubicBezTo>
                <a:cubicBezTo>
                  <a:pt x="1584320" y="158184"/>
                  <a:pt x="1584221" y="158858"/>
                  <a:pt x="1584102" y="159452"/>
                </a:cubicBezTo>
                <a:cubicBezTo>
                  <a:pt x="1583983" y="160046"/>
                  <a:pt x="1583785" y="160581"/>
                  <a:pt x="1583508" y="161057"/>
                </a:cubicBezTo>
                <a:cubicBezTo>
                  <a:pt x="1583230" y="161532"/>
                  <a:pt x="1582874" y="161988"/>
                  <a:pt x="1582438" y="162424"/>
                </a:cubicBezTo>
                <a:cubicBezTo>
                  <a:pt x="1582002" y="162859"/>
                  <a:pt x="1580714" y="163573"/>
                  <a:pt x="1578575" y="164563"/>
                </a:cubicBezTo>
                <a:cubicBezTo>
                  <a:pt x="1576435" y="165554"/>
                  <a:pt x="1573662" y="166524"/>
                  <a:pt x="1570255" y="167475"/>
                </a:cubicBezTo>
                <a:cubicBezTo>
                  <a:pt x="1566847" y="168426"/>
                  <a:pt x="1562905" y="169278"/>
                  <a:pt x="1558428" y="170031"/>
                </a:cubicBezTo>
                <a:cubicBezTo>
                  <a:pt x="1553951" y="170784"/>
                  <a:pt x="1549177" y="171160"/>
                  <a:pt x="1544105" y="171160"/>
                </a:cubicBezTo>
                <a:cubicBezTo>
                  <a:pt x="1535310" y="171160"/>
                  <a:pt x="1527603" y="169930"/>
                  <a:pt x="1520987" y="167472"/>
                </a:cubicBezTo>
                <a:cubicBezTo>
                  <a:pt x="1514370" y="165013"/>
                  <a:pt x="1508804" y="161364"/>
                  <a:pt x="1504287" y="156525"/>
                </a:cubicBezTo>
                <a:cubicBezTo>
                  <a:pt x="1499770" y="151687"/>
                  <a:pt x="1496363" y="145618"/>
                  <a:pt x="1494065" y="138321"/>
                </a:cubicBezTo>
                <a:cubicBezTo>
                  <a:pt x="1491767" y="131023"/>
                  <a:pt x="1490618" y="122536"/>
                  <a:pt x="1490618" y="112859"/>
                </a:cubicBezTo>
                <a:cubicBezTo>
                  <a:pt x="1490618" y="103657"/>
                  <a:pt x="1491806" y="95387"/>
                  <a:pt x="1494184" y="88050"/>
                </a:cubicBezTo>
                <a:cubicBezTo>
                  <a:pt x="1496561" y="80713"/>
                  <a:pt x="1499988" y="74486"/>
                  <a:pt x="1504465" y="69370"/>
                </a:cubicBezTo>
                <a:cubicBezTo>
                  <a:pt x="1508942" y="64254"/>
                  <a:pt x="1514350" y="60328"/>
                  <a:pt x="1520690" y="57592"/>
                </a:cubicBezTo>
                <a:cubicBezTo>
                  <a:pt x="1527029" y="54856"/>
                  <a:pt x="1534121" y="53487"/>
                  <a:pt x="1541966" y="53487"/>
                </a:cubicBezTo>
                <a:cubicBezTo>
                  <a:pt x="1550365" y="53487"/>
                  <a:pt x="1557517" y="54835"/>
                  <a:pt x="1563420" y="57529"/>
                </a:cubicBezTo>
                <a:cubicBezTo>
                  <a:pt x="1569324" y="60223"/>
                  <a:pt x="1574177" y="63848"/>
                  <a:pt x="1577981" y="68405"/>
                </a:cubicBezTo>
                <a:cubicBezTo>
                  <a:pt x="1581784" y="72961"/>
                  <a:pt x="1584577" y="78310"/>
                  <a:pt x="1586360" y="84451"/>
                </a:cubicBezTo>
                <a:cubicBezTo>
                  <a:pt x="1588143" y="90592"/>
                  <a:pt x="1589035" y="97149"/>
                  <a:pt x="1589035" y="104122"/>
                </a:cubicBezTo>
                <a:lnTo>
                  <a:pt x="1589035" y="107688"/>
                </a:lnTo>
                <a:moveTo>
                  <a:pt x="1569304" y="101745"/>
                </a:moveTo>
                <a:cubicBezTo>
                  <a:pt x="1569541" y="91518"/>
                  <a:pt x="1567263" y="83494"/>
                  <a:pt x="1562469" y="77672"/>
                </a:cubicBezTo>
                <a:cubicBezTo>
                  <a:pt x="1557675" y="71850"/>
                  <a:pt x="1550563" y="68939"/>
                  <a:pt x="1541134" y="68939"/>
                </a:cubicBezTo>
                <a:cubicBezTo>
                  <a:pt x="1536300" y="68939"/>
                  <a:pt x="1532061" y="69844"/>
                  <a:pt x="1528416" y="71655"/>
                </a:cubicBezTo>
                <a:cubicBezTo>
                  <a:pt x="1524771" y="73462"/>
                  <a:pt x="1521720" y="75862"/>
                  <a:pt x="1519263" y="78853"/>
                </a:cubicBezTo>
                <a:cubicBezTo>
                  <a:pt x="1516807" y="81842"/>
                  <a:pt x="1514905" y="85324"/>
                  <a:pt x="1513558" y="89298"/>
                </a:cubicBezTo>
                <a:cubicBezTo>
                  <a:pt x="1512211" y="93270"/>
                  <a:pt x="1511458" y="97419"/>
                  <a:pt x="1511300" y="101745"/>
                </a:cubicBezTo>
                <a:lnTo>
                  <a:pt x="1569304" y="101745"/>
                </a:lnTo>
                <a:close/>
                <a:moveTo>
                  <a:pt x="1711199" y="165811"/>
                </a:moveTo>
                <a:cubicBezTo>
                  <a:pt x="1711199" y="166445"/>
                  <a:pt x="1711041" y="166980"/>
                  <a:pt x="1710724" y="167416"/>
                </a:cubicBezTo>
                <a:cubicBezTo>
                  <a:pt x="1710407" y="167852"/>
                  <a:pt x="1709892" y="168228"/>
                  <a:pt x="1709178" y="168545"/>
                </a:cubicBezTo>
                <a:cubicBezTo>
                  <a:pt x="1708465" y="168862"/>
                  <a:pt x="1707475" y="169100"/>
                  <a:pt x="1706207" y="169258"/>
                </a:cubicBezTo>
                <a:cubicBezTo>
                  <a:pt x="1704939" y="169417"/>
                  <a:pt x="1703354" y="169496"/>
                  <a:pt x="1701452" y="169496"/>
                </a:cubicBezTo>
                <a:cubicBezTo>
                  <a:pt x="1699471" y="169496"/>
                  <a:pt x="1697847" y="169417"/>
                  <a:pt x="1696579" y="169258"/>
                </a:cubicBezTo>
                <a:cubicBezTo>
                  <a:pt x="1695311" y="169100"/>
                  <a:pt x="1694321" y="168862"/>
                  <a:pt x="1693608" y="168545"/>
                </a:cubicBezTo>
                <a:cubicBezTo>
                  <a:pt x="1692894" y="168228"/>
                  <a:pt x="1692379" y="167853"/>
                  <a:pt x="1692062" y="167420"/>
                </a:cubicBezTo>
                <a:cubicBezTo>
                  <a:pt x="1691745" y="166984"/>
                  <a:pt x="1691587" y="166449"/>
                  <a:pt x="1691587" y="165815"/>
                </a:cubicBezTo>
                <a:lnTo>
                  <a:pt x="1691587" y="103249"/>
                </a:lnTo>
                <a:cubicBezTo>
                  <a:pt x="1691587" y="97155"/>
                  <a:pt x="1691112" y="92249"/>
                  <a:pt x="1690161" y="88529"/>
                </a:cubicBezTo>
                <a:cubicBezTo>
                  <a:pt x="1689210" y="84810"/>
                  <a:pt x="1687823" y="81606"/>
                  <a:pt x="1686000" y="78916"/>
                </a:cubicBezTo>
                <a:cubicBezTo>
                  <a:pt x="1684178" y="76225"/>
                  <a:pt x="1681821" y="74167"/>
                  <a:pt x="1678928" y="72743"/>
                </a:cubicBezTo>
                <a:cubicBezTo>
                  <a:pt x="1676036" y="71317"/>
                  <a:pt x="1672688" y="70603"/>
                  <a:pt x="1668884" y="70603"/>
                </a:cubicBezTo>
                <a:cubicBezTo>
                  <a:pt x="1663972" y="70603"/>
                  <a:pt x="1659059" y="72346"/>
                  <a:pt x="1654146" y="75830"/>
                </a:cubicBezTo>
                <a:cubicBezTo>
                  <a:pt x="1649233" y="79311"/>
                  <a:pt x="1644082" y="84415"/>
                  <a:pt x="1638694" y="91140"/>
                </a:cubicBezTo>
                <a:lnTo>
                  <a:pt x="1638694" y="165815"/>
                </a:lnTo>
                <a:cubicBezTo>
                  <a:pt x="1638694" y="166449"/>
                  <a:pt x="1638535" y="166984"/>
                  <a:pt x="1638218" y="167420"/>
                </a:cubicBezTo>
                <a:cubicBezTo>
                  <a:pt x="1637901" y="167853"/>
                  <a:pt x="1637386" y="168228"/>
                  <a:pt x="1636673" y="168545"/>
                </a:cubicBezTo>
                <a:cubicBezTo>
                  <a:pt x="1635960" y="168862"/>
                  <a:pt x="1634969" y="169100"/>
                  <a:pt x="1633702" y="169258"/>
                </a:cubicBezTo>
                <a:cubicBezTo>
                  <a:pt x="1632434" y="169417"/>
                  <a:pt x="1630809" y="169496"/>
                  <a:pt x="1628828" y="169496"/>
                </a:cubicBezTo>
                <a:cubicBezTo>
                  <a:pt x="1626927" y="169496"/>
                  <a:pt x="1625342" y="169417"/>
                  <a:pt x="1624074" y="169258"/>
                </a:cubicBezTo>
                <a:cubicBezTo>
                  <a:pt x="1622806" y="169100"/>
                  <a:pt x="1621796" y="168862"/>
                  <a:pt x="1621043" y="168545"/>
                </a:cubicBezTo>
                <a:cubicBezTo>
                  <a:pt x="1620290" y="168228"/>
                  <a:pt x="1619775" y="167852"/>
                  <a:pt x="1619498" y="167416"/>
                </a:cubicBezTo>
                <a:cubicBezTo>
                  <a:pt x="1619220" y="166980"/>
                  <a:pt x="1619082" y="166445"/>
                  <a:pt x="1619082" y="165811"/>
                </a:cubicBezTo>
                <a:lnTo>
                  <a:pt x="1619082" y="58836"/>
                </a:lnTo>
                <a:cubicBezTo>
                  <a:pt x="1619082" y="58202"/>
                  <a:pt x="1619201" y="57667"/>
                  <a:pt x="1619438" y="57232"/>
                </a:cubicBezTo>
                <a:cubicBezTo>
                  <a:pt x="1619676" y="56796"/>
                  <a:pt x="1620151" y="56400"/>
                  <a:pt x="1620865" y="56043"/>
                </a:cubicBezTo>
                <a:cubicBezTo>
                  <a:pt x="1621578" y="55686"/>
                  <a:pt x="1622489" y="55449"/>
                  <a:pt x="1623598" y="55330"/>
                </a:cubicBezTo>
                <a:cubicBezTo>
                  <a:pt x="1624708" y="55211"/>
                  <a:pt x="1626174" y="55152"/>
                  <a:pt x="1627996" y="55152"/>
                </a:cubicBezTo>
                <a:cubicBezTo>
                  <a:pt x="1629740" y="55152"/>
                  <a:pt x="1631186" y="55211"/>
                  <a:pt x="1632335" y="55330"/>
                </a:cubicBezTo>
                <a:cubicBezTo>
                  <a:pt x="1633484" y="55449"/>
                  <a:pt x="1634375" y="55686"/>
                  <a:pt x="1635009" y="56043"/>
                </a:cubicBezTo>
                <a:cubicBezTo>
                  <a:pt x="1635643" y="56400"/>
                  <a:pt x="1636099" y="56796"/>
                  <a:pt x="1636376" y="57232"/>
                </a:cubicBezTo>
                <a:cubicBezTo>
                  <a:pt x="1636653" y="57667"/>
                  <a:pt x="1636792" y="58202"/>
                  <a:pt x="1636792" y="58836"/>
                </a:cubicBezTo>
                <a:lnTo>
                  <a:pt x="1636792" y="72981"/>
                </a:lnTo>
                <a:cubicBezTo>
                  <a:pt x="1642814" y="66245"/>
                  <a:pt x="1648817" y="61312"/>
                  <a:pt x="1654799" y="58182"/>
                </a:cubicBezTo>
                <a:cubicBezTo>
                  <a:pt x="1660782" y="55052"/>
                  <a:pt x="1666824" y="53487"/>
                  <a:pt x="1672926" y="53487"/>
                </a:cubicBezTo>
                <a:cubicBezTo>
                  <a:pt x="1680057" y="53487"/>
                  <a:pt x="1686060" y="54696"/>
                  <a:pt x="1690933" y="57113"/>
                </a:cubicBezTo>
                <a:cubicBezTo>
                  <a:pt x="1695807" y="59530"/>
                  <a:pt x="1699749" y="62759"/>
                  <a:pt x="1702760" y="66800"/>
                </a:cubicBezTo>
                <a:cubicBezTo>
                  <a:pt x="1705771" y="70841"/>
                  <a:pt x="1707930" y="75576"/>
                  <a:pt x="1709238" y="81004"/>
                </a:cubicBezTo>
                <a:cubicBezTo>
                  <a:pt x="1710545" y="86432"/>
                  <a:pt x="1711199" y="92949"/>
                  <a:pt x="1711199" y="100556"/>
                </a:cubicBezTo>
                <a:lnTo>
                  <a:pt x="1711199" y="165811"/>
                </a:lnTo>
                <a:close/>
                <a:moveTo>
                  <a:pt x="1802908" y="157992"/>
                </a:moveTo>
                <a:cubicBezTo>
                  <a:pt x="1802908" y="160308"/>
                  <a:pt x="1802750" y="162144"/>
                  <a:pt x="1802433" y="163501"/>
                </a:cubicBezTo>
                <a:cubicBezTo>
                  <a:pt x="1802116" y="164858"/>
                  <a:pt x="1801641" y="165856"/>
                  <a:pt x="1801007" y="166495"/>
                </a:cubicBezTo>
                <a:cubicBezTo>
                  <a:pt x="1800373" y="167131"/>
                  <a:pt x="1799422" y="167729"/>
                  <a:pt x="1798154" y="168289"/>
                </a:cubicBezTo>
                <a:cubicBezTo>
                  <a:pt x="1796886" y="168848"/>
                  <a:pt x="1795440" y="169308"/>
                  <a:pt x="1793816" y="169667"/>
                </a:cubicBezTo>
                <a:cubicBezTo>
                  <a:pt x="1792191" y="170026"/>
                  <a:pt x="1790468" y="170324"/>
                  <a:pt x="1788645" y="170562"/>
                </a:cubicBezTo>
                <a:cubicBezTo>
                  <a:pt x="1786823" y="170802"/>
                  <a:pt x="1785000" y="170922"/>
                  <a:pt x="1783178" y="170922"/>
                </a:cubicBezTo>
                <a:cubicBezTo>
                  <a:pt x="1777631" y="170922"/>
                  <a:pt x="1772876" y="170189"/>
                  <a:pt x="1768914" y="168723"/>
                </a:cubicBezTo>
                <a:cubicBezTo>
                  <a:pt x="1764952" y="167255"/>
                  <a:pt x="1761703" y="165034"/>
                  <a:pt x="1759168" y="162060"/>
                </a:cubicBezTo>
                <a:cubicBezTo>
                  <a:pt x="1756632" y="159083"/>
                  <a:pt x="1754790" y="155314"/>
                  <a:pt x="1753641" y="150753"/>
                </a:cubicBezTo>
                <a:cubicBezTo>
                  <a:pt x="1752492" y="146189"/>
                  <a:pt x="1751917" y="140813"/>
                  <a:pt x="1751917" y="134625"/>
                </a:cubicBezTo>
                <a:lnTo>
                  <a:pt x="1751917" y="72030"/>
                </a:lnTo>
                <a:lnTo>
                  <a:pt x="1736941" y="72030"/>
                </a:lnTo>
                <a:cubicBezTo>
                  <a:pt x="1735752" y="72030"/>
                  <a:pt x="1734801" y="71392"/>
                  <a:pt x="1734088" y="70117"/>
                </a:cubicBezTo>
                <a:cubicBezTo>
                  <a:pt x="1733375" y="68839"/>
                  <a:pt x="1733018" y="66763"/>
                  <a:pt x="1733018" y="63888"/>
                </a:cubicBezTo>
                <a:cubicBezTo>
                  <a:pt x="1733018" y="62372"/>
                  <a:pt x="1733117" y="61096"/>
                  <a:pt x="1733315" y="60058"/>
                </a:cubicBezTo>
                <a:cubicBezTo>
                  <a:pt x="1733513" y="59021"/>
                  <a:pt x="1733771" y="58163"/>
                  <a:pt x="1734088" y="57484"/>
                </a:cubicBezTo>
                <a:cubicBezTo>
                  <a:pt x="1734405" y="56806"/>
                  <a:pt x="1734821" y="56327"/>
                  <a:pt x="1735336" y="56047"/>
                </a:cubicBezTo>
                <a:cubicBezTo>
                  <a:pt x="1735851" y="55767"/>
                  <a:pt x="1736425" y="55627"/>
                  <a:pt x="1737059" y="55627"/>
                </a:cubicBezTo>
                <a:lnTo>
                  <a:pt x="1751917" y="55627"/>
                </a:lnTo>
                <a:lnTo>
                  <a:pt x="1751917" y="30191"/>
                </a:lnTo>
                <a:cubicBezTo>
                  <a:pt x="1751917" y="29636"/>
                  <a:pt x="1752056" y="29121"/>
                  <a:pt x="1752333" y="28646"/>
                </a:cubicBezTo>
                <a:cubicBezTo>
                  <a:pt x="1752610" y="28170"/>
                  <a:pt x="1753125" y="27754"/>
                  <a:pt x="1753878" y="27397"/>
                </a:cubicBezTo>
                <a:cubicBezTo>
                  <a:pt x="1754631" y="27041"/>
                  <a:pt x="1755641" y="26783"/>
                  <a:pt x="1756909" y="26625"/>
                </a:cubicBezTo>
                <a:cubicBezTo>
                  <a:pt x="1758177" y="26466"/>
                  <a:pt x="1759762" y="26387"/>
                  <a:pt x="1761664" y="26387"/>
                </a:cubicBezTo>
                <a:cubicBezTo>
                  <a:pt x="1763645" y="26387"/>
                  <a:pt x="1765269" y="26466"/>
                  <a:pt x="1766537" y="26625"/>
                </a:cubicBezTo>
                <a:cubicBezTo>
                  <a:pt x="1767805" y="26783"/>
                  <a:pt x="1768795" y="27041"/>
                  <a:pt x="1769508" y="27397"/>
                </a:cubicBezTo>
                <a:cubicBezTo>
                  <a:pt x="1770222" y="27754"/>
                  <a:pt x="1770737" y="28170"/>
                  <a:pt x="1771054" y="28646"/>
                </a:cubicBezTo>
                <a:cubicBezTo>
                  <a:pt x="1771371" y="29121"/>
                  <a:pt x="1771529" y="29636"/>
                  <a:pt x="1771529" y="30191"/>
                </a:cubicBezTo>
                <a:lnTo>
                  <a:pt x="1771529" y="55627"/>
                </a:lnTo>
                <a:lnTo>
                  <a:pt x="1798986" y="55627"/>
                </a:lnTo>
                <a:cubicBezTo>
                  <a:pt x="1799620" y="55627"/>
                  <a:pt x="1800175" y="55767"/>
                  <a:pt x="1800650" y="56047"/>
                </a:cubicBezTo>
                <a:cubicBezTo>
                  <a:pt x="1801126" y="56327"/>
                  <a:pt x="1801542" y="56806"/>
                  <a:pt x="1801898" y="57484"/>
                </a:cubicBezTo>
                <a:cubicBezTo>
                  <a:pt x="1802255" y="58163"/>
                  <a:pt x="1802512" y="59021"/>
                  <a:pt x="1802671" y="60058"/>
                </a:cubicBezTo>
                <a:cubicBezTo>
                  <a:pt x="1802829" y="61096"/>
                  <a:pt x="1802908" y="62372"/>
                  <a:pt x="1802908" y="63888"/>
                </a:cubicBezTo>
                <a:cubicBezTo>
                  <a:pt x="1802908" y="66763"/>
                  <a:pt x="1802552" y="68839"/>
                  <a:pt x="1801839" y="70117"/>
                </a:cubicBezTo>
                <a:cubicBezTo>
                  <a:pt x="1801126" y="71392"/>
                  <a:pt x="1800175" y="72030"/>
                  <a:pt x="1798986" y="72030"/>
                </a:cubicBezTo>
                <a:lnTo>
                  <a:pt x="1771529" y="72030"/>
                </a:lnTo>
                <a:lnTo>
                  <a:pt x="1771529" y="131698"/>
                </a:lnTo>
                <a:cubicBezTo>
                  <a:pt x="1771529" y="139067"/>
                  <a:pt x="1772619" y="144634"/>
                  <a:pt x="1774798" y="148398"/>
                </a:cubicBezTo>
                <a:cubicBezTo>
                  <a:pt x="1776977" y="152162"/>
                  <a:pt x="1780880" y="154044"/>
                  <a:pt x="1786506" y="154044"/>
                </a:cubicBezTo>
                <a:cubicBezTo>
                  <a:pt x="1788328" y="154044"/>
                  <a:pt x="1789953" y="153866"/>
                  <a:pt x="1791379" y="153509"/>
                </a:cubicBezTo>
                <a:cubicBezTo>
                  <a:pt x="1792805" y="153152"/>
                  <a:pt x="1794073" y="152776"/>
                  <a:pt x="1795182" y="152380"/>
                </a:cubicBezTo>
                <a:cubicBezTo>
                  <a:pt x="1796292" y="151984"/>
                  <a:pt x="1797243" y="151607"/>
                  <a:pt x="1798035" y="151251"/>
                </a:cubicBezTo>
                <a:cubicBezTo>
                  <a:pt x="1798828" y="150894"/>
                  <a:pt x="1799541" y="150716"/>
                  <a:pt x="1800175" y="150716"/>
                </a:cubicBezTo>
                <a:cubicBezTo>
                  <a:pt x="1800571" y="150716"/>
                  <a:pt x="1800947" y="150815"/>
                  <a:pt x="1801304" y="151013"/>
                </a:cubicBezTo>
                <a:cubicBezTo>
                  <a:pt x="1801660" y="151211"/>
                  <a:pt x="1801938" y="151587"/>
                  <a:pt x="1802136" y="152142"/>
                </a:cubicBezTo>
                <a:cubicBezTo>
                  <a:pt x="1802334" y="152697"/>
                  <a:pt x="1802512" y="153452"/>
                  <a:pt x="1802671" y="154408"/>
                </a:cubicBezTo>
                <a:cubicBezTo>
                  <a:pt x="1802829" y="155361"/>
                  <a:pt x="1802908" y="156556"/>
                  <a:pt x="1802908" y="157992"/>
                </a:cubicBezTo>
                <a:close/>
                <a:moveTo>
                  <a:pt x="1877072" y="108698"/>
                </a:moveTo>
                <a:cubicBezTo>
                  <a:pt x="1877072" y="111811"/>
                  <a:pt x="1876715" y="113967"/>
                  <a:pt x="1876002" y="115165"/>
                </a:cubicBezTo>
                <a:cubicBezTo>
                  <a:pt x="1875289" y="116361"/>
                  <a:pt x="1874258" y="116959"/>
                  <a:pt x="1872911" y="116959"/>
                </a:cubicBezTo>
                <a:lnTo>
                  <a:pt x="1823227" y="116959"/>
                </a:lnTo>
                <a:cubicBezTo>
                  <a:pt x="1821801" y="116959"/>
                  <a:pt x="1820731" y="116341"/>
                  <a:pt x="1820018" y="115106"/>
                </a:cubicBezTo>
                <a:cubicBezTo>
                  <a:pt x="1819305" y="113868"/>
                  <a:pt x="1818948" y="111732"/>
                  <a:pt x="1818948" y="108698"/>
                </a:cubicBezTo>
                <a:cubicBezTo>
                  <a:pt x="1818948" y="105665"/>
                  <a:pt x="1819305" y="103550"/>
                  <a:pt x="1820018" y="102354"/>
                </a:cubicBezTo>
                <a:cubicBezTo>
                  <a:pt x="1820731" y="101156"/>
                  <a:pt x="1821801" y="100556"/>
                  <a:pt x="1823227" y="100556"/>
                </a:cubicBezTo>
                <a:lnTo>
                  <a:pt x="1872911" y="100556"/>
                </a:lnTo>
                <a:cubicBezTo>
                  <a:pt x="1873545" y="100556"/>
                  <a:pt x="1874120" y="100677"/>
                  <a:pt x="1874635" y="100917"/>
                </a:cubicBezTo>
                <a:cubicBezTo>
                  <a:pt x="1875150" y="101154"/>
                  <a:pt x="1875586" y="101613"/>
                  <a:pt x="1875942" y="102291"/>
                </a:cubicBezTo>
                <a:cubicBezTo>
                  <a:pt x="1876299" y="102970"/>
                  <a:pt x="1876576" y="103828"/>
                  <a:pt x="1876774" y="104865"/>
                </a:cubicBezTo>
                <a:cubicBezTo>
                  <a:pt x="1876972" y="105903"/>
                  <a:pt x="1877072" y="107180"/>
                  <a:pt x="1877072" y="108698"/>
                </a:cubicBezTo>
                <a:close/>
                <a:moveTo>
                  <a:pt x="2002133" y="110957"/>
                </a:moveTo>
                <a:cubicBezTo>
                  <a:pt x="2002133" y="120235"/>
                  <a:pt x="2001123" y="128583"/>
                  <a:pt x="1999102" y="135999"/>
                </a:cubicBezTo>
                <a:cubicBezTo>
                  <a:pt x="1997081" y="143416"/>
                  <a:pt x="1994110" y="149743"/>
                  <a:pt x="1990187" y="154980"/>
                </a:cubicBezTo>
                <a:cubicBezTo>
                  <a:pt x="1986265" y="160215"/>
                  <a:pt x="1981451" y="164220"/>
                  <a:pt x="1975746" y="166996"/>
                </a:cubicBezTo>
                <a:cubicBezTo>
                  <a:pt x="1970040" y="169772"/>
                  <a:pt x="1963503" y="171160"/>
                  <a:pt x="1956134" y="171160"/>
                </a:cubicBezTo>
                <a:cubicBezTo>
                  <a:pt x="1952726" y="171160"/>
                  <a:pt x="1949576" y="170822"/>
                  <a:pt x="1946684" y="170146"/>
                </a:cubicBezTo>
                <a:cubicBezTo>
                  <a:pt x="1943792" y="169472"/>
                  <a:pt x="1940959" y="168383"/>
                  <a:pt x="1938186" y="166877"/>
                </a:cubicBezTo>
                <a:cubicBezTo>
                  <a:pt x="1935412" y="165369"/>
                  <a:pt x="1932639" y="163465"/>
                  <a:pt x="1929865" y="161164"/>
                </a:cubicBezTo>
                <a:cubicBezTo>
                  <a:pt x="1927092" y="158864"/>
                  <a:pt x="1924160" y="156088"/>
                  <a:pt x="1921070" y="152837"/>
                </a:cubicBezTo>
                <a:lnTo>
                  <a:pt x="1921070" y="165833"/>
                </a:lnTo>
                <a:cubicBezTo>
                  <a:pt x="1921070" y="166462"/>
                  <a:pt x="1920911" y="167013"/>
                  <a:pt x="1920594" y="167486"/>
                </a:cubicBezTo>
                <a:cubicBezTo>
                  <a:pt x="1920277" y="167959"/>
                  <a:pt x="1919762" y="168334"/>
                  <a:pt x="1919049" y="168612"/>
                </a:cubicBezTo>
                <a:cubicBezTo>
                  <a:pt x="1918336" y="168887"/>
                  <a:pt x="1917444" y="169102"/>
                  <a:pt x="1916375" y="169258"/>
                </a:cubicBezTo>
                <a:cubicBezTo>
                  <a:pt x="1915305" y="169417"/>
                  <a:pt x="1913938" y="169496"/>
                  <a:pt x="1912274" y="169496"/>
                </a:cubicBezTo>
                <a:cubicBezTo>
                  <a:pt x="1910689" y="169496"/>
                  <a:pt x="1909342" y="169417"/>
                  <a:pt x="1908233" y="169258"/>
                </a:cubicBezTo>
                <a:cubicBezTo>
                  <a:pt x="1907123" y="169100"/>
                  <a:pt x="1906212" y="168882"/>
                  <a:pt x="1905499" y="168604"/>
                </a:cubicBezTo>
                <a:cubicBezTo>
                  <a:pt x="1904786" y="168327"/>
                  <a:pt x="1904310" y="167951"/>
                  <a:pt x="1904072" y="167475"/>
                </a:cubicBezTo>
                <a:cubicBezTo>
                  <a:pt x="1903835" y="166997"/>
                  <a:pt x="1903716" y="166441"/>
                  <a:pt x="1903716" y="165807"/>
                </a:cubicBezTo>
                <a:lnTo>
                  <a:pt x="1903716" y="6898"/>
                </a:lnTo>
                <a:cubicBezTo>
                  <a:pt x="1903716" y="6264"/>
                  <a:pt x="1903855" y="5709"/>
                  <a:pt x="1904132" y="5234"/>
                </a:cubicBezTo>
                <a:cubicBezTo>
                  <a:pt x="1904409" y="4756"/>
                  <a:pt x="1904924" y="4358"/>
                  <a:pt x="1905677" y="4041"/>
                </a:cubicBezTo>
                <a:cubicBezTo>
                  <a:pt x="1906430" y="3724"/>
                  <a:pt x="1907440" y="3487"/>
                  <a:pt x="1908708" y="3328"/>
                </a:cubicBezTo>
                <a:cubicBezTo>
                  <a:pt x="1909976" y="3170"/>
                  <a:pt x="1911561" y="3090"/>
                  <a:pt x="1913462" y="3090"/>
                </a:cubicBezTo>
                <a:cubicBezTo>
                  <a:pt x="1915444" y="3090"/>
                  <a:pt x="1917068" y="3170"/>
                  <a:pt x="1918336" y="3328"/>
                </a:cubicBezTo>
                <a:cubicBezTo>
                  <a:pt x="1919604" y="3487"/>
                  <a:pt x="1920594" y="3726"/>
                  <a:pt x="1921307" y="4045"/>
                </a:cubicBezTo>
                <a:cubicBezTo>
                  <a:pt x="1922020" y="4362"/>
                  <a:pt x="1922536" y="4759"/>
                  <a:pt x="1922853" y="5237"/>
                </a:cubicBezTo>
                <a:cubicBezTo>
                  <a:pt x="1923169" y="5713"/>
                  <a:pt x="1923328" y="6267"/>
                  <a:pt x="1923328" y="6901"/>
                </a:cubicBezTo>
                <a:lnTo>
                  <a:pt x="1923328" y="71097"/>
                </a:lnTo>
                <a:cubicBezTo>
                  <a:pt x="1926498" y="67846"/>
                  <a:pt x="1929568" y="65110"/>
                  <a:pt x="1932540" y="62889"/>
                </a:cubicBezTo>
                <a:cubicBezTo>
                  <a:pt x="1935511" y="60667"/>
                  <a:pt x="1938423" y="58863"/>
                  <a:pt x="1941276" y="57477"/>
                </a:cubicBezTo>
                <a:cubicBezTo>
                  <a:pt x="1944129" y="56088"/>
                  <a:pt x="1946981" y="55076"/>
                  <a:pt x="1949834" y="54442"/>
                </a:cubicBezTo>
                <a:cubicBezTo>
                  <a:pt x="1952687" y="53806"/>
                  <a:pt x="1955698" y="53487"/>
                  <a:pt x="1958867" y="53487"/>
                </a:cubicBezTo>
                <a:cubicBezTo>
                  <a:pt x="1966633" y="53487"/>
                  <a:pt x="1973269" y="55035"/>
                  <a:pt x="1978777" y="58130"/>
                </a:cubicBezTo>
                <a:cubicBezTo>
                  <a:pt x="1984284" y="61223"/>
                  <a:pt x="1988761" y="65367"/>
                  <a:pt x="1992208" y="70563"/>
                </a:cubicBezTo>
                <a:cubicBezTo>
                  <a:pt x="1995655" y="75758"/>
                  <a:pt x="1998171" y="81846"/>
                  <a:pt x="1999756" y="88826"/>
                </a:cubicBezTo>
                <a:cubicBezTo>
                  <a:pt x="2001340" y="95804"/>
                  <a:pt x="2002133" y="103181"/>
                  <a:pt x="2002133" y="110957"/>
                </a:cubicBezTo>
                <a:moveTo>
                  <a:pt x="1981451" y="113215"/>
                </a:moveTo>
                <a:cubicBezTo>
                  <a:pt x="1981451" y="107740"/>
                  <a:pt x="1981035" y="102424"/>
                  <a:pt x="1980203" y="97265"/>
                </a:cubicBezTo>
                <a:cubicBezTo>
                  <a:pt x="1979371" y="92107"/>
                  <a:pt x="1977925" y="87545"/>
                  <a:pt x="1975865" y="83578"/>
                </a:cubicBezTo>
                <a:cubicBezTo>
                  <a:pt x="1973804" y="79611"/>
                  <a:pt x="1971070" y="76418"/>
                  <a:pt x="1967663" y="73998"/>
                </a:cubicBezTo>
                <a:cubicBezTo>
                  <a:pt x="1964256" y="71577"/>
                  <a:pt x="1960016" y="70366"/>
                  <a:pt x="1954945" y="70366"/>
                </a:cubicBezTo>
                <a:cubicBezTo>
                  <a:pt x="1952409" y="70366"/>
                  <a:pt x="1949913" y="70724"/>
                  <a:pt x="1947457" y="71439"/>
                </a:cubicBezTo>
                <a:cubicBezTo>
                  <a:pt x="1945000" y="72152"/>
                  <a:pt x="1942504" y="73342"/>
                  <a:pt x="1939968" y="75009"/>
                </a:cubicBezTo>
                <a:cubicBezTo>
                  <a:pt x="1937433" y="76675"/>
                  <a:pt x="1934798" y="78818"/>
                  <a:pt x="1932064" y="81438"/>
                </a:cubicBezTo>
                <a:cubicBezTo>
                  <a:pt x="1929330" y="84058"/>
                  <a:pt x="1926418" y="87353"/>
                  <a:pt x="1923328" y="91322"/>
                </a:cubicBezTo>
                <a:lnTo>
                  <a:pt x="1923328" y="134038"/>
                </a:lnTo>
                <a:cubicBezTo>
                  <a:pt x="1928716" y="140627"/>
                  <a:pt x="1933867" y="145649"/>
                  <a:pt x="1938780" y="149104"/>
                </a:cubicBezTo>
                <a:cubicBezTo>
                  <a:pt x="1943693" y="152556"/>
                  <a:pt x="1948804" y="154282"/>
                  <a:pt x="1954113" y="154282"/>
                </a:cubicBezTo>
                <a:cubicBezTo>
                  <a:pt x="1959026" y="154282"/>
                  <a:pt x="1963226" y="153092"/>
                  <a:pt x="1966712" y="150712"/>
                </a:cubicBezTo>
                <a:cubicBezTo>
                  <a:pt x="1970199" y="148330"/>
                  <a:pt x="1973032" y="145175"/>
                  <a:pt x="1975211" y="141248"/>
                </a:cubicBezTo>
                <a:cubicBezTo>
                  <a:pt x="1977390" y="137320"/>
                  <a:pt x="1978975" y="132916"/>
                  <a:pt x="1979965" y="128036"/>
                </a:cubicBezTo>
                <a:cubicBezTo>
                  <a:pt x="1980956" y="123155"/>
                  <a:pt x="1981451" y="118215"/>
                  <a:pt x="1981451" y="113215"/>
                </a:cubicBezTo>
                <a:close/>
                <a:moveTo>
                  <a:pt x="2112504" y="165930"/>
                </a:moveTo>
                <a:cubicBezTo>
                  <a:pt x="2112504" y="166881"/>
                  <a:pt x="2112187" y="167594"/>
                  <a:pt x="2111553" y="168070"/>
                </a:cubicBezTo>
                <a:cubicBezTo>
                  <a:pt x="2110919" y="168545"/>
                  <a:pt x="2110048" y="168902"/>
                  <a:pt x="2108938" y="169139"/>
                </a:cubicBezTo>
                <a:cubicBezTo>
                  <a:pt x="2107829" y="169377"/>
                  <a:pt x="2106204" y="169496"/>
                  <a:pt x="2104065" y="169496"/>
                </a:cubicBezTo>
                <a:cubicBezTo>
                  <a:pt x="2102005" y="169496"/>
                  <a:pt x="2100360" y="169377"/>
                  <a:pt x="2099132" y="169139"/>
                </a:cubicBezTo>
                <a:cubicBezTo>
                  <a:pt x="2097904" y="168902"/>
                  <a:pt x="2097012" y="168545"/>
                  <a:pt x="2096458" y="168070"/>
                </a:cubicBezTo>
                <a:cubicBezTo>
                  <a:pt x="2095903" y="167594"/>
                  <a:pt x="2095626" y="166881"/>
                  <a:pt x="2095626" y="165930"/>
                </a:cubicBezTo>
                <a:lnTo>
                  <a:pt x="2095626" y="155233"/>
                </a:lnTo>
                <a:cubicBezTo>
                  <a:pt x="2090951" y="160225"/>
                  <a:pt x="2085740" y="164127"/>
                  <a:pt x="2079995" y="166940"/>
                </a:cubicBezTo>
                <a:cubicBezTo>
                  <a:pt x="2074251" y="169753"/>
                  <a:pt x="2068169" y="171160"/>
                  <a:pt x="2061750" y="171160"/>
                </a:cubicBezTo>
                <a:cubicBezTo>
                  <a:pt x="2056124" y="171160"/>
                  <a:pt x="2051033" y="170423"/>
                  <a:pt x="2046477" y="168950"/>
                </a:cubicBezTo>
                <a:cubicBezTo>
                  <a:pt x="2041920" y="167476"/>
                  <a:pt x="2038038" y="165346"/>
                  <a:pt x="2034828" y="162557"/>
                </a:cubicBezTo>
                <a:cubicBezTo>
                  <a:pt x="2031619" y="159769"/>
                  <a:pt x="2029123" y="156344"/>
                  <a:pt x="2027340" y="152283"/>
                </a:cubicBezTo>
                <a:cubicBezTo>
                  <a:pt x="2025557" y="148220"/>
                  <a:pt x="2024666" y="143599"/>
                  <a:pt x="2024666" y="138421"/>
                </a:cubicBezTo>
                <a:cubicBezTo>
                  <a:pt x="2024666" y="132367"/>
                  <a:pt x="2025894" y="127110"/>
                  <a:pt x="2028350" y="122650"/>
                </a:cubicBezTo>
                <a:cubicBezTo>
                  <a:pt x="2030807" y="118190"/>
                  <a:pt x="2034333" y="114487"/>
                  <a:pt x="2038929" y="111540"/>
                </a:cubicBezTo>
                <a:cubicBezTo>
                  <a:pt x="2043525" y="108591"/>
                  <a:pt x="2049151" y="106379"/>
                  <a:pt x="2055807" y="104906"/>
                </a:cubicBezTo>
                <a:cubicBezTo>
                  <a:pt x="2062463" y="103433"/>
                  <a:pt x="2069952" y="102696"/>
                  <a:pt x="2078272" y="102696"/>
                </a:cubicBezTo>
                <a:lnTo>
                  <a:pt x="2093011" y="102696"/>
                </a:lnTo>
                <a:lnTo>
                  <a:pt x="2093011" y="94435"/>
                </a:lnTo>
                <a:cubicBezTo>
                  <a:pt x="2093011" y="90344"/>
                  <a:pt x="2092575" y="86725"/>
                  <a:pt x="2091703" y="83578"/>
                </a:cubicBezTo>
                <a:cubicBezTo>
                  <a:pt x="2090832" y="80431"/>
                  <a:pt x="2089425" y="77814"/>
                  <a:pt x="2087484" y="75729"/>
                </a:cubicBezTo>
                <a:cubicBezTo>
                  <a:pt x="2085542" y="73644"/>
                  <a:pt x="2083026" y="72071"/>
                  <a:pt x="2079936" y="71008"/>
                </a:cubicBezTo>
                <a:cubicBezTo>
                  <a:pt x="2076846" y="69946"/>
                  <a:pt x="2073042" y="69415"/>
                  <a:pt x="2068525" y="69415"/>
                </a:cubicBezTo>
                <a:cubicBezTo>
                  <a:pt x="2063692" y="69415"/>
                  <a:pt x="2059353" y="69983"/>
                  <a:pt x="2055510" y="71120"/>
                </a:cubicBezTo>
                <a:cubicBezTo>
                  <a:pt x="2051667" y="72256"/>
                  <a:pt x="2048299" y="73511"/>
                  <a:pt x="2045407" y="74882"/>
                </a:cubicBezTo>
                <a:cubicBezTo>
                  <a:pt x="2042515" y="76254"/>
                  <a:pt x="2040098" y="77509"/>
                  <a:pt x="2038156" y="78645"/>
                </a:cubicBezTo>
                <a:cubicBezTo>
                  <a:pt x="2036215" y="79782"/>
                  <a:pt x="2034769" y="80350"/>
                  <a:pt x="2033818" y="80350"/>
                </a:cubicBezTo>
                <a:cubicBezTo>
                  <a:pt x="2033184" y="80350"/>
                  <a:pt x="2032629" y="80192"/>
                  <a:pt x="2032154" y="79875"/>
                </a:cubicBezTo>
                <a:cubicBezTo>
                  <a:pt x="2031678" y="79558"/>
                  <a:pt x="2031262" y="79082"/>
                  <a:pt x="2030906" y="78448"/>
                </a:cubicBezTo>
                <a:cubicBezTo>
                  <a:pt x="2030549" y="77814"/>
                  <a:pt x="2030292" y="77002"/>
                  <a:pt x="2030133" y="76012"/>
                </a:cubicBezTo>
                <a:cubicBezTo>
                  <a:pt x="2029975" y="75021"/>
                  <a:pt x="2029896" y="73932"/>
                  <a:pt x="2029896" y="72743"/>
                </a:cubicBezTo>
                <a:cubicBezTo>
                  <a:pt x="2029896" y="70762"/>
                  <a:pt x="2030034" y="69197"/>
                  <a:pt x="2030312" y="68048"/>
                </a:cubicBezTo>
                <a:cubicBezTo>
                  <a:pt x="2030589" y="66899"/>
                  <a:pt x="2031262" y="65809"/>
                  <a:pt x="2032332" y="64779"/>
                </a:cubicBezTo>
                <a:cubicBezTo>
                  <a:pt x="2033402" y="63749"/>
                  <a:pt x="2035244" y="62549"/>
                  <a:pt x="2037859" y="61180"/>
                </a:cubicBezTo>
                <a:cubicBezTo>
                  <a:pt x="2040474" y="59808"/>
                  <a:pt x="2043485" y="58555"/>
                  <a:pt x="2046893" y="57421"/>
                </a:cubicBezTo>
                <a:cubicBezTo>
                  <a:pt x="2050300" y="56287"/>
                  <a:pt x="2054024" y="55348"/>
                  <a:pt x="2058066" y="54606"/>
                </a:cubicBezTo>
                <a:cubicBezTo>
                  <a:pt x="2062107" y="53860"/>
                  <a:pt x="2066188" y="53487"/>
                  <a:pt x="2070308" y="53487"/>
                </a:cubicBezTo>
                <a:cubicBezTo>
                  <a:pt x="2077995" y="53487"/>
                  <a:pt x="2084532" y="54359"/>
                  <a:pt x="2089920" y="56102"/>
                </a:cubicBezTo>
                <a:cubicBezTo>
                  <a:pt x="2095309" y="57846"/>
                  <a:pt x="2099667" y="60401"/>
                  <a:pt x="2102995" y="63769"/>
                </a:cubicBezTo>
                <a:cubicBezTo>
                  <a:pt x="2106323" y="67137"/>
                  <a:pt x="2108740" y="71317"/>
                  <a:pt x="2110246" y="76309"/>
                </a:cubicBezTo>
                <a:cubicBezTo>
                  <a:pt x="2111751" y="81301"/>
                  <a:pt x="2112504" y="87125"/>
                  <a:pt x="2112504" y="93781"/>
                </a:cubicBezTo>
                <a:lnTo>
                  <a:pt x="2112504" y="165930"/>
                </a:lnTo>
                <a:moveTo>
                  <a:pt x="2093011" y="116959"/>
                </a:moveTo>
                <a:lnTo>
                  <a:pt x="2076251" y="116959"/>
                </a:lnTo>
                <a:cubicBezTo>
                  <a:pt x="2070863" y="116959"/>
                  <a:pt x="2066188" y="117416"/>
                  <a:pt x="2062226" y="118330"/>
                </a:cubicBezTo>
                <a:cubicBezTo>
                  <a:pt x="2058264" y="119244"/>
                  <a:pt x="2054975" y="120596"/>
                  <a:pt x="2052360" y="122386"/>
                </a:cubicBezTo>
                <a:cubicBezTo>
                  <a:pt x="2049745" y="124174"/>
                  <a:pt x="2047824" y="126320"/>
                  <a:pt x="2046596" y="128823"/>
                </a:cubicBezTo>
                <a:cubicBezTo>
                  <a:pt x="2045367" y="131327"/>
                  <a:pt x="2044753" y="134208"/>
                  <a:pt x="2044753" y="137467"/>
                </a:cubicBezTo>
                <a:cubicBezTo>
                  <a:pt x="2044753" y="143031"/>
                  <a:pt x="2046516" y="147462"/>
                  <a:pt x="2050042" y="150760"/>
                </a:cubicBezTo>
                <a:cubicBezTo>
                  <a:pt x="2053569" y="154059"/>
                  <a:pt x="2058501" y="155708"/>
                  <a:pt x="2064841" y="155708"/>
                </a:cubicBezTo>
                <a:cubicBezTo>
                  <a:pt x="2069991" y="155708"/>
                  <a:pt x="2074766" y="154397"/>
                  <a:pt x="2079163" y="151774"/>
                </a:cubicBezTo>
                <a:cubicBezTo>
                  <a:pt x="2083561" y="149152"/>
                  <a:pt x="2088177" y="145138"/>
                  <a:pt x="2093011" y="139732"/>
                </a:cubicBezTo>
                <a:lnTo>
                  <a:pt x="2093011" y="116959"/>
                </a:lnTo>
                <a:close/>
                <a:moveTo>
                  <a:pt x="2215826" y="136776"/>
                </a:moveTo>
                <a:cubicBezTo>
                  <a:pt x="2215826" y="142248"/>
                  <a:pt x="2214816" y="147126"/>
                  <a:pt x="2212795" y="151410"/>
                </a:cubicBezTo>
                <a:cubicBezTo>
                  <a:pt x="2210775" y="155692"/>
                  <a:pt x="2207902" y="159301"/>
                  <a:pt x="2204178" y="162238"/>
                </a:cubicBezTo>
                <a:cubicBezTo>
                  <a:pt x="2200453" y="165172"/>
                  <a:pt x="2196016" y="167392"/>
                  <a:pt x="2190865" y="168898"/>
                </a:cubicBezTo>
                <a:cubicBezTo>
                  <a:pt x="2185715" y="170406"/>
                  <a:pt x="2180049" y="171160"/>
                  <a:pt x="2173868" y="171160"/>
                </a:cubicBezTo>
                <a:cubicBezTo>
                  <a:pt x="2170065" y="171160"/>
                  <a:pt x="2166439" y="170866"/>
                  <a:pt x="2162992" y="170280"/>
                </a:cubicBezTo>
                <a:cubicBezTo>
                  <a:pt x="2159545" y="169693"/>
                  <a:pt x="2156455" y="168950"/>
                  <a:pt x="2153721" y="168051"/>
                </a:cubicBezTo>
                <a:cubicBezTo>
                  <a:pt x="2150987" y="167150"/>
                  <a:pt x="2148670" y="166210"/>
                  <a:pt x="2146768" y="165232"/>
                </a:cubicBezTo>
                <a:cubicBezTo>
                  <a:pt x="2144866" y="164251"/>
                  <a:pt x="2143479" y="163370"/>
                  <a:pt x="2142608" y="162587"/>
                </a:cubicBezTo>
                <a:cubicBezTo>
                  <a:pt x="2141736" y="161805"/>
                  <a:pt x="2141102" y="160695"/>
                  <a:pt x="2140706" y="159259"/>
                </a:cubicBezTo>
                <a:cubicBezTo>
                  <a:pt x="2140310" y="157820"/>
                  <a:pt x="2140112" y="155864"/>
                  <a:pt x="2140112" y="153390"/>
                </a:cubicBezTo>
                <a:cubicBezTo>
                  <a:pt x="2140112" y="151875"/>
                  <a:pt x="2140191" y="150598"/>
                  <a:pt x="2140349" y="149561"/>
                </a:cubicBezTo>
                <a:cubicBezTo>
                  <a:pt x="2140508" y="148521"/>
                  <a:pt x="2140706" y="147682"/>
                  <a:pt x="2140944" y="147046"/>
                </a:cubicBezTo>
                <a:cubicBezTo>
                  <a:pt x="2141181" y="146407"/>
                  <a:pt x="2141518" y="145948"/>
                  <a:pt x="2141954" y="145668"/>
                </a:cubicBezTo>
                <a:cubicBezTo>
                  <a:pt x="2142390" y="145388"/>
                  <a:pt x="2142885" y="145248"/>
                  <a:pt x="2143440" y="145248"/>
                </a:cubicBezTo>
                <a:cubicBezTo>
                  <a:pt x="2144311" y="145248"/>
                  <a:pt x="2145599" y="145783"/>
                  <a:pt x="2147303" y="146853"/>
                </a:cubicBezTo>
                <a:cubicBezTo>
                  <a:pt x="2149006" y="147923"/>
                  <a:pt x="2151106" y="149091"/>
                  <a:pt x="2153602" y="150359"/>
                </a:cubicBezTo>
                <a:cubicBezTo>
                  <a:pt x="2156098" y="151627"/>
                  <a:pt x="2159050" y="152796"/>
                  <a:pt x="2162458" y="153866"/>
                </a:cubicBezTo>
                <a:cubicBezTo>
                  <a:pt x="2165865" y="154935"/>
                  <a:pt x="2169787" y="155470"/>
                  <a:pt x="2174225" y="155470"/>
                </a:cubicBezTo>
                <a:cubicBezTo>
                  <a:pt x="2177553" y="155470"/>
                  <a:pt x="2180564" y="155114"/>
                  <a:pt x="2183258" y="154401"/>
                </a:cubicBezTo>
                <a:cubicBezTo>
                  <a:pt x="2185952" y="153685"/>
                  <a:pt x="2188290" y="152632"/>
                  <a:pt x="2190271" y="151243"/>
                </a:cubicBezTo>
                <a:cubicBezTo>
                  <a:pt x="2192252" y="149854"/>
                  <a:pt x="2193777" y="148087"/>
                  <a:pt x="2194847" y="145943"/>
                </a:cubicBezTo>
                <a:cubicBezTo>
                  <a:pt x="2195917" y="143798"/>
                  <a:pt x="2196452" y="141258"/>
                  <a:pt x="2196452" y="138321"/>
                </a:cubicBezTo>
                <a:cubicBezTo>
                  <a:pt x="2196452" y="135307"/>
                  <a:pt x="2195679" y="132769"/>
                  <a:pt x="2194134" y="130706"/>
                </a:cubicBezTo>
                <a:cubicBezTo>
                  <a:pt x="2192589" y="128644"/>
                  <a:pt x="2190548" y="126820"/>
                  <a:pt x="2188013" y="125235"/>
                </a:cubicBezTo>
                <a:cubicBezTo>
                  <a:pt x="2185477" y="123648"/>
                  <a:pt x="2182624" y="122240"/>
                  <a:pt x="2179455" y="121012"/>
                </a:cubicBezTo>
                <a:cubicBezTo>
                  <a:pt x="2176285" y="119781"/>
                  <a:pt x="2173016" y="118492"/>
                  <a:pt x="2169649" y="117145"/>
                </a:cubicBezTo>
                <a:cubicBezTo>
                  <a:pt x="2166281" y="115795"/>
                  <a:pt x="2162992" y="114268"/>
                  <a:pt x="2159783" y="112561"/>
                </a:cubicBezTo>
                <a:cubicBezTo>
                  <a:pt x="2156574" y="110855"/>
                  <a:pt x="2153701" y="108773"/>
                  <a:pt x="2151166" y="106314"/>
                </a:cubicBezTo>
                <a:cubicBezTo>
                  <a:pt x="2148630" y="103855"/>
                  <a:pt x="2146590" y="100920"/>
                  <a:pt x="2145044" y="97511"/>
                </a:cubicBezTo>
                <a:cubicBezTo>
                  <a:pt x="2143499" y="94101"/>
                  <a:pt x="2142727" y="90016"/>
                  <a:pt x="2142727" y="85257"/>
                </a:cubicBezTo>
                <a:cubicBezTo>
                  <a:pt x="2142727" y="81052"/>
                  <a:pt x="2143539" y="77027"/>
                  <a:pt x="2145163" y="73181"/>
                </a:cubicBezTo>
                <a:cubicBezTo>
                  <a:pt x="2146788" y="69333"/>
                  <a:pt x="2149224" y="65962"/>
                  <a:pt x="2152473" y="63067"/>
                </a:cubicBezTo>
                <a:cubicBezTo>
                  <a:pt x="2155722" y="60170"/>
                  <a:pt x="2159783" y="57849"/>
                  <a:pt x="2164656" y="56106"/>
                </a:cubicBezTo>
                <a:cubicBezTo>
                  <a:pt x="2169530" y="54360"/>
                  <a:pt x="2175215" y="53487"/>
                  <a:pt x="2181713" y="53487"/>
                </a:cubicBezTo>
                <a:cubicBezTo>
                  <a:pt x="2184566" y="53487"/>
                  <a:pt x="2187418" y="53729"/>
                  <a:pt x="2190271" y="54212"/>
                </a:cubicBezTo>
                <a:cubicBezTo>
                  <a:pt x="2193124" y="54695"/>
                  <a:pt x="2195699" y="55298"/>
                  <a:pt x="2197997" y="56021"/>
                </a:cubicBezTo>
                <a:cubicBezTo>
                  <a:pt x="2200295" y="56744"/>
                  <a:pt x="2202256" y="57528"/>
                  <a:pt x="2203881" y="58372"/>
                </a:cubicBezTo>
                <a:cubicBezTo>
                  <a:pt x="2205505" y="59216"/>
                  <a:pt x="2206733" y="59960"/>
                  <a:pt x="2207565" y="60604"/>
                </a:cubicBezTo>
                <a:cubicBezTo>
                  <a:pt x="2208397" y="61248"/>
                  <a:pt x="2208952" y="61808"/>
                  <a:pt x="2209229" y="62283"/>
                </a:cubicBezTo>
                <a:cubicBezTo>
                  <a:pt x="2209507" y="62759"/>
                  <a:pt x="2209705" y="63294"/>
                  <a:pt x="2209824" y="63888"/>
                </a:cubicBezTo>
                <a:cubicBezTo>
                  <a:pt x="2209943" y="64482"/>
                  <a:pt x="2210061" y="65215"/>
                  <a:pt x="2210180" y="66087"/>
                </a:cubicBezTo>
                <a:cubicBezTo>
                  <a:pt x="2210299" y="66958"/>
                  <a:pt x="2210359" y="68028"/>
                  <a:pt x="2210359" y="69296"/>
                </a:cubicBezTo>
                <a:cubicBezTo>
                  <a:pt x="2210359" y="70643"/>
                  <a:pt x="2210299" y="71812"/>
                  <a:pt x="2210180" y="72802"/>
                </a:cubicBezTo>
                <a:cubicBezTo>
                  <a:pt x="2210061" y="73793"/>
                  <a:pt x="2209863" y="74605"/>
                  <a:pt x="2209586" y="75239"/>
                </a:cubicBezTo>
                <a:cubicBezTo>
                  <a:pt x="2209309" y="75873"/>
                  <a:pt x="2208972" y="76329"/>
                  <a:pt x="2208576" y="76606"/>
                </a:cubicBezTo>
                <a:cubicBezTo>
                  <a:pt x="2208179" y="76883"/>
                  <a:pt x="2207744" y="77022"/>
                  <a:pt x="2207268" y="77022"/>
                </a:cubicBezTo>
                <a:cubicBezTo>
                  <a:pt x="2206555" y="77022"/>
                  <a:pt x="2205525" y="76580"/>
                  <a:pt x="2204178" y="75696"/>
                </a:cubicBezTo>
                <a:cubicBezTo>
                  <a:pt x="2202831" y="74812"/>
                  <a:pt x="2201087" y="73867"/>
                  <a:pt x="2198948" y="72862"/>
                </a:cubicBezTo>
                <a:cubicBezTo>
                  <a:pt x="2196808" y="71856"/>
                  <a:pt x="2194292" y="70912"/>
                  <a:pt x="2191400" y="70028"/>
                </a:cubicBezTo>
                <a:cubicBezTo>
                  <a:pt x="2188508" y="69144"/>
                  <a:pt x="2185200" y="68702"/>
                  <a:pt x="2181475" y="68702"/>
                </a:cubicBezTo>
                <a:cubicBezTo>
                  <a:pt x="2178147" y="68702"/>
                  <a:pt x="2175215" y="69079"/>
                  <a:pt x="2172680" y="69835"/>
                </a:cubicBezTo>
                <a:cubicBezTo>
                  <a:pt x="2170144" y="70587"/>
                  <a:pt x="2168064" y="71658"/>
                  <a:pt x="2166439" y="73048"/>
                </a:cubicBezTo>
                <a:cubicBezTo>
                  <a:pt x="2164815" y="74437"/>
                  <a:pt x="2163587" y="76085"/>
                  <a:pt x="2162755" y="77991"/>
                </a:cubicBezTo>
                <a:cubicBezTo>
                  <a:pt x="2161923" y="79896"/>
                  <a:pt x="2161507" y="81960"/>
                  <a:pt x="2161507" y="84183"/>
                </a:cubicBezTo>
                <a:cubicBezTo>
                  <a:pt x="2161507" y="87276"/>
                  <a:pt x="2162299" y="89874"/>
                  <a:pt x="2163884" y="91976"/>
                </a:cubicBezTo>
                <a:cubicBezTo>
                  <a:pt x="2165469" y="94079"/>
                  <a:pt x="2167529" y="95923"/>
                  <a:pt x="2170065" y="97511"/>
                </a:cubicBezTo>
                <a:cubicBezTo>
                  <a:pt x="2172600" y="99095"/>
                  <a:pt x="2175493" y="100523"/>
                  <a:pt x="2178741" y="101793"/>
                </a:cubicBezTo>
                <a:cubicBezTo>
                  <a:pt x="2181990" y="103061"/>
                  <a:pt x="2185299" y="104370"/>
                  <a:pt x="2188666" y="105719"/>
                </a:cubicBezTo>
                <a:cubicBezTo>
                  <a:pt x="2192034" y="107067"/>
                  <a:pt x="2195362" y="108573"/>
                  <a:pt x="2198651" y="110240"/>
                </a:cubicBezTo>
                <a:cubicBezTo>
                  <a:pt x="2201939" y="111906"/>
                  <a:pt x="2204851" y="113930"/>
                  <a:pt x="2207387" y="116309"/>
                </a:cubicBezTo>
                <a:cubicBezTo>
                  <a:pt x="2209923" y="118689"/>
                  <a:pt x="2211963" y="121545"/>
                  <a:pt x="2213508" y="124878"/>
                </a:cubicBezTo>
                <a:cubicBezTo>
                  <a:pt x="2215054" y="128209"/>
                  <a:pt x="2215826" y="132175"/>
                  <a:pt x="2215826" y="136776"/>
                </a:cubicBezTo>
                <a:close/>
                <a:moveTo>
                  <a:pt x="2335342" y="107688"/>
                </a:moveTo>
                <a:cubicBezTo>
                  <a:pt x="2335342" y="110779"/>
                  <a:pt x="2334570" y="112977"/>
                  <a:pt x="2333024" y="114285"/>
                </a:cubicBezTo>
                <a:cubicBezTo>
                  <a:pt x="2331479" y="115592"/>
                  <a:pt x="2329716" y="116246"/>
                  <a:pt x="2327735" y="116246"/>
                </a:cubicBezTo>
                <a:lnTo>
                  <a:pt x="2257607" y="116246"/>
                </a:lnTo>
                <a:cubicBezTo>
                  <a:pt x="2257607" y="122206"/>
                  <a:pt x="2258201" y="127571"/>
                  <a:pt x="2259390" y="132341"/>
                </a:cubicBezTo>
                <a:cubicBezTo>
                  <a:pt x="2260579" y="137110"/>
                  <a:pt x="2262560" y="141203"/>
                  <a:pt x="2265333" y="144620"/>
                </a:cubicBezTo>
                <a:cubicBezTo>
                  <a:pt x="2268106" y="148038"/>
                  <a:pt x="2271712" y="150661"/>
                  <a:pt x="2276149" y="152491"/>
                </a:cubicBezTo>
                <a:cubicBezTo>
                  <a:pt x="2280587" y="154319"/>
                  <a:pt x="2286015" y="155233"/>
                  <a:pt x="2292433" y="155233"/>
                </a:cubicBezTo>
                <a:cubicBezTo>
                  <a:pt x="2297505" y="155233"/>
                  <a:pt x="2302022" y="154817"/>
                  <a:pt x="2305984" y="153984"/>
                </a:cubicBezTo>
                <a:cubicBezTo>
                  <a:pt x="2309946" y="153152"/>
                  <a:pt x="2313373" y="152221"/>
                  <a:pt x="2316265" y="151191"/>
                </a:cubicBezTo>
                <a:cubicBezTo>
                  <a:pt x="2319157" y="150161"/>
                  <a:pt x="2321535" y="149230"/>
                  <a:pt x="2323397" y="148398"/>
                </a:cubicBezTo>
                <a:cubicBezTo>
                  <a:pt x="2325259" y="147566"/>
                  <a:pt x="2326665" y="147150"/>
                  <a:pt x="2327616" y="147150"/>
                </a:cubicBezTo>
                <a:cubicBezTo>
                  <a:pt x="2328171" y="147150"/>
                  <a:pt x="2328666" y="147289"/>
                  <a:pt x="2329102" y="147566"/>
                </a:cubicBezTo>
                <a:cubicBezTo>
                  <a:pt x="2329538" y="147843"/>
                  <a:pt x="2329875" y="148259"/>
                  <a:pt x="2330112" y="148814"/>
                </a:cubicBezTo>
                <a:cubicBezTo>
                  <a:pt x="2330350" y="149369"/>
                  <a:pt x="2330528" y="150141"/>
                  <a:pt x="2330647" y="151132"/>
                </a:cubicBezTo>
                <a:cubicBezTo>
                  <a:pt x="2330766" y="152122"/>
                  <a:pt x="2330825" y="153331"/>
                  <a:pt x="2330825" y="154757"/>
                </a:cubicBezTo>
                <a:cubicBezTo>
                  <a:pt x="2330825" y="155787"/>
                  <a:pt x="2330786" y="156679"/>
                  <a:pt x="2330707" y="157431"/>
                </a:cubicBezTo>
                <a:cubicBezTo>
                  <a:pt x="2330627" y="158184"/>
                  <a:pt x="2330528" y="158858"/>
                  <a:pt x="2330409" y="159452"/>
                </a:cubicBezTo>
                <a:cubicBezTo>
                  <a:pt x="2330291" y="160046"/>
                  <a:pt x="2330093" y="160581"/>
                  <a:pt x="2329815" y="161057"/>
                </a:cubicBezTo>
                <a:cubicBezTo>
                  <a:pt x="2329538" y="161532"/>
                  <a:pt x="2329181" y="161988"/>
                  <a:pt x="2328745" y="162424"/>
                </a:cubicBezTo>
                <a:cubicBezTo>
                  <a:pt x="2328310" y="162859"/>
                  <a:pt x="2327022" y="163573"/>
                  <a:pt x="2324882" y="164563"/>
                </a:cubicBezTo>
                <a:cubicBezTo>
                  <a:pt x="2322743" y="165554"/>
                  <a:pt x="2319970" y="166524"/>
                  <a:pt x="2316562" y="167475"/>
                </a:cubicBezTo>
                <a:cubicBezTo>
                  <a:pt x="2313155" y="168426"/>
                  <a:pt x="2309213" y="169278"/>
                  <a:pt x="2304735" y="170031"/>
                </a:cubicBezTo>
                <a:cubicBezTo>
                  <a:pt x="2300258" y="170784"/>
                  <a:pt x="2295484" y="171160"/>
                  <a:pt x="2290413" y="171160"/>
                </a:cubicBezTo>
                <a:cubicBezTo>
                  <a:pt x="2281617" y="171160"/>
                  <a:pt x="2273911" y="169930"/>
                  <a:pt x="2267294" y="167472"/>
                </a:cubicBezTo>
                <a:cubicBezTo>
                  <a:pt x="2260678" y="165013"/>
                  <a:pt x="2255111" y="161364"/>
                  <a:pt x="2250594" y="156525"/>
                </a:cubicBezTo>
                <a:cubicBezTo>
                  <a:pt x="2246078" y="151687"/>
                  <a:pt x="2242670" y="145618"/>
                  <a:pt x="2240372" y="138321"/>
                </a:cubicBezTo>
                <a:cubicBezTo>
                  <a:pt x="2238074" y="131023"/>
                  <a:pt x="2236925" y="122536"/>
                  <a:pt x="2236925" y="112859"/>
                </a:cubicBezTo>
                <a:cubicBezTo>
                  <a:pt x="2236925" y="103657"/>
                  <a:pt x="2238114" y="95387"/>
                  <a:pt x="2240491" y="88050"/>
                </a:cubicBezTo>
                <a:cubicBezTo>
                  <a:pt x="2242868" y="80713"/>
                  <a:pt x="2246295" y="74486"/>
                  <a:pt x="2250773" y="69370"/>
                </a:cubicBezTo>
                <a:cubicBezTo>
                  <a:pt x="2255250" y="64254"/>
                  <a:pt x="2260658" y="60328"/>
                  <a:pt x="2266997" y="57592"/>
                </a:cubicBezTo>
                <a:cubicBezTo>
                  <a:pt x="2273336" y="54856"/>
                  <a:pt x="2280428" y="53487"/>
                  <a:pt x="2288273" y="53487"/>
                </a:cubicBezTo>
                <a:cubicBezTo>
                  <a:pt x="2296673" y="53487"/>
                  <a:pt x="2303824" y="54835"/>
                  <a:pt x="2309728" y="57529"/>
                </a:cubicBezTo>
                <a:cubicBezTo>
                  <a:pt x="2315631" y="60223"/>
                  <a:pt x="2320485" y="63848"/>
                  <a:pt x="2324288" y="68405"/>
                </a:cubicBezTo>
                <a:cubicBezTo>
                  <a:pt x="2328092" y="72961"/>
                  <a:pt x="2330885" y="78310"/>
                  <a:pt x="2332668" y="84451"/>
                </a:cubicBezTo>
                <a:cubicBezTo>
                  <a:pt x="2334451" y="90592"/>
                  <a:pt x="2335342" y="97149"/>
                  <a:pt x="2335342" y="104122"/>
                </a:cubicBezTo>
                <a:lnTo>
                  <a:pt x="2335342" y="107688"/>
                </a:lnTo>
                <a:moveTo>
                  <a:pt x="2315611" y="101745"/>
                </a:moveTo>
                <a:cubicBezTo>
                  <a:pt x="2315849" y="91518"/>
                  <a:pt x="2313571" y="83494"/>
                  <a:pt x="2308777" y="77672"/>
                </a:cubicBezTo>
                <a:cubicBezTo>
                  <a:pt x="2303983" y="71850"/>
                  <a:pt x="2296871" y="68939"/>
                  <a:pt x="2287441" y="68939"/>
                </a:cubicBezTo>
                <a:cubicBezTo>
                  <a:pt x="2282608" y="68939"/>
                  <a:pt x="2278368" y="69844"/>
                  <a:pt x="2274723" y="71655"/>
                </a:cubicBezTo>
                <a:cubicBezTo>
                  <a:pt x="2271078" y="73462"/>
                  <a:pt x="2268027" y="75862"/>
                  <a:pt x="2265571" y="78853"/>
                </a:cubicBezTo>
                <a:cubicBezTo>
                  <a:pt x="2263114" y="81842"/>
                  <a:pt x="2261213" y="85324"/>
                  <a:pt x="2259865" y="89298"/>
                </a:cubicBezTo>
                <a:cubicBezTo>
                  <a:pt x="2258518" y="93270"/>
                  <a:pt x="2257766" y="97419"/>
                  <a:pt x="2257607" y="101745"/>
                </a:cubicBezTo>
                <a:lnTo>
                  <a:pt x="2315611" y="101745"/>
                </a:lnTo>
                <a:close/>
                <a:moveTo>
                  <a:pt x="2457031" y="165807"/>
                </a:moveTo>
                <a:cubicBezTo>
                  <a:pt x="2457031" y="166441"/>
                  <a:pt x="2456892" y="166997"/>
                  <a:pt x="2456615" y="167475"/>
                </a:cubicBezTo>
                <a:cubicBezTo>
                  <a:pt x="2456338" y="167951"/>
                  <a:pt x="2455862" y="168327"/>
                  <a:pt x="2455189" y="168604"/>
                </a:cubicBezTo>
                <a:cubicBezTo>
                  <a:pt x="2454515" y="168882"/>
                  <a:pt x="2453624" y="169100"/>
                  <a:pt x="2452514" y="169258"/>
                </a:cubicBezTo>
                <a:cubicBezTo>
                  <a:pt x="2451405" y="169417"/>
                  <a:pt x="2450058" y="169496"/>
                  <a:pt x="2448473" y="169496"/>
                </a:cubicBezTo>
                <a:cubicBezTo>
                  <a:pt x="2446809" y="169496"/>
                  <a:pt x="2445422" y="169417"/>
                  <a:pt x="2444313" y="169258"/>
                </a:cubicBezTo>
                <a:cubicBezTo>
                  <a:pt x="2443203" y="169102"/>
                  <a:pt x="2442292" y="168887"/>
                  <a:pt x="2441579" y="168612"/>
                </a:cubicBezTo>
                <a:cubicBezTo>
                  <a:pt x="2440866" y="168334"/>
                  <a:pt x="2440351" y="167959"/>
                  <a:pt x="2440034" y="167486"/>
                </a:cubicBezTo>
                <a:cubicBezTo>
                  <a:pt x="2439717" y="167013"/>
                  <a:pt x="2439558" y="166462"/>
                  <a:pt x="2439558" y="165833"/>
                </a:cubicBezTo>
                <a:lnTo>
                  <a:pt x="2439558" y="151767"/>
                </a:lnTo>
                <a:cubicBezTo>
                  <a:pt x="2433932" y="157873"/>
                  <a:pt x="2428088" y="162633"/>
                  <a:pt x="2422026" y="166045"/>
                </a:cubicBezTo>
                <a:cubicBezTo>
                  <a:pt x="2415964" y="169455"/>
                  <a:pt x="2409328" y="171160"/>
                  <a:pt x="2402117" y="171160"/>
                </a:cubicBezTo>
                <a:cubicBezTo>
                  <a:pt x="2394272" y="171160"/>
                  <a:pt x="2387576" y="169633"/>
                  <a:pt x="2382030" y="166580"/>
                </a:cubicBezTo>
                <a:cubicBezTo>
                  <a:pt x="2376483" y="163527"/>
                  <a:pt x="2371986" y="159403"/>
                  <a:pt x="2368539" y="154207"/>
                </a:cubicBezTo>
                <a:cubicBezTo>
                  <a:pt x="2365092" y="149010"/>
                  <a:pt x="2362576" y="142902"/>
                  <a:pt x="2360991" y="135884"/>
                </a:cubicBezTo>
                <a:cubicBezTo>
                  <a:pt x="2359406" y="128864"/>
                  <a:pt x="2358614" y="121466"/>
                  <a:pt x="2358614" y="113691"/>
                </a:cubicBezTo>
                <a:cubicBezTo>
                  <a:pt x="2358614" y="104491"/>
                  <a:pt x="2359604" y="96183"/>
                  <a:pt x="2361585" y="88767"/>
                </a:cubicBezTo>
                <a:cubicBezTo>
                  <a:pt x="2363566" y="81350"/>
                  <a:pt x="2366498" y="75025"/>
                  <a:pt x="2370381" y="69790"/>
                </a:cubicBezTo>
                <a:cubicBezTo>
                  <a:pt x="2374264" y="64553"/>
                  <a:pt x="2379078" y="60526"/>
                  <a:pt x="2384823" y="57711"/>
                </a:cubicBezTo>
                <a:cubicBezTo>
                  <a:pt x="2390568" y="54895"/>
                  <a:pt x="2397204" y="53487"/>
                  <a:pt x="2404732" y="53487"/>
                </a:cubicBezTo>
                <a:cubicBezTo>
                  <a:pt x="2410992" y="53487"/>
                  <a:pt x="2416717" y="54856"/>
                  <a:pt x="2421907" y="57592"/>
                </a:cubicBezTo>
                <a:cubicBezTo>
                  <a:pt x="2427098" y="60328"/>
                  <a:pt x="2432229" y="64353"/>
                  <a:pt x="2437300" y="69667"/>
                </a:cubicBezTo>
                <a:lnTo>
                  <a:pt x="2437300" y="7377"/>
                </a:lnTo>
                <a:cubicBezTo>
                  <a:pt x="2437300" y="6822"/>
                  <a:pt x="2437439" y="6287"/>
                  <a:pt x="2437716" y="5772"/>
                </a:cubicBezTo>
                <a:cubicBezTo>
                  <a:pt x="2437993" y="5255"/>
                  <a:pt x="2438528" y="4857"/>
                  <a:pt x="2439321" y="4580"/>
                </a:cubicBezTo>
                <a:cubicBezTo>
                  <a:pt x="2440113" y="4300"/>
                  <a:pt x="2441123" y="4061"/>
                  <a:pt x="2442352" y="3863"/>
                </a:cubicBezTo>
                <a:cubicBezTo>
                  <a:pt x="2443580" y="3665"/>
                  <a:pt x="2445145" y="3566"/>
                  <a:pt x="2447047" y="3566"/>
                </a:cubicBezTo>
                <a:cubicBezTo>
                  <a:pt x="2449028" y="3566"/>
                  <a:pt x="2450652" y="3665"/>
                  <a:pt x="2451920" y="3863"/>
                </a:cubicBezTo>
                <a:cubicBezTo>
                  <a:pt x="2453188" y="4061"/>
                  <a:pt x="2454178" y="4299"/>
                  <a:pt x="2454891" y="4576"/>
                </a:cubicBezTo>
                <a:cubicBezTo>
                  <a:pt x="2455605" y="4854"/>
                  <a:pt x="2456139" y="5251"/>
                  <a:pt x="2456496" y="5768"/>
                </a:cubicBezTo>
                <a:cubicBezTo>
                  <a:pt x="2456853" y="6284"/>
                  <a:pt x="2457031" y="6818"/>
                  <a:pt x="2457031" y="7373"/>
                </a:cubicBezTo>
                <a:lnTo>
                  <a:pt x="2457031" y="165807"/>
                </a:lnTo>
                <a:moveTo>
                  <a:pt x="2437300" y="90609"/>
                </a:moveTo>
                <a:cubicBezTo>
                  <a:pt x="2431991" y="84020"/>
                  <a:pt x="2426860" y="78999"/>
                  <a:pt x="2421907" y="75547"/>
                </a:cubicBezTo>
                <a:cubicBezTo>
                  <a:pt x="2416955" y="72093"/>
                  <a:pt x="2411784" y="70366"/>
                  <a:pt x="2406396" y="70366"/>
                </a:cubicBezTo>
                <a:cubicBezTo>
                  <a:pt x="2401404" y="70366"/>
                  <a:pt x="2397165" y="71554"/>
                  <a:pt x="2393678" y="73932"/>
                </a:cubicBezTo>
                <a:cubicBezTo>
                  <a:pt x="2390191" y="76309"/>
                  <a:pt x="2387358" y="79439"/>
                  <a:pt x="2385179" y="83322"/>
                </a:cubicBezTo>
                <a:cubicBezTo>
                  <a:pt x="2383000" y="87204"/>
                  <a:pt x="2381415" y="91602"/>
                  <a:pt x="2380425" y="96515"/>
                </a:cubicBezTo>
                <a:cubicBezTo>
                  <a:pt x="2379434" y="101428"/>
                  <a:pt x="2378939" y="106420"/>
                  <a:pt x="2378939" y="111492"/>
                </a:cubicBezTo>
                <a:cubicBezTo>
                  <a:pt x="2378939" y="116880"/>
                  <a:pt x="2379355" y="122150"/>
                  <a:pt x="2380187" y="127300"/>
                </a:cubicBezTo>
                <a:cubicBezTo>
                  <a:pt x="2381019" y="132451"/>
                  <a:pt x="2382465" y="137027"/>
                  <a:pt x="2384526" y="141029"/>
                </a:cubicBezTo>
                <a:cubicBezTo>
                  <a:pt x="2386586" y="145030"/>
                  <a:pt x="2389320" y="148240"/>
                  <a:pt x="2392727" y="150656"/>
                </a:cubicBezTo>
                <a:cubicBezTo>
                  <a:pt x="2396134" y="153073"/>
                  <a:pt x="2400413" y="154282"/>
                  <a:pt x="2405564" y="154282"/>
                </a:cubicBezTo>
                <a:cubicBezTo>
                  <a:pt x="2408179" y="154282"/>
                  <a:pt x="2410695" y="153926"/>
                  <a:pt x="2413112" y="153216"/>
                </a:cubicBezTo>
                <a:cubicBezTo>
                  <a:pt x="2415529" y="152505"/>
                  <a:pt x="2418005" y="151321"/>
                  <a:pt x="2420541" y="149665"/>
                </a:cubicBezTo>
                <a:cubicBezTo>
                  <a:pt x="2423076" y="148006"/>
                  <a:pt x="2425731" y="145855"/>
                  <a:pt x="2428504" y="143213"/>
                </a:cubicBezTo>
                <a:cubicBezTo>
                  <a:pt x="2431278" y="140568"/>
                  <a:pt x="2434210" y="137312"/>
                  <a:pt x="2437300" y="133444"/>
                </a:cubicBezTo>
                <a:lnTo>
                  <a:pt x="2437300" y="90609"/>
                </a:lnTo>
                <a:close/>
                <a:moveTo>
                  <a:pt x="2718028" y="165692"/>
                </a:moveTo>
                <a:cubicBezTo>
                  <a:pt x="2718028" y="166326"/>
                  <a:pt x="2717869" y="166881"/>
                  <a:pt x="2717552" y="167356"/>
                </a:cubicBezTo>
                <a:cubicBezTo>
                  <a:pt x="2717235" y="167832"/>
                  <a:pt x="2716681" y="168208"/>
                  <a:pt x="2715888" y="168486"/>
                </a:cubicBezTo>
                <a:cubicBezTo>
                  <a:pt x="2715096" y="168763"/>
                  <a:pt x="2714086" y="169001"/>
                  <a:pt x="2712857" y="169199"/>
                </a:cubicBezTo>
                <a:cubicBezTo>
                  <a:pt x="2711629" y="169397"/>
                  <a:pt x="2710024" y="169496"/>
                  <a:pt x="2708043" y="169496"/>
                </a:cubicBezTo>
                <a:cubicBezTo>
                  <a:pt x="2706221" y="169496"/>
                  <a:pt x="2704656" y="169397"/>
                  <a:pt x="2703348" y="169199"/>
                </a:cubicBezTo>
                <a:cubicBezTo>
                  <a:pt x="2702041" y="169001"/>
                  <a:pt x="2701011" y="168763"/>
                  <a:pt x="2700258" y="168486"/>
                </a:cubicBezTo>
                <a:cubicBezTo>
                  <a:pt x="2699505" y="168208"/>
                  <a:pt x="2698970" y="167832"/>
                  <a:pt x="2698653" y="167356"/>
                </a:cubicBezTo>
                <a:cubicBezTo>
                  <a:pt x="2698336" y="166881"/>
                  <a:pt x="2698178" y="166326"/>
                  <a:pt x="2698178" y="165692"/>
                </a:cubicBezTo>
                <a:lnTo>
                  <a:pt x="2698178" y="31736"/>
                </a:lnTo>
                <a:lnTo>
                  <a:pt x="2697940" y="31736"/>
                </a:lnTo>
                <a:lnTo>
                  <a:pt x="2643145" y="166287"/>
                </a:lnTo>
                <a:cubicBezTo>
                  <a:pt x="2642908" y="166841"/>
                  <a:pt x="2642571" y="167317"/>
                  <a:pt x="2642135" y="167713"/>
                </a:cubicBezTo>
                <a:cubicBezTo>
                  <a:pt x="2641699" y="168109"/>
                  <a:pt x="2641065" y="168446"/>
                  <a:pt x="2640233" y="168723"/>
                </a:cubicBezTo>
                <a:cubicBezTo>
                  <a:pt x="2639401" y="169001"/>
                  <a:pt x="2638411" y="169199"/>
                  <a:pt x="2637262" y="169318"/>
                </a:cubicBezTo>
                <a:cubicBezTo>
                  <a:pt x="2636113" y="169436"/>
                  <a:pt x="2634746" y="169496"/>
                  <a:pt x="2633161" y="169496"/>
                </a:cubicBezTo>
                <a:cubicBezTo>
                  <a:pt x="2631497" y="169496"/>
                  <a:pt x="2630071" y="169417"/>
                  <a:pt x="2628882" y="169258"/>
                </a:cubicBezTo>
                <a:cubicBezTo>
                  <a:pt x="2627693" y="169100"/>
                  <a:pt x="2626703" y="168882"/>
                  <a:pt x="2625910" y="168604"/>
                </a:cubicBezTo>
                <a:cubicBezTo>
                  <a:pt x="2625118" y="168327"/>
                  <a:pt x="2624504" y="167990"/>
                  <a:pt x="2624068" y="167594"/>
                </a:cubicBezTo>
                <a:cubicBezTo>
                  <a:pt x="2623632" y="167198"/>
                  <a:pt x="2623335" y="166762"/>
                  <a:pt x="2623177" y="166287"/>
                </a:cubicBezTo>
                <a:lnTo>
                  <a:pt x="2570759" y="31736"/>
                </a:lnTo>
                <a:lnTo>
                  <a:pt x="2570640" y="31736"/>
                </a:lnTo>
                <a:lnTo>
                  <a:pt x="2570640" y="165692"/>
                </a:lnTo>
                <a:cubicBezTo>
                  <a:pt x="2570640" y="166326"/>
                  <a:pt x="2570482" y="166881"/>
                  <a:pt x="2570165" y="167356"/>
                </a:cubicBezTo>
                <a:cubicBezTo>
                  <a:pt x="2569848" y="167832"/>
                  <a:pt x="2569293" y="168208"/>
                  <a:pt x="2568501" y="168486"/>
                </a:cubicBezTo>
                <a:cubicBezTo>
                  <a:pt x="2567708" y="168763"/>
                  <a:pt x="2566678" y="169001"/>
                  <a:pt x="2565410" y="169199"/>
                </a:cubicBezTo>
                <a:cubicBezTo>
                  <a:pt x="2564142" y="169397"/>
                  <a:pt x="2562518" y="169496"/>
                  <a:pt x="2560537" y="169496"/>
                </a:cubicBezTo>
                <a:cubicBezTo>
                  <a:pt x="2558635" y="169496"/>
                  <a:pt x="2557050" y="169397"/>
                  <a:pt x="2555782" y="169199"/>
                </a:cubicBezTo>
                <a:cubicBezTo>
                  <a:pt x="2554515" y="169001"/>
                  <a:pt x="2553504" y="168763"/>
                  <a:pt x="2552751" y="168486"/>
                </a:cubicBezTo>
                <a:cubicBezTo>
                  <a:pt x="2551999" y="168208"/>
                  <a:pt x="2551484" y="167832"/>
                  <a:pt x="2551206" y="167356"/>
                </a:cubicBezTo>
                <a:cubicBezTo>
                  <a:pt x="2550929" y="166881"/>
                  <a:pt x="2550790" y="166326"/>
                  <a:pt x="2550790" y="165692"/>
                </a:cubicBezTo>
                <a:lnTo>
                  <a:pt x="2550790" y="24248"/>
                </a:lnTo>
                <a:cubicBezTo>
                  <a:pt x="2550790" y="20920"/>
                  <a:pt x="2551662" y="18542"/>
                  <a:pt x="2553405" y="17116"/>
                </a:cubicBezTo>
                <a:cubicBezTo>
                  <a:pt x="2555148" y="15690"/>
                  <a:pt x="2557090" y="14976"/>
                  <a:pt x="2559229" y="14976"/>
                </a:cubicBezTo>
                <a:lnTo>
                  <a:pt x="2571591" y="14976"/>
                </a:lnTo>
                <a:cubicBezTo>
                  <a:pt x="2574127" y="14976"/>
                  <a:pt x="2576345" y="15214"/>
                  <a:pt x="2578247" y="15690"/>
                </a:cubicBezTo>
                <a:cubicBezTo>
                  <a:pt x="2580149" y="16165"/>
                  <a:pt x="2581813" y="16918"/>
                  <a:pt x="2583239" y="17948"/>
                </a:cubicBezTo>
                <a:cubicBezTo>
                  <a:pt x="2584666" y="18978"/>
                  <a:pt x="2585854" y="20286"/>
                  <a:pt x="2586805" y="21870"/>
                </a:cubicBezTo>
                <a:cubicBezTo>
                  <a:pt x="2587756" y="23455"/>
                  <a:pt x="2588588" y="25317"/>
                  <a:pt x="2589301" y="27457"/>
                </a:cubicBezTo>
                <a:lnTo>
                  <a:pt x="2633874" y="138830"/>
                </a:lnTo>
                <a:lnTo>
                  <a:pt x="2634468" y="138830"/>
                </a:lnTo>
                <a:lnTo>
                  <a:pt x="2680824" y="27813"/>
                </a:lnTo>
                <a:cubicBezTo>
                  <a:pt x="2681696" y="25436"/>
                  <a:pt x="2682647" y="23416"/>
                  <a:pt x="2683677" y="21752"/>
                </a:cubicBezTo>
                <a:cubicBezTo>
                  <a:pt x="2684707" y="20088"/>
                  <a:pt x="2685836" y="18760"/>
                  <a:pt x="2687064" y="17770"/>
                </a:cubicBezTo>
                <a:cubicBezTo>
                  <a:pt x="2688293" y="16779"/>
                  <a:pt x="2689660" y="16066"/>
                  <a:pt x="2691165" y="15630"/>
                </a:cubicBezTo>
                <a:cubicBezTo>
                  <a:pt x="2692671" y="15194"/>
                  <a:pt x="2694414" y="14976"/>
                  <a:pt x="2696395" y="14976"/>
                </a:cubicBezTo>
                <a:lnTo>
                  <a:pt x="2709351" y="14976"/>
                </a:lnTo>
                <a:cubicBezTo>
                  <a:pt x="2710540" y="14976"/>
                  <a:pt x="2711669" y="15155"/>
                  <a:pt x="2712738" y="15511"/>
                </a:cubicBezTo>
                <a:cubicBezTo>
                  <a:pt x="2713808" y="15868"/>
                  <a:pt x="2714719" y="16423"/>
                  <a:pt x="2715472" y="17175"/>
                </a:cubicBezTo>
                <a:cubicBezTo>
                  <a:pt x="2716225" y="17928"/>
                  <a:pt x="2716839" y="18879"/>
                  <a:pt x="2717315" y="20028"/>
                </a:cubicBezTo>
                <a:cubicBezTo>
                  <a:pt x="2717790" y="21177"/>
                  <a:pt x="2718028" y="22584"/>
                  <a:pt x="2718028" y="24248"/>
                </a:cubicBezTo>
                <a:lnTo>
                  <a:pt x="2718028" y="165692"/>
                </a:lnTo>
                <a:close/>
                <a:moveTo>
                  <a:pt x="2848906" y="107688"/>
                </a:moveTo>
                <a:cubicBezTo>
                  <a:pt x="2848906" y="110779"/>
                  <a:pt x="2848133" y="112977"/>
                  <a:pt x="2846588" y="114285"/>
                </a:cubicBezTo>
                <a:cubicBezTo>
                  <a:pt x="2845043" y="115592"/>
                  <a:pt x="2843280" y="116246"/>
                  <a:pt x="2841298" y="116246"/>
                </a:cubicBezTo>
                <a:lnTo>
                  <a:pt x="2771170" y="116246"/>
                </a:lnTo>
                <a:cubicBezTo>
                  <a:pt x="2771170" y="122206"/>
                  <a:pt x="2771765" y="127571"/>
                  <a:pt x="2772953" y="132341"/>
                </a:cubicBezTo>
                <a:cubicBezTo>
                  <a:pt x="2774142" y="137110"/>
                  <a:pt x="2776123" y="141203"/>
                  <a:pt x="2778896" y="144620"/>
                </a:cubicBezTo>
                <a:cubicBezTo>
                  <a:pt x="2781670" y="148038"/>
                  <a:pt x="2785275" y="150661"/>
                  <a:pt x="2789713" y="152491"/>
                </a:cubicBezTo>
                <a:cubicBezTo>
                  <a:pt x="2794150" y="154319"/>
                  <a:pt x="2799578" y="155233"/>
                  <a:pt x="2805997" y="155233"/>
                </a:cubicBezTo>
                <a:cubicBezTo>
                  <a:pt x="2811068" y="155233"/>
                  <a:pt x="2815585" y="154817"/>
                  <a:pt x="2819547" y="153984"/>
                </a:cubicBezTo>
                <a:cubicBezTo>
                  <a:pt x="2823509" y="153152"/>
                  <a:pt x="2826936" y="152221"/>
                  <a:pt x="2829828" y="151191"/>
                </a:cubicBezTo>
                <a:cubicBezTo>
                  <a:pt x="2832721" y="150161"/>
                  <a:pt x="2835098" y="149230"/>
                  <a:pt x="2836960" y="148398"/>
                </a:cubicBezTo>
                <a:cubicBezTo>
                  <a:pt x="2838822" y="147566"/>
                  <a:pt x="2840229" y="147150"/>
                  <a:pt x="2841180" y="147150"/>
                </a:cubicBezTo>
                <a:cubicBezTo>
                  <a:pt x="2841734" y="147150"/>
                  <a:pt x="2842230" y="147289"/>
                  <a:pt x="2842665" y="147566"/>
                </a:cubicBezTo>
                <a:cubicBezTo>
                  <a:pt x="2843101" y="147843"/>
                  <a:pt x="2843438" y="148259"/>
                  <a:pt x="2843676" y="148814"/>
                </a:cubicBezTo>
                <a:cubicBezTo>
                  <a:pt x="2843913" y="149369"/>
                  <a:pt x="2844092" y="150141"/>
                  <a:pt x="2844211" y="151132"/>
                </a:cubicBezTo>
                <a:cubicBezTo>
                  <a:pt x="2844329" y="152122"/>
                  <a:pt x="2844389" y="153331"/>
                  <a:pt x="2844389" y="154757"/>
                </a:cubicBezTo>
                <a:cubicBezTo>
                  <a:pt x="2844389" y="155787"/>
                  <a:pt x="2844349" y="156679"/>
                  <a:pt x="2844270" y="157431"/>
                </a:cubicBezTo>
                <a:cubicBezTo>
                  <a:pt x="2844191" y="158184"/>
                  <a:pt x="2844092" y="158858"/>
                  <a:pt x="2843973" y="159452"/>
                </a:cubicBezTo>
                <a:cubicBezTo>
                  <a:pt x="2843854" y="160046"/>
                  <a:pt x="2843656" y="160581"/>
                  <a:pt x="2843379" y="161057"/>
                </a:cubicBezTo>
                <a:cubicBezTo>
                  <a:pt x="2843101" y="161532"/>
                  <a:pt x="2842745" y="161988"/>
                  <a:pt x="2842309" y="162424"/>
                </a:cubicBezTo>
                <a:cubicBezTo>
                  <a:pt x="2841873" y="162859"/>
                  <a:pt x="2840585" y="163573"/>
                  <a:pt x="2838446" y="164563"/>
                </a:cubicBezTo>
                <a:cubicBezTo>
                  <a:pt x="2836306" y="165554"/>
                  <a:pt x="2833533" y="166524"/>
                  <a:pt x="2830126" y="167475"/>
                </a:cubicBezTo>
                <a:cubicBezTo>
                  <a:pt x="2826718" y="168426"/>
                  <a:pt x="2822776" y="169278"/>
                  <a:pt x="2818299" y="170031"/>
                </a:cubicBezTo>
                <a:cubicBezTo>
                  <a:pt x="2813822" y="170784"/>
                  <a:pt x="2809048" y="171160"/>
                  <a:pt x="2803976" y="171160"/>
                </a:cubicBezTo>
                <a:cubicBezTo>
                  <a:pt x="2795180" y="171160"/>
                  <a:pt x="2787474" y="169930"/>
                  <a:pt x="2780858" y="167472"/>
                </a:cubicBezTo>
                <a:cubicBezTo>
                  <a:pt x="2774241" y="165013"/>
                  <a:pt x="2768674" y="161364"/>
                  <a:pt x="2764158" y="156525"/>
                </a:cubicBezTo>
                <a:cubicBezTo>
                  <a:pt x="2759641" y="151687"/>
                  <a:pt x="2756234" y="145618"/>
                  <a:pt x="2753936" y="138321"/>
                </a:cubicBezTo>
                <a:cubicBezTo>
                  <a:pt x="2751638" y="131023"/>
                  <a:pt x="2750489" y="122536"/>
                  <a:pt x="2750489" y="112859"/>
                </a:cubicBezTo>
                <a:cubicBezTo>
                  <a:pt x="2750489" y="103657"/>
                  <a:pt x="2751677" y="95387"/>
                  <a:pt x="2754054" y="88050"/>
                </a:cubicBezTo>
                <a:cubicBezTo>
                  <a:pt x="2756432" y="80713"/>
                  <a:pt x="2759859" y="74486"/>
                  <a:pt x="2764336" y="69370"/>
                </a:cubicBezTo>
                <a:cubicBezTo>
                  <a:pt x="2768813" y="64254"/>
                  <a:pt x="2774221" y="60328"/>
                  <a:pt x="2780560" y="57592"/>
                </a:cubicBezTo>
                <a:cubicBezTo>
                  <a:pt x="2786900" y="54856"/>
                  <a:pt x="2793992" y="53487"/>
                  <a:pt x="2801837" y="53487"/>
                </a:cubicBezTo>
                <a:cubicBezTo>
                  <a:pt x="2810236" y="53487"/>
                  <a:pt x="2817388" y="54835"/>
                  <a:pt x="2823291" y="57529"/>
                </a:cubicBezTo>
                <a:cubicBezTo>
                  <a:pt x="2829194" y="60223"/>
                  <a:pt x="2834048" y="63848"/>
                  <a:pt x="2837852" y="68405"/>
                </a:cubicBezTo>
                <a:cubicBezTo>
                  <a:pt x="2841655" y="72961"/>
                  <a:pt x="2844448" y="78310"/>
                  <a:pt x="2846231" y="84451"/>
                </a:cubicBezTo>
                <a:cubicBezTo>
                  <a:pt x="2848014" y="90592"/>
                  <a:pt x="2848906" y="97149"/>
                  <a:pt x="2848906" y="104122"/>
                </a:cubicBezTo>
                <a:lnTo>
                  <a:pt x="2848906" y="107688"/>
                </a:lnTo>
                <a:moveTo>
                  <a:pt x="2829175" y="101745"/>
                </a:moveTo>
                <a:cubicBezTo>
                  <a:pt x="2829412" y="91518"/>
                  <a:pt x="2827134" y="83494"/>
                  <a:pt x="2822340" y="77672"/>
                </a:cubicBezTo>
                <a:cubicBezTo>
                  <a:pt x="2817546" y="71850"/>
                  <a:pt x="2810434" y="68939"/>
                  <a:pt x="2801005" y="68939"/>
                </a:cubicBezTo>
                <a:cubicBezTo>
                  <a:pt x="2796171" y="68939"/>
                  <a:pt x="2791932" y="69844"/>
                  <a:pt x="2788286" y="71655"/>
                </a:cubicBezTo>
                <a:cubicBezTo>
                  <a:pt x="2784641" y="73462"/>
                  <a:pt x="2781591" y="75862"/>
                  <a:pt x="2779134" y="78853"/>
                </a:cubicBezTo>
                <a:cubicBezTo>
                  <a:pt x="2776678" y="81842"/>
                  <a:pt x="2774776" y="85324"/>
                  <a:pt x="2773429" y="89298"/>
                </a:cubicBezTo>
                <a:cubicBezTo>
                  <a:pt x="2772082" y="93270"/>
                  <a:pt x="2771329" y="97419"/>
                  <a:pt x="2771170" y="101745"/>
                </a:cubicBezTo>
                <a:lnTo>
                  <a:pt x="2829175" y="101745"/>
                </a:lnTo>
                <a:close/>
                <a:moveTo>
                  <a:pt x="2934579" y="157992"/>
                </a:moveTo>
                <a:cubicBezTo>
                  <a:pt x="2934579" y="160308"/>
                  <a:pt x="2934421" y="162144"/>
                  <a:pt x="2934104" y="163501"/>
                </a:cubicBezTo>
                <a:cubicBezTo>
                  <a:pt x="2933787" y="164858"/>
                  <a:pt x="2933311" y="165856"/>
                  <a:pt x="2932678" y="166495"/>
                </a:cubicBezTo>
                <a:cubicBezTo>
                  <a:pt x="2932044" y="167131"/>
                  <a:pt x="2931093" y="167729"/>
                  <a:pt x="2929825" y="168289"/>
                </a:cubicBezTo>
                <a:cubicBezTo>
                  <a:pt x="2928557" y="168848"/>
                  <a:pt x="2927111" y="169308"/>
                  <a:pt x="2925486" y="169667"/>
                </a:cubicBezTo>
                <a:cubicBezTo>
                  <a:pt x="2923862" y="170026"/>
                  <a:pt x="2922139" y="170324"/>
                  <a:pt x="2920316" y="170562"/>
                </a:cubicBezTo>
                <a:cubicBezTo>
                  <a:pt x="2918493" y="170802"/>
                  <a:pt x="2916671" y="170922"/>
                  <a:pt x="2914848" y="170922"/>
                </a:cubicBezTo>
                <a:cubicBezTo>
                  <a:pt x="2909302" y="170922"/>
                  <a:pt x="2904547" y="170189"/>
                  <a:pt x="2900585" y="168723"/>
                </a:cubicBezTo>
                <a:cubicBezTo>
                  <a:pt x="2896623" y="167255"/>
                  <a:pt x="2893374" y="165034"/>
                  <a:pt x="2890838" y="162060"/>
                </a:cubicBezTo>
                <a:cubicBezTo>
                  <a:pt x="2888303" y="159083"/>
                  <a:pt x="2886460" y="155314"/>
                  <a:pt x="2885311" y="150753"/>
                </a:cubicBezTo>
                <a:cubicBezTo>
                  <a:pt x="2884162" y="146189"/>
                  <a:pt x="2883588" y="140813"/>
                  <a:pt x="2883588" y="134625"/>
                </a:cubicBezTo>
                <a:lnTo>
                  <a:pt x="2883588" y="72030"/>
                </a:lnTo>
                <a:lnTo>
                  <a:pt x="2868611" y="72030"/>
                </a:lnTo>
                <a:cubicBezTo>
                  <a:pt x="2867423" y="72030"/>
                  <a:pt x="2866472" y="71392"/>
                  <a:pt x="2865759" y="70117"/>
                </a:cubicBezTo>
                <a:cubicBezTo>
                  <a:pt x="2865046" y="68839"/>
                  <a:pt x="2864689" y="66763"/>
                  <a:pt x="2864689" y="63888"/>
                </a:cubicBezTo>
                <a:cubicBezTo>
                  <a:pt x="2864689" y="62372"/>
                  <a:pt x="2864788" y="61096"/>
                  <a:pt x="2864986" y="60058"/>
                </a:cubicBezTo>
                <a:cubicBezTo>
                  <a:pt x="2865184" y="59021"/>
                  <a:pt x="2865442" y="58163"/>
                  <a:pt x="2865759" y="57484"/>
                </a:cubicBezTo>
                <a:cubicBezTo>
                  <a:pt x="2866076" y="56806"/>
                  <a:pt x="2866492" y="56327"/>
                  <a:pt x="2867007" y="56047"/>
                </a:cubicBezTo>
                <a:cubicBezTo>
                  <a:pt x="2867522" y="55767"/>
                  <a:pt x="2868096" y="55627"/>
                  <a:pt x="2868730" y="55627"/>
                </a:cubicBezTo>
                <a:lnTo>
                  <a:pt x="2883588" y="55627"/>
                </a:lnTo>
                <a:lnTo>
                  <a:pt x="2883588" y="30191"/>
                </a:lnTo>
                <a:cubicBezTo>
                  <a:pt x="2883588" y="29636"/>
                  <a:pt x="2883727" y="29121"/>
                  <a:pt x="2884004" y="28646"/>
                </a:cubicBezTo>
                <a:cubicBezTo>
                  <a:pt x="2884281" y="28170"/>
                  <a:pt x="2884796" y="27754"/>
                  <a:pt x="2885549" y="27397"/>
                </a:cubicBezTo>
                <a:cubicBezTo>
                  <a:pt x="2886302" y="27041"/>
                  <a:pt x="2887312" y="26783"/>
                  <a:pt x="2888580" y="26625"/>
                </a:cubicBezTo>
                <a:cubicBezTo>
                  <a:pt x="2889848" y="26466"/>
                  <a:pt x="2891433" y="26387"/>
                  <a:pt x="2893335" y="26387"/>
                </a:cubicBezTo>
                <a:cubicBezTo>
                  <a:pt x="2895316" y="26387"/>
                  <a:pt x="2896940" y="26466"/>
                  <a:pt x="2898208" y="26625"/>
                </a:cubicBezTo>
                <a:cubicBezTo>
                  <a:pt x="2899476" y="26783"/>
                  <a:pt x="2900466" y="27041"/>
                  <a:pt x="2901179" y="27397"/>
                </a:cubicBezTo>
                <a:cubicBezTo>
                  <a:pt x="2901893" y="27754"/>
                  <a:pt x="2902408" y="28170"/>
                  <a:pt x="2902725" y="28646"/>
                </a:cubicBezTo>
                <a:cubicBezTo>
                  <a:pt x="2903042" y="29121"/>
                  <a:pt x="2903200" y="29636"/>
                  <a:pt x="2903200" y="30191"/>
                </a:cubicBezTo>
                <a:lnTo>
                  <a:pt x="2903200" y="55627"/>
                </a:lnTo>
                <a:lnTo>
                  <a:pt x="2930657" y="55627"/>
                </a:lnTo>
                <a:cubicBezTo>
                  <a:pt x="2931291" y="55627"/>
                  <a:pt x="2931846" y="55767"/>
                  <a:pt x="2932321" y="56047"/>
                </a:cubicBezTo>
                <a:cubicBezTo>
                  <a:pt x="2932796" y="56327"/>
                  <a:pt x="2933212" y="56806"/>
                  <a:pt x="2933569" y="57484"/>
                </a:cubicBezTo>
                <a:cubicBezTo>
                  <a:pt x="2933926" y="58163"/>
                  <a:pt x="2934183" y="59021"/>
                  <a:pt x="2934342" y="60058"/>
                </a:cubicBezTo>
                <a:cubicBezTo>
                  <a:pt x="2934500" y="61096"/>
                  <a:pt x="2934579" y="62372"/>
                  <a:pt x="2934579" y="63888"/>
                </a:cubicBezTo>
                <a:cubicBezTo>
                  <a:pt x="2934579" y="66763"/>
                  <a:pt x="2934223" y="68839"/>
                  <a:pt x="2933510" y="70117"/>
                </a:cubicBezTo>
                <a:cubicBezTo>
                  <a:pt x="2932796" y="71392"/>
                  <a:pt x="2931846" y="72030"/>
                  <a:pt x="2930657" y="72030"/>
                </a:cubicBezTo>
                <a:lnTo>
                  <a:pt x="2903200" y="72030"/>
                </a:lnTo>
                <a:lnTo>
                  <a:pt x="2903200" y="131698"/>
                </a:lnTo>
                <a:cubicBezTo>
                  <a:pt x="2903200" y="139067"/>
                  <a:pt x="2904290" y="144634"/>
                  <a:pt x="2906469" y="148398"/>
                </a:cubicBezTo>
                <a:cubicBezTo>
                  <a:pt x="2908648" y="152162"/>
                  <a:pt x="2912550" y="154044"/>
                  <a:pt x="2918176" y="154044"/>
                </a:cubicBezTo>
                <a:cubicBezTo>
                  <a:pt x="2919999" y="154044"/>
                  <a:pt x="2921623" y="153866"/>
                  <a:pt x="2923050" y="153509"/>
                </a:cubicBezTo>
                <a:cubicBezTo>
                  <a:pt x="2924476" y="153152"/>
                  <a:pt x="2925744" y="152776"/>
                  <a:pt x="2926853" y="152380"/>
                </a:cubicBezTo>
                <a:cubicBezTo>
                  <a:pt x="2927963" y="151984"/>
                  <a:pt x="2928914" y="151607"/>
                  <a:pt x="2929706" y="151251"/>
                </a:cubicBezTo>
                <a:cubicBezTo>
                  <a:pt x="2930498" y="150894"/>
                  <a:pt x="2931212" y="150716"/>
                  <a:pt x="2931846" y="150716"/>
                </a:cubicBezTo>
                <a:cubicBezTo>
                  <a:pt x="2932242" y="150716"/>
                  <a:pt x="2932618" y="150815"/>
                  <a:pt x="2932975" y="151013"/>
                </a:cubicBezTo>
                <a:cubicBezTo>
                  <a:pt x="2933331" y="151211"/>
                  <a:pt x="2933609" y="151587"/>
                  <a:pt x="2933807" y="152142"/>
                </a:cubicBezTo>
                <a:cubicBezTo>
                  <a:pt x="2934005" y="152697"/>
                  <a:pt x="2934183" y="153452"/>
                  <a:pt x="2934342" y="154408"/>
                </a:cubicBezTo>
                <a:cubicBezTo>
                  <a:pt x="2934500" y="155361"/>
                  <a:pt x="2934579" y="156556"/>
                  <a:pt x="2934579" y="157992"/>
                </a:cubicBezTo>
                <a:close/>
                <a:moveTo>
                  <a:pt x="3052721" y="165811"/>
                </a:moveTo>
                <a:cubicBezTo>
                  <a:pt x="3052721" y="166445"/>
                  <a:pt x="3052563" y="166980"/>
                  <a:pt x="3052246" y="167416"/>
                </a:cubicBezTo>
                <a:cubicBezTo>
                  <a:pt x="3051929" y="167852"/>
                  <a:pt x="3051414" y="168228"/>
                  <a:pt x="3050700" y="168545"/>
                </a:cubicBezTo>
                <a:cubicBezTo>
                  <a:pt x="3049987" y="168862"/>
                  <a:pt x="3048997" y="169100"/>
                  <a:pt x="3047729" y="169258"/>
                </a:cubicBezTo>
                <a:cubicBezTo>
                  <a:pt x="3046461" y="169417"/>
                  <a:pt x="3044876" y="169496"/>
                  <a:pt x="3042974" y="169496"/>
                </a:cubicBezTo>
                <a:cubicBezTo>
                  <a:pt x="3040993" y="169496"/>
                  <a:pt x="3039369" y="169417"/>
                  <a:pt x="3038101" y="169258"/>
                </a:cubicBezTo>
                <a:cubicBezTo>
                  <a:pt x="3036833" y="169100"/>
                  <a:pt x="3035843" y="168862"/>
                  <a:pt x="3035130" y="168545"/>
                </a:cubicBezTo>
                <a:cubicBezTo>
                  <a:pt x="3034416" y="168228"/>
                  <a:pt x="3033901" y="167853"/>
                  <a:pt x="3033584" y="167420"/>
                </a:cubicBezTo>
                <a:cubicBezTo>
                  <a:pt x="3033267" y="166984"/>
                  <a:pt x="3033109" y="166449"/>
                  <a:pt x="3033109" y="165815"/>
                </a:cubicBezTo>
                <a:lnTo>
                  <a:pt x="3033109" y="103249"/>
                </a:lnTo>
                <a:cubicBezTo>
                  <a:pt x="3033109" y="97155"/>
                  <a:pt x="3032633" y="92249"/>
                  <a:pt x="3031683" y="88529"/>
                </a:cubicBezTo>
                <a:cubicBezTo>
                  <a:pt x="3030732" y="84810"/>
                  <a:pt x="3029345" y="81606"/>
                  <a:pt x="3027522" y="78916"/>
                </a:cubicBezTo>
                <a:cubicBezTo>
                  <a:pt x="3025700" y="76225"/>
                  <a:pt x="3023343" y="74167"/>
                  <a:pt x="3020450" y="72743"/>
                </a:cubicBezTo>
                <a:cubicBezTo>
                  <a:pt x="3017558" y="71317"/>
                  <a:pt x="3014210" y="70603"/>
                  <a:pt x="3010406" y="70603"/>
                </a:cubicBezTo>
                <a:cubicBezTo>
                  <a:pt x="3005494" y="70603"/>
                  <a:pt x="3000581" y="72346"/>
                  <a:pt x="2995668" y="75830"/>
                </a:cubicBezTo>
                <a:cubicBezTo>
                  <a:pt x="2990755" y="79311"/>
                  <a:pt x="2985604" y="84415"/>
                  <a:pt x="2980216" y="91140"/>
                </a:cubicBezTo>
                <a:lnTo>
                  <a:pt x="2980216" y="165815"/>
                </a:lnTo>
                <a:cubicBezTo>
                  <a:pt x="2980216" y="166449"/>
                  <a:pt x="2980057" y="166984"/>
                  <a:pt x="2979740" y="167420"/>
                </a:cubicBezTo>
                <a:cubicBezTo>
                  <a:pt x="2979423" y="167853"/>
                  <a:pt x="2978908" y="168228"/>
                  <a:pt x="2978195" y="168545"/>
                </a:cubicBezTo>
                <a:cubicBezTo>
                  <a:pt x="2977482" y="168862"/>
                  <a:pt x="2976491" y="169100"/>
                  <a:pt x="2975224" y="169258"/>
                </a:cubicBezTo>
                <a:cubicBezTo>
                  <a:pt x="2973956" y="169417"/>
                  <a:pt x="2972331" y="169496"/>
                  <a:pt x="2970350" y="169496"/>
                </a:cubicBezTo>
                <a:cubicBezTo>
                  <a:pt x="2968449" y="169496"/>
                  <a:pt x="2966864" y="169417"/>
                  <a:pt x="2965596" y="169258"/>
                </a:cubicBezTo>
                <a:cubicBezTo>
                  <a:pt x="2964328" y="169100"/>
                  <a:pt x="2963318" y="168862"/>
                  <a:pt x="2962565" y="168545"/>
                </a:cubicBezTo>
                <a:cubicBezTo>
                  <a:pt x="2961812" y="168228"/>
                  <a:pt x="2961297" y="167852"/>
                  <a:pt x="2961020" y="167416"/>
                </a:cubicBezTo>
                <a:cubicBezTo>
                  <a:pt x="2960742" y="166977"/>
                  <a:pt x="2960604" y="166441"/>
                  <a:pt x="2960604" y="165807"/>
                </a:cubicBezTo>
                <a:lnTo>
                  <a:pt x="2960604" y="6898"/>
                </a:lnTo>
                <a:cubicBezTo>
                  <a:pt x="2960604" y="6264"/>
                  <a:pt x="2960742" y="5709"/>
                  <a:pt x="2961020" y="5234"/>
                </a:cubicBezTo>
                <a:cubicBezTo>
                  <a:pt x="2961297" y="4756"/>
                  <a:pt x="2961812" y="4358"/>
                  <a:pt x="2962565" y="4041"/>
                </a:cubicBezTo>
                <a:cubicBezTo>
                  <a:pt x="2963318" y="3724"/>
                  <a:pt x="2964328" y="3487"/>
                  <a:pt x="2965596" y="3328"/>
                </a:cubicBezTo>
                <a:cubicBezTo>
                  <a:pt x="2966864" y="3170"/>
                  <a:pt x="2968449" y="3090"/>
                  <a:pt x="2970350" y="3090"/>
                </a:cubicBezTo>
                <a:cubicBezTo>
                  <a:pt x="2972331" y="3090"/>
                  <a:pt x="2973956" y="3170"/>
                  <a:pt x="2975224" y="3328"/>
                </a:cubicBezTo>
                <a:cubicBezTo>
                  <a:pt x="2976491" y="3487"/>
                  <a:pt x="2977482" y="3726"/>
                  <a:pt x="2978195" y="4045"/>
                </a:cubicBezTo>
                <a:cubicBezTo>
                  <a:pt x="2978908" y="4362"/>
                  <a:pt x="2979423" y="4758"/>
                  <a:pt x="2979740" y="5234"/>
                </a:cubicBezTo>
                <a:cubicBezTo>
                  <a:pt x="2980057" y="5709"/>
                  <a:pt x="2980216" y="6265"/>
                  <a:pt x="2980216" y="6901"/>
                </a:cubicBezTo>
                <a:lnTo>
                  <a:pt x="2980216" y="71079"/>
                </a:lnTo>
                <a:cubicBezTo>
                  <a:pt x="2985842" y="65136"/>
                  <a:pt x="2991508" y="60718"/>
                  <a:pt x="2997213" y="57826"/>
                </a:cubicBezTo>
                <a:cubicBezTo>
                  <a:pt x="3002918" y="54934"/>
                  <a:pt x="3008663" y="53487"/>
                  <a:pt x="3014448" y="53487"/>
                </a:cubicBezTo>
                <a:cubicBezTo>
                  <a:pt x="3021579" y="53487"/>
                  <a:pt x="3027582" y="54696"/>
                  <a:pt x="3032455" y="57113"/>
                </a:cubicBezTo>
                <a:cubicBezTo>
                  <a:pt x="3037328" y="59530"/>
                  <a:pt x="3041271" y="62759"/>
                  <a:pt x="3044282" y="66800"/>
                </a:cubicBezTo>
                <a:cubicBezTo>
                  <a:pt x="3047293" y="70841"/>
                  <a:pt x="3049452" y="75576"/>
                  <a:pt x="3050760" y="81004"/>
                </a:cubicBezTo>
                <a:cubicBezTo>
                  <a:pt x="3052067" y="86432"/>
                  <a:pt x="3052721" y="92989"/>
                  <a:pt x="3052721" y="100675"/>
                </a:cubicBezTo>
                <a:lnTo>
                  <a:pt x="3052721" y="165811"/>
                </a:lnTo>
                <a:close/>
                <a:moveTo>
                  <a:pt x="3188291" y="111195"/>
                </a:moveTo>
                <a:cubicBezTo>
                  <a:pt x="3188291" y="119918"/>
                  <a:pt x="3187142" y="127949"/>
                  <a:pt x="3184844" y="135286"/>
                </a:cubicBezTo>
                <a:cubicBezTo>
                  <a:pt x="3182546" y="142623"/>
                  <a:pt x="3179119" y="148950"/>
                  <a:pt x="3174562" y="154267"/>
                </a:cubicBezTo>
                <a:cubicBezTo>
                  <a:pt x="3170006" y="159581"/>
                  <a:pt x="3164301" y="163725"/>
                  <a:pt x="3157446" y="166699"/>
                </a:cubicBezTo>
                <a:cubicBezTo>
                  <a:pt x="3150592" y="169673"/>
                  <a:pt x="3142648" y="171160"/>
                  <a:pt x="3133615" y="171160"/>
                </a:cubicBezTo>
                <a:cubicBezTo>
                  <a:pt x="3124819" y="171160"/>
                  <a:pt x="3117152" y="169851"/>
                  <a:pt x="3110615" y="167234"/>
                </a:cubicBezTo>
                <a:cubicBezTo>
                  <a:pt x="3104078" y="164616"/>
                  <a:pt x="3098630" y="160809"/>
                  <a:pt x="3094272" y="155812"/>
                </a:cubicBezTo>
                <a:cubicBezTo>
                  <a:pt x="3089913" y="150815"/>
                  <a:pt x="3086664" y="144747"/>
                  <a:pt x="3084525" y="137608"/>
                </a:cubicBezTo>
                <a:cubicBezTo>
                  <a:pt x="3082385" y="130469"/>
                  <a:pt x="3081316" y="122377"/>
                  <a:pt x="3081316" y="113334"/>
                </a:cubicBezTo>
                <a:cubicBezTo>
                  <a:pt x="3081316" y="104610"/>
                  <a:pt x="3082445" y="96580"/>
                  <a:pt x="3084703" y="89242"/>
                </a:cubicBezTo>
                <a:cubicBezTo>
                  <a:pt x="3086962" y="81905"/>
                  <a:pt x="3090369" y="75580"/>
                  <a:pt x="3094925" y="70265"/>
                </a:cubicBezTo>
                <a:cubicBezTo>
                  <a:pt x="3099482" y="64949"/>
                  <a:pt x="3105167" y="60823"/>
                  <a:pt x="3111982" y="57889"/>
                </a:cubicBezTo>
                <a:cubicBezTo>
                  <a:pt x="3118797" y="54955"/>
                  <a:pt x="3126760" y="53487"/>
                  <a:pt x="3135873" y="53487"/>
                </a:cubicBezTo>
                <a:cubicBezTo>
                  <a:pt x="3144669" y="53487"/>
                  <a:pt x="3152335" y="54796"/>
                  <a:pt x="3158873" y="57414"/>
                </a:cubicBezTo>
                <a:cubicBezTo>
                  <a:pt x="3165410" y="60031"/>
                  <a:pt x="3170858" y="63838"/>
                  <a:pt x="3175216" y="68835"/>
                </a:cubicBezTo>
                <a:cubicBezTo>
                  <a:pt x="3179574" y="73833"/>
                  <a:pt x="3182843" y="79901"/>
                  <a:pt x="3185022" y="87040"/>
                </a:cubicBezTo>
                <a:cubicBezTo>
                  <a:pt x="3187201" y="94179"/>
                  <a:pt x="3188291" y="102230"/>
                  <a:pt x="3188291" y="111195"/>
                </a:cubicBezTo>
                <a:moveTo>
                  <a:pt x="3167609" y="112443"/>
                </a:moveTo>
                <a:cubicBezTo>
                  <a:pt x="3167609" y="106658"/>
                  <a:pt x="3167074" y="101190"/>
                  <a:pt x="3166004" y="96040"/>
                </a:cubicBezTo>
                <a:cubicBezTo>
                  <a:pt x="3164934" y="90889"/>
                  <a:pt x="3163171" y="86372"/>
                  <a:pt x="3160715" y="82490"/>
                </a:cubicBezTo>
                <a:cubicBezTo>
                  <a:pt x="3158258" y="78607"/>
                  <a:pt x="3154930" y="75536"/>
                  <a:pt x="3150731" y="73278"/>
                </a:cubicBezTo>
                <a:cubicBezTo>
                  <a:pt x="3146531" y="71019"/>
                  <a:pt x="3141301" y="69890"/>
                  <a:pt x="3135041" y="69890"/>
                </a:cubicBezTo>
                <a:cubicBezTo>
                  <a:pt x="3129256" y="69890"/>
                  <a:pt x="3124284" y="70920"/>
                  <a:pt x="3120124" y="72981"/>
                </a:cubicBezTo>
                <a:cubicBezTo>
                  <a:pt x="3115964" y="75041"/>
                  <a:pt x="3112537" y="77953"/>
                  <a:pt x="3109842" y="81717"/>
                </a:cubicBezTo>
                <a:cubicBezTo>
                  <a:pt x="3107148" y="85481"/>
                  <a:pt x="3105147" y="89938"/>
                  <a:pt x="3103840" y="95089"/>
                </a:cubicBezTo>
                <a:cubicBezTo>
                  <a:pt x="3102532" y="100239"/>
                  <a:pt x="3101879" y="105866"/>
                  <a:pt x="3101879" y="111967"/>
                </a:cubicBezTo>
                <a:cubicBezTo>
                  <a:pt x="3101879" y="117831"/>
                  <a:pt x="3102414" y="123338"/>
                  <a:pt x="3103483" y="128489"/>
                </a:cubicBezTo>
                <a:cubicBezTo>
                  <a:pt x="3104553" y="133639"/>
                  <a:pt x="3106336" y="138136"/>
                  <a:pt x="3108832" y="141980"/>
                </a:cubicBezTo>
                <a:cubicBezTo>
                  <a:pt x="3111328" y="145823"/>
                  <a:pt x="3114676" y="148873"/>
                  <a:pt x="3118876" y="151132"/>
                </a:cubicBezTo>
                <a:cubicBezTo>
                  <a:pt x="3123076" y="153390"/>
                  <a:pt x="3128305" y="154519"/>
                  <a:pt x="3134565" y="154519"/>
                </a:cubicBezTo>
                <a:cubicBezTo>
                  <a:pt x="3140271" y="154519"/>
                  <a:pt x="3145223" y="153489"/>
                  <a:pt x="3149423" y="151429"/>
                </a:cubicBezTo>
                <a:cubicBezTo>
                  <a:pt x="3153623" y="149369"/>
                  <a:pt x="3157070" y="146476"/>
                  <a:pt x="3159764" y="142752"/>
                </a:cubicBezTo>
                <a:cubicBezTo>
                  <a:pt x="3162458" y="139028"/>
                  <a:pt x="3164439" y="134590"/>
                  <a:pt x="3165707" y="129440"/>
                </a:cubicBezTo>
                <a:cubicBezTo>
                  <a:pt x="3166975" y="124289"/>
                  <a:pt x="3167609" y="118623"/>
                  <a:pt x="3167609" y="112443"/>
                </a:cubicBezTo>
                <a:close/>
                <a:moveTo>
                  <a:pt x="3309409" y="165807"/>
                </a:moveTo>
                <a:cubicBezTo>
                  <a:pt x="3309409" y="166441"/>
                  <a:pt x="3309270" y="166997"/>
                  <a:pt x="3308993" y="167475"/>
                </a:cubicBezTo>
                <a:cubicBezTo>
                  <a:pt x="3308715" y="167951"/>
                  <a:pt x="3308240" y="168327"/>
                  <a:pt x="3307566" y="168604"/>
                </a:cubicBezTo>
                <a:cubicBezTo>
                  <a:pt x="3306893" y="168882"/>
                  <a:pt x="3306001" y="169100"/>
                  <a:pt x="3304892" y="169258"/>
                </a:cubicBezTo>
                <a:cubicBezTo>
                  <a:pt x="3303783" y="169417"/>
                  <a:pt x="3302436" y="169496"/>
                  <a:pt x="3300851" y="169496"/>
                </a:cubicBezTo>
                <a:cubicBezTo>
                  <a:pt x="3299187" y="169496"/>
                  <a:pt x="3297800" y="169417"/>
                  <a:pt x="3296691" y="169258"/>
                </a:cubicBezTo>
                <a:cubicBezTo>
                  <a:pt x="3295581" y="169102"/>
                  <a:pt x="3294670" y="168887"/>
                  <a:pt x="3293957" y="168612"/>
                </a:cubicBezTo>
                <a:cubicBezTo>
                  <a:pt x="3293244" y="168334"/>
                  <a:pt x="3292729" y="167959"/>
                  <a:pt x="3292412" y="167486"/>
                </a:cubicBezTo>
                <a:cubicBezTo>
                  <a:pt x="3292095" y="167013"/>
                  <a:pt x="3291936" y="166462"/>
                  <a:pt x="3291936" y="165833"/>
                </a:cubicBezTo>
                <a:lnTo>
                  <a:pt x="3291936" y="151767"/>
                </a:lnTo>
                <a:cubicBezTo>
                  <a:pt x="3286310" y="157873"/>
                  <a:pt x="3280466" y="162633"/>
                  <a:pt x="3274404" y="166045"/>
                </a:cubicBezTo>
                <a:cubicBezTo>
                  <a:pt x="3268342" y="169455"/>
                  <a:pt x="3261706" y="171160"/>
                  <a:pt x="3254495" y="171160"/>
                </a:cubicBezTo>
                <a:cubicBezTo>
                  <a:pt x="3246650" y="171160"/>
                  <a:pt x="3239954" y="169633"/>
                  <a:pt x="3234408" y="166580"/>
                </a:cubicBezTo>
                <a:cubicBezTo>
                  <a:pt x="3228861" y="163527"/>
                  <a:pt x="3224364" y="159403"/>
                  <a:pt x="3220917" y="154207"/>
                </a:cubicBezTo>
                <a:cubicBezTo>
                  <a:pt x="3217470" y="149010"/>
                  <a:pt x="3214954" y="142902"/>
                  <a:pt x="3213369" y="135884"/>
                </a:cubicBezTo>
                <a:cubicBezTo>
                  <a:pt x="3211784" y="128864"/>
                  <a:pt x="3210992" y="121466"/>
                  <a:pt x="3210992" y="113691"/>
                </a:cubicBezTo>
                <a:cubicBezTo>
                  <a:pt x="3210992" y="104491"/>
                  <a:pt x="3211982" y="96183"/>
                  <a:pt x="3213963" y="88767"/>
                </a:cubicBezTo>
                <a:cubicBezTo>
                  <a:pt x="3215944" y="81350"/>
                  <a:pt x="3218876" y="75025"/>
                  <a:pt x="3222759" y="69790"/>
                </a:cubicBezTo>
                <a:cubicBezTo>
                  <a:pt x="3226642" y="64553"/>
                  <a:pt x="3231456" y="60526"/>
                  <a:pt x="3237201" y="57711"/>
                </a:cubicBezTo>
                <a:cubicBezTo>
                  <a:pt x="3242946" y="54895"/>
                  <a:pt x="3249582" y="53487"/>
                  <a:pt x="3257110" y="53487"/>
                </a:cubicBezTo>
                <a:cubicBezTo>
                  <a:pt x="3263370" y="53487"/>
                  <a:pt x="3269095" y="54856"/>
                  <a:pt x="3274285" y="57592"/>
                </a:cubicBezTo>
                <a:cubicBezTo>
                  <a:pt x="3279476" y="60328"/>
                  <a:pt x="3284606" y="64353"/>
                  <a:pt x="3289678" y="69667"/>
                </a:cubicBezTo>
                <a:lnTo>
                  <a:pt x="3289678" y="7377"/>
                </a:lnTo>
                <a:cubicBezTo>
                  <a:pt x="3289678" y="6822"/>
                  <a:pt x="3289817" y="6287"/>
                  <a:pt x="3290094" y="5772"/>
                </a:cubicBezTo>
                <a:cubicBezTo>
                  <a:pt x="3290371" y="5255"/>
                  <a:pt x="3290906" y="4857"/>
                  <a:pt x="3291699" y="4580"/>
                </a:cubicBezTo>
                <a:cubicBezTo>
                  <a:pt x="3292491" y="4300"/>
                  <a:pt x="3293501" y="4061"/>
                  <a:pt x="3294730" y="3863"/>
                </a:cubicBezTo>
                <a:cubicBezTo>
                  <a:pt x="3295958" y="3665"/>
                  <a:pt x="3297523" y="3566"/>
                  <a:pt x="3299425" y="3566"/>
                </a:cubicBezTo>
                <a:cubicBezTo>
                  <a:pt x="3301406" y="3566"/>
                  <a:pt x="3303030" y="3665"/>
                  <a:pt x="3304298" y="3863"/>
                </a:cubicBezTo>
                <a:cubicBezTo>
                  <a:pt x="3305566" y="4061"/>
                  <a:pt x="3306556" y="4299"/>
                  <a:pt x="3307269" y="4576"/>
                </a:cubicBezTo>
                <a:cubicBezTo>
                  <a:pt x="3307983" y="4854"/>
                  <a:pt x="3308517" y="5251"/>
                  <a:pt x="3308874" y="5768"/>
                </a:cubicBezTo>
                <a:cubicBezTo>
                  <a:pt x="3309231" y="6284"/>
                  <a:pt x="3309409" y="6818"/>
                  <a:pt x="3309409" y="7373"/>
                </a:cubicBezTo>
                <a:lnTo>
                  <a:pt x="3309409" y="165807"/>
                </a:lnTo>
                <a:moveTo>
                  <a:pt x="3289678" y="90609"/>
                </a:moveTo>
                <a:cubicBezTo>
                  <a:pt x="3284369" y="84020"/>
                  <a:pt x="3279238" y="78999"/>
                  <a:pt x="3274285" y="75547"/>
                </a:cubicBezTo>
                <a:cubicBezTo>
                  <a:pt x="3269333" y="72093"/>
                  <a:pt x="3264162" y="70366"/>
                  <a:pt x="3258774" y="70366"/>
                </a:cubicBezTo>
                <a:cubicBezTo>
                  <a:pt x="3253782" y="70366"/>
                  <a:pt x="3249542" y="71554"/>
                  <a:pt x="3246056" y="73932"/>
                </a:cubicBezTo>
                <a:cubicBezTo>
                  <a:pt x="3242569" y="76309"/>
                  <a:pt x="3239736" y="79439"/>
                  <a:pt x="3237557" y="83322"/>
                </a:cubicBezTo>
                <a:cubicBezTo>
                  <a:pt x="3235378" y="87204"/>
                  <a:pt x="3233793" y="91602"/>
                  <a:pt x="3232803" y="96515"/>
                </a:cubicBezTo>
                <a:cubicBezTo>
                  <a:pt x="3231812" y="101428"/>
                  <a:pt x="3231317" y="106420"/>
                  <a:pt x="3231317" y="111492"/>
                </a:cubicBezTo>
                <a:cubicBezTo>
                  <a:pt x="3231317" y="116880"/>
                  <a:pt x="3231733" y="122150"/>
                  <a:pt x="3232565" y="127300"/>
                </a:cubicBezTo>
                <a:cubicBezTo>
                  <a:pt x="3233397" y="132451"/>
                  <a:pt x="3234843" y="137027"/>
                  <a:pt x="3236904" y="141029"/>
                </a:cubicBezTo>
                <a:cubicBezTo>
                  <a:pt x="3238964" y="145030"/>
                  <a:pt x="3241698" y="148240"/>
                  <a:pt x="3245105" y="150656"/>
                </a:cubicBezTo>
                <a:cubicBezTo>
                  <a:pt x="3248512" y="153073"/>
                  <a:pt x="3252791" y="154282"/>
                  <a:pt x="3257942" y="154282"/>
                </a:cubicBezTo>
                <a:cubicBezTo>
                  <a:pt x="3260557" y="154282"/>
                  <a:pt x="3263073" y="153926"/>
                  <a:pt x="3265490" y="153216"/>
                </a:cubicBezTo>
                <a:cubicBezTo>
                  <a:pt x="3267907" y="152505"/>
                  <a:pt x="3270383" y="151321"/>
                  <a:pt x="3272918" y="149665"/>
                </a:cubicBezTo>
                <a:cubicBezTo>
                  <a:pt x="3275454" y="148006"/>
                  <a:pt x="3278109" y="145855"/>
                  <a:pt x="3280882" y="143213"/>
                </a:cubicBezTo>
                <a:cubicBezTo>
                  <a:pt x="3283656" y="140568"/>
                  <a:pt x="3286588" y="137312"/>
                  <a:pt x="3289678" y="133444"/>
                </a:cubicBezTo>
                <a:lnTo>
                  <a:pt x="3289678" y="90609"/>
                </a:lnTo>
                <a:close/>
                <a:moveTo>
                  <a:pt x="3413124" y="136776"/>
                </a:moveTo>
                <a:cubicBezTo>
                  <a:pt x="3413124" y="142248"/>
                  <a:pt x="3412113" y="147126"/>
                  <a:pt x="3410093" y="151410"/>
                </a:cubicBezTo>
                <a:cubicBezTo>
                  <a:pt x="3408072" y="155692"/>
                  <a:pt x="3405200" y="159301"/>
                  <a:pt x="3401475" y="162238"/>
                </a:cubicBezTo>
                <a:cubicBezTo>
                  <a:pt x="3397751" y="165172"/>
                  <a:pt x="3393314" y="167392"/>
                  <a:pt x="3388163" y="168898"/>
                </a:cubicBezTo>
                <a:cubicBezTo>
                  <a:pt x="3383012" y="170406"/>
                  <a:pt x="3377347" y="171160"/>
                  <a:pt x="3371166" y="171160"/>
                </a:cubicBezTo>
                <a:cubicBezTo>
                  <a:pt x="3367362" y="171160"/>
                  <a:pt x="3363737" y="170866"/>
                  <a:pt x="3360290" y="170280"/>
                </a:cubicBezTo>
                <a:cubicBezTo>
                  <a:pt x="3356843" y="169693"/>
                  <a:pt x="3353753" y="168950"/>
                  <a:pt x="3351019" y="168051"/>
                </a:cubicBezTo>
                <a:cubicBezTo>
                  <a:pt x="3348285" y="167150"/>
                  <a:pt x="3345967" y="166210"/>
                  <a:pt x="3344066" y="165232"/>
                </a:cubicBezTo>
                <a:cubicBezTo>
                  <a:pt x="3342164" y="164251"/>
                  <a:pt x="3340777" y="163370"/>
                  <a:pt x="3339905" y="162587"/>
                </a:cubicBezTo>
                <a:cubicBezTo>
                  <a:pt x="3339034" y="161805"/>
                  <a:pt x="3338400" y="160695"/>
                  <a:pt x="3338004" y="159259"/>
                </a:cubicBezTo>
                <a:cubicBezTo>
                  <a:pt x="3337607" y="157820"/>
                  <a:pt x="3337409" y="155864"/>
                  <a:pt x="3337409" y="153390"/>
                </a:cubicBezTo>
                <a:cubicBezTo>
                  <a:pt x="3337409" y="151875"/>
                  <a:pt x="3337489" y="150598"/>
                  <a:pt x="3337647" y="149561"/>
                </a:cubicBezTo>
                <a:cubicBezTo>
                  <a:pt x="3337805" y="148521"/>
                  <a:pt x="3338004" y="147682"/>
                  <a:pt x="3338241" y="147046"/>
                </a:cubicBezTo>
                <a:cubicBezTo>
                  <a:pt x="3338479" y="146407"/>
                  <a:pt x="3338816" y="145948"/>
                  <a:pt x="3339252" y="145668"/>
                </a:cubicBezTo>
                <a:cubicBezTo>
                  <a:pt x="3339687" y="145388"/>
                  <a:pt x="3340183" y="145248"/>
                  <a:pt x="3340737" y="145248"/>
                </a:cubicBezTo>
                <a:cubicBezTo>
                  <a:pt x="3341609" y="145248"/>
                  <a:pt x="3342897" y="145783"/>
                  <a:pt x="3344600" y="146853"/>
                </a:cubicBezTo>
                <a:cubicBezTo>
                  <a:pt x="3346304" y="147923"/>
                  <a:pt x="3348404" y="149091"/>
                  <a:pt x="3350900" y="150359"/>
                </a:cubicBezTo>
                <a:cubicBezTo>
                  <a:pt x="3353396" y="151627"/>
                  <a:pt x="3356348" y="152796"/>
                  <a:pt x="3359755" y="153866"/>
                </a:cubicBezTo>
                <a:cubicBezTo>
                  <a:pt x="3363163" y="154935"/>
                  <a:pt x="3367085" y="155470"/>
                  <a:pt x="3371522" y="155470"/>
                </a:cubicBezTo>
                <a:cubicBezTo>
                  <a:pt x="3374851" y="155470"/>
                  <a:pt x="3377862" y="155114"/>
                  <a:pt x="3380556" y="154401"/>
                </a:cubicBezTo>
                <a:cubicBezTo>
                  <a:pt x="3383250" y="153685"/>
                  <a:pt x="3385588" y="152632"/>
                  <a:pt x="3387569" y="151243"/>
                </a:cubicBezTo>
                <a:cubicBezTo>
                  <a:pt x="3389550" y="149854"/>
                  <a:pt x="3391075" y="148087"/>
                  <a:pt x="3392145" y="145943"/>
                </a:cubicBezTo>
                <a:cubicBezTo>
                  <a:pt x="3393215" y="143798"/>
                  <a:pt x="3393749" y="141258"/>
                  <a:pt x="3393749" y="138321"/>
                </a:cubicBezTo>
                <a:cubicBezTo>
                  <a:pt x="3393749" y="135307"/>
                  <a:pt x="3392977" y="132769"/>
                  <a:pt x="3391432" y="130706"/>
                </a:cubicBezTo>
                <a:cubicBezTo>
                  <a:pt x="3389886" y="128644"/>
                  <a:pt x="3387846" y="126820"/>
                  <a:pt x="3385310" y="125235"/>
                </a:cubicBezTo>
                <a:cubicBezTo>
                  <a:pt x="3382775" y="123648"/>
                  <a:pt x="3379922" y="122240"/>
                  <a:pt x="3376752" y="121012"/>
                </a:cubicBezTo>
                <a:cubicBezTo>
                  <a:pt x="3373583" y="119781"/>
                  <a:pt x="3370314" y="118492"/>
                  <a:pt x="3366946" y="117145"/>
                </a:cubicBezTo>
                <a:cubicBezTo>
                  <a:pt x="3363579" y="115795"/>
                  <a:pt x="3360290" y="114268"/>
                  <a:pt x="3357081" y="112561"/>
                </a:cubicBezTo>
                <a:cubicBezTo>
                  <a:pt x="3353872" y="110855"/>
                  <a:pt x="3350999" y="108773"/>
                  <a:pt x="3348463" y="106314"/>
                </a:cubicBezTo>
                <a:cubicBezTo>
                  <a:pt x="3345928" y="103855"/>
                  <a:pt x="3343887" y="100920"/>
                  <a:pt x="3342342" y="97511"/>
                </a:cubicBezTo>
                <a:cubicBezTo>
                  <a:pt x="3340797" y="94101"/>
                  <a:pt x="3340024" y="90016"/>
                  <a:pt x="3340024" y="85257"/>
                </a:cubicBezTo>
                <a:cubicBezTo>
                  <a:pt x="3340024" y="81052"/>
                  <a:pt x="3340836" y="77027"/>
                  <a:pt x="3342461" y="73181"/>
                </a:cubicBezTo>
                <a:cubicBezTo>
                  <a:pt x="3344085" y="69333"/>
                  <a:pt x="3346522" y="65962"/>
                  <a:pt x="3349771" y="63067"/>
                </a:cubicBezTo>
                <a:cubicBezTo>
                  <a:pt x="3353020" y="60170"/>
                  <a:pt x="3357081" y="57849"/>
                  <a:pt x="3361954" y="56106"/>
                </a:cubicBezTo>
                <a:cubicBezTo>
                  <a:pt x="3366827" y="54360"/>
                  <a:pt x="3372513" y="53487"/>
                  <a:pt x="3379011" y="53487"/>
                </a:cubicBezTo>
                <a:cubicBezTo>
                  <a:pt x="3381863" y="53487"/>
                  <a:pt x="3384716" y="53729"/>
                  <a:pt x="3387569" y="54212"/>
                </a:cubicBezTo>
                <a:cubicBezTo>
                  <a:pt x="3390421" y="54695"/>
                  <a:pt x="3392997" y="55298"/>
                  <a:pt x="3395295" y="56021"/>
                </a:cubicBezTo>
                <a:cubicBezTo>
                  <a:pt x="3397593" y="56744"/>
                  <a:pt x="3399554" y="57528"/>
                  <a:pt x="3401178" y="58372"/>
                </a:cubicBezTo>
                <a:cubicBezTo>
                  <a:pt x="3402803" y="59216"/>
                  <a:pt x="3404031" y="59960"/>
                  <a:pt x="3404863" y="60604"/>
                </a:cubicBezTo>
                <a:cubicBezTo>
                  <a:pt x="3405695" y="61248"/>
                  <a:pt x="3406250" y="61808"/>
                  <a:pt x="3406527" y="62283"/>
                </a:cubicBezTo>
                <a:cubicBezTo>
                  <a:pt x="3406804" y="62759"/>
                  <a:pt x="3407002" y="63294"/>
                  <a:pt x="3407121" y="63888"/>
                </a:cubicBezTo>
                <a:cubicBezTo>
                  <a:pt x="3407240" y="64482"/>
                  <a:pt x="3407359" y="65215"/>
                  <a:pt x="3407478" y="66087"/>
                </a:cubicBezTo>
                <a:cubicBezTo>
                  <a:pt x="3407597" y="66958"/>
                  <a:pt x="3407656" y="68028"/>
                  <a:pt x="3407656" y="69296"/>
                </a:cubicBezTo>
                <a:cubicBezTo>
                  <a:pt x="3407656" y="70643"/>
                  <a:pt x="3407597" y="71812"/>
                  <a:pt x="3407478" y="72802"/>
                </a:cubicBezTo>
                <a:cubicBezTo>
                  <a:pt x="3407359" y="73793"/>
                  <a:pt x="3407161" y="74605"/>
                  <a:pt x="3406884" y="75239"/>
                </a:cubicBezTo>
                <a:cubicBezTo>
                  <a:pt x="3406606" y="75873"/>
                  <a:pt x="3406269" y="76329"/>
                  <a:pt x="3405873" y="76606"/>
                </a:cubicBezTo>
                <a:cubicBezTo>
                  <a:pt x="3405477" y="76883"/>
                  <a:pt x="3405041" y="77022"/>
                  <a:pt x="3404566" y="77022"/>
                </a:cubicBezTo>
                <a:cubicBezTo>
                  <a:pt x="3403853" y="77022"/>
                  <a:pt x="3402822" y="76580"/>
                  <a:pt x="3401475" y="75696"/>
                </a:cubicBezTo>
                <a:cubicBezTo>
                  <a:pt x="3400128" y="74812"/>
                  <a:pt x="3398385" y="73867"/>
                  <a:pt x="3396246" y="72862"/>
                </a:cubicBezTo>
                <a:cubicBezTo>
                  <a:pt x="3394106" y="71856"/>
                  <a:pt x="3391590" y="70912"/>
                  <a:pt x="3388698" y="70028"/>
                </a:cubicBezTo>
                <a:cubicBezTo>
                  <a:pt x="3385806" y="69144"/>
                  <a:pt x="3382497" y="68702"/>
                  <a:pt x="3378773" y="68702"/>
                </a:cubicBezTo>
                <a:cubicBezTo>
                  <a:pt x="3375445" y="68702"/>
                  <a:pt x="3372513" y="69079"/>
                  <a:pt x="3369977" y="69835"/>
                </a:cubicBezTo>
                <a:cubicBezTo>
                  <a:pt x="3367442" y="70587"/>
                  <a:pt x="3365361" y="71658"/>
                  <a:pt x="3363737" y="73048"/>
                </a:cubicBezTo>
                <a:cubicBezTo>
                  <a:pt x="3362113" y="74437"/>
                  <a:pt x="3360884" y="76085"/>
                  <a:pt x="3360052" y="77991"/>
                </a:cubicBezTo>
                <a:cubicBezTo>
                  <a:pt x="3359220" y="79896"/>
                  <a:pt x="3358804" y="81960"/>
                  <a:pt x="3358804" y="84183"/>
                </a:cubicBezTo>
                <a:cubicBezTo>
                  <a:pt x="3358804" y="87276"/>
                  <a:pt x="3359597" y="89874"/>
                  <a:pt x="3361181" y="91976"/>
                </a:cubicBezTo>
                <a:cubicBezTo>
                  <a:pt x="3362766" y="94079"/>
                  <a:pt x="3364827" y="95923"/>
                  <a:pt x="3367362" y="97511"/>
                </a:cubicBezTo>
                <a:cubicBezTo>
                  <a:pt x="3369898" y="99095"/>
                  <a:pt x="3372790" y="100523"/>
                  <a:pt x="3376039" y="101793"/>
                </a:cubicBezTo>
                <a:cubicBezTo>
                  <a:pt x="3379288" y="103061"/>
                  <a:pt x="3382596" y="104370"/>
                  <a:pt x="3385964" y="105719"/>
                </a:cubicBezTo>
                <a:cubicBezTo>
                  <a:pt x="3389332" y="107067"/>
                  <a:pt x="3392660" y="108573"/>
                  <a:pt x="3395948" y="110240"/>
                </a:cubicBezTo>
                <a:cubicBezTo>
                  <a:pt x="3399237" y="111906"/>
                  <a:pt x="3402149" y="113930"/>
                  <a:pt x="3404685" y="116309"/>
                </a:cubicBezTo>
                <a:cubicBezTo>
                  <a:pt x="3407220" y="118689"/>
                  <a:pt x="3409261" y="121545"/>
                  <a:pt x="3410806" y="124878"/>
                </a:cubicBezTo>
                <a:cubicBezTo>
                  <a:pt x="3412351" y="128209"/>
                  <a:pt x="3413124" y="132175"/>
                  <a:pt x="3413124" y="136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Text Equallytreatingalltokensintheanswer">
            <a:extLst xmlns:a="http://schemas.openxmlformats.org/drawingml/2006/main">
              <a:ext uri="{FF2B5EF4-FFF2-40B4-BE49-F238E27FC236}">
                <a16:creationId xmlns:a16="http://schemas.microsoft.com/office/drawing/2014/main" id="{C5A3157F-64E1-4E25-8F7E-2F4B2B6F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8475" y="2422901"/>
            <a:ext cx="3398195" cy="195841"/>
          </a:xfrm>
          <a:custGeom xmlns:a="http://schemas.openxmlformats.org/drawingml/2006/main">
            <a:pathLst>
              <a:path w="3398195" h="195841">
                <a:moveTo>
                  <a:pt x="87190" y="23429"/>
                </a:moveTo>
                <a:cubicBezTo>
                  <a:pt x="86355" y="23429"/>
                  <a:pt x="85431" y="23283"/>
                  <a:pt x="84417" y="22991"/>
                </a:cubicBezTo>
                <a:cubicBezTo>
                  <a:pt x="74342" y="20183"/>
                  <a:pt x="64625" y="18779"/>
                  <a:pt x="55265" y="18779"/>
                </a:cubicBezTo>
                <a:cubicBezTo>
                  <a:pt x="50376" y="18779"/>
                  <a:pt x="45041" y="19219"/>
                  <a:pt x="39258" y="20098"/>
                </a:cubicBezTo>
                <a:cubicBezTo>
                  <a:pt x="33475" y="20978"/>
                  <a:pt x="27245" y="22326"/>
                  <a:pt x="20568" y="24145"/>
                </a:cubicBezTo>
                <a:cubicBezTo>
                  <a:pt x="21104" y="28037"/>
                  <a:pt x="21373" y="31150"/>
                  <a:pt x="21373" y="33484"/>
                </a:cubicBezTo>
                <a:cubicBezTo>
                  <a:pt x="21373" y="41804"/>
                  <a:pt x="20866" y="53238"/>
                  <a:pt x="19852" y="67784"/>
                </a:cubicBezTo>
                <a:lnTo>
                  <a:pt x="59021" y="64028"/>
                </a:lnTo>
                <a:cubicBezTo>
                  <a:pt x="70527" y="62836"/>
                  <a:pt x="77591" y="62240"/>
                  <a:pt x="80214" y="62240"/>
                </a:cubicBezTo>
                <a:cubicBezTo>
                  <a:pt x="82838" y="62240"/>
                  <a:pt x="85043" y="63079"/>
                  <a:pt x="86832" y="64758"/>
                </a:cubicBezTo>
                <a:cubicBezTo>
                  <a:pt x="88620" y="66435"/>
                  <a:pt x="89515" y="68680"/>
                  <a:pt x="89515" y="71495"/>
                </a:cubicBezTo>
                <a:cubicBezTo>
                  <a:pt x="89515" y="76947"/>
                  <a:pt x="86772" y="80002"/>
                  <a:pt x="81288" y="80662"/>
                </a:cubicBezTo>
                <a:lnTo>
                  <a:pt x="60004" y="82509"/>
                </a:lnTo>
                <a:lnTo>
                  <a:pt x="18690" y="86206"/>
                </a:lnTo>
                <a:cubicBezTo>
                  <a:pt x="18451" y="90446"/>
                  <a:pt x="18258" y="94463"/>
                  <a:pt x="18109" y="98256"/>
                </a:cubicBezTo>
                <a:cubicBezTo>
                  <a:pt x="17960" y="102049"/>
                  <a:pt x="17885" y="105588"/>
                  <a:pt x="17885" y="108872"/>
                </a:cubicBezTo>
                <a:cubicBezTo>
                  <a:pt x="17885" y="122072"/>
                  <a:pt x="18839" y="129836"/>
                  <a:pt x="20747" y="132165"/>
                </a:cubicBezTo>
                <a:cubicBezTo>
                  <a:pt x="22177" y="133838"/>
                  <a:pt x="26857" y="134674"/>
                  <a:pt x="34786" y="134674"/>
                </a:cubicBezTo>
                <a:cubicBezTo>
                  <a:pt x="38483" y="134674"/>
                  <a:pt x="44042" y="134555"/>
                  <a:pt x="51464" y="134317"/>
                </a:cubicBezTo>
                <a:cubicBezTo>
                  <a:pt x="58887" y="134078"/>
                  <a:pt x="64476" y="133959"/>
                  <a:pt x="68231" y="133959"/>
                </a:cubicBezTo>
                <a:cubicBezTo>
                  <a:pt x="69424" y="133959"/>
                  <a:pt x="71182" y="133750"/>
                  <a:pt x="73508" y="133333"/>
                </a:cubicBezTo>
                <a:cubicBezTo>
                  <a:pt x="75833" y="132916"/>
                  <a:pt x="77561" y="132707"/>
                  <a:pt x="78694" y="132707"/>
                </a:cubicBezTo>
                <a:cubicBezTo>
                  <a:pt x="85014" y="132707"/>
                  <a:pt x="88173" y="135835"/>
                  <a:pt x="88173" y="142091"/>
                </a:cubicBezTo>
                <a:cubicBezTo>
                  <a:pt x="88173" y="147144"/>
                  <a:pt x="85640" y="150181"/>
                  <a:pt x="80572" y="151204"/>
                </a:cubicBezTo>
                <a:cubicBezTo>
                  <a:pt x="74968" y="152346"/>
                  <a:pt x="62836" y="152917"/>
                  <a:pt x="44176" y="152917"/>
                </a:cubicBezTo>
                <a:cubicBezTo>
                  <a:pt x="25695" y="152917"/>
                  <a:pt x="13831" y="150471"/>
                  <a:pt x="8585" y="145579"/>
                </a:cubicBezTo>
                <a:cubicBezTo>
                  <a:pt x="2862" y="140271"/>
                  <a:pt x="0" y="128043"/>
                  <a:pt x="0" y="108895"/>
                </a:cubicBezTo>
                <a:cubicBezTo>
                  <a:pt x="0" y="105076"/>
                  <a:pt x="89" y="100900"/>
                  <a:pt x="268" y="96367"/>
                </a:cubicBezTo>
                <a:cubicBezTo>
                  <a:pt x="447" y="91832"/>
                  <a:pt x="686" y="86941"/>
                  <a:pt x="984" y="81693"/>
                </a:cubicBezTo>
                <a:cubicBezTo>
                  <a:pt x="328" y="80320"/>
                  <a:pt x="0" y="78858"/>
                  <a:pt x="0" y="77308"/>
                </a:cubicBezTo>
                <a:cubicBezTo>
                  <a:pt x="0" y="75279"/>
                  <a:pt x="566" y="73460"/>
                  <a:pt x="1699" y="71850"/>
                </a:cubicBezTo>
                <a:cubicBezTo>
                  <a:pt x="2891" y="54610"/>
                  <a:pt x="3488" y="41873"/>
                  <a:pt x="3488" y="33641"/>
                </a:cubicBezTo>
                <a:cubicBezTo>
                  <a:pt x="3488" y="31435"/>
                  <a:pt x="3189" y="28200"/>
                  <a:pt x="2593" y="23935"/>
                </a:cubicBezTo>
                <a:cubicBezTo>
                  <a:pt x="1997" y="19669"/>
                  <a:pt x="1699" y="16432"/>
                  <a:pt x="1699" y="14224"/>
                </a:cubicBezTo>
                <a:cubicBezTo>
                  <a:pt x="1699" y="7126"/>
                  <a:pt x="4680" y="3577"/>
                  <a:pt x="10642" y="3577"/>
                </a:cubicBezTo>
                <a:cubicBezTo>
                  <a:pt x="13146" y="3577"/>
                  <a:pt x="15292" y="4437"/>
                  <a:pt x="17080" y="6156"/>
                </a:cubicBezTo>
                <a:cubicBezTo>
                  <a:pt x="24234" y="4223"/>
                  <a:pt x="30986" y="2773"/>
                  <a:pt x="37335" y="1808"/>
                </a:cubicBezTo>
                <a:cubicBezTo>
                  <a:pt x="43684" y="841"/>
                  <a:pt x="49661" y="358"/>
                  <a:pt x="55265" y="358"/>
                </a:cubicBezTo>
                <a:cubicBezTo>
                  <a:pt x="69752" y="358"/>
                  <a:pt x="81317" y="2080"/>
                  <a:pt x="89962" y="5525"/>
                </a:cubicBezTo>
                <a:cubicBezTo>
                  <a:pt x="93956" y="7127"/>
                  <a:pt x="95953" y="9977"/>
                  <a:pt x="95953" y="14076"/>
                </a:cubicBezTo>
                <a:cubicBezTo>
                  <a:pt x="95953" y="16451"/>
                  <a:pt x="95178" y="18559"/>
                  <a:pt x="93628" y="20400"/>
                </a:cubicBezTo>
                <a:cubicBezTo>
                  <a:pt x="91899" y="22420"/>
                  <a:pt x="89753" y="23429"/>
                  <a:pt x="87190" y="23429"/>
                </a:cubicBezTo>
                <a:close/>
                <a:moveTo>
                  <a:pt x="183232" y="115806"/>
                </a:moveTo>
                <a:lnTo>
                  <a:pt x="179119" y="150145"/>
                </a:lnTo>
                <a:cubicBezTo>
                  <a:pt x="177628" y="162903"/>
                  <a:pt x="176883" y="174439"/>
                  <a:pt x="176883" y="184753"/>
                </a:cubicBezTo>
                <a:cubicBezTo>
                  <a:pt x="176883" y="187376"/>
                  <a:pt x="176078" y="189522"/>
                  <a:pt x="174469" y="191191"/>
                </a:cubicBezTo>
                <a:cubicBezTo>
                  <a:pt x="172859" y="192860"/>
                  <a:pt x="170743" y="193695"/>
                  <a:pt x="168120" y="193695"/>
                </a:cubicBezTo>
                <a:cubicBezTo>
                  <a:pt x="162635" y="193695"/>
                  <a:pt x="159714" y="190690"/>
                  <a:pt x="159356" y="184680"/>
                </a:cubicBezTo>
                <a:cubicBezTo>
                  <a:pt x="159177" y="182062"/>
                  <a:pt x="159326" y="178760"/>
                  <a:pt x="159803" y="174773"/>
                </a:cubicBezTo>
                <a:lnTo>
                  <a:pt x="160965" y="164867"/>
                </a:lnTo>
                <a:lnTo>
                  <a:pt x="162665" y="145137"/>
                </a:lnTo>
                <a:cubicBezTo>
                  <a:pt x="157538" y="146508"/>
                  <a:pt x="153931" y="147194"/>
                  <a:pt x="151844" y="147194"/>
                </a:cubicBezTo>
                <a:cubicBezTo>
                  <a:pt x="138848" y="147194"/>
                  <a:pt x="128325" y="143819"/>
                  <a:pt x="120277" y="137069"/>
                </a:cubicBezTo>
                <a:cubicBezTo>
                  <a:pt x="111633" y="129843"/>
                  <a:pt x="107310" y="119839"/>
                  <a:pt x="107310" y="107059"/>
                </a:cubicBezTo>
                <a:cubicBezTo>
                  <a:pt x="107310" y="89559"/>
                  <a:pt x="112229" y="75523"/>
                  <a:pt x="122066" y="64951"/>
                </a:cubicBezTo>
                <a:cubicBezTo>
                  <a:pt x="132141" y="54082"/>
                  <a:pt x="145853" y="48707"/>
                  <a:pt x="163201" y="48826"/>
                </a:cubicBezTo>
                <a:cubicBezTo>
                  <a:pt x="166480" y="48826"/>
                  <a:pt x="168954" y="50138"/>
                  <a:pt x="170623" y="52761"/>
                </a:cubicBezTo>
                <a:cubicBezTo>
                  <a:pt x="173187" y="50495"/>
                  <a:pt x="175452" y="49363"/>
                  <a:pt x="177420" y="49363"/>
                </a:cubicBezTo>
                <a:cubicBezTo>
                  <a:pt x="179804" y="49363"/>
                  <a:pt x="181876" y="50317"/>
                  <a:pt x="183635" y="52224"/>
                </a:cubicBezTo>
                <a:cubicBezTo>
                  <a:pt x="185393" y="54132"/>
                  <a:pt x="186273" y="56308"/>
                  <a:pt x="186273" y="58752"/>
                </a:cubicBezTo>
                <a:cubicBezTo>
                  <a:pt x="186273" y="76339"/>
                  <a:pt x="185259" y="95357"/>
                  <a:pt x="183232" y="115806"/>
                </a:cubicBezTo>
                <a:moveTo>
                  <a:pt x="156852" y="64297"/>
                </a:moveTo>
                <a:cubicBezTo>
                  <a:pt x="145882" y="66270"/>
                  <a:pt x="137596" y="71859"/>
                  <a:pt x="131992" y="81064"/>
                </a:cubicBezTo>
                <a:cubicBezTo>
                  <a:pt x="127461" y="88535"/>
                  <a:pt x="125195" y="97322"/>
                  <a:pt x="125195" y="107425"/>
                </a:cubicBezTo>
                <a:cubicBezTo>
                  <a:pt x="125195" y="114478"/>
                  <a:pt x="127342" y="120216"/>
                  <a:pt x="131634" y="124639"/>
                </a:cubicBezTo>
                <a:cubicBezTo>
                  <a:pt x="136344" y="129541"/>
                  <a:pt x="142872" y="131872"/>
                  <a:pt x="151218" y="131634"/>
                </a:cubicBezTo>
                <a:cubicBezTo>
                  <a:pt x="156882" y="131455"/>
                  <a:pt x="161025" y="128376"/>
                  <a:pt x="163648" y="122398"/>
                </a:cubicBezTo>
                <a:cubicBezTo>
                  <a:pt x="166510" y="115704"/>
                  <a:pt x="168030" y="104317"/>
                  <a:pt x="168209" y="88238"/>
                </a:cubicBezTo>
                <a:lnTo>
                  <a:pt x="169461" y="64297"/>
                </a:lnTo>
                <a:cubicBezTo>
                  <a:pt x="168269" y="64714"/>
                  <a:pt x="166182" y="64803"/>
                  <a:pt x="163201" y="64565"/>
                </a:cubicBezTo>
                <a:cubicBezTo>
                  <a:pt x="159922" y="64207"/>
                  <a:pt x="157806" y="64118"/>
                  <a:pt x="156852" y="64297"/>
                </a:cubicBezTo>
                <a:close/>
                <a:moveTo>
                  <a:pt x="282733" y="91750"/>
                </a:moveTo>
                <a:cubicBezTo>
                  <a:pt x="282733" y="96043"/>
                  <a:pt x="282763" y="102481"/>
                  <a:pt x="282822" y="111066"/>
                </a:cubicBezTo>
                <a:cubicBezTo>
                  <a:pt x="282882" y="119651"/>
                  <a:pt x="282912" y="126090"/>
                  <a:pt x="282912" y="130382"/>
                </a:cubicBezTo>
                <a:cubicBezTo>
                  <a:pt x="282912" y="131694"/>
                  <a:pt x="283016" y="133691"/>
                  <a:pt x="283225" y="136373"/>
                </a:cubicBezTo>
                <a:cubicBezTo>
                  <a:pt x="283433" y="139056"/>
                  <a:pt x="283538" y="141053"/>
                  <a:pt x="283538" y="142365"/>
                </a:cubicBezTo>
                <a:cubicBezTo>
                  <a:pt x="283538" y="144928"/>
                  <a:pt x="282673" y="147030"/>
                  <a:pt x="280944" y="148669"/>
                </a:cubicBezTo>
                <a:cubicBezTo>
                  <a:pt x="279215" y="150309"/>
                  <a:pt x="277099" y="151129"/>
                  <a:pt x="274595" y="151129"/>
                </a:cubicBezTo>
                <a:cubicBezTo>
                  <a:pt x="270005" y="151129"/>
                  <a:pt x="267083" y="148297"/>
                  <a:pt x="265831" y="142633"/>
                </a:cubicBezTo>
                <a:cubicBezTo>
                  <a:pt x="258379" y="146508"/>
                  <a:pt x="249794" y="148446"/>
                  <a:pt x="240077" y="148446"/>
                </a:cubicBezTo>
                <a:cubicBezTo>
                  <a:pt x="232267" y="148446"/>
                  <a:pt x="225799" y="146717"/>
                  <a:pt x="220672" y="143259"/>
                </a:cubicBezTo>
                <a:cubicBezTo>
                  <a:pt x="215008" y="139444"/>
                  <a:pt x="211640" y="133870"/>
                  <a:pt x="210567" y="126537"/>
                </a:cubicBezTo>
                <a:cubicBezTo>
                  <a:pt x="208241" y="110738"/>
                  <a:pt x="207079" y="96669"/>
                  <a:pt x="207079" y="84328"/>
                </a:cubicBezTo>
                <a:cubicBezTo>
                  <a:pt x="207079" y="76160"/>
                  <a:pt x="207973" y="66860"/>
                  <a:pt x="209762" y="56427"/>
                </a:cubicBezTo>
                <a:cubicBezTo>
                  <a:pt x="210596" y="51241"/>
                  <a:pt x="213428" y="48647"/>
                  <a:pt x="218257" y="48647"/>
                </a:cubicBezTo>
                <a:cubicBezTo>
                  <a:pt x="220821" y="48647"/>
                  <a:pt x="222967" y="49466"/>
                  <a:pt x="224696" y="51104"/>
                </a:cubicBezTo>
                <a:cubicBezTo>
                  <a:pt x="226425" y="52741"/>
                  <a:pt x="227289" y="54841"/>
                  <a:pt x="227289" y="57403"/>
                </a:cubicBezTo>
                <a:cubicBezTo>
                  <a:pt x="227289" y="60141"/>
                  <a:pt x="226857" y="64518"/>
                  <a:pt x="225992" y="70534"/>
                </a:cubicBezTo>
                <a:cubicBezTo>
                  <a:pt x="225128" y="76548"/>
                  <a:pt x="224696" y="81133"/>
                  <a:pt x="224696" y="84289"/>
                </a:cubicBezTo>
                <a:cubicBezTo>
                  <a:pt x="224696" y="94234"/>
                  <a:pt x="225024" y="102750"/>
                  <a:pt x="225679" y="109837"/>
                </a:cubicBezTo>
                <a:cubicBezTo>
                  <a:pt x="226335" y="116923"/>
                  <a:pt x="227319" y="122610"/>
                  <a:pt x="228630" y="126897"/>
                </a:cubicBezTo>
                <a:cubicBezTo>
                  <a:pt x="230598" y="127970"/>
                  <a:pt x="232535" y="128790"/>
                  <a:pt x="234443" y="129356"/>
                </a:cubicBezTo>
                <a:cubicBezTo>
                  <a:pt x="236351" y="129921"/>
                  <a:pt x="238229" y="130203"/>
                  <a:pt x="240077" y="130203"/>
                </a:cubicBezTo>
                <a:cubicBezTo>
                  <a:pt x="248066" y="130203"/>
                  <a:pt x="256501" y="128923"/>
                  <a:pt x="265384" y="126363"/>
                </a:cubicBezTo>
                <a:lnTo>
                  <a:pt x="265295" y="108230"/>
                </a:lnTo>
                <a:lnTo>
                  <a:pt x="265116" y="90901"/>
                </a:lnTo>
                <a:cubicBezTo>
                  <a:pt x="265116" y="78037"/>
                  <a:pt x="265682" y="66871"/>
                  <a:pt x="266815" y="57403"/>
                </a:cubicBezTo>
                <a:cubicBezTo>
                  <a:pt x="267471" y="51923"/>
                  <a:pt x="270362" y="49184"/>
                  <a:pt x="275489" y="49184"/>
                </a:cubicBezTo>
                <a:cubicBezTo>
                  <a:pt x="278053" y="49184"/>
                  <a:pt x="280199" y="50019"/>
                  <a:pt x="281928" y="51688"/>
                </a:cubicBezTo>
                <a:cubicBezTo>
                  <a:pt x="283657" y="53357"/>
                  <a:pt x="284462" y="55444"/>
                  <a:pt x="284342" y="57948"/>
                </a:cubicBezTo>
                <a:lnTo>
                  <a:pt x="282733" y="91750"/>
                </a:lnTo>
                <a:close/>
                <a:moveTo>
                  <a:pt x="374990" y="149877"/>
                </a:moveTo>
                <a:cubicBezTo>
                  <a:pt x="373857" y="149877"/>
                  <a:pt x="371800" y="148554"/>
                  <a:pt x="368819" y="145908"/>
                </a:cubicBezTo>
                <a:cubicBezTo>
                  <a:pt x="366137" y="143444"/>
                  <a:pt x="364140" y="141249"/>
                  <a:pt x="362828" y="139325"/>
                </a:cubicBezTo>
                <a:cubicBezTo>
                  <a:pt x="357105" y="142454"/>
                  <a:pt x="352067" y="144817"/>
                  <a:pt x="347715" y="146411"/>
                </a:cubicBezTo>
                <a:cubicBezTo>
                  <a:pt x="343363" y="148006"/>
                  <a:pt x="339726" y="148804"/>
                  <a:pt x="336805" y="148804"/>
                </a:cubicBezTo>
                <a:cubicBezTo>
                  <a:pt x="322855" y="148804"/>
                  <a:pt x="312690" y="144869"/>
                  <a:pt x="306311" y="136999"/>
                </a:cubicBezTo>
                <a:cubicBezTo>
                  <a:pt x="300290" y="129607"/>
                  <a:pt x="297279" y="118280"/>
                  <a:pt x="297279" y="103018"/>
                </a:cubicBezTo>
                <a:cubicBezTo>
                  <a:pt x="297279" y="88591"/>
                  <a:pt x="302242" y="76250"/>
                  <a:pt x="312169" y="65996"/>
                </a:cubicBezTo>
                <a:cubicBezTo>
                  <a:pt x="322095" y="55742"/>
                  <a:pt x="333944" y="50615"/>
                  <a:pt x="347715" y="50615"/>
                </a:cubicBezTo>
                <a:cubicBezTo>
                  <a:pt x="352902" y="50615"/>
                  <a:pt x="358714" y="51956"/>
                  <a:pt x="365153" y="54639"/>
                </a:cubicBezTo>
                <a:cubicBezTo>
                  <a:pt x="373261" y="57977"/>
                  <a:pt x="377315" y="62001"/>
                  <a:pt x="377315" y="66711"/>
                </a:cubicBezTo>
                <a:cubicBezTo>
                  <a:pt x="377315" y="68321"/>
                  <a:pt x="376719" y="69752"/>
                  <a:pt x="375526" y="71004"/>
                </a:cubicBezTo>
                <a:cubicBezTo>
                  <a:pt x="374930" y="73269"/>
                  <a:pt x="374468" y="76995"/>
                  <a:pt x="374140" y="82182"/>
                </a:cubicBezTo>
                <a:cubicBezTo>
                  <a:pt x="373812" y="87368"/>
                  <a:pt x="373619" y="94016"/>
                  <a:pt x="373559" y="102124"/>
                </a:cubicBezTo>
                <a:cubicBezTo>
                  <a:pt x="373499" y="109516"/>
                  <a:pt x="374006" y="115359"/>
                  <a:pt x="375079" y="119651"/>
                </a:cubicBezTo>
                <a:cubicBezTo>
                  <a:pt x="375675" y="122274"/>
                  <a:pt x="377553" y="127520"/>
                  <a:pt x="380713" y="135390"/>
                </a:cubicBezTo>
                <a:cubicBezTo>
                  <a:pt x="381130" y="136463"/>
                  <a:pt x="381816" y="138043"/>
                  <a:pt x="382770" y="140129"/>
                </a:cubicBezTo>
                <a:lnTo>
                  <a:pt x="383306" y="141650"/>
                </a:lnTo>
                <a:cubicBezTo>
                  <a:pt x="383306" y="144034"/>
                  <a:pt x="382472" y="146002"/>
                  <a:pt x="380802" y="147552"/>
                </a:cubicBezTo>
                <a:cubicBezTo>
                  <a:pt x="379133" y="149102"/>
                  <a:pt x="377196" y="149877"/>
                  <a:pt x="374990" y="149877"/>
                </a:cubicBezTo>
                <a:moveTo>
                  <a:pt x="356389" y="87760"/>
                </a:moveTo>
                <a:cubicBezTo>
                  <a:pt x="356389" y="85202"/>
                  <a:pt x="356553" y="82422"/>
                  <a:pt x="356881" y="79421"/>
                </a:cubicBezTo>
                <a:cubicBezTo>
                  <a:pt x="357209" y="76418"/>
                  <a:pt x="357701" y="73222"/>
                  <a:pt x="358357" y="69833"/>
                </a:cubicBezTo>
                <a:cubicBezTo>
                  <a:pt x="356151" y="68702"/>
                  <a:pt x="354258" y="67869"/>
                  <a:pt x="352678" y="67334"/>
                </a:cubicBezTo>
                <a:cubicBezTo>
                  <a:pt x="351098" y="66800"/>
                  <a:pt x="349832" y="66532"/>
                  <a:pt x="348878" y="66532"/>
                </a:cubicBezTo>
                <a:cubicBezTo>
                  <a:pt x="339637" y="66532"/>
                  <a:pt x="331663" y="70293"/>
                  <a:pt x="324956" y="77814"/>
                </a:cubicBezTo>
                <a:cubicBezTo>
                  <a:pt x="318249" y="85335"/>
                  <a:pt x="314896" y="94001"/>
                  <a:pt x="314896" y="103812"/>
                </a:cubicBezTo>
                <a:cubicBezTo>
                  <a:pt x="314896" y="113563"/>
                  <a:pt x="316625" y="120876"/>
                  <a:pt x="320083" y="125751"/>
                </a:cubicBezTo>
                <a:cubicBezTo>
                  <a:pt x="323540" y="130627"/>
                  <a:pt x="328727" y="133065"/>
                  <a:pt x="335643" y="133065"/>
                </a:cubicBezTo>
                <a:cubicBezTo>
                  <a:pt x="341366" y="133065"/>
                  <a:pt x="346225" y="132024"/>
                  <a:pt x="350219" y="129943"/>
                </a:cubicBezTo>
                <a:cubicBezTo>
                  <a:pt x="352365" y="128814"/>
                  <a:pt x="355376" y="126555"/>
                  <a:pt x="359251" y="123166"/>
                </a:cubicBezTo>
                <a:cubicBezTo>
                  <a:pt x="357343" y="107409"/>
                  <a:pt x="356389" y="95607"/>
                  <a:pt x="356389" y="87760"/>
                </a:cubicBezTo>
                <a:close/>
                <a:moveTo>
                  <a:pt x="421723" y="73686"/>
                </a:moveTo>
                <a:lnTo>
                  <a:pt x="420382" y="118184"/>
                </a:lnTo>
                <a:cubicBezTo>
                  <a:pt x="420382" y="122899"/>
                  <a:pt x="420144" y="129823"/>
                  <a:pt x="419667" y="138956"/>
                </a:cubicBezTo>
                <a:cubicBezTo>
                  <a:pt x="419070" y="144925"/>
                  <a:pt x="416149" y="147909"/>
                  <a:pt x="410903" y="147909"/>
                </a:cubicBezTo>
                <a:cubicBezTo>
                  <a:pt x="405060" y="147909"/>
                  <a:pt x="402139" y="144865"/>
                  <a:pt x="402139" y="138777"/>
                </a:cubicBezTo>
                <a:cubicBezTo>
                  <a:pt x="402139" y="131554"/>
                  <a:pt x="402467" y="120705"/>
                  <a:pt x="403123" y="106232"/>
                </a:cubicBezTo>
                <a:cubicBezTo>
                  <a:pt x="403779" y="91758"/>
                  <a:pt x="404107" y="80909"/>
                  <a:pt x="404107" y="73686"/>
                </a:cubicBezTo>
                <a:cubicBezTo>
                  <a:pt x="404107" y="64256"/>
                  <a:pt x="404256" y="53467"/>
                  <a:pt x="404554" y="41320"/>
                </a:cubicBezTo>
                <a:cubicBezTo>
                  <a:pt x="404852" y="29173"/>
                  <a:pt x="405001" y="18384"/>
                  <a:pt x="405001" y="8954"/>
                </a:cubicBezTo>
                <a:cubicBezTo>
                  <a:pt x="405001" y="2985"/>
                  <a:pt x="407922" y="0"/>
                  <a:pt x="413765" y="0"/>
                </a:cubicBezTo>
                <a:cubicBezTo>
                  <a:pt x="419667" y="0"/>
                  <a:pt x="422618" y="2985"/>
                  <a:pt x="422618" y="8954"/>
                </a:cubicBezTo>
                <a:cubicBezTo>
                  <a:pt x="422618" y="18384"/>
                  <a:pt x="422469" y="29173"/>
                  <a:pt x="422171" y="41320"/>
                </a:cubicBezTo>
                <a:cubicBezTo>
                  <a:pt x="421872" y="53467"/>
                  <a:pt x="421723" y="64256"/>
                  <a:pt x="421723" y="73686"/>
                </a:cubicBezTo>
                <a:close/>
                <a:moveTo>
                  <a:pt x="472087" y="73686"/>
                </a:moveTo>
                <a:lnTo>
                  <a:pt x="470746" y="118184"/>
                </a:lnTo>
                <a:cubicBezTo>
                  <a:pt x="470746" y="122899"/>
                  <a:pt x="470508" y="129823"/>
                  <a:pt x="470031" y="138956"/>
                </a:cubicBezTo>
                <a:cubicBezTo>
                  <a:pt x="469434" y="144925"/>
                  <a:pt x="466513" y="147909"/>
                  <a:pt x="461267" y="147909"/>
                </a:cubicBezTo>
                <a:cubicBezTo>
                  <a:pt x="455424" y="147909"/>
                  <a:pt x="452503" y="144865"/>
                  <a:pt x="452503" y="138777"/>
                </a:cubicBezTo>
                <a:cubicBezTo>
                  <a:pt x="452503" y="131554"/>
                  <a:pt x="452831" y="120705"/>
                  <a:pt x="453487" y="106232"/>
                </a:cubicBezTo>
                <a:cubicBezTo>
                  <a:pt x="454143" y="91758"/>
                  <a:pt x="454471" y="80909"/>
                  <a:pt x="454471" y="73686"/>
                </a:cubicBezTo>
                <a:cubicBezTo>
                  <a:pt x="454471" y="64256"/>
                  <a:pt x="454620" y="53467"/>
                  <a:pt x="454918" y="41320"/>
                </a:cubicBezTo>
                <a:cubicBezTo>
                  <a:pt x="455216" y="29173"/>
                  <a:pt x="455365" y="18384"/>
                  <a:pt x="455365" y="8954"/>
                </a:cubicBezTo>
                <a:cubicBezTo>
                  <a:pt x="455365" y="2985"/>
                  <a:pt x="458286" y="0"/>
                  <a:pt x="464129" y="0"/>
                </a:cubicBezTo>
                <a:cubicBezTo>
                  <a:pt x="470031" y="0"/>
                  <a:pt x="472982" y="2985"/>
                  <a:pt x="472982" y="8954"/>
                </a:cubicBezTo>
                <a:cubicBezTo>
                  <a:pt x="472982" y="18384"/>
                  <a:pt x="472833" y="29173"/>
                  <a:pt x="472535" y="41320"/>
                </a:cubicBezTo>
                <a:cubicBezTo>
                  <a:pt x="472236" y="53467"/>
                  <a:pt x="472087" y="64256"/>
                  <a:pt x="472087" y="73686"/>
                </a:cubicBezTo>
                <a:close/>
                <a:moveTo>
                  <a:pt x="577717" y="64193"/>
                </a:moveTo>
                <a:lnTo>
                  <a:pt x="546776" y="131092"/>
                </a:lnTo>
                <a:cubicBezTo>
                  <a:pt x="539145" y="147369"/>
                  <a:pt x="533302" y="160992"/>
                  <a:pt x="529249" y="171962"/>
                </a:cubicBezTo>
                <a:lnTo>
                  <a:pt x="523346" y="189313"/>
                </a:lnTo>
                <a:cubicBezTo>
                  <a:pt x="521796" y="193665"/>
                  <a:pt x="519114" y="195841"/>
                  <a:pt x="515298" y="195841"/>
                </a:cubicBezTo>
                <a:cubicBezTo>
                  <a:pt x="512794" y="195841"/>
                  <a:pt x="510633" y="195017"/>
                  <a:pt x="508815" y="193368"/>
                </a:cubicBezTo>
                <a:cubicBezTo>
                  <a:pt x="506997" y="191721"/>
                  <a:pt x="506087" y="189669"/>
                  <a:pt x="506087" y="187212"/>
                </a:cubicBezTo>
                <a:cubicBezTo>
                  <a:pt x="506087" y="181220"/>
                  <a:pt x="512526" y="163981"/>
                  <a:pt x="525403" y="135493"/>
                </a:cubicBezTo>
                <a:lnTo>
                  <a:pt x="493389" y="73795"/>
                </a:lnTo>
                <a:lnTo>
                  <a:pt x="489365" y="67256"/>
                </a:lnTo>
                <a:cubicBezTo>
                  <a:pt x="487755" y="64510"/>
                  <a:pt x="486950" y="62212"/>
                  <a:pt x="486950" y="60362"/>
                </a:cubicBezTo>
                <a:cubicBezTo>
                  <a:pt x="486950" y="57918"/>
                  <a:pt x="487889" y="55772"/>
                  <a:pt x="489767" y="53923"/>
                </a:cubicBezTo>
                <a:cubicBezTo>
                  <a:pt x="491645" y="52075"/>
                  <a:pt x="493747" y="51151"/>
                  <a:pt x="496072" y="51151"/>
                </a:cubicBezTo>
                <a:cubicBezTo>
                  <a:pt x="498814" y="51151"/>
                  <a:pt x="500931" y="52195"/>
                  <a:pt x="502421" y="54281"/>
                </a:cubicBezTo>
                <a:cubicBezTo>
                  <a:pt x="512556" y="68371"/>
                  <a:pt x="523436" y="88431"/>
                  <a:pt x="535061" y="114462"/>
                </a:cubicBezTo>
                <a:lnTo>
                  <a:pt x="548296" y="83515"/>
                </a:lnTo>
                <a:cubicBezTo>
                  <a:pt x="553065" y="72838"/>
                  <a:pt x="557656" y="63660"/>
                  <a:pt x="562068" y="55980"/>
                </a:cubicBezTo>
                <a:cubicBezTo>
                  <a:pt x="563975" y="52642"/>
                  <a:pt x="566479" y="50972"/>
                  <a:pt x="569579" y="50972"/>
                </a:cubicBezTo>
                <a:cubicBezTo>
                  <a:pt x="572024" y="50972"/>
                  <a:pt x="574185" y="51836"/>
                  <a:pt x="576063" y="53563"/>
                </a:cubicBezTo>
                <a:cubicBezTo>
                  <a:pt x="577941" y="55290"/>
                  <a:pt x="578880" y="57345"/>
                  <a:pt x="578880" y="59728"/>
                </a:cubicBezTo>
                <a:cubicBezTo>
                  <a:pt x="578880" y="61037"/>
                  <a:pt x="578492" y="62526"/>
                  <a:pt x="577717" y="64193"/>
                </a:cubicBezTo>
                <a:close/>
                <a:moveTo>
                  <a:pt x="709893" y="67863"/>
                </a:moveTo>
                <a:cubicBezTo>
                  <a:pt x="708641" y="67863"/>
                  <a:pt x="707166" y="67803"/>
                  <a:pt x="705467" y="67684"/>
                </a:cubicBezTo>
                <a:cubicBezTo>
                  <a:pt x="703768" y="67563"/>
                  <a:pt x="702292" y="67502"/>
                  <a:pt x="701040" y="67502"/>
                </a:cubicBezTo>
                <a:cubicBezTo>
                  <a:pt x="699669" y="67502"/>
                  <a:pt x="695615" y="67954"/>
                  <a:pt x="688878" y="68857"/>
                </a:cubicBezTo>
                <a:lnTo>
                  <a:pt x="690577" y="121649"/>
                </a:lnTo>
                <a:lnTo>
                  <a:pt x="690667" y="125581"/>
                </a:lnTo>
                <a:lnTo>
                  <a:pt x="690756" y="130136"/>
                </a:lnTo>
                <a:cubicBezTo>
                  <a:pt x="690995" y="143177"/>
                  <a:pt x="687865" y="149698"/>
                  <a:pt x="681367" y="149698"/>
                </a:cubicBezTo>
                <a:cubicBezTo>
                  <a:pt x="678982" y="149698"/>
                  <a:pt x="676910" y="148924"/>
                  <a:pt x="675152" y="147376"/>
                </a:cubicBezTo>
                <a:cubicBezTo>
                  <a:pt x="673393" y="145827"/>
                  <a:pt x="672514" y="143892"/>
                  <a:pt x="672514" y="141569"/>
                </a:cubicBezTo>
                <a:cubicBezTo>
                  <a:pt x="672514" y="139307"/>
                  <a:pt x="672603" y="135913"/>
                  <a:pt x="672782" y="131388"/>
                </a:cubicBezTo>
                <a:cubicBezTo>
                  <a:pt x="672961" y="126861"/>
                  <a:pt x="673050" y="123466"/>
                  <a:pt x="673050" y="121202"/>
                </a:cubicBezTo>
                <a:lnTo>
                  <a:pt x="671262" y="69036"/>
                </a:lnTo>
                <a:cubicBezTo>
                  <a:pt x="666910" y="68857"/>
                  <a:pt x="660292" y="68348"/>
                  <a:pt x="651409" y="67508"/>
                </a:cubicBezTo>
                <a:cubicBezTo>
                  <a:pt x="646103" y="66789"/>
                  <a:pt x="643450" y="63824"/>
                  <a:pt x="643450" y="58613"/>
                </a:cubicBezTo>
                <a:cubicBezTo>
                  <a:pt x="643450" y="55976"/>
                  <a:pt x="644255" y="53791"/>
                  <a:pt x="645865" y="52057"/>
                </a:cubicBezTo>
                <a:cubicBezTo>
                  <a:pt x="647475" y="50320"/>
                  <a:pt x="649531" y="49452"/>
                  <a:pt x="652035" y="49452"/>
                </a:cubicBezTo>
                <a:lnTo>
                  <a:pt x="670815" y="50972"/>
                </a:lnTo>
                <a:cubicBezTo>
                  <a:pt x="670815" y="47923"/>
                  <a:pt x="670680" y="43843"/>
                  <a:pt x="670412" y="38732"/>
                </a:cubicBezTo>
                <a:cubicBezTo>
                  <a:pt x="670144" y="33620"/>
                  <a:pt x="670010" y="29929"/>
                  <a:pt x="670010" y="27658"/>
                </a:cubicBezTo>
                <a:cubicBezTo>
                  <a:pt x="670010" y="25146"/>
                  <a:pt x="670874" y="23069"/>
                  <a:pt x="672603" y="21426"/>
                </a:cubicBezTo>
                <a:cubicBezTo>
                  <a:pt x="674332" y="19781"/>
                  <a:pt x="676448" y="18958"/>
                  <a:pt x="678952" y="18958"/>
                </a:cubicBezTo>
                <a:cubicBezTo>
                  <a:pt x="684318" y="18958"/>
                  <a:pt x="687448" y="23340"/>
                  <a:pt x="688342" y="32104"/>
                </a:cubicBezTo>
                <a:cubicBezTo>
                  <a:pt x="688521" y="34309"/>
                  <a:pt x="688610" y="36962"/>
                  <a:pt x="688610" y="40063"/>
                </a:cubicBezTo>
                <a:lnTo>
                  <a:pt x="688431" y="45249"/>
                </a:lnTo>
                <a:lnTo>
                  <a:pt x="688342" y="50794"/>
                </a:lnTo>
                <a:cubicBezTo>
                  <a:pt x="695734" y="49840"/>
                  <a:pt x="699967" y="49363"/>
                  <a:pt x="701040" y="49363"/>
                </a:cubicBezTo>
                <a:cubicBezTo>
                  <a:pt x="707240" y="49363"/>
                  <a:pt x="711294" y="49661"/>
                  <a:pt x="713202" y="50257"/>
                </a:cubicBezTo>
                <a:cubicBezTo>
                  <a:pt x="716839" y="51457"/>
                  <a:pt x="718657" y="54285"/>
                  <a:pt x="718657" y="58741"/>
                </a:cubicBezTo>
                <a:cubicBezTo>
                  <a:pt x="718657" y="61390"/>
                  <a:pt x="717837" y="63573"/>
                  <a:pt x="716198" y="65289"/>
                </a:cubicBezTo>
                <a:cubicBezTo>
                  <a:pt x="714558" y="67005"/>
                  <a:pt x="712457" y="67863"/>
                  <a:pt x="709893" y="67863"/>
                </a:cubicBezTo>
                <a:close/>
                <a:moveTo>
                  <a:pt x="805871" y="77711"/>
                </a:moveTo>
                <a:cubicBezTo>
                  <a:pt x="805453" y="85163"/>
                  <a:pt x="802472" y="88889"/>
                  <a:pt x="796928" y="88889"/>
                </a:cubicBezTo>
                <a:cubicBezTo>
                  <a:pt x="791801" y="88889"/>
                  <a:pt x="789237" y="85950"/>
                  <a:pt x="789237" y="80072"/>
                </a:cubicBezTo>
                <a:cubicBezTo>
                  <a:pt x="789237" y="78943"/>
                  <a:pt x="789148" y="76864"/>
                  <a:pt x="788969" y="73835"/>
                </a:cubicBezTo>
                <a:lnTo>
                  <a:pt x="788701" y="66354"/>
                </a:lnTo>
                <a:cubicBezTo>
                  <a:pt x="779281" y="67488"/>
                  <a:pt x="771740" y="70147"/>
                  <a:pt x="766076" y="74329"/>
                </a:cubicBezTo>
                <a:cubicBezTo>
                  <a:pt x="760770" y="78214"/>
                  <a:pt x="756359" y="84069"/>
                  <a:pt x="752841" y="91896"/>
                </a:cubicBezTo>
                <a:lnTo>
                  <a:pt x="753020" y="141004"/>
                </a:lnTo>
                <a:cubicBezTo>
                  <a:pt x="753020" y="147038"/>
                  <a:pt x="750069" y="150056"/>
                  <a:pt x="744167" y="150056"/>
                </a:cubicBezTo>
                <a:cubicBezTo>
                  <a:pt x="738921" y="150056"/>
                  <a:pt x="736298" y="147039"/>
                  <a:pt x="736298" y="141007"/>
                </a:cubicBezTo>
                <a:lnTo>
                  <a:pt x="736298" y="78116"/>
                </a:lnTo>
                <a:cubicBezTo>
                  <a:pt x="736298" y="76145"/>
                  <a:pt x="736372" y="73189"/>
                  <a:pt x="736521" y="69249"/>
                </a:cubicBezTo>
                <a:cubicBezTo>
                  <a:pt x="736670" y="65307"/>
                  <a:pt x="736745" y="62350"/>
                  <a:pt x="736745" y="60379"/>
                </a:cubicBezTo>
                <a:cubicBezTo>
                  <a:pt x="736745" y="54346"/>
                  <a:pt x="739368" y="51330"/>
                  <a:pt x="744614" y="51330"/>
                </a:cubicBezTo>
                <a:cubicBezTo>
                  <a:pt x="750457" y="51330"/>
                  <a:pt x="753408" y="56278"/>
                  <a:pt x="753467" y="66175"/>
                </a:cubicBezTo>
                <a:cubicBezTo>
                  <a:pt x="764914" y="55086"/>
                  <a:pt x="777612" y="49542"/>
                  <a:pt x="791563" y="49542"/>
                </a:cubicBezTo>
                <a:cubicBezTo>
                  <a:pt x="796392" y="49542"/>
                  <a:pt x="799998" y="51360"/>
                  <a:pt x="802383" y="54997"/>
                </a:cubicBezTo>
                <a:cubicBezTo>
                  <a:pt x="804768" y="58633"/>
                  <a:pt x="805960" y="64118"/>
                  <a:pt x="805960" y="71451"/>
                </a:cubicBezTo>
                <a:cubicBezTo>
                  <a:pt x="805960" y="74551"/>
                  <a:pt x="805930" y="76637"/>
                  <a:pt x="805871" y="77711"/>
                </a:cubicBezTo>
                <a:close/>
                <a:moveTo>
                  <a:pt x="865815" y="148088"/>
                </a:moveTo>
                <a:cubicBezTo>
                  <a:pt x="852342" y="148088"/>
                  <a:pt x="841432" y="144717"/>
                  <a:pt x="833086" y="137975"/>
                </a:cubicBezTo>
                <a:cubicBezTo>
                  <a:pt x="823964" y="130515"/>
                  <a:pt x="819404" y="120072"/>
                  <a:pt x="819404" y="106645"/>
                </a:cubicBezTo>
                <a:cubicBezTo>
                  <a:pt x="819404" y="91132"/>
                  <a:pt x="823159" y="78124"/>
                  <a:pt x="830671" y="67622"/>
                </a:cubicBezTo>
                <a:cubicBezTo>
                  <a:pt x="838839" y="56165"/>
                  <a:pt x="849748" y="50436"/>
                  <a:pt x="863401" y="50436"/>
                </a:cubicBezTo>
                <a:cubicBezTo>
                  <a:pt x="873297" y="50436"/>
                  <a:pt x="881375" y="52105"/>
                  <a:pt x="887635" y="55444"/>
                </a:cubicBezTo>
                <a:cubicBezTo>
                  <a:pt x="895326" y="59557"/>
                  <a:pt x="899171" y="65877"/>
                  <a:pt x="899171" y="74402"/>
                </a:cubicBezTo>
                <a:cubicBezTo>
                  <a:pt x="899171" y="80363"/>
                  <a:pt x="895802" y="85789"/>
                  <a:pt x="889066" y="90677"/>
                </a:cubicBezTo>
                <a:cubicBezTo>
                  <a:pt x="886085" y="92823"/>
                  <a:pt x="879766" y="96162"/>
                  <a:pt x="870108" y="100693"/>
                </a:cubicBezTo>
                <a:lnTo>
                  <a:pt x="835947" y="116879"/>
                </a:lnTo>
                <a:cubicBezTo>
                  <a:pt x="839286" y="121827"/>
                  <a:pt x="843444" y="125553"/>
                  <a:pt x="848422" y="128057"/>
                </a:cubicBezTo>
                <a:cubicBezTo>
                  <a:pt x="853400" y="130561"/>
                  <a:pt x="859198" y="131813"/>
                  <a:pt x="865815" y="131813"/>
                </a:cubicBezTo>
                <a:cubicBezTo>
                  <a:pt x="869929" y="131813"/>
                  <a:pt x="874758" y="131038"/>
                  <a:pt x="880302" y="129488"/>
                </a:cubicBezTo>
                <a:cubicBezTo>
                  <a:pt x="887337" y="127520"/>
                  <a:pt x="891868" y="124942"/>
                  <a:pt x="893895" y="121752"/>
                </a:cubicBezTo>
                <a:cubicBezTo>
                  <a:pt x="895922" y="118563"/>
                  <a:pt x="898098" y="116968"/>
                  <a:pt x="900423" y="116968"/>
                </a:cubicBezTo>
                <a:cubicBezTo>
                  <a:pt x="902509" y="116968"/>
                  <a:pt x="904372" y="117761"/>
                  <a:pt x="906012" y="119346"/>
                </a:cubicBezTo>
                <a:cubicBezTo>
                  <a:pt x="907651" y="120930"/>
                  <a:pt x="908471" y="122768"/>
                  <a:pt x="908471" y="124860"/>
                </a:cubicBezTo>
                <a:cubicBezTo>
                  <a:pt x="908471" y="131496"/>
                  <a:pt x="903135" y="137206"/>
                  <a:pt x="892464" y="141991"/>
                </a:cubicBezTo>
                <a:cubicBezTo>
                  <a:pt x="883343" y="146056"/>
                  <a:pt x="874460" y="148088"/>
                  <a:pt x="865815" y="148088"/>
                </a:cubicBezTo>
                <a:moveTo>
                  <a:pt x="863401" y="66532"/>
                </a:moveTo>
                <a:cubicBezTo>
                  <a:pt x="856127" y="66532"/>
                  <a:pt x="850076" y="69349"/>
                  <a:pt x="845247" y="74983"/>
                </a:cubicBezTo>
                <a:cubicBezTo>
                  <a:pt x="840418" y="80617"/>
                  <a:pt x="836812" y="89097"/>
                  <a:pt x="834427" y="100425"/>
                </a:cubicBezTo>
                <a:lnTo>
                  <a:pt x="861881" y="87368"/>
                </a:lnTo>
                <a:cubicBezTo>
                  <a:pt x="872671" y="82122"/>
                  <a:pt x="880362" y="77561"/>
                  <a:pt x="884952" y="73686"/>
                </a:cubicBezTo>
                <a:cubicBezTo>
                  <a:pt x="879825" y="68917"/>
                  <a:pt x="872641" y="66532"/>
                  <a:pt x="863401" y="66532"/>
                </a:cubicBezTo>
                <a:close/>
                <a:moveTo>
                  <a:pt x="993860" y="149877"/>
                </a:moveTo>
                <a:cubicBezTo>
                  <a:pt x="992727" y="149877"/>
                  <a:pt x="990671" y="148554"/>
                  <a:pt x="987690" y="145908"/>
                </a:cubicBezTo>
                <a:cubicBezTo>
                  <a:pt x="985007" y="143444"/>
                  <a:pt x="983010" y="141249"/>
                  <a:pt x="981698" y="139325"/>
                </a:cubicBezTo>
                <a:cubicBezTo>
                  <a:pt x="975975" y="142454"/>
                  <a:pt x="970937" y="144817"/>
                  <a:pt x="966585" y="146411"/>
                </a:cubicBezTo>
                <a:cubicBezTo>
                  <a:pt x="962233" y="148006"/>
                  <a:pt x="958597" y="148804"/>
                  <a:pt x="955676" y="148804"/>
                </a:cubicBezTo>
                <a:cubicBezTo>
                  <a:pt x="941725" y="148804"/>
                  <a:pt x="931561" y="144869"/>
                  <a:pt x="925182" y="136999"/>
                </a:cubicBezTo>
                <a:cubicBezTo>
                  <a:pt x="919160" y="129607"/>
                  <a:pt x="916150" y="118280"/>
                  <a:pt x="916150" y="103018"/>
                </a:cubicBezTo>
                <a:cubicBezTo>
                  <a:pt x="916150" y="88591"/>
                  <a:pt x="921113" y="76250"/>
                  <a:pt x="931039" y="65996"/>
                </a:cubicBezTo>
                <a:cubicBezTo>
                  <a:pt x="940965" y="55742"/>
                  <a:pt x="952814" y="50615"/>
                  <a:pt x="966585" y="50615"/>
                </a:cubicBezTo>
                <a:cubicBezTo>
                  <a:pt x="971772" y="50615"/>
                  <a:pt x="977585" y="51956"/>
                  <a:pt x="984023" y="54639"/>
                </a:cubicBezTo>
                <a:cubicBezTo>
                  <a:pt x="992131" y="57977"/>
                  <a:pt x="996185" y="62001"/>
                  <a:pt x="996185" y="66711"/>
                </a:cubicBezTo>
                <a:cubicBezTo>
                  <a:pt x="996185" y="68321"/>
                  <a:pt x="995589" y="69752"/>
                  <a:pt x="994397" y="71004"/>
                </a:cubicBezTo>
                <a:cubicBezTo>
                  <a:pt x="993800" y="73269"/>
                  <a:pt x="993338" y="76995"/>
                  <a:pt x="993011" y="82182"/>
                </a:cubicBezTo>
                <a:cubicBezTo>
                  <a:pt x="992683" y="87368"/>
                  <a:pt x="992489" y="94016"/>
                  <a:pt x="992429" y="102124"/>
                </a:cubicBezTo>
                <a:cubicBezTo>
                  <a:pt x="992370" y="109516"/>
                  <a:pt x="992876" y="115359"/>
                  <a:pt x="993950" y="119651"/>
                </a:cubicBezTo>
                <a:cubicBezTo>
                  <a:pt x="994546" y="122274"/>
                  <a:pt x="996424" y="127520"/>
                  <a:pt x="999583" y="135390"/>
                </a:cubicBezTo>
                <a:cubicBezTo>
                  <a:pt x="1000001" y="136463"/>
                  <a:pt x="1000686" y="138043"/>
                  <a:pt x="1001640" y="140129"/>
                </a:cubicBezTo>
                <a:lnTo>
                  <a:pt x="1002177" y="141650"/>
                </a:lnTo>
                <a:cubicBezTo>
                  <a:pt x="1002177" y="144034"/>
                  <a:pt x="1001342" y="146002"/>
                  <a:pt x="999673" y="147552"/>
                </a:cubicBezTo>
                <a:cubicBezTo>
                  <a:pt x="998003" y="149102"/>
                  <a:pt x="996066" y="149877"/>
                  <a:pt x="993860" y="149877"/>
                </a:cubicBezTo>
                <a:moveTo>
                  <a:pt x="975260" y="87760"/>
                </a:moveTo>
                <a:cubicBezTo>
                  <a:pt x="975260" y="85202"/>
                  <a:pt x="975424" y="82422"/>
                  <a:pt x="975751" y="79421"/>
                </a:cubicBezTo>
                <a:cubicBezTo>
                  <a:pt x="976079" y="76418"/>
                  <a:pt x="976571" y="73222"/>
                  <a:pt x="977227" y="69833"/>
                </a:cubicBezTo>
                <a:cubicBezTo>
                  <a:pt x="975021" y="68702"/>
                  <a:pt x="973128" y="67869"/>
                  <a:pt x="971549" y="67334"/>
                </a:cubicBezTo>
                <a:cubicBezTo>
                  <a:pt x="969969" y="66800"/>
                  <a:pt x="968702" y="66532"/>
                  <a:pt x="967748" y="66532"/>
                </a:cubicBezTo>
                <a:cubicBezTo>
                  <a:pt x="958507" y="66532"/>
                  <a:pt x="950534" y="70293"/>
                  <a:pt x="943827" y="77814"/>
                </a:cubicBezTo>
                <a:cubicBezTo>
                  <a:pt x="937120" y="85335"/>
                  <a:pt x="933766" y="94001"/>
                  <a:pt x="933766" y="103812"/>
                </a:cubicBezTo>
                <a:cubicBezTo>
                  <a:pt x="933766" y="113563"/>
                  <a:pt x="935495" y="120876"/>
                  <a:pt x="938953" y="125751"/>
                </a:cubicBezTo>
                <a:cubicBezTo>
                  <a:pt x="942411" y="130627"/>
                  <a:pt x="947597" y="133065"/>
                  <a:pt x="954513" y="133065"/>
                </a:cubicBezTo>
                <a:cubicBezTo>
                  <a:pt x="960236" y="133065"/>
                  <a:pt x="965095" y="132024"/>
                  <a:pt x="969089" y="129943"/>
                </a:cubicBezTo>
                <a:cubicBezTo>
                  <a:pt x="971236" y="128814"/>
                  <a:pt x="974246" y="126555"/>
                  <a:pt x="978121" y="123166"/>
                </a:cubicBezTo>
                <a:cubicBezTo>
                  <a:pt x="976214" y="107409"/>
                  <a:pt x="975260" y="95607"/>
                  <a:pt x="975260" y="87760"/>
                </a:cubicBezTo>
                <a:close/>
                <a:moveTo>
                  <a:pt x="1077705" y="67863"/>
                </a:moveTo>
                <a:cubicBezTo>
                  <a:pt x="1076453" y="67863"/>
                  <a:pt x="1074978" y="67803"/>
                  <a:pt x="1073279" y="67684"/>
                </a:cubicBezTo>
                <a:cubicBezTo>
                  <a:pt x="1071580" y="67563"/>
                  <a:pt x="1070104" y="67502"/>
                  <a:pt x="1068852" y="67502"/>
                </a:cubicBezTo>
                <a:cubicBezTo>
                  <a:pt x="1067481" y="67502"/>
                  <a:pt x="1063427" y="67954"/>
                  <a:pt x="1056690" y="68857"/>
                </a:cubicBezTo>
                <a:lnTo>
                  <a:pt x="1058389" y="121649"/>
                </a:lnTo>
                <a:lnTo>
                  <a:pt x="1058479" y="125581"/>
                </a:lnTo>
                <a:lnTo>
                  <a:pt x="1058568" y="130136"/>
                </a:lnTo>
                <a:cubicBezTo>
                  <a:pt x="1058807" y="143177"/>
                  <a:pt x="1055677" y="149698"/>
                  <a:pt x="1049179" y="149698"/>
                </a:cubicBezTo>
                <a:cubicBezTo>
                  <a:pt x="1046794" y="149698"/>
                  <a:pt x="1044722" y="148924"/>
                  <a:pt x="1042964" y="147376"/>
                </a:cubicBezTo>
                <a:cubicBezTo>
                  <a:pt x="1041205" y="145827"/>
                  <a:pt x="1040326" y="143892"/>
                  <a:pt x="1040326" y="141569"/>
                </a:cubicBezTo>
                <a:cubicBezTo>
                  <a:pt x="1040326" y="139307"/>
                  <a:pt x="1040415" y="135913"/>
                  <a:pt x="1040594" y="131388"/>
                </a:cubicBezTo>
                <a:cubicBezTo>
                  <a:pt x="1040773" y="126861"/>
                  <a:pt x="1040862" y="123466"/>
                  <a:pt x="1040862" y="121202"/>
                </a:cubicBezTo>
                <a:lnTo>
                  <a:pt x="1039074" y="69036"/>
                </a:lnTo>
                <a:cubicBezTo>
                  <a:pt x="1034722" y="68857"/>
                  <a:pt x="1028104" y="68348"/>
                  <a:pt x="1019221" y="67508"/>
                </a:cubicBezTo>
                <a:cubicBezTo>
                  <a:pt x="1013915" y="66789"/>
                  <a:pt x="1011262" y="63824"/>
                  <a:pt x="1011262" y="58613"/>
                </a:cubicBezTo>
                <a:cubicBezTo>
                  <a:pt x="1011262" y="55976"/>
                  <a:pt x="1012067" y="53791"/>
                  <a:pt x="1013677" y="52057"/>
                </a:cubicBezTo>
                <a:cubicBezTo>
                  <a:pt x="1015287" y="50320"/>
                  <a:pt x="1017343" y="49452"/>
                  <a:pt x="1019847" y="49452"/>
                </a:cubicBezTo>
                <a:lnTo>
                  <a:pt x="1038627" y="50972"/>
                </a:lnTo>
                <a:cubicBezTo>
                  <a:pt x="1038627" y="47923"/>
                  <a:pt x="1038492" y="43843"/>
                  <a:pt x="1038224" y="38732"/>
                </a:cubicBezTo>
                <a:cubicBezTo>
                  <a:pt x="1037956" y="33620"/>
                  <a:pt x="1037822" y="29929"/>
                  <a:pt x="1037822" y="27658"/>
                </a:cubicBezTo>
                <a:cubicBezTo>
                  <a:pt x="1037822" y="25146"/>
                  <a:pt x="1038686" y="23069"/>
                  <a:pt x="1040415" y="21426"/>
                </a:cubicBezTo>
                <a:cubicBezTo>
                  <a:pt x="1042144" y="19781"/>
                  <a:pt x="1044260" y="18958"/>
                  <a:pt x="1046764" y="18958"/>
                </a:cubicBezTo>
                <a:cubicBezTo>
                  <a:pt x="1052130" y="18958"/>
                  <a:pt x="1055260" y="23340"/>
                  <a:pt x="1056154" y="32104"/>
                </a:cubicBezTo>
                <a:cubicBezTo>
                  <a:pt x="1056333" y="34309"/>
                  <a:pt x="1056422" y="36962"/>
                  <a:pt x="1056422" y="40063"/>
                </a:cubicBezTo>
                <a:lnTo>
                  <a:pt x="1056243" y="45249"/>
                </a:lnTo>
                <a:lnTo>
                  <a:pt x="1056154" y="50794"/>
                </a:lnTo>
                <a:cubicBezTo>
                  <a:pt x="1063546" y="49840"/>
                  <a:pt x="1067779" y="49363"/>
                  <a:pt x="1068852" y="49363"/>
                </a:cubicBezTo>
                <a:cubicBezTo>
                  <a:pt x="1075052" y="49363"/>
                  <a:pt x="1079106" y="49661"/>
                  <a:pt x="1081014" y="50257"/>
                </a:cubicBezTo>
                <a:cubicBezTo>
                  <a:pt x="1084651" y="51457"/>
                  <a:pt x="1086469" y="54285"/>
                  <a:pt x="1086469" y="58741"/>
                </a:cubicBezTo>
                <a:cubicBezTo>
                  <a:pt x="1086469" y="61390"/>
                  <a:pt x="1085649" y="63573"/>
                  <a:pt x="1084010" y="65289"/>
                </a:cubicBezTo>
                <a:cubicBezTo>
                  <a:pt x="1082370" y="67005"/>
                  <a:pt x="1080269" y="67863"/>
                  <a:pt x="1077705" y="67863"/>
                </a:cubicBezTo>
                <a:close/>
                <a:moveTo>
                  <a:pt x="1121189" y="30762"/>
                </a:moveTo>
                <a:cubicBezTo>
                  <a:pt x="1118328" y="30762"/>
                  <a:pt x="1115854" y="29749"/>
                  <a:pt x="1113767" y="27722"/>
                </a:cubicBezTo>
                <a:cubicBezTo>
                  <a:pt x="1111681" y="25695"/>
                  <a:pt x="1110637" y="23251"/>
                  <a:pt x="1110637" y="20389"/>
                </a:cubicBezTo>
                <a:cubicBezTo>
                  <a:pt x="1110637" y="17527"/>
                  <a:pt x="1111681" y="15083"/>
                  <a:pt x="1113767" y="13056"/>
                </a:cubicBezTo>
                <a:cubicBezTo>
                  <a:pt x="1115854" y="11029"/>
                  <a:pt x="1118328" y="10016"/>
                  <a:pt x="1121189" y="10016"/>
                </a:cubicBezTo>
                <a:cubicBezTo>
                  <a:pt x="1124051" y="10016"/>
                  <a:pt x="1126510" y="11029"/>
                  <a:pt x="1128567" y="13056"/>
                </a:cubicBezTo>
                <a:cubicBezTo>
                  <a:pt x="1130624" y="15083"/>
                  <a:pt x="1131652" y="17527"/>
                  <a:pt x="1131652" y="20389"/>
                </a:cubicBezTo>
                <a:cubicBezTo>
                  <a:pt x="1131652" y="23251"/>
                  <a:pt x="1130624" y="25695"/>
                  <a:pt x="1128567" y="27722"/>
                </a:cubicBezTo>
                <a:cubicBezTo>
                  <a:pt x="1126510" y="29749"/>
                  <a:pt x="1124051" y="30762"/>
                  <a:pt x="1121189" y="30762"/>
                </a:cubicBezTo>
                <a:moveTo>
                  <a:pt x="1125214" y="103426"/>
                </a:moveTo>
                <a:cubicBezTo>
                  <a:pt x="1125214" y="107007"/>
                  <a:pt x="1125318" y="112363"/>
                  <a:pt x="1125527" y="119494"/>
                </a:cubicBezTo>
                <a:cubicBezTo>
                  <a:pt x="1125735" y="126624"/>
                  <a:pt x="1125840" y="131980"/>
                  <a:pt x="1125840" y="135560"/>
                </a:cubicBezTo>
                <a:cubicBezTo>
                  <a:pt x="1125840" y="138185"/>
                  <a:pt x="1125035" y="140333"/>
                  <a:pt x="1123425" y="142004"/>
                </a:cubicBezTo>
                <a:cubicBezTo>
                  <a:pt x="1121815" y="143676"/>
                  <a:pt x="1119699" y="144511"/>
                  <a:pt x="1117076" y="144511"/>
                </a:cubicBezTo>
                <a:cubicBezTo>
                  <a:pt x="1114512" y="144511"/>
                  <a:pt x="1112411" y="143676"/>
                  <a:pt x="1110771" y="142004"/>
                </a:cubicBezTo>
                <a:cubicBezTo>
                  <a:pt x="1109132" y="140333"/>
                  <a:pt x="1108312" y="138185"/>
                  <a:pt x="1108312" y="135560"/>
                </a:cubicBezTo>
                <a:cubicBezTo>
                  <a:pt x="1108312" y="131980"/>
                  <a:pt x="1108208" y="126624"/>
                  <a:pt x="1107999" y="119494"/>
                </a:cubicBezTo>
                <a:cubicBezTo>
                  <a:pt x="1107791" y="112363"/>
                  <a:pt x="1107686" y="107007"/>
                  <a:pt x="1107686" y="103426"/>
                </a:cubicBezTo>
                <a:cubicBezTo>
                  <a:pt x="1107686" y="97816"/>
                  <a:pt x="1107984" y="90820"/>
                  <a:pt x="1108580" y="82436"/>
                </a:cubicBezTo>
                <a:cubicBezTo>
                  <a:pt x="1109177" y="74051"/>
                  <a:pt x="1109475" y="67053"/>
                  <a:pt x="1109475" y="61444"/>
                </a:cubicBezTo>
                <a:cubicBezTo>
                  <a:pt x="1109475" y="58759"/>
                  <a:pt x="1110294" y="56581"/>
                  <a:pt x="1111934" y="54910"/>
                </a:cubicBezTo>
                <a:cubicBezTo>
                  <a:pt x="1113573" y="53239"/>
                  <a:pt x="1115675" y="52403"/>
                  <a:pt x="1118238" y="52403"/>
                </a:cubicBezTo>
                <a:cubicBezTo>
                  <a:pt x="1120802" y="52403"/>
                  <a:pt x="1122903" y="53239"/>
                  <a:pt x="1124543" y="54910"/>
                </a:cubicBezTo>
                <a:cubicBezTo>
                  <a:pt x="1126182" y="56581"/>
                  <a:pt x="1127002" y="58759"/>
                  <a:pt x="1127002" y="61444"/>
                </a:cubicBezTo>
                <a:cubicBezTo>
                  <a:pt x="1127002" y="67053"/>
                  <a:pt x="1126704" y="74051"/>
                  <a:pt x="1126108" y="82436"/>
                </a:cubicBezTo>
                <a:cubicBezTo>
                  <a:pt x="1125512" y="90820"/>
                  <a:pt x="1125214" y="97816"/>
                  <a:pt x="1125214" y="103426"/>
                </a:cubicBezTo>
                <a:close/>
                <a:moveTo>
                  <a:pt x="1223826" y="150413"/>
                </a:moveTo>
                <a:cubicBezTo>
                  <a:pt x="1218699" y="150413"/>
                  <a:pt x="1215808" y="147606"/>
                  <a:pt x="1215152" y="141991"/>
                </a:cubicBezTo>
                <a:lnTo>
                  <a:pt x="1212648" y="122364"/>
                </a:lnTo>
                <a:cubicBezTo>
                  <a:pt x="1211813" y="115374"/>
                  <a:pt x="1211396" y="108832"/>
                  <a:pt x="1211396" y="102738"/>
                </a:cubicBezTo>
                <a:cubicBezTo>
                  <a:pt x="1211396" y="101065"/>
                  <a:pt x="1211500" y="98228"/>
                  <a:pt x="1211709" y="94226"/>
                </a:cubicBezTo>
                <a:cubicBezTo>
                  <a:pt x="1211918" y="90223"/>
                  <a:pt x="1212022" y="87384"/>
                  <a:pt x="1212022" y="85711"/>
                </a:cubicBezTo>
                <a:cubicBezTo>
                  <a:pt x="1212022" y="72806"/>
                  <a:pt x="1209637" y="66354"/>
                  <a:pt x="1204868" y="66354"/>
                </a:cubicBezTo>
                <a:cubicBezTo>
                  <a:pt x="1198191" y="66354"/>
                  <a:pt x="1191812" y="70323"/>
                  <a:pt x="1185731" y="78261"/>
                </a:cubicBezTo>
                <a:cubicBezTo>
                  <a:pt x="1180246" y="85482"/>
                  <a:pt x="1175954" y="94613"/>
                  <a:pt x="1172854" y="105653"/>
                </a:cubicBezTo>
                <a:cubicBezTo>
                  <a:pt x="1172735" y="107982"/>
                  <a:pt x="1172466" y="110907"/>
                  <a:pt x="1172049" y="114428"/>
                </a:cubicBezTo>
                <a:cubicBezTo>
                  <a:pt x="1171691" y="117413"/>
                  <a:pt x="1171512" y="120307"/>
                  <a:pt x="1171512" y="123111"/>
                </a:cubicBezTo>
                <a:cubicBezTo>
                  <a:pt x="1171512" y="124901"/>
                  <a:pt x="1171691" y="127587"/>
                  <a:pt x="1172049" y="131167"/>
                </a:cubicBezTo>
                <a:cubicBezTo>
                  <a:pt x="1172407" y="134748"/>
                  <a:pt x="1172586" y="137434"/>
                  <a:pt x="1172586" y="139224"/>
                </a:cubicBezTo>
                <a:cubicBezTo>
                  <a:pt x="1172586" y="141910"/>
                  <a:pt x="1171766" y="144089"/>
                  <a:pt x="1170126" y="145760"/>
                </a:cubicBezTo>
                <a:cubicBezTo>
                  <a:pt x="1168487" y="147431"/>
                  <a:pt x="1166385" y="148267"/>
                  <a:pt x="1163822" y="148267"/>
                </a:cubicBezTo>
                <a:cubicBezTo>
                  <a:pt x="1161199" y="148267"/>
                  <a:pt x="1159082" y="147431"/>
                  <a:pt x="1157473" y="145758"/>
                </a:cubicBezTo>
                <a:cubicBezTo>
                  <a:pt x="1155863" y="144086"/>
                  <a:pt x="1155058" y="141907"/>
                  <a:pt x="1155058" y="139218"/>
                </a:cubicBezTo>
                <a:cubicBezTo>
                  <a:pt x="1155058" y="137428"/>
                  <a:pt x="1154864" y="134741"/>
                  <a:pt x="1154477" y="131159"/>
                </a:cubicBezTo>
                <a:cubicBezTo>
                  <a:pt x="1154089" y="127574"/>
                  <a:pt x="1153896" y="124886"/>
                  <a:pt x="1153896" y="123094"/>
                </a:cubicBezTo>
                <a:cubicBezTo>
                  <a:pt x="1153896" y="116942"/>
                  <a:pt x="1154328" y="108417"/>
                  <a:pt x="1155192" y="97518"/>
                </a:cubicBezTo>
                <a:cubicBezTo>
                  <a:pt x="1156057" y="86620"/>
                  <a:pt x="1156489" y="78094"/>
                  <a:pt x="1156489" y="71943"/>
                </a:cubicBezTo>
                <a:cubicBezTo>
                  <a:pt x="1156489" y="70031"/>
                  <a:pt x="1156385" y="67195"/>
                  <a:pt x="1156176" y="63433"/>
                </a:cubicBezTo>
                <a:cubicBezTo>
                  <a:pt x="1155967" y="59670"/>
                  <a:pt x="1155863" y="56833"/>
                  <a:pt x="1155863" y="54924"/>
                </a:cubicBezTo>
                <a:cubicBezTo>
                  <a:pt x="1155863" y="52355"/>
                  <a:pt x="1156713" y="50250"/>
                  <a:pt x="1158412" y="48608"/>
                </a:cubicBezTo>
                <a:cubicBezTo>
                  <a:pt x="1160111" y="46965"/>
                  <a:pt x="1162212" y="46143"/>
                  <a:pt x="1164716" y="46143"/>
                </a:cubicBezTo>
                <a:cubicBezTo>
                  <a:pt x="1170201" y="46143"/>
                  <a:pt x="1173212" y="50034"/>
                  <a:pt x="1173748" y="57816"/>
                </a:cubicBezTo>
                <a:lnTo>
                  <a:pt x="1174016" y="68321"/>
                </a:lnTo>
                <a:cubicBezTo>
                  <a:pt x="1184032" y="54967"/>
                  <a:pt x="1194316" y="48290"/>
                  <a:pt x="1204868" y="48290"/>
                </a:cubicBezTo>
                <a:cubicBezTo>
                  <a:pt x="1214407" y="48290"/>
                  <a:pt x="1221054" y="52500"/>
                  <a:pt x="1224810" y="60921"/>
                </a:cubicBezTo>
                <a:cubicBezTo>
                  <a:pt x="1227373" y="66534"/>
                  <a:pt x="1228774" y="74836"/>
                  <a:pt x="1229013" y="85826"/>
                </a:cubicBezTo>
                <a:lnTo>
                  <a:pt x="1229013" y="94872"/>
                </a:lnTo>
                <a:lnTo>
                  <a:pt x="1228923" y="103202"/>
                </a:lnTo>
                <a:cubicBezTo>
                  <a:pt x="1228923" y="108160"/>
                  <a:pt x="1229564" y="114566"/>
                  <a:pt x="1230846" y="122420"/>
                </a:cubicBezTo>
                <a:cubicBezTo>
                  <a:pt x="1232128" y="130273"/>
                  <a:pt x="1232769" y="136647"/>
                  <a:pt x="1232769" y="141543"/>
                </a:cubicBezTo>
                <a:cubicBezTo>
                  <a:pt x="1232769" y="144172"/>
                  <a:pt x="1231919" y="146307"/>
                  <a:pt x="1230220" y="147948"/>
                </a:cubicBezTo>
                <a:cubicBezTo>
                  <a:pt x="1228521" y="149592"/>
                  <a:pt x="1226390" y="150413"/>
                  <a:pt x="1223826" y="150413"/>
                </a:cubicBezTo>
                <a:close/>
                <a:moveTo>
                  <a:pt x="1324984" y="105432"/>
                </a:moveTo>
                <a:lnTo>
                  <a:pt x="1322927" y="135479"/>
                </a:lnTo>
                <a:cubicBezTo>
                  <a:pt x="1322569" y="147403"/>
                  <a:pt x="1321347" y="157150"/>
                  <a:pt x="1319261" y="164721"/>
                </a:cubicBezTo>
                <a:cubicBezTo>
                  <a:pt x="1316578" y="174379"/>
                  <a:pt x="1312285" y="181503"/>
                  <a:pt x="1306383" y="186094"/>
                </a:cubicBezTo>
                <a:cubicBezTo>
                  <a:pt x="1299229" y="191638"/>
                  <a:pt x="1288886" y="194410"/>
                  <a:pt x="1275353" y="194410"/>
                </a:cubicBezTo>
                <a:cubicBezTo>
                  <a:pt x="1267424" y="194410"/>
                  <a:pt x="1260776" y="193874"/>
                  <a:pt x="1255411" y="192801"/>
                </a:cubicBezTo>
                <a:cubicBezTo>
                  <a:pt x="1247899" y="191310"/>
                  <a:pt x="1244143" y="188210"/>
                  <a:pt x="1244143" y="183501"/>
                </a:cubicBezTo>
                <a:cubicBezTo>
                  <a:pt x="1244143" y="178195"/>
                  <a:pt x="1246737" y="175542"/>
                  <a:pt x="1251923" y="175542"/>
                </a:cubicBezTo>
                <a:cubicBezTo>
                  <a:pt x="1254070" y="175542"/>
                  <a:pt x="1257647" y="176063"/>
                  <a:pt x="1262654" y="177107"/>
                </a:cubicBezTo>
                <a:cubicBezTo>
                  <a:pt x="1267662" y="178150"/>
                  <a:pt x="1273207" y="178612"/>
                  <a:pt x="1279287" y="178493"/>
                </a:cubicBezTo>
                <a:cubicBezTo>
                  <a:pt x="1290734" y="178303"/>
                  <a:pt x="1298633" y="172432"/>
                  <a:pt x="1302985" y="160882"/>
                </a:cubicBezTo>
                <a:cubicBezTo>
                  <a:pt x="1305847" y="153180"/>
                  <a:pt x="1307367" y="141344"/>
                  <a:pt x="1307546" y="125374"/>
                </a:cubicBezTo>
                <a:cubicBezTo>
                  <a:pt x="1304327" y="132349"/>
                  <a:pt x="1300496" y="137581"/>
                  <a:pt x="1296055" y="141068"/>
                </a:cubicBezTo>
                <a:cubicBezTo>
                  <a:pt x="1291613" y="144556"/>
                  <a:pt x="1286531" y="146300"/>
                  <a:pt x="1280808" y="146300"/>
                </a:cubicBezTo>
                <a:cubicBezTo>
                  <a:pt x="1270017" y="146300"/>
                  <a:pt x="1261238" y="142615"/>
                  <a:pt x="1254472" y="135244"/>
                </a:cubicBezTo>
                <a:cubicBezTo>
                  <a:pt x="1247705" y="127874"/>
                  <a:pt x="1244322" y="118311"/>
                  <a:pt x="1244322" y="106556"/>
                </a:cubicBezTo>
                <a:cubicBezTo>
                  <a:pt x="1244322" y="90444"/>
                  <a:pt x="1248942" y="77466"/>
                  <a:pt x="1258183" y="67619"/>
                </a:cubicBezTo>
                <a:cubicBezTo>
                  <a:pt x="1267722" y="57475"/>
                  <a:pt x="1280718" y="52403"/>
                  <a:pt x="1297172" y="52403"/>
                </a:cubicBezTo>
                <a:cubicBezTo>
                  <a:pt x="1302717" y="52403"/>
                  <a:pt x="1307367" y="53119"/>
                  <a:pt x="1311123" y="54549"/>
                </a:cubicBezTo>
                <a:cubicBezTo>
                  <a:pt x="1314879" y="55980"/>
                  <a:pt x="1317740" y="58126"/>
                  <a:pt x="1319708" y="60988"/>
                </a:cubicBezTo>
                <a:cubicBezTo>
                  <a:pt x="1326087" y="61167"/>
                  <a:pt x="1329276" y="64714"/>
                  <a:pt x="1329276" y="71630"/>
                </a:cubicBezTo>
                <a:cubicBezTo>
                  <a:pt x="1329276" y="75862"/>
                  <a:pt x="1328650" y="81526"/>
                  <a:pt x="1327398" y="88620"/>
                </a:cubicBezTo>
                <a:cubicBezTo>
                  <a:pt x="1326027" y="96848"/>
                  <a:pt x="1325222" y="102452"/>
                  <a:pt x="1324984" y="105432"/>
                </a:cubicBezTo>
                <a:moveTo>
                  <a:pt x="1296278" y="70288"/>
                </a:moveTo>
                <a:cubicBezTo>
                  <a:pt x="1284951" y="70288"/>
                  <a:pt x="1276187" y="73804"/>
                  <a:pt x="1269987" y="80835"/>
                </a:cubicBezTo>
                <a:cubicBezTo>
                  <a:pt x="1264443" y="87167"/>
                  <a:pt x="1261671" y="95218"/>
                  <a:pt x="1261671" y="104988"/>
                </a:cubicBezTo>
                <a:cubicBezTo>
                  <a:pt x="1261671" y="112770"/>
                  <a:pt x="1263310" y="118620"/>
                  <a:pt x="1266589" y="122538"/>
                </a:cubicBezTo>
                <a:cubicBezTo>
                  <a:pt x="1269868" y="126456"/>
                  <a:pt x="1274786" y="128415"/>
                  <a:pt x="1281344" y="128415"/>
                </a:cubicBezTo>
                <a:cubicBezTo>
                  <a:pt x="1287366" y="128415"/>
                  <a:pt x="1293208" y="125356"/>
                  <a:pt x="1298872" y="119237"/>
                </a:cubicBezTo>
                <a:cubicBezTo>
                  <a:pt x="1303999" y="113602"/>
                  <a:pt x="1306920" y="108020"/>
                  <a:pt x="1307635" y="102492"/>
                </a:cubicBezTo>
                <a:cubicBezTo>
                  <a:pt x="1308887" y="96695"/>
                  <a:pt x="1310229" y="87597"/>
                  <a:pt x="1311659" y="75198"/>
                </a:cubicBezTo>
                <a:cubicBezTo>
                  <a:pt x="1309275" y="73535"/>
                  <a:pt x="1306801" y="72300"/>
                  <a:pt x="1304237" y="71495"/>
                </a:cubicBezTo>
                <a:cubicBezTo>
                  <a:pt x="1301674" y="70691"/>
                  <a:pt x="1299021" y="70288"/>
                  <a:pt x="1296278" y="70288"/>
                </a:cubicBezTo>
                <a:close/>
                <a:moveTo>
                  <a:pt x="1473084" y="149877"/>
                </a:moveTo>
                <a:cubicBezTo>
                  <a:pt x="1471951" y="149877"/>
                  <a:pt x="1469894" y="148554"/>
                  <a:pt x="1466914" y="145908"/>
                </a:cubicBezTo>
                <a:cubicBezTo>
                  <a:pt x="1464231" y="143444"/>
                  <a:pt x="1462234" y="141249"/>
                  <a:pt x="1460922" y="139325"/>
                </a:cubicBezTo>
                <a:cubicBezTo>
                  <a:pt x="1455199" y="142454"/>
                  <a:pt x="1450161" y="144817"/>
                  <a:pt x="1445809" y="146411"/>
                </a:cubicBezTo>
                <a:cubicBezTo>
                  <a:pt x="1441457" y="148006"/>
                  <a:pt x="1437821" y="148804"/>
                  <a:pt x="1434899" y="148804"/>
                </a:cubicBezTo>
                <a:cubicBezTo>
                  <a:pt x="1420949" y="148804"/>
                  <a:pt x="1410784" y="144869"/>
                  <a:pt x="1404405" y="136999"/>
                </a:cubicBezTo>
                <a:cubicBezTo>
                  <a:pt x="1398384" y="129607"/>
                  <a:pt x="1395373" y="118280"/>
                  <a:pt x="1395373" y="103018"/>
                </a:cubicBezTo>
                <a:cubicBezTo>
                  <a:pt x="1395373" y="88591"/>
                  <a:pt x="1400337" y="76250"/>
                  <a:pt x="1410263" y="65996"/>
                </a:cubicBezTo>
                <a:cubicBezTo>
                  <a:pt x="1420189" y="55742"/>
                  <a:pt x="1432038" y="50615"/>
                  <a:pt x="1445809" y="50615"/>
                </a:cubicBezTo>
                <a:cubicBezTo>
                  <a:pt x="1450996" y="50615"/>
                  <a:pt x="1456809" y="51956"/>
                  <a:pt x="1463247" y="54639"/>
                </a:cubicBezTo>
                <a:cubicBezTo>
                  <a:pt x="1471355" y="57977"/>
                  <a:pt x="1475409" y="62001"/>
                  <a:pt x="1475409" y="66711"/>
                </a:cubicBezTo>
                <a:cubicBezTo>
                  <a:pt x="1475409" y="68321"/>
                  <a:pt x="1474813" y="69752"/>
                  <a:pt x="1473621" y="71004"/>
                </a:cubicBezTo>
                <a:cubicBezTo>
                  <a:pt x="1473024" y="73269"/>
                  <a:pt x="1472562" y="76995"/>
                  <a:pt x="1472234" y="82182"/>
                </a:cubicBezTo>
                <a:cubicBezTo>
                  <a:pt x="1471907" y="87368"/>
                  <a:pt x="1471713" y="94016"/>
                  <a:pt x="1471653" y="102124"/>
                </a:cubicBezTo>
                <a:cubicBezTo>
                  <a:pt x="1471594" y="109516"/>
                  <a:pt x="1472100" y="115359"/>
                  <a:pt x="1473173" y="119651"/>
                </a:cubicBezTo>
                <a:cubicBezTo>
                  <a:pt x="1473770" y="122274"/>
                  <a:pt x="1475648" y="127520"/>
                  <a:pt x="1478807" y="135390"/>
                </a:cubicBezTo>
                <a:cubicBezTo>
                  <a:pt x="1479225" y="136463"/>
                  <a:pt x="1479910" y="138043"/>
                  <a:pt x="1480864" y="140129"/>
                </a:cubicBezTo>
                <a:lnTo>
                  <a:pt x="1481401" y="141650"/>
                </a:lnTo>
                <a:cubicBezTo>
                  <a:pt x="1481401" y="144034"/>
                  <a:pt x="1480566" y="146002"/>
                  <a:pt x="1478897" y="147552"/>
                </a:cubicBezTo>
                <a:cubicBezTo>
                  <a:pt x="1477227" y="149102"/>
                  <a:pt x="1475290" y="149877"/>
                  <a:pt x="1473084" y="149877"/>
                </a:cubicBezTo>
                <a:moveTo>
                  <a:pt x="1454484" y="87760"/>
                </a:moveTo>
                <a:cubicBezTo>
                  <a:pt x="1454484" y="85202"/>
                  <a:pt x="1454647" y="82422"/>
                  <a:pt x="1454975" y="79421"/>
                </a:cubicBezTo>
                <a:cubicBezTo>
                  <a:pt x="1455303" y="76418"/>
                  <a:pt x="1455795" y="73222"/>
                  <a:pt x="1456451" y="69833"/>
                </a:cubicBezTo>
                <a:cubicBezTo>
                  <a:pt x="1454245" y="68702"/>
                  <a:pt x="1452352" y="67869"/>
                  <a:pt x="1450772" y="67334"/>
                </a:cubicBezTo>
                <a:cubicBezTo>
                  <a:pt x="1449193" y="66800"/>
                  <a:pt x="1447926" y="66532"/>
                  <a:pt x="1446972" y="66532"/>
                </a:cubicBezTo>
                <a:cubicBezTo>
                  <a:pt x="1437731" y="66532"/>
                  <a:pt x="1429757" y="70293"/>
                  <a:pt x="1423051" y="77814"/>
                </a:cubicBezTo>
                <a:cubicBezTo>
                  <a:pt x="1416344" y="85335"/>
                  <a:pt x="1412990" y="94001"/>
                  <a:pt x="1412990" y="103812"/>
                </a:cubicBezTo>
                <a:cubicBezTo>
                  <a:pt x="1412990" y="113563"/>
                  <a:pt x="1414719" y="120876"/>
                  <a:pt x="1418177" y="125751"/>
                </a:cubicBezTo>
                <a:cubicBezTo>
                  <a:pt x="1421635" y="130627"/>
                  <a:pt x="1426821" y="133065"/>
                  <a:pt x="1433737" y="133065"/>
                </a:cubicBezTo>
                <a:cubicBezTo>
                  <a:pt x="1439460" y="133065"/>
                  <a:pt x="1444319" y="132024"/>
                  <a:pt x="1448313" y="129943"/>
                </a:cubicBezTo>
                <a:cubicBezTo>
                  <a:pt x="1450459" y="128814"/>
                  <a:pt x="1453470" y="126555"/>
                  <a:pt x="1457345" y="123166"/>
                </a:cubicBezTo>
                <a:cubicBezTo>
                  <a:pt x="1455437" y="107409"/>
                  <a:pt x="1454484" y="95607"/>
                  <a:pt x="1454484" y="87760"/>
                </a:cubicBezTo>
                <a:close/>
                <a:moveTo>
                  <a:pt x="1519817" y="73686"/>
                </a:moveTo>
                <a:lnTo>
                  <a:pt x="1518476" y="118184"/>
                </a:lnTo>
                <a:cubicBezTo>
                  <a:pt x="1518476" y="122899"/>
                  <a:pt x="1518238" y="129823"/>
                  <a:pt x="1517761" y="138956"/>
                </a:cubicBezTo>
                <a:cubicBezTo>
                  <a:pt x="1517165" y="144925"/>
                  <a:pt x="1514243" y="147909"/>
                  <a:pt x="1508997" y="147909"/>
                </a:cubicBezTo>
                <a:cubicBezTo>
                  <a:pt x="1503155" y="147909"/>
                  <a:pt x="1500233" y="144865"/>
                  <a:pt x="1500233" y="138777"/>
                </a:cubicBezTo>
                <a:cubicBezTo>
                  <a:pt x="1500233" y="131554"/>
                  <a:pt x="1500561" y="120705"/>
                  <a:pt x="1501217" y="106232"/>
                </a:cubicBezTo>
                <a:cubicBezTo>
                  <a:pt x="1501873" y="91758"/>
                  <a:pt x="1502201" y="80909"/>
                  <a:pt x="1502201" y="73686"/>
                </a:cubicBezTo>
                <a:cubicBezTo>
                  <a:pt x="1502201" y="64256"/>
                  <a:pt x="1502350" y="53467"/>
                  <a:pt x="1502648" y="41320"/>
                </a:cubicBezTo>
                <a:cubicBezTo>
                  <a:pt x="1502946" y="29173"/>
                  <a:pt x="1503095" y="18384"/>
                  <a:pt x="1503095" y="8954"/>
                </a:cubicBezTo>
                <a:cubicBezTo>
                  <a:pt x="1503095" y="2985"/>
                  <a:pt x="1506016" y="0"/>
                  <a:pt x="1511859" y="0"/>
                </a:cubicBezTo>
                <a:cubicBezTo>
                  <a:pt x="1517761" y="0"/>
                  <a:pt x="1520712" y="2985"/>
                  <a:pt x="1520712" y="8954"/>
                </a:cubicBezTo>
                <a:cubicBezTo>
                  <a:pt x="1520712" y="18384"/>
                  <a:pt x="1520563" y="29173"/>
                  <a:pt x="1520265" y="41320"/>
                </a:cubicBezTo>
                <a:cubicBezTo>
                  <a:pt x="1519967" y="53467"/>
                  <a:pt x="1519817" y="64256"/>
                  <a:pt x="1519817" y="73686"/>
                </a:cubicBezTo>
                <a:close/>
                <a:moveTo>
                  <a:pt x="1570182" y="73686"/>
                </a:moveTo>
                <a:lnTo>
                  <a:pt x="1568841" y="118184"/>
                </a:lnTo>
                <a:cubicBezTo>
                  <a:pt x="1568841" y="122899"/>
                  <a:pt x="1568602" y="129823"/>
                  <a:pt x="1568126" y="138956"/>
                </a:cubicBezTo>
                <a:cubicBezTo>
                  <a:pt x="1567529" y="144925"/>
                  <a:pt x="1564608" y="147909"/>
                  <a:pt x="1559362" y="147909"/>
                </a:cubicBezTo>
                <a:cubicBezTo>
                  <a:pt x="1553519" y="147909"/>
                  <a:pt x="1550598" y="144865"/>
                  <a:pt x="1550598" y="138777"/>
                </a:cubicBezTo>
                <a:cubicBezTo>
                  <a:pt x="1550598" y="131554"/>
                  <a:pt x="1550926" y="120705"/>
                  <a:pt x="1551582" y="106232"/>
                </a:cubicBezTo>
                <a:cubicBezTo>
                  <a:pt x="1552238" y="91758"/>
                  <a:pt x="1552566" y="80909"/>
                  <a:pt x="1552566" y="73686"/>
                </a:cubicBezTo>
                <a:cubicBezTo>
                  <a:pt x="1552566" y="64256"/>
                  <a:pt x="1552715" y="53467"/>
                  <a:pt x="1553013" y="41320"/>
                </a:cubicBezTo>
                <a:cubicBezTo>
                  <a:pt x="1553311" y="29173"/>
                  <a:pt x="1553460" y="18384"/>
                  <a:pt x="1553460" y="8954"/>
                </a:cubicBezTo>
                <a:cubicBezTo>
                  <a:pt x="1553460" y="2985"/>
                  <a:pt x="1556381" y="0"/>
                  <a:pt x="1562223" y="0"/>
                </a:cubicBezTo>
                <a:cubicBezTo>
                  <a:pt x="1568126" y="0"/>
                  <a:pt x="1571077" y="2985"/>
                  <a:pt x="1571077" y="8954"/>
                </a:cubicBezTo>
                <a:cubicBezTo>
                  <a:pt x="1571077" y="18384"/>
                  <a:pt x="1570928" y="29173"/>
                  <a:pt x="1570629" y="41320"/>
                </a:cubicBezTo>
                <a:cubicBezTo>
                  <a:pt x="1570331" y="53467"/>
                  <a:pt x="1570182" y="64256"/>
                  <a:pt x="1570182" y="73686"/>
                </a:cubicBezTo>
                <a:close/>
                <a:moveTo>
                  <a:pt x="1712601" y="67863"/>
                </a:moveTo>
                <a:cubicBezTo>
                  <a:pt x="1711349" y="67863"/>
                  <a:pt x="1709873" y="67803"/>
                  <a:pt x="1708174" y="67684"/>
                </a:cubicBezTo>
                <a:cubicBezTo>
                  <a:pt x="1706475" y="67563"/>
                  <a:pt x="1705000" y="67502"/>
                  <a:pt x="1703748" y="67502"/>
                </a:cubicBezTo>
                <a:cubicBezTo>
                  <a:pt x="1702376" y="67502"/>
                  <a:pt x="1698322" y="67954"/>
                  <a:pt x="1691586" y="68857"/>
                </a:cubicBezTo>
                <a:lnTo>
                  <a:pt x="1693285" y="121649"/>
                </a:lnTo>
                <a:lnTo>
                  <a:pt x="1693374" y="125581"/>
                </a:lnTo>
                <a:lnTo>
                  <a:pt x="1693464" y="130136"/>
                </a:lnTo>
                <a:cubicBezTo>
                  <a:pt x="1693702" y="143177"/>
                  <a:pt x="1690572" y="149698"/>
                  <a:pt x="1684074" y="149698"/>
                </a:cubicBezTo>
                <a:cubicBezTo>
                  <a:pt x="1681689" y="149698"/>
                  <a:pt x="1679618" y="148924"/>
                  <a:pt x="1677859" y="147376"/>
                </a:cubicBezTo>
                <a:cubicBezTo>
                  <a:pt x="1676100" y="145827"/>
                  <a:pt x="1675221" y="143892"/>
                  <a:pt x="1675221" y="141569"/>
                </a:cubicBezTo>
                <a:cubicBezTo>
                  <a:pt x="1675221" y="139307"/>
                  <a:pt x="1675310" y="135913"/>
                  <a:pt x="1675489" y="131388"/>
                </a:cubicBezTo>
                <a:cubicBezTo>
                  <a:pt x="1675668" y="126861"/>
                  <a:pt x="1675758" y="123466"/>
                  <a:pt x="1675758" y="121202"/>
                </a:cubicBezTo>
                <a:lnTo>
                  <a:pt x="1673969" y="69036"/>
                </a:lnTo>
                <a:cubicBezTo>
                  <a:pt x="1669617" y="68857"/>
                  <a:pt x="1662999" y="68348"/>
                  <a:pt x="1654117" y="67508"/>
                </a:cubicBezTo>
                <a:cubicBezTo>
                  <a:pt x="1648811" y="66789"/>
                  <a:pt x="1646158" y="63824"/>
                  <a:pt x="1646158" y="58613"/>
                </a:cubicBezTo>
                <a:cubicBezTo>
                  <a:pt x="1646158" y="55976"/>
                  <a:pt x="1646963" y="53791"/>
                  <a:pt x="1648572" y="52057"/>
                </a:cubicBezTo>
                <a:cubicBezTo>
                  <a:pt x="1650182" y="50320"/>
                  <a:pt x="1652239" y="49452"/>
                  <a:pt x="1654743" y="49452"/>
                </a:cubicBezTo>
                <a:lnTo>
                  <a:pt x="1673522" y="50972"/>
                </a:lnTo>
                <a:cubicBezTo>
                  <a:pt x="1673522" y="47923"/>
                  <a:pt x="1673388" y="43843"/>
                  <a:pt x="1673119" y="38732"/>
                </a:cubicBezTo>
                <a:cubicBezTo>
                  <a:pt x="1672851" y="33620"/>
                  <a:pt x="1672717" y="29929"/>
                  <a:pt x="1672717" y="27658"/>
                </a:cubicBezTo>
                <a:cubicBezTo>
                  <a:pt x="1672717" y="25146"/>
                  <a:pt x="1673581" y="23069"/>
                  <a:pt x="1675310" y="21426"/>
                </a:cubicBezTo>
                <a:cubicBezTo>
                  <a:pt x="1677039" y="19781"/>
                  <a:pt x="1679156" y="18958"/>
                  <a:pt x="1681660" y="18958"/>
                </a:cubicBezTo>
                <a:cubicBezTo>
                  <a:pt x="1687025" y="18958"/>
                  <a:pt x="1690155" y="23340"/>
                  <a:pt x="1691049" y="32104"/>
                </a:cubicBezTo>
                <a:cubicBezTo>
                  <a:pt x="1691228" y="34309"/>
                  <a:pt x="1691317" y="36962"/>
                  <a:pt x="1691317" y="40063"/>
                </a:cubicBezTo>
                <a:lnTo>
                  <a:pt x="1691139" y="45249"/>
                </a:lnTo>
                <a:lnTo>
                  <a:pt x="1691049" y="50794"/>
                </a:lnTo>
                <a:cubicBezTo>
                  <a:pt x="1698442" y="49840"/>
                  <a:pt x="1702674" y="49363"/>
                  <a:pt x="1703748" y="49363"/>
                </a:cubicBezTo>
                <a:cubicBezTo>
                  <a:pt x="1709948" y="49363"/>
                  <a:pt x="1714002" y="49661"/>
                  <a:pt x="1715909" y="50257"/>
                </a:cubicBezTo>
                <a:cubicBezTo>
                  <a:pt x="1719546" y="51457"/>
                  <a:pt x="1721364" y="54285"/>
                  <a:pt x="1721364" y="58741"/>
                </a:cubicBezTo>
                <a:cubicBezTo>
                  <a:pt x="1721364" y="61390"/>
                  <a:pt x="1720545" y="63573"/>
                  <a:pt x="1718905" y="65289"/>
                </a:cubicBezTo>
                <a:cubicBezTo>
                  <a:pt x="1717266" y="67005"/>
                  <a:pt x="1715164" y="67863"/>
                  <a:pt x="1712601" y="67863"/>
                </a:cubicBezTo>
                <a:close/>
                <a:moveTo>
                  <a:pt x="1772540" y="149340"/>
                </a:moveTo>
                <a:cubicBezTo>
                  <a:pt x="1762524" y="149340"/>
                  <a:pt x="1753909" y="145637"/>
                  <a:pt x="1746696" y="138232"/>
                </a:cubicBezTo>
                <a:cubicBezTo>
                  <a:pt x="1738647" y="129990"/>
                  <a:pt x="1734415" y="118910"/>
                  <a:pt x="1733997" y="104994"/>
                </a:cubicBezTo>
                <a:cubicBezTo>
                  <a:pt x="1733640" y="91496"/>
                  <a:pt x="1737038" y="79611"/>
                  <a:pt x="1744192" y="69338"/>
                </a:cubicBezTo>
                <a:cubicBezTo>
                  <a:pt x="1752538" y="57214"/>
                  <a:pt x="1764163" y="51151"/>
                  <a:pt x="1779068" y="51151"/>
                </a:cubicBezTo>
                <a:cubicBezTo>
                  <a:pt x="1790991" y="51151"/>
                  <a:pt x="1800023" y="56616"/>
                  <a:pt x="1806163" y="67547"/>
                </a:cubicBezTo>
                <a:cubicBezTo>
                  <a:pt x="1811052" y="76385"/>
                  <a:pt x="1813407" y="87015"/>
                  <a:pt x="1813228" y="99438"/>
                </a:cubicBezTo>
                <a:cubicBezTo>
                  <a:pt x="1813049" y="112697"/>
                  <a:pt x="1809591" y="124016"/>
                  <a:pt x="1802855" y="133395"/>
                </a:cubicBezTo>
                <a:cubicBezTo>
                  <a:pt x="1795224" y="144025"/>
                  <a:pt x="1785119" y="149340"/>
                  <a:pt x="1772540" y="149340"/>
                </a:cubicBezTo>
                <a:moveTo>
                  <a:pt x="1777905" y="69394"/>
                </a:moveTo>
                <a:cubicBezTo>
                  <a:pt x="1769141" y="69334"/>
                  <a:pt x="1762315" y="73513"/>
                  <a:pt x="1757427" y="81930"/>
                </a:cubicBezTo>
                <a:cubicBezTo>
                  <a:pt x="1753552" y="88678"/>
                  <a:pt x="1751614" y="96380"/>
                  <a:pt x="1751614" y="105036"/>
                </a:cubicBezTo>
                <a:cubicBezTo>
                  <a:pt x="1751614" y="113693"/>
                  <a:pt x="1753969" y="120440"/>
                  <a:pt x="1758679" y="125276"/>
                </a:cubicBezTo>
                <a:cubicBezTo>
                  <a:pt x="1762613" y="129276"/>
                  <a:pt x="1767234" y="131276"/>
                  <a:pt x="1772540" y="131276"/>
                </a:cubicBezTo>
                <a:cubicBezTo>
                  <a:pt x="1778740" y="131276"/>
                  <a:pt x="1784075" y="129007"/>
                  <a:pt x="1788547" y="124469"/>
                </a:cubicBezTo>
                <a:cubicBezTo>
                  <a:pt x="1793614" y="119455"/>
                  <a:pt x="1796297" y="112680"/>
                  <a:pt x="1796595" y="104141"/>
                </a:cubicBezTo>
                <a:cubicBezTo>
                  <a:pt x="1797430" y="81036"/>
                  <a:pt x="1791200" y="69454"/>
                  <a:pt x="1777905" y="69394"/>
                </a:cubicBezTo>
                <a:close/>
                <a:moveTo>
                  <a:pt x="1909646" y="147552"/>
                </a:moveTo>
                <a:cubicBezTo>
                  <a:pt x="1906367" y="147552"/>
                  <a:pt x="1903834" y="145823"/>
                  <a:pt x="1902045" y="142365"/>
                </a:cubicBezTo>
                <a:cubicBezTo>
                  <a:pt x="1898945" y="136340"/>
                  <a:pt x="1894265" y="129211"/>
                  <a:pt x="1888005" y="120978"/>
                </a:cubicBezTo>
                <a:lnTo>
                  <a:pt x="1872177" y="99413"/>
                </a:lnTo>
                <a:cubicBezTo>
                  <a:pt x="1868719" y="102157"/>
                  <a:pt x="1863354" y="106005"/>
                  <a:pt x="1856081" y="110957"/>
                </a:cubicBezTo>
                <a:cubicBezTo>
                  <a:pt x="1855425" y="120203"/>
                  <a:pt x="1855097" y="129210"/>
                  <a:pt x="1855097" y="137978"/>
                </a:cubicBezTo>
                <a:cubicBezTo>
                  <a:pt x="1855097" y="140662"/>
                  <a:pt x="1854277" y="142839"/>
                  <a:pt x="1852638" y="144508"/>
                </a:cubicBezTo>
                <a:cubicBezTo>
                  <a:pt x="1850998" y="146180"/>
                  <a:pt x="1848897" y="147015"/>
                  <a:pt x="1846333" y="147015"/>
                </a:cubicBezTo>
                <a:cubicBezTo>
                  <a:pt x="1840312" y="147015"/>
                  <a:pt x="1837301" y="142958"/>
                  <a:pt x="1837301" y="134845"/>
                </a:cubicBezTo>
                <a:cubicBezTo>
                  <a:pt x="1837301" y="129895"/>
                  <a:pt x="1837644" y="122484"/>
                  <a:pt x="1838330" y="112612"/>
                </a:cubicBezTo>
                <a:cubicBezTo>
                  <a:pt x="1839015" y="102737"/>
                  <a:pt x="1839358" y="95325"/>
                  <a:pt x="1839358" y="90375"/>
                </a:cubicBezTo>
                <a:cubicBezTo>
                  <a:pt x="1839358" y="81308"/>
                  <a:pt x="1839492" y="70943"/>
                  <a:pt x="1839761" y="59281"/>
                </a:cubicBezTo>
                <a:cubicBezTo>
                  <a:pt x="1840029" y="47618"/>
                  <a:pt x="1840163" y="37313"/>
                  <a:pt x="1840163" y="28365"/>
                </a:cubicBezTo>
                <a:cubicBezTo>
                  <a:pt x="1840163" y="25680"/>
                  <a:pt x="1840029" y="22518"/>
                  <a:pt x="1839761" y="18880"/>
                </a:cubicBezTo>
                <a:cubicBezTo>
                  <a:pt x="1839492" y="15241"/>
                  <a:pt x="1839358" y="12080"/>
                  <a:pt x="1839358" y="9395"/>
                </a:cubicBezTo>
                <a:cubicBezTo>
                  <a:pt x="1839358" y="6711"/>
                  <a:pt x="1840178" y="4534"/>
                  <a:pt x="1841817" y="2864"/>
                </a:cubicBezTo>
                <a:cubicBezTo>
                  <a:pt x="1843457" y="1193"/>
                  <a:pt x="1845558" y="358"/>
                  <a:pt x="1848122" y="358"/>
                </a:cubicBezTo>
                <a:cubicBezTo>
                  <a:pt x="1850685" y="358"/>
                  <a:pt x="1852787" y="1193"/>
                  <a:pt x="1854426" y="2864"/>
                </a:cubicBezTo>
                <a:cubicBezTo>
                  <a:pt x="1856066" y="4534"/>
                  <a:pt x="1856885" y="6711"/>
                  <a:pt x="1856885" y="9395"/>
                </a:cubicBezTo>
                <a:cubicBezTo>
                  <a:pt x="1856885" y="12139"/>
                  <a:pt x="1857034" y="15376"/>
                  <a:pt x="1857333" y="19106"/>
                </a:cubicBezTo>
                <a:cubicBezTo>
                  <a:pt x="1857631" y="22834"/>
                  <a:pt x="1857780" y="26069"/>
                  <a:pt x="1857780" y="28812"/>
                </a:cubicBezTo>
                <a:lnTo>
                  <a:pt x="1857154" y="57626"/>
                </a:lnTo>
                <a:cubicBezTo>
                  <a:pt x="1856856" y="68005"/>
                  <a:pt x="1856766" y="78385"/>
                  <a:pt x="1856885" y="88766"/>
                </a:cubicBezTo>
                <a:cubicBezTo>
                  <a:pt x="1864993" y="82562"/>
                  <a:pt x="1872803" y="75761"/>
                  <a:pt x="1880315" y="68363"/>
                </a:cubicBezTo>
                <a:lnTo>
                  <a:pt x="1899988" y="48052"/>
                </a:lnTo>
                <a:cubicBezTo>
                  <a:pt x="1901956" y="46025"/>
                  <a:pt x="1904072" y="45012"/>
                  <a:pt x="1906338" y="45012"/>
                </a:cubicBezTo>
                <a:cubicBezTo>
                  <a:pt x="1908663" y="45012"/>
                  <a:pt x="1910764" y="45936"/>
                  <a:pt x="1912642" y="47784"/>
                </a:cubicBezTo>
                <a:cubicBezTo>
                  <a:pt x="1914520" y="49632"/>
                  <a:pt x="1915459" y="51779"/>
                  <a:pt x="1915459" y="54225"/>
                </a:cubicBezTo>
                <a:cubicBezTo>
                  <a:pt x="1915459" y="56254"/>
                  <a:pt x="1914595" y="58252"/>
                  <a:pt x="1912866" y="60220"/>
                </a:cubicBezTo>
                <a:cubicBezTo>
                  <a:pt x="1905533" y="68797"/>
                  <a:pt x="1896501" y="77999"/>
                  <a:pt x="1885770" y="87827"/>
                </a:cubicBezTo>
                <a:lnTo>
                  <a:pt x="1905265" y="114448"/>
                </a:lnTo>
                <a:cubicBezTo>
                  <a:pt x="1914386" y="126915"/>
                  <a:pt x="1918947" y="135027"/>
                  <a:pt x="1918947" y="138785"/>
                </a:cubicBezTo>
                <a:cubicBezTo>
                  <a:pt x="1918947" y="141172"/>
                  <a:pt x="1918008" y="143229"/>
                  <a:pt x="1916130" y="144958"/>
                </a:cubicBezTo>
                <a:cubicBezTo>
                  <a:pt x="1914252" y="146687"/>
                  <a:pt x="1912091" y="147552"/>
                  <a:pt x="1909646" y="147552"/>
                </a:cubicBezTo>
                <a:close/>
                <a:moveTo>
                  <a:pt x="1976119" y="148088"/>
                </a:moveTo>
                <a:cubicBezTo>
                  <a:pt x="1962646" y="148088"/>
                  <a:pt x="1951736" y="144717"/>
                  <a:pt x="1943390" y="137975"/>
                </a:cubicBezTo>
                <a:cubicBezTo>
                  <a:pt x="1934268" y="130515"/>
                  <a:pt x="1929708" y="120072"/>
                  <a:pt x="1929708" y="106645"/>
                </a:cubicBezTo>
                <a:cubicBezTo>
                  <a:pt x="1929708" y="91132"/>
                  <a:pt x="1933464" y="78124"/>
                  <a:pt x="1940975" y="67622"/>
                </a:cubicBezTo>
                <a:cubicBezTo>
                  <a:pt x="1949143" y="56165"/>
                  <a:pt x="1960053" y="50436"/>
                  <a:pt x="1973705" y="50436"/>
                </a:cubicBezTo>
                <a:cubicBezTo>
                  <a:pt x="1983601" y="50436"/>
                  <a:pt x="1991679" y="52105"/>
                  <a:pt x="1997939" y="55444"/>
                </a:cubicBezTo>
                <a:cubicBezTo>
                  <a:pt x="2005630" y="59557"/>
                  <a:pt x="2009475" y="65877"/>
                  <a:pt x="2009475" y="74402"/>
                </a:cubicBezTo>
                <a:cubicBezTo>
                  <a:pt x="2009475" y="80363"/>
                  <a:pt x="2006107" y="85789"/>
                  <a:pt x="1999370" y="90677"/>
                </a:cubicBezTo>
                <a:cubicBezTo>
                  <a:pt x="1996389" y="92823"/>
                  <a:pt x="1990070" y="96162"/>
                  <a:pt x="1980412" y="100693"/>
                </a:cubicBezTo>
                <a:lnTo>
                  <a:pt x="1946251" y="116879"/>
                </a:lnTo>
                <a:cubicBezTo>
                  <a:pt x="1949590" y="121827"/>
                  <a:pt x="1953748" y="125553"/>
                  <a:pt x="1958726" y="128057"/>
                </a:cubicBezTo>
                <a:cubicBezTo>
                  <a:pt x="1963704" y="130561"/>
                  <a:pt x="1969502" y="131813"/>
                  <a:pt x="1976119" y="131813"/>
                </a:cubicBezTo>
                <a:cubicBezTo>
                  <a:pt x="1980233" y="131813"/>
                  <a:pt x="1985062" y="131038"/>
                  <a:pt x="1990606" y="129488"/>
                </a:cubicBezTo>
                <a:cubicBezTo>
                  <a:pt x="1997641" y="127520"/>
                  <a:pt x="2002172" y="124942"/>
                  <a:pt x="2004199" y="121752"/>
                </a:cubicBezTo>
                <a:cubicBezTo>
                  <a:pt x="2006226" y="118563"/>
                  <a:pt x="2008402" y="116968"/>
                  <a:pt x="2010727" y="116968"/>
                </a:cubicBezTo>
                <a:cubicBezTo>
                  <a:pt x="2012814" y="116968"/>
                  <a:pt x="2014677" y="117761"/>
                  <a:pt x="2016316" y="119346"/>
                </a:cubicBezTo>
                <a:cubicBezTo>
                  <a:pt x="2017956" y="120930"/>
                  <a:pt x="2018775" y="122768"/>
                  <a:pt x="2018775" y="124860"/>
                </a:cubicBezTo>
                <a:cubicBezTo>
                  <a:pt x="2018775" y="131496"/>
                  <a:pt x="2013440" y="137206"/>
                  <a:pt x="2002768" y="141991"/>
                </a:cubicBezTo>
                <a:cubicBezTo>
                  <a:pt x="1993647" y="146056"/>
                  <a:pt x="1984764" y="148088"/>
                  <a:pt x="1976119" y="148088"/>
                </a:cubicBezTo>
                <a:moveTo>
                  <a:pt x="1973705" y="66532"/>
                </a:moveTo>
                <a:cubicBezTo>
                  <a:pt x="1966432" y="66532"/>
                  <a:pt x="1960381" y="69349"/>
                  <a:pt x="1955552" y="74983"/>
                </a:cubicBezTo>
                <a:cubicBezTo>
                  <a:pt x="1950723" y="80617"/>
                  <a:pt x="1947116" y="89097"/>
                  <a:pt x="1944731" y="100425"/>
                </a:cubicBezTo>
                <a:lnTo>
                  <a:pt x="1972185" y="87368"/>
                </a:lnTo>
                <a:cubicBezTo>
                  <a:pt x="1982975" y="82122"/>
                  <a:pt x="1990666" y="77561"/>
                  <a:pt x="1995256" y="73686"/>
                </a:cubicBezTo>
                <a:cubicBezTo>
                  <a:pt x="1990129" y="68917"/>
                  <a:pt x="1982946" y="66532"/>
                  <a:pt x="1973705" y="66532"/>
                </a:cubicBezTo>
                <a:close/>
                <a:moveTo>
                  <a:pt x="2102912" y="150413"/>
                </a:moveTo>
                <a:cubicBezTo>
                  <a:pt x="2097785" y="150413"/>
                  <a:pt x="2094894" y="147606"/>
                  <a:pt x="2094238" y="141991"/>
                </a:cubicBezTo>
                <a:lnTo>
                  <a:pt x="2091734" y="122364"/>
                </a:lnTo>
                <a:cubicBezTo>
                  <a:pt x="2090899" y="115374"/>
                  <a:pt x="2090482" y="108832"/>
                  <a:pt x="2090482" y="102738"/>
                </a:cubicBezTo>
                <a:cubicBezTo>
                  <a:pt x="2090482" y="101065"/>
                  <a:pt x="2090586" y="98228"/>
                  <a:pt x="2090795" y="94226"/>
                </a:cubicBezTo>
                <a:cubicBezTo>
                  <a:pt x="2091004" y="90223"/>
                  <a:pt x="2091108" y="87384"/>
                  <a:pt x="2091108" y="85711"/>
                </a:cubicBezTo>
                <a:cubicBezTo>
                  <a:pt x="2091108" y="72806"/>
                  <a:pt x="2088723" y="66354"/>
                  <a:pt x="2083954" y="66354"/>
                </a:cubicBezTo>
                <a:cubicBezTo>
                  <a:pt x="2077277" y="66354"/>
                  <a:pt x="2070898" y="70323"/>
                  <a:pt x="2064817" y="78261"/>
                </a:cubicBezTo>
                <a:cubicBezTo>
                  <a:pt x="2059332" y="85482"/>
                  <a:pt x="2055040" y="94613"/>
                  <a:pt x="2051940" y="105653"/>
                </a:cubicBezTo>
                <a:cubicBezTo>
                  <a:pt x="2051820" y="107982"/>
                  <a:pt x="2051552" y="110907"/>
                  <a:pt x="2051135" y="114428"/>
                </a:cubicBezTo>
                <a:cubicBezTo>
                  <a:pt x="2050777" y="117413"/>
                  <a:pt x="2050598" y="120307"/>
                  <a:pt x="2050598" y="123111"/>
                </a:cubicBezTo>
                <a:cubicBezTo>
                  <a:pt x="2050598" y="124901"/>
                  <a:pt x="2050777" y="127587"/>
                  <a:pt x="2051135" y="131167"/>
                </a:cubicBezTo>
                <a:cubicBezTo>
                  <a:pt x="2051493" y="134748"/>
                  <a:pt x="2051671" y="137434"/>
                  <a:pt x="2051671" y="139224"/>
                </a:cubicBezTo>
                <a:cubicBezTo>
                  <a:pt x="2051671" y="141910"/>
                  <a:pt x="2050852" y="144089"/>
                  <a:pt x="2049212" y="145760"/>
                </a:cubicBezTo>
                <a:cubicBezTo>
                  <a:pt x="2047573" y="147431"/>
                  <a:pt x="2045471" y="148267"/>
                  <a:pt x="2042908" y="148267"/>
                </a:cubicBezTo>
                <a:cubicBezTo>
                  <a:pt x="2040285" y="148267"/>
                  <a:pt x="2038168" y="147431"/>
                  <a:pt x="2036559" y="145758"/>
                </a:cubicBezTo>
                <a:cubicBezTo>
                  <a:pt x="2034949" y="144086"/>
                  <a:pt x="2034144" y="141907"/>
                  <a:pt x="2034144" y="139218"/>
                </a:cubicBezTo>
                <a:cubicBezTo>
                  <a:pt x="2034144" y="137428"/>
                  <a:pt x="2033950" y="134741"/>
                  <a:pt x="2033563" y="131159"/>
                </a:cubicBezTo>
                <a:cubicBezTo>
                  <a:pt x="2033175" y="127574"/>
                  <a:pt x="2032982" y="124886"/>
                  <a:pt x="2032982" y="123094"/>
                </a:cubicBezTo>
                <a:cubicBezTo>
                  <a:pt x="2032982" y="116942"/>
                  <a:pt x="2033414" y="108417"/>
                  <a:pt x="2034278" y="97518"/>
                </a:cubicBezTo>
                <a:cubicBezTo>
                  <a:pt x="2035143" y="86620"/>
                  <a:pt x="2035575" y="78094"/>
                  <a:pt x="2035575" y="71943"/>
                </a:cubicBezTo>
                <a:cubicBezTo>
                  <a:pt x="2035575" y="70031"/>
                  <a:pt x="2035471" y="67195"/>
                  <a:pt x="2035262" y="63433"/>
                </a:cubicBezTo>
                <a:cubicBezTo>
                  <a:pt x="2035053" y="59670"/>
                  <a:pt x="2034949" y="56833"/>
                  <a:pt x="2034949" y="54924"/>
                </a:cubicBezTo>
                <a:cubicBezTo>
                  <a:pt x="2034949" y="52355"/>
                  <a:pt x="2035798" y="50250"/>
                  <a:pt x="2037497" y="48608"/>
                </a:cubicBezTo>
                <a:cubicBezTo>
                  <a:pt x="2039197" y="46965"/>
                  <a:pt x="2041298" y="46143"/>
                  <a:pt x="2043802" y="46143"/>
                </a:cubicBezTo>
                <a:cubicBezTo>
                  <a:pt x="2049287" y="46143"/>
                  <a:pt x="2052297" y="50034"/>
                  <a:pt x="2052834" y="57816"/>
                </a:cubicBezTo>
                <a:lnTo>
                  <a:pt x="2053102" y="68321"/>
                </a:lnTo>
                <a:cubicBezTo>
                  <a:pt x="2063118" y="54967"/>
                  <a:pt x="2073402" y="48290"/>
                  <a:pt x="2083954" y="48290"/>
                </a:cubicBezTo>
                <a:cubicBezTo>
                  <a:pt x="2093493" y="48290"/>
                  <a:pt x="2100140" y="52500"/>
                  <a:pt x="2103896" y="60921"/>
                </a:cubicBezTo>
                <a:cubicBezTo>
                  <a:pt x="2106459" y="66534"/>
                  <a:pt x="2107860" y="74836"/>
                  <a:pt x="2108099" y="85826"/>
                </a:cubicBezTo>
                <a:lnTo>
                  <a:pt x="2108099" y="94872"/>
                </a:lnTo>
                <a:lnTo>
                  <a:pt x="2108009" y="103202"/>
                </a:lnTo>
                <a:cubicBezTo>
                  <a:pt x="2108009" y="108160"/>
                  <a:pt x="2108650" y="114566"/>
                  <a:pt x="2109932" y="122420"/>
                </a:cubicBezTo>
                <a:cubicBezTo>
                  <a:pt x="2111214" y="130273"/>
                  <a:pt x="2111855" y="136647"/>
                  <a:pt x="2111855" y="141543"/>
                </a:cubicBezTo>
                <a:cubicBezTo>
                  <a:pt x="2111855" y="144172"/>
                  <a:pt x="2111005" y="146307"/>
                  <a:pt x="2109306" y="147948"/>
                </a:cubicBezTo>
                <a:cubicBezTo>
                  <a:pt x="2107607" y="149592"/>
                  <a:pt x="2105476" y="150413"/>
                  <a:pt x="2102912" y="150413"/>
                </a:cubicBezTo>
                <a:close/>
                <a:moveTo>
                  <a:pt x="2190835" y="75117"/>
                </a:moveTo>
                <a:cubicBezTo>
                  <a:pt x="2187556" y="75117"/>
                  <a:pt x="2185260" y="74022"/>
                  <a:pt x="2183949" y="71831"/>
                </a:cubicBezTo>
                <a:cubicBezTo>
                  <a:pt x="2183055" y="70292"/>
                  <a:pt x="2182280" y="67095"/>
                  <a:pt x="2181624" y="62240"/>
                </a:cubicBezTo>
                <a:cubicBezTo>
                  <a:pt x="2177153" y="63371"/>
                  <a:pt x="2170267" y="65455"/>
                  <a:pt x="2160967" y="68491"/>
                </a:cubicBezTo>
                <a:cubicBezTo>
                  <a:pt x="2151368" y="72303"/>
                  <a:pt x="2146539" y="77007"/>
                  <a:pt x="2146480" y="82604"/>
                </a:cubicBezTo>
                <a:cubicBezTo>
                  <a:pt x="2148268" y="83260"/>
                  <a:pt x="2150027" y="83736"/>
                  <a:pt x="2151756" y="84035"/>
                </a:cubicBezTo>
                <a:cubicBezTo>
                  <a:pt x="2165468" y="86475"/>
                  <a:pt x="2175662" y="89840"/>
                  <a:pt x="2182339" y="94128"/>
                </a:cubicBezTo>
                <a:cubicBezTo>
                  <a:pt x="2192057" y="100383"/>
                  <a:pt x="2196916" y="109436"/>
                  <a:pt x="2196916" y="121289"/>
                </a:cubicBezTo>
                <a:cubicBezTo>
                  <a:pt x="2196916" y="130997"/>
                  <a:pt x="2192713" y="138322"/>
                  <a:pt x="2184307" y="143265"/>
                </a:cubicBezTo>
                <a:cubicBezTo>
                  <a:pt x="2177331" y="147315"/>
                  <a:pt x="2168508" y="149340"/>
                  <a:pt x="2157837" y="149340"/>
                </a:cubicBezTo>
                <a:cubicBezTo>
                  <a:pt x="2150027" y="149340"/>
                  <a:pt x="2142575" y="148029"/>
                  <a:pt x="2135480" y="145405"/>
                </a:cubicBezTo>
                <a:cubicBezTo>
                  <a:pt x="2126299" y="142067"/>
                  <a:pt x="2121709" y="137417"/>
                  <a:pt x="2121709" y="131455"/>
                </a:cubicBezTo>
                <a:cubicBezTo>
                  <a:pt x="2121709" y="129070"/>
                  <a:pt x="2122648" y="126984"/>
                  <a:pt x="2124526" y="125195"/>
                </a:cubicBezTo>
                <a:cubicBezTo>
                  <a:pt x="2126404" y="123407"/>
                  <a:pt x="2128535" y="122513"/>
                  <a:pt x="2130920" y="122513"/>
                </a:cubicBezTo>
                <a:cubicBezTo>
                  <a:pt x="2132768" y="122513"/>
                  <a:pt x="2135153" y="123943"/>
                  <a:pt x="2138074" y="126805"/>
                </a:cubicBezTo>
                <a:cubicBezTo>
                  <a:pt x="2139505" y="128176"/>
                  <a:pt x="2142724" y="129309"/>
                  <a:pt x="2147732" y="130203"/>
                </a:cubicBezTo>
                <a:cubicBezTo>
                  <a:pt x="2151726" y="130919"/>
                  <a:pt x="2155094" y="131276"/>
                  <a:pt x="2157837" y="131276"/>
                </a:cubicBezTo>
                <a:cubicBezTo>
                  <a:pt x="2162845" y="131276"/>
                  <a:pt x="2167256" y="130681"/>
                  <a:pt x="2171072" y="129491"/>
                </a:cubicBezTo>
                <a:cubicBezTo>
                  <a:pt x="2176616" y="127764"/>
                  <a:pt x="2179388" y="125025"/>
                  <a:pt x="2179388" y="121275"/>
                </a:cubicBezTo>
                <a:cubicBezTo>
                  <a:pt x="2179388" y="113176"/>
                  <a:pt x="2173725" y="107698"/>
                  <a:pt x="2162397" y="104840"/>
                </a:cubicBezTo>
                <a:lnTo>
                  <a:pt x="2153097" y="102783"/>
                </a:lnTo>
                <a:cubicBezTo>
                  <a:pt x="2145168" y="101052"/>
                  <a:pt x="2139534" y="99024"/>
                  <a:pt x="2136196" y="96697"/>
                </a:cubicBezTo>
                <a:cubicBezTo>
                  <a:pt x="2131367" y="93356"/>
                  <a:pt x="2128952" y="88317"/>
                  <a:pt x="2128952" y="81578"/>
                </a:cubicBezTo>
                <a:cubicBezTo>
                  <a:pt x="2128952" y="69111"/>
                  <a:pt x="2134825" y="60222"/>
                  <a:pt x="2146569" y="54913"/>
                </a:cubicBezTo>
                <a:cubicBezTo>
                  <a:pt x="2150146" y="53303"/>
                  <a:pt x="2155869" y="51380"/>
                  <a:pt x="2163739" y="49145"/>
                </a:cubicBezTo>
                <a:cubicBezTo>
                  <a:pt x="2171608" y="46907"/>
                  <a:pt x="2177242" y="45013"/>
                  <a:pt x="2180640" y="43461"/>
                </a:cubicBezTo>
                <a:cubicBezTo>
                  <a:pt x="2183084" y="42388"/>
                  <a:pt x="2185737" y="41851"/>
                  <a:pt x="2188599" y="41851"/>
                </a:cubicBezTo>
                <a:cubicBezTo>
                  <a:pt x="2191163" y="41851"/>
                  <a:pt x="2193264" y="42686"/>
                  <a:pt x="2194904" y="44355"/>
                </a:cubicBezTo>
                <a:cubicBezTo>
                  <a:pt x="2196543" y="46024"/>
                  <a:pt x="2197363" y="48200"/>
                  <a:pt x="2197363" y="50883"/>
                </a:cubicBezTo>
                <a:cubicBezTo>
                  <a:pt x="2197363" y="52612"/>
                  <a:pt x="2197735" y="55146"/>
                  <a:pt x="2198481" y="58484"/>
                </a:cubicBezTo>
                <a:cubicBezTo>
                  <a:pt x="2199226" y="61823"/>
                  <a:pt x="2199598" y="64356"/>
                  <a:pt x="2199598" y="66085"/>
                </a:cubicBezTo>
                <a:cubicBezTo>
                  <a:pt x="2199598" y="68768"/>
                  <a:pt x="2198779" y="70944"/>
                  <a:pt x="2197139" y="72613"/>
                </a:cubicBezTo>
                <a:cubicBezTo>
                  <a:pt x="2195500" y="74283"/>
                  <a:pt x="2193398" y="75117"/>
                  <a:pt x="2190835" y="75117"/>
                </a:cubicBezTo>
                <a:close/>
                <a:moveTo>
                  <a:pt x="2291778" y="30762"/>
                </a:moveTo>
                <a:cubicBezTo>
                  <a:pt x="2288917" y="30762"/>
                  <a:pt x="2286443" y="29749"/>
                  <a:pt x="2284356" y="27722"/>
                </a:cubicBezTo>
                <a:cubicBezTo>
                  <a:pt x="2282269" y="25695"/>
                  <a:pt x="2281226" y="23251"/>
                  <a:pt x="2281226" y="20389"/>
                </a:cubicBezTo>
                <a:cubicBezTo>
                  <a:pt x="2281226" y="17527"/>
                  <a:pt x="2282269" y="15083"/>
                  <a:pt x="2284356" y="13056"/>
                </a:cubicBezTo>
                <a:cubicBezTo>
                  <a:pt x="2286443" y="11029"/>
                  <a:pt x="2288917" y="10016"/>
                  <a:pt x="2291778" y="10016"/>
                </a:cubicBezTo>
                <a:cubicBezTo>
                  <a:pt x="2294640" y="10016"/>
                  <a:pt x="2297099" y="11029"/>
                  <a:pt x="2299156" y="13056"/>
                </a:cubicBezTo>
                <a:cubicBezTo>
                  <a:pt x="2301213" y="15083"/>
                  <a:pt x="2302241" y="17527"/>
                  <a:pt x="2302241" y="20389"/>
                </a:cubicBezTo>
                <a:cubicBezTo>
                  <a:pt x="2302241" y="23251"/>
                  <a:pt x="2301213" y="25695"/>
                  <a:pt x="2299156" y="27722"/>
                </a:cubicBezTo>
                <a:cubicBezTo>
                  <a:pt x="2297099" y="29749"/>
                  <a:pt x="2294640" y="30762"/>
                  <a:pt x="2291778" y="30762"/>
                </a:cubicBezTo>
                <a:moveTo>
                  <a:pt x="2295802" y="103426"/>
                </a:moveTo>
                <a:cubicBezTo>
                  <a:pt x="2295802" y="107007"/>
                  <a:pt x="2295907" y="112363"/>
                  <a:pt x="2296115" y="119494"/>
                </a:cubicBezTo>
                <a:cubicBezTo>
                  <a:pt x="2296324" y="126624"/>
                  <a:pt x="2296428" y="131980"/>
                  <a:pt x="2296428" y="135560"/>
                </a:cubicBezTo>
                <a:cubicBezTo>
                  <a:pt x="2296428" y="138185"/>
                  <a:pt x="2295624" y="140333"/>
                  <a:pt x="2294014" y="142004"/>
                </a:cubicBezTo>
                <a:cubicBezTo>
                  <a:pt x="2292404" y="143676"/>
                  <a:pt x="2290288" y="144511"/>
                  <a:pt x="2287665" y="144511"/>
                </a:cubicBezTo>
                <a:cubicBezTo>
                  <a:pt x="2285101" y="144511"/>
                  <a:pt x="2283000" y="143676"/>
                  <a:pt x="2281360" y="142004"/>
                </a:cubicBezTo>
                <a:cubicBezTo>
                  <a:pt x="2279721" y="140333"/>
                  <a:pt x="2278901" y="138185"/>
                  <a:pt x="2278901" y="135560"/>
                </a:cubicBezTo>
                <a:cubicBezTo>
                  <a:pt x="2278901" y="131980"/>
                  <a:pt x="2278797" y="126624"/>
                  <a:pt x="2278588" y="119494"/>
                </a:cubicBezTo>
                <a:cubicBezTo>
                  <a:pt x="2278379" y="112363"/>
                  <a:pt x="2278275" y="107007"/>
                  <a:pt x="2278275" y="103426"/>
                </a:cubicBezTo>
                <a:cubicBezTo>
                  <a:pt x="2278275" y="97816"/>
                  <a:pt x="2278573" y="90820"/>
                  <a:pt x="2279169" y="82436"/>
                </a:cubicBezTo>
                <a:cubicBezTo>
                  <a:pt x="2279766" y="74051"/>
                  <a:pt x="2280064" y="67053"/>
                  <a:pt x="2280064" y="61444"/>
                </a:cubicBezTo>
                <a:cubicBezTo>
                  <a:pt x="2280064" y="58759"/>
                  <a:pt x="2280883" y="56581"/>
                  <a:pt x="2282523" y="54910"/>
                </a:cubicBezTo>
                <a:cubicBezTo>
                  <a:pt x="2284162" y="53239"/>
                  <a:pt x="2286264" y="52403"/>
                  <a:pt x="2288827" y="52403"/>
                </a:cubicBezTo>
                <a:cubicBezTo>
                  <a:pt x="2291391" y="52403"/>
                  <a:pt x="2293492" y="53239"/>
                  <a:pt x="2295132" y="54910"/>
                </a:cubicBezTo>
                <a:cubicBezTo>
                  <a:pt x="2296771" y="56581"/>
                  <a:pt x="2297591" y="58759"/>
                  <a:pt x="2297591" y="61444"/>
                </a:cubicBezTo>
                <a:cubicBezTo>
                  <a:pt x="2297591" y="67053"/>
                  <a:pt x="2297293" y="74051"/>
                  <a:pt x="2296697" y="82436"/>
                </a:cubicBezTo>
                <a:cubicBezTo>
                  <a:pt x="2296101" y="90820"/>
                  <a:pt x="2295802" y="97816"/>
                  <a:pt x="2295802" y="103426"/>
                </a:cubicBezTo>
                <a:close/>
                <a:moveTo>
                  <a:pt x="2394415" y="150413"/>
                </a:moveTo>
                <a:cubicBezTo>
                  <a:pt x="2389288" y="150413"/>
                  <a:pt x="2386396" y="147606"/>
                  <a:pt x="2385741" y="141991"/>
                </a:cubicBezTo>
                <a:lnTo>
                  <a:pt x="2383237" y="122364"/>
                </a:lnTo>
                <a:cubicBezTo>
                  <a:pt x="2382402" y="115374"/>
                  <a:pt x="2381985" y="108832"/>
                  <a:pt x="2381985" y="102738"/>
                </a:cubicBezTo>
                <a:cubicBezTo>
                  <a:pt x="2381985" y="101065"/>
                  <a:pt x="2382089" y="98228"/>
                  <a:pt x="2382298" y="94226"/>
                </a:cubicBezTo>
                <a:cubicBezTo>
                  <a:pt x="2382506" y="90223"/>
                  <a:pt x="2382611" y="87384"/>
                  <a:pt x="2382611" y="85711"/>
                </a:cubicBezTo>
                <a:cubicBezTo>
                  <a:pt x="2382611" y="72806"/>
                  <a:pt x="2380226" y="66354"/>
                  <a:pt x="2375457" y="66354"/>
                </a:cubicBezTo>
                <a:cubicBezTo>
                  <a:pt x="2368780" y="66354"/>
                  <a:pt x="2362401" y="70323"/>
                  <a:pt x="2356320" y="78261"/>
                </a:cubicBezTo>
                <a:cubicBezTo>
                  <a:pt x="2350835" y="85482"/>
                  <a:pt x="2346542" y="94613"/>
                  <a:pt x="2343442" y="105653"/>
                </a:cubicBezTo>
                <a:cubicBezTo>
                  <a:pt x="2343323" y="107982"/>
                  <a:pt x="2343055" y="110907"/>
                  <a:pt x="2342638" y="114428"/>
                </a:cubicBezTo>
                <a:cubicBezTo>
                  <a:pt x="2342280" y="117413"/>
                  <a:pt x="2342101" y="120307"/>
                  <a:pt x="2342101" y="123111"/>
                </a:cubicBezTo>
                <a:cubicBezTo>
                  <a:pt x="2342101" y="124901"/>
                  <a:pt x="2342280" y="127587"/>
                  <a:pt x="2342638" y="131167"/>
                </a:cubicBezTo>
                <a:cubicBezTo>
                  <a:pt x="2342995" y="134748"/>
                  <a:pt x="2343174" y="137434"/>
                  <a:pt x="2343174" y="139224"/>
                </a:cubicBezTo>
                <a:cubicBezTo>
                  <a:pt x="2343174" y="141910"/>
                  <a:pt x="2342354" y="144089"/>
                  <a:pt x="2340715" y="145760"/>
                </a:cubicBezTo>
                <a:cubicBezTo>
                  <a:pt x="2339075" y="147431"/>
                  <a:pt x="2336974" y="148267"/>
                  <a:pt x="2334410" y="148267"/>
                </a:cubicBezTo>
                <a:cubicBezTo>
                  <a:pt x="2331787" y="148267"/>
                  <a:pt x="2329671" y="147431"/>
                  <a:pt x="2328061" y="145758"/>
                </a:cubicBezTo>
                <a:cubicBezTo>
                  <a:pt x="2326452" y="144086"/>
                  <a:pt x="2325647" y="141907"/>
                  <a:pt x="2325647" y="139218"/>
                </a:cubicBezTo>
                <a:cubicBezTo>
                  <a:pt x="2325647" y="137428"/>
                  <a:pt x="2325453" y="134741"/>
                  <a:pt x="2325066" y="131159"/>
                </a:cubicBezTo>
                <a:cubicBezTo>
                  <a:pt x="2324678" y="127574"/>
                  <a:pt x="2324484" y="124886"/>
                  <a:pt x="2324484" y="123094"/>
                </a:cubicBezTo>
                <a:cubicBezTo>
                  <a:pt x="2324484" y="116942"/>
                  <a:pt x="2324916" y="108417"/>
                  <a:pt x="2325781" y="97518"/>
                </a:cubicBezTo>
                <a:cubicBezTo>
                  <a:pt x="2326645" y="86620"/>
                  <a:pt x="2327078" y="78094"/>
                  <a:pt x="2327078" y="71943"/>
                </a:cubicBezTo>
                <a:cubicBezTo>
                  <a:pt x="2327078" y="70031"/>
                  <a:pt x="2326973" y="67195"/>
                  <a:pt x="2326765" y="63433"/>
                </a:cubicBezTo>
                <a:cubicBezTo>
                  <a:pt x="2326556" y="59670"/>
                  <a:pt x="2326452" y="56833"/>
                  <a:pt x="2326452" y="54924"/>
                </a:cubicBezTo>
                <a:cubicBezTo>
                  <a:pt x="2326452" y="52355"/>
                  <a:pt x="2327301" y="50250"/>
                  <a:pt x="2329000" y="48608"/>
                </a:cubicBezTo>
                <a:cubicBezTo>
                  <a:pt x="2330699" y="46965"/>
                  <a:pt x="2332801" y="46143"/>
                  <a:pt x="2335305" y="46143"/>
                </a:cubicBezTo>
                <a:cubicBezTo>
                  <a:pt x="2340789" y="46143"/>
                  <a:pt x="2343800" y="50034"/>
                  <a:pt x="2344337" y="57816"/>
                </a:cubicBezTo>
                <a:lnTo>
                  <a:pt x="2344605" y="68321"/>
                </a:lnTo>
                <a:cubicBezTo>
                  <a:pt x="2354621" y="54967"/>
                  <a:pt x="2364904" y="48290"/>
                  <a:pt x="2375457" y="48290"/>
                </a:cubicBezTo>
                <a:cubicBezTo>
                  <a:pt x="2384995" y="48290"/>
                  <a:pt x="2391643" y="52500"/>
                  <a:pt x="2395398" y="60921"/>
                </a:cubicBezTo>
                <a:cubicBezTo>
                  <a:pt x="2397962" y="66534"/>
                  <a:pt x="2399363" y="74836"/>
                  <a:pt x="2399601" y="85826"/>
                </a:cubicBezTo>
                <a:lnTo>
                  <a:pt x="2399601" y="94872"/>
                </a:lnTo>
                <a:lnTo>
                  <a:pt x="2399512" y="103202"/>
                </a:lnTo>
                <a:cubicBezTo>
                  <a:pt x="2399512" y="108160"/>
                  <a:pt x="2400153" y="114566"/>
                  <a:pt x="2401435" y="122420"/>
                </a:cubicBezTo>
                <a:cubicBezTo>
                  <a:pt x="2402716" y="130273"/>
                  <a:pt x="2403357" y="136647"/>
                  <a:pt x="2403357" y="141543"/>
                </a:cubicBezTo>
                <a:cubicBezTo>
                  <a:pt x="2403357" y="144172"/>
                  <a:pt x="2402508" y="146307"/>
                  <a:pt x="2400809" y="147948"/>
                </a:cubicBezTo>
                <a:cubicBezTo>
                  <a:pt x="2399110" y="149592"/>
                  <a:pt x="2396978" y="150413"/>
                  <a:pt x="2394415" y="150413"/>
                </a:cubicBezTo>
                <a:close/>
                <a:moveTo>
                  <a:pt x="2536744" y="67863"/>
                </a:moveTo>
                <a:cubicBezTo>
                  <a:pt x="2535492" y="67863"/>
                  <a:pt x="2534017" y="67803"/>
                  <a:pt x="2532317" y="67684"/>
                </a:cubicBezTo>
                <a:cubicBezTo>
                  <a:pt x="2530618" y="67563"/>
                  <a:pt x="2529143" y="67502"/>
                  <a:pt x="2527891" y="67502"/>
                </a:cubicBezTo>
                <a:cubicBezTo>
                  <a:pt x="2526520" y="67502"/>
                  <a:pt x="2522466" y="67954"/>
                  <a:pt x="2515729" y="68857"/>
                </a:cubicBezTo>
                <a:lnTo>
                  <a:pt x="2517428" y="121649"/>
                </a:lnTo>
                <a:lnTo>
                  <a:pt x="2517518" y="125581"/>
                </a:lnTo>
                <a:lnTo>
                  <a:pt x="2517607" y="130136"/>
                </a:lnTo>
                <a:cubicBezTo>
                  <a:pt x="2517845" y="143177"/>
                  <a:pt x="2514716" y="149698"/>
                  <a:pt x="2508217" y="149698"/>
                </a:cubicBezTo>
                <a:cubicBezTo>
                  <a:pt x="2505833" y="149698"/>
                  <a:pt x="2503761" y="148924"/>
                  <a:pt x="2502002" y="147376"/>
                </a:cubicBezTo>
                <a:cubicBezTo>
                  <a:pt x="2500244" y="145827"/>
                  <a:pt x="2499364" y="143892"/>
                  <a:pt x="2499364" y="141569"/>
                </a:cubicBezTo>
                <a:cubicBezTo>
                  <a:pt x="2499364" y="139307"/>
                  <a:pt x="2499454" y="135913"/>
                  <a:pt x="2499633" y="131388"/>
                </a:cubicBezTo>
                <a:cubicBezTo>
                  <a:pt x="2499811" y="126861"/>
                  <a:pt x="2499901" y="123466"/>
                  <a:pt x="2499901" y="121202"/>
                </a:cubicBezTo>
                <a:lnTo>
                  <a:pt x="2498112" y="69036"/>
                </a:lnTo>
                <a:cubicBezTo>
                  <a:pt x="2493760" y="68857"/>
                  <a:pt x="2487143" y="68348"/>
                  <a:pt x="2478260" y="67508"/>
                </a:cubicBezTo>
                <a:cubicBezTo>
                  <a:pt x="2472954" y="66789"/>
                  <a:pt x="2470301" y="63824"/>
                  <a:pt x="2470301" y="58613"/>
                </a:cubicBezTo>
                <a:cubicBezTo>
                  <a:pt x="2470301" y="55976"/>
                  <a:pt x="2471106" y="53791"/>
                  <a:pt x="2472716" y="52057"/>
                </a:cubicBezTo>
                <a:cubicBezTo>
                  <a:pt x="2474325" y="50320"/>
                  <a:pt x="2476382" y="49452"/>
                  <a:pt x="2478886" y="49452"/>
                </a:cubicBezTo>
                <a:lnTo>
                  <a:pt x="2497665" y="50972"/>
                </a:lnTo>
                <a:cubicBezTo>
                  <a:pt x="2497665" y="47923"/>
                  <a:pt x="2497531" y="43843"/>
                  <a:pt x="2497263" y="38732"/>
                </a:cubicBezTo>
                <a:cubicBezTo>
                  <a:pt x="2496994" y="33620"/>
                  <a:pt x="2496860" y="29929"/>
                  <a:pt x="2496860" y="27658"/>
                </a:cubicBezTo>
                <a:cubicBezTo>
                  <a:pt x="2496860" y="25146"/>
                  <a:pt x="2497725" y="23069"/>
                  <a:pt x="2499454" y="21426"/>
                </a:cubicBezTo>
                <a:cubicBezTo>
                  <a:pt x="2501183" y="19781"/>
                  <a:pt x="2503299" y="18958"/>
                  <a:pt x="2505803" y="18958"/>
                </a:cubicBezTo>
                <a:cubicBezTo>
                  <a:pt x="2511168" y="18958"/>
                  <a:pt x="2514298" y="23340"/>
                  <a:pt x="2515193" y="32104"/>
                </a:cubicBezTo>
                <a:cubicBezTo>
                  <a:pt x="2515371" y="34309"/>
                  <a:pt x="2515461" y="36962"/>
                  <a:pt x="2515461" y="40063"/>
                </a:cubicBezTo>
                <a:lnTo>
                  <a:pt x="2515282" y="45249"/>
                </a:lnTo>
                <a:lnTo>
                  <a:pt x="2515193" y="50794"/>
                </a:lnTo>
                <a:cubicBezTo>
                  <a:pt x="2522585" y="49840"/>
                  <a:pt x="2526818" y="49363"/>
                  <a:pt x="2527891" y="49363"/>
                </a:cubicBezTo>
                <a:cubicBezTo>
                  <a:pt x="2534091" y="49363"/>
                  <a:pt x="2538145" y="49661"/>
                  <a:pt x="2540053" y="50257"/>
                </a:cubicBezTo>
                <a:cubicBezTo>
                  <a:pt x="2543689" y="51457"/>
                  <a:pt x="2545508" y="54285"/>
                  <a:pt x="2545508" y="58741"/>
                </a:cubicBezTo>
                <a:cubicBezTo>
                  <a:pt x="2545508" y="61390"/>
                  <a:pt x="2544688" y="63573"/>
                  <a:pt x="2543048" y="65289"/>
                </a:cubicBezTo>
                <a:cubicBezTo>
                  <a:pt x="2541409" y="67005"/>
                  <a:pt x="2539308" y="67863"/>
                  <a:pt x="2536744" y="67863"/>
                </a:cubicBezTo>
                <a:close/>
                <a:moveTo>
                  <a:pt x="2637997" y="149519"/>
                </a:moveTo>
                <a:cubicBezTo>
                  <a:pt x="2633764" y="149519"/>
                  <a:pt x="2630992" y="147256"/>
                  <a:pt x="2629680" y="142731"/>
                </a:cubicBezTo>
                <a:cubicBezTo>
                  <a:pt x="2628309" y="137848"/>
                  <a:pt x="2627057" y="130910"/>
                  <a:pt x="2625924" y="121917"/>
                </a:cubicBezTo>
                <a:cubicBezTo>
                  <a:pt x="2624851" y="113282"/>
                  <a:pt x="2624315" y="106196"/>
                  <a:pt x="2624315" y="100659"/>
                </a:cubicBezTo>
                <a:cubicBezTo>
                  <a:pt x="2624315" y="99111"/>
                  <a:pt x="2624389" y="96759"/>
                  <a:pt x="2624538" y="93603"/>
                </a:cubicBezTo>
                <a:cubicBezTo>
                  <a:pt x="2624687" y="90445"/>
                  <a:pt x="2624762" y="88092"/>
                  <a:pt x="2624762" y="86544"/>
                </a:cubicBezTo>
                <a:cubicBezTo>
                  <a:pt x="2624762" y="75349"/>
                  <a:pt x="2621960" y="69752"/>
                  <a:pt x="2616356" y="69752"/>
                </a:cubicBezTo>
                <a:cubicBezTo>
                  <a:pt x="2608785" y="69752"/>
                  <a:pt x="2602018" y="73180"/>
                  <a:pt x="2596056" y="80036"/>
                </a:cubicBezTo>
                <a:cubicBezTo>
                  <a:pt x="2593016" y="83553"/>
                  <a:pt x="2588843" y="90260"/>
                  <a:pt x="2583537" y="100156"/>
                </a:cubicBezTo>
                <a:cubicBezTo>
                  <a:pt x="2583537" y="122826"/>
                  <a:pt x="2582583" y="136243"/>
                  <a:pt x="2580675" y="140409"/>
                </a:cubicBezTo>
                <a:cubicBezTo>
                  <a:pt x="2579006" y="144098"/>
                  <a:pt x="2576413" y="145942"/>
                  <a:pt x="2572895" y="145942"/>
                </a:cubicBezTo>
                <a:cubicBezTo>
                  <a:pt x="2570451" y="145942"/>
                  <a:pt x="2568305" y="145107"/>
                  <a:pt x="2566457" y="143438"/>
                </a:cubicBezTo>
                <a:cubicBezTo>
                  <a:pt x="2564608" y="141769"/>
                  <a:pt x="2563684" y="139742"/>
                  <a:pt x="2563684" y="137357"/>
                </a:cubicBezTo>
                <a:cubicBezTo>
                  <a:pt x="2563684" y="136523"/>
                  <a:pt x="2563953" y="135211"/>
                  <a:pt x="2564489" y="133422"/>
                </a:cubicBezTo>
                <a:cubicBezTo>
                  <a:pt x="2564966" y="131932"/>
                  <a:pt x="2565294" y="127580"/>
                  <a:pt x="2565473" y="120366"/>
                </a:cubicBezTo>
                <a:lnTo>
                  <a:pt x="2565741" y="107131"/>
                </a:lnTo>
                <a:lnTo>
                  <a:pt x="2566009" y="41404"/>
                </a:lnTo>
                <a:cubicBezTo>
                  <a:pt x="2566427" y="34011"/>
                  <a:pt x="2566635" y="29033"/>
                  <a:pt x="2566635" y="26470"/>
                </a:cubicBezTo>
                <a:cubicBezTo>
                  <a:pt x="2566635" y="23429"/>
                  <a:pt x="2566352" y="20553"/>
                  <a:pt x="2565786" y="17840"/>
                </a:cubicBezTo>
                <a:cubicBezTo>
                  <a:pt x="2565220" y="15128"/>
                  <a:pt x="2564936" y="12311"/>
                  <a:pt x="2564936" y="9390"/>
                </a:cubicBezTo>
                <a:cubicBezTo>
                  <a:pt x="2564936" y="6886"/>
                  <a:pt x="2565801" y="4814"/>
                  <a:pt x="2567530" y="3175"/>
                </a:cubicBezTo>
                <a:cubicBezTo>
                  <a:pt x="2569259" y="1535"/>
                  <a:pt x="2571375" y="715"/>
                  <a:pt x="2573879" y="715"/>
                </a:cubicBezTo>
                <a:cubicBezTo>
                  <a:pt x="2578767" y="715"/>
                  <a:pt x="2581629" y="3339"/>
                  <a:pt x="2582464" y="8585"/>
                </a:cubicBezTo>
                <a:cubicBezTo>
                  <a:pt x="2583418" y="14368"/>
                  <a:pt x="2583895" y="19584"/>
                  <a:pt x="2583895" y="24234"/>
                </a:cubicBezTo>
                <a:cubicBezTo>
                  <a:pt x="2583895" y="30494"/>
                  <a:pt x="2583686" y="37022"/>
                  <a:pt x="2583269" y="43818"/>
                </a:cubicBezTo>
                <a:cubicBezTo>
                  <a:pt x="2582911" y="50317"/>
                  <a:pt x="2582762" y="56845"/>
                  <a:pt x="2582821" y="63402"/>
                </a:cubicBezTo>
                <a:lnTo>
                  <a:pt x="2582911" y="71272"/>
                </a:lnTo>
                <a:cubicBezTo>
                  <a:pt x="2587799" y="64714"/>
                  <a:pt x="2593031" y="59811"/>
                  <a:pt x="2598605" y="56561"/>
                </a:cubicBezTo>
                <a:cubicBezTo>
                  <a:pt x="2604179" y="53312"/>
                  <a:pt x="2610096" y="51688"/>
                  <a:pt x="2616356" y="51688"/>
                </a:cubicBezTo>
                <a:cubicBezTo>
                  <a:pt x="2626252" y="51688"/>
                  <a:pt x="2633049" y="54907"/>
                  <a:pt x="2636745" y="61346"/>
                </a:cubicBezTo>
                <a:cubicBezTo>
                  <a:pt x="2639368" y="65877"/>
                  <a:pt x="2640858" y="73508"/>
                  <a:pt x="2641216" y="84239"/>
                </a:cubicBezTo>
                <a:lnTo>
                  <a:pt x="2641931" y="101319"/>
                </a:lnTo>
                <a:lnTo>
                  <a:pt x="2643720" y="119919"/>
                </a:lnTo>
                <a:cubicBezTo>
                  <a:pt x="2644555" y="126894"/>
                  <a:pt x="2645568" y="133035"/>
                  <a:pt x="2646760" y="138341"/>
                </a:cubicBezTo>
                <a:cubicBezTo>
                  <a:pt x="2646999" y="139354"/>
                  <a:pt x="2647118" y="140219"/>
                  <a:pt x="2647118" y="140934"/>
                </a:cubicBezTo>
                <a:cubicBezTo>
                  <a:pt x="2647118" y="143378"/>
                  <a:pt x="2646224" y="145420"/>
                  <a:pt x="2644435" y="147060"/>
                </a:cubicBezTo>
                <a:cubicBezTo>
                  <a:pt x="2642647" y="148699"/>
                  <a:pt x="2640501" y="149519"/>
                  <a:pt x="2637997" y="149519"/>
                </a:cubicBezTo>
                <a:close/>
                <a:moveTo>
                  <a:pt x="2710980" y="148088"/>
                </a:moveTo>
                <a:cubicBezTo>
                  <a:pt x="2697507" y="148088"/>
                  <a:pt x="2686597" y="144717"/>
                  <a:pt x="2678250" y="137975"/>
                </a:cubicBezTo>
                <a:cubicBezTo>
                  <a:pt x="2669129" y="130515"/>
                  <a:pt x="2664568" y="120072"/>
                  <a:pt x="2664568" y="106645"/>
                </a:cubicBezTo>
                <a:cubicBezTo>
                  <a:pt x="2664568" y="91132"/>
                  <a:pt x="2668324" y="78124"/>
                  <a:pt x="2675836" y="67622"/>
                </a:cubicBezTo>
                <a:cubicBezTo>
                  <a:pt x="2684004" y="56165"/>
                  <a:pt x="2694913" y="50436"/>
                  <a:pt x="2708566" y="50436"/>
                </a:cubicBezTo>
                <a:cubicBezTo>
                  <a:pt x="2718462" y="50436"/>
                  <a:pt x="2726540" y="52105"/>
                  <a:pt x="2732800" y="55444"/>
                </a:cubicBezTo>
                <a:cubicBezTo>
                  <a:pt x="2740490" y="59557"/>
                  <a:pt x="2744336" y="65877"/>
                  <a:pt x="2744336" y="74402"/>
                </a:cubicBezTo>
                <a:cubicBezTo>
                  <a:pt x="2744336" y="80363"/>
                  <a:pt x="2740967" y="85789"/>
                  <a:pt x="2734231" y="90677"/>
                </a:cubicBezTo>
                <a:cubicBezTo>
                  <a:pt x="2731250" y="92823"/>
                  <a:pt x="2724930" y="96162"/>
                  <a:pt x="2715273" y="100693"/>
                </a:cubicBezTo>
                <a:lnTo>
                  <a:pt x="2681112" y="116879"/>
                </a:lnTo>
                <a:cubicBezTo>
                  <a:pt x="2684451" y="121827"/>
                  <a:pt x="2688609" y="125553"/>
                  <a:pt x="2693587" y="128057"/>
                </a:cubicBezTo>
                <a:cubicBezTo>
                  <a:pt x="2698565" y="130561"/>
                  <a:pt x="2704363" y="131813"/>
                  <a:pt x="2710980" y="131813"/>
                </a:cubicBezTo>
                <a:cubicBezTo>
                  <a:pt x="2715094" y="131813"/>
                  <a:pt x="2719923" y="131038"/>
                  <a:pt x="2725467" y="129488"/>
                </a:cubicBezTo>
                <a:cubicBezTo>
                  <a:pt x="2732502" y="127520"/>
                  <a:pt x="2737033" y="124942"/>
                  <a:pt x="2739060" y="121752"/>
                </a:cubicBezTo>
                <a:cubicBezTo>
                  <a:pt x="2741087" y="118563"/>
                  <a:pt x="2743263" y="116968"/>
                  <a:pt x="2745588" y="116968"/>
                </a:cubicBezTo>
                <a:cubicBezTo>
                  <a:pt x="2747674" y="116968"/>
                  <a:pt x="2749537" y="117761"/>
                  <a:pt x="2751177" y="119346"/>
                </a:cubicBezTo>
                <a:cubicBezTo>
                  <a:pt x="2752816" y="120930"/>
                  <a:pt x="2753636" y="122768"/>
                  <a:pt x="2753636" y="124860"/>
                </a:cubicBezTo>
                <a:cubicBezTo>
                  <a:pt x="2753636" y="131496"/>
                  <a:pt x="2748300" y="137206"/>
                  <a:pt x="2737629" y="141991"/>
                </a:cubicBezTo>
                <a:cubicBezTo>
                  <a:pt x="2728507" y="146056"/>
                  <a:pt x="2719625" y="148088"/>
                  <a:pt x="2710980" y="148088"/>
                </a:cubicBezTo>
                <a:moveTo>
                  <a:pt x="2708566" y="66532"/>
                </a:moveTo>
                <a:cubicBezTo>
                  <a:pt x="2701292" y="66532"/>
                  <a:pt x="2695241" y="69349"/>
                  <a:pt x="2690412" y="74983"/>
                </a:cubicBezTo>
                <a:cubicBezTo>
                  <a:pt x="2685583" y="80617"/>
                  <a:pt x="2681977" y="89097"/>
                  <a:pt x="2679592" y="100425"/>
                </a:cubicBezTo>
                <a:lnTo>
                  <a:pt x="2707045" y="87368"/>
                </a:lnTo>
                <a:cubicBezTo>
                  <a:pt x="2717836" y="82122"/>
                  <a:pt x="2725527" y="77561"/>
                  <a:pt x="2730117" y="73686"/>
                </a:cubicBezTo>
                <a:cubicBezTo>
                  <a:pt x="2724990" y="68917"/>
                  <a:pt x="2717806" y="66532"/>
                  <a:pt x="2708566" y="66532"/>
                </a:cubicBezTo>
                <a:close/>
                <a:moveTo>
                  <a:pt x="2893968" y="149877"/>
                </a:moveTo>
                <a:cubicBezTo>
                  <a:pt x="2892835" y="149877"/>
                  <a:pt x="2890778" y="148554"/>
                  <a:pt x="2887798" y="145908"/>
                </a:cubicBezTo>
                <a:cubicBezTo>
                  <a:pt x="2885115" y="143444"/>
                  <a:pt x="2883118" y="141249"/>
                  <a:pt x="2881806" y="139325"/>
                </a:cubicBezTo>
                <a:cubicBezTo>
                  <a:pt x="2876083" y="142454"/>
                  <a:pt x="2871045" y="144817"/>
                  <a:pt x="2866693" y="146411"/>
                </a:cubicBezTo>
                <a:cubicBezTo>
                  <a:pt x="2862341" y="148006"/>
                  <a:pt x="2858705" y="148804"/>
                  <a:pt x="2855783" y="148804"/>
                </a:cubicBezTo>
                <a:cubicBezTo>
                  <a:pt x="2841833" y="148804"/>
                  <a:pt x="2831668" y="144869"/>
                  <a:pt x="2825289" y="136999"/>
                </a:cubicBezTo>
                <a:cubicBezTo>
                  <a:pt x="2819268" y="129607"/>
                  <a:pt x="2816257" y="118280"/>
                  <a:pt x="2816257" y="103018"/>
                </a:cubicBezTo>
                <a:cubicBezTo>
                  <a:pt x="2816257" y="88591"/>
                  <a:pt x="2821220" y="76250"/>
                  <a:pt x="2831147" y="65996"/>
                </a:cubicBezTo>
                <a:cubicBezTo>
                  <a:pt x="2841073" y="55742"/>
                  <a:pt x="2852922" y="50615"/>
                  <a:pt x="2866693" y="50615"/>
                </a:cubicBezTo>
                <a:cubicBezTo>
                  <a:pt x="2871880" y="50615"/>
                  <a:pt x="2877692" y="51956"/>
                  <a:pt x="2884131" y="54639"/>
                </a:cubicBezTo>
                <a:cubicBezTo>
                  <a:pt x="2892239" y="57977"/>
                  <a:pt x="2896293" y="62001"/>
                  <a:pt x="2896293" y="66711"/>
                </a:cubicBezTo>
                <a:cubicBezTo>
                  <a:pt x="2896293" y="68321"/>
                  <a:pt x="2895697" y="69752"/>
                  <a:pt x="2894504" y="71004"/>
                </a:cubicBezTo>
                <a:cubicBezTo>
                  <a:pt x="2893908" y="73269"/>
                  <a:pt x="2893446" y="76995"/>
                  <a:pt x="2893118" y="82182"/>
                </a:cubicBezTo>
                <a:cubicBezTo>
                  <a:pt x="2892790" y="87368"/>
                  <a:pt x="2892597" y="94016"/>
                  <a:pt x="2892537" y="102124"/>
                </a:cubicBezTo>
                <a:cubicBezTo>
                  <a:pt x="2892477" y="109516"/>
                  <a:pt x="2892984" y="115359"/>
                  <a:pt x="2894057" y="119651"/>
                </a:cubicBezTo>
                <a:cubicBezTo>
                  <a:pt x="2894653" y="122274"/>
                  <a:pt x="2896531" y="127520"/>
                  <a:pt x="2899691" y="135390"/>
                </a:cubicBezTo>
                <a:cubicBezTo>
                  <a:pt x="2900108" y="136463"/>
                  <a:pt x="2900794" y="138043"/>
                  <a:pt x="2901748" y="140129"/>
                </a:cubicBezTo>
                <a:lnTo>
                  <a:pt x="2902284" y="141650"/>
                </a:lnTo>
                <a:cubicBezTo>
                  <a:pt x="2902284" y="144034"/>
                  <a:pt x="2901450" y="146002"/>
                  <a:pt x="2899781" y="147552"/>
                </a:cubicBezTo>
                <a:cubicBezTo>
                  <a:pt x="2898111" y="149102"/>
                  <a:pt x="2896174" y="149877"/>
                  <a:pt x="2893968" y="149877"/>
                </a:cubicBezTo>
                <a:moveTo>
                  <a:pt x="2875367" y="87760"/>
                </a:moveTo>
                <a:cubicBezTo>
                  <a:pt x="2875367" y="85202"/>
                  <a:pt x="2875531" y="82422"/>
                  <a:pt x="2875859" y="79421"/>
                </a:cubicBezTo>
                <a:cubicBezTo>
                  <a:pt x="2876187" y="76418"/>
                  <a:pt x="2876679" y="73222"/>
                  <a:pt x="2877335" y="69833"/>
                </a:cubicBezTo>
                <a:cubicBezTo>
                  <a:pt x="2875129" y="68702"/>
                  <a:pt x="2873236" y="67869"/>
                  <a:pt x="2871656" y="67334"/>
                </a:cubicBezTo>
                <a:cubicBezTo>
                  <a:pt x="2870076" y="66800"/>
                  <a:pt x="2868810" y="66532"/>
                  <a:pt x="2867856" y="66532"/>
                </a:cubicBezTo>
                <a:cubicBezTo>
                  <a:pt x="2858615" y="66532"/>
                  <a:pt x="2850641" y="70293"/>
                  <a:pt x="2843934" y="77814"/>
                </a:cubicBezTo>
                <a:cubicBezTo>
                  <a:pt x="2837228" y="85335"/>
                  <a:pt x="2833874" y="94001"/>
                  <a:pt x="2833874" y="103812"/>
                </a:cubicBezTo>
                <a:cubicBezTo>
                  <a:pt x="2833874" y="113563"/>
                  <a:pt x="2835603" y="120876"/>
                  <a:pt x="2839061" y="125751"/>
                </a:cubicBezTo>
                <a:cubicBezTo>
                  <a:pt x="2842519" y="130627"/>
                  <a:pt x="2847705" y="133065"/>
                  <a:pt x="2854621" y="133065"/>
                </a:cubicBezTo>
                <a:cubicBezTo>
                  <a:pt x="2860344" y="133065"/>
                  <a:pt x="2865203" y="132024"/>
                  <a:pt x="2869197" y="129943"/>
                </a:cubicBezTo>
                <a:cubicBezTo>
                  <a:pt x="2871343" y="128814"/>
                  <a:pt x="2874354" y="126555"/>
                  <a:pt x="2878229" y="123166"/>
                </a:cubicBezTo>
                <a:cubicBezTo>
                  <a:pt x="2876321" y="107409"/>
                  <a:pt x="2875367" y="95607"/>
                  <a:pt x="2875367" y="87760"/>
                </a:cubicBezTo>
                <a:close/>
                <a:moveTo>
                  <a:pt x="2986577" y="150413"/>
                </a:moveTo>
                <a:cubicBezTo>
                  <a:pt x="2981449" y="150413"/>
                  <a:pt x="2978558" y="147606"/>
                  <a:pt x="2977902" y="141991"/>
                </a:cubicBezTo>
                <a:lnTo>
                  <a:pt x="2975398" y="122364"/>
                </a:lnTo>
                <a:cubicBezTo>
                  <a:pt x="2974564" y="115374"/>
                  <a:pt x="2974146" y="108832"/>
                  <a:pt x="2974146" y="102738"/>
                </a:cubicBezTo>
                <a:cubicBezTo>
                  <a:pt x="2974146" y="101065"/>
                  <a:pt x="2974251" y="98228"/>
                  <a:pt x="2974459" y="94226"/>
                </a:cubicBezTo>
                <a:cubicBezTo>
                  <a:pt x="2974668" y="90223"/>
                  <a:pt x="2974772" y="87384"/>
                  <a:pt x="2974772" y="85711"/>
                </a:cubicBezTo>
                <a:cubicBezTo>
                  <a:pt x="2974772" y="72806"/>
                  <a:pt x="2972388" y="66354"/>
                  <a:pt x="2967618" y="66354"/>
                </a:cubicBezTo>
                <a:cubicBezTo>
                  <a:pt x="2960941" y="66354"/>
                  <a:pt x="2954562" y="70323"/>
                  <a:pt x="2948481" y="78261"/>
                </a:cubicBezTo>
                <a:cubicBezTo>
                  <a:pt x="2942997" y="85482"/>
                  <a:pt x="2938704" y="94613"/>
                  <a:pt x="2935604" y="105653"/>
                </a:cubicBezTo>
                <a:cubicBezTo>
                  <a:pt x="2935485" y="107982"/>
                  <a:pt x="2935217" y="110907"/>
                  <a:pt x="2934799" y="114428"/>
                </a:cubicBezTo>
                <a:cubicBezTo>
                  <a:pt x="2934442" y="117413"/>
                  <a:pt x="2934263" y="120307"/>
                  <a:pt x="2934263" y="123111"/>
                </a:cubicBezTo>
                <a:cubicBezTo>
                  <a:pt x="2934263" y="124901"/>
                  <a:pt x="2934442" y="127587"/>
                  <a:pt x="2934799" y="131167"/>
                </a:cubicBezTo>
                <a:cubicBezTo>
                  <a:pt x="2935157" y="134748"/>
                  <a:pt x="2935336" y="137434"/>
                  <a:pt x="2935336" y="139224"/>
                </a:cubicBezTo>
                <a:cubicBezTo>
                  <a:pt x="2935336" y="141910"/>
                  <a:pt x="2934516" y="144089"/>
                  <a:pt x="2932877" y="145760"/>
                </a:cubicBezTo>
                <a:cubicBezTo>
                  <a:pt x="2931237" y="147431"/>
                  <a:pt x="2929136" y="148267"/>
                  <a:pt x="2926572" y="148267"/>
                </a:cubicBezTo>
                <a:cubicBezTo>
                  <a:pt x="2923949" y="148267"/>
                  <a:pt x="2921833" y="147431"/>
                  <a:pt x="2920223" y="145758"/>
                </a:cubicBezTo>
                <a:cubicBezTo>
                  <a:pt x="2918613" y="144086"/>
                  <a:pt x="2917808" y="141907"/>
                  <a:pt x="2917808" y="139218"/>
                </a:cubicBezTo>
                <a:cubicBezTo>
                  <a:pt x="2917808" y="137428"/>
                  <a:pt x="2917615" y="134741"/>
                  <a:pt x="2917227" y="131159"/>
                </a:cubicBezTo>
                <a:cubicBezTo>
                  <a:pt x="2916840" y="127574"/>
                  <a:pt x="2916646" y="124886"/>
                  <a:pt x="2916646" y="123094"/>
                </a:cubicBezTo>
                <a:cubicBezTo>
                  <a:pt x="2916646" y="116942"/>
                  <a:pt x="2917078" y="108417"/>
                  <a:pt x="2917943" y="97518"/>
                </a:cubicBezTo>
                <a:cubicBezTo>
                  <a:pt x="2918807" y="86620"/>
                  <a:pt x="2919239" y="78094"/>
                  <a:pt x="2919239" y="71943"/>
                </a:cubicBezTo>
                <a:cubicBezTo>
                  <a:pt x="2919239" y="70031"/>
                  <a:pt x="2919135" y="67195"/>
                  <a:pt x="2918926" y="63433"/>
                </a:cubicBezTo>
                <a:cubicBezTo>
                  <a:pt x="2918718" y="59670"/>
                  <a:pt x="2918613" y="56833"/>
                  <a:pt x="2918613" y="54924"/>
                </a:cubicBezTo>
                <a:cubicBezTo>
                  <a:pt x="2918613" y="52355"/>
                  <a:pt x="2919463" y="50250"/>
                  <a:pt x="2921162" y="48608"/>
                </a:cubicBezTo>
                <a:cubicBezTo>
                  <a:pt x="2922861" y="46965"/>
                  <a:pt x="2924963" y="46143"/>
                  <a:pt x="2927466" y="46143"/>
                </a:cubicBezTo>
                <a:cubicBezTo>
                  <a:pt x="2932951" y="46143"/>
                  <a:pt x="2935962" y="50034"/>
                  <a:pt x="2936498" y="57816"/>
                </a:cubicBezTo>
                <a:lnTo>
                  <a:pt x="2936767" y="68321"/>
                </a:lnTo>
                <a:cubicBezTo>
                  <a:pt x="2946782" y="54967"/>
                  <a:pt x="2957066" y="48290"/>
                  <a:pt x="2967618" y="48290"/>
                </a:cubicBezTo>
                <a:cubicBezTo>
                  <a:pt x="2977157" y="48290"/>
                  <a:pt x="2983804" y="52500"/>
                  <a:pt x="2987560" y="60921"/>
                </a:cubicBezTo>
                <a:cubicBezTo>
                  <a:pt x="2990124" y="66534"/>
                  <a:pt x="2991525" y="74836"/>
                  <a:pt x="2991763" y="85826"/>
                </a:cubicBezTo>
                <a:lnTo>
                  <a:pt x="2991763" y="94872"/>
                </a:lnTo>
                <a:lnTo>
                  <a:pt x="2991674" y="103202"/>
                </a:lnTo>
                <a:cubicBezTo>
                  <a:pt x="2991674" y="108160"/>
                  <a:pt x="2992315" y="114566"/>
                  <a:pt x="2993596" y="122420"/>
                </a:cubicBezTo>
                <a:cubicBezTo>
                  <a:pt x="2994878" y="130273"/>
                  <a:pt x="2995519" y="136647"/>
                  <a:pt x="2995519" y="141543"/>
                </a:cubicBezTo>
                <a:cubicBezTo>
                  <a:pt x="2995519" y="144172"/>
                  <a:pt x="2994669" y="146307"/>
                  <a:pt x="2992970" y="147948"/>
                </a:cubicBezTo>
                <a:cubicBezTo>
                  <a:pt x="2991271" y="149592"/>
                  <a:pt x="2989140" y="150413"/>
                  <a:pt x="2986577" y="150413"/>
                </a:cubicBezTo>
                <a:close/>
                <a:moveTo>
                  <a:pt x="3074499" y="75117"/>
                </a:moveTo>
                <a:cubicBezTo>
                  <a:pt x="3071220" y="75117"/>
                  <a:pt x="3068925" y="74022"/>
                  <a:pt x="3067613" y="71831"/>
                </a:cubicBezTo>
                <a:cubicBezTo>
                  <a:pt x="3066719" y="70292"/>
                  <a:pt x="3065944" y="67095"/>
                  <a:pt x="3065288" y="62240"/>
                </a:cubicBezTo>
                <a:cubicBezTo>
                  <a:pt x="3060817" y="63371"/>
                  <a:pt x="3053931" y="65455"/>
                  <a:pt x="3044631" y="68491"/>
                </a:cubicBezTo>
                <a:cubicBezTo>
                  <a:pt x="3035033" y="72303"/>
                  <a:pt x="3030204" y="77007"/>
                  <a:pt x="3030144" y="82604"/>
                </a:cubicBezTo>
                <a:cubicBezTo>
                  <a:pt x="3031933" y="83260"/>
                  <a:pt x="3033691" y="83736"/>
                  <a:pt x="3035420" y="84035"/>
                </a:cubicBezTo>
                <a:cubicBezTo>
                  <a:pt x="3049132" y="86475"/>
                  <a:pt x="3059327" y="89840"/>
                  <a:pt x="3066004" y="94128"/>
                </a:cubicBezTo>
                <a:cubicBezTo>
                  <a:pt x="3075721" y="100383"/>
                  <a:pt x="3080580" y="109436"/>
                  <a:pt x="3080580" y="121289"/>
                </a:cubicBezTo>
                <a:cubicBezTo>
                  <a:pt x="3080580" y="130997"/>
                  <a:pt x="3076377" y="138322"/>
                  <a:pt x="3067971" y="143265"/>
                </a:cubicBezTo>
                <a:cubicBezTo>
                  <a:pt x="3060996" y="147315"/>
                  <a:pt x="3052173" y="149340"/>
                  <a:pt x="3041501" y="149340"/>
                </a:cubicBezTo>
                <a:cubicBezTo>
                  <a:pt x="3033691" y="149340"/>
                  <a:pt x="3026239" y="148029"/>
                  <a:pt x="3019145" y="145405"/>
                </a:cubicBezTo>
                <a:cubicBezTo>
                  <a:pt x="3009964" y="142067"/>
                  <a:pt x="3005373" y="137417"/>
                  <a:pt x="3005373" y="131455"/>
                </a:cubicBezTo>
                <a:cubicBezTo>
                  <a:pt x="3005373" y="129070"/>
                  <a:pt x="3006312" y="126984"/>
                  <a:pt x="3008190" y="125195"/>
                </a:cubicBezTo>
                <a:cubicBezTo>
                  <a:pt x="3010068" y="123407"/>
                  <a:pt x="3012200" y="122513"/>
                  <a:pt x="3014584" y="122513"/>
                </a:cubicBezTo>
                <a:cubicBezTo>
                  <a:pt x="3016432" y="122513"/>
                  <a:pt x="3018817" y="123943"/>
                  <a:pt x="3021738" y="126805"/>
                </a:cubicBezTo>
                <a:cubicBezTo>
                  <a:pt x="3023169" y="128176"/>
                  <a:pt x="3026388" y="129309"/>
                  <a:pt x="3031396" y="130203"/>
                </a:cubicBezTo>
                <a:cubicBezTo>
                  <a:pt x="3035390" y="130919"/>
                  <a:pt x="3038759" y="131276"/>
                  <a:pt x="3041501" y="131276"/>
                </a:cubicBezTo>
                <a:cubicBezTo>
                  <a:pt x="3046509" y="131276"/>
                  <a:pt x="3050921" y="130681"/>
                  <a:pt x="3054736" y="129491"/>
                </a:cubicBezTo>
                <a:cubicBezTo>
                  <a:pt x="3060281" y="127764"/>
                  <a:pt x="3063053" y="125025"/>
                  <a:pt x="3063053" y="121275"/>
                </a:cubicBezTo>
                <a:cubicBezTo>
                  <a:pt x="3063053" y="113176"/>
                  <a:pt x="3057389" y="107698"/>
                  <a:pt x="3046062" y="104840"/>
                </a:cubicBezTo>
                <a:lnTo>
                  <a:pt x="3036762" y="102783"/>
                </a:lnTo>
                <a:cubicBezTo>
                  <a:pt x="3028833" y="101052"/>
                  <a:pt x="3023199" y="99024"/>
                  <a:pt x="3019860" y="96697"/>
                </a:cubicBezTo>
                <a:cubicBezTo>
                  <a:pt x="3015031" y="93356"/>
                  <a:pt x="3012617" y="88317"/>
                  <a:pt x="3012617" y="81578"/>
                </a:cubicBezTo>
                <a:cubicBezTo>
                  <a:pt x="3012617" y="69111"/>
                  <a:pt x="3018489" y="60222"/>
                  <a:pt x="3030234" y="54913"/>
                </a:cubicBezTo>
                <a:cubicBezTo>
                  <a:pt x="3033811" y="53303"/>
                  <a:pt x="3039534" y="51380"/>
                  <a:pt x="3047403" y="49145"/>
                </a:cubicBezTo>
                <a:cubicBezTo>
                  <a:pt x="3055273" y="46907"/>
                  <a:pt x="3060906" y="45013"/>
                  <a:pt x="3064305" y="43461"/>
                </a:cubicBezTo>
                <a:cubicBezTo>
                  <a:pt x="3066749" y="42388"/>
                  <a:pt x="3069402" y="41851"/>
                  <a:pt x="3072263" y="41851"/>
                </a:cubicBezTo>
                <a:cubicBezTo>
                  <a:pt x="3074827" y="41851"/>
                  <a:pt x="3076929" y="42686"/>
                  <a:pt x="3078568" y="44355"/>
                </a:cubicBezTo>
                <a:cubicBezTo>
                  <a:pt x="3080207" y="46024"/>
                  <a:pt x="3081027" y="48200"/>
                  <a:pt x="3081027" y="50883"/>
                </a:cubicBezTo>
                <a:cubicBezTo>
                  <a:pt x="3081027" y="52612"/>
                  <a:pt x="3081400" y="55146"/>
                  <a:pt x="3082145" y="58484"/>
                </a:cubicBezTo>
                <a:cubicBezTo>
                  <a:pt x="3082890" y="61823"/>
                  <a:pt x="3083263" y="64356"/>
                  <a:pt x="3083263" y="66085"/>
                </a:cubicBezTo>
                <a:cubicBezTo>
                  <a:pt x="3083263" y="68768"/>
                  <a:pt x="3082443" y="70944"/>
                  <a:pt x="3080804" y="72613"/>
                </a:cubicBezTo>
                <a:cubicBezTo>
                  <a:pt x="3079164" y="74283"/>
                  <a:pt x="3077063" y="75117"/>
                  <a:pt x="3074499" y="75117"/>
                </a:cubicBezTo>
                <a:close/>
                <a:moveTo>
                  <a:pt x="3210461" y="63872"/>
                </a:moveTo>
                <a:cubicBezTo>
                  <a:pt x="3205811" y="83342"/>
                  <a:pt x="3199730" y="105351"/>
                  <a:pt x="3192218" y="129899"/>
                </a:cubicBezTo>
                <a:cubicBezTo>
                  <a:pt x="3190549" y="135324"/>
                  <a:pt x="3187777" y="140898"/>
                  <a:pt x="3183902" y="146621"/>
                </a:cubicBezTo>
                <a:cubicBezTo>
                  <a:pt x="3181815" y="149781"/>
                  <a:pt x="3178983" y="151331"/>
                  <a:pt x="3175406" y="151271"/>
                </a:cubicBezTo>
                <a:cubicBezTo>
                  <a:pt x="3168908" y="151152"/>
                  <a:pt x="3163841" y="143072"/>
                  <a:pt x="3160204" y="127031"/>
                </a:cubicBezTo>
                <a:cubicBezTo>
                  <a:pt x="3159012" y="121895"/>
                  <a:pt x="3157790" y="114907"/>
                  <a:pt x="3156538" y="106067"/>
                </a:cubicBezTo>
                <a:lnTo>
                  <a:pt x="3153587" y="86089"/>
                </a:lnTo>
                <a:lnTo>
                  <a:pt x="3146254" y="103200"/>
                </a:lnTo>
                <a:lnTo>
                  <a:pt x="3132661" y="140199"/>
                </a:lnTo>
                <a:cubicBezTo>
                  <a:pt x="3131886" y="142468"/>
                  <a:pt x="3130753" y="144200"/>
                  <a:pt x="3129263" y="145394"/>
                </a:cubicBezTo>
                <a:cubicBezTo>
                  <a:pt x="3127474" y="148859"/>
                  <a:pt x="3124613" y="150652"/>
                  <a:pt x="3120678" y="150771"/>
                </a:cubicBezTo>
                <a:cubicBezTo>
                  <a:pt x="3116147" y="150950"/>
                  <a:pt x="3111765" y="142051"/>
                  <a:pt x="3107533" y="124075"/>
                </a:cubicBezTo>
                <a:cubicBezTo>
                  <a:pt x="3105386" y="114817"/>
                  <a:pt x="3103240" y="102275"/>
                  <a:pt x="3101094" y="86449"/>
                </a:cubicBezTo>
                <a:lnTo>
                  <a:pt x="3098948" y="73010"/>
                </a:lnTo>
                <a:cubicBezTo>
                  <a:pt x="3098173" y="67635"/>
                  <a:pt x="3097785" y="63126"/>
                  <a:pt x="3097785" y="59482"/>
                </a:cubicBezTo>
                <a:cubicBezTo>
                  <a:pt x="3097785" y="56974"/>
                  <a:pt x="3098665" y="54900"/>
                  <a:pt x="3100423" y="53258"/>
                </a:cubicBezTo>
                <a:cubicBezTo>
                  <a:pt x="3102182" y="51615"/>
                  <a:pt x="3104313" y="50794"/>
                  <a:pt x="3106817" y="50794"/>
                </a:cubicBezTo>
                <a:cubicBezTo>
                  <a:pt x="3111348" y="50794"/>
                  <a:pt x="3114150" y="53272"/>
                  <a:pt x="3115223" y="58230"/>
                </a:cubicBezTo>
                <a:cubicBezTo>
                  <a:pt x="3115998" y="61753"/>
                  <a:pt x="3116624" y="66112"/>
                  <a:pt x="3117101" y="71308"/>
                </a:cubicBezTo>
                <a:lnTo>
                  <a:pt x="3118443" y="84479"/>
                </a:lnTo>
                <a:lnTo>
                  <a:pt x="3123719" y="124701"/>
                </a:lnTo>
                <a:cubicBezTo>
                  <a:pt x="3130336" y="106305"/>
                  <a:pt x="3137192" y="85103"/>
                  <a:pt x="3144286" y="61094"/>
                </a:cubicBezTo>
                <a:cubicBezTo>
                  <a:pt x="3146254" y="54466"/>
                  <a:pt x="3149682" y="51151"/>
                  <a:pt x="3154570" y="51151"/>
                </a:cubicBezTo>
                <a:cubicBezTo>
                  <a:pt x="3159280" y="51151"/>
                  <a:pt x="3162470" y="54854"/>
                  <a:pt x="3164139" y="62260"/>
                </a:cubicBezTo>
                <a:cubicBezTo>
                  <a:pt x="3165689" y="69248"/>
                  <a:pt x="3167626" y="79998"/>
                  <a:pt x="3169951" y="94511"/>
                </a:cubicBezTo>
                <a:cubicBezTo>
                  <a:pt x="3172336" y="109561"/>
                  <a:pt x="3174453" y="121296"/>
                  <a:pt x="3176301" y="129717"/>
                </a:cubicBezTo>
                <a:lnTo>
                  <a:pt x="3182829" y="105349"/>
                </a:lnTo>
                <a:lnTo>
                  <a:pt x="3194365" y="56525"/>
                </a:lnTo>
                <a:cubicBezTo>
                  <a:pt x="3195259" y="52943"/>
                  <a:pt x="3197822" y="51151"/>
                  <a:pt x="3202055" y="51151"/>
                </a:cubicBezTo>
                <a:cubicBezTo>
                  <a:pt x="3204559" y="51151"/>
                  <a:pt x="3206735" y="51996"/>
                  <a:pt x="3208583" y="53686"/>
                </a:cubicBezTo>
                <a:cubicBezTo>
                  <a:pt x="3210431" y="55376"/>
                  <a:pt x="3211355" y="57407"/>
                  <a:pt x="3211355" y="59781"/>
                </a:cubicBezTo>
                <a:cubicBezTo>
                  <a:pt x="3211355" y="60077"/>
                  <a:pt x="3211057" y="61441"/>
                  <a:pt x="3210461" y="63872"/>
                </a:cubicBezTo>
                <a:close/>
                <a:moveTo>
                  <a:pt x="3270329" y="148088"/>
                </a:moveTo>
                <a:cubicBezTo>
                  <a:pt x="3256855" y="148088"/>
                  <a:pt x="3245946" y="144717"/>
                  <a:pt x="3237599" y="137975"/>
                </a:cubicBezTo>
                <a:cubicBezTo>
                  <a:pt x="3228478" y="130515"/>
                  <a:pt x="3223917" y="120072"/>
                  <a:pt x="3223917" y="106645"/>
                </a:cubicBezTo>
                <a:cubicBezTo>
                  <a:pt x="3223917" y="91132"/>
                  <a:pt x="3227673" y="78124"/>
                  <a:pt x="3235185" y="67622"/>
                </a:cubicBezTo>
                <a:cubicBezTo>
                  <a:pt x="3243352" y="56165"/>
                  <a:pt x="3254262" y="50436"/>
                  <a:pt x="3267914" y="50436"/>
                </a:cubicBezTo>
                <a:cubicBezTo>
                  <a:pt x="3277811" y="50436"/>
                  <a:pt x="3285889" y="52105"/>
                  <a:pt x="3292149" y="55444"/>
                </a:cubicBezTo>
                <a:cubicBezTo>
                  <a:pt x="3299839" y="59557"/>
                  <a:pt x="3303685" y="65877"/>
                  <a:pt x="3303685" y="74402"/>
                </a:cubicBezTo>
                <a:cubicBezTo>
                  <a:pt x="3303685" y="80363"/>
                  <a:pt x="3300316" y="85789"/>
                  <a:pt x="3293579" y="90677"/>
                </a:cubicBezTo>
                <a:cubicBezTo>
                  <a:pt x="3290599" y="92823"/>
                  <a:pt x="3284279" y="96162"/>
                  <a:pt x="3274621" y="100693"/>
                </a:cubicBezTo>
                <a:lnTo>
                  <a:pt x="3240461" y="116879"/>
                </a:lnTo>
                <a:cubicBezTo>
                  <a:pt x="3243799" y="121827"/>
                  <a:pt x="3247958" y="125553"/>
                  <a:pt x="3252936" y="128057"/>
                </a:cubicBezTo>
                <a:cubicBezTo>
                  <a:pt x="3257914" y="130561"/>
                  <a:pt x="3263711" y="131813"/>
                  <a:pt x="3270329" y="131813"/>
                </a:cubicBezTo>
                <a:cubicBezTo>
                  <a:pt x="3274442" y="131813"/>
                  <a:pt x="3279271" y="131038"/>
                  <a:pt x="3284816" y="129488"/>
                </a:cubicBezTo>
                <a:cubicBezTo>
                  <a:pt x="3291851" y="127520"/>
                  <a:pt x="3296381" y="124942"/>
                  <a:pt x="3298408" y="121752"/>
                </a:cubicBezTo>
                <a:cubicBezTo>
                  <a:pt x="3300435" y="118563"/>
                  <a:pt x="3302611" y="116968"/>
                  <a:pt x="3304936" y="116968"/>
                </a:cubicBezTo>
                <a:cubicBezTo>
                  <a:pt x="3307023" y="116968"/>
                  <a:pt x="3308886" y="117761"/>
                  <a:pt x="3310526" y="119346"/>
                </a:cubicBezTo>
                <a:cubicBezTo>
                  <a:pt x="3312165" y="120930"/>
                  <a:pt x="3312985" y="122768"/>
                  <a:pt x="3312985" y="124860"/>
                </a:cubicBezTo>
                <a:cubicBezTo>
                  <a:pt x="3312985" y="131496"/>
                  <a:pt x="3307649" y="137206"/>
                  <a:pt x="3296978" y="141991"/>
                </a:cubicBezTo>
                <a:cubicBezTo>
                  <a:pt x="3287856" y="146056"/>
                  <a:pt x="3278973" y="148088"/>
                  <a:pt x="3270329" y="148088"/>
                </a:cubicBezTo>
                <a:moveTo>
                  <a:pt x="3267914" y="66532"/>
                </a:moveTo>
                <a:cubicBezTo>
                  <a:pt x="3260641" y="66532"/>
                  <a:pt x="3254590" y="69349"/>
                  <a:pt x="3249761" y="74983"/>
                </a:cubicBezTo>
                <a:cubicBezTo>
                  <a:pt x="3244932" y="80617"/>
                  <a:pt x="3241325" y="89097"/>
                  <a:pt x="3238941" y="100425"/>
                </a:cubicBezTo>
                <a:lnTo>
                  <a:pt x="3266394" y="87368"/>
                </a:lnTo>
                <a:cubicBezTo>
                  <a:pt x="3277185" y="82122"/>
                  <a:pt x="3284875" y="77561"/>
                  <a:pt x="3289466" y="73686"/>
                </a:cubicBezTo>
                <a:cubicBezTo>
                  <a:pt x="3284339" y="68917"/>
                  <a:pt x="3277155" y="66532"/>
                  <a:pt x="3267914" y="66532"/>
                </a:cubicBezTo>
                <a:close/>
                <a:moveTo>
                  <a:pt x="3398105" y="77711"/>
                </a:moveTo>
                <a:cubicBezTo>
                  <a:pt x="3397688" y="85163"/>
                  <a:pt x="3394707" y="88889"/>
                  <a:pt x="3389163" y="88889"/>
                </a:cubicBezTo>
                <a:cubicBezTo>
                  <a:pt x="3384036" y="88889"/>
                  <a:pt x="3381472" y="85950"/>
                  <a:pt x="3381472" y="80072"/>
                </a:cubicBezTo>
                <a:cubicBezTo>
                  <a:pt x="3381472" y="78943"/>
                  <a:pt x="3381383" y="76864"/>
                  <a:pt x="3381204" y="73835"/>
                </a:cubicBezTo>
                <a:lnTo>
                  <a:pt x="3380936" y="66354"/>
                </a:lnTo>
                <a:cubicBezTo>
                  <a:pt x="3371516" y="67488"/>
                  <a:pt x="3363975" y="70147"/>
                  <a:pt x="3358311" y="74329"/>
                </a:cubicBezTo>
                <a:cubicBezTo>
                  <a:pt x="3353005" y="78214"/>
                  <a:pt x="3348593" y="84069"/>
                  <a:pt x="3345076" y="91896"/>
                </a:cubicBezTo>
                <a:lnTo>
                  <a:pt x="3345255" y="141004"/>
                </a:lnTo>
                <a:cubicBezTo>
                  <a:pt x="3345255" y="147038"/>
                  <a:pt x="3342304" y="150056"/>
                  <a:pt x="3336402" y="150056"/>
                </a:cubicBezTo>
                <a:cubicBezTo>
                  <a:pt x="3331156" y="150056"/>
                  <a:pt x="3328532" y="147039"/>
                  <a:pt x="3328532" y="141007"/>
                </a:cubicBezTo>
                <a:lnTo>
                  <a:pt x="3328532" y="78116"/>
                </a:lnTo>
                <a:cubicBezTo>
                  <a:pt x="3328532" y="76145"/>
                  <a:pt x="3328607" y="73189"/>
                  <a:pt x="3328756" y="69249"/>
                </a:cubicBezTo>
                <a:cubicBezTo>
                  <a:pt x="3328905" y="65307"/>
                  <a:pt x="3328979" y="62350"/>
                  <a:pt x="3328979" y="60379"/>
                </a:cubicBezTo>
                <a:cubicBezTo>
                  <a:pt x="3328979" y="54346"/>
                  <a:pt x="3331603" y="51330"/>
                  <a:pt x="3336849" y="51330"/>
                </a:cubicBezTo>
                <a:cubicBezTo>
                  <a:pt x="3342691" y="51330"/>
                  <a:pt x="3345642" y="56278"/>
                  <a:pt x="3345702" y="66175"/>
                </a:cubicBezTo>
                <a:cubicBezTo>
                  <a:pt x="3357148" y="55086"/>
                  <a:pt x="3369847" y="49542"/>
                  <a:pt x="3383797" y="49542"/>
                </a:cubicBezTo>
                <a:cubicBezTo>
                  <a:pt x="3388626" y="49542"/>
                  <a:pt x="3392233" y="51360"/>
                  <a:pt x="3394618" y="54997"/>
                </a:cubicBezTo>
                <a:cubicBezTo>
                  <a:pt x="3397002" y="58633"/>
                  <a:pt x="3398195" y="64118"/>
                  <a:pt x="3398195" y="71451"/>
                </a:cubicBezTo>
                <a:cubicBezTo>
                  <a:pt x="3398195" y="74551"/>
                  <a:pt x="3398165" y="76637"/>
                  <a:pt x="3398105" y="77711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28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c99f16039042bd"/>
          <a:stretch xmlns:a="http://schemas.openxmlformats.org/drawingml/2006/main"/>
        </p:blipFill>
        <p:spPr>
          <a:xfrm xmlns:a="http://schemas.openxmlformats.org/drawingml/2006/main">
            <a:off x="260848" y="1015671"/>
            <a:ext cx="886412" cy="862572"/>
          </a:xfrm>
          <a:prstGeom xmlns:a="http://schemas.openxmlformats.org/drawingml/2006/main" prst="rect">
            <a:avLst/>
          </a:prstGeom>
        </p:spPr>
      </p:pic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0077E5-D08B-45F6-8851-61D5B98A5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292" y="3090664"/>
            <a:ext cx="5842411" cy="1150443"/>
          </a:xfrm>
          <a:custGeom xmlns:a="http://schemas.openxmlformats.org/drawingml/2006/main">
            <a:pathLst>
              <a:path w="5842411" h="1150443">
                <a:moveTo>
                  <a:pt x="153" y="40291"/>
                </a:moveTo>
                <a:cubicBezTo>
                  <a:pt x="0" y="18116"/>
                  <a:pt x="17658" y="458"/>
                  <a:pt x="38613" y="0"/>
                </a:cubicBezTo>
                <a:lnTo>
                  <a:pt x="5802119" y="0"/>
                </a:lnTo>
                <a:cubicBezTo>
                  <a:pt x="5823837" y="458"/>
                  <a:pt x="5841495" y="18116"/>
                  <a:pt x="5842411" y="40291"/>
                </a:cubicBezTo>
                <a:lnTo>
                  <a:pt x="5842411" y="1111677"/>
                </a:lnTo>
                <a:cubicBezTo>
                  <a:pt x="5841495" y="1132785"/>
                  <a:pt x="5823837" y="1150443"/>
                  <a:pt x="5802119" y="1150137"/>
                </a:cubicBezTo>
                <a:lnTo>
                  <a:pt x="38613" y="1150137"/>
                </a:lnTo>
                <a:cubicBezTo>
                  <a:pt x="17658" y="1150443"/>
                  <a:pt x="0" y="1132785"/>
                  <a:pt x="153" y="1111677"/>
                </a:cubicBezTo>
                <a:lnTo>
                  <a:pt x="153" y="40291"/>
                </a:lnTo>
              </a:path>
            </a:pathLst>
          </a:custGeom>
          <a:solidFill xmlns:a="http://schemas.openxmlformats.org/drawingml/2006/main">
            <a:srgbClr val="FFFBF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2AEC3-A96B-40F3-97A7-D42F87715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714" y="3086543"/>
            <a:ext cx="5850652" cy="1159142"/>
          </a:xfrm>
          <a:custGeom xmlns:a="http://schemas.openxmlformats.org/drawingml/2006/main">
            <a:pathLst>
              <a:path w="5850652" h="1159142">
                <a:moveTo>
                  <a:pt x="259" y="1119858"/>
                </a:moveTo>
                <a:lnTo>
                  <a:pt x="855" y="1123765"/>
                </a:lnTo>
                <a:lnTo>
                  <a:pt x="946" y="1124223"/>
                </a:lnTo>
                <a:lnTo>
                  <a:pt x="1923" y="1127992"/>
                </a:lnTo>
                <a:lnTo>
                  <a:pt x="2045" y="1128435"/>
                </a:lnTo>
                <a:lnTo>
                  <a:pt x="3373" y="1132052"/>
                </a:lnTo>
                <a:lnTo>
                  <a:pt x="3556" y="1132464"/>
                </a:lnTo>
                <a:lnTo>
                  <a:pt x="5220" y="1135913"/>
                </a:lnTo>
                <a:lnTo>
                  <a:pt x="5418" y="1136310"/>
                </a:lnTo>
                <a:lnTo>
                  <a:pt x="7402" y="1139561"/>
                </a:lnTo>
                <a:lnTo>
                  <a:pt x="7646" y="1139927"/>
                </a:lnTo>
                <a:lnTo>
                  <a:pt x="9920" y="1142949"/>
                </a:lnTo>
                <a:lnTo>
                  <a:pt x="10195" y="1143300"/>
                </a:lnTo>
                <a:lnTo>
                  <a:pt x="12744" y="1146093"/>
                </a:lnTo>
                <a:lnTo>
                  <a:pt x="13049" y="1146398"/>
                </a:lnTo>
                <a:lnTo>
                  <a:pt x="15842" y="1148947"/>
                </a:lnTo>
                <a:lnTo>
                  <a:pt x="16193" y="1149222"/>
                </a:lnTo>
                <a:lnTo>
                  <a:pt x="19215" y="1151496"/>
                </a:lnTo>
                <a:lnTo>
                  <a:pt x="19581" y="1151740"/>
                </a:lnTo>
                <a:lnTo>
                  <a:pt x="22832" y="1153724"/>
                </a:lnTo>
                <a:lnTo>
                  <a:pt x="23229" y="1153922"/>
                </a:lnTo>
                <a:lnTo>
                  <a:pt x="26678" y="1155586"/>
                </a:lnTo>
                <a:lnTo>
                  <a:pt x="27090" y="1155769"/>
                </a:lnTo>
                <a:lnTo>
                  <a:pt x="30707" y="1157097"/>
                </a:lnTo>
                <a:lnTo>
                  <a:pt x="31150" y="1157219"/>
                </a:lnTo>
                <a:lnTo>
                  <a:pt x="34919" y="1158196"/>
                </a:lnTo>
                <a:lnTo>
                  <a:pt x="35377" y="1158287"/>
                </a:lnTo>
                <a:lnTo>
                  <a:pt x="39284" y="1158882"/>
                </a:lnTo>
                <a:lnTo>
                  <a:pt x="39742" y="1158928"/>
                </a:lnTo>
                <a:lnTo>
                  <a:pt x="43786" y="1159142"/>
                </a:lnTo>
                <a:lnTo>
                  <a:pt x="44015" y="1159142"/>
                </a:lnTo>
                <a:lnTo>
                  <a:pt x="5806637" y="1159142"/>
                </a:lnTo>
                <a:lnTo>
                  <a:pt x="5806866" y="1159142"/>
                </a:lnTo>
                <a:lnTo>
                  <a:pt x="5810910" y="1158928"/>
                </a:lnTo>
                <a:lnTo>
                  <a:pt x="5811368" y="1158882"/>
                </a:lnTo>
                <a:lnTo>
                  <a:pt x="5815275" y="1158287"/>
                </a:lnTo>
                <a:lnTo>
                  <a:pt x="5815733" y="1158196"/>
                </a:lnTo>
                <a:lnTo>
                  <a:pt x="5819503" y="1157219"/>
                </a:lnTo>
                <a:lnTo>
                  <a:pt x="5819945" y="1157097"/>
                </a:lnTo>
                <a:lnTo>
                  <a:pt x="5823562" y="1155769"/>
                </a:lnTo>
                <a:lnTo>
                  <a:pt x="5823974" y="1155586"/>
                </a:lnTo>
                <a:lnTo>
                  <a:pt x="5827424" y="1153922"/>
                </a:lnTo>
                <a:lnTo>
                  <a:pt x="5827820" y="1153724"/>
                </a:lnTo>
                <a:lnTo>
                  <a:pt x="5831071" y="1151740"/>
                </a:lnTo>
                <a:lnTo>
                  <a:pt x="5831422" y="1151496"/>
                </a:lnTo>
                <a:lnTo>
                  <a:pt x="5834459" y="1149222"/>
                </a:lnTo>
                <a:lnTo>
                  <a:pt x="5834810" y="1148947"/>
                </a:lnTo>
                <a:lnTo>
                  <a:pt x="5837603" y="1146398"/>
                </a:lnTo>
                <a:lnTo>
                  <a:pt x="5837909" y="1146093"/>
                </a:lnTo>
                <a:lnTo>
                  <a:pt x="5840457" y="1143300"/>
                </a:lnTo>
                <a:lnTo>
                  <a:pt x="5840732" y="1142949"/>
                </a:lnTo>
                <a:lnTo>
                  <a:pt x="5843006" y="1139927"/>
                </a:lnTo>
                <a:lnTo>
                  <a:pt x="5843250" y="1139561"/>
                </a:lnTo>
                <a:lnTo>
                  <a:pt x="5845234" y="1136310"/>
                </a:lnTo>
                <a:lnTo>
                  <a:pt x="5845433" y="1135913"/>
                </a:lnTo>
                <a:lnTo>
                  <a:pt x="5847096" y="1132464"/>
                </a:lnTo>
                <a:lnTo>
                  <a:pt x="5847279" y="1132052"/>
                </a:lnTo>
                <a:lnTo>
                  <a:pt x="5848607" y="1128435"/>
                </a:lnTo>
                <a:lnTo>
                  <a:pt x="5848729" y="1127992"/>
                </a:lnTo>
                <a:lnTo>
                  <a:pt x="5849706" y="1124223"/>
                </a:lnTo>
                <a:lnTo>
                  <a:pt x="5849798" y="1123765"/>
                </a:lnTo>
                <a:lnTo>
                  <a:pt x="5850393" y="1119858"/>
                </a:lnTo>
                <a:lnTo>
                  <a:pt x="5850439" y="1119400"/>
                </a:lnTo>
                <a:lnTo>
                  <a:pt x="5850652" y="1115355"/>
                </a:lnTo>
                <a:lnTo>
                  <a:pt x="5850652" y="1115127"/>
                </a:lnTo>
                <a:lnTo>
                  <a:pt x="5850652" y="44015"/>
                </a:lnTo>
                <a:lnTo>
                  <a:pt x="5850652" y="43786"/>
                </a:lnTo>
                <a:lnTo>
                  <a:pt x="5850439" y="39742"/>
                </a:lnTo>
                <a:lnTo>
                  <a:pt x="5850393" y="39284"/>
                </a:lnTo>
                <a:lnTo>
                  <a:pt x="5849798" y="35377"/>
                </a:lnTo>
                <a:lnTo>
                  <a:pt x="5849706" y="34919"/>
                </a:lnTo>
                <a:lnTo>
                  <a:pt x="5848729" y="31150"/>
                </a:lnTo>
                <a:lnTo>
                  <a:pt x="5848607" y="30707"/>
                </a:lnTo>
                <a:lnTo>
                  <a:pt x="5847279" y="27090"/>
                </a:lnTo>
                <a:lnTo>
                  <a:pt x="5847096" y="26678"/>
                </a:lnTo>
                <a:lnTo>
                  <a:pt x="5845433" y="23229"/>
                </a:lnTo>
                <a:lnTo>
                  <a:pt x="5845234" y="22832"/>
                </a:lnTo>
                <a:lnTo>
                  <a:pt x="5843250" y="19581"/>
                </a:lnTo>
                <a:lnTo>
                  <a:pt x="5843006" y="19215"/>
                </a:lnTo>
                <a:lnTo>
                  <a:pt x="5840732" y="16193"/>
                </a:lnTo>
                <a:lnTo>
                  <a:pt x="5840457" y="15842"/>
                </a:lnTo>
                <a:lnTo>
                  <a:pt x="5837909" y="13049"/>
                </a:lnTo>
                <a:lnTo>
                  <a:pt x="5837603" y="12744"/>
                </a:lnTo>
                <a:lnTo>
                  <a:pt x="5834810" y="10195"/>
                </a:lnTo>
                <a:lnTo>
                  <a:pt x="5834459" y="9920"/>
                </a:lnTo>
                <a:lnTo>
                  <a:pt x="5831422" y="7646"/>
                </a:lnTo>
                <a:lnTo>
                  <a:pt x="5831071" y="7402"/>
                </a:lnTo>
                <a:lnTo>
                  <a:pt x="5827820" y="5418"/>
                </a:lnTo>
                <a:lnTo>
                  <a:pt x="5827424" y="5220"/>
                </a:lnTo>
                <a:lnTo>
                  <a:pt x="5823974" y="3556"/>
                </a:lnTo>
                <a:lnTo>
                  <a:pt x="5823562" y="3373"/>
                </a:lnTo>
                <a:lnTo>
                  <a:pt x="5819945" y="2045"/>
                </a:lnTo>
                <a:lnTo>
                  <a:pt x="5819503" y="1923"/>
                </a:lnTo>
                <a:lnTo>
                  <a:pt x="5815733" y="946"/>
                </a:lnTo>
                <a:lnTo>
                  <a:pt x="5815275" y="855"/>
                </a:lnTo>
                <a:lnTo>
                  <a:pt x="5811368" y="259"/>
                </a:lnTo>
                <a:lnTo>
                  <a:pt x="5810910" y="214"/>
                </a:lnTo>
                <a:lnTo>
                  <a:pt x="5806866" y="0"/>
                </a:lnTo>
                <a:lnTo>
                  <a:pt x="5806637" y="0"/>
                </a:lnTo>
                <a:lnTo>
                  <a:pt x="44015" y="0"/>
                </a:lnTo>
                <a:lnTo>
                  <a:pt x="43786" y="0"/>
                </a:lnTo>
                <a:lnTo>
                  <a:pt x="39742" y="214"/>
                </a:lnTo>
                <a:lnTo>
                  <a:pt x="39284" y="259"/>
                </a:lnTo>
                <a:lnTo>
                  <a:pt x="35377" y="855"/>
                </a:lnTo>
                <a:lnTo>
                  <a:pt x="34919" y="946"/>
                </a:lnTo>
                <a:lnTo>
                  <a:pt x="31150" y="1923"/>
                </a:lnTo>
                <a:lnTo>
                  <a:pt x="30707" y="2045"/>
                </a:lnTo>
                <a:lnTo>
                  <a:pt x="27090" y="3373"/>
                </a:lnTo>
                <a:lnTo>
                  <a:pt x="26678" y="3556"/>
                </a:lnTo>
                <a:lnTo>
                  <a:pt x="23229" y="5220"/>
                </a:lnTo>
                <a:lnTo>
                  <a:pt x="22832" y="5418"/>
                </a:lnTo>
                <a:lnTo>
                  <a:pt x="19581" y="7402"/>
                </a:lnTo>
                <a:lnTo>
                  <a:pt x="19215" y="7646"/>
                </a:lnTo>
                <a:lnTo>
                  <a:pt x="16193" y="9920"/>
                </a:lnTo>
                <a:lnTo>
                  <a:pt x="15842" y="10195"/>
                </a:lnTo>
                <a:lnTo>
                  <a:pt x="13049" y="12744"/>
                </a:lnTo>
                <a:lnTo>
                  <a:pt x="12744" y="13049"/>
                </a:lnTo>
                <a:lnTo>
                  <a:pt x="10195" y="15842"/>
                </a:lnTo>
                <a:lnTo>
                  <a:pt x="9920" y="16193"/>
                </a:lnTo>
                <a:lnTo>
                  <a:pt x="7646" y="19215"/>
                </a:lnTo>
                <a:lnTo>
                  <a:pt x="7402" y="19581"/>
                </a:lnTo>
                <a:lnTo>
                  <a:pt x="5418" y="22832"/>
                </a:lnTo>
                <a:lnTo>
                  <a:pt x="5220" y="23229"/>
                </a:lnTo>
                <a:lnTo>
                  <a:pt x="3556" y="26678"/>
                </a:lnTo>
                <a:lnTo>
                  <a:pt x="3373" y="27090"/>
                </a:lnTo>
                <a:lnTo>
                  <a:pt x="2045" y="30707"/>
                </a:lnTo>
                <a:lnTo>
                  <a:pt x="1923" y="31150"/>
                </a:lnTo>
                <a:lnTo>
                  <a:pt x="946" y="34919"/>
                </a:lnTo>
                <a:lnTo>
                  <a:pt x="855" y="35377"/>
                </a:lnTo>
                <a:lnTo>
                  <a:pt x="259" y="39284"/>
                </a:lnTo>
                <a:lnTo>
                  <a:pt x="214" y="39742"/>
                </a:lnTo>
                <a:lnTo>
                  <a:pt x="0" y="43786"/>
                </a:lnTo>
                <a:lnTo>
                  <a:pt x="0" y="44015"/>
                </a:lnTo>
                <a:lnTo>
                  <a:pt x="0" y="1115127"/>
                </a:lnTo>
                <a:lnTo>
                  <a:pt x="0" y="1115355"/>
                </a:lnTo>
                <a:lnTo>
                  <a:pt x="214" y="1119400"/>
                </a:lnTo>
                <a:lnTo>
                  <a:pt x="259" y="1119858"/>
                </a:lnTo>
                <a:close/>
                <a:moveTo>
                  <a:pt x="13354" y="27419"/>
                </a:moveTo>
                <a:lnTo>
                  <a:pt x="15102" y="24554"/>
                </a:lnTo>
                <a:lnTo>
                  <a:pt x="17106" y="21860"/>
                </a:lnTo>
                <a:lnTo>
                  <a:pt x="19374" y="19374"/>
                </a:lnTo>
                <a:lnTo>
                  <a:pt x="21860" y="17106"/>
                </a:lnTo>
                <a:lnTo>
                  <a:pt x="24554" y="15102"/>
                </a:lnTo>
                <a:lnTo>
                  <a:pt x="27419" y="13354"/>
                </a:lnTo>
                <a:lnTo>
                  <a:pt x="30367" y="11932"/>
                </a:lnTo>
                <a:lnTo>
                  <a:pt x="33651" y="10732"/>
                </a:lnTo>
                <a:lnTo>
                  <a:pt x="37001" y="9867"/>
                </a:lnTo>
                <a:lnTo>
                  <a:pt x="40446" y="9344"/>
                </a:lnTo>
                <a:lnTo>
                  <a:pt x="44244" y="9157"/>
                </a:lnTo>
                <a:lnTo>
                  <a:pt x="5806408" y="9157"/>
                </a:lnTo>
                <a:lnTo>
                  <a:pt x="5810206" y="9344"/>
                </a:lnTo>
                <a:lnTo>
                  <a:pt x="5813652" y="9867"/>
                </a:lnTo>
                <a:lnTo>
                  <a:pt x="5817001" y="10732"/>
                </a:lnTo>
                <a:lnTo>
                  <a:pt x="5820285" y="11932"/>
                </a:lnTo>
                <a:lnTo>
                  <a:pt x="5823233" y="13354"/>
                </a:lnTo>
                <a:lnTo>
                  <a:pt x="5826098" y="15102"/>
                </a:lnTo>
                <a:lnTo>
                  <a:pt x="5828793" y="17106"/>
                </a:lnTo>
                <a:lnTo>
                  <a:pt x="5831278" y="19374"/>
                </a:lnTo>
                <a:lnTo>
                  <a:pt x="5833546" y="21860"/>
                </a:lnTo>
                <a:lnTo>
                  <a:pt x="5835550" y="24554"/>
                </a:lnTo>
                <a:lnTo>
                  <a:pt x="5837299" y="27419"/>
                </a:lnTo>
                <a:lnTo>
                  <a:pt x="5838720" y="30367"/>
                </a:lnTo>
                <a:lnTo>
                  <a:pt x="5839921" y="33651"/>
                </a:lnTo>
                <a:lnTo>
                  <a:pt x="5840785" y="37001"/>
                </a:lnTo>
                <a:lnTo>
                  <a:pt x="5841308" y="40446"/>
                </a:lnTo>
                <a:lnTo>
                  <a:pt x="5841495" y="44244"/>
                </a:lnTo>
                <a:lnTo>
                  <a:pt x="5841495" y="1114898"/>
                </a:lnTo>
                <a:lnTo>
                  <a:pt x="5841308" y="1118696"/>
                </a:lnTo>
                <a:lnTo>
                  <a:pt x="5840785" y="1122141"/>
                </a:lnTo>
                <a:lnTo>
                  <a:pt x="5839921" y="1125491"/>
                </a:lnTo>
                <a:lnTo>
                  <a:pt x="5838720" y="1128774"/>
                </a:lnTo>
                <a:lnTo>
                  <a:pt x="5837299" y="1131722"/>
                </a:lnTo>
                <a:lnTo>
                  <a:pt x="5835550" y="1134588"/>
                </a:lnTo>
                <a:lnTo>
                  <a:pt x="5833546" y="1137282"/>
                </a:lnTo>
                <a:lnTo>
                  <a:pt x="5831278" y="1139768"/>
                </a:lnTo>
                <a:lnTo>
                  <a:pt x="5828793" y="1142036"/>
                </a:lnTo>
                <a:lnTo>
                  <a:pt x="5826098" y="1144040"/>
                </a:lnTo>
                <a:lnTo>
                  <a:pt x="5823233" y="1145788"/>
                </a:lnTo>
                <a:lnTo>
                  <a:pt x="5820285" y="1147210"/>
                </a:lnTo>
                <a:lnTo>
                  <a:pt x="5817001" y="1148410"/>
                </a:lnTo>
                <a:lnTo>
                  <a:pt x="5813652" y="1149275"/>
                </a:lnTo>
                <a:lnTo>
                  <a:pt x="5810206" y="1149798"/>
                </a:lnTo>
                <a:lnTo>
                  <a:pt x="5806408" y="1149985"/>
                </a:lnTo>
                <a:lnTo>
                  <a:pt x="44244" y="1149985"/>
                </a:lnTo>
                <a:lnTo>
                  <a:pt x="40446" y="1149798"/>
                </a:lnTo>
                <a:lnTo>
                  <a:pt x="37001" y="1149275"/>
                </a:lnTo>
                <a:lnTo>
                  <a:pt x="33651" y="1148410"/>
                </a:lnTo>
                <a:lnTo>
                  <a:pt x="30367" y="1147210"/>
                </a:lnTo>
                <a:lnTo>
                  <a:pt x="27419" y="1145788"/>
                </a:lnTo>
                <a:lnTo>
                  <a:pt x="24554" y="1144040"/>
                </a:lnTo>
                <a:lnTo>
                  <a:pt x="21860" y="1142036"/>
                </a:lnTo>
                <a:lnTo>
                  <a:pt x="19374" y="1139768"/>
                </a:lnTo>
                <a:lnTo>
                  <a:pt x="17106" y="1137282"/>
                </a:lnTo>
                <a:lnTo>
                  <a:pt x="15102" y="1134588"/>
                </a:lnTo>
                <a:lnTo>
                  <a:pt x="13354" y="1131722"/>
                </a:lnTo>
                <a:lnTo>
                  <a:pt x="11932" y="1128774"/>
                </a:lnTo>
                <a:lnTo>
                  <a:pt x="10732" y="1125491"/>
                </a:lnTo>
                <a:lnTo>
                  <a:pt x="9867" y="1122141"/>
                </a:lnTo>
                <a:lnTo>
                  <a:pt x="9344" y="1118696"/>
                </a:lnTo>
                <a:lnTo>
                  <a:pt x="9157" y="1114898"/>
                </a:lnTo>
                <a:lnTo>
                  <a:pt x="9157" y="44244"/>
                </a:lnTo>
                <a:lnTo>
                  <a:pt x="9344" y="40446"/>
                </a:lnTo>
                <a:lnTo>
                  <a:pt x="9867" y="37001"/>
                </a:lnTo>
                <a:lnTo>
                  <a:pt x="10732" y="33651"/>
                </a:lnTo>
                <a:lnTo>
                  <a:pt x="11932" y="30367"/>
                </a:lnTo>
                <a:lnTo>
                  <a:pt x="13354" y="2741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Text Commontokens">
            <a:extLst xmlns:a="http://schemas.openxmlformats.org/drawingml/2006/main">
              <a:ext uri="{FF2B5EF4-FFF2-40B4-BE49-F238E27FC236}">
                <a16:creationId xmlns:a16="http://schemas.microsoft.com/office/drawing/2014/main" id="{C0A6D14A-3B1D-4DDA-8813-B3EA2A945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7223" y="3980897"/>
            <a:ext cx="1421352" cy="148258"/>
          </a:xfrm>
          <a:custGeom xmlns:a="http://schemas.openxmlformats.org/drawingml/2006/main">
            <a:pathLst>
              <a:path w="1421352" h="148258">
                <a:moveTo>
                  <a:pt x="100200" y="125119"/>
                </a:moveTo>
                <a:cubicBezTo>
                  <a:pt x="100200" y="126864"/>
                  <a:pt x="100148" y="128347"/>
                  <a:pt x="100043" y="129569"/>
                </a:cubicBezTo>
                <a:cubicBezTo>
                  <a:pt x="99938" y="130790"/>
                  <a:pt x="99781" y="131837"/>
                  <a:pt x="99572" y="132710"/>
                </a:cubicBezTo>
                <a:cubicBezTo>
                  <a:pt x="99362" y="133582"/>
                  <a:pt x="99083" y="134333"/>
                  <a:pt x="98734" y="134961"/>
                </a:cubicBezTo>
                <a:cubicBezTo>
                  <a:pt x="98385" y="135589"/>
                  <a:pt x="97827" y="136312"/>
                  <a:pt x="97059" y="137130"/>
                </a:cubicBezTo>
                <a:cubicBezTo>
                  <a:pt x="96291" y="137946"/>
                  <a:pt x="94808" y="138993"/>
                  <a:pt x="92609" y="140271"/>
                </a:cubicBezTo>
                <a:cubicBezTo>
                  <a:pt x="90410" y="141550"/>
                  <a:pt x="87723" y="142775"/>
                  <a:pt x="84547" y="143949"/>
                </a:cubicBezTo>
                <a:cubicBezTo>
                  <a:pt x="81371" y="145120"/>
                  <a:pt x="77741" y="146096"/>
                  <a:pt x="73658" y="146877"/>
                </a:cubicBezTo>
                <a:cubicBezTo>
                  <a:pt x="69575" y="147658"/>
                  <a:pt x="65160" y="148049"/>
                  <a:pt x="60413" y="148049"/>
                </a:cubicBezTo>
                <a:cubicBezTo>
                  <a:pt x="51130" y="148049"/>
                  <a:pt x="42753" y="146616"/>
                  <a:pt x="35285" y="143749"/>
                </a:cubicBezTo>
                <a:cubicBezTo>
                  <a:pt x="27816" y="140883"/>
                  <a:pt x="21464" y="136601"/>
                  <a:pt x="16229" y="130904"/>
                </a:cubicBezTo>
                <a:cubicBezTo>
                  <a:pt x="10994" y="125206"/>
                  <a:pt x="6980" y="118094"/>
                  <a:pt x="4188" y="109567"/>
                </a:cubicBezTo>
                <a:cubicBezTo>
                  <a:pt x="1396" y="101039"/>
                  <a:pt x="0" y="91112"/>
                  <a:pt x="0" y="79786"/>
                </a:cubicBezTo>
                <a:cubicBezTo>
                  <a:pt x="0" y="68252"/>
                  <a:pt x="1536" y="58010"/>
                  <a:pt x="4607" y="49063"/>
                </a:cubicBezTo>
                <a:cubicBezTo>
                  <a:pt x="7678" y="40115"/>
                  <a:pt x="11971" y="32601"/>
                  <a:pt x="17485" y="26519"/>
                </a:cubicBezTo>
                <a:cubicBezTo>
                  <a:pt x="23000" y="20435"/>
                  <a:pt x="29613" y="15821"/>
                  <a:pt x="37326" y="12675"/>
                </a:cubicBezTo>
                <a:cubicBezTo>
                  <a:pt x="45039" y="9530"/>
                  <a:pt x="53538" y="7957"/>
                  <a:pt x="62821" y="7957"/>
                </a:cubicBezTo>
                <a:cubicBezTo>
                  <a:pt x="66591" y="7957"/>
                  <a:pt x="70220" y="8277"/>
                  <a:pt x="73710" y="8916"/>
                </a:cubicBezTo>
                <a:cubicBezTo>
                  <a:pt x="77200" y="9555"/>
                  <a:pt x="80429" y="10391"/>
                  <a:pt x="83395" y="11422"/>
                </a:cubicBezTo>
                <a:cubicBezTo>
                  <a:pt x="86362" y="12452"/>
                  <a:pt x="89032" y="13642"/>
                  <a:pt x="91405" y="14992"/>
                </a:cubicBezTo>
                <a:cubicBezTo>
                  <a:pt x="93778" y="16342"/>
                  <a:pt x="95436" y="17497"/>
                  <a:pt x="96378" y="18457"/>
                </a:cubicBezTo>
                <a:cubicBezTo>
                  <a:pt x="97321" y="19415"/>
                  <a:pt x="97966" y="20207"/>
                  <a:pt x="98315" y="20836"/>
                </a:cubicBezTo>
                <a:cubicBezTo>
                  <a:pt x="98664" y="21464"/>
                  <a:pt x="98943" y="22267"/>
                  <a:pt x="99153" y="23244"/>
                </a:cubicBezTo>
                <a:cubicBezTo>
                  <a:pt x="99362" y="24221"/>
                  <a:pt x="99519" y="25373"/>
                  <a:pt x="99624" y="26699"/>
                </a:cubicBezTo>
                <a:cubicBezTo>
                  <a:pt x="99729" y="28025"/>
                  <a:pt x="99781" y="29666"/>
                  <a:pt x="99781" y="31620"/>
                </a:cubicBezTo>
                <a:cubicBezTo>
                  <a:pt x="99781" y="33714"/>
                  <a:pt x="99711" y="35494"/>
                  <a:pt x="99572" y="36960"/>
                </a:cubicBezTo>
                <a:cubicBezTo>
                  <a:pt x="99432" y="38426"/>
                  <a:pt x="99188" y="39612"/>
                  <a:pt x="98839" y="40520"/>
                </a:cubicBezTo>
                <a:cubicBezTo>
                  <a:pt x="98490" y="41427"/>
                  <a:pt x="98071" y="42090"/>
                  <a:pt x="97582" y="42509"/>
                </a:cubicBezTo>
                <a:cubicBezTo>
                  <a:pt x="97094" y="42928"/>
                  <a:pt x="96535" y="43137"/>
                  <a:pt x="95907" y="43137"/>
                </a:cubicBezTo>
                <a:cubicBezTo>
                  <a:pt x="94860" y="43137"/>
                  <a:pt x="93534" y="42521"/>
                  <a:pt x="91928" y="41289"/>
                </a:cubicBezTo>
                <a:cubicBezTo>
                  <a:pt x="90323" y="40056"/>
                  <a:pt x="88246" y="38683"/>
                  <a:pt x="85699" y="37169"/>
                </a:cubicBezTo>
                <a:cubicBezTo>
                  <a:pt x="83151" y="35655"/>
                  <a:pt x="80115" y="34282"/>
                  <a:pt x="76590" y="33050"/>
                </a:cubicBezTo>
                <a:cubicBezTo>
                  <a:pt x="73065" y="31817"/>
                  <a:pt x="68859" y="31201"/>
                  <a:pt x="63973" y="31201"/>
                </a:cubicBezTo>
                <a:cubicBezTo>
                  <a:pt x="58598" y="31201"/>
                  <a:pt x="53799" y="32301"/>
                  <a:pt x="49576" y="34499"/>
                </a:cubicBezTo>
                <a:cubicBezTo>
                  <a:pt x="45353" y="36698"/>
                  <a:pt x="41759" y="39839"/>
                  <a:pt x="38792" y="43923"/>
                </a:cubicBezTo>
                <a:cubicBezTo>
                  <a:pt x="35826" y="48006"/>
                  <a:pt x="33574" y="52944"/>
                  <a:pt x="32039" y="58738"/>
                </a:cubicBezTo>
                <a:cubicBezTo>
                  <a:pt x="30503" y="64531"/>
                  <a:pt x="29735" y="71058"/>
                  <a:pt x="29735" y="78317"/>
                </a:cubicBezTo>
                <a:cubicBezTo>
                  <a:pt x="29735" y="86274"/>
                  <a:pt x="30556" y="93167"/>
                  <a:pt x="32196" y="98996"/>
                </a:cubicBezTo>
                <a:cubicBezTo>
                  <a:pt x="33836" y="104824"/>
                  <a:pt x="36175" y="109623"/>
                  <a:pt x="39211" y="113392"/>
                </a:cubicBezTo>
                <a:cubicBezTo>
                  <a:pt x="42247" y="117162"/>
                  <a:pt x="45912" y="119971"/>
                  <a:pt x="50205" y="121821"/>
                </a:cubicBezTo>
                <a:cubicBezTo>
                  <a:pt x="54497" y="123671"/>
                  <a:pt x="59331" y="124595"/>
                  <a:pt x="64706" y="124595"/>
                </a:cubicBezTo>
                <a:cubicBezTo>
                  <a:pt x="69592" y="124595"/>
                  <a:pt x="73815" y="124014"/>
                  <a:pt x="77375" y="122851"/>
                </a:cubicBezTo>
                <a:cubicBezTo>
                  <a:pt x="80935" y="121689"/>
                  <a:pt x="83988" y="120403"/>
                  <a:pt x="86536" y="118994"/>
                </a:cubicBezTo>
                <a:cubicBezTo>
                  <a:pt x="89084" y="117585"/>
                  <a:pt x="91178" y="116316"/>
                  <a:pt x="92818" y="115189"/>
                </a:cubicBezTo>
                <a:cubicBezTo>
                  <a:pt x="94459" y="114061"/>
                  <a:pt x="95733" y="113497"/>
                  <a:pt x="96640" y="113497"/>
                </a:cubicBezTo>
                <a:cubicBezTo>
                  <a:pt x="97338" y="113497"/>
                  <a:pt x="97896" y="113637"/>
                  <a:pt x="98315" y="113916"/>
                </a:cubicBezTo>
                <a:cubicBezTo>
                  <a:pt x="98734" y="114195"/>
                  <a:pt x="99083" y="114753"/>
                  <a:pt x="99362" y="115591"/>
                </a:cubicBezTo>
                <a:cubicBezTo>
                  <a:pt x="99641" y="116429"/>
                  <a:pt x="99851" y="117598"/>
                  <a:pt x="99990" y="119099"/>
                </a:cubicBezTo>
                <a:cubicBezTo>
                  <a:pt x="100130" y="120599"/>
                  <a:pt x="100200" y="122606"/>
                  <a:pt x="100200" y="125119"/>
                </a:cubicBezTo>
                <a:close/>
                <a:moveTo>
                  <a:pt x="213827" y="94543"/>
                </a:moveTo>
                <a:cubicBezTo>
                  <a:pt x="213827" y="102517"/>
                  <a:pt x="212780" y="109792"/>
                  <a:pt x="210685" y="116367"/>
                </a:cubicBezTo>
                <a:cubicBezTo>
                  <a:pt x="208591" y="122941"/>
                  <a:pt x="205415" y="128606"/>
                  <a:pt x="201158" y="133361"/>
                </a:cubicBezTo>
                <a:cubicBezTo>
                  <a:pt x="196900" y="138116"/>
                  <a:pt x="191560" y="141788"/>
                  <a:pt x="185138" y="144378"/>
                </a:cubicBezTo>
                <a:cubicBezTo>
                  <a:pt x="178716" y="146965"/>
                  <a:pt x="171213" y="148258"/>
                  <a:pt x="162627" y="148258"/>
                </a:cubicBezTo>
                <a:cubicBezTo>
                  <a:pt x="154321" y="148258"/>
                  <a:pt x="147096" y="147104"/>
                  <a:pt x="140954" y="144796"/>
                </a:cubicBezTo>
                <a:cubicBezTo>
                  <a:pt x="134811" y="142489"/>
                  <a:pt x="129716" y="139132"/>
                  <a:pt x="125667" y="134725"/>
                </a:cubicBezTo>
                <a:cubicBezTo>
                  <a:pt x="121619" y="130319"/>
                  <a:pt x="118617" y="124899"/>
                  <a:pt x="116663" y="118464"/>
                </a:cubicBezTo>
                <a:cubicBezTo>
                  <a:pt x="114709" y="112029"/>
                  <a:pt x="113731" y="104686"/>
                  <a:pt x="113731" y="96434"/>
                </a:cubicBezTo>
                <a:cubicBezTo>
                  <a:pt x="113731" y="88459"/>
                  <a:pt x="114796" y="81167"/>
                  <a:pt x="116925" y="74558"/>
                </a:cubicBezTo>
                <a:cubicBezTo>
                  <a:pt x="119054" y="67948"/>
                  <a:pt x="122247" y="62284"/>
                  <a:pt x="126505" y="57563"/>
                </a:cubicBezTo>
                <a:cubicBezTo>
                  <a:pt x="130763" y="52843"/>
                  <a:pt x="136085" y="49189"/>
                  <a:pt x="142472" y="46602"/>
                </a:cubicBezTo>
                <a:cubicBezTo>
                  <a:pt x="148859" y="44013"/>
                  <a:pt x="156345" y="42718"/>
                  <a:pt x="164931" y="42718"/>
                </a:cubicBezTo>
                <a:cubicBezTo>
                  <a:pt x="173307" y="42718"/>
                  <a:pt x="180566" y="43855"/>
                  <a:pt x="186709" y="46128"/>
                </a:cubicBezTo>
                <a:cubicBezTo>
                  <a:pt x="192851" y="48401"/>
                  <a:pt x="197929" y="51740"/>
                  <a:pt x="201943" y="56146"/>
                </a:cubicBezTo>
                <a:cubicBezTo>
                  <a:pt x="205956" y="60553"/>
                  <a:pt x="208940" y="65973"/>
                  <a:pt x="210895" y="72408"/>
                </a:cubicBezTo>
                <a:cubicBezTo>
                  <a:pt x="212849" y="78843"/>
                  <a:pt x="213827" y="86221"/>
                  <a:pt x="213827" y="94543"/>
                </a:cubicBezTo>
                <a:moveTo>
                  <a:pt x="186709" y="95593"/>
                </a:moveTo>
                <a:cubicBezTo>
                  <a:pt x="186709" y="90986"/>
                  <a:pt x="186342" y="86746"/>
                  <a:pt x="185609" y="82872"/>
                </a:cubicBezTo>
                <a:cubicBezTo>
                  <a:pt x="184876" y="78998"/>
                  <a:pt x="183637" y="75630"/>
                  <a:pt x="181892" y="72768"/>
                </a:cubicBezTo>
                <a:cubicBezTo>
                  <a:pt x="180147" y="69906"/>
                  <a:pt x="177826" y="67672"/>
                  <a:pt x="174930" y="66067"/>
                </a:cubicBezTo>
                <a:cubicBezTo>
                  <a:pt x="172033" y="64462"/>
                  <a:pt x="168386" y="63659"/>
                  <a:pt x="163988" y="63659"/>
                </a:cubicBezTo>
                <a:cubicBezTo>
                  <a:pt x="160079" y="63659"/>
                  <a:pt x="156659" y="64374"/>
                  <a:pt x="153728" y="65805"/>
                </a:cubicBezTo>
                <a:cubicBezTo>
                  <a:pt x="150796" y="67236"/>
                  <a:pt x="148388" y="69330"/>
                  <a:pt x="146503" y="72087"/>
                </a:cubicBezTo>
                <a:cubicBezTo>
                  <a:pt x="144618" y="74845"/>
                  <a:pt x="143205" y="78160"/>
                  <a:pt x="142263" y="82034"/>
                </a:cubicBezTo>
                <a:cubicBezTo>
                  <a:pt x="141320" y="85908"/>
                  <a:pt x="140849" y="90323"/>
                  <a:pt x="140849" y="95279"/>
                </a:cubicBezTo>
                <a:cubicBezTo>
                  <a:pt x="140849" y="99886"/>
                  <a:pt x="141233" y="104126"/>
                  <a:pt x="142001" y="108000"/>
                </a:cubicBezTo>
                <a:cubicBezTo>
                  <a:pt x="142769" y="111874"/>
                  <a:pt x="144008" y="115242"/>
                  <a:pt x="145718" y="118104"/>
                </a:cubicBezTo>
                <a:cubicBezTo>
                  <a:pt x="147428" y="120966"/>
                  <a:pt x="149749" y="123182"/>
                  <a:pt x="152681" y="124752"/>
                </a:cubicBezTo>
                <a:cubicBezTo>
                  <a:pt x="155612" y="126323"/>
                  <a:pt x="159242" y="127108"/>
                  <a:pt x="163570" y="127108"/>
                </a:cubicBezTo>
                <a:cubicBezTo>
                  <a:pt x="167548" y="127108"/>
                  <a:pt x="171003" y="126393"/>
                  <a:pt x="173935" y="124962"/>
                </a:cubicBezTo>
                <a:cubicBezTo>
                  <a:pt x="176867" y="123531"/>
                  <a:pt x="179275" y="121454"/>
                  <a:pt x="181159" y="118732"/>
                </a:cubicBezTo>
                <a:cubicBezTo>
                  <a:pt x="183044" y="116010"/>
                  <a:pt x="184440" y="112712"/>
                  <a:pt x="185348" y="108838"/>
                </a:cubicBezTo>
                <a:cubicBezTo>
                  <a:pt x="186255" y="104964"/>
                  <a:pt x="186709" y="100549"/>
                  <a:pt x="186709" y="95593"/>
                </a:cubicBezTo>
                <a:close/>
                <a:moveTo>
                  <a:pt x="381659" y="142182"/>
                </a:moveTo>
                <a:cubicBezTo>
                  <a:pt x="381659" y="142880"/>
                  <a:pt x="381449" y="143492"/>
                  <a:pt x="381030" y="144018"/>
                </a:cubicBezTo>
                <a:cubicBezTo>
                  <a:pt x="380612" y="144541"/>
                  <a:pt x="379914" y="144977"/>
                  <a:pt x="378936" y="145326"/>
                </a:cubicBezTo>
                <a:cubicBezTo>
                  <a:pt x="377959" y="145675"/>
                  <a:pt x="376633" y="145937"/>
                  <a:pt x="374958" y="146112"/>
                </a:cubicBezTo>
                <a:cubicBezTo>
                  <a:pt x="373282" y="146286"/>
                  <a:pt x="371153" y="146373"/>
                  <a:pt x="368571" y="146373"/>
                </a:cubicBezTo>
                <a:cubicBezTo>
                  <a:pt x="365918" y="146373"/>
                  <a:pt x="363755" y="146286"/>
                  <a:pt x="362079" y="146112"/>
                </a:cubicBezTo>
                <a:cubicBezTo>
                  <a:pt x="360404" y="145937"/>
                  <a:pt x="359060" y="145675"/>
                  <a:pt x="358048" y="145326"/>
                </a:cubicBezTo>
                <a:cubicBezTo>
                  <a:pt x="357036" y="144977"/>
                  <a:pt x="356338" y="144541"/>
                  <a:pt x="355954" y="144018"/>
                </a:cubicBezTo>
                <a:cubicBezTo>
                  <a:pt x="355570" y="143494"/>
                  <a:pt x="355378" y="142883"/>
                  <a:pt x="355378" y="142185"/>
                </a:cubicBezTo>
                <a:lnTo>
                  <a:pt x="355378" y="86798"/>
                </a:lnTo>
                <a:cubicBezTo>
                  <a:pt x="355378" y="83657"/>
                  <a:pt x="355082" y="80795"/>
                  <a:pt x="354488" y="78212"/>
                </a:cubicBezTo>
                <a:cubicBezTo>
                  <a:pt x="353895" y="75630"/>
                  <a:pt x="352988" y="73414"/>
                  <a:pt x="351766" y="71564"/>
                </a:cubicBezTo>
                <a:cubicBezTo>
                  <a:pt x="350545" y="69714"/>
                  <a:pt x="349009" y="68283"/>
                  <a:pt x="347159" y="67271"/>
                </a:cubicBezTo>
                <a:cubicBezTo>
                  <a:pt x="345310" y="66259"/>
                  <a:pt x="343093" y="65753"/>
                  <a:pt x="340511" y="65753"/>
                </a:cubicBezTo>
                <a:cubicBezTo>
                  <a:pt x="337370" y="65753"/>
                  <a:pt x="334194" y="66974"/>
                  <a:pt x="330983" y="69417"/>
                </a:cubicBezTo>
                <a:cubicBezTo>
                  <a:pt x="327772" y="71861"/>
                  <a:pt x="324282" y="75420"/>
                  <a:pt x="320513" y="80097"/>
                </a:cubicBezTo>
                <a:lnTo>
                  <a:pt x="320513" y="142185"/>
                </a:lnTo>
                <a:cubicBezTo>
                  <a:pt x="320513" y="142883"/>
                  <a:pt x="320303" y="143494"/>
                  <a:pt x="319884" y="144018"/>
                </a:cubicBezTo>
                <a:cubicBezTo>
                  <a:pt x="319466" y="144541"/>
                  <a:pt x="318750" y="144977"/>
                  <a:pt x="317738" y="145326"/>
                </a:cubicBezTo>
                <a:cubicBezTo>
                  <a:pt x="316726" y="145675"/>
                  <a:pt x="315382" y="145937"/>
                  <a:pt x="313707" y="146112"/>
                </a:cubicBezTo>
                <a:cubicBezTo>
                  <a:pt x="312032" y="146286"/>
                  <a:pt x="309938" y="146373"/>
                  <a:pt x="307425" y="146373"/>
                </a:cubicBezTo>
                <a:cubicBezTo>
                  <a:pt x="304842" y="146373"/>
                  <a:pt x="302713" y="146286"/>
                  <a:pt x="301038" y="146112"/>
                </a:cubicBezTo>
                <a:cubicBezTo>
                  <a:pt x="299363" y="145937"/>
                  <a:pt x="298019" y="145675"/>
                  <a:pt x="297007" y="145326"/>
                </a:cubicBezTo>
                <a:cubicBezTo>
                  <a:pt x="295995" y="144977"/>
                  <a:pt x="295279" y="144541"/>
                  <a:pt x="294861" y="144018"/>
                </a:cubicBezTo>
                <a:cubicBezTo>
                  <a:pt x="294442" y="143494"/>
                  <a:pt x="294232" y="142883"/>
                  <a:pt x="294232" y="142185"/>
                </a:cubicBezTo>
                <a:lnTo>
                  <a:pt x="294232" y="86798"/>
                </a:lnTo>
                <a:cubicBezTo>
                  <a:pt x="294232" y="83657"/>
                  <a:pt x="293936" y="80795"/>
                  <a:pt x="293342" y="78212"/>
                </a:cubicBezTo>
                <a:cubicBezTo>
                  <a:pt x="292749" y="75630"/>
                  <a:pt x="291859" y="73414"/>
                  <a:pt x="290673" y="71564"/>
                </a:cubicBezTo>
                <a:cubicBezTo>
                  <a:pt x="289486" y="69714"/>
                  <a:pt x="287950" y="68283"/>
                  <a:pt x="286066" y="67271"/>
                </a:cubicBezTo>
                <a:cubicBezTo>
                  <a:pt x="284181" y="66259"/>
                  <a:pt x="281982" y="65753"/>
                  <a:pt x="279469" y="65753"/>
                </a:cubicBezTo>
                <a:cubicBezTo>
                  <a:pt x="276259" y="65753"/>
                  <a:pt x="273048" y="66974"/>
                  <a:pt x="269837" y="69417"/>
                </a:cubicBezTo>
                <a:cubicBezTo>
                  <a:pt x="266626" y="71861"/>
                  <a:pt x="263171" y="75420"/>
                  <a:pt x="259471" y="80097"/>
                </a:cubicBezTo>
                <a:lnTo>
                  <a:pt x="259471" y="142185"/>
                </a:lnTo>
                <a:cubicBezTo>
                  <a:pt x="259471" y="142883"/>
                  <a:pt x="259262" y="143494"/>
                  <a:pt x="258843" y="144018"/>
                </a:cubicBezTo>
                <a:cubicBezTo>
                  <a:pt x="258424" y="144541"/>
                  <a:pt x="257709" y="144977"/>
                  <a:pt x="256697" y="145326"/>
                </a:cubicBezTo>
                <a:cubicBezTo>
                  <a:pt x="255685" y="145675"/>
                  <a:pt x="254341" y="145937"/>
                  <a:pt x="252666" y="146112"/>
                </a:cubicBezTo>
                <a:cubicBezTo>
                  <a:pt x="250990" y="146286"/>
                  <a:pt x="248862" y="146373"/>
                  <a:pt x="246279" y="146373"/>
                </a:cubicBezTo>
                <a:cubicBezTo>
                  <a:pt x="243696" y="146373"/>
                  <a:pt x="241567" y="146286"/>
                  <a:pt x="239892" y="146112"/>
                </a:cubicBezTo>
                <a:cubicBezTo>
                  <a:pt x="238217" y="145937"/>
                  <a:pt x="236873" y="145675"/>
                  <a:pt x="235861" y="145326"/>
                </a:cubicBezTo>
                <a:cubicBezTo>
                  <a:pt x="234849" y="144977"/>
                  <a:pt x="234133" y="144541"/>
                  <a:pt x="233715" y="144018"/>
                </a:cubicBezTo>
                <a:cubicBezTo>
                  <a:pt x="233296" y="143494"/>
                  <a:pt x="233086" y="142883"/>
                  <a:pt x="233086" y="142185"/>
                </a:cubicBezTo>
                <a:lnTo>
                  <a:pt x="233086" y="48791"/>
                </a:lnTo>
                <a:cubicBezTo>
                  <a:pt x="233086" y="48093"/>
                  <a:pt x="233261" y="47482"/>
                  <a:pt x="233610" y="46959"/>
                </a:cubicBezTo>
                <a:cubicBezTo>
                  <a:pt x="233959" y="46435"/>
                  <a:pt x="234587" y="45999"/>
                  <a:pt x="235495" y="45650"/>
                </a:cubicBezTo>
                <a:cubicBezTo>
                  <a:pt x="236402" y="45301"/>
                  <a:pt x="237571" y="45039"/>
                  <a:pt x="239002" y="44865"/>
                </a:cubicBezTo>
                <a:cubicBezTo>
                  <a:pt x="240433" y="44690"/>
                  <a:pt x="242230" y="44603"/>
                  <a:pt x="244394" y="44603"/>
                </a:cubicBezTo>
                <a:cubicBezTo>
                  <a:pt x="246628" y="44603"/>
                  <a:pt x="248478" y="44690"/>
                  <a:pt x="249943" y="44865"/>
                </a:cubicBezTo>
                <a:cubicBezTo>
                  <a:pt x="251409" y="45039"/>
                  <a:pt x="252544" y="45301"/>
                  <a:pt x="253346" y="45650"/>
                </a:cubicBezTo>
                <a:cubicBezTo>
                  <a:pt x="254149" y="45999"/>
                  <a:pt x="254725" y="46435"/>
                  <a:pt x="255074" y="46959"/>
                </a:cubicBezTo>
                <a:cubicBezTo>
                  <a:pt x="255423" y="47482"/>
                  <a:pt x="255597" y="48093"/>
                  <a:pt x="255597" y="48791"/>
                </a:cubicBezTo>
                <a:lnTo>
                  <a:pt x="255597" y="59575"/>
                </a:lnTo>
                <a:cubicBezTo>
                  <a:pt x="260763" y="53956"/>
                  <a:pt x="265910" y="49742"/>
                  <a:pt x="271041" y="46933"/>
                </a:cubicBezTo>
                <a:cubicBezTo>
                  <a:pt x="276171" y="44123"/>
                  <a:pt x="281529" y="42718"/>
                  <a:pt x="287113" y="42718"/>
                </a:cubicBezTo>
                <a:cubicBezTo>
                  <a:pt x="290952" y="42718"/>
                  <a:pt x="294407" y="43123"/>
                  <a:pt x="297478" y="43932"/>
                </a:cubicBezTo>
                <a:cubicBezTo>
                  <a:pt x="300549" y="44739"/>
                  <a:pt x="303289" y="45898"/>
                  <a:pt x="305697" y="47407"/>
                </a:cubicBezTo>
                <a:cubicBezTo>
                  <a:pt x="308105" y="48917"/>
                  <a:pt x="310182" y="50725"/>
                  <a:pt x="311927" y="52832"/>
                </a:cubicBezTo>
                <a:cubicBezTo>
                  <a:pt x="313672" y="54939"/>
                  <a:pt x="315138" y="57292"/>
                  <a:pt x="316325" y="59890"/>
                </a:cubicBezTo>
                <a:cubicBezTo>
                  <a:pt x="319117" y="56871"/>
                  <a:pt x="321856" y="54273"/>
                  <a:pt x="324544" y="52096"/>
                </a:cubicBezTo>
                <a:cubicBezTo>
                  <a:pt x="327231" y="49917"/>
                  <a:pt x="329883" y="48143"/>
                  <a:pt x="332501" y="46776"/>
                </a:cubicBezTo>
                <a:cubicBezTo>
                  <a:pt x="335119" y="45406"/>
                  <a:pt x="337736" y="44387"/>
                  <a:pt x="340354" y="43720"/>
                </a:cubicBezTo>
                <a:cubicBezTo>
                  <a:pt x="342971" y="43052"/>
                  <a:pt x="345641" y="42718"/>
                  <a:pt x="348363" y="42718"/>
                </a:cubicBezTo>
                <a:cubicBezTo>
                  <a:pt x="354576" y="42718"/>
                  <a:pt x="359811" y="43767"/>
                  <a:pt x="364069" y="45863"/>
                </a:cubicBezTo>
                <a:cubicBezTo>
                  <a:pt x="368327" y="47959"/>
                  <a:pt x="371764" y="50807"/>
                  <a:pt x="374382" y="54406"/>
                </a:cubicBezTo>
                <a:cubicBezTo>
                  <a:pt x="376999" y="58003"/>
                  <a:pt x="378867" y="62213"/>
                  <a:pt x="379983" y="67035"/>
                </a:cubicBezTo>
                <a:cubicBezTo>
                  <a:pt x="381100" y="71856"/>
                  <a:pt x="381659" y="76956"/>
                  <a:pt x="381659" y="82335"/>
                </a:cubicBezTo>
                <a:lnTo>
                  <a:pt x="381659" y="142182"/>
                </a:lnTo>
                <a:close/>
                <a:moveTo>
                  <a:pt x="553355" y="142182"/>
                </a:moveTo>
                <a:cubicBezTo>
                  <a:pt x="553355" y="142880"/>
                  <a:pt x="553146" y="143492"/>
                  <a:pt x="552727" y="144018"/>
                </a:cubicBezTo>
                <a:cubicBezTo>
                  <a:pt x="552308" y="144541"/>
                  <a:pt x="551610" y="144977"/>
                  <a:pt x="550633" y="145326"/>
                </a:cubicBezTo>
                <a:cubicBezTo>
                  <a:pt x="549656" y="145675"/>
                  <a:pt x="548329" y="145937"/>
                  <a:pt x="546654" y="146112"/>
                </a:cubicBezTo>
                <a:cubicBezTo>
                  <a:pt x="544979" y="146286"/>
                  <a:pt x="542850" y="146373"/>
                  <a:pt x="540267" y="146373"/>
                </a:cubicBezTo>
                <a:cubicBezTo>
                  <a:pt x="537615" y="146373"/>
                  <a:pt x="535451" y="146286"/>
                  <a:pt x="533776" y="146112"/>
                </a:cubicBezTo>
                <a:cubicBezTo>
                  <a:pt x="532101" y="145937"/>
                  <a:pt x="530757" y="145675"/>
                  <a:pt x="529745" y="145326"/>
                </a:cubicBezTo>
                <a:cubicBezTo>
                  <a:pt x="528733" y="144977"/>
                  <a:pt x="528035" y="144541"/>
                  <a:pt x="527651" y="144018"/>
                </a:cubicBezTo>
                <a:cubicBezTo>
                  <a:pt x="527267" y="143494"/>
                  <a:pt x="527075" y="142883"/>
                  <a:pt x="527075" y="142185"/>
                </a:cubicBezTo>
                <a:lnTo>
                  <a:pt x="527075" y="86798"/>
                </a:lnTo>
                <a:cubicBezTo>
                  <a:pt x="527075" y="83657"/>
                  <a:pt x="526778" y="80795"/>
                  <a:pt x="526185" y="78212"/>
                </a:cubicBezTo>
                <a:cubicBezTo>
                  <a:pt x="525592" y="75630"/>
                  <a:pt x="524684" y="73414"/>
                  <a:pt x="523463" y="71564"/>
                </a:cubicBezTo>
                <a:cubicBezTo>
                  <a:pt x="522241" y="69714"/>
                  <a:pt x="520706" y="68283"/>
                  <a:pt x="518856" y="67271"/>
                </a:cubicBezTo>
                <a:cubicBezTo>
                  <a:pt x="517006" y="66259"/>
                  <a:pt x="514790" y="65753"/>
                  <a:pt x="512207" y="65753"/>
                </a:cubicBezTo>
                <a:cubicBezTo>
                  <a:pt x="509066" y="65753"/>
                  <a:pt x="505890" y="66974"/>
                  <a:pt x="502679" y="69417"/>
                </a:cubicBezTo>
                <a:cubicBezTo>
                  <a:pt x="499469" y="71861"/>
                  <a:pt x="495978" y="75420"/>
                  <a:pt x="492209" y="80097"/>
                </a:cubicBezTo>
                <a:lnTo>
                  <a:pt x="492209" y="142185"/>
                </a:lnTo>
                <a:cubicBezTo>
                  <a:pt x="492209" y="142883"/>
                  <a:pt x="492000" y="143494"/>
                  <a:pt x="491581" y="144018"/>
                </a:cubicBezTo>
                <a:cubicBezTo>
                  <a:pt x="491162" y="144541"/>
                  <a:pt x="490447" y="144977"/>
                  <a:pt x="489435" y="145326"/>
                </a:cubicBezTo>
                <a:cubicBezTo>
                  <a:pt x="488422" y="145675"/>
                  <a:pt x="487079" y="145937"/>
                  <a:pt x="485404" y="146112"/>
                </a:cubicBezTo>
                <a:cubicBezTo>
                  <a:pt x="483728" y="146286"/>
                  <a:pt x="481634" y="146373"/>
                  <a:pt x="479121" y="146373"/>
                </a:cubicBezTo>
                <a:cubicBezTo>
                  <a:pt x="476539" y="146373"/>
                  <a:pt x="474410" y="146286"/>
                  <a:pt x="472735" y="146112"/>
                </a:cubicBezTo>
                <a:cubicBezTo>
                  <a:pt x="471059" y="145937"/>
                  <a:pt x="469716" y="145675"/>
                  <a:pt x="468704" y="145326"/>
                </a:cubicBezTo>
                <a:cubicBezTo>
                  <a:pt x="467691" y="144977"/>
                  <a:pt x="466976" y="144541"/>
                  <a:pt x="466557" y="144018"/>
                </a:cubicBezTo>
                <a:cubicBezTo>
                  <a:pt x="466138" y="143494"/>
                  <a:pt x="465929" y="142883"/>
                  <a:pt x="465929" y="142185"/>
                </a:cubicBezTo>
                <a:lnTo>
                  <a:pt x="465929" y="86798"/>
                </a:lnTo>
                <a:cubicBezTo>
                  <a:pt x="465929" y="83657"/>
                  <a:pt x="465632" y="80795"/>
                  <a:pt x="465039" y="78212"/>
                </a:cubicBezTo>
                <a:cubicBezTo>
                  <a:pt x="464446" y="75630"/>
                  <a:pt x="463556" y="73414"/>
                  <a:pt x="462369" y="71564"/>
                </a:cubicBezTo>
                <a:cubicBezTo>
                  <a:pt x="461182" y="69714"/>
                  <a:pt x="459647" y="68283"/>
                  <a:pt x="457762" y="67271"/>
                </a:cubicBezTo>
                <a:cubicBezTo>
                  <a:pt x="455878" y="66259"/>
                  <a:pt x="453679" y="65753"/>
                  <a:pt x="451166" y="65753"/>
                </a:cubicBezTo>
                <a:cubicBezTo>
                  <a:pt x="447955" y="65753"/>
                  <a:pt x="444744" y="66974"/>
                  <a:pt x="441533" y="69417"/>
                </a:cubicBezTo>
                <a:cubicBezTo>
                  <a:pt x="438323" y="71861"/>
                  <a:pt x="434867" y="75420"/>
                  <a:pt x="431168" y="80097"/>
                </a:cubicBezTo>
                <a:lnTo>
                  <a:pt x="431168" y="142185"/>
                </a:lnTo>
                <a:cubicBezTo>
                  <a:pt x="431168" y="142883"/>
                  <a:pt x="430958" y="143494"/>
                  <a:pt x="430540" y="144018"/>
                </a:cubicBezTo>
                <a:cubicBezTo>
                  <a:pt x="430121" y="144541"/>
                  <a:pt x="429405" y="144977"/>
                  <a:pt x="428393" y="145326"/>
                </a:cubicBezTo>
                <a:cubicBezTo>
                  <a:pt x="427381" y="145675"/>
                  <a:pt x="426037" y="145937"/>
                  <a:pt x="424362" y="146112"/>
                </a:cubicBezTo>
                <a:cubicBezTo>
                  <a:pt x="422687" y="146286"/>
                  <a:pt x="420558" y="146373"/>
                  <a:pt x="417975" y="146373"/>
                </a:cubicBezTo>
                <a:cubicBezTo>
                  <a:pt x="415393" y="146373"/>
                  <a:pt x="413264" y="146286"/>
                  <a:pt x="411589" y="146112"/>
                </a:cubicBezTo>
                <a:cubicBezTo>
                  <a:pt x="409913" y="145937"/>
                  <a:pt x="408570" y="145675"/>
                  <a:pt x="407558" y="145326"/>
                </a:cubicBezTo>
                <a:cubicBezTo>
                  <a:pt x="406545" y="144977"/>
                  <a:pt x="405830" y="144541"/>
                  <a:pt x="405411" y="144018"/>
                </a:cubicBezTo>
                <a:cubicBezTo>
                  <a:pt x="404992" y="143494"/>
                  <a:pt x="404783" y="142883"/>
                  <a:pt x="404783" y="142185"/>
                </a:cubicBezTo>
                <a:lnTo>
                  <a:pt x="404783" y="48791"/>
                </a:lnTo>
                <a:cubicBezTo>
                  <a:pt x="404783" y="48093"/>
                  <a:pt x="404957" y="47482"/>
                  <a:pt x="405306" y="46959"/>
                </a:cubicBezTo>
                <a:cubicBezTo>
                  <a:pt x="405655" y="46435"/>
                  <a:pt x="406284" y="45999"/>
                  <a:pt x="407191" y="45650"/>
                </a:cubicBezTo>
                <a:cubicBezTo>
                  <a:pt x="408099" y="45301"/>
                  <a:pt x="409268" y="45039"/>
                  <a:pt x="410699" y="44865"/>
                </a:cubicBezTo>
                <a:cubicBezTo>
                  <a:pt x="412130" y="44690"/>
                  <a:pt x="413927" y="44603"/>
                  <a:pt x="416091" y="44603"/>
                </a:cubicBezTo>
                <a:cubicBezTo>
                  <a:pt x="418324" y="44603"/>
                  <a:pt x="420174" y="44690"/>
                  <a:pt x="421640" y="44865"/>
                </a:cubicBezTo>
                <a:cubicBezTo>
                  <a:pt x="423106" y="45039"/>
                  <a:pt x="424240" y="45301"/>
                  <a:pt x="425043" y="45650"/>
                </a:cubicBezTo>
                <a:cubicBezTo>
                  <a:pt x="425846" y="45999"/>
                  <a:pt x="426421" y="46435"/>
                  <a:pt x="426770" y="46959"/>
                </a:cubicBezTo>
                <a:cubicBezTo>
                  <a:pt x="427119" y="47482"/>
                  <a:pt x="427294" y="48093"/>
                  <a:pt x="427294" y="48791"/>
                </a:cubicBezTo>
                <a:lnTo>
                  <a:pt x="427294" y="59575"/>
                </a:lnTo>
                <a:cubicBezTo>
                  <a:pt x="432459" y="53956"/>
                  <a:pt x="437607" y="49742"/>
                  <a:pt x="442737" y="46933"/>
                </a:cubicBezTo>
                <a:cubicBezTo>
                  <a:pt x="447868" y="44123"/>
                  <a:pt x="453225" y="42718"/>
                  <a:pt x="458809" y="42718"/>
                </a:cubicBezTo>
                <a:cubicBezTo>
                  <a:pt x="462648" y="42718"/>
                  <a:pt x="466103" y="43123"/>
                  <a:pt x="469175" y="43932"/>
                </a:cubicBezTo>
                <a:cubicBezTo>
                  <a:pt x="472246" y="44739"/>
                  <a:pt x="474986" y="45898"/>
                  <a:pt x="477394" y="47407"/>
                </a:cubicBezTo>
                <a:cubicBezTo>
                  <a:pt x="479802" y="48917"/>
                  <a:pt x="481879" y="50725"/>
                  <a:pt x="483624" y="52832"/>
                </a:cubicBezTo>
                <a:cubicBezTo>
                  <a:pt x="485369" y="54939"/>
                  <a:pt x="486834" y="57292"/>
                  <a:pt x="488021" y="59890"/>
                </a:cubicBezTo>
                <a:cubicBezTo>
                  <a:pt x="490813" y="56871"/>
                  <a:pt x="493553" y="54273"/>
                  <a:pt x="496240" y="52096"/>
                </a:cubicBezTo>
                <a:cubicBezTo>
                  <a:pt x="498928" y="49917"/>
                  <a:pt x="501580" y="48143"/>
                  <a:pt x="504198" y="46776"/>
                </a:cubicBezTo>
                <a:cubicBezTo>
                  <a:pt x="506815" y="45406"/>
                  <a:pt x="509433" y="44387"/>
                  <a:pt x="512050" y="43720"/>
                </a:cubicBezTo>
                <a:cubicBezTo>
                  <a:pt x="514668" y="43052"/>
                  <a:pt x="517338" y="42718"/>
                  <a:pt x="520060" y="42718"/>
                </a:cubicBezTo>
                <a:cubicBezTo>
                  <a:pt x="526272" y="42718"/>
                  <a:pt x="531507" y="43767"/>
                  <a:pt x="535765" y="45863"/>
                </a:cubicBezTo>
                <a:cubicBezTo>
                  <a:pt x="540023" y="47959"/>
                  <a:pt x="543461" y="50807"/>
                  <a:pt x="546078" y="54406"/>
                </a:cubicBezTo>
                <a:cubicBezTo>
                  <a:pt x="548696" y="58003"/>
                  <a:pt x="550563" y="62213"/>
                  <a:pt x="551680" y="67035"/>
                </a:cubicBezTo>
                <a:cubicBezTo>
                  <a:pt x="552797" y="71856"/>
                  <a:pt x="553355" y="76956"/>
                  <a:pt x="553355" y="82335"/>
                </a:cubicBezTo>
                <a:lnTo>
                  <a:pt x="553355" y="142182"/>
                </a:lnTo>
                <a:close/>
                <a:moveTo>
                  <a:pt x="670921" y="94543"/>
                </a:moveTo>
                <a:cubicBezTo>
                  <a:pt x="670921" y="102517"/>
                  <a:pt x="669874" y="109792"/>
                  <a:pt x="667780" y="116367"/>
                </a:cubicBezTo>
                <a:cubicBezTo>
                  <a:pt x="665685" y="122941"/>
                  <a:pt x="662510" y="128606"/>
                  <a:pt x="658252" y="133361"/>
                </a:cubicBezTo>
                <a:cubicBezTo>
                  <a:pt x="653994" y="138116"/>
                  <a:pt x="648654" y="141788"/>
                  <a:pt x="642232" y="144378"/>
                </a:cubicBezTo>
                <a:cubicBezTo>
                  <a:pt x="635810" y="146965"/>
                  <a:pt x="628307" y="148258"/>
                  <a:pt x="619721" y="148258"/>
                </a:cubicBezTo>
                <a:cubicBezTo>
                  <a:pt x="611415" y="148258"/>
                  <a:pt x="604190" y="147104"/>
                  <a:pt x="598048" y="144796"/>
                </a:cubicBezTo>
                <a:cubicBezTo>
                  <a:pt x="591905" y="142489"/>
                  <a:pt x="586810" y="139132"/>
                  <a:pt x="582761" y="134725"/>
                </a:cubicBezTo>
                <a:cubicBezTo>
                  <a:pt x="578713" y="130319"/>
                  <a:pt x="575712" y="124899"/>
                  <a:pt x="573757" y="118464"/>
                </a:cubicBezTo>
                <a:cubicBezTo>
                  <a:pt x="571803" y="112029"/>
                  <a:pt x="570825" y="104686"/>
                  <a:pt x="570825" y="96434"/>
                </a:cubicBezTo>
                <a:cubicBezTo>
                  <a:pt x="570825" y="88459"/>
                  <a:pt x="571890" y="81167"/>
                  <a:pt x="574019" y="74558"/>
                </a:cubicBezTo>
                <a:cubicBezTo>
                  <a:pt x="576148" y="67948"/>
                  <a:pt x="579341" y="62284"/>
                  <a:pt x="583599" y="57563"/>
                </a:cubicBezTo>
                <a:cubicBezTo>
                  <a:pt x="587857" y="52843"/>
                  <a:pt x="593179" y="49189"/>
                  <a:pt x="599566" y="46602"/>
                </a:cubicBezTo>
                <a:cubicBezTo>
                  <a:pt x="605953" y="44013"/>
                  <a:pt x="613439" y="42718"/>
                  <a:pt x="622025" y="42718"/>
                </a:cubicBezTo>
                <a:cubicBezTo>
                  <a:pt x="630401" y="42718"/>
                  <a:pt x="637660" y="43855"/>
                  <a:pt x="643803" y="46128"/>
                </a:cubicBezTo>
                <a:cubicBezTo>
                  <a:pt x="649945" y="48401"/>
                  <a:pt x="655023" y="51740"/>
                  <a:pt x="659037" y="56146"/>
                </a:cubicBezTo>
                <a:cubicBezTo>
                  <a:pt x="663050" y="60553"/>
                  <a:pt x="666034" y="65973"/>
                  <a:pt x="667989" y="72408"/>
                </a:cubicBezTo>
                <a:cubicBezTo>
                  <a:pt x="669943" y="78843"/>
                  <a:pt x="670921" y="86221"/>
                  <a:pt x="670921" y="94543"/>
                </a:cubicBezTo>
                <a:moveTo>
                  <a:pt x="643803" y="95593"/>
                </a:moveTo>
                <a:cubicBezTo>
                  <a:pt x="643803" y="90986"/>
                  <a:pt x="643436" y="86746"/>
                  <a:pt x="642703" y="82872"/>
                </a:cubicBezTo>
                <a:cubicBezTo>
                  <a:pt x="641970" y="78998"/>
                  <a:pt x="640731" y="75630"/>
                  <a:pt x="638986" y="72768"/>
                </a:cubicBezTo>
                <a:cubicBezTo>
                  <a:pt x="637241" y="69906"/>
                  <a:pt x="634921" y="67672"/>
                  <a:pt x="632024" y="66067"/>
                </a:cubicBezTo>
                <a:cubicBezTo>
                  <a:pt x="629127" y="64462"/>
                  <a:pt x="625480" y="63659"/>
                  <a:pt x="621082" y="63659"/>
                </a:cubicBezTo>
                <a:cubicBezTo>
                  <a:pt x="617174" y="63659"/>
                  <a:pt x="613753" y="64374"/>
                  <a:pt x="610822" y="65805"/>
                </a:cubicBezTo>
                <a:cubicBezTo>
                  <a:pt x="607890" y="67236"/>
                  <a:pt x="605482" y="69330"/>
                  <a:pt x="603597" y="72087"/>
                </a:cubicBezTo>
                <a:cubicBezTo>
                  <a:pt x="601713" y="74845"/>
                  <a:pt x="600299" y="78160"/>
                  <a:pt x="599357" y="82034"/>
                </a:cubicBezTo>
                <a:cubicBezTo>
                  <a:pt x="598414" y="85908"/>
                  <a:pt x="597943" y="90323"/>
                  <a:pt x="597943" y="95279"/>
                </a:cubicBezTo>
                <a:cubicBezTo>
                  <a:pt x="597943" y="99886"/>
                  <a:pt x="598327" y="104126"/>
                  <a:pt x="599095" y="108000"/>
                </a:cubicBezTo>
                <a:cubicBezTo>
                  <a:pt x="599863" y="111874"/>
                  <a:pt x="601102" y="115242"/>
                  <a:pt x="602812" y="118104"/>
                </a:cubicBezTo>
                <a:cubicBezTo>
                  <a:pt x="604522" y="120966"/>
                  <a:pt x="606843" y="123182"/>
                  <a:pt x="609775" y="124752"/>
                </a:cubicBezTo>
                <a:cubicBezTo>
                  <a:pt x="612706" y="126323"/>
                  <a:pt x="616336" y="127108"/>
                  <a:pt x="620664" y="127108"/>
                </a:cubicBezTo>
                <a:cubicBezTo>
                  <a:pt x="624642" y="127108"/>
                  <a:pt x="628097" y="126393"/>
                  <a:pt x="631029" y="124962"/>
                </a:cubicBezTo>
                <a:cubicBezTo>
                  <a:pt x="633961" y="123531"/>
                  <a:pt x="636369" y="121454"/>
                  <a:pt x="638254" y="118732"/>
                </a:cubicBezTo>
                <a:cubicBezTo>
                  <a:pt x="640138" y="116010"/>
                  <a:pt x="641534" y="112712"/>
                  <a:pt x="642442" y="108838"/>
                </a:cubicBezTo>
                <a:cubicBezTo>
                  <a:pt x="643349" y="104964"/>
                  <a:pt x="643803" y="100549"/>
                  <a:pt x="643803" y="95593"/>
                </a:cubicBezTo>
                <a:close/>
                <a:moveTo>
                  <a:pt x="779387" y="142182"/>
                </a:moveTo>
                <a:cubicBezTo>
                  <a:pt x="779387" y="142880"/>
                  <a:pt x="779177" y="143492"/>
                  <a:pt x="778758" y="144018"/>
                </a:cubicBezTo>
                <a:cubicBezTo>
                  <a:pt x="778340" y="144541"/>
                  <a:pt x="777642" y="144977"/>
                  <a:pt x="776664" y="145326"/>
                </a:cubicBezTo>
                <a:cubicBezTo>
                  <a:pt x="775687" y="145675"/>
                  <a:pt x="774343" y="145937"/>
                  <a:pt x="772633" y="146112"/>
                </a:cubicBezTo>
                <a:cubicBezTo>
                  <a:pt x="770923" y="146286"/>
                  <a:pt x="768812" y="146373"/>
                  <a:pt x="766299" y="146373"/>
                </a:cubicBezTo>
                <a:cubicBezTo>
                  <a:pt x="763716" y="146373"/>
                  <a:pt x="761570" y="146286"/>
                  <a:pt x="759860" y="146112"/>
                </a:cubicBezTo>
                <a:cubicBezTo>
                  <a:pt x="758150" y="145937"/>
                  <a:pt x="756806" y="145675"/>
                  <a:pt x="755829" y="145326"/>
                </a:cubicBezTo>
                <a:cubicBezTo>
                  <a:pt x="754851" y="144977"/>
                  <a:pt x="754153" y="144541"/>
                  <a:pt x="753735" y="144018"/>
                </a:cubicBezTo>
                <a:cubicBezTo>
                  <a:pt x="753316" y="143494"/>
                  <a:pt x="753106" y="142883"/>
                  <a:pt x="753106" y="142185"/>
                </a:cubicBezTo>
                <a:lnTo>
                  <a:pt x="753106" y="88892"/>
                </a:lnTo>
                <a:cubicBezTo>
                  <a:pt x="753106" y="84355"/>
                  <a:pt x="752775" y="80795"/>
                  <a:pt x="752112" y="78212"/>
                </a:cubicBezTo>
                <a:cubicBezTo>
                  <a:pt x="751449" y="75630"/>
                  <a:pt x="750489" y="73414"/>
                  <a:pt x="749232" y="71564"/>
                </a:cubicBezTo>
                <a:cubicBezTo>
                  <a:pt x="747976" y="69714"/>
                  <a:pt x="746353" y="68283"/>
                  <a:pt x="744364" y="67271"/>
                </a:cubicBezTo>
                <a:cubicBezTo>
                  <a:pt x="742374" y="66259"/>
                  <a:pt x="740054" y="65753"/>
                  <a:pt x="737401" y="65753"/>
                </a:cubicBezTo>
                <a:cubicBezTo>
                  <a:pt x="734051" y="65753"/>
                  <a:pt x="730665" y="66974"/>
                  <a:pt x="727245" y="69417"/>
                </a:cubicBezTo>
                <a:cubicBezTo>
                  <a:pt x="723825" y="71861"/>
                  <a:pt x="720265" y="75420"/>
                  <a:pt x="716565" y="80097"/>
                </a:cubicBezTo>
                <a:lnTo>
                  <a:pt x="716565" y="142185"/>
                </a:lnTo>
                <a:cubicBezTo>
                  <a:pt x="716565" y="142883"/>
                  <a:pt x="716356" y="143494"/>
                  <a:pt x="715937" y="144018"/>
                </a:cubicBezTo>
                <a:cubicBezTo>
                  <a:pt x="715518" y="144541"/>
                  <a:pt x="714803" y="144977"/>
                  <a:pt x="713791" y="145326"/>
                </a:cubicBezTo>
                <a:cubicBezTo>
                  <a:pt x="712779" y="145675"/>
                  <a:pt x="711435" y="145937"/>
                  <a:pt x="709760" y="146112"/>
                </a:cubicBezTo>
                <a:cubicBezTo>
                  <a:pt x="708084" y="146286"/>
                  <a:pt x="705956" y="146373"/>
                  <a:pt x="703373" y="146373"/>
                </a:cubicBezTo>
                <a:cubicBezTo>
                  <a:pt x="700790" y="146373"/>
                  <a:pt x="698661" y="146286"/>
                  <a:pt x="696986" y="146112"/>
                </a:cubicBezTo>
                <a:cubicBezTo>
                  <a:pt x="695311" y="145937"/>
                  <a:pt x="693967" y="145675"/>
                  <a:pt x="692955" y="145326"/>
                </a:cubicBezTo>
                <a:cubicBezTo>
                  <a:pt x="691943" y="144977"/>
                  <a:pt x="691227" y="144541"/>
                  <a:pt x="690809" y="144018"/>
                </a:cubicBezTo>
                <a:cubicBezTo>
                  <a:pt x="690390" y="143494"/>
                  <a:pt x="690180" y="142883"/>
                  <a:pt x="690180" y="142185"/>
                </a:cubicBezTo>
                <a:lnTo>
                  <a:pt x="690180" y="48791"/>
                </a:lnTo>
                <a:cubicBezTo>
                  <a:pt x="690180" y="48093"/>
                  <a:pt x="690355" y="47482"/>
                  <a:pt x="690704" y="46959"/>
                </a:cubicBezTo>
                <a:cubicBezTo>
                  <a:pt x="691053" y="46435"/>
                  <a:pt x="691681" y="45999"/>
                  <a:pt x="692589" y="45650"/>
                </a:cubicBezTo>
                <a:cubicBezTo>
                  <a:pt x="693496" y="45301"/>
                  <a:pt x="694665" y="45039"/>
                  <a:pt x="696096" y="44865"/>
                </a:cubicBezTo>
                <a:cubicBezTo>
                  <a:pt x="697527" y="44690"/>
                  <a:pt x="699324" y="44603"/>
                  <a:pt x="701488" y="44603"/>
                </a:cubicBezTo>
                <a:cubicBezTo>
                  <a:pt x="703722" y="44603"/>
                  <a:pt x="705572" y="44690"/>
                  <a:pt x="707037" y="44865"/>
                </a:cubicBezTo>
                <a:cubicBezTo>
                  <a:pt x="708503" y="45039"/>
                  <a:pt x="709638" y="45301"/>
                  <a:pt x="710440" y="45650"/>
                </a:cubicBezTo>
                <a:cubicBezTo>
                  <a:pt x="711243" y="45999"/>
                  <a:pt x="711819" y="46435"/>
                  <a:pt x="712168" y="46959"/>
                </a:cubicBezTo>
                <a:cubicBezTo>
                  <a:pt x="712517" y="47482"/>
                  <a:pt x="712691" y="48093"/>
                  <a:pt x="712691" y="48791"/>
                </a:cubicBezTo>
                <a:lnTo>
                  <a:pt x="712691" y="59575"/>
                </a:lnTo>
                <a:cubicBezTo>
                  <a:pt x="717857" y="53956"/>
                  <a:pt x="723109" y="49742"/>
                  <a:pt x="728449" y="46933"/>
                </a:cubicBezTo>
                <a:cubicBezTo>
                  <a:pt x="733789" y="44123"/>
                  <a:pt x="739356" y="42718"/>
                  <a:pt x="745149" y="42718"/>
                </a:cubicBezTo>
                <a:cubicBezTo>
                  <a:pt x="751501" y="42718"/>
                  <a:pt x="756858" y="43767"/>
                  <a:pt x="761221" y="45863"/>
                </a:cubicBezTo>
                <a:cubicBezTo>
                  <a:pt x="765583" y="47959"/>
                  <a:pt x="769108" y="50807"/>
                  <a:pt x="771796" y="54406"/>
                </a:cubicBezTo>
                <a:cubicBezTo>
                  <a:pt x="774483" y="58003"/>
                  <a:pt x="776420" y="62213"/>
                  <a:pt x="777607" y="67035"/>
                </a:cubicBezTo>
                <a:cubicBezTo>
                  <a:pt x="778793" y="71856"/>
                  <a:pt x="779387" y="77655"/>
                  <a:pt x="779387" y="84432"/>
                </a:cubicBezTo>
                <a:lnTo>
                  <a:pt x="779387" y="142182"/>
                </a:lnTo>
                <a:close/>
                <a:moveTo>
                  <a:pt x="907239" y="132900"/>
                </a:moveTo>
                <a:cubicBezTo>
                  <a:pt x="907239" y="135986"/>
                  <a:pt x="907047" y="138354"/>
                  <a:pt x="906663" y="140003"/>
                </a:cubicBezTo>
                <a:cubicBezTo>
                  <a:pt x="906280" y="141650"/>
                  <a:pt x="905773" y="142807"/>
                  <a:pt x="905145" y="143475"/>
                </a:cubicBezTo>
                <a:cubicBezTo>
                  <a:pt x="904517" y="144140"/>
                  <a:pt x="903592" y="144735"/>
                  <a:pt x="902371" y="145261"/>
                </a:cubicBezTo>
                <a:cubicBezTo>
                  <a:pt x="901149" y="145787"/>
                  <a:pt x="899718" y="146243"/>
                  <a:pt x="898078" y="146629"/>
                </a:cubicBezTo>
                <a:cubicBezTo>
                  <a:pt x="896438" y="147015"/>
                  <a:pt x="894658" y="147313"/>
                  <a:pt x="892738" y="147522"/>
                </a:cubicBezTo>
                <a:cubicBezTo>
                  <a:pt x="890819" y="147734"/>
                  <a:pt x="888882" y="147839"/>
                  <a:pt x="886927" y="147839"/>
                </a:cubicBezTo>
                <a:cubicBezTo>
                  <a:pt x="881692" y="147839"/>
                  <a:pt x="877155" y="147176"/>
                  <a:pt x="873316" y="145850"/>
                </a:cubicBezTo>
                <a:cubicBezTo>
                  <a:pt x="869477" y="144524"/>
                  <a:pt x="866301" y="142482"/>
                  <a:pt x="863788" y="139725"/>
                </a:cubicBezTo>
                <a:cubicBezTo>
                  <a:pt x="861275" y="136968"/>
                  <a:pt x="859425" y="133495"/>
                  <a:pt x="858239" y="129307"/>
                </a:cubicBezTo>
                <a:cubicBezTo>
                  <a:pt x="857052" y="125119"/>
                  <a:pt x="856459" y="120163"/>
                  <a:pt x="856459" y="114439"/>
                </a:cubicBezTo>
                <a:lnTo>
                  <a:pt x="856459" y="66591"/>
                </a:lnTo>
                <a:lnTo>
                  <a:pt x="845256" y="66591"/>
                </a:lnTo>
                <a:cubicBezTo>
                  <a:pt x="843929" y="66591"/>
                  <a:pt x="842917" y="65770"/>
                  <a:pt x="842219" y="64130"/>
                </a:cubicBezTo>
                <a:cubicBezTo>
                  <a:pt x="841521" y="62490"/>
                  <a:pt x="841172" y="59750"/>
                  <a:pt x="841172" y="55911"/>
                </a:cubicBezTo>
                <a:cubicBezTo>
                  <a:pt x="841172" y="53887"/>
                  <a:pt x="841260" y="52177"/>
                  <a:pt x="841434" y="50780"/>
                </a:cubicBezTo>
                <a:cubicBezTo>
                  <a:pt x="841609" y="49384"/>
                  <a:pt x="841870" y="48285"/>
                  <a:pt x="842219" y="47482"/>
                </a:cubicBezTo>
                <a:cubicBezTo>
                  <a:pt x="842568" y="46680"/>
                  <a:pt x="843005" y="46104"/>
                  <a:pt x="843528" y="45755"/>
                </a:cubicBezTo>
                <a:cubicBezTo>
                  <a:pt x="844052" y="45406"/>
                  <a:pt x="844662" y="45231"/>
                  <a:pt x="845360" y="45231"/>
                </a:cubicBezTo>
                <a:lnTo>
                  <a:pt x="856459" y="45231"/>
                </a:lnTo>
                <a:lnTo>
                  <a:pt x="856459" y="24311"/>
                </a:lnTo>
                <a:cubicBezTo>
                  <a:pt x="856459" y="23608"/>
                  <a:pt x="856651" y="22977"/>
                  <a:pt x="857035" y="22416"/>
                </a:cubicBezTo>
                <a:cubicBezTo>
                  <a:pt x="857419" y="21855"/>
                  <a:pt x="858117" y="21383"/>
                  <a:pt x="859129" y="20999"/>
                </a:cubicBezTo>
                <a:cubicBezTo>
                  <a:pt x="860141" y="20613"/>
                  <a:pt x="861502" y="20333"/>
                  <a:pt x="863212" y="20158"/>
                </a:cubicBezTo>
                <a:cubicBezTo>
                  <a:pt x="864922" y="19982"/>
                  <a:pt x="867034" y="19893"/>
                  <a:pt x="869547" y="19893"/>
                </a:cubicBezTo>
                <a:cubicBezTo>
                  <a:pt x="872129" y="19893"/>
                  <a:pt x="874276" y="19982"/>
                  <a:pt x="875986" y="20158"/>
                </a:cubicBezTo>
                <a:cubicBezTo>
                  <a:pt x="877696" y="20333"/>
                  <a:pt x="879040" y="20613"/>
                  <a:pt x="880017" y="20999"/>
                </a:cubicBezTo>
                <a:cubicBezTo>
                  <a:pt x="880994" y="21383"/>
                  <a:pt x="881692" y="21855"/>
                  <a:pt x="882111" y="22416"/>
                </a:cubicBezTo>
                <a:cubicBezTo>
                  <a:pt x="882530" y="22977"/>
                  <a:pt x="882739" y="23608"/>
                  <a:pt x="882739" y="24311"/>
                </a:cubicBezTo>
                <a:lnTo>
                  <a:pt x="882739" y="45231"/>
                </a:lnTo>
                <a:lnTo>
                  <a:pt x="903051" y="45231"/>
                </a:lnTo>
                <a:cubicBezTo>
                  <a:pt x="903749" y="45231"/>
                  <a:pt x="904360" y="45406"/>
                  <a:pt x="904884" y="45755"/>
                </a:cubicBezTo>
                <a:cubicBezTo>
                  <a:pt x="905407" y="46104"/>
                  <a:pt x="905843" y="46680"/>
                  <a:pt x="906192" y="47482"/>
                </a:cubicBezTo>
                <a:cubicBezTo>
                  <a:pt x="906541" y="48285"/>
                  <a:pt x="906803" y="49384"/>
                  <a:pt x="906978" y="50780"/>
                </a:cubicBezTo>
                <a:cubicBezTo>
                  <a:pt x="907152" y="52177"/>
                  <a:pt x="907239" y="53887"/>
                  <a:pt x="907239" y="55911"/>
                </a:cubicBezTo>
                <a:cubicBezTo>
                  <a:pt x="907239" y="59750"/>
                  <a:pt x="906890" y="62490"/>
                  <a:pt x="906192" y="64130"/>
                </a:cubicBezTo>
                <a:cubicBezTo>
                  <a:pt x="905494" y="65770"/>
                  <a:pt x="904482" y="66591"/>
                  <a:pt x="903156" y="66591"/>
                </a:cubicBezTo>
                <a:lnTo>
                  <a:pt x="882739" y="66591"/>
                </a:lnTo>
                <a:lnTo>
                  <a:pt x="882739" y="110382"/>
                </a:lnTo>
                <a:cubicBezTo>
                  <a:pt x="882739" y="115469"/>
                  <a:pt x="883542" y="119284"/>
                  <a:pt x="885147" y="121827"/>
                </a:cubicBezTo>
                <a:cubicBezTo>
                  <a:pt x="886753" y="124371"/>
                  <a:pt x="889614" y="125642"/>
                  <a:pt x="893733" y="125642"/>
                </a:cubicBezTo>
                <a:cubicBezTo>
                  <a:pt x="895129" y="125642"/>
                  <a:pt x="896385" y="125520"/>
                  <a:pt x="897502" y="125276"/>
                </a:cubicBezTo>
                <a:cubicBezTo>
                  <a:pt x="898619" y="125032"/>
                  <a:pt x="899614" y="124752"/>
                  <a:pt x="900486" y="124438"/>
                </a:cubicBezTo>
                <a:cubicBezTo>
                  <a:pt x="901359" y="124124"/>
                  <a:pt x="902091" y="123845"/>
                  <a:pt x="902685" y="123601"/>
                </a:cubicBezTo>
                <a:cubicBezTo>
                  <a:pt x="903278" y="123356"/>
                  <a:pt x="903819" y="123234"/>
                  <a:pt x="904308" y="123234"/>
                </a:cubicBezTo>
                <a:cubicBezTo>
                  <a:pt x="904726" y="123234"/>
                  <a:pt x="905128" y="123356"/>
                  <a:pt x="905512" y="123601"/>
                </a:cubicBezTo>
                <a:cubicBezTo>
                  <a:pt x="905896" y="123845"/>
                  <a:pt x="906192" y="124335"/>
                  <a:pt x="906402" y="125070"/>
                </a:cubicBezTo>
                <a:cubicBezTo>
                  <a:pt x="906611" y="125803"/>
                  <a:pt x="906803" y="126801"/>
                  <a:pt x="906978" y="128064"/>
                </a:cubicBezTo>
                <a:cubicBezTo>
                  <a:pt x="907152" y="129324"/>
                  <a:pt x="907239" y="130936"/>
                  <a:pt x="907239" y="132900"/>
                </a:cubicBezTo>
                <a:close/>
                <a:moveTo>
                  <a:pt x="1018892" y="94543"/>
                </a:moveTo>
                <a:cubicBezTo>
                  <a:pt x="1018892" y="102517"/>
                  <a:pt x="1017845" y="109792"/>
                  <a:pt x="1015751" y="116367"/>
                </a:cubicBezTo>
                <a:cubicBezTo>
                  <a:pt x="1013657" y="122941"/>
                  <a:pt x="1010481" y="128606"/>
                  <a:pt x="1006223" y="133361"/>
                </a:cubicBezTo>
                <a:cubicBezTo>
                  <a:pt x="1001965" y="138116"/>
                  <a:pt x="996625" y="141788"/>
                  <a:pt x="990203" y="144378"/>
                </a:cubicBezTo>
                <a:cubicBezTo>
                  <a:pt x="983782" y="146965"/>
                  <a:pt x="976278" y="148258"/>
                  <a:pt x="967693" y="148258"/>
                </a:cubicBezTo>
                <a:cubicBezTo>
                  <a:pt x="959386" y="148258"/>
                  <a:pt x="952162" y="147104"/>
                  <a:pt x="946019" y="144796"/>
                </a:cubicBezTo>
                <a:cubicBezTo>
                  <a:pt x="939877" y="142489"/>
                  <a:pt x="934781" y="139132"/>
                  <a:pt x="930733" y="134725"/>
                </a:cubicBezTo>
                <a:cubicBezTo>
                  <a:pt x="926684" y="130319"/>
                  <a:pt x="923683" y="124899"/>
                  <a:pt x="921728" y="118464"/>
                </a:cubicBezTo>
                <a:cubicBezTo>
                  <a:pt x="919774" y="112029"/>
                  <a:pt x="918797" y="104686"/>
                  <a:pt x="918797" y="96434"/>
                </a:cubicBezTo>
                <a:cubicBezTo>
                  <a:pt x="918797" y="88459"/>
                  <a:pt x="919861" y="81167"/>
                  <a:pt x="921990" y="74558"/>
                </a:cubicBezTo>
                <a:cubicBezTo>
                  <a:pt x="924119" y="67948"/>
                  <a:pt x="927312" y="62284"/>
                  <a:pt x="931570" y="57563"/>
                </a:cubicBezTo>
                <a:cubicBezTo>
                  <a:pt x="935828" y="52843"/>
                  <a:pt x="941151" y="49189"/>
                  <a:pt x="947537" y="46602"/>
                </a:cubicBezTo>
                <a:cubicBezTo>
                  <a:pt x="953924" y="44013"/>
                  <a:pt x="961410" y="42718"/>
                  <a:pt x="969996" y="42718"/>
                </a:cubicBezTo>
                <a:cubicBezTo>
                  <a:pt x="978372" y="42718"/>
                  <a:pt x="985632" y="43855"/>
                  <a:pt x="991774" y="46128"/>
                </a:cubicBezTo>
                <a:cubicBezTo>
                  <a:pt x="997917" y="48401"/>
                  <a:pt x="1002995" y="51740"/>
                  <a:pt x="1007008" y="56146"/>
                </a:cubicBezTo>
                <a:cubicBezTo>
                  <a:pt x="1011022" y="60553"/>
                  <a:pt x="1014006" y="65973"/>
                  <a:pt x="1015960" y="72408"/>
                </a:cubicBezTo>
                <a:cubicBezTo>
                  <a:pt x="1017915" y="78843"/>
                  <a:pt x="1018892" y="86221"/>
                  <a:pt x="1018892" y="94543"/>
                </a:cubicBezTo>
                <a:moveTo>
                  <a:pt x="991774" y="95593"/>
                </a:moveTo>
                <a:cubicBezTo>
                  <a:pt x="991774" y="90986"/>
                  <a:pt x="991408" y="86746"/>
                  <a:pt x="990675" y="82872"/>
                </a:cubicBezTo>
                <a:cubicBezTo>
                  <a:pt x="989942" y="78998"/>
                  <a:pt x="988703" y="75630"/>
                  <a:pt x="986958" y="72768"/>
                </a:cubicBezTo>
                <a:cubicBezTo>
                  <a:pt x="985213" y="69906"/>
                  <a:pt x="982892" y="67672"/>
                  <a:pt x="979995" y="66067"/>
                </a:cubicBezTo>
                <a:cubicBezTo>
                  <a:pt x="977098" y="64462"/>
                  <a:pt x="973451" y="63659"/>
                  <a:pt x="969054" y="63659"/>
                </a:cubicBezTo>
                <a:cubicBezTo>
                  <a:pt x="965145" y="63659"/>
                  <a:pt x="961725" y="64374"/>
                  <a:pt x="958793" y="65805"/>
                </a:cubicBezTo>
                <a:cubicBezTo>
                  <a:pt x="955861" y="67236"/>
                  <a:pt x="953453" y="69330"/>
                  <a:pt x="951568" y="72087"/>
                </a:cubicBezTo>
                <a:cubicBezTo>
                  <a:pt x="949684" y="74845"/>
                  <a:pt x="948270" y="78160"/>
                  <a:pt x="947328" y="82034"/>
                </a:cubicBezTo>
                <a:cubicBezTo>
                  <a:pt x="946386" y="85908"/>
                  <a:pt x="945915" y="90323"/>
                  <a:pt x="945915" y="95279"/>
                </a:cubicBezTo>
                <a:cubicBezTo>
                  <a:pt x="945915" y="99886"/>
                  <a:pt x="946298" y="104126"/>
                  <a:pt x="947066" y="108000"/>
                </a:cubicBezTo>
                <a:cubicBezTo>
                  <a:pt x="947834" y="111874"/>
                  <a:pt x="949073" y="115242"/>
                  <a:pt x="950783" y="118104"/>
                </a:cubicBezTo>
                <a:cubicBezTo>
                  <a:pt x="952493" y="120966"/>
                  <a:pt x="954814" y="123182"/>
                  <a:pt x="957746" y="124752"/>
                </a:cubicBezTo>
                <a:cubicBezTo>
                  <a:pt x="960678" y="126323"/>
                  <a:pt x="964307" y="127108"/>
                  <a:pt x="968635" y="127108"/>
                </a:cubicBezTo>
                <a:cubicBezTo>
                  <a:pt x="972614" y="127108"/>
                  <a:pt x="976069" y="126393"/>
                  <a:pt x="979000" y="124962"/>
                </a:cubicBezTo>
                <a:cubicBezTo>
                  <a:pt x="981932" y="123531"/>
                  <a:pt x="984340" y="121454"/>
                  <a:pt x="986225" y="118732"/>
                </a:cubicBezTo>
                <a:cubicBezTo>
                  <a:pt x="988109" y="116010"/>
                  <a:pt x="989505" y="112712"/>
                  <a:pt x="990413" y="108838"/>
                </a:cubicBezTo>
                <a:cubicBezTo>
                  <a:pt x="991320" y="104964"/>
                  <a:pt x="991774" y="100549"/>
                  <a:pt x="991774" y="95593"/>
                </a:cubicBezTo>
                <a:close/>
                <a:moveTo>
                  <a:pt x="1124950" y="142290"/>
                </a:moveTo>
                <a:cubicBezTo>
                  <a:pt x="1124950" y="142988"/>
                  <a:pt x="1124758" y="143599"/>
                  <a:pt x="1124374" y="144122"/>
                </a:cubicBezTo>
                <a:cubicBezTo>
                  <a:pt x="1123990" y="144646"/>
                  <a:pt x="1123292" y="145065"/>
                  <a:pt x="1122280" y="145379"/>
                </a:cubicBezTo>
                <a:cubicBezTo>
                  <a:pt x="1121268" y="145693"/>
                  <a:pt x="1119889" y="145937"/>
                  <a:pt x="1118144" y="146112"/>
                </a:cubicBezTo>
                <a:cubicBezTo>
                  <a:pt x="1116399" y="146286"/>
                  <a:pt x="1114131" y="146373"/>
                  <a:pt x="1111339" y="146373"/>
                </a:cubicBezTo>
                <a:cubicBezTo>
                  <a:pt x="1108477" y="146373"/>
                  <a:pt x="1106156" y="146304"/>
                  <a:pt x="1104376" y="146164"/>
                </a:cubicBezTo>
                <a:cubicBezTo>
                  <a:pt x="1102596" y="146024"/>
                  <a:pt x="1101130" y="145798"/>
                  <a:pt x="1099979" y="145483"/>
                </a:cubicBezTo>
                <a:cubicBezTo>
                  <a:pt x="1098827" y="145169"/>
                  <a:pt x="1097937" y="144733"/>
                  <a:pt x="1097309" y="144175"/>
                </a:cubicBezTo>
                <a:cubicBezTo>
                  <a:pt x="1096680" y="143616"/>
                  <a:pt x="1096122" y="142883"/>
                  <a:pt x="1095633" y="141976"/>
                </a:cubicBezTo>
                <a:lnTo>
                  <a:pt x="1064537" y="92766"/>
                </a:lnTo>
                <a:lnTo>
                  <a:pt x="1064537" y="142185"/>
                </a:lnTo>
                <a:cubicBezTo>
                  <a:pt x="1064537" y="142883"/>
                  <a:pt x="1064327" y="143494"/>
                  <a:pt x="1063909" y="144018"/>
                </a:cubicBezTo>
                <a:cubicBezTo>
                  <a:pt x="1063490" y="144541"/>
                  <a:pt x="1062774" y="144977"/>
                  <a:pt x="1061762" y="145326"/>
                </a:cubicBezTo>
                <a:cubicBezTo>
                  <a:pt x="1060750" y="145675"/>
                  <a:pt x="1059406" y="145937"/>
                  <a:pt x="1057731" y="146112"/>
                </a:cubicBezTo>
                <a:cubicBezTo>
                  <a:pt x="1056056" y="146286"/>
                  <a:pt x="1053927" y="146373"/>
                  <a:pt x="1051344" y="146373"/>
                </a:cubicBezTo>
                <a:cubicBezTo>
                  <a:pt x="1048762" y="146373"/>
                  <a:pt x="1046633" y="146286"/>
                  <a:pt x="1044958" y="146112"/>
                </a:cubicBezTo>
                <a:cubicBezTo>
                  <a:pt x="1043282" y="145937"/>
                  <a:pt x="1041939" y="145675"/>
                  <a:pt x="1040927" y="145326"/>
                </a:cubicBezTo>
                <a:cubicBezTo>
                  <a:pt x="1039914" y="144977"/>
                  <a:pt x="1039199" y="144541"/>
                  <a:pt x="1038780" y="144018"/>
                </a:cubicBezTo>
                <a:cubicBezTo>
                  <a:pt x="1038361" y="143494"/>
                  <a:pt x="1038152" y="142883"/>
                  <a:pt x="1038152" y="142185"/>
                </a:cubicBezTo>
                <a:lnTo>
                  <a:pt x="1038152" y="4502"/>
                </a:lnTo>
                <a:cubicBezTo>
                  <a:pt x="1038152" y="3804"/>
                  <a:pt x="1038361" y="3176"/>
                  <a:pt x="1038780" y="2618"/>
                </a:cubicBezTo>
                <a:cubicBezTo>
                  <a:pt x="1039199" y="2059"/>
                  <a:pt x="1039914" y="1588"/>
                  <a:pt x="1040927" y="1204"/>
                </a:cubicBezTo>
                <a:cubicBezTo>
                  <a:pt x="1041939" y="820"/>
                  <a:pt x="1043282" y="524"/>
                  <a:pt x="1044958" y="314"/>
                </a:cubicBezTo>
                <a:cubicBezTo>
                  <a:pt x="1046633" y="105"/>
                  <a:pt x="1048762" y="0"/>
                  <a:pt x="1051344" y="0"/>
                </a:cubicBezTo>
                <a:cubicBezTo>
                  <a:pt x="1053927" y="0"/>
                  <a:pt x="1056056" y="105"/>
                  <a:pt x="1057731" y="314"/>
                </a:cubicBezTo>
                <a:cubicBezTo>
                  <a:pt x="1059406" y="524"/>
                  <a:pt x="1060750" y="820"/>
                  <a:pt x="1061762" y="1204"/>
                </a:cubicBezTo>
                <a:cubicBezTo>
                  <a:pt x="1062774" y="1588"/>
                  <a:pt x="1063490" y="2059"/>
                  <a:pt x="1063909" y="2618"/>
                </a:cubicBezTo>
                <a:cubicBezTo>
                  <a:pt x="1064327" y="3176"/>
                  <a:pt x="1064537" y="3804"/>
                  <a:pt x="1064537" y="4502"/>
                </a:cubicBezTo>
                <a:lnTo>
                  <a:pt x="1064537" y="86484"/>
                </a:lnTo>
                <a:lnTo>
                  <a:pt x="1092178" y="49315"/>
                </a:lnTo>
                <a:cubicBezTo>
                  <a:pt x="1092737" y="48477"/>
                  <a:pt x="1093365" y="47744"/>
                  <a:pt x="1094063" y="47116"/>
                </a:cubicBezTo>
                <a:cubicBezTo>
                  <a:pt x="1094761" y="46488"/>
                  <a:pt x="1095686" y="45999"/>
                  <a:pt x="1096837" y="45650"/>
                </a:cubicBezTo>
                <a:cubicBezTo>
                  <a:pt x="1097989" y="45301"/>
                  <a:pt x="1099420" y="45039"/>
                  <a:pt x="1101130" y="44865"/>
                </a:cubicBezTo>
                <a:cubicBezTo>
                  <a:pt x="1102840" y="44690"/>
                  <a:pt x="1105022" y="44603"/>
                  <a:pt x="1107674" y="44603"/>
                </a:cubicBezTo>
                <a:cubicBezTo>
                  <a:pt x="1110257" y="44603"/>
                  <a:pt x="1112438" y="44690"/>
                  <a:pt x="1114218" y="44865"/>
                </a:cubicBezTo>
                <a:cubicBezTo>
                  <a:pt x="1115998" y="45039"/>
                  <a:pt x="1117429" y="45301"/>
                  <a:pt x="1118511" y="45650"/>
                </a:cubicBezTo>
                <a:cubicBezTo>
                  <a:pt x="1119593" y="45999"/>
                  <a:pt x="1120343" y="46435"/>
                  <a:pt x="1120762" y="46959"/>
                </a:cubicBezTo>
                <a:cubicBezTo>
                  <a:pt x="1121181" y="47482"/>
                  <a:pt x="1121390" y="48128"/>
                  <a:pt x="1121390" y="48896"/>
                </a:cubicBezTo>
                <a:cubicBezTo>
                  <a:pt x="1121390" y="49943"/>
                  <a:pt x="1121128" y="51060"/>
                  <a:pt x="1120605" y="52246"/>
                </a:cubicBezTo>
                <a:cubicBezTo>
                  <a:pt x="1120081" y="53433"/>
                  <a:pt x="1119296" y="54689"/>
                  <a:pt x="1118249" y="56016"/>
                </a:cubicBezTo>
                <a:lnTo>
                  <a:pt x="1090922" y="87007"/>
                </a:lnTo>
                <a:lnTo>
                  <a:pt x="1122542" y="135903"/>
                </a:lnTo>
                <a:cubicBezTo>
                  <a:pt x="1123379" y="137299"/>
                  <a:pt x="1123990" y="138503"/>
                  <a:pt x="1124374" y="139515"/>
                </a:cubicBezTo>
                <a:cubicBezTo>
                  <a:pt x="1124758" y="140528"/>
                  <a:pt x="1124950" y="141452"/>
                  <a:pt x="1124950" y="142290"/>
                </a:cubicBezTo>
                <a:close/>
                <a:moveTo>
                  <a:pt x="1222102" y="92750"/>
                </a:moveTo>
                <a:cubicBezTo>
                  <a:pt x="1222102" y="95967"/>
                  <a:pt x="1221387" y="98345"/>
                  <a:pt x="1219956" y="99882"/>
                </a:cubicBezTo>
                <a:cubicBezTo>
                  <a:pt x="1218525" y="101420"/>
                  <a:pt x="1216553" y="102189"/>
                  <a:pt x="1214040" y="102189"/>
                </a:cubicBezTo>
                <a:lnTo>
                  <a:pt x="1157187" y="102189"/>
                </a:lnTo>
                <a:cubicBezTo>
                  <a:pt x="1157187" y="106183"/>
                  <a:pt x="1157658" y="109810"/>
                  <a:pt x="1158601" y="113068"/>
                </a:cubicBezTo>
                <a:cubicBezTo>
                  <a:pt x="1159543" y="116327"/>
                  <a:pt x="1161044" y="119096"/>
                  <a:pt x="1163103" y="121376"/>
                </a:cubicBezTo>
                <a:cubicBezTo>
                  <a:pt x="1165162" y="123653"/>
                  <a:pt x="1167814" y="125387"/>
                  <a:pt x="1171060" y="126578"/>
                </a:cubicBezTo>
                <a:cubicBezTo>
                  <a:pt x="1174306" y="127769"/>
                  <a:pt x="1178197" y="128365"/>
                  <a:pt x="1182734" y="128365"/>
                </a:cubicBezTo>
                <a:cubicBezTo>
                  <a:pt x="1187341" y="128365"/>
                  <a:pt x="1191390" y="128028"/>
                  <a:pt x="1194880" y="127354"/>
                </a:cubicBezTo>
                <a:cubicBezTo>
                  <a:pt x="1198370" y="126680"/>
                  <a:pt x="1201389" y="125935"/>
                  <a:pt x="1203937" y="125119"/>
                </a:cubicBezTo>
                <a:cubicBezTo>
                  <a:pt x="1206484" y="124303"/>
                  <a:pt x="1208596" y="123558"/>
                  <a:pt x="1210271" y="122884"/>
                </a:cubicBezTo>
                <a:cubicBezTo>
                  <a:pt x="1211946" y="122210"/>
                  <a:pt x="1213307" y="121873"/>
                  <a:pt x="1214354" y="121873"/>
                </a:cubicBezTo>
                <a:cubicBezTo>
                  <a:pt x="1214983" y="121873"/>
                  <a:pt x="1215506" y="121996"/>
                  <a:pt x="1215925" y="122243"/>
                </a:cubicBezTo>
                <a:cubicBezTo>
                  <a:pt x="1216344" y="122487"/>
                  <a:pt x="1216693" y="122926"/>
                  <a:pt x="1216972" y="123558"/>
                </a:cubicBezTo>
                <a:cubicBezTo>
                  <a:pt x="1217251" y="124189"/>
                  <a:pt x="1217443" y="125083"/>
                  <a:pt x="1217548" y="126241"/>
                </a:cubicBezTo>
                <a:cubicBezTo>
                  <a:pt x="1217652" y="127399"/>
                  <a:pt x="1217705" y="128856"/>
                  <a:pt x="1217705" y="130609"/>
                </a:cubicBezTo>
                <a:cubicBezTo>
                  <a:pt x="1217705" y="132154"/>
                  <a:pt x="1217670" y="133470"/>
                  <a:pt x="1217600" y="134558"/>
                </a:cubicBezTo>
                <a:cubicBezTo>
                  <a:pt x="1217530" y="135645"/>
                  <a:pt x="1217426" y="136574"/>
                  <a:pt x="1217286" y="137346"/>
                </a:cubicBezTo>
                <a:cubicBezTo>
                  <a:pt x="1217146" y="138118"/>
                  <a:pt x="1216937" y="138768"/>
                  <a:pt x="1216658" y="139296"/>
                </a:cubicBezTo>
                <a:cubicBezTo>
                  <a:pt x="1216379" y="139822"/>
                  <a:pt x="1216012" y="140330"/>
                  <a:pt x="1215558" y="140821"/>
                </a:cubicBezTo>
                <a:cubicBezTo>
                  <a:pt x="1215105" y="141312"/>
                  <a:pt x="1213866" y="141976"/>
                  <a:pt x="1211842" y="142814"/>
                </a:cubicBezTo>
                <a:cubicBezTo>
                  <a:pt x="1209817" y="143651"/>
                  <a:pt x="1207235" y="144471"/>
                  <a:pt x="1204094" y="145274"/>
                </a:cubicBezTo>
                <a:cubicBezTo>
                  <a:pt x="1200953" y="146077"/>
                  <a:pt x="1197358" y="146775"/>
                  <a:pt x="1193309" y="147368"/>
                </a:cubicBezTo>
                <a:cubicBezTo>
                  <a:pt x="1189261" y="147961"/>
                  <a:pt x="1184933" y="148258"/>
                  <a:pt x="1180326" y="148258"/>
                </a:cubicBezTo>
                <a:cubicBezTo>
                  <a:pt x="1172020" y="148258"/>
                  <a:pt x="1164743" y="147209"/>
                  <a:pt x="1158496" y="145110"/>
                </a:cubicBezTo>
                <a:cubicBezTo>
                  <a:pt x="1152249" y="143012"/>
                  <a:pt x="1147031" y="139830"/>
                  <a:pt x="1142843" y="135563"/>
                </a:cubicBezTo>
                <a:cubicBezTo>
                  <a:pt x="1138655" y="131296"/>
                  <a:pt x="1135531" y="125912"/>
                  <a:pt x="1133472" y="119409"/>
                </a:cubicBezTo>
                <a:cubicBezTo>
                  <a:pt x="1131413" y="112905"/>
                  <a:pt x="1130383" y="105281"/>
                  <a:pt x="1130383" y="96539"/>
                </a:cubicBezTo>
                <a:cubicBezTo>
                  <a:pt x="1130383" y="88215"/>
                  <a:pt x="1131465" y="80713"/>
                  <a:pt x="1133629" y="74034"/>
                </a:cubicBezTo>
                <a:cubicBezTo>
                  <a:pt x="1135793" y="67355"/>
                  <a:pt x="1138934" y="61690"/>
                  <a:pt x="1143052" y="57040"/>
                </a:cubicBezTo>
                <a:cubicBezTo>
                  <a:pt x="1147171" y="52387"/>
                  <a:pt x="1152179" y="48837"/>
                  <a:pt x="1158077" y="46390"/>
                </a:cubicBezTo>
                <a:cubicBezTo>
                  <a:pt x="1163975" y="43942"/>
                  <a:pt x="1170624" y="42718"/>
                  <a:pt x="1178023" y="42718"/>
                </a:cubicBezTo>
                <a:cubicBezTo>
                  <a:pt x="1185841" y="42718"/>
                  <a:pt x="1192524" y="43872"/>
                  <a:pt x="1198073" y="46180"/>
                </a:cubicBezTo>
                <a:cubicBezTo>
                  <a:pt x="1203622" y="48488"/>
                  <a:pt x="1208177" y="51687"/>
                  <a:pt x="1211737" y="55777"/>
                </a:cubicBezTo>
                <a:cubicBezTo>
                  <a:pt x="1215297" y="59867"/>
                  <a:pt x="1217914" y="64709"/>
                  <a:pt x="1219589" y="70304"/>
                </a:cubicBezTo>
                <a:cubicBezTo>
                  <a:pt x="1221265" y="75897"/>
                  <a:pt x="1222102" y="81981"/>
                  <a:pt x="1222102" y="88555"/>
                </a:cubicBezTo>
                <a:lnTo>
                  <a:pt x="1222102" y="92750"/>
                </a:lnTo>
                <a:moveTo>
                  <a:pt x="1196555" y="85227"/>
                </a:moveTo>
                <a:cubicBezTo>
                  <a:pt x="1196764" y="77796"/>
                  <a:pt x="1195281" y="71960"/>
                  <a:pt x="1192105" y="67719"/>
                </a:cubicBezTo>
                <a:cubicBezTo>
                  <a:pt x="1188929" y="63477"/>
                  <a:pt x="1184026" y="61355"/>
                  <a:pt x="1177395" y="61355"/>
                </a:cubicBezTo>
                <a:cubicBezTo>
                  <a:pt x="1174044" y="61355"/>
                  <a:pt x="1171130" y="61987"/>
                  <a:pt x="1168652" y="63250"/>
                </a:cubicBezTo>
                <a:cubicBezTo>
                  <a:pt x="1166174" y="64511"/>
                  <a:pt x="1164115" y="66211"/>
                  <a:pt x="1162475" y="68351"/>
                </a:cubicBezTo>
                <a:cubicBezTo>
                  <a:pt x="1160834" y="70488"/>
                  <a:pt x="1159578" y="73012"/>
                  <a:pt x="1158705" y="75922"/>
                </a:cubicBezTo>
                <a:cubicBezTo>
                  <a:pt x="1157833" y="78830"/>
                  <a:pt x="1157327" y="81932"/>
                  <a:pt x="1157187" y="85227"/>
                </a:cubicBezTo>
                <a:lnTo>
                  <a:pt x="1196555" y="85227"/>
                </a:lnTo>
                <a:close/>
                <a:moveTo>
                  <a:pt x="1331867" y="142182"/>
                </a:moveTo>
                <a:cubicBezTo>
                  <a:pt x="1331867" y="142880"/>
                  <a:pt x="1331658" y="143492"/>
                  <a:pt x="1331239" y="144018"/>
                </a:cubicBezTo>
                <a:cubicBezTo>
                  <a:pt x="1330820" y="144541"/>
                  <a:pt x="1330122" y="144977"/>
                  <a:pt x="1329145" y="145326"/>
                </a:cubicBezTo>
                <a:cubicBezTo>
                  <a:pt x="1328168" y="145675"/>
                  <a:pt x="1326824" y="145937"/>
                  <a:pt x="1325114" y="146112"/>
                </a:cubicBezTo>
                <a:cubicBezTo>
                  <a:pt x="1323404" y="146286"/>
                  <a:pt x="1321293" y="146373"/>
                  <a:pt x="1318780" y="146373"/>
                </a:cubicBezTo>
                <a:cubicBezTo>
                  <a:pt x="1316197" y="146373"/>
                  <a:pt x="1314051" y="146286"/>
                  <a:pt x="1312340" y="146112"/>
                </a:cubicBezTo>
                <a:cubicBezTo>
                  <a:pt x="1310630" y="145937"/>
                  <a:pt x="1309287" y="145675"/>
                  <a:pt x="1308309" y="145326"/>
                </a:cubicBezTo>
                <a:cubicBezTo>
                  <a:pt x="1307332" y="144977"/>
                  <a:pt x="1306634" y="144541"/>
                  <a:pt x="1306215" y="144018"/>
                </a:cubicBezTo>
                <a:cubicBezTo>
                  <a:pt x="1305797" y="143494"/>
                  <a:pt x="1305587" y="142883"/>
                  <a:pt x="1305587" y="142185"/>
                </a:cubicBezTo>
                <a:lnTo>
                  <a:pt x="1305587" y="88892"/>
                </a:lnTo>
                <a:cubicBezTo>
                  <a:pt x="1305587" y="84355"/>
                  <a:pt x="1305256" y="80795"/>
                  <a:pt x="1304593" y="78212"/>
                </a:cubicBezTo>
                <a:cubicBezTo>
                  <a:pt x="1303929" y="75630"/>
                  <a:pt x="1302970" y="73414"/>
                  <a:pt x="1301713" y="71564"/>
                </a:cubicBezTo>
                <a:cubicBezTo>
                  <a:pt x="1300457" y="69714"/>
                  <a:pt x="1298834" y="68283"/>
                  <a:pt x="1296845" y="67271"/>
                </a:cubicBezTo>
                <a:cubicBezTo>
                  <a:pt x="1294855" y="66259"/>
                  <a:pt x="1292534" y="65753"/>
                  <a:pt x="1289882" y="65753"/>
                </a:cubicBezTo>
                <a:cubicBezTo>
                  <a:pt x="1286531" y="65753"/>
                  <a:pt x="1283146" y="66974"/>
                  <a:pt x="1279726" y="69417"/>
                </a:cubicBezTo>
                <a:cubicBezTo>
                  <a:pt x="1276306" y="71861"/>
                  <a:pt x="1272746" y="75420"/>
                  <a:pt x="1269046" y="80097"/>
                </a:cubicBezTo>
                <a:lnTo>
                  <a:pt x="1269046" y="142185"/>
                </a:lnTo>
                <a:cubicBezTo>
                  <a:pt x="1269046" y="142883"/>
                  <a:pt x="1268837" y="143494"/>
                  <a:pt x="1268418" y="144018"/>
                </a:cubicBezTo>
                <a:cubicBezTo>
                  <a:pt x="1267999" y="144541"/>
                  <a:pt x="1267284" y="144977"/>
                  <a:pt x="1266272" y="145326"/>
                </a:cubicBezTo>
                <a:cubicBezTo>
                  <a:pt x="1265259" y="145675"/>
                  <a:pt x="1263916" y="145937"/>
                  <a:pt x="1262241" y="146112"/>
                </a:cubicBezTo>
                <a:cubicBezTo>
                  <a:pt x="1260565" y="146286"/>
                  <a:pt x="1258436" y="146373"/>
                  <a:pt x="1255854" y="146373"/>
                </a:cubicBezTo>
                <a:cubicBezTo>
                  <a:pt x="1253271" y="146373"/>
                  <a:pt x="1251142" y="146286"/>
                  <a:pt x="1249467" y="146112"/>
                </a:cubicBezTo>
                <a:cubicBezTo>
                  <a:pt x="1247792" y="145937"/>
                  <a:pt x="1246448" y="145675"/>
                  <a:pt x="1245436" y="145326"/>
                </a:cubicBezTo>
                <a:cubicBezTo>
                  <a:pt x="1244424" y="144977"/>
                  <a:pt x="1243708" y="144541"/>
                  <a:pt x="1243289" y="144018"/>
                </a:cubicBezTo>
                <a:cubicBezTo>
                  <a:pt x="1242871" y="143494"/>
                  <a:pt x="1242661" y="142883"/>
                  <a:pt x="1242661" y="142185"/>
                </a:cubicBezTo>
                <a:lnTo>
                  <a:pt x="1242661" y="48791"/>
                </a:lnTo>
                <a:cubicBezTo>
                  <a:pt x="1242661" y="48093"/>
                  <a:pt x="1242836" y="47482"/>
                  <a:pt x="1243185" y="46959"/>
                </a:cubicBezTo>
                <a:cubicBezTo>
                  <a:pt x="1243534" y="46435"/>
                  <a:pt x="1244162" y="45999"/>
                  <a:pt x="1245069" y="45650"/>
                </a:cubicBezTo>
                <a:cubicBezTo>
                  <a:pt x="1245977" y="45301"/>
                  <a:pt x="1247146" y="45039"/>
                  <a:pt x="1248577" y="44865"/>
                </a:cubicBezTo>
                <a:cubicBezTo>
                  <a:pt x="1250008" y="44690"/>
                  <a:pt x="1251805" y="44603"/>
                  <a:pt x="1253969" y="44603"/>
                </a:cubicBezTo>
                <a:cubicBezTo>
                  <a:pt x="1256203" y="44603"/>
                  <a:pt x="1258052" y="44690"/>
                  <a:pt x="1259518" y="44865"/>
                </a:cubicBezTo>
                <a:cubicBezTo>
                  <a:pt x="1260984" y="45039"/>
                  <a:pt x="1262118" y="45301"/>
                  <a:pt x="1262921" y="45650"/>
                </a:cubicBezTo>
                <a:cubicBezTo>
                  <a:pt x="1263724" y="45999"/>
                  <a:pt x="1264300" y="46435"/>
                  <a:pt x="1264649" y="46959"/>
                </a:cubicBezTo>
                <a:cubicBezTo>
                  <a:pt x="1264998" y="47482"/>
                  <a:pt x="1265172" y="48093"/>
                  <a:pt x="1265172" y="48791"/>
                </a:cubicBezTo>
                <a:lnTo>
                  <a:pt x="1265172" y="59575"/>
                </a:lnTo>
                <a:cubicBezTo>
                  <a:pt x="1270338" y="53956"/>
                  <a:pt x="1275590" y="49742"/>
                  <a:pt x="1280930" y="46933"/>
                </a:cubicBezTo>
                <a:cubicBezTo>
                  <a:pt x="1286270" y="44123"/>
                  <a:pt x="1291836" y="42718"/>
                  <a:pt x="1297630" y="42718"/>
                </a:cubicBezTo>
                <a:cubicBezTo>
                  <a:pt x="1303982" y="42718"/>
                  <a:pt x="1309339" y="43767"/>
                  <a:pt x="1313702" y="45863"/>
                </a:cubicBezTo>
                <a:cubicBezTo>
                  <a:pt x="1318064" y="47959"/>
                  <a:pt x="1321589" y="50807"/>
                  <a:pt x="1324277" y="54406"/>
                </a:cubicBezTo>
                <a:cubicBezTo>
                  <a:pt x="1326964" y="58003"/>
                  <a:pt x="1328901" y="62213"/>
                  <a:pt x="1330087" y="67035"/>
                </a:cubicBezTo>
                <a:cubicBezTo>
                  <a:pt x="1331274" y="71856"/>
                  <a:pt x="1331867" y="77655"/>
                  <a:pt x="1331867" y="84432"/>
                </a:cubicBezTo>
                <a:lnTo>
                  <a:pt x="1331867" y="142182"/>
                </a:lnTo>
                <a:close/>
                <a:moveTo>
                  <a:pt x="1421352" y="115840"/>
                </a:moveTo>
                <a:cubicBezTo>
                  <a:pt x="1421352" y="121156"/>
                  <a:pt x="1420358" y="125842"/>
                  <a:pt x="1418368" y="129899"/>
                </a:cubicBezTo>
                <a:cubicBezTo>
                  <a:pt x="1416379" y="133954"/>
                  <a:pt x="1413569" y="137346"/>
                  <a:pt x="1409940" y="140075"/>
                </a:cubicBezTo>
                <a:cubicBezTo>
                  <a:pt x="1406310" y="142802"/>
                  <a:pt x="1402017" y="144847"/>
                  <a:pt x="1397061" y="146210"/>
                </a:cubicBezTo>
                <a:cubicBezTo>
                  <a:pt x="1392105" y="147575"/>
                  <a:pt x="1386731" y="148258"/>
                  <a:pt x="1380937" y="148258"/>
                </a:cubicBezTo>
                <a:cubicBezTo>
                  <a:pt x="1377447" y="148258"/>
                  <a:pt x="1374114" y="147993"/>
                  <a:pt x="1370938" y="147463"/>
                </a:cubicBezTo>
                <a:cubicBezTo>
                  <a:pt x="1367762" y="146933"/>
                  <a:pt x="1364918" y="146262"/>
                  <a:pt x="1362405" y="145451"/>
                </a:cubicBezTo>
                <a:cubicBezTo>
                  <a:pt x="1359892" y="144637"/>
                  <a:pt x="1357798" y="143807"/>
                  <a:pt x="1356123" y="142961"/>
                </a:cubicBezTo>
                <a:cubicBezTo>
                  <a:pt x="1354448" y="142112"/>
                  <a:pt x="1353226" y="141317"/>
                  <a:pt x="1352458" y="140576"/>
                </a:cubicBezTo>
                <a:cubicBezTo>
                  <a:pt x="1351690" y="139834"/>
                  <a:pt x="1351097" y="138674"/>
                  <a:pt x="1350678" y="137094"/>
                </a:cubicBezTo>
                <a:cubicBezTo>
                  <a:pt x="1350259" y="135515"/>
                  <a:pt x="1350050" y="133181"/>
                  <a:pt x="1350050" y="130092"/>
                </a:cubicBezTo>
                <a:cubicBezTo>
                  <a:pt x="1350050" y="128057"/>
                  <a:pt x="1350120" y="126426"/>
                  <a:pt x="1350259" y="125197"/>
                </a:cubicBezTo>
                <a:cubicBezTo>
                  <a:pt x="1350399" y="123969"/>
                  <a:pt x="1350608" y="122987"/>
                  <a:pt x="1350888" y="122249"/>
                </a:cubicBezTo>
                <a:cubicBezTo>
                  <a:pt x="1351167" y="121512"/>
                  <a:pt x="1351516" y="121021"/>
                  <a:pt x="1351935" y="120777"/>
                </a:cubicBezTo>
                <a:cubicBezTo>
                  <a:pt x="1352354" y="120531"/>
                  <a:pt x="1352877" y="120407"/>
                  <a:pt x="1353505" y="120407"/>
                </a:cubicBezTo>
                <a:cubicBezTo>
                  <a:pt x="1354273" y="120407"/>
                  <a:pt x="1355407" y="120849"/>
                  <a:pt x="1356908" y="121732"/>
                </a:cubicBezTo>
                <a:cubicBezTo>
                  <a:pt x="1358409" y="122616"/>
                  <a:pt x="1360276" y="123588"/>
                  <a:pt x="1362510" y="124648"/>
                </a:cubicBezTo>
                <a:cubicBezTo>
                  <a:pt x="1364743" y="125708"/>
                  <a:pt x="1367343" y="126697"/>
                  <a:pt x="1370310" y="127615"/>
                </a:cubicBezTo>
                <a:cubicBezTo>
                  <a:pt x="1373276" y="128534"/>
                  <a:pt x="1376644" y="128993"/>
                  <a:pt x="1380414" y="128993"/>
                </a:cubicBezTo>
                <a:cubicBezTo>
                  <a:pt x="1382787" y="128993"/>
                  <a:pt x="1384898" y="128750"/>
                  <a:pt x="1386748" y="128263"/>
                </a:cubicBezTo>
                <a:cubicBezTo>
                  <a:pt x="1388598" y="127777"/>
                  <a:pt x="1390203" y="127082"/>
                  <a:pt x="1391564" y="126179"/>
                </a:cubicBezTo>
                <a:cubicBezTo>
                  <a:pt x="1392926" y="125274"/>
                  <a:pt x="1393955" y="124126"/>
                  <a:pt x="1394653" y="122737"/>
                </a:cubicBezTo>
                <a:cubicBezTo>
                  <a:pt x="1395351" y="121347"/>
                  <a:pt x="1395700" y="119749"/>
                  <a:pt x="1395700" y="117940"/>
                </a:cubicBezTo>
                <a:cubicBezTo>
                  <a:pt x="1395700" y="115842"/>
                  <a:pt x="1395055" y="114041"/>
                  <a:pt x="1393763" y="112538"/>
                </a:cubicBezTo>
                <a:cubicBezTo>
                  <a:pt x="1392472" y="111033"/>
                  <a:pt x="1390762" y="109721"/>
                  <a:pt x="1388633" y="108602"/>
                </a:cubicBezTo>
                <a:cubicBezTo>
                  <a:pt x="1386504" y="107483"/>
                  <a:pt x="1384096" y="106434"/>
                  <a:pt x="1381408" y="105455"/>
                </a:cubicBezTo>
                <a:cubicBezTo>
                  <a:pt x="1378721" y="104475"/>
                  <a:pt x="1375964" y="103391"/>
                  <a:pt x="1373137" y="102202"/>
                </a:cubicBezTo>
                <a:cubicBezTo>
                  <a:pt x="1370310" y="101013"/>
                  <a:pt x="1367553" y="99650"/>
                  <a:pt x="1364865" y="98112"/>
                </a:cubicBezTo>
                <a:cubicBezTo>
                  <a:pt x="1362178" y="96572"/>
                  <a:pt x="1359770" y="94683"/>
                  <a:pt x="1357641" y="92445"/>
                </a:cubicBezTo>
                <a:cubicBezTo>
                  <a:pt x="1355512" y="90207"/>
                  <a:pt x="1353802" y="87516"/>
                  <a:pt x="1352511" y="84370"/>
                </a:cubicBezTo>
                <a:cubicBezTo>
                  <a:pt x="1351219" y="81223"/>
                  <a:pt x="1350574" y="77446"/>
                  <a:pt x="1350574" y="73039"/>
                </a:cubicBezTo>
                <a:cubicBezTo>
                  <a:pt x="1350574" y="68561"/>
                  <a:pt x="1351446" y="64452"/>
                  <a:pt x="1353191" y="60711"/>
                </a:cubicBezTo>
                <a:cubicBezTo>
                  <a:pt x="1354936" y="56970"/>
                  <a:pt x="1357449" y="53771"/>
                  <a:pt x="1360730" y="51114"/>
                </a:cubicBezTo>
                <a:cubicBezTo>
                  <a:pt x="1364010" y="48455"/>
                  <a:pt x="1368006" y="46392"/>
                  <a:pt x="1372718" y="44924"/>
                </a:cubicBezTo>
                <a:cubicBezTo>
                  <a:pt x="1377430" y="43454"/>
                  <a:pt x="1382717" y="42718"/>
                  <a:pt x="1388580" y="42718"/>
                </a:cubicBezTo>
                <a:cubicBezTo>
                  <a:pt x="1391512" y="42718"/>
                  <a:pt x="1394357" y="42928"/>
                  <a:pt x="1397114" y="43347"/>
                </a:cubicBezTo>
                <a:cubicBezTo>
                  <a:pt x="1399871" y="43765"/>
                  <a:pt x="1402366" y="44289"/>
                  <a:pt x="1404600" y="44917"/>
                </a:cubicBezTo>
                <a:cubicBezTo>
                  <a:pt x="1406833" y="45545"/>
                  <a:pt x="1408718" y="46226"/>
                  <a:pt x="1410254" y="46959"/>
                </a:cubicBezTo>
                <a:cubicBezTo>
                  <a:pt x="1411789" y="47692"/>
                  <a:pt x="1412889" y="48320"/>
                  <a:pt x="1413552" y="48844"/>
                </a:cubicBezTo>
                <a:cubicBezTo>
                  <a:pt x="1414215" y="49367"/>
                  <a:pt x="1414686" y="49891"/>
                  <a:pt x="1414965" y="50414"/>
                </a:cubicBezTo>
                <a:cubicBezTo>
                  <a:pt x="1415245" y="50938"/>
                  <a:pt x="1415454" y="51566"/>
                  <a:pt x="1415594" y="52299"/>
                </a:cubicBezTo>
                <a:cubicBezTo>
                  <a:pt x="1415733" y="53032"/>
                  <a:pt x="1415855" y="53939"/>
                  <a:pt x="1415960" y="55021"/>
                </a:cubicBezTo>
                <a:cubicBezTo>
                  <a:pt x="1416065" y="56103"/>
                  <a:pt x="1416117" y="57447"/>
                  <a:pt x="1416117" y="59052"/>
                </a:cubicBezTo>
                <a:cubicBezTo>
                  <a:pt x="1416117" y="60937"/>
                  <a:pt x="1416065" y="62472"/>
                  <a:pt x="1415960" y="63659"/>
                </a:cubicBezTo>
                <a:cubicBezTo>
                  <a:pt x="1415855" y="64845"/>
                  <a:pt x="1415681" y="65788"/>
                  <a:pt x="1415437" y="66486"/>
                </a:cubicBezTo>
                <a:cubicBezTo>
                  <a:pt x="1415192" y="67184"/>
                  <a:pt x="1414861" y="67655"/>
                  <a:pt x="1414442" y="67899"/>
                </a:cubicBezTo>
                <a:cubicBezTo>
                  <a:pt x="1414023" y="68144"/>
                  <a:pt x="1413534" y="68266"/>
                  <a:pt x="1412976" y="68266"/>
                </a:cubicBezTo>
                <a:cubicBezTo>
                  <a:pt x="1412348" y="68266"/>
                  <a:pt x="1411371" y="67899"/>
                  <a:pt x="1410044" y="67166"/>
                </a:cubicBezTo>
                <a:cubicBezTo>
                  <a:pt x="1408718" y="66433"/>
                  <a:pt x="1407060" y="65648"/>
                  <a:pt x="1405071" y="64811"/>
                </a:cubicBezTo>
                <a:cubicBezTo>
                  <a:pt x="1403082" y="63973"/>
                  <a:pt x="1400778" y="63188"/>
                  <a:pt x="1398161" y="62455"/>
                </a:cubicBezTo>
                <a:cubicBezTo>
                  <a:pt x="1395543" y="61722"/>
                  <a:pt x="1392559" y="61355"/>
                  <a:pt x="1389209" y="61355"/>
                </a:cubicBezTo>
                <a:cubicBezTo>
                  <a:pt x="1386835" y="61355"/>
                  <a:pt x="1384776" y="61602"/>
                  <a:pt x="1383031" y="62095"/>
                </a:cubicBezTo>
                <a:cubicBezTo>
                  <a:pt x="1381286" y="62586"/>
                  <a:pt x="1379855" y="63287"/>
                  <a:pt x="1378738" y="64199"/>
                </a:cubicBezTo>
                <a:cubicBezTo>
                  <a:pt x="1377622" y="65110"/>
                  <a:pt x="1376784" y="66180"/>
                  <a:pt x="1376226" y="67408"/>
                </a:cubicBezTo>
                <a:cubicBezTo>
                  <a:pt x="1375667" y="68637"/>
                  <a:pt x="1375388" y="69953"/>
                  <a:pt x="1375388" y="71358"/>
                </a:cubicBezTo>
                <a:cubicBezTo>
                  <a:pt x="1375388" y="73526"/>
                  <a:pt x="1376051" y="75345"/>
                  <a:pt x="1377377" y="76815"/>
                </a:cubicBezTo>
                <a:cubicBezTo>
                  <a:pt x="1378704" y="78283"/>
                  <a:pt x="1380449" y="79577"/>
                  <a:pt x="1382612" y="80696"/>
                </a:cubicBezTo>
                <a:cubicBezTo>
                  <a:pt x="1384776" y="81815"/>
                  <a:pt x="1387237" y="82864"/>
                  <a:pt x="1389994" y="83843"/>
                </a:cubicBezTo>
                <a:cubicBezTo>
                  <a:pt x="1392751" y="84823"/>
                  <a:pt x="1395543" y="85889"/>
                  <a:pt x="1398370" y="87043"/>
                </a:cubicBezTo>
                <a:cubicBezTo>
                  <a:pt x="1401197" y="88197"/>
                  <a:pt x="1403989" y="89543"/>
                  <a:pt x="1406746" y="91081"/>
                </a:cubicBezTo>
                <a:cubicBezTo>
                  <a:pt x="1409503" y="92619"/>
                  <a:pt x="1411964" y="94508"/>
                  <a:pt x="1414128" y="96748"/>
                </a:cubicBezTo>
                <a:cubicBezTo>
                  <a:pt x="1416292" y="98986"/>
                  <a:pt x="1418037" y="101661"/>
                  <a:pt x="1419363" y="104774"/>
                </a:cubicBezTo>
                <a:cubicBezTo>
                  <a:pt x="1420689" y="107885"/>
                  <a:pt x="1421352" y="111573"/>
                  <a:pt x="1421352" y="115840"/>
                </a:cubicBezTo>
                <a:close/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" name="Text ImportantTokens">
            <a:extLst xmlns:a="http://schemas.openxmlformats.org/drawingml/2006/main">
              <a:ext uri="{FF2B5EF4-FFF2-40B4-BE49-F238E27FC236}">
                <a16:creationId xmlns:a16="http://schemas.microsoft.com/office/drawing/2014/main" id="{4CA0BB67-CE7D-46D8-8896-ED437CFD0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1746" y="3995396"/>
            <a:ext cx="1538483" cy="183857"/>
          </a:xfrm>
          <a:custGeom xmlns:a="http://schemas.openxmlformats.org/drawingml/2006/main">
            <a:pathLst>
              <a:path w="1538483" h="183857">
                <a:moveTo>
                  <a:pt x="27641" y="141976"/>
                </a:moveTo>
                <a:cubicBezTo>
                  <a:pt x="27641" y="142674"/>
                  <a:pt x="27414" y="143302"/>
                  <a:pt x="26961" y="143861"/>
                </a:cubicBezTo>
                <a:cubicBezTo>
                  <a:pt x="26507" y="144419"/>
                  <a:pt x="25757" y="144873"/>
                  <a:pt x="24710" y="145222"/>
                </a:cubicBezTo>
                <a:cubicBezTo>
                  <a:pt x="23663" y="145571"/>
                  <a:pt x="22267" y="145850"/>
                  <a:pt x="20522" y="146059"/>
                </a:cubicBezTo>
                <a:cubicBezTo>
                  <a:pt x="18777" y="146269"/>
                  <a:pt x="16543" y="146373"/>
                  <a:pt x="13821" y="146373"/>
                </a:cubicBezTo>
                <a:cubicBezTo>
                  <a:pt x="11168" y="146373"/>
                  <a:pt x="8952" y="146269"/>
                  <a:pt x="7172" y="146059"/>
                </a:cubicBezTo>
                <a:cubicBezTo>
                  <a:pt x="5392" y="145850"/>
                  <a:pt x="3979" y="145571"/>
                  <a:pt x="2932" y="145222"/>
                </a:cubicBezTo>
                <a:cubicBezTo>
                  <a:pt x="1885" y="144873"/>
                  <a:pt x="1134" y="144419"/>
                  <a:pt x="681" y="143861"/>
                </a:cubicBezTo>
                <a:cubicBezTo>
                  <a:pt x="227" y="143302"/>
                  <a:pt x="0" y="142674"/>
                  <a:pt x="0" y="141976"/>
                </a:cubicBezTo>
                <a:lnTo>
                  <a:pt x="0" y="14030"/>
                </a:lnTo>
                <a:cubicBezTo>
                  <a:pt x="0" y="13332"/>
                  <a:pt x="227" y="12704"/>
                  <a:pt x="681" y="12145"/>
                </a:cubicBezTo>
                <a:cubicBezTo>
                  <a:pt x="1134" y="11587"/>
                  <a:pt x="1902" y="11133"/>
                  <a:pt x="2984" y="10784"/>
                </a:cubicBezTo>
                <a:cubicBezTo>
                  <a:pt x="4066" y="10435"/>
                  <a:pt x="5479" y="10156"/>
                  <a:pt x="7224" y="9947"/>
                </a:cubicBezTo>
                <a:cubicBezTo>
                  <a:pt x="8969" y="9737"/>
                  <a:pt x="11168" y="9633"/>
                  <a:pt x="13821" y="9633"/>
                </a:cubicBezTo>
                <a:cubicBezTo>
                  <a:pt x="16543" y="9633"/>
                  <a:pt x="18777" y="9737"/>
                  <a:pt x="20522" y="9947"/>
                </a:cubicBezTo>
                <a:cubicBezTo>
                  <a:pt x="22267" y="10156"/>
                  <a:pt x="23663" y="10435"/>
                  <a:pt x="24710" y="10784"/>
                </a:cubicBezTo>
                <a:cubicBezTo>
                  <a:pt x="25757" y="11133"/>
                  <a:pt x="26507" y="11587"/>
                  <a:pt x="26961" y="12145"/>
                </a:cubicBezTo>
                <a:cubicBezTo>
                  <a:pt x="27414" y="12704"/>
                  <a:pt x="27641" y="13332"/>
                  <a:pt x="27641" y="14030"/>
                </a:cubicBezTo>
                <a:lnTo>
                  <a:pt x="27641" y="141976"/>
                </a:lnTo>
                <a:close/>
                <a:moveTo>
                  <a:pt x="201945" y="142182"/>
                </a:moveTo>
                <a:cubicBezTo>
                  <a:pt x="201945" y="142880"/>
                  <a:pt x="201736" y="143492"/>
                  <a:pt x="201317" y="144018"/>
                </a:cubicBezTo>
                <a:cubicBezTo>
                  <a:pt x="200898" y="144541"/>
                  <a:pt x="200200" y="144977"/>
                  <a:pt x="199223" y="145326"/>
                </a:cubicBezTo>
                <a:cubicBezTo>
                  <a:pt x="198246" y="145675"/>
                  <a:pt x="196919" y="145937"/>
                  <a:pt x="195244" y="146112"/>
                </a:cubicBezTo>
                <a:cubicBezTo>
                  <a:pt x="193569" y="146286"/>
                  <a:pt x="191440" y="146373"/>
                  <a:pt x="188857" y="146373"/>
                </a:cubicBezTo>
                <a:cubicBezTo>
                  <a:pt x="186205" y="146373"/>
                  <a:pt x="184041" y="146286"/>
                  <a:pt x="182366" y="146112"/>
                </a:cubicBezTo>
                <a:cubicBezTo>
                  <a:pt x="180691" y="145937"/>
                  <a:pt x="179347" y="145675"/>
                  <a:pt x="178335" y="145326"/>
                </a:cubicBezTo>
                <a:cubicBezTo>
                  <a:pt x="177323" y="144977"/>
                  <a:pt x="176625" y="144541"/>
                  <a:pt x="176241" y="144018"/>
                </a:cubicBezTo>
                <a:cubicBezTo>
                  <a:pt x="175857" y="143494"/>
                  <a:pt x="175665" y="142883"/>
                  <a:pt x="175665" y="142185"/>
                </a:cubicBezTo>
                <a:lnTo>
                  <a:pt x="175665" y="86798"/>
                </a:lnTo>
                <a:cubicBezTo>
                  <a:pt x="175665" y="83657"/>
                  <a:pt x="175368" y="80795"/>
                  <a:pt x="174775" y="78212"/>
                </a:cubicBezTo>
                <a:cubicBezTo>
                  <a:pt x="174182" y="75630"/>
                  <a:pt x="173274" y="73414"/>
                  <a:pt x="172053" y="71564"/>
                </a:cubicBezTo>
                <a:cubicBezTo>
                  <a:pt x="170831" y="69714"/>
                  <a:pt x="169296" y="68283"/>
                  <a:pt x="167446" y="67271"/>
                </a:cubicBezTo>
                <a:cubicBezTo>
                  <a:pt x="165596" y="66259"/>
                  <a:pt x="163380" y="65753"/>
                  <a:pt x="160797" y="65753"/>
                </a:cubicBezTo>
                <a:cubicBezTo>
                  <a:pt x="157656" y="65753"/>
                  <a:pt x="154480" y="66974"/>
                  <a:pt x="151269" y="69417"/>
                </a:cubicBezTo>
                <a:cubicBezTo>
                  <a:pt x="148058" y="71861"/>
                  <a:pt x="144568" y="75420"/>
                  <a:pt x="140799" y="80097"/>
                </a:cubicBezTo>
                <a:lnTo>
                  <a:pt x="140799" y="142185"/>
                </a:lnTo>
                <a:cubicBezTo>
                  <a:pt x="140799" y="142883"/>
                  <a:pt x="140590" y="143494"/>
                  <a:pt x="140171" y="144018"/>
                </a:cubicBezTo>
                <a:cubicBezTo>
                  <a:pt x="139752" y="144541"/>
                  <a:pt x="139037" y="144977"/>
                  <a:pt x="138025" y="145326"/>
                </a:cubicBezTo>
                <a:cubicBezTo>
                  <a:pt x="137012" y="145675"/>
                  <a:pt x="135669" y="145937"/>
                  <a:pt x="133993" y="146112"/>
                </a:cubicBezTo>
                <a:cubicBezTo>
                  <a:pt x="132318" y="146286"/>
                  <a:pt x="130224" y="146373"/>
                  <a:pt x="127711" y="146373"/>
                </a:cubicBezTo>
                <a:cubicBezTo>
                  <a:pt x="125129" y="146373"/>
                  <a:pt x="123000" y="146286"/>
                  <a:pt x="121325" y="146112"/>
                </a:cubicBezTo>
                <a:cubicBezTo>
                  <a:pt x="119649" y="145937"/>
                  <a:pt x="118306" y="145675"/>
                  <a:pt x="117294" y="145326"/>
                </a:cubicBezTo>
                <a:cubicBezTo>
                  <a:pt x="116281" y="144977"/>
                  <a:pt x="115566" y="144541"/>
                  <a:pt x="115147" y="144018"/>
                </a:cubicBezTo>
                <a:cubicBezTo>
                  <a:pt x="114728" y="143494"/>
                  <a:pt x="114519" y="142883"/>
                  <a:pt x="114519" y="142185"/>
                </a:cubicBezTo>
                <a:lnTo>
                  <a:pt x="114519" y="86798"/>
                </a:lnTo>
                <a:cubicBezTo>
                  <a:pt x="114519" y="83657"/>
                  <a:pt x="114222" y="80795"/>
                  <a:pt x="113629" y="78212"/>
                </a:cubicBezTo>
                <a:cubicBezTo>
                  <a:pt x="113036" y="75630"/>
                  <a:pt x="112146" y="73414"/>
                  <a:pt x="110959" y="71564"/>
                </a:cubicBezTo>
                <a:cubicBezTo>
                  <a:pt x="109772" y="69714"/>
                  <a:pt x="108237" y="68283"/>
                  <a:pt x="106352" y="67271"/>
                </a:cubicBezTo>
                <a:cubicBezTo>
                  <a:pt x="104468" y="66259"/>
                  <a:pt x="102269" y="65753"/>
                  <a:pt x="99756" y="65753"/>
                </a:cubicBezTo>
                <a:cubicBezTo>
                  <a:pt x="96545" y="65753"/>
                  <a:pt x="93334" y="66974"/>
                  <a:pt x="90123" y="69417"/>
                </a:cubicBezTo>
                <a:cubicBezTo>
                  <a:pt x="86912" y="71861"/>
                  <a:pt x="83457" y="75420"/>
                  <a:pt x="79758" y="80097"/>
                </a:cubicBezTo>
                <a:lnTo>
                  <a:pt x="79758" y="142185"/>
                </a:lnTo>
                <a:cubicBezTo>
                  <a:pt x="79758" y="142883"/>
                  <a:pt x="79548" y="143494"/>
                  <a:pt x="79130" y="144018"/>
                </a:cubicBezTo>
                <a:cubicBezTo>
                  <a:pt x="78711" y="144541"/>
                  <a:pt x="77995" y="144977"/>
                  <a:pt x="76983" y="145326"/>
                </a:cubicBezTo>
                <a:cubicBezTo>
                  <a:pt x="75971" y="145675"/>
                  <a:pt x="74627" y="145937"/>
                  <a:pt x="72952" y="146112"/>
                </a:cubicBezTo>
                <a:cubicBezTo>
                  <a:pt x="71277" y="146286"/>
                  <a:pt x="69148" y="146373"/>
                  <a:pt x="66565" y="146373"/>
                </a:cubicBezTo>
                <a:cubicBezTo>
                  <a:pt x="63983" y="146373"/>
                  <a:pt x="61854" y="146286"/>
                  <a:pt x="60179" y="146112"/>
                </a:cubicBezTo>
                <a:cubicBezTo>
                  <a:pt x="58503" y="145937"/>
                  <a:pt x="57160" y="145675"/>
                  <a:pt x="56148" y="145326"/>
                </a:cubicBezTo>
                <a:cubicBezTo>
                  <a:pt x="55135" y="144977"/>
                  <a:pt x="54420" y="144541"/>
                  <a:pt x="54001" y="144018"/>
                </a:cubicBezTo>
                <a:cubicBezTo>
                  <a:pt x="53582" y="143494"/>
                  <a:pt x="53373" y="142883"/>
                  <a:pt x="53373" y="142185"/>
                </a:cubicBezTo>
                <a:lnTo>
                  <a:pt x="53373" y="48791"/>
                </a:lnTo>
                <a:cubicBezTo>
                  <a:pt x="53373" y="48093"/>
                  <a:pt x="53547" y="47482"/>
                  <a:pt x="53896" y="46959"/>
                </a:cubicBezTo>
                <a:cubicBezTo>
                  <a:pt x="54245" y="46435"/>
                  <a:pt x="54874" y="45999"/>
                  <a:pt x="55781" y="45650"/>
                </a:cubicBezTo>
                <a:cubicBezTo>
                  <a:pt x="56688" y="45301"/>
                  <a:pt x="57858" y="45039"/>
                  <a:pt x="59289" y="44865"/>
                </a:cubicBezTo>
                <a:cubicBezTo>
                  <a:pt x="60720" y="44690"/>
                  <a:pt x="62517" y="44603"/>
                  <a:pt x="64681" y="44603"/>
                </a:cubicBezTo>
                <a:cubicBezTo>
                  <a:pt x="66914" y="44603"/>
                  <a:pt x="68764" y="44690"/>
                  <a:pt x="70230" y="44865"/>
                </a:cubicBezTo>
                <a:cubicBezTo>
                  <a:pt x="71696" y="45039"/>
                  <a:pt x="72830" y="45301"/>
                  <a:pt x="73633" y="45650"/>
                </a:cubicBezTo>
                <a:cubicBezTo>
                  <a:pt x="74435" y="45999"/>
                  <a:pt x="75011" y="46435"/>
                  <a:pt x="75360" y="46959"/>
                </a:cubicBezTo>
                <a:cubicBezTo>
                  <a:pt x="75709" y="47482"/>
                  <a:pt x="75884" y="48093"/>
                  <a:pt x="75884" y="48791"/>
                </a:cubicBezTo>
                <a:lnTo>
                  <a:pt x="75884" y="59575"/>
                </a:lnTo>
                <a:cubicBezTo>
                  <a:pt x="81049" y="53956"/>
                  <a:pt x="86197" y="49742"/>
                  <a:pt x="91327" y="46933"/>
                </a:cubicBezTo>
                <a:cubicBezTo>
                  <a:pt x="96458" y="44123"/>
                  <a:pt x="101815" y="42718"/>
                  <a:pt x="107399" y="42718"/>
                </a:cubicBezTo>
                <a:cubicBezTo>
                  <a:pt x="111238" y="42718"/>
                  <a:pt x="114693" y="43123"/>
                  <a:pt x="117765" y="43932"/>
                </a:cubicBezTo>
                <a:cubicBezTo>
                  <a:pt x="120836" y="44739"/>
                  <a:pt x="123576" y="45898"/>
                  <a:pt x="125984" y="47407"/>
                </a:cubicBezTo>
                <a:cubicBezTo>
                  <a:pt x="128392" y="48917"/>
                  <a:pt x="130469" y="50725"/>
                  <a:pt x="132214" y="52832"/>
                </a:cubicBezTo>
                <a:cubicBezTo>
                  <a:pt x="133959" y="54939"/>
                  <a:pt x="135424" y="57292"/>
                  <a:pt x="136611" y="59890"/>
                </a:cubicBezTo>
                <a:cubicBezTo>
                  <a:pt x="139403" y="56871"/>
                  <a:pt x="142143" y="54273"/>
                  <a:pt x="144830" y="52096"/>
                </a:cubicBezTo>
                <a:cubicBezTo>
                  <a:pt x="147518" y="49917"/>
                  <a:pt x="150170" y="48143"/>
                  <a:pt x="152788" y="46776"/>
                </a:cubicBezTo>
                <a:cubicBezTo>
                  <a:pt x="155405" y="45406"/>
                  <a:pt x="158023" y="44387"/>
                  <a:pt x="160640" y="43720"/>
                </a:cubicBezTo>
                <a:cubicBezTo>
                  <a:pt x="163258" y="43052"/>
                  <a:pt x="165928" y="42718"/>
                  <a:pt x="168650" y="42718"/>
                </a:cubicBezTo>
                <a:cubicBezTo>
                  <a:pt x="174862" y="42718"/>
                  <a:pt x="180097" y="43767"/>
                  <a:pt x="184355" y="45863"/>
                </a:cubicBezTo>
                <a:cubicBezTo>
                  <a:pt x="188613" y="47959"/>
                  <a:pt x="192051" y="50807"/>
                  <a:pt x="194668" y="54406"/>
                </a:cubicBezTo>
                <a:cubicBezTo>
                  <a:pt x="197286" y="58003"/>
                  <a:pt x="199153" y="62213"/>
                  <a:pt x="200270" y="67035"/>
                </a:cubicBezTo>
                <a:cubicBezTo>
                  <a:pt x="201387" y="71856"/>
                  <a:pt x="201945" y="76956"/>
                  <a:pt x="201945" y="82335"/>
                </a:cubicBezTo>
                <a:lnTo>
                  <a:pt x="201945" y="142182"/>
                </a:lnTo>
                <a:close/>
                <a:moveTo>
                  <a:pt x="319092" y="94124"/>
                </a:moveTo>
                <a:cubicBezTo>
                  <a:pt x="319092" y="102448"/>
                  <a:pt x="318202" y="109949"/>
                  <a:pt x="316422" y="116628"/>
                </a:cubicBezTo>
                <a:cubicBezTo>
                  <a:pt x="314642" y="123307"/>
                  <a:pt x="312042" y="128990"/>
                  <a:pt x="308621" y="133675"/>
                </a:cubicBezTo>
                <a:cubicBezTo>
                  <a:pt x="305201" y="138360"/>
                  <a:pt x="300943" y="141963"/>
                  <a:pt x="295848" y="144482"/>
                </a:cubicBezTo>
                <a:cubicBezTo>
                  <a:pt x="290752" y="146999"/>
                  <a:pt x="284924" y="148258"/>
                  <a:pt x="278363" y="148258"/>
                </a:cubicBezTo>
                <a:cubicBezTo>
                  <a:pt x="275640" y="148258"/>
                  <a:pt x="273145" y="147995"/>
                  <a:pt x="270876" y="147470"/>
                </a:cubicBezTo>
                <a:cubicBezTo>
                  <a:pt x="268608" y="146946"/>
                  <a:pt x="266409" y="146142"/>
                  <a:pt x="264280" y="145058"/>
                </a:cubicBezTo>
                <a:cubicBezTo>
                  <a:pt x="262151" y="143974"/>
                  <a:pt x="260040" y="142628"/>
                  <a:pt x="257946" y="141021"/>
                </a:cubicBezTo>
                <a:cubicBezTo>
                  <a:pt x="255852" y="139411"/>
                  <a:pt x="253688" y="137522"/>
                  <a:pt x="251454" y="135354"/>
                </a:cubicBezTo>
                <a:lnTo>
                  <a:pt x="251454" y="179351"/>
                </a:lnTo>
                <a:cubicBezTo>
                  <a:pt x="251454" y="180049"/>
                  <a:pt x="251245" y="180678"/>
                  <a:pt x="250826" y="181236"/>
                </a:cubicBezTo>
                <a:cubicBezTo>
                  <a:pt x="250407" y="181797"/>
                  <a:pt x="249692" y="182269"/>
                  <a:pt x="248680" y="182653"/>
                </a:cubicBezTo>
                <a:cubicBezTo>
                  <a:pt x="247667" y="183037"/>
                  <a:pt x="246324" y="183333"/>
                  <a:pt x="244649" y="183543"/>
                </a:cubicBezTo>
                <a:cubicBezTo>
                  <a:pt x="242973" y="183752"/>
                  <a:pt x="240844" y="183857"/>
                  <a:pt x="238262" y="183857"/>
                </a:cubicBezTo>
                <a:cubicBezTo>
                  <a:pt x="235679" y="183857"/>
                  <a:pt x="233550" y="183752"/>
                  <a:pt x="231875" y="183543"/>
                </a:cubicBezTo>
                <a:cubicBezTo>
                  <a:pt x="230200" y="183333"/>
                  <a:pt x="228856" y="183037"/>
                  <a:pt x="227844" y="182653"/>
                </a:cubicBezTo>
                <a:cubicBezTo>
                  <a:pt x="226832" y="182269"/>
                  <a:pt x="226116" y="181797"/>
                  <a:pt x="225697" y="181236"/>
                </a:cubicBezTo>
                <a:cubicBezTo>
                  <a:pt x="225279" y="180678"/>
                  <a:pt x="225069" y="180049"/>
                  <a:pt x="225069" y="179351"/>
                </a:cubicBezTo>
                <a:lnTo>
                  <a:pt x="225069" y="48794"/>
                </a:lnTo>
                <a:cubicBezTo>
                  <a:pt x="225069" y="48096"/>
                  <a:pt x="225244" y="47486"/>
                  <a:pt x="225593" y="46962"/>
                </a:cubicBezTo>
                <a:cubicBezTo>
                  <a:pt x="225942" y="46436"/>
                  <a:pt x="226553" y="45999"/>
                  <a:pt x="227425" y="45650"/>
                </a:cubicBezTo>
                <a:cubicBezTo>
                  <a:pt x="228298" y="45301"/>
                  <a:pt x="229449" y="45039"/>
                  <a:pt x="230880" y="44865"/>
                </a:cubicBezTo>
                <a:cubicBezTo>
                  <a:pt x="232311" y="44690"/>
                  <a:pt x="234108" y="44603"/>
                  <a:pt x="236272" y="44603"/>
                </a:cubicBezTo>
                <a:cubicBezTo>
                  <a:pt x="238366" y="44603"/>
                  <a:pt x="240129" y="44690"/>
                  <a:pt x="241560" y="44865"/>
                </a:cubicBezTo>
                <a:cubicBezTo>
                  <a:pt x="242991" y="45037"/>
                  <a:pt x="244142" y="45298"/>
                  <a:pt x="245015" y="45647"/>
                </a:cubicBezTo>
                <a:cubicBezTo>
                  <a:pt x="245887" y="45994"/>
                  <a:pt x="246498" y="46428"/>
                  <a:pt x="246847" y="46949"/>
                </a:cubicBezTo>
                <a:cubicBezTo>
                  <a:pt x="247196" y="47468"/>
                  <a:pt x="247371" y="48076"/>
                  <a:pt x="247371" y="48772"/>
                </a:cubicBezTo>
                <a:lnTo>
                  <a:pt x="247371" y="59713"/>
                </a:lnTo>
                <a:cubicBezTo>
                  <a:pt x="250093" y="56916"/>
                  <a:pt x="252763" y="54452"/>
                  <a:pt x="255380" y="52318"/>
                </a:cubicBezTo>
                <a:cubicBezTo>
                  <a:pt x="257998" y="50185"/>
                  <a:pt x="260668" y="48402"/>
                  <a:pt x="263390" y="46969"/>
                </a:cubicBezTo>
                <a:cubicBezTo>
                  <a:pt x="266112" y="45533"/>
                  <a:pt x="268922" y="44467"/>
                  <a:pt x="271819" y="43769"/>
                </a:cubicBezTo>
                <a:cubicBezTo>
                  <a:pt x="274715" y="43069"/>
                  <a:pt x="277804" y="42718"/>
                  <a:pt x="281085" y="42718"/>
                </a:cubicBezTo>
                <a:cubicBezTo>
                  <a:pt x="287925" y="42718"/>
                  <a:pt x="293754" y="44065"/>
                  <a:pt x="298570" y="46759"/>
                </a:cubicBezTo>
                <a:cubicBezTo>
                  <a:pt x="303386" y="49451"/>
                  <a:pt x="307313" y="53140"/>
                  <a:pt x="310349" y="57825"/>
                </a:cubicBezTo>
                <a:cubicBezTo>
                  <a:pt x="313385" y="62510"/>
                  <a:pt x="315602" y="67966"/>
                  <a:pt x="316998" y="74191"/>
                </a:cubicBezTo>
                <a:cubicBezTo>
                  <a:pt x="318394" y="80417"/>
                  <a:pt x="319092" y="87061"/>
                  <a:pt x="319092" y="94124"/>
                </a:cubicBezTo>
                <a:moveTo>
                  <a:pt x="291660" y="96064"/>
                </a:moveTo>
                <a:cubicBezTo>
                  <a:pt x="291660" y="92079"/>
                  <a:pt x="291363" y="88251"/>
                  <a:pt x="290770" y="84580"/>
                </a:cubicBezTo>
                <a:cubicBezTo>
                  <a:pt x="290176" y="80909"/>
                  <a:pt x="289164" y="77640"/>
                  <a:pt x="287733" y="74774"/>
                </a:cubicBezTo>
                <a:cubicBezTo>
                  <a:pt x="286302" y="71907"/>
                  <a:pt x="284418" y="69618"/>
                  <a:pt x="282079" y="67906"/>
                </a:cubicBezTo>
                <a:cubicBezTo>
                  <a:pt x="279741" y="66191"/>
                  <a:pt x="276827" y="65334"/>
                  <a:pt x="273337" y="65334"/>
                </a:cubicBezTo>
                <a:cubicBezTo>
                  <a:pt x="271592" y="65334"/>
                  <a:pt x="269864" y="65596"/>
                  <a:pt x="268154" y="66119"/>
                </a:cubicBezTo>
                <a:cubicBezTo>
                  <a:pt x="266444" y="66641"/>
                  <a:pt x="264699" y="67494"/>
                  <a:pt x="262919" y="68678"/>
                </a:cubicBezTo>
                <a:cubicBezTo>
                  <a:pt x="261139" y="69862"/>
                  <a:pt x="259307" y="71396"/>
                  <a:pt x="257422" y="73278"/>
                </a:cubicBezTo>
                <a:cubicBezTo>
                  <a:pt x="255538" y="75159"/>
                  <a:pt x="253548" y="77492"/>
                  <a:pt x="251454" y="80277"/>
                </a:cubicBezTo>
                <a:lnTo>
                  <a:pt x="251454" y="111118"/>
                </a:lnTo>
                <a:cubicBezTo>
                  <a:pt x="255154" y="115819"/>
                  <a:pt x="258679" y="119450"/>
                  <a:pt x="262029" y="122011"/>
                </a:cubicBezTo>
                <a:cubicBezTo>
                  <a:pt x="265380" y="124571"/>
                  <a:pt x="268870" y="125852"/>
                  <a:pt x="272499" y="125852"/>
                </a:cubicBezTo>
                <a:cubicBezTo>
                  <a:pt x="275920" y="125852"/>
                  <a:pt x="278834" y="124978"/>
                  <a:pt x="281242" y="123231"/>
                </a:cubicBezTo>
                <a:cubicBezTo>
                  <a:pt x="283650" y="121482"/>
                  <a:pt x="285622" y="119191"/>
                  <a:pt x="287158" y="116360"/>
                </a:cubicBezTo>
                <a:cubicBezTo>
                  <a:pt x="288693" y="113529"/>
                  <a:pt x="289827" y="110330"/>
                  <a:pt x="290560" y="106763"/>
                </a:cubicBezTo>
                <a:cubicBezTo>
                  <a:pt x="291293" y="103197"/>
                  <a:pt x="291660" y="99631"/>
                  <a:pt x="291660" y="96064"/>
                </a:cubicBezTo>
                <a:close/>
                <a:moveTo>
                  <a:pt x="432448" y="94543"/>
                </a:moveTo>
                <a:cubicBezTo>
                  <a:pt x="432448" y="102517"/>
                  <a:pt x="431401" y="109792"/>
                  <a:pt x="429307" y="116367"/>
                </a:cubicBezTo>
                <a:cubicBezTo>
                  <a:pt x="427213" y="122941"/>
                  <a:pt x="424037" y="128606"/>
                  <a:pt x="419779" y="133361"/>
                </a:cubicBezTo>
                <a:cubicBezTo>
                  <a:pt x="415521" y="138116"/>
                  <a:pt x="410182" y="141788"/>
                  <a:pt x="403760" y="144378"/>
                </a:cubicBezTo>
                <a:cubicBezTo>
                  <a:pt x="397338" y="146965"/>
                  <a:pt x="389835" y="148258"/>
                  <a:pt x="381249" y="148258"/>
                </a:cubicBezTo>
                <a:cubicBezTo>
                  <a:pt x="372943" y="148258"/>
                  <a:pt x="365718" y="147104"/>
                  <a:pt x="359576" y="144796"/>
                </a:cubicBezTo>
                <a:cubicBezTo>
                  <a:pt x="353433" y="142489"/>
                  <a:pt x="348338" y="139132"/>
                  <a:pt x="344289" y="134725"/>
                </a:cubicBezTo>
                <a:cubicBezTo>
                  <a:pt x="340241" y="130319"/>
                  <a:pt x="337239" y="124899"/>
                  <a:pt x="335285" y="118464"/>
                </a:cubicBezTo>
                <a:cubicBezTo>
                  <a:pt x="333330" y="112029"/>
                  <a:pt x="332353" y="104686"/>
                  <a:pt x="332353" y="96434"/>
                </a:cubicBezTo>
                <a:cubicBezTo>
                  <a:pt x="332353" y="88459"/>
                  <a:pt x="333418" y="81167"/>
                  <a:pt x="335547" y="74558"/>
                </a:cubicBezTo>
                <a:cubicBezTo>
                  <a:pt x="337675" y="67948"/>
                  <a:pt x="340869" y="62284"/>
                  <a:pt x="345127" y="57563"/>
                </a:cubicBezTo>
                <a:cubicBezTo>
                  <a:pt x="349385" y="52843"/>
                  <a:pt x="354707" y="49189"/>
                  <a:pt x="361094" y="46602"/>
                </a:cubicBezTo>
                <a:cubicBezTo>
                  <a:pt x="367481" y="44013"/>
                  <a:pt x="374967" y="42718"/>
                  <a:pt x="383552" y="42718"/>
                </a:cubicBezTo>
                <a:cubicBezTo>
                  <a:pt x="391929" y="42718"/>
                  <a:pt x="399188" y="43855"/>
                  <a:pt x="405330" y="46128"/>
                </a:cubicBezTo>
                <a:cubicBezTo>
                  <a:pt x="411473" y="48401"/>
                  <a:pt x="416551" y="51740"/>
                  <a:pt x="420565" y="56146"/>
                </a:cubicBezTo>
                <a:cubicBezTo>
                  <a:pt x="424578" y="60553"/>
                  <a:pt x="427562" y="65973"/>
                  <a:pt x="429517" y="72408"/>
                </a:cubicBezTo>
                <a:cubicBezTo>
                  <a:pt x="431471" y="78843"/>
                  <a:pt x="432448" y="86221"/>
                  <a:pt x="432448" y="94543"/>
                </a:cubicBezTo>
                <a:moveTo>
                  <a:pt x="405330" y="95593"/>
                </a:moveTo>
                <a:cubicBezTo>
                  <a:pt x="405330" y="90986"/>
                  <a:pt x="404964" y="86746"/>
                  <a:pt x="404231" y="82872"/>
                </a:cubicBezTo>
                <a:cubicBezTo>
                  <a:pt x="403498" y="78998"/>
                  <a:pt x="402259" y="75630"/>
                  <a:pt x="400514" y="72768"/>
                </a:cubicBezTo>
                <a:cubicBezTo>
                  <a:pt x="398769" y="69906"/>
                  <a:pt x="396448" y="67672"/>
                  <a:pt x="393551" y="66067"/>
                </a:cubicBezTo>
                <a:cubicBezTo>
                  <a:pt x="390655" y="64462"/>
                  <a:pt x="387008" y="63659"/>
                  <a:pt x="382610" y="63659"/>
                </a:cubicBezTo>
                <a:cubicBezTo>
                  <a:pt x="378701" y="63659"/>
                  <a:pt x="375281" y="64374"/>
                  <a:pt x="372349" y="65805"/>
                </a:cubicBezTo>
                <a:cubicBezTo>
                  <a:pt x="369418" y="67236"/>
                  <a:pt x="367010" y="69330"/>
                  <a:pt x="365125" y="72087"/>
                </a:cubicBezTo>
                <a:cubicBezTo>
                  <a:pt x="363240" y="74845"/>
                  <a:pt x="361827" y="78160"/>
                  <a:pt x="360884" y="82034"/>
                </a:cubicBezTo>
                <a:cubicBezTo>
                  <a:pt x="359942" y="85908"/>
                  <a:pt x="359471" y="90323"/>
                  <a:pt x="359471" y="95279"/>
                </a:cubicBezTo>
                <a:cubicBezTo>
                  <a:pt x="359471" y="99886"/>
                  <a:pt x="359855" y="104126"/>
                  <a:pt x="360623" y="108000"/>
                </a:cubicBezTo>
                <a:cubicBezTo>
                  <a:pt x="361391" y="111874"/>
                  <a:pt x="362629" y="115242"/>
                  <a:pt x="364340" y="118104"/>
                </a:cubicBezTo>
                <a:cubicBezTo>
                  <a:pt x="366050" y="120966"/>
                  <a:pt x="368371" y="123182"/>
                  <a:pt x="371302" y="124752"/>
                </a:cubicBezTo>
                <a:cubicBezTo>
                  <a:pt x="374234" y="126323"/>
                  <a:pt x="377864" y="127108"/>
                  <a:pt x="382191" y="127108"/>
                </a:cubicBezTo>
                <a:cubicBezTo>
                  <a:pt x="386170" y="127108"/>
                  <a:pt x="389625" y="126393"/>
                  <a:pt x="392557" y="124962"/>
                </a:cubicBezTo>
                <a:cubicBezTo>
                  <a:pt x="395488" y="123531"/>
                  <a:pt x="397897" y="121454"/>
                  <a:pt x="399781" y="118732"/>
                </a:cubicBezTo>
                <a:cubicBezTo>
                  <a:pt x="401666" y="116010"/>
                  <a:pt x="403062" y="112712"/>
                  <a:pt x="403969" y="108838"/>
                </a:cubicBezTo>
                <a:cubicBezTo>
                  <a:pt x="404877" y="104964"/>
                  <a:pt x="405330" y="100549"/>
                  <a:pt x="405330" y="95593"/>
                </a:cubicBezTo>
                <a:close/>
                <a:moveTo>
                  <a:pt x="511703" y="57377"/>
                </a:moveTo>
                <a:cubicBezTo>
                  <a:pt x="511703" y="59890"/>
                  <a:pt x="511633" y="61949"/>
                  <a:pt x="511493" y="63554"/>
                </a:cubicBezTo>
                <a:cubicBezTo>
                  <a:pt x="511354" y="65160"/>
                  <a:pt x="511144" y="66416"/>
                  <a:pt x="510865" y="67323"/>
                </a:cubicBezTo>
                <a:cubicBezTo>
                  <a:pt x="510586" y="68231"/>
                  <a:pt x="510219" y="68859"/>
                  <a:pt x="509766" y="69208"/>
                </a:cubicBezTo>
                <a:cubicBezTo>
                  <a:pt x="509312" y="69557"/>
                  <a:pt x="508736" y="69732"/>
                  <a:pt x="508038" y="69732"/>
                </a:cubicBezTo>
                <a:cubicBezTo>
                  <a:pt x="507480" y="69732"/>
                  <a:pt x="506851" y="69609"/>
                  <a:pt x="506153" y="69365"/>
                </a:cubicBezTo>
                <a:cubicBezTo>
                  <a:pt x="505455" y="69121"/>
                  <a:pt x="504670" y="68859"/>
                  <a:pt x="503798" y="68580"/>
                </a:cubicBezTo>
                <a:cubicBezTo>
                  <a:pt x="502925" y="68301"/>
                  <a:pt x="501965" y="68039"/>
                  <a:pt x="500918" y="67795"/>
                </a:cubicBezTo>
                <a:cubicBezTo>
                  <a:pt x="499871" y="67550"/>
                  <a:pt x="498720" y="67428"/>
                  <a:pt x="497463" y="67428"/>
                </a:cubicBezTo>
                <a:cubicBezTo>
                  <a:pt x="495997" y="67428"/>
                  <a:pt x="494532" y="67727"/>
                  <a:pt x="493066" y="68325"/>
                </a:cubicBezTo>
                <a:cubicBezTo>
                  <a:pt x="491600" y="68920"/>
                  <a:pt x="490082" y="69850"/>
                  <a:pt x="488511" y="71116"/>
                </a:cubicBezTo>
                <a:cubicBezTo>
                  <a:pt x="486941" y="72381"/>
                  <a:pt x="485300" y="74067"/>
                  <a:pt x="483590" y="76174"/>
                </a:cubicBezTo>
                <a:cubicBezTo>
                  <a:pt x="481880" y="78281"/>
                  <a:pt x="480048" y="80880"/>
                  <a:pt x="478093" y="83971"/>
                </a:cubicBezTo>
                <a:lnTo>
                  <a:pt x="478093" y="142185"/>
                </a:lnTo>
                <a:cubicBezTo>
                  <a:pt x="478093" y="142883"/>
                  <a:pt x="477884" y="143494"/>
                  <a:pt x="477465" y="144018"/>
                </a:cubicBezTo>
                <a:cubicBezTo>
                  <a:pt x="477046" y="144541"/>
                  <a:pt x="476331" y="144977"/>
                  <a:pt x="475319" y="145326"/>
                </a:cubicBezTo>
                <a:cubicBezTo>
                  <a:pt x="474307" y="145675"/>
                  <a:pt x="472963" y="145937"/>
                  <a:pt x="471288" y="146112"/>
                </a:cubicBezTo>
                <a:cubicBezTo>
                  <a:pt x="469612" y="146286"/>
                  <a:pt x="467484" y="146373"/>
                  <a:pt x="464901" y="146373"/>
                </a:cubicBezTo>
                <a:cubicBezTo>
                  <a:pt x="462318" y="146373"/>
                  <a:pt x="460189" y="146286"/>
                  <a:pt x="458514" y="146112"/>
                </a:cubicBezTo>
                <a:cubicBezTo>
                  <a:pt x="456839" y="145937"/>
                  <a:pt x="455495" y="145675"/>
                  <a:pt x="454483" y="145326"/>
                </a:cubicBezTo>
                <a:cubicBezTo>
                  <a:pt x="453471" y="144977"/>
                  <a:pt x="452755" y="144541"/>
                  <a:pt x="452337" y="144018"/>
                </a:cubicBezTo>
                <a:cubicBezTo>
                  <a:pt x="451918" y="143494"/>
                  <a:pt x="451708" y="142883"/>
                  <a:pt x="451708" y="142185"/>
                </a:cubicBezTo>
                <a:lnTo>
                  <a:pt x="451708" y="48791"/>
                </a:lnTo>
                <a:cubicBezTo>
                  <a:pt x="451708" y="48093"/>
                  <a:pt x="451883" y="47482"/>
                  <a:pt x="452232" y="46959"/>
                </a:cubicBezTo>
                <a:cubicBezTo>
                  <a:pt x="452581" y="46435"/>
                  <a:pt x="453209" y="45999"/>
                  <a:pt x="454117" y="45650"/>
                </a:cubicBezTo>
                <a:cubicBezTo>
                  <a:pt x="455024" y="45301"/>
                  <a:pt x="456193" y="45039"/>
                  <a:pt x="457624" y="44865"/>
                </a:cubicBezTo>
                <a:cubicBezTo>
                  <a:pt x="459055" y="44690"/>
                  <a:pt x="460852" y="44603"/>
                  <a:pt x="463016" y="44603"/>
                </a:cubicBezTo>
                <a:cubicBezTo>
                  <a:pt x="465250" y="44603"/>
                  <a:pt x="467100" y="44690"/>
                  <a:pt x="468565" y="44865"/>
                </a:cubicBezTo>
                <a:cubicBezTo>
                  <a:pt x="470031" y="45039"/>
                  <a:pt x="471166" y="45301"/>
                  <a:pt x="471968" y="45650"/>
                </a:cubicBezTo>
                <a:cubicBezTo>
                  <a:pt x="472771" y="45999"/>
                  <a:pt x="473347" y="46435"/>
                  <a:pt x="473696" y="46959"/>
                </a:cubicBezTo>
                <a:cubicBezTo>
                  <a:pt x="474045" y="47482"/>
                  <a:pt x="474219" y="48093"/>
                  <a:pt x="474219" y="48791"/>
                </a:cubicBezTo>
                <a:lnTo>
                  <a:pt x="474219" y="60413"/>
                </a:lnTo>
                <a:cubicBezTo>
                  <a:pt x="476662" y="56901"/>
                  <a:pt x="478966" y="54004"/>
                  <a:pt x="481130" y="51723"/>
                </a:cubicBezTo>
                <a:cubicBezTo>
                  <a:pt x="483294" y="49441"/>
                  <a:pt x="485353" y="47634"/>
                  <a:pt x="487307" y="46301"/>
                </a:cubicBezTo>
                <a:cubicBezTo>
                  <a:pt x="489262" y="44966"/>
                  <a:pt x="491216" y="44036"/>
                  <a:pt x="493170" y="43510"/>
                </a:cubicBezTo>
                <a:cubicBezTo>
                  <a:pt x="495125" y="42982"/>
                  <a:pt x="497079" y="42718"/>
                  <a:pt x="499034" y="42718"/>
                </a:cubicBezTo>
                <a:cubicBezTo>
                  <a:pt x="499941" y="42718"/>
                  <a:pt x="500918" y="42771"/>
                  <a:pt x="501965" y="42875"/>
                </a:cubicBezTo>
                <a:cubicBezTo>
                  <a:pt x="503012" y="42980"/>
                  <a:pt x="504094" y="43155"/>
                  <a:pt x="505211" y="43399"/>
                </a:cubicBezTo>
                <a:cubicBezTo>
                  <a:pt x="506328" y="43643"/>
                  <a:pt x="507305" y="43923"/>
                  <a:pt x="508143" y="44237"/>
                </a:cubicBezTo>
                <a:cubicBezTo>
                  <a:pt x="508980" y="44551"/>
                  <a:pt x="509591" y="44882"/>
                  <a:pt x="509975" y="45231"/>
                </a:cubicBezTo>
                <a:cubicBezTo>
                  <a:pt x="510359" y="45580"/>
                  <a:pt x="510638" y="45964"/>
                  <a:pt x="510813" y="46383"/>
                </a:cubicBezTo>
                <a:cubicBezTo>
                  <a:pt x="510987" y="46802"/>
                  <a:pt x="511144" y="47378"/>
                  <a:pt x="511284" y="48111"/>
                </a:cubicBezTo>
                <a:cubicBezTo>
                  <a:pt x="511423" y="48844"/>
                  <a:pt x="511528" y="49943"/>
                  <a:pt x="511598" y="51409"/>
                </a:cubicBezTo>
                <a:cubicBezTo>
                  <a:pt x="511668" y="52875"/>
                  <a:pt x="511703" y="54864"/>
                  <a:pt x="511703" y="57377"/>
                </a:cubicBezTo>
                <a:close/>
                <a:moveTo>
                  <a:pt x="582538" y="132900"/>
                </a:moveTo>
                <a:cubicBezTo>
                  <a:pt x="582538" y="135986"/>
                  <a:pt x="582346" y="138354"/>
                  <a:pt x="581962" y="140003"/>
                </a:cubicBezTo>
                <a:cubicBezTo>
                  <a:pt x="581578" y="141650"/>
                  <a:pt x="581072" y="142807"/>
                  <a:pt x="580444" y="143475"/>
                </a:cubicBezTo>
                <a:cubicBezTo>
                  <a:pt x="579816" y="144140"/>
                  <a:pt x="578891" y="144735"/>
                  <a:pt x="577670" y="145261"/>
                </a:cubicBezTo>
                <a:cubicBezTo>
                  <a:pt x="576448" y="145787"/>
                  <a:pt x="575017" y="146243"/>
                  <a:pt x="573377" y="146629"/>
                </a:cubicBezTo>
                <a:cubicBezTo>
                  <a:pt x="571736" y="147015"/>
                  <a:pt x="569957" y="147313"/>
                  <a:pt x="568037" y="147522"/>
                </a:cubicBezTo>
                <a:cubicBezTo>
                  <a:pt x="566117" y="147734"/>
                  <a:pt x="564180" y="147839"/>
                  <a:pt x="562226" y="147839"/>
                </a:cubicBezTo>
                <a:cubicBezTo>
                  <a:pt x="556991" y="147839"/>
                  <a:pt x="552454" y="147176"/>
                  <a:pt x="548615" y="145850"/>
                </a:cubicBezTo>
                <a:cubicBezTo>
                  <a:pt x="544776" y="144524"/>
                  <a:pt x="541600" y="142482"/>
                  <a:pt x="539087" y="139725"/>
                </a:cubicBezTo>
                <a:cubicBezTo>
                  <a:pt x="536574" y="136968"/>
                  <a:pt x="534724" y="133495"/>
                  <a:pt x="533538" y="129307"/>
                </a:cubicBezTo>
                <a:cubicBezTo>
                  <a:pt x="532351" y="125119"/>
                  <a:pt x="531758" y="120163"/>
                  <a:pt x="531758" y="114439"/>
                </a:cubicBezTo>
                <a:lnTo>
                  <a:pt x="531758" y="66591"/>
                </a:lnTo>
                <a:lnTo>
                  <a:pt x="520555" y="66591"/>
                </a:lnTo>
                <a:cubicBezTo>
                  <a:pt x="519228" y="66591"/>
                  <a:pt x="518216" y="65770"/>
                  <a:pt x="517518" y="64130"/>
                </a:cubicBezTo>
                <a:cubicBezTo>
                  <a:pt x="516820" y="62490"/>
                  <a:pt x="516471" y="59750"/>
                  <a:pt x="516471" y="55911"/>
                </a:cubicBezTo>
                <a:cubicBezTo>
                  <a:pt x="516471" y="53887"/>
                  <a:pt x="516559" y="52177"/>
                  <a:pt x="516733" y="50780"/>
                </a:cubicBezTo>
                <a:cubicBezTo>
                  <a:pt x="516908" y="49384"/>
                  <a:pt x="517169" y="48285"/>
                  <a:pt x="517518" y="47482"/>
                </a:cubicBezTo>
                <a:cubicBezTo>
                  <a:pt x="517867" y="46680"/>
                  <a:pt x="518304" y="46104"/>
                  <a:pt x="518827" y="45755"/>
                </a:cubicBezTo>
                <a:cubicBezTo>
                  <a:pt x="519351" y="45406"/>
                  <a:pt x="519961" y="45231"/>
                  <a:pt x="520659" y="45231"/>
                </a:cubicBezTo>
                <a:lnTo>
                  <a:pt x="531758" y="45231"/>
                </a:lnTo>
                <a:lnTo>
                  <a:pt x="531758" y="24311"/>
                </a:lnTo>
                <a:cubicBezTo>
                  <a:pt x="531758" y="23608"/>
                  <a:pt x="531950" y="22977"/>
                  <a:pt x="532334" y="22416"/>
                </a:cubicBezTo>
                <a:cubicBezTo>
                  <a:pt x="532718" y="21855"/>
                  <a:pt x="533416" y="21383"/>
                  <a:pt x="534428" y="20999"/>
                </a:cubicBezTo>
                <a:cubicBezTo>
                  <a:pt x="535440" y="20613"/>
                  <a:pt x="536801" y="20333"/>
                  <a:pt x="538511" y="20158"/>
                </a:cubicBezTo>
                <a:cubicBezTo>
                  <a:pt x="540221" y="19982"/>
                  <a:pt x="542333" y="19893"/>
                  <a:pt x="544846" y="19893"/>
                </a:cubicBezTo>
                <a:cubicBezTo>
                  <a:pt x="547428" y="19893"/>
                  <a:pt x="549575" y="19982"/>
                  <a:pt x="551285" y="20158"/>
                </a:cubicBezTo>
                <a:cubicBezTo>
                  <a:pt x="552995" y="20333"/>
                  <a:pt x="554338" y="20613"/>
                  <a:pt x="555316" y="20999"/>
                </a:cubicBezTo>
                <a:cubicBezTo>
                  <a:pt x="556293" y="21383"/>
                  <a:pt x="556991" y="21855"/>
                  <a:pt x="557410" y="22416"/>
                </a:cubicBezTo>
                <a:cubicBezTo>
                  <a:pt x="557829" y="22977"/>
                  <a:pt x="558038" y="23608"/>
                  <a:pt x="558038" y="24311"/>
                </a:cubicBezTo>
                <a:lnTo>
                  <a:pt x="558038" y="45231"/>
                </a:lnTo>
                <a:lnTo>
                  <a:pt x="578350" y="45231"/>
                </a:lnTo>
                <a:cubicBezTo>
                  <a:pt x="579048" y="45231"/>
                  <a:pt x="579659" y="45406"/>
                  <a:pt x="580182" y="45755"/>
                </a:cubicBezTo>
                <a:cubicBezTo>
                  <a:pt x="580706" y="46104"/>
                  <a:pt x="581142" y="46680"/>
                  <a:pt x="581491" y="47482"/>
                </a:cubicBezTo>
                <a:cubicBezTo>
                  <a:pt x="581840" y="48285"/>
                  <a:pt x="582102" y="49384"/>
                  <a:pt x="582276" y="50780"/>
                </a:cubicBezTo>
                <a:cubicBezTo>
                  <a:pt x="582451" y="52177"/>
                  <a:pt x="582538" y="53887"/>
                  <a:pt x="582538" y="55911"/>
                </a:cubicBezTo>
                <a:cubicBezTo>
                  <a:pt x="582538" y="59750"/>
                  <a:pt x="582189" y="62490"/>
                  <a:pt x="581491" y="64130"/>
                </a:cubicBezTo>
                <a:cubicBezTo>
                  <a:pt x="580793" y="65770"/>
                  <a:pt x="579781" y="66591"/>
                  <a:pt x="578455" y="66591"/>
                </a:cubicBezTo>
                <a:lnTo>
                  <a:pt x="558038" y="66591"/>
                </a:lnTo>
                <a:lnTo>
                  <a:pt x="558038" y="110382"/>
                </a:lnTo>
                <a:cubicBezTo>
                  <a:pt x="558038" y="115469"/>
                  <a:pt x="558841" y="119284"/>
                  <a:pt x="560446" y="121827"/>
                </a:cubicBezTo>
                <a:cubicBezTo>
                  <a:pt x="562052" y="124371"/>
                  <a:pt x="564913" y="125642"/>
                  <a:pt x="569032" y="125642"/>
                </a:cubicBezTo>
                <a:cubicBezTo>
                  <a:pt x="570428" y="125642"/>
                  <a:pt x="571684" y="125520"/>
                  <a:pt x="572801" y="125276"/>
                </a:cubicBezTo>
                <a:cubicBezTo>
                  <a:pt x="573918" y="125032"/>
                  <a:pt x="574912" y="124752"/>
                  <a:pt x="575785" y="124438"/>
                </a:cubicBezTo>
                <a:cubicBezTo>
                  <a:pt x="576657" y="124124"/>
                  <a:pt x="577390" y="123845"/>
                  <a:pt x="577984" y="123601"/>
                </a:cubicBezTo>
                <a:cubicBezTo>
                  <a:pt x="578577" y="123356"/>
                  <a:pt x="579118" y="123234"/>
                  <a:pt x="579607" y="123234"/>
                </a:cubicBezTo>
                <a:cubicBezTo>
                  <a:pt x="580025" y="123234"/>
                  <a:pt x="580427" y="123356"/>
                  <a:pt x="580811" y="123601"/>
                </a:cubicBezTo>
                <a:cubicBezTo>
                  <a:pt x="581195" y="123845"/>
                  <a:pt x="581491" y="124335"/>
                  <a:pt x="581701" y="125070"/>
                </a:cubicBezTo>
                <a:cubicBezTo>
                  <a:pt x="581910" y="125803"/>
                  <a:pt x="582102" y="126801"/>
                  <a:pt x="582276" y="128064"/>
                </a:cubicBezTo>
                <a:cubicBezTo>
                  <a:pt x="582451" y="129324"/>
                  <a:pt x="582538" y="130936"/>
                  <a:pt x="582538" y="132900"/>
                </a:cubicBezTo>
                <a:close/>
                <a:moveTo>
                  <a:pt x="679323" y="142496"/>
                </a:moveTo>
                <a:cubicBezTo>
                  <a:pt x="679323" y="143473"/>
                  <a:pt x="678974" y="144242"/>
                  <a:pt x="678276" y="144803"/>
                </a:cubicBezTo>
                <a:cubicBezTo>
                  <a:pt x="677578" y="145361"/>
                  <a:pt x="676479" y="145763"/>
                  <a:pt x="674978" y="146007"/>
                </a:cubicBezTo>
                <a:cubicBezTo>
                  <a:pt x="673477" y="146251"/>
                  <a:pt x="671261" y="146373"/>
                  <a:pt x="668329" y="146373"/>
                </a:cubicBezTo>
                <a:cubicBezTo>
                  <a:pt x="665188" y="146373"/>
                  <a:pt x="662902" y="146251"/>
                  <a:pt x="661471" y="146007"/>
                </a:cubicBezTo>
                <a:cubicBezTo>
                  <a:pt x="660040" y="145763"/>
                  <a:pt x="659028" y="145361"/>
                  <a:pt x="658435" y="144803"/>
                </a:cubicBezTo>
                <a:cubicBezTo>
                  <a:pt x="657842" y="144245"/>
                  <a:pt x="657545" y="143477"/>
                  <a:pt x="657545" y="142499"/>
                </a:cubicBezTo>
                <a:lnTo>
                  <a:pt x="657545" y="135066"/>
                </a:lnTo>
                <a:cubicBezTo>
                  <a:pt x="653706" y="139184"/>
                  <a:pt x="649326" y="142412"/>
                  <a:pt x="644405" y="144751"/>
                </a:cubicBezTo>
                <a:cubicBezTo>
                  <a:pt x="639484" y="147089"/>
                  <a:pt x="634022" y="148258"/>
                  <a:pt x="628019" y="148258"/>
                </a:cubicBezTo>
                <a:cubicBezTo>
                  <a:pt x="623063" y="148258"/>
                  <a:pt x="618509" y="147610"/>
                  <a:pt x="614355" y="146315"/>
                </a:cubicBezTo>
                <a:cubicBezTo>
                  <a:pt x="610202" y="145019"/>
                  <a:pt x="606607" y="143093"/>
                  <a:pt x="603571" y="140536"/>
                </a:cubicBezTo>
                <a:cubicBezTo>
                  <a:pt x="600535" y="137980"/>
                  <a:pt x="598179" y="134812"/>
                  <a:pt x="596504" y="131031"/>
                </a:cubicBezTo>
                <a:cubicBezTo>
                  <a:pt x="594828" y="127249"/>
                  <a:pt x="593991" y="122836"/>
                  <a:pt x="593991" y="117793"/>
                </a:cubicBezTo>
                <a:cubicBezTo>
                  <a:pt x="593991" y="112329"/>
                  <a:pt x="595055" y="107584"/>
                  <a:pt x="597184" y="103557"/>
                </a:cubicBezTo>
                <a:cubicBezTo>
                  <a:pt x="599313" y="99530"/>
                  <a:pt x="602489" y="96204"/>
                  <a:pt x="606712" y="93577"/>
                </a:cubicBezTo>
                <a:cubicBezTo>
                  <a:pt x="610935" y="90951"/>
                  <a:pt x="616188" y="89008"/>
                  <a:pt x="622470" y="87747"/>
                </a:cubicBezTo>
                <a:cubicBezTo>
                  <a:pt x="628752" y="86486"/>
                  <a:pt x="636046" y="85856"/>
                  <a:pt x="644353" y="85856"/>
                </a:cubicBezTo>
                <a:lnTo>
                  <a:pt x="653462" y="85856"/>
                </a:lnTo>
                <a:lnTo>
                  <a:pt x="653462" y="80228"/>
                </a:lnTo>
                <a:cubicBezTo>
                  <a:pt x="653462" y="77309"/>
                  <a:pt x="653165" y="74756"/>
                  <a:pt x="652572" y="72568"/>
                </a:cubicBezTo>
                <a:cubicBezTo>
                  <a:pt x="651978" y="70378"/>
                  <a:pt x="651001" y="68554"/>
                  <a:pt x="649640" y="67094"/>
                </a:cubicBezTo>
                <a:cubicBezTo>
                  <a:pt x="648279" y="65635"/>
                  <a:pt x="646464" y="64559"/>
                  <a:pt x="644196" y="63865"/>
                </a:cubicBezTo>
                <a:cubicBezTo>
                  <a:pt x="641927" y="63169"/>
                  <a:pt x="639117" y="62821"/>
                  <a:pt x="635767" y="62821"/>
                </a:cubicBezTo>
                <a:cubicBezTo>
                  <a:pt x="631370" y="62821"/>
                  <a:pt x="627443" y="63310"/>
                  <a:pt x="623988" y="64287"/>
                </a:cubicBezTo>
                <a:cubicBezTo>
                  <a:pt x="620533" y="65264"/>
                  <a:pt x="617479" y="66346"/>
                  <a:pt x="614827" y="67533"/>
                </a:cubicBezTo>
                <a:cubicBezTo>
                  <a:pt x="612174" y="68719"/>
                  <a:pt x="609958" y="69801"/>
                  <a:pt x="608178" y="70779"/>
                </a:cubicBezTo>
                <a:cubicBezTo>
                  <a:pt x="606398" y="71756"/>
                  <a:pt x="604950" y="72244"/>
                  <a:pt x="603833" y="72244"/>
                </a:cubicBezTo>
                <a:cubicBezTo>
                  <a:pt x="603065" y="72244"/>
                  <a:pt x="602384" y="71999"/>
                  <a:pt x="601791" y="71508"/>
                </a:cubicBezTo>
                <a:cubicBezTo>
                  <a:pt x="601198" y="71017"/>
                  <a:pt x="600709" y="70316"/>
                  <a:pt x="600325" y="69404"/>
                </a:cubicBezTo>
                <a:cubicBezTo>
                  <a:pt x="599941" y="68493"/>
                  <a:pt x="599645" y="67370"/>
                  <a:pt x="599435" y="66038"/>
                </a:cubicBezTo>
                <a:cubicBezTo>
                  <a:pt x="599226" y="64703"/>
                  <a:pt x="599121" y="63229"/>
                  <a:pt x="599121" y="61617"/>
                </a:cubicBezTo>
                <a:cubicBezTo>
                  <a:pt x="599121" y="59442"/>
                  <a:pt x="599296" y="57724"/>
                  <a:pt x="599645" y="56461"/>
                </a:cubicBezTo>
                <a:cubicBezTo>
                  <a:pt x="599994" y="55198"/>
                  <a:pt x="600657" y="54058"/>
                  <a:pt x="601634" y="53041"/>
                </a:cubicBezTo>
                <a:cubicBezTo>
                  <a:pt x="602611" y="52023"/>
                  <a:pt x="604321" y="50903"/>
                  <a:pt x="606765" y="49681"/>
                </a:cubicBezTo>
                <a:cubicBezTo>
                  <a:pt x="609208" y="48460"/>
                  <a:pt x="612069" y="47325"/>
                  <a:pt x="615350" y="46278"/>
                </a:cubicBezTo>
                <a:cubicBezTo>
                  <a:pt x="618631" y="45231"/>
                  <a:pt x="622208" y="44376"/>
                  <a:pt x="626082" y="43713"/>
                </a:cubicBezTo>
                <a:cubicBezTo>
                  <a:pt x="629956" y="43050"/>
                  <a:pt x="633952" y="42718"/>
                  <a:pt x="638070" y="42718"/>
                </a:cubicBezTo>
                <a:cubicBezTo>
                  <a:pt x="645400" y="42718"/>
                  <a:pt x="651664" y="43435"/>
                  <a:pt x="656864" y="44868"/>
                </a:cubicBezTo>
                <a:cubicBezTo>
                  <a:pt x="662065" y="46299"/>
                  <a:pt x="666340" y="48500"/>
                  <a:pt x="669690" y="51471"/>
                </a:cubicBezTo>
                <a:cubicBezTo>
                  <a:pt x="673041" y="54440"/>
                  <a:pt x="675484" y="58265"/>
                  <a:pt x="677020" y="62946"/>
                </a:cubicBezTo>
                <a:cubicBezTo>
                  <a:pt x="678555" y="67627"/>
                  <a:pt x="679323" y="73181"/>
                  <a:pt x="679323" y="79610"/>
                </a:cubicBezTo>
                <a:lnTo>
                  <a:pt x="679323" y="142496"/>
                </a:lnTo>
                <a:moveTo>
                  <a:pt x="653462" y="102399"/>
                </a:moveTo>
                <a:lnTo>
                  <a:pt x="643410" y="102399"/>
                </a:lnTo>
                <a:cubicBezTo>
                  <a:pt x="639152" y="102399"/>
                  <a:pt x="635523" y="102715"/>
                  <a:pt x="632521" y="103347"/>
                </a:cubicBezTo>
                <a:cubicBezTo>
                  <a:pt x="629520" y="103980"/>
                  <a:pt x="627077" y="104930"/>
                  <a:pt x="625192" y="106197"/>
                </a:cubicBezTo>
                <a:cubicBezTo>
                  <a:pt x="623307" y="107462"/>
                  <a:pt x="621929" y="108993"/>
                  <a:pt x="621056" y="110788"/>
                </a:cubicBezTo>
                <a:cubicBezTo>
                  <a:pt x="620184" y="112581"/>
                  <a:pt x="619748" y="114638"/>
                  <a:pt x="619748" y="116959"/>
                </a:cubicBezTo>
                <a:cubicBezTo>
                  <a:pt x="619748" y="120898"/>
                  <a:pt x="620987" y="123993"/>
                  <a:pt x="623464" y="126244"/>
                </a:cubicBezTo>
                <a:cubicBezTo>
                  <a:pt x="625942" y="128496"/>
                  <a:pt x="629380" y="129621"/>
                  <a:pt x="633778" y="129621"/>
                </a:cubicBezTo>
                <a:cubicBezTo>
                  <a:pt x="637477" y="129621"/>
                  <a:pt x="640880" y="128672"/>
                  <a:pt x="643986" y="126775"/>
                </a:cubicBezTo>
                <a:cubicBezTo>
                  <a:pt x="647092" y="124875"/>
                  <a:pt x="650251" y="122096"/>
                  <a:pt x="653462" y="118438"/>
                </a:cubicBezTo>
                <a:lnTo>
                  <a:pt x="653462" y="102399"/>
                </a:lnTo>
                <a:close/>
                <a:moveTo>
                  <a:pt x="791974" y="142182"/>
                </a:moveTo>
                <a:cubicBezTo>
                  <a:pt x="791974" y="142880"/>
                  <a:pt x="791764" y="143492"/>
                  <a:pt x="791345" y="144018"/>
                </a:cubicBezTo>
                <a:cubicBezTo>
                  <a:pt x="790927" y="144541"/>
                  <a:pt x="790229" y="144977"/>
                  <a:pt x="789251" y="145326"/>
                </a:cubicBezTo>
                <a:cubicBezTo>
                  <a:pt x="788274" y="145675"/>
                  <a:pt x="786930" y="145937"/>
                  <a:pt x="785220" y="146112"/>
                </a:cubicBezTo>
                <a:cubicBezTo>
                  <a:pt x="783510" y="146286"/>
                  <a:pt x="781399" y="146373"/>
                  <a:pt x="778886" y="146373"/>
                </a:cubicBezTo>
                <a:cubicBezTo>
                  <a:pt x="776303" y="146373"/>
                  <a:pt x="774157" y="146286"/>
                  <a:pt x="772447" y="146112"/>
                </a:cubicBezTo>
                <a:cubicBezTo>
                  <a:pt x="770737" y="145937"/>
                  <a:pt x="769393" y="145675"/>
                  <a:pt x="768416" y="145326"/>
                </a:cubicBezTo>
                <a:cubicBezTo>
                  <a:pt x="767438" y="144977"/>
                  <a:pt x="766740" y="144541"/>
                  <a:pt x="766322" y="144018"/>
                </a:cubicBezTo>
                <a:cubicBezTo>
                  <a:pt x="765903" y="143494"/>
                  <a:pt x="765693" y="142883"/>
                  <a:pt x="765693" y="142185"/>
                </a:cubicBezTo>
                <a:lnTo>
                  <a:pt x="765693" y="88892"/>
                </a:lnTo>
                <a:cubicBezTo>
                  <a:pt x="765693" y="84355"/>
                  <a:pt x="765362" y="80795"/>
                  <a:pt x="764699" y="78212"/>
                </a:cubicBezTo>
                <a:cubicBezTo>
                  <a:pt x="764036" y="75630"/>
                  <a:pt x="763076" y="73414"/>
                  <a:pt x="761819" y="71564"/>
                </a:cubicBezTo>
                <a:cubicBezTo>
                  <a:pt x="760563" y="69714"/>
                  <a:pt x="758940" y="68283"/>
                  <a:pt x="756951" y="67271"/>
                </a:cubicBezTo>
                <a:cubicBezTo>
                  <a:pt x="754961" y="66259"/>
                  <a:pt x="752641" y="65753"/>
                  <a:pt x="749988" y="65753"/>
                </a:cubicBezTo>
                <a:cubicBezTo>
                  <a:pt x="746638" y="65753"/>
                  <a:pt x="743252" y="66974"/>
                  <a:pt x="739832" y="69417"/>
                </a:cubicBezTo>
                <a:cubicBezTo>
                  <a:pt x="736412" y="71861"/>
                  <a:pt x="732852" y="75420"/>
                  <a:pt x="729152" y="80097"/>
                </a:cubicBezTo>
                <a:lnTo>
                  <a:pt x="729152" y="142185"/>
                </a:lnTo>
                <a:cubicBezTo>
                  <a:pt x="729152" y="142883"/>
                  <a:pt x="728943" y="143494"/>
                  <a:pt x="728524" y="144018"/>
                </a:cubicBezTo>
                <a:cubicBezTo>
                  <a:pt x="728105" y="144541"/>
                  <a:pt x="727390" y="144977"/>
                  <a:pt x="726378" y="145326"/>
                </a:cubicBezTo>
                <a:cubicBezTo>
                  <a:pt x="725366" y="145675"/>
                  <a:pt x="724022" y="145937"/>
                  <a:pt x="722347" y="146112"/>
                </a:cubicBezTo>
                <a:cubicBezTo>
                  <a:pt x="720672" y="146286"/>
                  <a:pt x="718543" y="146373"/>
                  <a:pt x="715960" y="146373"/>
                </a:cubicBezTo>
                <a:cubicBezTo>
                  <a:pt x="713377" y="146373"/>
                  <a:pt x="711248" y="146286"/>
                  <a:pt x="709573" y="146112"/>
                </a:cubicBezTo>
                <a:cubicBezTo>
                  <a:pt x="707898" y="145937"/>
                  <a:pt x="706554" y="145675"/>
                  <a:pt x="705542" y="145326"/>
                </a:cubicBezTo>
                <a:cubicBezTo>
                  <a:pt x="704530" y="144977"/>
                  <a:pt x="703815" y="144541"/>
                  <a:pt x="703396" y="144018"/>
                </a:cubicBezTo>
                <a:cubicBezTo>
                  <a:pt x="702977" y="143494"/>
                  <a:pt x="702768" y="142883"/>
                  <a:pt x="702768" y="142185"/>
                </a:cubicBezTo>
                <a:lnTo>
                  <a:pt x="702768" y="48791"/>
                </a:lnTo>
                <a:cubicBezTo>
                  <a:pt x="702768" y="48093"/>
                  <a:pt x="702942" y="47482"/>
                  <a:pt x="703291" y="46959"/>
                </a:cubicBezTo>
                <a:cubicBezTo>
                  <a:pt x="703640" y="46435"/>
                  <a:pt x="704268" y="45999"/>
                  <a:pt x="705176" y="45650"/>
                </a:cubicBezTo>
                <a:cubicBezTo>
                  <a:pt x="706083" y="45301"/>
                  <a:pt x="707252" y="45039"/>
                  <a:pt x="708683" y="44865"/>
                </a:cubicBezTo>
                <a:cubicBezTo>
                  <a:pt x="710114" y="44690"/>
                  <a:pt x="711911" y="44603"/>
                  <a:pt x="714075" y="44603"/>
                </a:cubicBezTo>
                <a:cubicBezTo>
                  <a:pt x="716309" y="44603"/>
                  <a:pt x="718159" y="44690"/>
                  <a:pt x="719625" y="44865"/>
                </a:cubicBezTo>
                <a:cubicBezTo>
                  <a:pt x="721090" y="45039"/>
                  <a:pt x="722225" y="45301"/>
                  <a:pt x="723027" y="45650"/>
                </a:cubicBezTo>
                <a:cubicBezTo>
                  <a:pt x="723830" y="45999"/>
                  <a:pt x="724406" y="46435"/>
                  <a:pt x="724755" y="46959"/>
                </a:cubicBezTo>
                <a:cubicBezTo>
                  <a:pt x="725104" y="47482"/>
                  <a:pt x="725278" y="48093"/>
                  <a:pt x="725278" y="48791"/>
                </a:cubicBezTo>
                <a:lnTo>
                  <a:pt x="725278" y="59575"/>
                </a:lnTo>
                <a:cubicBezTo>
                  <a:pt x="730444" y="53956"/>
                  <a:pt x="735696" y="49742"/>
                  <a:pt x="741036" y="46933"/>
                </a:cubicBezTo>
                <a:cubicBezTo>
                  <a:pt x="746376" y="44123"/>
                  <a:pt x="751943" y="42718"/>
                  <a:pt x="757736" y="42718"/>
                </a:cubicBezTo>
                <a:cubicBezTo>
                  <a:pt x="764088" y="42718"/>
                  <a:pt x="769445" y="43767"/>
                  <a:pt x="773808" y="45863"/>
                </a:cubicBezTo>
                <a:cubicBezTo>
                  <a:pt x="778170" y="47959"/>
                  <a:pt x="781695" y="50807"/>
                  <a:pt x="784383" y="54406"/>
                </a:cubicBezTo>
                <a:cubicBezTo>
                  <a:pt x="787070" y="58003"/>
                  <a:pt x="789007" y="62213"/>
                  <a:pt x="790194" y="67035"/>
                </a:cubicBezTo>
                <a:cubicBezTo>
                  <a:pt x="791380" y="71856"/>
                  <a:pt x="791974" y="77655"/>
                  <a:pt x="791974" y="84432"/>
                </a:cubicBezTo>
                <a:lnTo>
                  <a:pt x="791974" y="142182"/>
                </a:lnTo>
                <a:close/>
                <a:moveTo>
                  <a:pt x="870988" y="132900"/>
                </a:moveTo>
                <a:cubicBezTo>
                  <a:pt x="870988" y="135986"/>
                  <a:pt x="870796" y="138354"/>
                  <a:pt x="870412" y="140003"/>
                </a:cubicBezTo>
                <a:cubicBezTo>
                  <a:pt x="870028" y="141650"/>
                  <a:pt x="869522" y="142807"/>
                  <a:pt x="868894" y="143475"/>
                </a:cubicBezTo>
                <a:cubicBezTo>
                  <a:pt x="868266" y="144140"/>
                  <a:pt x="867341" y="144735"/>
                  <a:pt x="866119" y="145261"/>
                </a:cubicBezTo>
                <a:cubicBezTo>
                  <a:pt x="864898" y="145787"/>
                  <a:pt x="863467" y="146243"/>
                  <a:pt x="861827" y="146629"/>
                </a:cubicBezTo>
                <a:cubicBezTo>
                  <a:pt x="860186" y="147015"/>
                  <a:pt x="858406" y="147313"/>
                  <a:pt x="856487" y="147522"/>
                </a:cubicBezTo>
                <a:cubicBezTo>
                  <a:pt x="854567" y="147734"/>
                  <a:pt x="852630" y="147839"/>
                  <a:pt x="850676" y="147839"/>
                </a:cubicBezTo>
                <a:cubicBezTo>
                  <a:pt x="845441" y="147839"/>
                  <a:pt x="840904" y="147176"/>
                  <a:pt x="837065" y="145850"/>
                </a:cubicBezTo>
                <a:cubicBezTo>
                  <a:pt x="833225" y="144524"/>
                  <a:pt x="830050" y="142482"/>
                  <a:pt x="827537" y="139725"/>
                </a:cubicBezTo>
                <a:cubicBezTo>
                  <a:pt x="825024" y="136968"/>
                  <a:pt x="823174" y="133495"/>
                  <a:pt x="821987" y="129307"/>
                </a:cubicBezTo>
                <a:cubicBezTo>
                  <a:pt x="820801" y="125119"/>
                  <a:pt x="820208" y="120163"/>
                  <a:pt x="820208" y="114439"/>
                </a:cubicBezTo>
                <a:lnTo>
                  <a:pt x="820208" y="66591"/>
                </a:lnTo>
                <a:lnTo>
                  <a:pt x="809004" y="66591"/>
                </a:lnTo>
                <a:cubicBezTo>
                  <a:pt x="807678" y="66591"/>
                  <a:pt x="806666" y="65770"/>
                  <a:pt x="805968" y="64130"/>
                </a:cubicBezTo>
                <a:cubicBezTo>
                  <a:pt x="805270" y="62490"/>
                  <a:pt x="804921" y="59750"/>
                  <a:pt x="804921" y="55911"/>
                </a:cubicBezTo>
                <a:cubicBezTo>
                  <a:pt x="804921" y="53887"/>
                  <a:pt x="805008" y="52177"/>
                  <a:pt x="805183" y="50780"/>
                </a:cubicBezTo>
                <a:cubicBezTo>
                  <a:pt x="805357" y="49384"/>
                  <a:pt x="805619" y="48285"/>
                  <a:pt x="805968" y="47482"/>
                </a:cubicBezTo>
                <a:cubicBezTo>
                  <a:pt x="806317" y="46680"/>
                  <a:pt x="806753" y="46104"/>
                  <a:pt x="807277" y="45755"/>
                </a:cubicBezTo>
                <a:cubicBezTo>
                  <a:pt x="807800" y="45406"/>
                  <a:pt x="808411" y="45231"/>
                  <a:pt x="809109" y="45231"/>
                </a:cubicBezTo>
                <a:lnTo>
                  <a:pt x="820208" y="45231"/>
                </a:lnTo>
                <a:lnTo>
                  <a:pt x="820208" y="24311"/>
                </a:lnTo>
                <a:cubicBezTo>
                  <a:pt x="820208" y="23608"/>
                  <a:pt x="820399" y="22977"/>
                  <a:pt x="820783" y="22416"/>
                </a:cubicBezTo>
                <a:cubicBezTo>
                  <a:pt x="821167" y="21855"/>
                  <a:pt x="821865" y="21383"/>
                  <a:pt x="822877" y="20999"/>
                </a:cubicBezTo>
                <a:cubicBezTo>
                  <a:pt x="823890" y="20613"/>
                  <a:pt x="825251" y="20333"/>
                  <a:pt x="826961" y="20158"/>
                </a:cubicBezTo>
                <a:cubicBezTo>
                  <a:pt x="828671" y="19982"/>
                  <a:pt x="830782" y="19893"/>
                  <a:pt x="833295" y="19893"/>
                </a:cubicBezTo>
                <a:cubicBezTo>
                  <a:pt x="835878" y="19893"/>
                  <a:pt x="838024" y="19982"/>
                  <a:pt x="839734" y="20158"/>
                </a:cubicBezTo>
                <a:cubicBezTo>
                  <a:pt x="841445" y="20333"/>
                  <a:pt x="842788" y="20613"/>
                  <a:pt x="843765" y="20999"/>
                </a:cubicBezTo>
                <a:cubicBezTo>
                  <a:pt x="844743" y="21383"/>
                  <a:pt x="845441" y="21855"/>
                  <a:pt x="845860" y="22416"/>
                </a:cubicBezTo>
                <a:cubicBezTo>
                  <a:pt x="846278" y="22977"/>
                  <a:pt x="846488" y="23608"/>
                  <a:pt x="846488" y="24311"/>
                </a:cubicBezTo>
                <a:lnTo>
                  <a:pt x="846488" y="45231"/>
                </a:lnTo>
                <a:lnTo>
                  <a:pt x="866800" y="45231"/>
                </a:lnTo>
                <a:cubicBezTo>
                  <a:pt x="867498" y="45231"/>
                  <a:pt x="868109" y="45406"/>
                  <a:pt x="868632" y="45755"/>
                </a:cubicBezTo>
                <a:cubicBezTo>
                  <a:pt x="869156" y="46104"/>
                  <a:pt x="869592" y="46680"/>
                  <a:pt x="869941" y="47482"/>
                </a:cubicBezTo>
                <a:cubicBezTo>
                  <a:pt x="870290" y="48285"/>
                  <a:pt x="870552" y="49384"/>
                  <a:pt x="870726" y="50780"/>
                </a:cubicBezTo>
                <a:cubicBezTo>
                  <a:pt x="870901" y="52177"/>
                  <a:pt x="870988" y="53887"/>
                  <a:pt x="870988" y="55911"/>
                </a:cubicBezTo>
                <a:cubicBezTo>
                  <a:pt x="870988" y="59750"/>
                  <a:pt x="870639" y="62490"/>
                  <a:pt x="869941" y="64130"/>
                </a:cubicBezTo>
                <a:cubicBezTo>
                  <a:pt x="869243" y="65770"/>
                  <a:pt x="868231" y="66591"/>
                  <a:pt x="866905" y="66591"/>
                </a:cubicBezTo>
                <a:lnTo>
                  <a:pt x="846488" y="66591"/>
                </a:lnTo>
                <a:lnTo>
                  <a:pt x="846488" y="110382"/>
                </a:lnTo>
                <a:cubicBezTo>
                  <a:pt x="846488" y="115469"/>
                  <a:pt x="847290" y="119284"/>
                  <a:pt x="848896" y="121827"/>
                </a:cubicBezTo>
                <a:cubicBezTo>
                  <a:pt x="850501" y="124371"/>
                  <a:pt x="853363" y="125642"/>
                  <a:pt x="857481" y="125642"/>
                </a:cubicBezTo>
                <a:cubicBezTo>
                  <a:pt x="858877" y="125642"/>
                  <a:pt x="860134" y="125520"/>
                  <a:pt x="861251" y="125276"/>
                </a:cubicBezTo>
                <a:cubicBezTo>
                  <a:pt x="862368" y="125032"/>
                  <a:pt x="863362" y="124752"/>
                  <a:pt x="864235" y="124438"/>
                </a:cubicBezTo>
                <a:cubicBezTo>
                  <a:pt x="865107" y="124124"/>
                  <a:pt x="865840" y="123845"/>
                  <a:pt x="866433" y="123601"/>
                </a:cubicBezTo>
                <a:cubicBezTo>
                  <a:pt x="867027" y="123356"/>
                  <a:pt x="867568" y="123234"/>
                  <a:pt x="868056" y="123234"/>
                </a:cubicBezTo>
                <a:cubicBezTo>
                  <a:pt x="868475" y="123234"/>
                  <a:pt x="868877" y="123356"/>
                  <a:pt x="869260" y="123601"/>
                </a:cubicBezTo>
                <a:cubicBezTo>
                  <a:pt x="869644" y="123845"/>
                  <a:pt x="869941" y="124335"/>
                  <a:pt x="870150" y="125070"/>
                </a:cubicBezTo>
                <a:cubicBezTo>
                  <a:pt x="870360" y="125803"/>
                  <a:pt x="870552" y="126801"/>
                  <a:pt x="870726" y="128064"/>
                </a:cubicBezTo>
                <a:cubicBezTo>
                  <a:pt x="870901" y="129324"/>
                  <a:pt x="870988" y="130936"/>
                  <a:pt x="870988" y="132900"/>
                </a:cubicBezTo>
                <a:close/>
                <a:moveTo>
                  <a:pt x="1028756" y="21621"/>
                </a:moveTo>
                <a:cubicBezTo>
                  <a:pt x="1028756" y="23654"/>
                  <a:pt x="1028669" y="25389"/>
                  <a:pt x="1028495" y="26827"/>
                </a:cubicBezTo>
                <a:cubicBezTo>
                  <a:pt x="1028320" y="28264"/>
                  <a:pt x="1028058" y="29421"/>
                  <a:pt x="1027709" y="30298"/>
                </a:cubicBezTo>
                <a:cubicBezTo>
                  <a:pt x="1027360" y="31175"/>
                  <a:pt x="1026924" y="31824"/>
                  <a:pt x="1026401" y="32245"/>
                </a:cubicBezTo>
                <a:cubicBezTo>
                  <a:pt x="1025877" y="32666"/>
                  <a:pt x="1025301" y="32876"/>
                  <a:pt x="1024673" y="32876"/>
                </a:cubicBezTo>
                <a:lnTo>
                  <a:pt x="990750" y="32876"/>
                </a:lnTo>
                <a:lnTo>
                  <a:pt x="990750" y="141979"/>
                </a:lnTo>
                <a:cubicBezTo>
                  <a:pt x="990750" y="142677"/>
                  <a:pt x="990523" y="143305"/>
                  <a:pt x="990069" y="143864"/>
                </a:cubicBezTo>
                <a:cubicBezTo>
                  <a:pt x="989615" y="144420"/>
                  <a:pt x="988865" y="144873"/>
                  <a:pt x="987818" y="145222"/>
                </a:cubicBezTo>
                <a:cubicBezTo>
                  <a:pt x="986771" y="145571"/>
                  <a:pt x="985357" y="145850"/>
                  <a:pt x="983577" y="146059"/>
                </a:cubicBezTo>
                <a:cubicBezTo>
                  <a:pt x="981797" y="146269"/>
                  <a:pt x="979581" y="146373"/>
                  <a:pt x="976929" y="146373"/>
                </a:cubicBezTo>
                <a:cubicBezTo>
                  <a:pt x="974276" y="146373"/>
                  <a:pt x="972060" y="146269"/>
                  <a:pt x="970280" y="146059"/>
                </a:cubicBezTo>
                <a:cubicBezTo>
                  <a:pt x="968500" y="145850"/>
                  <a:pt x="967087" y="145571"/>
                  <a:pt x="966040" y="145222"/>
                </a:cubicBezTo>
                <a:cubicBezTo>
                  <a:pt x="964993" y="144873"/>
                  <a:pt x="964242" y="144420"/>
                  <a:pt x="963789" y="143864"/>
                </a:cubicBezTo>
                <a:cubicBezTo>
                  <a:pt x="963335" y="143305"/>
                  <a:pt x="963108" y="142677"/>
                  <a:pt x="963108" y="141979"/>
                </a:cubicBezTo>
                <a:lnTo>
                  <a:pt x="963108" y="32876"/>
                </a:lnTo>
                <a:lnTo>
                  <a:pt x="929185" y="32876"/>
                </a:lnTo>
                <a:cubicBezTo>
                  <a:pt x="928487" y="32876"/>
                  <a:pt x="927893" y="32666"/>
                  <a:pt x="927405" y="32245"/>
                </a:cubicBezTo>
                <a:cubicBezTo>
                  <a:pt x="926916" y="31824"/>
                  <a:pt x="926497" y="31175"/>
                  <a:pt x="926148" y="30298"/>
                </a:cubicBezTo>
                <a:cubicBezTo>
                  <a:pt x="925799" y="29421"/>
                  <a:pt x="925538" y="28264"/>
                  <a:pt x="925363" y="26827"/>
                </a:cubicBezTo>
                <a:cubicBezTo>
                  <a:pt x="925189" y="25389"/>
                  <a:pt x="925101" y="23654"/>
                  <a:pt x="925101" y="21621"/>
                </a:cubicBezTo>
                <a:cubicBezTo>
                  <a:pt x="925101" y="19518"/>
                  <a:pt x="925189" y="17731"/>
                  <a:pt x="925363" y="16258"/>
                </a:cubicBezTo>
                <a:cubicBezTo>
                  <a:pt x="925538" y="14784"/>
                  <a:pt x="925799" y="13609"/>
                  <a:pt x="926148" y="12734"/>
                </a:cubicBezTo>
                <a:cubicBezTo>
                  <a:pt x="926497" y="11858"/>
                  <a:pt x="926916" y="11226"/>
                  <a:pt x="927405" y="10840"/>
                </a:cubicBezTo>
                <a:cubicBezTo>
                  <a:pt x="927893" y="10454"/>
                  <a:pt x="928487" y="10261"/>
                  <a:pt x="929185" y="10261"/>
                </a:cubicBezTo>
                <a:lnTo>
                  <a:pt x="1024673" y="10261"/>
                </a:lnTo>
                <a:cubicBezTo>
                  <a:pt x="1025301" y="10261"/>
                  <a:pt x="1025877" y="10454"/>
                  <a:pt x="1026401" y="10840"/>
                </a:cubicBezTo>
                <a:cubicBezTo>
                  <a:pt x="1026924" y="11226"/>
                  <a:pt x="1027360" y="11858"/>
                  <a:pt x="1027709" y="12734"/>
                </a:cubicBezTo>
                <a:cubicBezTo>
                  <a:pt x="1028058" y="13609"/>
                  <a:pt x="1028320" y="14784"/>
                  <a:pt x="1028495" y="16258"/>
                </a:cubicBezTo>
                <a:cubicBezTo>
                  <a:pt x="1028669" y="17731"/>
                  <a:pt x="1028756" y="19518"/>
                  <a:pt x="1028756" y="21621"/>
                </a:cubicBezTo>
                <a:close/>
                <a:moveTo>
                  <a:pt x="1136023" y="94543"/>
                </a:moveTo>
                <a:cubicBezTo>
                  <a:pt x="1136023" y="102517"/>
                  <a:pt x="1134976" y="109792"/>
                  <a:pt x="1132882" y="116367"/>
                </a:cubicBezTo>
                <a:cubicBezTo>
                  <a:pt x="1130788" y="122941"/>
                  <a:pt x="1127612" y="128606"/>
                  <a:pt x="1123354" y="133361"/>
                </a:cubicBezTo>
                <a:cubicBezTo>
                  <a:pt x="1119096" y="138116"/>
                  <a:pt x="1113756" y="141788"/>
                  <a:pt x="1107335" y="144378"/>
                </a:cubicBezTo>
                <a:cubicBezTo>
                  <a:pt x="1100913" y="146965"/>
                  <a:pt x="1093409" y="148258"/>
                  <a:pt x="1084824" y="148258"/>
                </a:cubicBezTo>
                <a:cubicBezTo>
                  <a:pt x="1076517" y="148258"/>
                  <a:pt x="1069293" y="147104"/>
                  <a:pt x="1063150" y="144796"/>
                </a:cubicBezTo>
                <a:cubicBezTo>
                  <a:pt x="1057008" y="142489"/>
                  <a:pt x="1051912" y="139132"/>
                  <a:pt x="1047864" y="134725"/>
                </a:cubicBezTo>
                <a:cubicBezTo>
                  <a:pt x="1043815" y="130319"/>
                  <a:pt x="1040814" y="124899"/>
                  <a:pt x="1038860" y="118464"/>
                </a:cubicBezTo>
                <a:cubicBezTo>
                  <a:pt x="1036905" y="112029"/>
                  <a:pt x="1035928" y="104686"/>
                  <a:pt x="1035928" y="96434"/>
                </a:cubicBezTo>
                <a:cubicBezTo>
                  <a:pt x="1035928" y="88459"/>
                  <a:pt x="1036992" y="81167"/>
                  <a:pt x="1039121" y="74558"/>
                </a:cubicBezTo>
                <a:cubicBezTo>
                  <a:pt x="1041250" y="67948"/>
                  <a:pt x="1044444" y="62284"/>
                  <a:pt x="1048702" y="57563"/>
                </a:cubicBezTo>
                <a:cubicBezTo>
                  <a:pt x="1052959" y="52843"/>
                  <a:pt x="1058282" y="49189"/>
                  <a:pt x="1064669" y="46602"/>
                </a:cubicBezTo>
                <a:cubicBezTo>
                  <a:pt x="1071055" y="44013"/>
                  <a:pt x="1078542" y="42718"/>
                  <a:pt x="1087127" y="42718"/>
                </a:cubicBezTo>
                <a:cubicBezTo>
                  <a:pt x="1095503" y="42718"/>
                  <a:pt x="1102763" y="43855"/>
                  <a:pt x="1108905" y="46128"/>
                </a:cubicBezTo>
                <a:cubicBezTo>
                  <a:pt x="1115048" y="48401"/>
                  <a:pt x="1120126" y="51740"/>
                  <a:pt x="1124139" y="56146"/>
                </a:cubicBezTo>
                <a:cubicBezTo>
                  <a:pt x="1128153" y="60553"/>
                  <a:pt x="1131137" y="65973"/>
                  <a:pt x="1133091" y="72408"/>
                </a:cubicBezTo>
                <a:cubicBezTo>
                  <a:pt x="1135046" y="78843"/>
                  <a:pt x="1136023" y="86221"/>
                  <a:pt x="1136023" y="94543"/>
                </a:cubicBezTo>
                <a:moveTo>
                  <a:pt x="1108905" y="95593"/>
                </a:moveTo>
                <a:cubicBezTo>
                  <a:pt x="1108905" y="90986"/>
                  <a:pt x="1108539" y="86746"/>
                  <a:pt x="1107806" y="82872"/>
                </a:cubicBezTo>
                <a:cubicBezTo>
                  <a:pt x="1107073" y="78998"/>
                  <a:pt x="1105834" y="75630"/>
                  <a:pt x="1104089" y="72768"/>
                </a:cubicBezTo>
                <a:cubicBezTo>
                  <a:pt x="1102344" y="69906"/>
                  <a:pt x="1100023" y="67672"/>
                  <a:pt x="1097126" y="66067"/>
                </a:cubicBezTo>
                <a:cubicBezTo>
                  <a:pt x="1094230" y="64462"/>
                  <a:pt x="1090582" y="63659"/>
                  <a:pt x="1086185" y="63659"/>
                </a:cubicBezTo>
                <a:cubicBezTo>
                  <a:pt x="1082276" y="63659"/>
                  <a:pt x="1078856" y="64374"/>
                  <a:pt x="1075924" y="65805"/>
                </a:cubicBezTo>
                <a:cubicBezTo>
                  <a:pt x="1072992" y="67236"/>
                  <a:pt x="1070584" y="69330"/>
                  <a:pt x="1068700" y="72087"/>
                </a:cubicBezTo>
                <a:cubicBezTo>
                  <a:pt x="1066815" y="74845"/>
                  <a:pt x="1065402" y="78160"/>
                  <a:pt x="1064459" y="82034"/>
                </a:cubicBezTo>
                <a:cubicBezTo>
                  <a:pt x="1063517" y="85908"/>
                  <a:pt x="1063046" y="90323"/>
                  <a:pt x="1063046" y="95279"/>
                </a:cubicBezTo>
                <a:cubicBezTo>
                  <a:pt x="1063046" y="99886"/>
                  <a:pt x="1063430" y="104126"/>
                  <a:pt x="1064197" y="108000"/>
                </a:cubicBezTo>
                <a:cubicBezTo>
                  <a:pt x="1064965" y="111874"/>
                  <a:pt x="1066204" y="115242"/>
                  <a:pt x="1067914" y="118104"/>
                </a:cubicBezTo>
                <a:cubicBezTo>
                  <a:pt x="1069625" y="120966"/>
                  <a:pt x="1071945" y="123182"/>
                  <a:pt x="1074877" y="124752"/>
                </a:cubicBezTo>
                <a:cubicBezTo>
                  <a:pt x="1077809" y="126323"/>
                  <a:pt x="1081438" y="127108"/>
                  <a:pt x="1085766" y="127108"/>
                </a:cubicBezTo>
                <a:cubicBezTo>
                  <a:pt x="1089745" y="127108"/>
                  <a:pt x="1093200" y="126393"/>
                  <a:pt x="1096132" y="124962"/>
                </a:cubicBezTo>
                <a:cubicBezTo>
                  <a:pt x="1099063" y="123531"/>
                  <a:pt x="1101471" y="121454"/>
                  <a:pt x="1103356" y="118732"/>
                </a:cubicBezTo>
                <a:cubicBezTo>
                  <a:pt x="1105241" y="116010"/>
                  <a:pt x="1106637" y="112712"/>
                  <a:pt x="1107544" y="108838"/>
                </a:cubicBezTo>
                <a:cubicBezTo>
                  <a:pt x="1108452" y="104964"/>
                  <a:pt x="1108905" y="100549"/>
                  <a:pt x="1108905" y="95593"/>
                </a:cubicBezTo>
                <a:close/>
                <a:moveTo>
                  <a:pt x="1242081" y="142290"/>
                </a:moveTo>
                <a:cubicBezTo>
                  <a:pt x="1242081" y="142988"/>
                  <a:pt x="1241889" y="143599"/>
                  <a:pt x="1241505" y="144122"/>
                </a:cubicBezTo>
                <a:cubicBezTo>
                  <a:pt x="1241121" y="144646"/>
                  <a:pt x="1240423" y="145065"/>
                  <a:pt x="1239411" y="145379"/>
                </a:cubicBezTo>
                <a:cubicBezTo>
                  <a:pt x="1238399" y="145693"/>
                  <a:pt x="1237021" y="145937"/>
                  <a:pt x="1235276" y="146112"/>
                </a:cubicBezTo>
                <a:cubicBezTo>
                  <a:pt x="1233531" y="146286"/>
                  <a:pt x="1231262" y="146373"/>
                  <a:pt x="1228470" y="146373"/>
                </a:cubicBezTo>
                <a:cubicBezTo>
                  <a:pt x="1225608" y="146373"/>
                  <a:pt x="1223287" y="146304"/>
                  <a:pt x="1221507" y="146164"/>
                </a:cubicBezTo>
                <a:cubicBezTo>
                  <a:pt x="1219727" y="146024"/>
                  <a:pt x="1218261" y="145798"/>
                  <a:pt x="1217110" y="145483"/>
                </a:cubicBezTo>
                <a:cubicBezTo>
                  <a:pt x="1215958" y="145169"/>
                  <a:pt x="1215068" y="144733"/>
                  <a:pt x="1214440" y="144175"/>
                </a:cubicBezTo>
                <a:cubicBezTo>
                  <a:pt x="1213812" y="143616"/>
                  <a:pt x="1213253" y="142883"/>
                  <a:pt x="1212765" y="141976"/>
                </a:cubicBezTo>
                <a:lnTo>
                  <a:pt x="1181668" y="92766"/>
                </a:lnTo>
                <a:lnTo>
                  <a:pt x="1181668" y="142185"/>
                </a:lnTo>
                <a:cubicBezTo>
                  <a:pt x="1181668" y="142883"/>
                  <a:pt x="1181459" y="143494"/>
                  <a:pt x="1181040" y="144018"/>
                </a:cubicBezTo>
                <a:cubicBezTo>
                  <a:pt x="1180621" y="144541"/>
                  <a:pt x="1179906" y="144977"/>
                  <a:pt x="1178894" y="145326"/>
                </a:cubicBezTo>
                <a:cubicBezTo>
                  <a:pt x="1177881" y="145675"/>
                  <a:pt x="1176538" y="145937"/>
                  <a:pt x="1174862" y="146112"/>
                </a:cubicBezTo>
                <a:cubicBezTo>
                  <a:pt x="1173187" y="146286"/>
                  <a:pt x="1171058" y="146373"/>
                  <a:pt x="1168476" y="146373"/>
                </a:cubicBezTo>
                <a:cubicBezTo>
                  <a:pt x="1165893" y="146373"/>
                  <a:pt x="1163764" y="146286"/>
                  <a:pt x="1162089" y="146112"/>
                </a:cubicBezTo>
                <a:cubicBezTo>
                  <a:pt x="1160414" y="145937"/>
                  <a:pt x="1159070" y="145675"/>
                  <a:pt x="1158058" y="145326"/>
                </a:cubicBezTo>
                <a:cubicBezTo>
                  <a:pt x="1157046" y="144977"/>
                  <a:pt x="1156330" y="144541"/>
                  <a:pt x="1155911" y="144018"/>
                </a:cubicBezTo>
                <a:cubicBezTo>
                  <a:pt x="1155493" y="143494"/>
                  <a:pt x="1155283" y="142883"/>
                  <a:pt x="1155283" y="142185"/>
                </a:cubicBezTo>
                <a:lnTo>
                  <a:pt x="1155283" y="4502"/>
                </a:lnTo>
                <a:cubicBezTo>
                  <a:pt x="1155283" y="3804"/>
                  <a:pt x="1155493" y="3176"/>
                  <a:pt x="1155911" y="2618"/>
                </a:cubicBezTo>
                <a:cubicBezTo>
                  <a:pt x="1156330" y="2059"/>
                  <a:pt x="1157046" y="1588"/>
                  <a:pt x="1158058" y="1204"/>
                </a:cubicBezTo>
                <a:cubicBezTo>
                  <a:pt x="1159070" y="820"/>
                  <a:pt x="1160414" y="524"/>
                  <a:pt x="1162089" y="314"/>
                </a:cubicBezTo>
                <a:cubicBezTo>
                  <a:pt x="1163764" y="105"/>
                  <a:pt x="1165893" y="0"/>
                  <a:pt x="1168476" y="0"/>
                </a:cubicBezTo>
                <a:cubicBezTo>
                  <a:pt x="1171058" y="0"/>
                  <a:pt x="1173187" y="105"/>
                  <a:pt x="1174862" y="314"/>
                </a:cubicBezTo>
                <a:cubicBezTo>
                  <a:pt x="1176538" y="524"/>
                  <a:pt x="1177881" y="820"/>
                  <a:pt x="1178894" y="1204"/>
                </a:cubicBezTo>
                <a:cubicBezTo>
                  <a:pt x="1179906" y="1588"/>
                  <a:pt x="1180621" y="2059"/>
                  <a:pt x="1181040" y="2618"/>
                </a:cubicBezTo>
                <a:cubicBezTo>
                  <a:pt x="1181459" y="3176"/>
                  <a:pt x="1181668" y="3804"/>
                  <a:pt x="1181668" y="4502"/>
                </a:cubicBezTo>
                <a:lnTo>
                  <a:pt x="1181668" y="86484"/>
                </a:lnTo>
                <a:lnTo>
                  <a:pt x="1209309" y="49315"/>
                </a:lnTo>
                <a:cubicBezTo>
                  <a:pt x="1209868" y="48477"/>
                  <a:pt x="1210496" y="47744"/>
                  <a:pt x="1211194" y="47116"/>
                </a:cubicBezTo>
                <a:cubicBezTo>
                  <a:pt x="1211892" y="46488"/>
                  <a:pt x="1212817" y="45999"/>
                  <a:pt x="1213969" y="45650"/>
                </a:cubicBezTo>
                <a:cubicBezTo>
                  <a:pt x="1215120" y="45301"/>
                  <a:pt x="1216551" y="45039"/>
                  <a:pt x="1218261" y="44865"/>
                </a:cubicBezTo>
                <a:cubicBezTo>
                  <a:pt x="1219972" y="44690"/>
                  <a:pt x="1222153" y="44603"/>
                  <a:pt x="1224805" y="44603"/>
                </a:cubicBezTo>
                <a:cubicBezTo>
                  <a:pt x="1227388" y="44603"/>
                  <a:pt x="1229569" y="44690"/>
                  <a:pt x="1231349" y="44865"/>
                </a:cubicBezTo>
                <a:cubicBezTo>
                  <a:pt x="1233129" y="45039"/>
                  <a:pt x="1234560" y="45301"/>
                  <a:pt x="1235642" y="45650"/>
                </a:cubicBezTo>
                <a:cubicBezTo>
                  <a:pt x="1236724" y="45999"/>
                  <a:pt x="1237474" y="46435"/>
                  <a:pt x="1237893" y="46959"/>
                </a:cubicBezTo>
                <a:cubicBezTo>
                  <a:pt x="1238312" y="47482"/>
                  <a:pt x="1238521" y="48128"/>
                  <a:pt x="1238521" y="48896"/>
                </a:cubicBezTo>
                <a:cubicBezTo>
                  <a:pt x="1238521" y="49943"/>
                  <a:pt x="1238260" y="51060"/>
                  <a:pt x="1237736" y="52246"/>
                </a:cubicBezTo>
                <a:cubicBezTo>
                  <a:pt x="1237213" y="53433"/>
                  <a:pt x="1236427" y="54689"/>
                  <a:pt x="1235380" y="56016"/>
                </a:cubicBezTo>
                <a:lnTo>
                  <a:pt x="1208053" y="87007"/>
                </a:lnTo>
                <a:lnTo>
                  <a:pt x="1239673" y="135903"/>
                </a:lnTo>
                <a:cubicBezTo>
                  <a:pt x="1240511" y="137299"/>
                  <a:pt x="1241121" y="138503"/>
                  <a:pt x="1241505" y="139515"/>
                </a:cubicBezTo>
                <a:cubicBezTo>
                  <a:pt x="1241889" y="140528"/>
                  <a:pt x="1242081" y="141452"/>
                  <a:pt x="1242081" y="142290"/>
                </a:cubicBezTo>
                <a:close/>
                <a:moveTo>
                  <a:pt x="1339234" y="92750"/>
                </a:moveTo>
                <a:cubicBezTo>
                  <a:pt x="1339234" y="95967"/>
                  <a:pt x="1338518" y="98345"/>
                  <a:pt x="1337087" y="99882"/>
                </a:cubicBezTo>
                <a:cubicBezTo>
                  <a:pt x="1335656" y="101420"/>
                  <a:pt x="1333684" y="102189"/>
                  <a:pt x="1331172" y="102189"/>
                </a:cubicBezTo>
                <a:lnTo>
                  <a:pt x="1274318" y="102189"/>
                </a:lnTo>
                <a:cubicBezTo>
                  <a:pt x="1274318" y="106183"/>
                  <a:pt x="1274790" y="109810"/>
                  <a:pt x="1275732" y="113068"/>
                </a:cubicBezTo>
                <a:cubicBezTo>
                  <a:pt x="1276674" y="116327"/>
                  <a:pt x="1278175" y="119096"/>
                  <a:pt x="1280234" y="121376"/>
                </a:cubicBezTo>
                <a:cubicBezTo>
                  <a:pt x="1282293" y="123653"/>
                  <a:pt x="1284946" y="125387"/>
                  <a:pt x="1288191" y="126578"/>
                </a:cubicBezTo>
                <a:cubicBezTo>
                  <a:pt x="1291437" y="127769"/>
                  <a:pt x="1295329" y="128365"/>
                  <a:pt x="1299866" y="128365"/>
                </a:cubicBezTo>
                <a:cubicBezTo>
                  <a:pt x="1304473" y="128365"/>
                  <a:pt x="1308521" y="128028"/>
                  <a:pt x="1312011" y="127354"/>
                </a:cubicBezTo>
                <a:cubicBezTo>
                  <a:pt x="1315501" y="126680"/>
                  <a:pt x="1318520" y="125935"/>
                  <a:pt x="1321068" y="125119"/>
                </a:cubicBezTo>
                <a:cubicBezTo>
                  <a:pt x="1323616" y="124303"/>
                  <a:pt x="1325727" y="123558"/>
                  <a:pt x="1327402" y="122884"/>
                </a:cubicBezTo>
                <a:cubicBezTo>
                  <a:pt x="1329078" y="122210"/>
                  <a:pt x="1330439" y="121873"/>
                  <a:pt x="1331486" y="121873"/>
                </a:cubicBezTo>
                <a:cubicBezTo>
                  <a:pt x="1332114" y="121873"/>
                  <a:pt x="1332637" y="121996"/>
                  <a:pt x="1333056" y="122243"/>
                </a:cubicBezTo>
                <a:cubicBezTo>
                  <a:pt x="1333475" y="122487"/>
                  <a:pt x="1333824" y="122926"/>
                  <a:pt x="1334103" y="123558"/>
                </a:cubicBezTo>
                <a:cubicBezTo>
                  <a:pt x="1334382" y="124189"/>
                  <a:pt x="1334574" y="125083"/>
                  <a:pt x="1334679" y="126241"/>
                </a:cubicBezTo>
                <a:cubicBezTo>
                  <a:pt x="1334784" y="127399"/>
                  <a:pt x="1334836" y="128856"/>
                  <a:pt x="1334836" y="130609"/>
                </a:cubicBezTo>
                <a:cubicBezTo>
                  <a:pt x="1334836" y="132154"/>
                  <a:pt x="1334801" y="133470"/>
                  <a:pt x="1334731" y="134558"/>
                </a:cubicBezTo>
                <a:cubicBezTo>
                  <a:pt x="1334662" y="135645"/>
                  <a:pt x="1334557" y="136574"/>
                  <a:pt x="1334417" y="137346"/>
                </a:cubicBezTo>
                <a:cubicBezTo>
                  <a:pt x="1334278" y="138118"/>
                  <a:pt x="1334068" y="138768"/>
                  <a:pt x="1333789" y="139296"/>
                </a:cubicBezTo>
                <a:cubicBezTo>
                  <a:pt x="1333510" y="139822"/>
                  <a:pt x="1333143" y="140330"/>
                  <a:pt x="1332690" y="140821"/>
                </a:cubicBezTo>
                <a:cubicBezTo>
                  <a:pt x="1332236" y="141312"/>
                  <a:pt x="1330997" y="141976"/>
                  <a:pt x="1328973" y="142814"/>
                </a:cubicBezTo>
                <a:cubicBezTo>
                  <a:pt x="1326949" y="143651"/>
                  <a:pt x="1324366" y="144471"/>
                  <a:pt x="1321225" y="145274"/>
                </a:cubicBezTo>
                <a:cubicBezTo>
                  <a:pt x="1318084" y="146077"/>
                  <a:pt x="1314489" y="146775"/>
                  <a:pt x="1310441" y="147368"/>
                </a:cubicBezTo>
                <a:cubicBezTo>
                  <a:pt x="1306392" y="147961"/>
                  <a:pt x="1302064" y="148258"/>
                  <a:pt x="1297457" y="148258"/>
                </a:cubicBezTo>
                <a:cubicBezTo>
                  <a:pt x="1289151" y="148258"/>
                  <a:pt x="1281874" y="147209"/>
                  <a:pt x="1275627" y="145110"/>
                </a:cubicBezTo>
                <a:cubicBezTo>
                  <a:pt x="1269380" y="143012"/>
                  <a:pt x="1264162" y="139830"/>
                  <a:pt x="1259974" y="135563"/>
                </a:cubicBezTo>
                <a:cubicBezTo>
                  <a:pt x="1255786" y="131296"/>
                  <a:pt x="1252662" y="125912"/>
                  <a:pt x="1250603" y="119409"/>
                </a:cubicBezTo>
                <a:cubicBezTo>
                  <a:pt x="1248544" y="112905"/>
                  <a:pt x="1247515" y="105281"/>
                  <a:pt x="1247515" y="96539"/>
                </a:cubicBezTo>
                <a:cubicBezTo>
                  <a:pt x="1247515" y="88215"/>
                  <a:pt x="1248597" y="80713"/>
                  <a:pt x="1250760" y="74034"/>
                </a:cubicBezTo>
                <a:cubicBezTo>
                  <a:pt x="1252924" y="67355"/>
                  <a:pt x="1256065" y="61690"/>
                  <a:pt x="1260184" y="57040"/>
                </a:cubicBezTo>
                <a:cubicBezTo>
                  <a:pt x="1264302" y="52387"/>
                  <a:pt x="1269310" y="48837"/>
                  <a:pt x="1275208" y="46390"/>
                </a:cubicBezTo>
                <a:cubicBezTo>
                  <a:pt x="1281107" y="43942"/>
                  <a:pt x="1287755" y="42718"/>
                  <a:pt x="1295154" y="42718"/>
                </a:cubicBezTo>
                <a:cubicBezTo>
                  <a:pt x="1302972" y="42718"/>
                  <a:pt x="1309655" y="43872"/>
                  <a:pt x="1315204" y="46180"/>
                </a:cubicBezTo>
                <a:cubicBezTo>
                  <a:pt x="1320754" y="48488"/>
                  <a:pt x="1325308" y="51687"/>
                  <a:pt x="1328868" y="55777"/>
                </a:cubicBezTo>
                <a:cubicBezTo>
                  <a:pt x="1332428" y="59867"/>
                  <a:pt x="1335046" y="64709"/>
                  <a:pt x="1336721" y="70304"/>
                </a:cubicBezTo>
                <a:cubicBezTo>
                  <a:pt x="1338396" y="75897"/>
                  <a:pt x="1339234" y="81981"/>
                  <a:pt x="1339234" y="88555"/>
                </a:cubicBezTo>
                <a:lnTo>
                  <a:pt x="1339234" y="92750"/>
                </a:lnTo>
                <a:moveTo>
                  <a:pt x="1313686" y="85227"/>
                </a:moveTo>
                <a:cubicBezTo>
                  <a:pt x="1313896" y="77796"/>
                  <a:pt x="1312412" y="71960"/>
                  <a:pt x="1309236" y="67719"/>
                </a:cubicBezTo>
                <a:cubicBezTo>
                  <a:pt x="1306061" y="63477"/>
                  <a:pt x="1301157" y="61355"/>
                  <a:pt x="1294526" y="61355"/>
                </a:cubicBezTo>
                <a:cubicBezTo>
                  <a:pt x="1291175" y="61355"/>
                  <a:pt x="1288261" y="61987"/>
                  <a:pt x="1285783" y="63250"/>
                </a:cubicBezTo>
                <a:cubicBezTo>
                  <a:pt x="1283305" y="64511"/>
                  <a:pt x="1281246" y="66211"/>
                  <a:pt x="1279606" y="68351"/>
                </a:cubicBezTo>
                <a:cubicBezTo>
                  <a:pt x="1277965" y="70488"/>
                  <a:pt x="1276709" y="73012"/>
                  <a:pt x="1275837" y="75922"/>
                </a:cubicBezTo>
                <a:cubicBezTo>
                  <a:pt x="1274964" y="78830"/>
                  <a:pt x="1274458" y="81932"/>
                  <a:pt x="1274318" y="85227"/>
                </a:cubicBezTo>
                <a:lnTo>
                  <a:pt x="1313686" y="85227"/>
                </a:lnTo>
                <a:close/>
                <a:moveTo>
                  <a:pt x="1448999" y="142182"/>
                </a:moveTo>
                <a:cubicBezTo>
                  <a:pt x="1448999" y="142880"/>
                  <a:pt x="1448790" y="143492"/>
                  <a:pt x="1448371" y="144018"/>
                </a:cubicBezTo>
                <a:cubicBezTo>
                  <a:pt x="1447952" y="144541"/>
                  <a:pt x="1447254" y="144977"/>
                  <a:pt x="1446277" y="145326"/>
                </a:cubicBezTo>
                <a:cubicBezTo>
                  <a:pt x="1445299" y="145675"/>
                  <a:pt x="1443956" y="145937"/>
                  <a:pt x="1442246" y="146112"/>
                </a:cubicBezTo>
                <a:cubicBezTo>
                  <a:pt x="1440535" y="146286"/>
                  <a:pt x="1438424" y="146373"/>
                  <a:pt x="1435911" y="146373"/>
                </a:cubicBezTo>
                <a:cubicBezTo>
                  <a:pt x="1433329" y="146373"/>
                  <a:pt x="1431182" y="146286"/>
                  <a:pt x="1429472" y="146112"/>
                </a:cubicBezTo>
                <a:cubicBezTo>
                  <a:pt x="1427762" y="145937"/>
                  <a:pt x="1426418" y="145675"/>
                  <a:pt x="1425441" y="145326"/>
                </a:cubicBezTo>
                <a:cubicBezTo>
                  <a:pt x="1424464" y="144977"/>
                  <a:pt x="1423766" y="144541"/>
                  <a:pt x="1423347" y="144018"/>
                </a:cubicBezTo>
                <a:cubicBezTo>
                  <a:pt x="1422928" y="143494"/>
                  <a:pt x="1422719" y="142883"/>
                  <a:pt x="1422719" y="142185"/>
                </a:cubicBezTo>
                <a:lnTo>
                  <a:pt x="1422719" y="88892"/>
                </a:lnTo>
                <a:cubicBezTo>
                  <a:pt x="1422719" y="84355"/>
                  <a:pt x="1422387" y="80795"/>
                  <a:pt x="1421724" y="78212"/>
                </a:cubicBezTo>
                <a:cubicBezTo>
                  <a:pt x="1421061" y="75630"/>
                  <a:pt x="1420101" y="73414"/>
                  <a:pt x="1418845" y="71564"/>
                </a:cubicBezTo>
                <a:cubicBezTo>
                  <a:pt x="1417588" y="69714"/>
                  <a:pt x="1415965" y="68283"/>
                  <a:pt x="1413976" y="67271"/>
                </a:cubicBezTo>
                <a:cubicBezTo>
                  <a:pt x="1411987" y="66259"/>
                  <a:pt x="1409666" y="65753"/>
                  <a:pt x="1407013" y="65753"/>
                </a:cubicBezTo>
                <a:cubicBezTo>
                  <a:pt x="1403663" y="65753"/>
                  <a:pt x="1400278" y="66974"/>
                  <a:pt x="1396857" y="69417"/>
                </a:cubicBezTo>
                <a:cubicBezTo>
                  <a:pt x="1393437" y="71861"/>
                  <a:pt x="1389877" y="75420"/>
                  <a:pt x="1386178" y="80097"/>
                </a:cubicBezTo>
                <a:lnTo>
                  <a:pt x="1386178" y="142185"/>
                </a:lnTo>
                <a:cubicBezTo>
                  <a:pt x="1386178" y="142883"/>
                  <a:pt x="1385968" y="143494"/>
                  <a:pt x="1385549" y="144018"/>
                </a:cubicBezTo>
                <a:cubicBezTo>
                  <a:pt x="1385131" y="144541"/>
                  <a:pt x="1384415" y="144977"/>
                  <a:pt x="1383403" y="145326"/>
                </a:cubicBezTo>
                <a:cubicBezTo>
                  <a:pt x="1382391" y="145675"/>
                  <a:pt x="1381047" y="145937"/>
                  <a:pt x="1379372" y="146112"/>
                </a:cubicBezTo>
                <a:cubicBezTo>
                  <a:pt x="1377697" y="146286"/>
                  <a:pt x="1375568" y="146373"/>
                  <a:pt x="1372985" y="146373"/>
                </a:cubicBezTo>
                <a:cubicBezTo>
                  <a:pt x="1370403" y="146373"/>
                  <a:pt x="1368274" y="146286"/>
                  <a:pt x="1366598" y="146112"/>
                </a:cubicBezTo>
                <a:cubicBezTo>
                  <a:pt x="1364923" y="145937"/>
                  <a:pt x="1363579" y="145675"/>
                  <a:pt x="1362567" y="145326"/>
                </a:cubicBezTo>
                <a:cubicBezTo>
                  <a:pt x="1361555" y="144977"/>
                  <a:pt x="1360840" y="144541"/>
                  <a:pt x="1360421" y="144018"/>
                </a:cubicBezTo>
                <a:cubicBezTo>
                  <a:pt x="1360002" y="143494"/>
                  <a:pt x="1359793" y="142883"/>
                  <a:pt x="1359793" y="142185"/>
                </a:cubicBezTo>
                <a:lnTo>
                  <a:pt x="1359793" y="48791"/>
                </a:lnTo>
                <a:cubicBezTo>
                  <a:pt x="1359793" y="48093"/>
                  <a:pt x="1359967" y="47482"/>
                  <a:pt x="1360316" y="46959"/>
                </a:cubicBezTo>
                <a:cubicBezTo>
                  <a:pt x="1360665" y="46435"/>
                  <a:pt x="1361293" y="45999"/>
                  <a:pt x="1362201" y="45650"/>
                </a:cubicBezTo>
                <a:cubicBezTo>
                  <a:pt x="1363108" y="45301"/>
                  <a:pt x="1364277" y="45039"/>
                  <a:pt x="1365708" y="44865"/>
                </a:cubicBezTo>
                <a:cubicBezTo>
                  <a:pt x="1367139" y="44690"/>
                  <a:pt x="1368937" y="44603"/>
                  <a:pt x="1371101" y="44603"/>
                </a:cubicBezTo>
                <a:cubicBezTo>
                  <a:pt x="1373334" y="44603"/>
                  <a:pt x="1375184" y="44690"/>
                  <a:pt x="1376650" y="44865"/>
                </a:cubicBezTo>
                <a:cubicBezTo>
                  <a:pt x="1378116" y="45039"/>
                  <a:pt x="1379250" y="45301"/>
                  <a:pt x="1380053" y="45650"/>
                </a:cubicBezTo>
                <a:cubicBezTo>
                  <a:pt x="1380855" y="45999"/>
                  <a:pt x="1381431" y="46435"/>
                  <a:pt x="1381780" y="46959"/>
                </a:cubicBezTo>
                <a:cubicBezTo>
                  <a:pt x="1382129" y="47482"/>
                  <a:pt x="1382304" y="48093"/>
                  <a:pt x="1382304" y="48791"/>
                </a:cubicBezTo>
                <a:lnTo>
                  <a:pt x="1382304" y="59575"/>
                </a:lnTo>
                <a:cubicBezTo>
                  <a:pt x="1387469" y="53956"/>
                  <a:pt x="1392722" y="49742"/>
                  <a:pt x="1398061" y="46933"/>
                </a:cubicBezTo>
                <a:cubicBezTo>
                  <a:pt x="1403401" y="44123"/>
                  <a:pt x="1408968" y="42718"/>
                  <a:pt x="1414761" y="42718"/>
                </a:cubicBezTo>
                <a:cubicBezTo>
                  <a:pt x="1421113" y="42718"/>
                  <a:pt x="1426471" y="43767"/>
                  <a:pt x="1430833" y="45863"/>
                </a:cubicBezTo>
                <a:cubicBezTo>
                  <a:pt x="1435196" y="47959"/>
                  <a:pt x="1438721" y="50807"/>
                  <a:pt x="1441408" y="54406"/>
                </a:cubicBezTo>
                <a:cubicBezTo>
                  <a:pt x="1444095" y="58003"/>
                  <a:pt x="1446032" y="62213"/>
                  <a:pt x="1447219" y="67035"/>
                </a:cubicBezTo>
                <a:cubicBezTo>
                  <a:pt x="1448406" y="71856"/>
                  <a:pt x="1448999" y="77655"/>
                  <a:pt x="1448999" y="84432"/>
                </a:cubicBezTo>
                <a:lnTo>
                  <a:pt x="1448999" y="142182"/>
                </a:lnTo>
                <a:close/>
                <a:moveTo>
                  <a:pt x="1538483" y="115840"/>
                </a:moveTo>
                <a:cubicBezTo>
                  <a:pt x="1538483" y="121156"/>
                  <a:pt x="1537489" y="125842"/>
                  <a:pt x="1535499" y="129899"/>
                </a:cubicBezTo>
                <a:cubicBezTo>
                  <a:pt x="1533510" y="133954"/>
                  <a:pt x="1530701" y="137346"/>
                  <a:pt x="1527071" y="140075"/>
                </a:cubicBezTo>
                <a:cubicBezTo>
                  <a:pt x="1523441" y="142802"/>
                  <a:pt x="1519148" y="144847"/>
                  <a:pt x="1514193" y="146210"/>
                </a:cubicBezTo>
                <a:cubicBezTo>
                  <a:pt x="1509237" y="147575"/>
                  <a:pt x="1503862" y="148258"/>
                  <a:pt x="1498068" y="148258"/>
                </a:cubicBezTo>
                <a:cubicBezTo>
                  <a:pt x="1494578" y="148258"/>
                  <a:pt x="1491245" y="147993"/>
                  <a:pt x="1488069" y="147463"/>
                </a:cubicBezTo>
                <a:cubicBezTo>
                  <a:pt x="1484893" y="146933"/>
                  <a:pt x="1482049" y="146262"/>
                  <a:pt x="1479536" y="145451"/>
                </a:cubicBezTo>
                <a:cubicBezTo>
                  <a:pt x="1477023" y="144637"/>
                  <a:pt x="1474929" y="143807"/>
                  <a:pt x="1473254" y="142961"/>
                </a:cubicBezTo>
                <a:cubicBezTo>
                  <a:pt x="1471579" y="142112"/>
                  <a:pt x="1470357" y="141317"/>
                  <a:pt x="1469590" y="140576"/>
                </a:cubicBezTo>
                <a:cubicBezTo>
                  <a:pt x="1468822" y="139834"/>
                  <a:pt x="1468228" y="138674"/>
                  <a:pt x="1467810" y="137094"/>
                </a:cubicBezTo>
                <a:cubicBezTo>
                  <a:pt x="1467391" y="135515"/>
                  <a:pt x="1467181" y="133181"/>
                  <a:pt x="1467181" y="130092"/>
                </a:cubicBezTo>
                <a:cubicBezTo>
                  <a:pt x="1467181" y="128057"/>
                  <a:pt x="1467251" y="126426"/>
                  <a:pt x="1467391" y="125197"/>
                </a:cubicBezTo>
                <a:cubicBezTo>
                  <a:pt x="1467530" y="123969"/>
                  <a:pt x="1467740" y="122987"/>
                  <a:pt x="1468019" y="122249"/>
                </a:cubicBezTo>
                <a:cubicBezTo>
                  <a:pt x="1468298" y="121512"/>
                  <a:pt x="1468647" y="121021"/>
                  <a:pt x="1469066" y="120777"/>
                </a:cubicBezTo>
                <a:cubicBezTo>
                  <a:pt x="1469485" y="120531"/>
                  <a:pt x="1470008" y="120407"/>
                  <a:pt x="1470637" y="120407"/>
                </a:cubicBezTo>
                <a:cubicBezTo>
                  <a:pt x="1471404" y="120407"/>
                  <a:pt x="1472539" y="120849"/>
                  <a:pt x="1474039" y="121732"/>
                </a:cubicBezTo>
                <a:cubicBezTo>
                  <a:pt x="1475540" y="122616"/>
                  <a:pt x="1477407" y="123588"/>
                  <a:pt x="1479641" y="124648"/>
                </a:cubicBezTo>
                <a:cubicBezTo>
                  <a:pt x="1481875" y="125708"/>
                  <a:pt x="1484475" y="126697"/>
                  <a:pt x="1487441" y="127615"/>
                </a:cubicBezTo>
                <a:cubicBezTo>
                  <a:pt x="1490408" y="128534"/>
                  <a:pt x="1493776" y="128993"/>
                  <a:pt x="1497545" y="128993"/>
                </a:cubicBezTo>
                <a:cubicBezTo>
                  <a:pt x="1499918" y="128993"/>
                  <a:pt x="1502030" y="128750"/>
                  <a:pt x="1503879" y="128263"/>
                </a:cubicBezTo>
                <a:cubicBezTo>
                  <a:pt x="1505729" y="127777"/>
                  <a:pt x="1507335" y="127082"/>
                  <a:pt x="1508696" y="126179"/>
                </a:cubicBezTo>
                <a:cubicBezTo>
                  <a:pt x="1510057" y="125274"/>
                  <a:pt x="1511086" y="124126"/>
                  <a:pt x="1511784" y="122737"/>
                </a:cubicBezTo>
                <a:cubicBezTo>
                  <a:pt x="1512482" y="121347"/>
                  <a:pt x="1512831" y="119749"/>
                  <a:pt x="1512831" y="117940"/>
                </a:cubicBezTo>
                <a:cubicBezTo>
                  <a:pt x="1512831" y="115842"/>
                  <a:pt x="1512186" y="114041"/>
                  <a:pt x="1510894" y="112538"/>
                </a:cubicBezTo>
                <a:cubicBezTo>
                  <a:pt x="1509603" y="111033"/>
                  <a:pt x="1507893" y="109721"/>
                  <a:pt x="1505764" y="108602"/>
                </a:cubicBezTo>
                <a:cubicBezTo>
                  <a:pt x="1503635" y="107483"/>
                  <a:pt x="1501227" y="106434"/>
                  <a:pt x="1498540" y="105455"/>
                </a:cubicBezTo>
                <a:cubicBezTo>
                  <a:pt x="1495852" y="104475"/>
                  <a:pt x="1493095" y="103391"/>
                  <a:pt x="1490268" y="102202"/>
                </a:cubicBezTo>
                <a:cubicBezTo>
                  <a:pt x="1487441" y="101013"/>
                  <a:pt x="1484684" y="99650"/>
                  <a:pt x="1481997" y="98112"/>
                </a:cubicBezTo>
                <a:cubicBezTo>
                  <a:pt x="1479309" y="96572"/>
                  <a:pt x="1476901" y="94683"/>
                  <a:pt x="1474772" y="92445"/>
                </a:cubicBezTo>
                <a:cubicBezTo>
                  <a:pt x="1472643" y="90207"/>
                  <a:pt x="1470933" y="87516"/>
                  <a:pt x="1469642" y="84370"/>
                </a:cubicBezTo>
                <a:cubicBezTo>
                  <a:pt x="1468351" y="81223"/>
                  <a:pt x="1467705" y="77446"/>
                  <a:pt x="1467705" y="73039"/>
                </a:cubicBezTo>
                <a:cubicBezTo>
                  <a:pt x="1467705" y="68561"/>
                  <a:pt x="1468577" y="64452"/>
                  <a:pt x="1470322" y="60711"/>
                </a:cubicBezTo>
                <a:cubicBezTo>
                  <a:pt x="1472067" y="56970"/>
                  <a:pt x="1474580" y="53771"/>
                  <a:pt x="1477861" y="51114"/>
                </a:cubicBezTo>
                <a:cubicBezTo>
                  <a:pt x="1481142" y="48455"/>
                  <a:pt x="1485138" y="46392"/>
                  <a:pt x="1489849" y="44924"/>
                </a:cubicBezTo>
                <a:cubicBezTo>
                  <a:pt x="1494561" y="43454"/>
                  <a:pt x="1499848" y="42718"/>
                  <a:pt x="1505712" y="42718"/>
                </a:cubicBezTo>
                <a:cubicBezTo>
                  <a:pt x="1508643" y="42718"/>
                  <a:pt x="1511488" y="42928"/>
                  <a:pt x="1514245" y="43347"/>
                </a:cubicBezTo>
                <a:cubicBezTo>
                  <a:pt x="1517002" y="43765"/>
                  <a:pt x="1519498" y="44289"/>
                  <a:pt x="1521731" y="44917"/>
                </a:cubicBezTo>
                <a:cubicBezTo>
                  <a:pt x="1523965" y="45545"/>
                  <a:pt x="1525849" y="46226"/>
                  <a:pt x="1527385" y="46959"/>
                </a:cubicBezTo>
                <a:cubicBezTo>
                  <a:pt x="1528921" y="47692"/>
                  <a:pt x="1530020" y="48320"/>
                  <a:pt x="1530683" y="48844"/>
                </a:cubicBezTo>
                <a:cubicBezTo>
                  <a:pt x="1531346" y="49367"/>
                  <a:pt x="1531817" y="49891"/>
                  <a:pt x="1532097" y="50414"/>
                </a:cubicBezTo>
                <a:cubicBezTo>
                  <a:pt x="1532376" y="50938"/>
                  <a:pt x="1532585" y="51566"/>
                  <a:pt x="1532725" y="52299"/>
                </a:cubicBezTo>
                <a:cubicBezTo>
                  <a:pt x="1532864" y="53032"/>
                  <a:pt x="1532987" y="53939"/>
                  <a:pt x="1533091" y="55021"/>
                </a:cubicBezTo>
                <a:cubicBezTo>
                  <a:pt x="1533196" y="56103"/>
                  <a:pt x="1533248" y="57447"/>
                  <a:pt x="1533248" y="59052"/>
                </a:cubicBezTo>
                <a:cubicBezTo>
                  <a:pt x="1533248" y="60937"/>
                  <a:pt x="1533196" y="62472"/>
                  <a:pt x="1533091" y="63659"/>
                </a:cubicBezTo>
                <a:cubicBezTo>
                  <a:pt x="1532987" y="64845"/>
                  <a:pt x="1532812" y="65788"/>
                  <a:pt x="1532568" y="66486"/>
                </a:cubicBezTo>
                <a:cubicBezTo>
                  <a:pt x="1532324" y="67184"/>
                  <a:pt x="1531992" y="67655"/>
                  <a:pt x="1531573" y="67899"/>
                </a:cubicBezTo>
                <a:cubicBezTo>
                  <a:pt x="1531154" y="68144"/>
                  <a:pt x="1530666" y="68266"/>
                  <a:pt x="1530107" y="68266"/>
                </a:cubicBezTo>
                <a:cubicBezTo>
                  <a:pt x="1529479" y="68266"/>
                  <a:pt x="1528502" y="67899"/>
                  <a:pt x="1527176" y="67166"/>
                </a:cubicBezTo>
                <a:cubicBezTo>
                  <a:pt x="1525849" y="66433"/>
                  <a:pt x="1524192" y="65648"/>
                  <a:pt x="1522202" y="64811"/>
                </a:cubicBezTo>
                <a:cubicBezTo>
                  <a:pt x="1520213" y="63973"/>
                  <a:pt x="1517910" y="63188"/>
                  <a:pt x="1515292" y="62455"/>
                </a:cubicBezTo>
                <a:cubicBezTo>
                  <a:pt x="1512674" y="61722"/>
                  <a:pt x="1509690" y="61355"/>
                  <a:pt x="1506340" y="61355"/>
                </a:cubicBezTo>
                <a:cubicBezTo>
                  <a:pt x="1503967" y="61355"/>
                  <a:pt x="1501908" y="61602"/>
                  <a:pt x="1500163" y="62095"/>
                </a:cubicBezTo>
                <a:cubicBezTo>
                  <a:pt x="1498417" y="62586"/>
                  <a:pt x="1496987" y="63287"/>
                  <a:pt x="1495870" y="64199"/>
                </a:cubicBezTo>
                <a:cubicBezTo>
                  <a:pt x="1494753" y="65110"/>
                  <a:pt x="1493915" y="66180"/>
                  <a:pt x="1493357" y="67408"/>
                </a:cubicBezTo>
                <a:cubicBezTo>
                  <a:pt x="1492798" y="68637"/>
                  <a:pt x="1492519" y="69953"/>
                  <a:pt x="1492519" y="71358"/>
                </a:cubicBezTo>
                <a:cubicBezTo>
                  <a:pt x="1492519" y="73526"/>
                  <a:pt x="1493182" y="75345"/>
                  <a:pt x="1494509" y="76815"/>
                </a:cubicBezTo>
                <a:cubicBezTo>
                  <a:pt x="1495835" y="78283"/>
                  <a:pt x="1497580" y="79577"/>
                  <a:pt x="1499744" y="80696"/>
                </a:cubicBezTo>
                <a:cubicBezTo>
                  <a:pt x="1501908" y="81815"/>
                  <a:pt x="1504368" y="82864"/>
                  <a:pt x="1507125" y="83843"/>
                </a:cubicBezTo>
                <a:cubicBezTo>
                  <a:pt x="1509882" y="84823"/>
                  <a:pt x="1512674" y="85889"/>
                  <a:pt x="1515501" y="87043"/>
                </a:cubicBezTo>
                <a:cubicBezTo>
                  <a:pt x="1518328" y="88197"/>
                  <a:pt x="1521120" y="89543"/>
                  <a:pt x="1523878" y="91081"/>
                </a:cubicBezTo>
                <a:cubicBezTo>
                  <a:pt x="1526635" y="92619"/>
                  <a:pt x="1529095" y="94508"/>
                  <a:pt x="1531259" y="96748"/>
                </a:cubicBezTo>
                <a:cubicBezTo>
                  <a:pt x="1533423" y="98986"/>
                  <a:pt x="1535168" y="101661"/>
                  <a:pt x="1536494" y="104774"/>
                </a:cubicBezTo>
                <a:cubicBezTo>
                  <a:pt x="1537820" y="107885"/>
                  <a:pt x="1538483" y="111573"/>
                  <a:pt x="1538483" y="115840"/>
                </a:cubicBez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D41D0B-DB1B-4F57-BEC2-09124455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050" y="3560426"/>
            <a:ext cx="421229" cy="347056"/>
          </a:xfrm>
          <a:custGeom xmlns:a="http://schemas.openxmlformats.org/drawingml/2006/main">
            <a:pathLst>
              <a:path w="421229" h="347056">
                <a:moveTo>
                  <a:pt x="0" y="57690"/>
                </a:moveTo>
                <a:cubicBezTo>
                  <a:pt x="763" y="25854"/>
                  <a:pt x="26617" y="0"/>
                  <a:pt x="58606" y="916"/>
                </a:cubicBezTo>
                <a:lnTo>
                  <a:pt x="362623" y="916"/>
                </a:lnTo>
                <a:cubicBezTo>
                  <a:pt x="395375" y="0"/>
                  <a:pt x="421229" y="25854"/>
                  <a:pt x="421229" y="57690"/>
                </a:cubicBezTo>
                <a:lnTo>
                  <a:pt x="421229" y="288450"/>
                </a:lnTo>
                <a:cubicBezTo>
                  <a:pt x="421229" y="320592"/>
                  <a:pt x="395375" y="346445"/>
                  <a:pt x="362623" y="347056"/>
                </a:cubicBezTo>
                <a:lnTo>
                  <a:pt x="58606" y="347056"/>
                </a:lnTo>
                <a:cubicBezTo>
                  <a:pt x="26617" y="346445"/>
                  <a:pt x="763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A3205-F142-4910-95F3-2FE13E62D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183" y="3552795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20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15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Text He">
            <a:extLst xmlns:a="http://schemas.openxmlformats.org/drawingml/2006/main">
              <a:ext uri="{FF2B5EF4-FFF2-40B4-BE49-F238E27FC236}">
                <a16:creationId xmlns:a16="http://schemas.microsoft.com/office/drawing/2014/main" id="{32AA0CD4-9C17-413A-B62C-D3D1FE3E2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868" y="3659347"/>
            <a:ext cx="211200" cy="138207"/>
          </a:xfrm>
          <a:custGeom xmlns:a="http://schemas.openxmlformats.org/drawingml/2006/main">
            <a:pathLst>
              <a:path w="211200" h="138207">
                <a:moveTo>
                  <a:pt x="97582" y="133390"/>
                </a:moveTo>
                <a:cubicBezTo>
                  <a:pt x="97582" y="133949"/>
                  <a:pt x="97443" y="134437"/>
                  <a:pt x="97164" y="134856"/>
                </a:cubicBezTo>
                <a:cubicBezTo>
                  <a:pt x="96884" y="135275"/>
                  <a:pt x="96396" y="135607"/>
                  <a:pt x="95698" y="135851"/>
                </a:cubicBezTo>
                <a:cubicBezTo>
                  <a:pt x="95000" y="136095"/>
                  <a:pt x="94075" y="136305"/>
                  <a:pt x="92923" y="136479"/>
                </a:cubicBezTo>
                <a:cubicBezTo>
                  <a:pt x="91771" y="136654"/>
                  <a:pt x="90358" y="136741"/>
                  <a:pt x="88683" y="136741"/>
                </a:cubicBezTo>
                <a:cubicBezTo>
                  <a:pt x="86868" y="136741"/>
                  <a:pt x="85402" y="136654"/>
                  <a:pt x="84285" y="136479"/>
                </a:cubicBezTo>
                <a:cubicBezTo>
                  <a:pt x="83168" y="136305"/>
                  <a:pt x="82261" y="136095"/>
                  <a:pt x="81563" y="135851"/>
                </a:cubicBezTo>
                <a:cubicBezTo>
                  <a:pt x="80865" y="135607"/>
                  <a:pt x="80376" y="135275"/>
                  <a:pt x="80097" y="134856"/>
                </a:cubicBezTo>
                <a:cubicBezTo>
                  <a:pt x="79818" y="134437"/>
                  <a:pt x="79678" y="133949"/>
                  <a:pt x="79678" y="133390"/>
                </a:cubicBezTo>
                <a:lnTo>
                  <a:pt x="79678" y="73291"/>
                </a:lnTo>
                <a:lnTo>
                  <a:pt x="18009" y="73291"/>
                </a:lnTo>
                <a:lnTo>
                  <a:pt x="18009" y="133390"/>
                </a:lnTo>
                <a:cubicBezTo>
                  <a:pt x="18009" y="133949"/>
                  <a:pt x="17869" y="134437"/>
                  <a:pt x="17590" y="134856"/>
                </a:cubicBezTo>
                <a:cubicBezTo>
                  <a:pt x="17311" y="135275"/>
                  <a:pt x="16822" y="135607"/>
                  <a:pt x="16124" y="135851"/>
                </a:cubicBezTo>
                <a:cubicBezTo>
                  <a:pt x="15426" y="136095"/>
                  <a:pt x="14501" y="136305"/>
                  <a:pt x="13350" y="136479"/>
                </a:cubicBezTo>
                <a:cubicBezTo>
                  <a:pt x="12198" y="136654"/>
                  <a:pt x="10749" y="136741"/>
                  <a:pt x="9004" y="136741"/>
                </a:cubicBezTo>
                <a:cubicBezTo>
                  <a:pt x="7329" y="136741"/>
                  <a:pt x="5898" y="136654"/>
                  <a:pt x="4712" y="136479"/>
                </a:cubicBezTo>
                <a:cubicBezTo>
                  <a:pt x="3525" y="136305"/>
                  <a:pt x="2583" y="136095"/>
                  <a:pt x="1885" y="135851"/>
                </a:cubicBezTo>
                <a:cubicBezTo>
                  <a:pt x="1187" y="135607"/>
                  <a:pt x="698" y="135275"/>
                  <a:pt x="419" y="134856"/>
                </a:cubicBezTo>
                <a:cubicBezTo>
                  <a:pt x="140" y="134437"/>
                  <a:pt x="0" y="133949"/>
                  <a:pt x="0" y="133390"/>
                </a:cubicBezTo>
                <a:lnTo>
                  <a:pt x="0" y="3350"/>
                </a:lnTo>
                <a:cubicBezTo>
                  <a:pt x="0" y="2792"/>
                  <a:pt x="140" y="2303"/>
                  <a:pt x="419" y="1885"/>
                </a:cubicBezTo>
                <a:cubicBezTo>
                  <a:pt x="698" y="1466"/>
                  <a:pt x="1187" y="1134"/>
                  <a:pt x="1885" y="890"/>
                </a:cubicBezTo>
                <a:cubicBezTo>
                  <a:pt x="2583" y="646"/>
                  <a:pt x="3525" y="436"/>
                  <a:pt x="4712" y="262"/>
                </a:cubicBezTo>
                <a:cubicBezTo>
                  <a:pt x="5898" y="87"/>
                  <a:pt x="7329" y="0"/>
                  <a:pt x="9004" y="0"/>
                </a:cubicBezTo>
                <a:cubicBezTo>
                  <a:pt x="10749" y="0"/>
                  <a:pt x="12198" y="87"/>
                  <a:pt x="13350" y="262"/>
                </a:cubicBezTo>
                <a:cubicBezTo>
                  <a:pt x="14501" y="436"/>
                  <a:pt x="15426" y="646"/>
                  <a:pt x="16124" y="890"/>
                </a:cubicBezTo>
                <a:cubicBezTo>
                  <a:pt x="16822" y="1134"/>
                  <a:pt x="17311" y="1466"/>
                  <a:pt x="17590" y="1885"/>
                </a:cubicBezTo>
                <a:cubicBezTo>
                  <a:pt x="17869" y="2303"/>
                  <a:pt x="18009" y="2792"/>
                  <a:pt x="18009" y="3350"/>
                </a:cubicBezTo>
                <a:lnTo>
                  <a:pt x="18009" y="57586"/>
                </a:lnTo>
                <a:lnTo>
                  <a:pt x="79678" y="57586"/>
                </a:lnTo>
                <a:lnTo>
                  <a:pt x="79678" y="3350"/>
                </a:lnTo>
                <a:cubicBezTo>
                  <a:pt x="79678" y="2792"/>
                  <a:pt x="79818" y="2303"/>
                  <a:pt x="80097" y="1885"/>
                </a:cubicBezTo>
                <a:cubicBezTo>
                  <a:pt x="80376" y="1466"/>
                  <a:pt x="80865" y="1134"/>
                  <a:pt x="81563" y="890"/>
                </a:cubicBezTo>
                <a:cubicBezTo>
                  <a:pt x="82261" y="646"/>
                  <a:pt x="83168" y="436"/>
                  <a:pt x="84285" y="262"/>
                </a:cubicBezTo>
                <a:cubicBezTo>
                  <a:pt x="85402" y="87"/>
                  <a:pt x="86868" y="0"/>
                  <a:pt x="88683" y="0"/>
                </a:cubicBezTo>
                <a:cubicBezTo>
                  <a:pt x="90358" y="0"/>
                  <a:pt x="91771" y="87"/>
                  <a:pt x="92923" y="262"/>
                </a:cubicBezTo>
                <a:cubicBezTo>
                  <a:pt x="94075" y="436"/>
                  <a:pt x="95000" y="646"/>
                  <a:pt x="95698" y="890"/>
                </a:cubicBezTo>
                <a:cubicBezTo>
                  <a:pt x="96396" y="1134"/>
                  <a:pt x="96884" y="1466"/>
                  <a:pt x="97164" y="1885"/>
                </a:cubicBezTo>
                <a:cubicBezTo>
                  <a:pt x="97443" y="2303"/>
                  <a:pt x="97582" y="2792"/>
                  <a:pt x="97582" y="3350"/>
                </a:cubicBezTo>
                <a:lnTo>
                  <a:pt x="97582" y="133390"/>
                </a:lnTo>
                <a:close/>
                <a:moveTo>
                  <a:pt x="211200" y="82296"/>
                </a:moveTo>
                <a:cubicBezTo>
                  <a:pt x="211200" y="85018"/>
                  <a:pt x="210520" y="86955"/>
                  <a:pt x="209159" y="88107"/>
                </a:cubicBezTo>
                <a:cubicBezTo>
                  <a:pt x="207798" y="89258"/>
                  <a:pt x="206244" y="89834"/>
                  <a:pt x="204499" y="89834"/>
                </a:cubicBezTo>
                <a:lnTo>
                  <a:pt x="142725" y="89834"/>
                </a:lnTo>
                <a:cubicBezTo>
                  <a:pt x="142725" y="95085"/>
                  <a:pt x="143249" y="99810"/>
                  <a:pt x="144296" y="104012"/>
                </a:cubicBezTo>
                <a:cubicBezTo>
                  <a:pt x="145343" y="108213"/>
                  <a:pt x="147088" y="111819"/>
                  <a:pt x="149531" y="114829"/>
                </a:cubicBezTo>
                <a:cubicBezTo>
                  <a:pt x="151974" y="117839"/>
                  <a:pt x="155150" y="120150"/>
                  <a:pt x="159059" y="121762"/>
                </a:cubicBezTo>
                <a:cubicBezTo>
                  <a:pt x="162968" y="123372"/>
                  <a:pt x="167749" y="124177"/>
                  <a:pt x="173403" y="124177"/>
                </a:cubicBezTo>
                <a:cubicBezTo>
                  <a:pt x="177870" y="124177"/>
                  <a:pt x="181849" y="123810"/>
                  <a:pt x="185339" y="123077"/>
                </a:cubicBezTo>
                <a:cubicBezTo>
                  <a:pt x="188829" y="122344"/>
                  <a:pt x="191848" y="121524"/>
                  <a:pt x="194396" y="120617"/>
                </a:cubicBezTo>
                <a:cubicBezTo>
                  <a:pt x="196943" y="119709"/>
                  <a:pt x="199037" y="118889"/>
                  <a:pt x="200678" y="118156"/>
                </a:cubicBezTo>
                <a:cubicBezTo>
                  <a:pt x="202318" y="117423"/>
                  <a:pt x="203557" y="117057"/>
                  <a:pt x="204395" y="117057"/>
                </a:cubicBezTo>
                <a:cubicBezTo>
                  <a:pt x="204883" y="117057"/>
                  <a:pt x="205320" y="117179"/>
                  <a:pt x="205703" y="117423"/>
                </a:cubicBezTo>
                <a:cubicBezTo>
                  <a:pt x="206087" y="117668"/>
                  <a:pt x="206384" y="118034"/>
                  <a:pt x="206593" y="118523"/>
                </a:cubicBezTo>
                <a:cubicBezTo>
                  <a:pt x="206803" y="119011"/>
                  <a:pt x="206960" y="119692"/>
                  <a:pt x="207065" y="120564"/>
                </a:cubicBezTo>
                <a:cubicBezTo>
                  <a:pt x="207169" y="121437"/>
                  <a:pt x="207222" y="122501"/>
                  <a:pt x="207222" y="123758"/>
                </a:cubicBezTo>
                <a:cubicBezTo>
                  <a:pt x="207222" y="124665"/>
                  <a:pt x="207187" y="125451"/>
                  <a:pt x="207117" y="126114"/>
                </a:cubicBezTo>
                <a:cubicBezTo>
                  <a:pt x="207047" y="126777"/>
                  <a:pt x="206960" y="127370"/>
                  <a:pt x="206855" y="127894"/>
                </a:cubicBezTo>
                <a:cubicBezTo>
                  <a:pt x="206751" y="128417"/>
                  <a:pt x="206576" y="128888"/>
                  <a:pt x="206332" y="129307"/>
                </a:cubicBezTo>
                <a:cubicBezTo>
                  <a:pt x="206087" y="129726"/>
                  <a:pt x="205773" y="130127"/>
                  <a:pt x="205389" y="130511"/>
                </a:cubicBezTo>
                <a:cubicBezTo>
                  <a:pt x="205005" y="130895"/>
                  <a:pt x="203871" y="131523"/>
                  <a:pt x="201987" y="132396"/>
                </a:cubicBezTo>
                <a:cubicBezTo>
                  <a:pt x="200102" y="133268"/>
                  <a:pt x="197659" y="134123"/>
                  <a:pt x="194657" y="134961"/>
                </a:cubicBezTo>
                <a:cubicBezTo>
                  <a:pt x="191656" y="135799"/>
                  <a:pt x="188183" y="136549"/>
                  <a:pt x="184240" y="137212"/>
                </a:cubicBezTo>
                <a:cubicBezTo>
                  <a:pt x="180296" y="137875"/>
                  <a:pt x="176090" y="138207"/>
                  <a:pt x="171623" y="138207"/>
                </a:cubicBezTo>
                <a:cubicBezTo>
                  <a:pt x="163875" y="138207"/>
                  <a:pt x="157087" y="137124"/>
                  <a:pt x="151258" y="134958"/>
                </a:cubicBezTo>
                <a:cubicBezTo>
                  <a:pt x="145430" y="132792"/>
                  <a:pt x="140526" y="129578"/>
                  <a:pt x="136548" y="125315"/>
                </a:cubicBezTo>
                <a:cubicBezTo>
                  <a:pt x="132569" y="121053"/>
                  <a:pt x="129568" y="115708"/>
                  <a:pt x="127543" y="109279"/>
                </a:cubicBezTo>
                <a:cubicBezTo>
                  <a:pt x="125519" y="102851"/>
                  <a:pt x="124507" y="95375"/>
                  <a:pt x="124507" y="86850"/>
                </a:cubicBezTo>
                <a:cubicBezTo>
                  <a:pt x="124507" y="78745"/>
                  <a:pt x="125554" y="71460"/>
                  <a:pt x="127648" y="64997"/>
                </a:cubicBezTo>
                <a:cubicBezTo>
                  <a:pt x="129742" y="58534"/>
                  <a:pt x="132761" y="53049"/>
                  <a:pt x="136705" y="48542"/>
                </a:cubicBezTo>
                <a:cubicBezTo>
                  <a:pt x="140649" y="44036"/>
                  <a:pt x="145413" y="40577"/>
                  <a:pt x="150997" y="38167"/>
                </a:cubicBezTo>
                <a:cubicBezTo>
                  <a:pt x="156581" y="35757"/>
                  <a:pt x="162828" y="34552"/>
                  <a:pt x="169738" y="34552"/>
                </a:cubicBezTo>
                <a:cubicBezTo>
                  <a:pt x="177137" y="34552"/>
                  <a:pt x="183437" y="35738"/>
                  <a:pt x="188637" y="38112"/>
                </a:cubicBezTo>
                <a:cubicBezTo>
                  <a:pt x="193837" y="40485"/>
                  <a:pt x="198113" y="43678"/>
                  <a:pt x="201463" y="47692"/>
                </a:cubicBezTo>
                <a:cubicBezTo>
                  <a:pt x="204814" y="51705"/>
                  <a:pt x="207274" y="56417"/>
                  <a:pt x="208845" y="61827"/>
                </a:cubicBezTo>
                <a:cubicBezTo>
                  <a:pt x="210415" y="67236"/>
                  <a:pt x="211200" y="73012"/>
                  <a:pt x="211200" y="79155"/>
                </a:cubicBezTo>
                <a:lnTo>
                  <a:pt x="211200" y="82296"/>
                </a:lnTo>
                <a:moveTo>
                  <a:pt x="193820" y="77061"/>
                </a:moveTo>
                <a:cubicBezTo>
                  <a:pt x="194029" y="68052"/>
                  <a:pt x="192022" y="60983"/>
                  <a:pt x="187799" y="55855"/>
                </a:cubicBezTo>
                <a:cubicBezTo>
                  <a:pt x="183576" y="50727"/>
                  <a:pt x="177312" y="48163"/>
                  <a:pt x="169005" y="48163"/>
                </a:cubicBezTo>
                <a:cubicBezTo>
                  <a:pt x="164748" y="48163"/>
                  <a:pt x="161013" y="48960"/>
                  <a:pt x="157802" y="50555"/>
                </a:cubicBezTo>
                <a:cubicBezTo>
                  <a:pt x="154591" y="52147"/>
                  <a:pt x="151904" y="54261"/>
                  <a:pt x="149740" y="56896"/>
                </a:cubicBezTo>
                <a:cubicBezTo>
                  <a:pt x="147576" y="59529"/>
                  <a:pt x="145901" y="62595"/>
                  <a:pt x="144715" y="66096"/>
                </a:cubicBezTo>
                <a:cubicBezTo>
                  <a:pt x="143528" y="69595"/>
                  <a:pt x="142865" y="73250"/>
                  <a:pt x="142725" y="77061"/>
                </a:cubicBezTo>
                <a:lnTo>
                  <a:pt x="193820" y="77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EDA2CB-005F-4212-B621-020D645DC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746" y="3558899"/>
            <a:ext cx="420466" cy="346751"/>
          </a:xfrm>
          <a:custGeom xmlns:a="http://schemas.openxmlformats.org/drawingml/2006/main">
            <a:pathLst>
              <a:path w="420466" h="346751">
                <a:moveTo>
                  <a:pt x="610" y="57385"/>
                </a:moveTo>
                <a:cubicBezTo>
                  <a:pt x="0" y="25854"/>
                  <a:pt x="25854" y="0"/>
                  <a:pt x="57385" y="610"/>
                </a:cubicBezTo>
                <a:lnTo>
                  <a:pt x="363233" y="610"/>
                </a:lnTo>
                <a:cubicBezTo>
                  <a:pt x="394612" y="0"/>
                  <a:pt x="420466" y="25854"/>
                  <a:pt x="420008" y="57385"/>
                </a:cubicBezTo>
                <a:lnTo>
                  <a:pt x="420008" y="288145"/>
                </a:lnTo>
                <a:cubicBezTo>
                  <a:pt x="420466" y="320592"/>
                  <a:pt x="394612" y="346445"/>
                  <a:pt x="363233" y="346751"/>
                </a:cubicBezTo>
                <a:lnTo>
                  <a:pt x="57385" y="346751"/>
                </a:lnTo>
                <a:cubicBezTo>
                  <a:pt x="25854" y="346445"/>
                  <a:pt x="0" y="320592"/>
                  <a:pt x="610" y="288145"/>
                </a:cubicBezTo>
                <a:lnTo>
                  <a:pt x="610" y="57385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3966DC-FA24-4008-84C8-B2DE1F03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5" y="3551268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35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30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93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93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756" y="37470"/>
                </a:lnTo>
                <a:lnTo>
                  <a:pt x="26676" y="33542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2" y="33542"/>
                </a:lnTo>
                <a:lnTo>
                  <a:pt x="411971" y="37470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Text is">
            <a:extLst xmlns:a="http://schemas.openxmlformats.org/drawingml/2006/main">
              <a:ext uri="{FF2B5EF4-FFF2-40B4-BE49-F238E27FC236}">
                <a16:creationId xmlns:a16="http://schemas.microsoft.com/office/drawing/2014/main" id="{0548985A-BC87-4F02-B038-16DAE199C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844" y="3656415"/>
            <a:ext cx="110089" cy="141138"/>
          </a:xfrm>
          <a:custGeom xmlns:a="http://schemas.openxmlformats.org/drawingml/2006/main">
            <a:pathLst>
              <a:path w="110089" h="141138">
                <a:moveTo>
                  <a:pt x="19370" y="136427"/>
                </a:moveTo>
                <a:cubicBezTo>
                  <a:pt x="19370" y="136985"/>
                  <a:pt x="19230" y="137456"/>
                  <a:pt x="18951" y="137840"/>
                </a:cubicBezTo>
                <a:cubicBezTo>
                  <a:pt x="18672" y="138224"/>
                  <a:pt x="18218" y="138556"/>
                  <a:pt x="17590" y="138835"/>
                </a:cubicBezTo>
                <a:cubicBezTo>
                  <a:pt x="16962" y="139114"/>
                  <a:pt x="16089" y="139324"/>
                  <a:pt x="14972" y="139463"/>
                </a:cubicBezTo>
                <a:cubicBezTo>
                  <a:pt x="13856" y="139603"/>
                  <a:pt x="12425" y="139673"/>
                  <a:pt x="10680" y="139673"/>
                </a:cubicBezTo>
                <a:cubicBezTo>
                  <a:pt x="9004" y="139673"/>
                  <a:pt x="7608" y="139603"/>
                  <a:pt x="6492" y="139463"/>
                </a:cubicBezTo>
                <a:cubicBezTo>
                  <a:pt x="5375" y="139324"/>
                  <a:pt x="4485" y="139114"/>
                  <a:pt x="3822" y="138835"/>
                </a:cubicBezTo>
                <a:cubicBezTo>
                  <a:pt x="3159" y="138556"/>
                  <a:pt x="2705" y="138224"/>
                  <a:pt x="2460" y="137840"/>
                </a:cubicBezTo>
                <a:cubicBezTo>
                  <a:pt x="2216" y="137456"/>
                  <a:pt x="2094" y="136985"/>
                  <a:pt x="2094" y="136427"/>
                </a:cubicBezTo>
                <a:lnTo>
                  <a:pt x="2094" y="42195"/>
                </a:lnTo>
                <a:cubicBezTo>
                  <a:pt x="2094" y="41706"/>
                  <a:pt x="2216" y="41253"/>
                  <a:pt x="2460" y="40834"/>
                </a:cubicBezTo>
                <a:cubicBezTo>
                  <a:pt x="2705" y="40415"/>
                  <a:pt x="3159" y="40066"/>
                  <a:pt x="3822" y="39787"/>
                </a:cubicBezTo>
                <a:cubicBezTo>
                  <a:pt x="4485" y="39508"/>
                  <a:pt x="5375" y="39298"/>
                  <a:pt x="6492" y="39159"/>
                </a:cubicBezTo>
                <a:cubicBezTo>
                  <a:pt x="7608" y="39019"/>
                  <a:pt x="9004" y="38949"/>
                  <a:pt x="10680" y="38949"/>
                </a:cubicBezTo>
                <a:cubicBezTo>
                  <a:pt x="12425" y="38949"/>
                  <a:pt x="13856" y="39019"/>
                  <a:pt x="14972" y="39159"/>
                </a:cubicBezTo>
                <a:cubicBezTo>
                  <a:pt x="16089" y="39298"/>
                  <a:pt x="16962" y="39508"/>
                  <a:pt x="17590" y="39787"/>
                </a:cubicBezTo>
                <a:cubicBezTo>
                  <a:pt x="18218" y="40066"/>
                  <a:pt x="18672" y="40415"/>
                  <a:pt x="18951" y="40834"/>
                </a:cubicBezTo>
                <a:cubicBezTo>
                  <a:pt x="19230" y="41253"/>
                  <a:pt x="19370" y="41706"/>
                  <a:pt x="19370" y="42195"/>
                </a:cubicBezTo>
                <a:lnTo>
                  <a:pt x="19370" y="136427"/>
                </a:lnTo>
                <a:moveTo>
                  <a:pt x="21359" y="10261"/>
                </a:moveTo>
                <a:cubicBezTo>
                  <a:pt x="21359" y="14309"/>
                  <a:pt x="20591" y="17066"/>
                  <a:pt x="19056" y="18532"/>
                </a:cubicBezTo>
                <a:cubicBezTo>
                  <a:pt x="17520" y="19998"/>
                  <a:pt x="14693" y="20731"/>
                  <a:pt x="10575" y="20731"/>
                </a:cubicBezTo>
                <a:cubicBezTo>
                  <a:pt x="6526" y="20731"/>
                  <a:pt x="3752" y="20016"/>
                  <a:pt x="2251" y="18585"/>
                </a:cubicBezTo>
                <a:cubicBezTo>
                  <a:pt x="750" y="17154"/>
                  <a:pt x="0" y="14449"/>
                  <a:pt x="0" y="10470"/>
                </a:cubicBezTo>
                <a:cubicBezTo>
                  <a:pt x="0" y="6422"/>
                  <a:pt x="768" y="3665"/>
                  <a:pt x="2303" y="2199"/>
                </a:cubicBezTo>
                <a:cubicBezTo>
                  <a:pt x="3839" y="733"/>
                  <a:pt x="6666" y="0"/>
                  <a:pt x="10784" y="0"/>
                </a:cubicBezTo>
                <a:cubicBezTo>
                  <a:pt x="14833" y="0"/>
                  <a:pt x="17607" y="715"/>
                  <a:pt x="19108" y="2146"/>
                </a:cubicBezTo>
                <a:cubicBezTo>
                  <a:pt x="20609" y="3577"/>
                  <a:pt x="21359" y="6282"/>
                  <a:pt x="21359" y="10261"/>
                </a:cubicBezTo>
                <a:close/>
                <a:moveTo>
                  <a:pt x="110089" y="110850"/>
                </a:moveTo>
                <a:cubicBezTo>
                  <a:pt x="110089" y="115671"/>
                  <a:pt x="109199" y="119968"/>
                  <a:pt x="107419" y="123741"/>
                </a:cubicBezTo>
                <a:cubicBezTo>
                  <a:pt x="105639" y="127513"/>
                  <a:pt x="103109" y="130692"/>
                  <a:pt x="99828" y="133279"/>
                </a:cubicBezTo>
                <a:cubicBezTo>
                  <a:pt x="96547" y="135864"/>
                  <a:pt x="92638" y="137820"/>
                  <a:pt x="88101" y="139146"/>
                </a:cubicBezTo>
                <a:cubicBezTo>
                  <a:pt x="83564" y="140474"/>
                  <a:pt x="78573" y="141138"/>
                  <a:pt x="73129" y="141138"/>
                </a:cubicBezTo>
                <a:cubicBezTo>
                  <a:pt x="69778" y="141138"/>
                  <a:pt x="66585" y="140880"/>
                  <a:pt x="63549" y="140363"/>
                </a:cubicBezTo>
                <a:cubicBezTo>
                  <a:pt x="60512" y="139846"/>
                  <a:pt x="57790" y="139192"/>
                  <a:pt x="55382" y="138400"/>
                </a:cubicBezTo>
                <a:cubicBezTo>
                  <a:pt x="52974" y="137606"/>
                  <a:pt x="50932" y="136778"/>
                  <a:pt x="49257" y="135916"/>
                </a:cubicBezTo>
                <a:cubicBezTo>
                  <a:pt x="47582" y="135053"/>
                  <a:pt x="46360" y="134276"/>
                  <a:pt x="45592" y="133587"/>
                </a:cubicBezTo>
                <a:cubicBezTo>
                  <a:pt x="44824" y="132897"/>
                  <a:pt x="44266" y="131920"/>
                  <a:pt x="43917" y="130655"/>
                </a:cubicBezTo>
                <a:cubicBezTo>
                  <a:pt x="43568" y="129388"/>
                  <a:pt x="43394" y="127665"/>
                  <a:pt x="43394" y="125485"/>
                </a:cubicBezTo>
                <a:cubicBezTo>
                  <a:pt x="43394" y="124150"/>
                  <a:pt x="43463" y="123026"/>
                  <a:pt x="43603" y="122112"/>
                </a:cubicBezTo>
                <a:cubicBezTo>
                  <a:pt x="43743" y="121196"/>
                  <a:pt x="43917" y="120458"/>
                  <a:pt x="44126" y="119897"/>
                </a:cubicBezTo>
                <a:cubicBezTo>
                  <a:pt x="44336" y="119334"/>
                  <a:pt x="44633" y="118930"/>
                  <a:pt x="45016" y="118683"/>
                </a:cubicBezTo>
                <a:cubicBezTo>
                  <a:pt x="45400" y="118437"/>
                  <a:pt x="45837" y="118313"/>
                  <a:pt x="46325" y="118313"/>
                </a:cubicBezTo>
                <a:cubicBezTo>
                  <a:pt x="47093" y="118313"/>
                  <a:pt x="48227" y="118784"/>
                  <a:pt x="49728" y="119727"/>
                </a:cubicBezTo>
                <a:cubicBezTo>
                  <a:pt x="51229" y="120669"/>
                  <a:pt x="53079" y="121699"/>
                  <a:pt x="55277" y="122816"/>
                </a:cubicBezTo>
                <a:cubicBezTo>
                  <a:pt x="57476" y="123932"/>
                  <a:pt x="60076" y="124962"/>
                  <a:pt x="63078" y="125904"/>
                </a:cubicBezTo>
                <a:cubicBezTo>
                  <a:pt x="66079" y="126847"/>
                  <a:pt x="69534" y="127318"/>
                  <a:pt x="73443" y="127318"/>
                </a:cubicBezTo>
                <a:cubicBezTo>
                  <a:pt x="76375" y="127318"/>
                  <a:pt x="79027" y="127004"/>
                  <a:pt x="81400" y="126375"/>
                </a:cubicBezTo>
                <a:cubicBezTo>
                  <a:pt x="83774" y="125745"/>
                  <a:pt x="85833" y="124818"/>
                  <a:pt x="87578" y="123594"/>
                </a:cubicBezTo>
                <a:cubicBezTo>
                  <a:pt x="89323" y="122371"/>
                  <a:pt x="90667" y="120814"/>
                  <a:pt x="91609" y="118925"/>
                </a:cubicBezTo>
                <a:cubicBezTo>
                  <a:pt x="92551" y="117036"/>
                  <a:pt x="93022" y="114798"/>
                  <a:pt x="93022" y="112211"/>
                </a:cubicBezTo>
                <a:cubicBezTo>
                  <a:pt x="93022" y="109557"/>
                  <a:pt x="92342" y="107321"/>
                  <a:pt x="90981" y="105504"/>
                </a:cubicBezTo>
                <a:cubicBezTo>
                  <a:pt x="89620" y="103687"/>
                  <a:pt x="87822" y="102080"/>
                  <a:pt x="85588" y="100684"/>
                </a:cubicBezTo>
                <a:cubicBezTo>
                  <a:pt x="83355" y="99286"/>
                  <a:pt x="80842" y="98046"/>
                  <a:pt x="78050" y="96964"/>
                </a:cubicBezTo>
                <a:cubicBezTo>
                  <a:pt x="75258" y="95880"/>
                  <a:pt x="72379" y="94744"/>
                  <a:pt x="69412" y="93558"/>
                </a:cubicBezTo>
                <a:cubicBezTo>
                  <a:pt x="66445" y="92369"/>
                  <a:pt x="63549" y="91023"/>
                  <a:pt x="60722" y="89520"/>
                </a:cubicBezTo>
                <a:cubicBezTo>
                  <a:pt x="57895" y="88017"/>
                  <a:pt x="55365" y="86183"/>
                  <a:pt x="53131" y="84017"/>
                </a:cubicBezTo>
                <a:cubicBezTo>
                  <a:pt x="50897" y="81851"/>
                  <a:pt x="49100" y="79266"/>
                  <a:pt x="47739" y="76262"/>
                </a:cubicBezTo>
                <a:cubicBezTo>
                  <a:pt x="46378" y="73259"/>
                  <a:pt x="45697" y="69661"/>
                  <a:pt x="45697" y="65468"/>
                </a:cubicBezTo>
                <a:cubicBezTo>
                  <a:pt x="45697" y="61764"/>
                  <a:pt x="46412" y="58219"/>
                  <a:pt x="47843" y="54831"/>
                </a:cubicBezTo>
                <a:cubicBezTo>
                  <a:pt x="49274" y="51441"/>
                  <a:pt x="51421" y="48472"/>
                  <a:pt x="54283" y="45922"/>
                </a:cubicBezTo>
                <a:cubicBezTo>
                  <a:pt x="57144" y="43370"/>
                  <a:pt x="60722" y="41326"/>
                  <a:pt x="65015" y="39790"/>
                </a:cubicBezTo>
                <a:cubicBezTo>
                  <a:pt x="69307" y="38252"/>
                  <a:pt x="74316" y="37483"/>
                  <a:pt x="80039" y="37483"/>
                </a:cubicBezTo>
                <a:cubicBezTo>
                  <a:pt x="82552" y="37483"/>
                  <a:pt x="85065" y="37696"/>
                  <a:pt x="87578" y="38121"/>
                </a:cubicBezTo>
                <a:cubicBezTo>
                  <a:pt x="90091" y="38547"/>
                  <a:pt x="92359" y="39078"/>
                  <a:pt x="94383" y="39715"/>
                </a:cubicBezTo>
                <a:cubicBezTo>
                  <a:pt x="96408" y="40352"/>
                  <a:pt x="98135" y="41042"/>
                  <a:pt x="99566" y="41786"/>
                </a:cubicBezTo>
                <a:cubicBezTo>
                  <a:pt x="100997" y="42530"/>
                  <a:pt x="102079" y="43185"/>
                  <a:pt x="102812" y="43752"/>
                </a:cubicBezTo>
                <a:cubicBezTo>
                  <a:pt x="103545" y="44320"/>
                  <a:pt x="104034" y="44812"/>
                  <a:pt x="104278" y="45231"/>
                </a:cubicBezTo>
                <a:cubicBezTo>
                  <a:pt x="104522" y="45650"/>
                  <a:pt x="104697" y="46121"/>
                  <a:pt x="104801" y="46645"/>
                </a:cubicBezTo>
                <a:cubicBezTo>
                  <a:pt x="104906" y="47168"/>
                  <a:pt x="105011" y="47814"/>
                  <a:pt x="105115" y="48582"/>
                </a:cubicBezTo>
                <a:cubicBezTo>
                  <a:pt x="105220" y="49350"/>
                  <a:pt x="105272" y="50292"/>
                  <a:pt x="105272" y="51409"/>
                </a:cubicBezTo>
                <a:cubicBezTo>
                  <a:pt x="105272" y="52595"/>
                  <a:pt x="105220" y="53625"/>
                  <a:pt x="105115" y="54497"/>
                </a:cubicBezTo>
                <a:cubicBezTo>
                  <a:pt x="105011" y="55370"/>
                  <a:pt x="104836" y="56085"/>
                  <a:pt x="104592" y="56644"/>
                </a:cubicBezTo>
                <a:cubicBezTo>
                  <a:pt x="104348" y="57202"/>
                  <a:pt x="104051" y="57604"/>
                  <a:pt x="103702" y="57848"/>
                </a:cubicBezTo>
                <a:cubicBezTo>
                  <a:pt x="103353" y="58092"/>
                  <a:pt x="102969" y="58214"/>
                  <a:pt x="102550" y="58214"/>
                </a:cubicBezTo>
                <a:cubicBezTo>
                  <a:pt x="101922" y="58214"/>
                  <a:pt x="101015" y="57825"/>
                  <a:pt x="99828" y="57046"/>
                </a:cubicBezTo>
                <a:cubicBezTo>
                  <a:pt x="98641" y="56268"/>
                  <a:pt x="97106" y="55435"/>
                  <a:pt x="95221" y="54550"/>
                </a:cubicBezTo>
                <a:cubicBezTo>
                  <a:pt x="93336" y="53664"/>
                  <a:pt x="91120" y="52832"/>
                  <a:pt x="88573" y="52053"/>
                </a:cubicBezTo>
                <a:cubicBezTo>
                  <a:pt x="86025" y="51275"/>
                  <a:pt x="83111" y="50885"/>
                  <a:pt x="79830" y="50885"/>
                </a:cubicBezTo>
                <a:cubicBezTo>
                  <a:pt x="76898" y="50885"/>
                  <a:pt x="74316" y="51218"/>
                  <a:pt x="72082" y="51883"/>
                </a:cubicBezTo>
                <a:cubicBezTo>
                  <a:pt x="69848" y="52546"/>
                  <a:pt x="68016" y="53490"/>
                  <a:pt x="66585" y="54713"/>
                </a:cubicBezTo>
                <a:cubicBezTo>
                  <a:pt x="65154" y="55937"/>
                  <a:pt x="64072" y="57389"/>
                  <a:pt x="63339" y="59068"/>
                </a:cubicBezTo>
                <a:cubicBezTo>
                  <a:pt x="62606" y="60746"/>
                  <a:pt x="62240" y="62564"/>
                  <a:pt x="62240" y="64523"/>
                </a:cubicBezTo>
                <a:cubicBezTo>
                  <a:pt x="62240" y="67247"/>
                  <a:pt x="62938" y="69535"/>
                  <a:pt x="64334" y="71387"/>
                </a:cubicBezTo>
                <a:cubicBezTo>
                  <a:pt x="65730" y="73239"/>
                  <a:pt x="67545" y="74864"/>
                  <a:pt x="69778" y="76262"/>
                </a:cubicBezTo>
                <a:cubicBezTo>
                  <a:pt x="72012" y="77658"/>
                  <a:pt x="74560" y="78916"/>
                  <a:pt x="77422" y="80035"/>
                </a:cubicBezTo>
                <a:cubicBezTo>
                  <a:pt x="80284" y="81152"/>
                  <a:pt x="83198" y="82305"/>
                  <a:pt x="86164" y="83493"/>
                </a:cubicBezTo>
                <a:cubicBezTo>
                  <a:pt x="89131" y="84680"/>
                  <a:pt x="92063" y="86007"/>
                  <a:pt x="94959" y="87475"/>
                </a:cubicBezTo>
                <a:cubicBezTo>
                  <a:pt x="97856" y="88943"/>
                  <a:pt x="100421" y="90725"/>
                  <a:pt x="102655" y="92822"/>
                </a:cubicBezTo>
                <a:cubicBezTo>
                  <a:pt x="104889" y="94918"/>
                  <a:pt x="106686" y="97434"/>
                  <a:pt x="108047" y="100370"/>
                </a:cubicBezTo>
                <a:cubicBezTo>
                  <a:pt x="109408" y="103304"/>
                  <a:pt x="110089" y="106797"/>
                  <a:pt x="110089" y="1108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A91BAC-8AD6-4080-A837-D00860B3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9965" y="3560426"/>
            <a:ext cx="670303" cy="347056"/>
          </a:xfrm>
          <a:custGeom xmlns:a="http://schemas.openxmlformats.org/drawingml/2006/main">
            <a:pathLst>
              <a:path w="670303" h="347056">
                <a:moveTo>
                  <a:pt x="0" y="57690"/>
                </a:moveTo>
                <a:cubicBezTo>
                  <a:pt x="763" y="25854"/>
                  <a:pt x="26617" y="0"/>
                  <a:pt x="58606" y="916"/>
                </a:cubicBezTo>
                <a:lnTo>
                  <a:pt x="611697" y="916"/>
                </a:lnTo>
                <a:cubicBezTo>
                  <a:pt x="644144" y="0"/>
                  <a:pt x="669998" y="25854"/>
                  <a:pt x="670303" y="57690"/>
                </a:cubicBezTo>
                <a:lnTo>
                  <a:pt x="670303" y="288450"/>
                </a:lnTo>
                <a:cubicBezTo>
                  <a:pt x="669998" y="320592"/>
                  <a:pt x="644144" y="346445"/>
                  <a:pt x="611697" y="347056"/>
                </a:cubicBezTo>
                <a:lnTo>
                  <a:pt x="58606" y="347056"/>
                </a:lnTo>
                <a:cubicBezTo>
                  <a:pt x="26617" y="346445"/>
                  <a:pt x="763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2B9736-694A-46B0-A3E0-D36B2946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3097" y="3552795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19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20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15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19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027" y="23756"/>
                </a:lnTo>
                <a:lnTo>
                  <a:pt x="650955" y="26676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5" y="335032"/>
                </a:lnTo>
                <a:lnTo>
                  <a:pt x="647027" y="337951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Text noted">
            <a:extLst xmlns:a="http://schemas.openxmlformats.org/drawingml/2006/main">
              <a:ext uri="{FF2B5EF4-FFF2-40B4-BE49-F238E27FC236}">
                <a16:creationId xmlns:a16="http://schemas.microsoft.com/office/drawing/2014/main" id="{4826F81A-F0EB-43D4-ABDD-EFD476CE5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057" y="3649923"/>
            <a:ext cx="483639" cy="147630"/>
          </a:xfrm>
          <a:custGeom xmlns:a="http://schemas.openxmlformats.org/drawingml/2006/main">
            <a:pathLst>
              <a:path w="483639" h="147630">
                <a:moveTo>
                  <a:pt x="81144" y="142918"/>
                </a:moveTo>
                <a:cubicBezTo>
                  <a:pt x="81144" y="143477"/>
                  <a:pt x="81004" y="143948"/>
                  <a:pt x="80725" y="144332"/>
                </a:cubicBezTo>
                <a:cubicBezTo>
                  <a:pt x="80446" y="144716"/>
                  <a:pt x="79992" y="145047"/>
                  <a:pt x="79364" y="145326"/>
                </a:cubicBezTo>
                <a:cubicBezTo>
                  <a:pt x="78736" y="145606"/>
                  <a:pt x="77863" y="145815"/>
                  <a:pt x="76747" y="145955"/>
                </a:cubicBezTo>
                <a:cubicBezTo>
                  <a:pt x="75630" y="146094"/>
                  <a:pt x="74234" y="146164"/>
                  <a:pt x="72559" y="146164"/>
                </a:cubicBezTo>
                <a:cubicBezTo>
                  <a:pt x="70813" y="146164"/>
                  <a:pt x="69383" y="146094"/>
                  <a:pt x="68266" y="145955"/>
                </a:cubicBezTo>
                <a:cubicBezTo>
                  <a:pt x="67149" y="145815"/>
                  <a:pt x="66276" y="145606"/>
                  <a:pt x="65648" y="145326"/>
                </a:cubicBezTo>
                <a:cubicBezTo>
                  <a:pt x="65020" y="145047"/>
                  <a:pt x="64566" y="144717"/>
                  <a:pt x="64287" y="144335"/>
                </a:cubicBezTo>
                <a:cubicBezTo>
                  <a:pt x="64008" y="143951"/>
                  <a:pt x="63868" y="143480"/>
                  <a:pt x="63868" y="142922"/>
                </a:cubicBezTo>
                <a:lnTo>
                  <a:pt x="63868" y="87809"/>
                </a:lnTo>
                <a:cubicBezTo>
                  <a:pt x="63868" y="82441"/>
                  <a:pt x="63449" y="78119"/>
                  <a:pt x="62612" y="74842"/>
                </a:cubicBezTo>
                <a:cubicBezTo>
                  <a:pt x="61774" y="71566"/>
                  <a:pt x="60553" y="68743"/>
                  <a:pt x="58947" y="66375"/>
                </a:cubicBezTo>
                <a:cubicBezTo>
                  <a:pt x="57342" y="64003"/>
                  <a:pt x="55265" y="62191"/>
                  <a:pt x="52717" y="60937"/>
                </a:cubicBezTo>
                <a:cubicBezTo>
                  <a:pt x="50170" y="59680"/>
                  <a:pt x="47221" y="59052"/>
                  <a:pt x="43870" y="59052"/>
                </a:cubicBezTo>
                <a:cubicBezTo>
                  <a:pt x="39542" y="59052"/>
                  <a:pt x="35215" y="60586"/>
                  <a:pt x="30887" y="63656"/>
                </a:cubicBezTo>
                <a:cubicBezTo>
                  <a:pt x="26559" y="66722"/>
                  <a:pt x="22022" y="71218"/>
                  <a:pt x="17276" y="77143"/>
                </a:cubicBezTo>
                <a:lnTo>
                  <a:pt x="17276" y="142922"/>
                </a:lnTo>
                <a:cubicBezTo>
                  <a:pt x="17276" y="143480"/>
                  <a:pt x="17136" y="143951"/>
                  <a:pt x="16857" y="144335"/>
                </a:cubicBezTo>
                <a:cubicBezTo>
                  <a:pt x="16578" y="144717"/>
                  <a:pt x="16124" y="145047"/>
                  <a:pt x="15496" y="145326"/>
                </a:cubicBezTo>
                <a:cubicBezTo>
                  <a:pt x="14868" y="145606"/>
                  <a:pt x="13995" y="145815"/>
                  <a:pt x="12878" y="145955"/>
                </a:cubicBezTo>
                <a:cubicBezTo>
                  <a:pt x="11762" y="146094"/>
                  <a:pt x="10331" y="146164"/>
                  <a:pt x="8586" y="146164"/>
                </a:cubicBezTo>
                <a:cubicBezTo>
                  <a:pt x="6910" y="146164"/>
                  <a:pt x="5514" y="146094"/>
                  <a:pt x="4397" y="145955"/>
                </a:cubicBezTo>
                <a:cubicBezTo>
                  <a:pt x="3281" y="145815"/>
                  <a:pt x="2391" y="145606"/>
                  <a:pt x="1728" y="145326"/>
                </a:cubicBezTo>
                <a:cubicBezTo>
                  <a:pt x="1064" y="145047"/>
                  <a:pt x="611" y="144716"/>
                  <a:pt x="366" y="144332"/>
                </a:cubicBezTo>
                <a:cubicBezTo>
                  <a:pt x="122" y="143948"/>
                  <a:pt x="0" y="143477"/>
                  <a:pt x="0" y="142918"/>
                </a:cubicBezTo>
                <a:lnTo>
                  <a:pt x="0" y="48686"/>
                </a:lnTo>
                <a:cubicBezTo>
                  <a:pt x="0" y="48128"/>
                  <a:pt x="105" y="47657"/>
                  <a:pt x="314" y="47273"/>
                </a:cubicBezTo>
                <a:cubicBezTo>
                  <a:pt x="524" y="46889"/>
                  <a:pt x="942" y="46540"/>
                  <a:pt x="1571" y="46226"/>
                </a:cubicBezTo>
                <a:cubicBezTo>
                  <a:pt x="2199" y="45912"/>
                  <a:pt x="3001" y="45702"/>
                  <a:pt x="3979" y="45598"/>
                </a:cubicBezTo>
                <a:cubicBezTo>
                  <a:pt x="4956" y="45493"/>
                  <a:pt x="6247" y="45441"/>
                  <a:pt x="7853" y="45441"/>
                </a:cubicBezTo>
                <a:cubicBezTo>
                  <a:pt x="9388" y="45441"/>
                  <a:pt x="10662" y="45493"/>
                  <a:pt x="11674" y="45598"/>
                </a:cubicBezTo>
                <a:cubicBezTo>
                  <a:pt x="12686" y="45702"/>
                  <a:pt x="13472" y="45912"/>
                  <a:pt x="14030" y="46226"/>
                </a:cubicBezTo>
                <a:cubicBezTo>
                  <a:pt x="14588" y="46540"/>
                  <a:pt x="14990" y="46889"/>
                  <a:pt x="15234" y="47273"/>
                </a:cubicBezTo>
                <a:cubicBezTo>
                  <a:pt x="15478" y="47657"/>
                  <a:pt x="15601" y="48128"/>
                  <a:pt x="15601" y="48686"/>
                </a:cubicBezTo>
                <a:lnTo>
                  <a:pt x="15601" y="61146"/>
                </a:lnTo>
                <a:cubicBezTo>
                  <a:pt x="20906" y="55213"/>
                  <a:pt x="26193" y="50868"/>
                  <a:pt x="31463" y="48111"/>
                </a:cubicBezTo>
                <a:cubicBezTo>
                  <a:pt x="36733" y="45353"/>
                  <a:pt x="42055" y="43975"/>
                  <a:pt x="47430" y="43975"/>
                </a:cubicBezTo>
                <a:cubicBezTo>
                  <a:pt x="53712" y="43975"/>
                  <a:pt x="59000" y="45039"/>
                  <a:pt x="63292" y="47168"/>
                </a:cubicBezTo>
                <a:cubicBezTo>
                  <a:pt x="67585" y="49297"/>
                  <a:pt x="71058" y="52142"/>
                  <a:pt x="73710" y="55701"/>
                </a:cubicBezTo>
                <a:cubicBezTo>
                  <a:pt x="76363" y="59261"/>
                  <a:pt x="78265" y="63432"/>
                  <a:pt x="79417" y="68213"/>
                </a:cubicBezTo>
                <a:cubicBezTo>
                  <a:pt x="80568" y="72995"/>
                  <a:pt x="81144" y="78736"/>
                  <a:pt x="81144" y="85437"/>
                </a:cubicBezTo>
                <a:lnTo>
                  <a:pt x="81144" y="142918"/>
                </a:lnTo>
                <a:close/>
                <a:moveTo>
                  <a:pt x="199811" y="94808"/>
                </a:moveTo>
                <a:cubicBezTo>
                  <a:pt x="199811" y="102492"/>
                  <a:pt x="198799" y="109566"/>
                  <a:pt x="196774" y="116030"/>
                </a:cubicBezTo>
                <a:cubicBezTo>
                  <a:pt x="194750" y="122493"/>
                  <a:pt x="191731" y="128066"/>
                  <a:pt x="187718" y="132749"/>
                </a:cubicBezTo>
                <a:cubicBezTo>
                  <a:pt x="183704" y="137430"/>
                  <a:pt x="178678" y="141081"/>
                  <a:pt x="172640" y="143700"/>
                </a:cubicBezTo>
                <a:cubicBezTo>
                  <a:pt x="166603" y="146320"/>
                  <a:pt x="159605" y="147630"/>
                  <a:pt x="151648" y="147630"/>
                </a:cubicBezTo>
                <a:cubicBezTo>
                  <a:pt x="143900" y="147630"/>
                  <a:pt x="137146" y="146477"/>
                  <a:pt x="131388" y="144171"/>
                </a:cubicBezTo>
                <a:cubicBezTo>
                  <a:pt x="125629" y="141866"/>
                  <a:pt x="120830" y="138512"/>
                  <a:pt x="116991" y="134110"/>
                </a:cubicBezTo>
                <a:cubicBezTo>
                  <a:pt x="113152" y="129708"/>
                  <a:pt x="110290" y="124363"/>
                  <a:pt x="108406" y="118074"/>
                </a:cubicBezTo>
                <a:cubicBezTo>
                  <a:pt x="106521" y="111786"/>
                  <a:pt x="105579" y="104658"/>
                  <a:pt x="105579" y="96692"/>
                </a:cubicBezTo>
                <a:cubicBezTo>
                  <a:pt x="105579" y="89008"/>
                  <a:pt x="106573" y="81934"/>
                  <a:pt x="108563" y="75471"/>
                </a:cubicBezTo>
                <a:cubicBezTo>
                  <a:pt x="110552" y="69007"/>
                  <a:pt x="113554" y="63435"/>
                  <a:pt x="117567" y="58754"/>
                </a:cubicBezTo>
                <a:cubicBezTo>
                  <a:pt x="121581" y="54071"/>
                  <a:pt x="126589" y="50437"/>
                  <a:pt x="132592" y="47852"/>
                </a:cubicBezTo>
                <a:cubicBezTo>
                  <a:pt x="138595" y="45267"/>
                  <a:pt x="145610" y="43975"/>
                  <a:pt x="153637" y="43975"/>
                </a:cubicBezTo>
                <a:cubicBezTo>
                  <a:pt x="161385" y="43975"/>
                  <a:pt x="168138" y="45128"/>
                  <a:pt x="173897" y="47433"/>
                </a:cubicBezTo>
                <a:cubicBezTo>
                  <a:pt x="179656" y="49739"/>
                  <a:pt x="184454" y="53093"/>
                  <a:pt x="188293" y="57495"/>
                </a:cubicBezTo>
                <a:cubicBezTo>
                  <a:pt x="192133" y="61896"/>
                  <a:pt x="195012" y="67242"/>
                  <a:pt x="196931" y="73530"/>
                </a:cubicBezTo>
                <a:cubicBezTo>
                  <a:pt x="198851" y="79819"/>
                  <a:pt x="199811" y="86911"/>
                  <a:pt x="199811" y="94808"/>
                </a:cubicBezTo>
                <a:moveTo>
                  <a:pt x="181593" y="95907"/>
                </a:moveTo>
                <a:cubicBezTo>
                  <a:pt x="181593" y="90812"/>
                  <a:pt x="181121" y="85995"/>
                  <a:pt x="180179" y="81458"/>
                </a:cubicBezTo>
                <a:cubicBezTo>
                  <a:pt x="179237" y="76921"/>
                  <a:pt x="177684" y="72942"/>
                  <a:pt x="175520" y="69522"/>
                </a:cubicBezTo>
                <a:cubicBezTo>
                  <a:pt x="173356" y="66102"/>
                  <a:pt x="170424" y="63397"/>
                  <a:pt x="166725" y="61408"/>
                </a:cubicBezTo>
                <a:cubicBezTo>
                  <a:pt x="163025" y="59418"/>
                  <a:pt x="158418" y="58424"/>
                  <a:pt x="152904" y="58424"/>
                </a:cubicBezTo>
                <a:cubicBezTo>
                  <a:pt x="147809" y="58424"/>
                  <a:pt x="143429" y="59331"/>
                  <a:pt x="139764" y="61146"/>
                </a:cubicBezTo>
                <a:cubicBezTo>
                  <a:pt x="136099" y="62961"/>
                  <a:pt x="133081" y="65526"/>
                  <a:pt x="130707" y="68842"/>
                </a:cubicBezTo>
                <a:cubicBezTo>
                  <a:pt x="128334" y="72157"/>
                  <a:pt x="126572" y="76083"/>
                  <a:pt x="125420" y="80621"/>
                </a:cubicBezTo>
                <a:cubicBezTo>
                  <a:pt x="124268" y="85158"/>
                  <a:pt x="123692" y="90114"/>
                  <a:pt x="123692" y="95488"/>
                </a:cubicBezTo>
                <a:cubicBezTo>
                  <a:pt x="123692" y="100654"/>
                  <a:pt x="124163" y="105505"/>
                  <a:pt x="125106" y="110042"/>
                </a:cubicBezTo>
                <a:cubicBezTo>
                  <a:pt x="126048" y="114579"/>
                  <a:pt x="127619" y="118540"/>
                  <a:pt x="129817" y="121926"/>
                </a:cubicBezTo>
                <a:cubicBezTo>
                  <a:pt x="132016" y="125311"/>
                  <a:pt x="134965" y="127998"/>
                  <a:pt x="138665" y="129988"/>
                </a:cubicBezTo>
                <a:cubicBezTo>
                  <a:pt x="142364" y="131977"/>
                  <a:pt x="146971" y="132972"/>
                  <a:pt x="152485" y="132972"/>
                </a:cubicBezTo>
                <a:cubicBezTo>
                  <a:pt x="157511" y="132972"/>
                  <a:pt x="161874" y="132064"/>
                  <a:pt x="165573" y="130249"/>
                </a:cubicBezTo>
                <a:cubicBezTo>
                  <a:pt x="169273" y="128435"/>
                  <a:pt x="172309" y="125887"/>
                  <a:pt x="174682" y="122606"/>
                </a:cubicBezTo>
                <a:cubicBezTo>
                  <a:pt x="177055" y="119325"/>
                  <a:pt x="178800" y="115417"/>
                  <a:pt x="179917" y="110879"/>
                </a:cubicBezTo>
                <a:cubicBezTo>
                  <a:pt x="181034" y="106342"/>
                  <a:pt x="181593" y="101352"/>
                  <a:pt x="181593" y="95907"/>
                </a:cubicBezTo>
                <a:close/>
                <a:moveTo>
                  <a:pt x="274113" y="136031"/>
                </a:moveTo>
                <a:cubicBezTo>
                  <a:pt x="274113" y="138070"/>
                  <a:pt x="273974" y="139688"/>
                  <a:pt x="273695" y="140883"/>
                </a:cubicBezTo>
                <a:cubicBezTo>
                  <a:pt x="273415" y="142079"/>
                  <a:pt x="272997" y="142958"/>
                  <a:pt x="272438" y="143520"/>
                </a:cubicBezTo>
                <a:cubicBezTo>
                  <a:pt x="271880" y="144081"/>
                  <a:pt x="271042" y="144608"/>
                  <a:pt x="269925" y="145101"/>
                </a:cubicBezTo>
                <a:cubicBezTo>
                  <a:pt x="268809" y="145594"/>
                  <a:pt x="267535" y="145998"/>
                  <a:pt x="266104" y="146315"/>
                </a:cubicBezTo>
                <a:cubicBezTo>
                  <a:pt x="264673" y="146631"/>
                  <a:pt x="263155" y="146894"/>
                  <a:pt x="261549" y="147103"/>
                </a:cubicBezTo>
                <a:cubicBezTo>
                  <a:pt x="259944" y="147315"/>
                  <a:pt x="258338" y="147420"/>
                  <a:pt x="256733" y="147420"/>
                </a:cubicBezTo>
                <a:cubicBezTo>
                  <a:pt x="251847" y="147420"/>
                  <a:pt x="247659" y="146775"/>
                  <a:pt x="244169" y="145484"/>
                </a:cubicBezTo>
                <a:cubicBezTo>
                  <a:pt x="240679" y="144190"/>
                  <a:pt x="237817" y="142233"/>
                  <a:pt x="235583" y="139614"/>
                </a:cubicBezTo>
                <a:cubicBezTo>
                  <a:pt x="233349" y="136992"/>
                  <a:pt x="231727" y="133672"/>
                  <a:pt x="230714" y="129654"/>
                </a:cubicBezTo>
                <a:cubicBezTo>
                  <a:pt x="229702" y="125634"/>
                  <a:pt x="229196" y="120898"/>
                  <a:pt x="229196" y="115447"/>
                </a:cubicBezTo>
                <a:lnTo>
                  <a:pt x="229196" y="60308"/>
                </a:lnTo>
                <a:lnTo>
                  <a:pt x="216004" y="60308"/>
                </a:lnTo>
                <a:cubicBezTo>
                  <a:pt x="214957" y="60308"/>
                  <a:pt x="214119" y="59747"/>
                  <a:pt x="213491" y="58623"/>
                </a:cubicBezTo>
                <a:cubicBezTo>
                  <a:pt x="212863" y="57498"/>
                  <a:pt x="212549" y="55669"/>
                  <a:pt x="212549" y="53136"/>
                </a:cubicBezTo>
                <a:cubicBezTo>
                  <a:pt x="212549" y="51801"/>
                  <a:pt x="212636" y="50677"/>
                  <a:pt x="212810" y="49763"/>
                </a:cubicBezTo>
                <a:cubicBezTo>
                  <a:pt x="212985" y="48849"/>
                  <a:pt x="213212" y="48093"/>
                  <a:pt x="213491" y="47495"/>
                </a:cubicBezTo>
                <a:cubicBezTo>
                  <a:pt x="213770" y="46898"/>
                  <a:pt x="214137" y="46476"/>
                  <a:pt x="214590" y="46229"/>
                </a:cubicBezTo>
                <a:cubicBezTo>
                  <a:pt x="215044" y="45983"/>
                  <a:pt x="215550" y="45860"/>
                  <a:pt x="216109" y="45860"/>
                </a:cubicBezTo>
                <a:lnTo>
                  <a:pt x="229196" y="45860"/>
                </a:lnTo>
                <a:lnTo>
                  <a:pt x="229196" y="23453"/>
                </a:lnTo>
                <a:cubicBezTo>
                  <a:pt x="229196" y="22965"/>
                  <a:pt x="229318" y="22511"/>
                  <a:pt x="229563" y="22092"/>
                </a:cubicBezTo>
                <a:cubicBezTo>
                  <a:pt x="229807" y="21673"/>
                  <a:pt x="230261" y="21307"/>
                  <a:pt x="230924" y="20993"/>
                </a:cubicBezTo>
                <a:cubicBezTo>
                  <a:pt x="231587" y="20679"/>
                  <a:pt x="232477" y="20452"/>
                  <a:pt x="233594" y="20312"/>
                </a:cubicBezTo>
                <a:cubicBezTo>
                  <a:pt x="234711" y="20173"/>
                  <a:pt x="236107" y="20103"/>
                  <a:pt x="237782" y="20103"/>
                </a:cubicBezTo>
                <a:cubicBezTo>
                  <a:pt x="239527" y="20103"/>
                  <a:pt x="240958" y="20173"/>
                  <a:pt x="242075" y="20312"/>
                </a:cubicBezTo>
                <a:cubicBezTo>
                  <a:pt x="243191" y="20452"/>
                  <a:pt x="244064" y="20679"/>
                  <a:pt x="244692" y="20993"/>
                </a:cubicBezTo>
                <a:cubicBezTo>
                  <a:pt x="245320" y="21307"/>
                  <a:pt x="245774" y="21673"/>
                  <a:pt x="246053" y="22092"/>
                </a:cubicBezTo>
                <a:cubicBezTo>
                  <a:pt x="246332" y="22511"/>
                  <a:pt x="246472" y="22965"/>
                  <a:pt x="246472" y="23453"/>
                </a:cubicBezTo>
                <a:lnTo>
                  <a:pt x="246472" y="45860"/>
                </a:lnTo>
                <a:lnTo>
                  <a:pt x="270658" y="45860"/>
                </a:lnTo>
                <a:cubicBezTo>
                  <a:pt x="271217" y="45860"/>
                  <a:pt x="271705" y="45983"/>
                  <a:pt x="272124" y="46229"/>
                </a:cubicBezTo>
                <a:cubicBezTo>
                  <a:pt x="272543" y="46476"/>
                  <a:pt x="272909" y="46898"/>
                  <a:pt x="273223" y="47495"/>
                </a:cubicBezTo>
                <a:cubicBezTo>
                  <a:pt x="273538" y="48093"/>
                  <a:pt x="273764" y="48849"/>
                  <a:pt x="273904" y="49763"/>
                </a:cubicBezTo>
                <a:cubicBezTo>
                  <a:pt x="274044" y="50677"/>
                  <a:pt x="274113" y="51801"/>
                  <a:pt x="274113" y="53136"/>
                </a:cubicBezTo>
                <a:cubicBezTo>
                  <a:pt x="274113" y="55669"/>
                  <a:pt x="273799" y="57498"/>
                  <a:pt x="273171" y="58623"/>
                </a:cubicBezTo>
                <a:cubicBezTo>
                  <a:pt x="272543" y="59747"/>
                  <a:pt x="271705" y="60308"/>
                  <a:pt x="270658" y="60308"/>
                </a:cubicBezTo>
                <a:lnTo>
                  <a:pt x="246472" y="60308"/>
                </a:lnTo>
                <a:lnTo>
                  <a:pt x="246472" y="112869"/>
                </a:lnTo>
                <a:cubicBezTo>
                  <a:pt x="246472" y="119360"/>
                  <a:pt x="247432" y="124264"/>
                  <a:pt x="249351" y="127579"/>
                </a:cubicBezTo>
                <a:cubicBezTo>
                  <a:pt x="251271" y="130895"/>
                  <a:pt x="254709" y="132553"/>
                  <a:pt x="259665" y="132553"/>
                </a:cubicBezTo>
                <a:cubicBezTo>
                  <a:pt x="261270" y="132553"/>
                  <a:pt x="262701" y="132396"/>
                  <a:pt x="263957" y="132082"/>
                </a:cubicBezTo>
                <a:cubicBezTo>
                  <a:pt x="265214" y="131768"/>
                  <a:pt x="266331" y="131436"/>
                  <a:pt x="267308" y="131087"/>
                </a:cubicBezTo>
                <a:cubicBezTo>
                  <a:pt x="268285" y="130738"/>
                  <a:pt x="269123" y="130406"/>
                  <a:pt x="269821" y="130092"/>
                </a:cubicBezTo>
                <a:cubicBezTo>
                  <a:pt x="270519" y="129778"/>
                  <a:pt x="271147" y="129621"/>
                  <a:pt x="271705" y="129621"/>
                </a:cubicBezTo>
                <a:cubicBezTo>
                  <a:pt x="272054" y="129621"/>
                  <a:pt x="272386" y="129708"/>
                  <a:pt x="272700" y="129883"/>
                </a:cubicBezTo>
                <a:cubicBezTo>
                  <a:pt x="273014" y="130057"/>
                  <a:pt x="273258" y="130389"/>
                  <a:pt x="273433" y="130878"/>
                </a:cubicBezTo>
                <a:cubicBezTo>
                  <a:pt x="273607" y="131366"/>
                  <a:pt x="273764" y="132031"/>
                  <a:pt x="273904" y="132873"/>
                </a:cubicBezTo>
                <a:cubicBezTo>
                  <a:pt x="274044" y="133713"/>
                  <a:pt x="274113" y="134766"/>
                  <a:pt x="274113" y="136031"/>
                </a:cubicBezTo>
                <a:close/>
                <a:moveTo>
                  <a:pt x="377255" y="91719"/>
                </a:moveTo>
                <a:cubicBezTo>
                  <a:pt x="377255" y="94441"/>
                  <a:pt x="376574" y="96378"/>
                  <a:pt x="375213" y="97530"/>
                </a:cubicBezTo>
                <a:cubicBezTo>
                  <a:pt x="373852" y="98682"/>
                  <a:pt x="372299" y="99258"/>
                  <a:pt x="370554" y="99258"/>
                </a:cubicBezTo>
                <a:lnTo>
                  <a:pt x="308780" y="99258"/>
                </a:lnTo>
                <a:cubicBezTo>
                  <a:pt x="308780" y="104508"/>
                  <a:pt x="309303" y="109234"/>
                  <a:pt x="310350" y="113435"/>
                </a:cubicBezTo>
                <a:cubicBezTo>
                  <a:pt x="311397" y="117636"/>
                  <a:pt x="313142" y="121242"/>
                  <a:pt x="315586" y="124252"/>
                </a:cubicBezTo>
                <a:cubicBezTo>
                  <a:pt x="318029" y="127262"/>
                  <a:pt x="321205" y="129573"/>
                  <a:pt x="325113" y="131185"/>
                </a:cubicBezTo>
                <a:cubicBezTo>
                  <a:pt x="329022" y="132795"/>
                  <a:pt x="333804" y="133600"/>
                  <a:pt x="339458" y="133600"/>
                </a:cubicBezTo>
                <a:cubicBezTo>
                  <a:pt x="343925" y="133600"/>
                  <a:pt x="347904" y="133233"/>
                  <a:pt x="351394" y="132500"/>
                </a:cubicBezTo>
                <a:cubicBezTo>
                  <a:pt x="354884" y="131768"/>
                  <a:pt x="357903" y="130947"/>
                  <a:pt x="360450" y="130040"/>
                </a:cubicBezTo>
                <a:cubicBezTo>
                  <a:pt x="362998" y="129133"/>
                  <a:pt x="365092" y="128312"/>
                  <a:pt x="366732" y="127579"/>
                </a:cubicBezTo>
                <a:cubicBezTo>
                  <a:pt x="368373" y="126847"/>
                  <a:pt x="369612" y="126480"/>
                  <a:pt x="370449" y="126480"/>
                </a:cubicBezTo>
                <a:cubicBezTo>
                  <a:pt x="370938" y="126480"/>
                  <a:pt x="371374" y="126602"/>
                  <a:pt x="371758" y="126847"/>
                </a:cubicBezTo>
                <a:cubicBezTo>
                  <a:pt x="372142" y="127091"/>
                  <a:pt x="372439" y="127457"/>
                  <a:pt x="372648" y="127946"/>
                </a:cubicBezTo>
                <a:cubicBezTo>
                  <a:pt x="372858" y="128435"/>
                  <a:pt x="373015" y="129115"/>
                  <a:pt x="373119" y="129988"/>
                </a:cubicBezTo>
                <a:cubicBezTo>
                  <a:pt x="373224" y="130860"/>
                  <a:pt x="373276" y="131925"/>
                  <a:pt x="373276" y="133181"/>
                </a:cubicBezTo>
                <a:cubicBezTo>
                  <a:pt x="373276" y="134088"/>
                  <a:pt x="373241" y="134874"/>
                  <a:pt x="373172" y="135537"/>
                </a:cubicBezTo>
                <a:cubicBezTo>
                  <a:pt x="373102" y="136200"/>
                  <a:pt x="373015" y="136793"/>
                  <a:pt x="372910" y="137317"/>
                </a:cubicBezTo>
                <a:cubicBezTo>
                  <a:pt x="372805" y="137840"/>
                  <a:pt x="372631" y="138311"/>
                  <a:pt x="372386" y="138730"/>
                </a:cubicBezTo>
                <a:cubicBezTo>
                  <a:pt x="372142" y="139149"/>
                  <a:pt x="371828" y="139550"/>
                  <a:pt x="371444" y="139934"/>
                </a:cubicBezTo>
                <a:cubicBezTo>
                  <a:pt x="371060" y="140318"/>
                  <a:pt x="369926" y="140946"/>
                  <a:pt x="368041" y="141819"/>
                </a:cubicBezTo>
                <a:cubicBezTo>
                  <a:pt x="366157" y="142691"/>
                  <a:pt x="363714" y="143547"/>
                  <a:pt x="360712" y="144384"/>
                </a:cubicBezTo>
                <a:cubicBezTo>
                  <a:pt x="357711" y="145222"/>
                  <a:pt x="354238" y="145972"/>
                  <a:pt x="350294" y="146635"/>
                </a:cubicBezTo>
                <a:cubicBezTo>
                  <a:pt x="346350" y="147298"/>
                  <a:pt x="342145" y="147630"/>
                  <a:pt x="337678" y="147630"/>
                </a:cubicBezTo>
                <a:cubicBezTo>
                  <a:pt x="329930" y="147630"/>
                  <a:pt x="323142" y="146547"/>
                  <a:pt x="317313" y="144381"/>
                </a:cubicBezTo>
                <a:cubicBezTo>
                  <a:pt x="311485" y="142215"/>
                  <a:pt x="306581" y="139001"/>
                  <a:pt x="302602" y="134738"/>
                </a:cubicBezTo>
                <a:cubicBezTo>
                  <a:pt x="298624" y="130476"/>
                  <a:pt x="295622" y="125131"/>
                  <a:pt x="293598" y="118703"/>
                </a:cubicBezTo>
                <a:cubicBezTo>
                  <a:pt x="291574" y="112274"/>
                  <a:pt x="290562" y="104798"/>
                  <a:pt x="290562" y="96274"/>
                </a:cubicBezTo>
                <a:cubicBezTo>
                  <a:pt x="290562" y="88168"/>
                  <a:pt x="291609" y="80883"/>
                  <a:pt x="293703" y="74420"/>
                </a:cubicBezTo>
                <a:cubicBezTo>
                  <a:pt x="295797" y="67957"/>
                  <a:pt x="298816" y="62472"/>
                  <a:pt x="302760" y="57966"/>
                </a:cubicBezTo>
                <a:cubicBezTo>
                  <a:pt x="306703" y="53459"/>
                  <a:pt x="311467" y="50001"/>
                  <a:pt x="317051" y="47590"/>
                </a:cubicBezTo>
                <a:cubicBezTo>
                  <a:pt x="322635" y="45180"/>
                  <a:pt x="328883" y="43975"/>
                  <a:pt x="335793" y="43975"/>
                </a:cubicBezTo>
                <a:cubicBezTo>
                  <a:pt x="343192" y="43975"/>
                  <a:pt x="349492" y="45161"/>
                  <a:pt x="354692" y="47535"/>
                </a:cubicBezTo>
                <a:cubicBezTo>
                  <a:pt x="359892" y="49908"/>
                  <a:pt x="364167" y="53101"/>
                  <a:pt x="367518" y="57115"/>
                </a:cubicBezTo>
                <a:cubicBezTo>
                  <a:pt x="370868" y="61129"/>
                  <a:pt x="373329" y="65840"/>
                  <a:pt x="374899" y="71250"/>
                </a:cubicBezTo>
                <a:cubicBezTo>
                  <a:pt x="376470" y="76659"/>
                  <a:pt x="377255" y="82435"/>
                  <a:pt x="377255" y="88578"/>
                </a:cubicBezTo>
                <a:lnTo>
                  <a:pt x="377255" y="91719"/>
                </a:lnTo>
                <a:moveTo>
                  <a:pt x="359874" y="86484"/>
                </a:moveTo>
                <a:cubicBezTo>
                  <a:pt x="360084" y="77475"/>
                  <a:pt x="358077" y="70407"/>
                  <a:pt x="353854" y="65278"/>
                </a:cubicBezTo>
                <a:cubicBezTo>
                  <a:pt x="349631" y="60150"/>
                  <a:pt x="343366" y="57586"/>
                  <a:pt x="335060" y="57586"/>
                </a:cubicBezTo>
                <a:cubicBezTo>
                  <a:pt x="330802" y="57586"/>
                  <a:pt x="327068" y="58383"/>
                  <a:pt x="323857" y="59978"/>
                </a:cubicBezTo>
                <a:cubicBezTo>
                  <a:pt x="320646" y="61570"/>
                  <a:pt x="317959" y="63684"/>
                  <a:pt x="315795" y="66319"/>
                </a:cubicBezTo>
                <a:cubicBezTo>
                  <a:pt x="313631" y="68952"/>
                  <a:pt x="311956" y="72019"/>
                  <a:pt x="310769" y="75520"/>
                </a:cubicBezTo>
                <a:cubicBezTo>
                  <a:pt x="309583" y="79018"/>
                  <a:pt x="308919" y="82673"/>
                  <a:pt x="308780" y="86484"/>
                </a:cubicBezTo>
                <a:lnTo>
                  <a:pt x="359874" y="86484"/>
                </a:lnTo>
                <a:close/>
                <a:moveTo>
                  <a:pt x="483639" y="142915"/>
                </a:moveTo>
                <a:cubicBezTo>
                  <a:pt x="483639" y="143473"/>
                  <a:pt x="483517" y="143963"/>
                  <a:pt x="483273" y="144384"/>
                </a:cubicBezTo>
                <a:cubicBezTo>
                  <a:pt x="483029" y="144803"/>
                  <a:pt x="482610" y="145134"/>
                  <a:pt x="482017" y="145379"/>
                </a:cubicBezTo>
                <a:cubicBezTo>
                  <a:pt x="481423" y="145623"/>
                  <a:pt x="480638" y="145815"/>
                  <a:pt x="479661" y="145955"/>
                </a:cubicBezTo>
                <a:cubicBezTo>
                  <a:pt x="478684" y="146094"/>
                  <a:pt x="477497" y="146164"/>
                  <a:pt x="476101" y="146164"/>
                </a:cubicBezTo>
                <a:cubicBezTo>
                  <a:pt x="474635" y="146164"/>
                  <a:pt x="473414" y="146094"/>
                  <a:pt x="472436" y="145955"/>
                </a:cubicBezTo>
                <a:cubicBezTo>
                  <a:pt x="471459" y="145817"/>
                  <a:pt x="470656" y="145627"/>
                  <a:pt x="470028" y="145385"/>
                </a:cubicBezTo>
                <a:cubicBezTo>
                  <a:pt x="469400" y="145141"/>
                  <a:pt x="468946" y="144811"/>
                  <a:pt x="468667" y="144394"/>
                </a:cubicBezTo>
                <a:cubicBezTo>
                  <a:pt x="468388" y="143977"/>
                  <a:pt x="468248" y="143492"/>
                  <a:pt x="468248" y="142938"/>
                </a:cubicBezTo>
                <a:lnTo>
                  <a:pt x="468248" y="130547"/>
                </a:lnTo>
                <a:cubicBezTo>
                  <a:pt x="463292" y="135926"/>
                  <a:pt x="458145" y="140119"/>
                  <a:pt x="452805" y="143124"/>
                </a:cubicBezTo>
                <a:cubicBezTo>
                  <a:pt x="447465" y="146128"/>
                  <a:pt x="441619" y="147630"/>
                  <a:pt x="435267" y="147630"/>
                </a:cubicBezTo>
                <a:cubicBezTo>
                  <a:pt x="428357" y="147630"/>
                  <a:pt x="422459" y="146285"/>
                  <a:pt x="417573" y="143596"/>
                </a:cubicBezTo>
                <a:cubicBezTo>
                  <a:pt x="412686" y="140906"/>
                  <a:pt x="408725" y="137273"/>
                  <a:pt x="405689" y="132697"/>
                </a:cubicBezTo>
                <a:cubicBezTo>
                  <a:pt x="402652" y="128118"/>
                  <a:pt x="400436" y="122738"/>
                  <a:pt x="399040" y="116556"/>
                </a:cubicBezTo>
                <a:cubicBezTo>
                  <a:pt x="397644" y="110372"/>
                  <a:pt x="396946" y="103856"/>
                  <a:pt x="396946" y="97006"/>
                </a:cubicBezTo>
                <a:cubicBezTo>
                  <a:pt x="396946" y="88903"/>
                  <a:pt x="397819" y="81585"/>
                  <a:pt x="399564" y="75052"/>
                </a:cubicBezTo>
                <a:cubicBezTo>
                  <a:pt x="401309" y="68519"/>
                  <a:pt x="403891" y="62947"/>
                  <a:pt x="407312" y="58335"/>
                </a:cubicBezTo>
                <a:cubicBezTo>
                  <a:pt x="410732" y="53722"/>
                  <a:pt x="414972" y="50175"/>
                  <a:pt x="420033" y="47695"/>
                </a:cubicBezTo>
                <a:cubicBezTo>
                  <a:pt x="425094" y="45215"/>
                  <a:pt x="430939" y="43975"/>
                  <a:pt x="437571" y="43975"/>
                </a:cubicBezTo>
                <a:cubicBezTo>
                  <a:pt x="443085" y="43975"/>
                  <a:pt x="448128" y="45180"/>
                  <a:pt x="452700" y="47590"/>
                </a:cubicBezTo>
                <a:cubicBezTo>
                  <a:pt x="457272" y="50001"/>
                  <a:pt x="461792" y="53546"/>
                  <a:pt x="466259" y="58227"/>
                </a:cubicBezTo>
                <a:lnTo>
                  <a:pt x="466259" y="3357"/>
                </a:lnTo>
                <a:cubicBezTo>
                  <a:pt x="466259" y="2868"/>
                  <a:pt x="466381" y="2397"/>
                  <a:pt x="466625" y="1944"/>
                </a:cubicBezTo>
                <a:cubicBezTo>
                  <a:pt x="466870" y="1488"/>
                  <a:pt x="467341" y="1138"/>
                  <a:pt x="468039" y="893"/>
                </a:cubicBezTo>
                <a:cubicBezTo>
                  <a:pt x="468737" y="647"/>
                  <a:pt x="469627" y="436"/>
                  <a:pt x="470709" y="262"/>
                </a:cubicBezTo>
                <a:cubicBezTo>
                  <a:pt x="471791" y="87"/>
                  <a:pt x="473169" y="0"/>
                  <a:pt x="474845" y="0"/>
                </a:cubicBezTo>
                <a:cubicBezTo>
                  <a:pt x="476590" y="0"/>
                  <a:pt x="478020" y="87"/>
                  <a:pt x="479137" y="262"/>
                </a:cubicBezTo>
                <a:cubicBezTo>
                  <a:pt x="480254" y="436"/>
                  <a:pt x="481127" y="646"/>
                  <a:pt x="481755" y="890"/>
                </a:cubicBezTo>
                <a:cubicBezTo>
                  <a:pt x="482383" y="1134"/>
                  <a:pt x="482854" y="1484"/>
                  <a:pt x="483168" y="1940"/>
                </a:cubicBezTo>
                <a:cubicBezTo>
                  <a:pt x="483482" y="2394"/>
                  <a:pt x="483639" y="2865"/>
                  <a:pt x="483639" y="3354"/>
                </a:cubicBezTo>
                <a:lnTo>
                  <a:pt x="483639" y="142915"/>
                </a:lnTo>
                <a:moveTo>
                  <a:pt x="466259" y="76675"/>
                </a:moveTo>
                <a:cubicBezTo>
                  <a:pt x="461582" y="70870"/>
                  <a:pt x="457063" y="66448"/>
                  <a:pt x="452700" y="63407"/>
                </a:cubicBezTo>
                <a:cubicBezTo>
                  <a:pt x="448337" y="60364"/>
                  <a:pt x="443783" y="58843"/>
                  <a:pt x="439036" y="58843"/>
                </a:cubicBezTo>
                <a:cubicBezTo>
                  <a:pt x="434639" y="58843"/>
                  <a:pt x="430905" y="59890"/>
                  <a:pt x="427833" y="61984"/>
                </a:cubicBezTo>
                <a:cubicBezTo>
                  <a:pt x="424762" y="64078"/>
                  <a:pt x="422267" y="66835"/>
                  <a:pt x="420347" y="70255"/>
                </a:cubicBezTo>
                <a:cubicBezTo>
                  <a:pt x="418428" y="73675"/>
                  <a:pt x="417032" y="77549"/>
                  <a:pt x="416159" y="81877"/>
                </a:cubicBezTo>
                <a:cubicBezTo>
                  <a:pt x="415287" y="86205"/>
                  <a:pt x="414850" y="90602"/>
                  <a:pt x="414850" y="95069"/>
                </a:cubicBezTo>
                <a:cubicBezTo>
                  <a:pt x="414850" y="99816"/>
                  <a:pt x="415217" y="104458"/>
                  <a:pt x="415950" y="108995"/>
                </a:cubicBezTo>
                <a:cubicBezTo>
                  <a:pt x="416683" y="113532"/>
                  <a:pt x="417956" y="117563"/>
                  <a:pt x="419771" y="121088"/>
                </a:cubicBezTo>
                <a:cubicBezTo>
                  <a:pt x="421586" y="124613"/>
                  <a:pt x="423994" y="127440"/>
                  <a:pt x="426996" y="129569"/>
                </a:cubicBezTo>
                <a:cubicBezTo>
                  <a:pt x="429997" y="131698"/>
                  <a:pt x="433766" y="132762"/>
                  <a:pt x="438304" y="132762"/>
                </a:cubicBezTo>
                <a:cubicBezTo>
                  <a:pt x="440607" y="132762"/>
                  <a:pt x="442823" y="132449"/>
                  <a:pt x="444952" y="131823"/>
                </a:cubicBezTo>
                <a:cubicBezTo>
                  <a:pt x="447081" y="131197"/>
                  <a:pt x="449262" y="130154"/>
                  <a:pt x="451496" y="128695"/>
                </a:cubicBezTo>
                <a:cubicBezTo>
                  <a:pt x="453730" y="127234"/>
                  <a:pt x="456068" y="125339"/>
                  <a:pt x="458511" y="123012"/>
                </a:cubicBezTo>
                <a:cubicBezTo>
                  <a:pt x="460954" y="120682"/>
                  <a:pt x="463537" y="117814"/>
                  <a:pt x="466259" y="114407"/>
                </a:cubicBezTo>
                <a:lnTo>
                  <a:pt x="466259" y="76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148A5B-859A-4723-A92D-3E75D10A4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9311" y="3560426"/>
            <a:ext cx="421229" cy="347056"/>
          </a:xfrm>
          <a:custGeom xmlns:a="http://schemas.openxmlformats.org/drawingml/2006/main">
            <a:pathLst>
              <a:path w="421229" h="347056">
                <a:moveTo>
                  <a:pt x="0" y="57690"/>
                </a:moveTo>
                <a:cubicBezTo>
                  <a:pt x="458" y="25854"/>
                  <a:pt x="26312" y="0"/>
                  <a:pt x="58606" y="916"/>
                </a:cubicBezTo>
                <a:lnTo>
                  <a:pt x="362623" y="916"/>
                </a:lnTo>
                <a:cubicBezTo>
                  <a:pt x="395070" y="0"/>
                  <a:pt x="420923" y="25854"/>
                  <a:pt x="421229" y="57690"/>
                </a:cubicBezTo>
                <a:lnTo>
                  <a:pt x="421229" y="288450"/>
                </a:lnTo>
                <a:cubicBezTo>
                  <a:pt x="420923" y="320592"/>
                  <a:pt x="395070" y="346445"/>
                  <a:pt x="362623" y="347056"/>
                </a:cubicBezTo>
                <a:lnTo>
                  <a:pt x="58606" y="347056"/>
                </a:lnTo>
                <a:cubicBezTo>
                  <a:pt x="26312" y="346445"/>
                  <a:pt x="458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86457E-9E6D-4D91-B5B4-2AD8AAB57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138" y="3552795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35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40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20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15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40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35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Text for">
            <a:extLst xmlns:a="http://schemas.openxmlformats.org/drawingml/2006/main">
              <a:ext uri="{FF2B5EF4-FFF2-40B4-BE49-F238E27FC236}">
                <a16:creationId xmlns:a16="http://schemas.microsoft.com/office/drawing/2014/main" id="{018BA4E8-A0B2-4A3A-912D-336B1D87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820" y="3648876"/>
            <a:ext cx="245020" cy="148677"/>
          </a:xfrm>
          <a:custGeom xmlns:a="http://schemas.openxmlformats.org/drawingml/2006/main">
            <a:pathLst>
              <a:path w="245020" h="148677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164644" y="95855"/>
                </a:moveTo>
                <a:cubicBezTo>
                  <a:pt x="164644" y="103539"/>
                  <a:pt x="163632" y="110613"/>
                  <a:pt x="161607" y="117077"/>
                </a:cubicBezTo>
                <a:cubicBezTo>
                  <a:pt x="159583" y="123540"/>
                  <a:pt x="156564" y="129113"/>
                  <a:pt x="152551" y="133796"/>
                </a:cubicBezTo>
                <a:cubicBezTo>
                  <a:pt x="148537" y="138477"/>
                  <a:pt x="143511" y="142128"/>
                  <a:pt x="137474" y="144747"/>
                </a:cubicBezTo>
                <a:cubicBezTo>
                  <a:pt x="131436" y="147367"/>
                  <a:pt x="124438" y="148677"/>
                  <a:pt x="116481" y="148677"/>
                </a:cubicBezTo>
                <a:cubicBezTo>
                  <a:pt x="108733" y="148677"/>
                  <a:pt x="101980" y="147524"/>
                  <a:pt x="96221" y="145218"/>
                </a:cubicBezTo>
                <a:cubicBezTo>
                  <a:pt x="90462" y="142913"/>
                  <a:pt x="85664" y="139559"/>
                  <a:pt x="81824" y="135157"/>
                </a:cubicBezTo>
                <a:cubicBezTo>
                  <a:pt x="77985" y="130755"/>
                  <a:pt x="75124" y="125410"/>
                  <a:pt x="73239" y="119121"/>
                </a:cubicBezTo>
                <a:cubicBezTo>
                  <a:pt x="71354" y="112833"/>
                  <a:pt x="70412" y="105705"/>
                  <a:pt x="70412" y="97739"/>
                </a:cubicBezTo>
                <a:cubicBezTo>
                  <a:pt x="70412" y="90055"/>
                  <a:pt x="71407" y="82981"/>
                  <a:pt x="73396" y="76518"/>
                </a:cubicBezTo>
                <a:cubicBezTo>
                  <a:pt x="75385" y="70054"/>
                  <a:pt x="78387" y="64482"/>
                  <a:pt x="82400" y="59801"/>
                </a:cubicBezTo>
                <a:cubicBezTo>
                  <a:pt x="86414" y="55118"/>
                  <a:pt x="91422" y="51484"/>
                  <a:pt x="97425" y="48899"/>
                </a:cubicBezTo>
                <a:cubicBezTo>
                  <a:pt x="103428" y="46314"/>
                  <a:pt x="110443" y="45022"/>
                  <a:pt x="118470" y="45022"/>
                </a:cubicBezTo>
                <a:cubicBezTo>
                  <a:pt x="126218" y="45022"/>
                  <a:pt x="132971" y="46175"/>
                  <a:pt x="138730" y="48480"/>
                </a:cubicBezTo>
                <a:cubicBezTo>
                  <a:pt x="144489" y="50786"/>
                  <a:pt x="149288" y="54140"/>
                  <a:pt x="153127" y="58542"/>
                </a:cubicBezTo>
                <a:cubicBezTo>
                  <a:pt x="156966" y="62943"/>
                  <a:pt x="159845" y="68289"/>
                  <a:pt x="161765" y="74577"/>
                </a:cubicBezTo>
                <a:cubicBezTo>
                  <a:pt x="163684" y="80866"/>
                  <a:pt x="164644" y="87958"/>
                  <a:pt x="164644" y="95855"/>
                </a:cubicBezTo>
                <a:moveTo>
                  <a:pt x="146426" y="96954"/>
                </a:moveTo>
                <a:cubicBezTo>
                  <a:pt x="146426" y="91859"/>
                  <a:pt x="145955" y="87042"/>
                  <a:pt x="145012" y="82505"/>
                </a:cubicBezTo>
                <a:cubicBezTo>
                  <a:pt x="144070" y="77968"/>
                  <a:pt x="142517" y="73989"/>
                  <a:pt x="140353" y="70569"/>
                </a:cubicBezTo>
                <a:cubicBezTo>
                  <a:pt x="138189" y="67149"/>
                  <a:pt x="135257" y="64444"/>
                  <a:pt x="131558" y="62455"/>
                </a:cubicBezTo>
                <a:cubicBezTo>
                  <a:pt x="127859" y="60465"/>
                  <a:pt x="123252" y="59471"/>
                  <a:pt x="117737" y="59471"/>
                </a:cubicBezTo>
                <a:cubicBezTo>
                  <a:pt x="112642" y="59471"/>
                  <a:pt x="108262" y="60378"/>
                  <a:pt x="104597" y="62193"/>
                </a:cubicBezTo>
                <a:cubicBezTo>
                  <a:pt x="100933" y="64008"/>
                  <a:pt x="97914" y="66573"/>
                  <a:pt x="95540" y="69889"/>
                </a:cubicBezTo>
                <a:cubicBezTo>
                  <a:pt x="93167" y="73204"/>
                  <a:pt x="91405" y="77131"/>
                  <a:pt x="90253" y="81668"/>
                </a:cubicBezTo>
                <a:cubicBezTo>
                  <a:pt x="89101" y="86205"/>
                  <a:pt x="88525" y="91161"/>
                  <a:pt x="88525" y="96535"/>
                </a:cubicBezTo>
                <a:cubicBezTo>
                  <a:pt x="88525" y="101701"/>
                  <a:pt x="88997" y="106552"/>
                  <a:pt x="89939" y="111089"/>
                </a:cubicBezTo>
                <a:cubicBezTo>
                  <a:pt x="90881" y="115626"/>
                  <a:pt x="92452" y="119587"/>
                  <a:pt x="94650" y="122973"/>
                </a:cubicBezTo>
                <a:cubicBezTo>
                  <a:pt x="96849" y="126358"/>
                  <a:pt x="99798" y="129045"/>
                  <a:pt x="103498" y="131035"/>
                </a:cubicBezTo>
                <a:cubicBezTo>
                  <a:pt x="107197" y="133024"/>
                  <a:pt x="111804" y="134019"/>
                  <a:pt x="117318" y="134019"/>
                </a:cubicBezTo>
                <a:cubicBezTo>
                  <a:pt x="122344" y="134019"/>
                  <a:pt x="126707" y="133111"/>
                  <a:pt x="130406" y="131296"/>
                </a:cubicBezTo>
                <a:cubicBezTo>
                  <a:pt x="134106" y="129482"/>
                  <a:pt x="137142" y="126934"/>
                  <a:pt x="139515" y="123653"/>
                </a:cubicBezTo>
                <a:cubicBezTo>
                  <a:pt x="141889" y="120372"/>
                  <a:pt x="143634" y="116464"/>
                  <a:pt x="144750" y="111926"/>
                </a:cubicBezTo>
                <a:cubicBezTo>
                  <a:pt x="145867" y="107389"/>
                  <a:pt x="146426" y="102399"/>
                  <a:pt x="146426" y="96954"/>
                </a:cubicBezTo>
                <a:close/>
                <a:moveTo>
                  <a:pt x="245020" y="55911"/>
                </a:moveTo>
                <a:cubicBezTo>
                  <a:pt x="245020" y="57447"/>
                  <a:pt x="244985" y="58738"/>
                  <a:pt x="244915" y="59785"/>
                </a:cubicBezTo>
                <a:cubicBezTo>
                  <a:pt x="244845" y="60832"/>
                  <a:pt x="244705" y="61652"/>
                  <a:pt x="244496" y="62245"/>
                </a:cubicBezTo>
                <a:cubicBezTo>
                  <a:pt x="244287" y="62839"/>
                  <a:pt x="244025" y="63292"/>
                  <a:pt x="243711" y="63606"/>
                </a:cubicBezTo>
                <a:cubicBezTo>
                  <a:pt x="243397" y="63921"/>
                  <a:pt x="242960" y="64078"/>
                  <a:pt x="242402" y="64078"/>
                </a:cubicBezTo>
                <a:cubicBezTo>
                  <a:pt x="241844" y="64078"/>
                  <a:pt x="241163" y="63921"/>
                  <a:pt x="240360" y="63606"/>
                </a:cubicBezTo>
                <a:cubicBezTo>
                  <a:pt x="239558" y="63292"/>
                  <a:pt x="238650" y="62978"/>
                  <a:pt x="237638" y="62664"/>
                </a:cubicBezTo>
                <a:cubicBezTo>
                  <a:pt x="236626" y="62350"/>
                  <a:pt x="235492" y="62053"/>
                  <a:pt x="234235" y="61774"/>
                </a:cubicBezTo>
                <a:cubicBezTo>
                  <a:pt x="232979" y="61495"/>
                  <a:pt x="231618" y="61355"/>
                  <a:pt x="230152" y="61355"/>
                </a:cubicBezTo>
                <a:cubicBezTo>
                  <a:pt x="228407" y="61355"/>
                  <a:pt x="226697" y="61704"/>
                  <a:pt x="225022" y="62402"/>
                </a:cubicBezTo>
                <a:cubicBezTo>
                  <a:pt x="223346" y="63100"/>
                  <a:pt x="221584" y="64252"/>
                  <a:pt x="219734" y="65858"/>
                </a:cubicBezTo>
                <a:cubicBezTo>
                  <a:pt x="217884" y="67463"/>
                  <a:pt x="215947" y="69592"/>
                  <a:pt x="213923" y="72244"/>
                </a:cubicBezTo>
                <a:cubicBezTo>
                  <a:pt x="211899" y="74897"/>
                  <a:pt x="209665" y="78143"/>
                  <a:pt x="207222" y="81982"/>
                </a:cubicBezTo>
                <a:lnTo>
                  <a:pt x="207222" y="143965"/>
                </a:lnTo>
                <a:cubicBezTo>
                  <a:pt x="207222" y="144524"/>
                  <a:pt x="207083" y="144995"/>
                  <a:pt x="206803" y="145379"/>
                </a:cubicBezTo>
                <a:cubicBezTo>
                  <a:pt x="206524" y="145763"/>
                  <a:pt x="206070" y="146094"/>
                  <a:pt x="205442" y="146373"/>
                </a:cubicBezTo>
                <a:cubicBezTo>
                  <a:pt x="204814" y="146653"/>
                  <a:pt x="203941" y="146862"/>
                  <a:pt x="202825" y="147002"/>
                </a:cubicBezTo>
                <a:cubicBezTo>
                  <a:pt x="201708" y="147141"/>
                  <a:pt x="200277" y="147211"/>
                  <a:pt x="198532" y="147211"/>
                </a:cubicBezTo>
                <a:cubicBezTo>
                  <a:pt x="196857" y="147211"/>
                  <a:pt x="195461" y="147141"/>
                  <a:pt x="194344" y="147002"/>
                </a:cubicBezTo>
                <a:cubicBezTo>
                  <a:pt x="193227" y="146862"/>
                  <a:pt x="192337" y="146653"/>
                  <a:pt x="191674" y="146373"/>
                </a:cubicBezTo>
                <a:cubicBezTo>
                  <a:pt x="191011" y="146094"/>
                  <a:pt x="190557" y="145763"/>
                  <a:pt x="190313" y="145379"/>
                </a:cubicBezTo>
                <a:cubicBezTo>
                  <a:pt x="190068" y="144995"/>
                  <a:pt x="189946" y="144524"/>
                  <a:pt x="189946" y="143965"/>
                </a:cubicBezTo>
                <a:lnTo>
                  <a:pt x="189946" y="49733"/>
                </a:lnTo>
                <a:cubicBezTo>
                  <a:pt x="189946" y="49175"/>
                  <a:pt x="190051" y="48704"/>
                  <a:pt x="190260" y="48320"/>
                </a:cubicBezTo>
                <a:cubicBezTo>
                  <a:pt x="190470" y="47936"/>
                  <a:pt x="190889" y="47587"/>
                  <a:pt x="191517" y="47273"/>
                </a:cubicBezTo>
                <a:cubicBezTo>
                  <a:pt x="192145" y="46959"/>
                  <a:pt x="192948" y="46749"/>
                  <a:pt x="193925" y="46645"/>
                </a:cubicBezTo>
                <a:cubicBezTo>
                  <a:pt x="194902" y="46540"/>
                  <a:pt x="196194" y="46488"/>
                  <a:pt x="197799" y="46488"/>
                </a:cubicBezTo>
                <a:cubicBezTo>
                  <a:pt x="199335" y="46488"/>
                  <a:pt x="200608" y="46540"/>
                  <a:pt x="201621" y="46645"/>
                </a:cubicBezTo>
                <a:cubicBezTo>
                  <a:pt x="202633" y="46749"/>
                  <a:pt x="203418" y="46959"/>
                  <a:pt x="203976" y="47273"/>
                </a:cubicBezTo>
                <a:cubicBezTo>
                  <a:pt x="204535" y="47587"/>
                  <a:pt x="204936" y="47936"/>
                  <a:pt x="205180" y="48320"/>
                </a:cubicBezTo>
                <a:cubicBezTo>
                  <a:pt x="205425" y="48704"/>
                  <a:pt x="205547" y="49175"/>
                  <a:pt x="205547" y="49733"/>
                </a:cubicBezTo>
                <a:lnTo>
                  <a:pt x="205547" y="63449"/>
                </a:lnTo>
                <a:cubicBezTo>
                  <a:pt x="208130" y="59680"/>
                  <a:pt x="210555" y="56609"/>
                  <a:pt x="212824" y="54236"/>
                </a:cubicBezTo>
                <a:cubicBezTo>
                  <a:pt x="215092" y="51862"/>
                  <a:pt x="217239" y="49995"/>
                  <a:pt x="219263" y="48634"/>
                </a:cubicBezTo>
                <a:cubicBezTo>
                  <a:pt x="221287" y="47273"/>
                  <a:pt x="223294" y="46331"/>
                  <a:pt x="225283" y="45807"/>
                </a:cubicBezTo>
                <a:cubicBezTo>
                  <a:pt x="227273" y="45284"/>
                  <a:pt x="229279" y="45022"/>
                  <a:pt x="231304" y="45022"/>
                </a:cubicBezTo>
                <a:cubicBezTo>
                  <a:pt x="232211" y="45022"/>
                  <a:pt x="233241" y="45074"/>
                  <a:pt x="234392" y="45179"/>
                </a:cubicBezTo>
                <a:cubicBezTo>
                  <a:pt x="235544" y="45284"/>
                  <a:pt x="236748" y="45476"/>
                  <a:pt x="238005" y="45755"/>
                </a:cubicBezTo>
                <a:cubicBezTo>
                  <a:pt x="239261" y="46034"/>
                  <a:pt x="240395" y="46348"/>
                  <a:pt x="241407" y="46697"/>
                </a:cubicBezTo>
                <a:cubicBezTo>
                  <a:pt x="242419" y="47046"/>
                  <a:pt x="243135" y="47395"/>
                  <a:pt x="243554" y="47744"/>
                </a:cubicBezTo>
                <a:cubicBezTo>
                  <a:pt x="243973" y="48093"/>
                  <a:pt x="244252" y="48425"/>
                  <a:pt x="244391" y="48739"/>
                </a:cubicBezTo>
                <a:cubicBezTo>
                  <a:pt x="244531" y="49053"/>
                  <a:pt x="244653" y="49454"/>
                  <a:pt x="244758" y="49943"/>
                </a:cubicBezTo>
                <a:cubicBezTo>
                  <a:pt x="244863" y="50431"/>
                  <a:pt x="244932" y="51147"/>
                  <a:pt x="244967" y="52089"/>
                </a:cubicBezTo>
                <a:cubicBezTo>
                  <a:pt x="245002" y="53032"/>
                  <a:pt x="245020" y="54305"/>
                  <a:pt x="245020" y="559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CED1EA-18A4-4446-99BA-03822BE4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5077" y="3560426"/>
            <a:ext cx="822312" cy="347056"/>
          </a:xfrm>
          <a:custGeom xmlns:a="http://schemas.openxmlformats.org/drawingml/2006/main">
            <a:pathLst>
              <a:path w="822312" h="347056">
                <a:moveTo>
                  <a:pt x="0" y="57690"/>
                </a:moveTo>
                <a:cubicBezTo>
                  <a:pt x="305" y="25854"/>
                  <a:pt x="26159" y="0"/>
                  <a:pt x="58606" y="916"/>
                </a:cubicBezTo>
                <a:lnTo>
                  <a:pt x="763706" y="916"/>
                </a:lnTo>
                <a:cubicBezTo>
                  <a:pt x="795542" y="0"/>
                  <a:pt x="821396" y="25854"/>
                  <a:pt x="822312" y="57690"/>
                </a:cubicBezTo>
                <a:lnTo>
                  <a:pt x="822312" y="288450"/>
                </a:lnTo>
                <a:cubicBezTo>
                  <a:pt x="821396" y="320592"/>
                  <a:pt x="795542" y="346445"/>
                  <a:pt x="763706" y="347056"/>
                </a:cubicBezTo>
                <a:lnTo>
                  <a:pt x="58606" y="347056"/>
                </a:lnTo>
                <a:cubicBezTo>
                  <a:pt x="26159" y="346445"/>
                  <a:pt x="305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F02C6A-35EC-4B18-9570-0901F0161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7751" y="3552795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60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80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20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15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80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60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" name="Text shaping">
            <a:extLst xmlns:a="http://schemas.openxmlformats.org/drawingml/2006/main">
              <a:ext uri="{FF2B5EF4-FFF2-40B4-BE49-F238E27FC236}">
                <a16:creationId xmlns:a16="http://schemas.microsoft.com/office/drawing/2014/main" id="{72A4D956-FC64-4C44-B023-2AB8537B2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7883" y="3649505"/>
            <a:ext cx="657833" cy="184276"/>
          </a:xfrm>
          <a:custGeom xmlns:a="http://schemas.openxmlformats.org/drawingml/2006/main">
            <a:pathLst>
              <a:path w="657833" h="184276">
                <a:moveTo>
                  <a:pt x="66695" y="117760"/>
                </a:moveTo>
                <a:cubicBezTo>
                  <a:pt x="66695" y="122581"/>
                  <a:pt x="65805" y="126878"/>
                  <a:pt x="64025" y="130652"/>
                </a:cubicBezTo>
                <a:cubicBezTo>
                  <a:pt x="62245" y="134423"/>
                  <a:pt x="59715" y="137602"/>
                  <a:pt x="56434" y="140190"/>
                </a:cubicBezTo>
                <a:cubicBezTo>
                  <a:pt x="53154" y="142774"/>
                  <a:pt x="49245" y="144730"/>
                  <a:pt x="44708" y="146056"/>
                </a:cubicBezTo>
                <a:cubicBezTo>
                  <a:pt x="40171" y="147385"/>
                  <a:pt x="35180" y="148049"/>
                  <a:pt x="29735" y="148049"/>
                </a:cubicBezTo>
                <a:cubicBezTo>
                  <a:pt x="26385" y="148049"/>
                  <a:pt x="23192" y="147790"/>
                  <a:pt x="20155" y="147273"/>
                </a:cubicBezTo>
                <a:cubicBezTo>
                  <a:pt x="17119" y="146756"/>
                  <a:pt x="14397" y="146102"/>
                  <a:pt x="11988" y="145310"/>
                </a:cubicBezTo>
                <a:cubicBezTo>
                  <a:pt x="9580" y="144516"/>
                  <a:pt x="7539" y="143688"/>
                  <a:pt x="5863" y="142827"/>
                </a:cubicBezTo>
                <a:cubicBezTo>
                  <a:pt x="4188" y="141963"/>
                  <a:pt x="2967" y="141186"/>
                  <a:pt x="2199" y="140497"/>
                </a:cubicBezTo>
                <a:cubicBezTo>
                  <a:pt x="1431" y="139808"/>
                  <a:pt x="873" y="138831"/>
                  <a:pt x="524" y="137565"/>
                </a:cubicBezTo>
                <a:cubicBezTo>
                  <a:pt x="175" y="136298"/>
                  <a:pt x="0" y="134575"/>
                  <a:pt x="0" y="132396"/>
                </a:cubicBezTo>
                <a:cubicBezTo>
                  <a:pt x="0" y="131061"/>
                  <a:pt x="70" y="129936"/>
                  <a:pt x="209" y="129022"/>
                </a:cubicBezTo>
                <a:cubicBezTo>
                  <a:pt x="349" y="128106"/>
                  <a:pt x="524" y="127368"/>
                  <a:pt x="733" y="126807"/>
                </a:cubicBezTo>
                <a:cubicBezTo>
                  <a:pt x="942" y="126245"/>
                  <a:pt x="1239" y="125840"/>
                  <a:pt x="1623" y="125593"/>
                </a:cubicBezTo>
                <a:cubicBezTo>
                  <a:pt x="2007" y="125347"/>
                  <a:pt x="2443" y="125224"/>
                  <a:pt x="2932" y="125224"/>
                </a:cubicBezTo>
                <a:cubicBezTo>
                  <a:pt x="3699" y="125224"/>
                  <a:pt x="4834" y="125695"/>
                  <a:pt x="6334" y="126637"/>
                </a:cubicBezTo>
                <a:cubicBezTo>
                  <a:pt x="7835" y="127579"/>
                  <a:pt x="9685" y="128609"/>
                  <a:pt x="11884" y="129726"/>
                </a:cubicBezTo>
                <a:cubicBezTo>
                  <a:pt x="14082" y="130843"/>
                  <a:pt x="16683" y="131872"/>
                  <a:pt x="19684" y="132815"/>
                </a:cubicBezTo>
                <a:cubicBezTo>
                  <a:pt x="22685" y="133757"/>
                  <a:pt x="26141" y="134228"/>
                  <a:pt x="30049" y="134228"/>
                </a:cubicBezTo>
                <a:cubicBezTo>
                  <a:pt x="32981" y="134228"/>
                  <a:pt x="35634" y="133914"/>
                  <a:pt x="38007" y="133286"/>
                </a:cubicBezTo>
                <a:cubicBezTo>
                  <a:pt x="40380" y="132655"/>
                  <a:pt x="42439" y="131728"/>
                  <a:pt x="44184" y="130505"/>
                </a:cubicBezTo>
                <a:cubicBezTo>
                  <a:pt x="45929" y="129281"/>
                  <a:pt x="47273" y="127725"/>
                  <a:pt x="48215" y="125836"/>
                </a:cubicBezTo>
                <a:cubicBezTo>
                  <a:pt x="49158" y="123947"/>
                  <a:pt x="49629" y="121709"/>
                  <a:pt x="49629" y="119121"/>
                </a:cubicBezTo>
                <a:cubicBezTo>
                  <a:pt x="49629" y="116467"/>
                  <a:pt x="48948" y="114231"/>
                  <a:pt x="47587" y="112414"/>
                </a:cubicBezTo>
                <a:cubicBezTo>
                  <a:pt x="46226" y="110597"/>
                  <a:pt x="44429" y="108990"/>
                  <a:pt x="42195" y="107594"/>
                </a:cubicBezTo>
                <a:cubicBezTo>
                  <a:pt x="39961" y="106196"/>
                  <a:pt x="37448" y="104956"/>
                  <a:pt x="34656" y="103874"/>
                </a:cubicBezTo>
                <a:cubicBezTo>
                  <a:pt x="31864" y="102790"/>
                  <a:pt x="28985" y="101655"/>
                  <a:pt x="26018" y="100468"/>
                </a:cubicBezTo>
                <a:cubicBezTo>
                  <a:pt x="23052" y="99279"/>
                  <a:pt x="20155" y="97934"/>
                  <a:pt x="17328" y="96431"/>
                </a:cubicBezTo>
                <a:cubicBezTo>
                  <a:pt x="14501" y="94928"/>
                  <a:pt x="11971" y="93093"/>
                  <a:pt x="9737" y="90927"/>
                </a:cubicBezTo>
                <a:cubicBezTo>
                  <a:pt x="7504" y="88761"/>
                  <a:pt x="5706" y="86176"/>
                  <a:pt x="4345" y="83173"/>
                </a:cubicBezTo>
                <a:cubicBezTo>
                  <a:pt x="2984" y="80169"/>
                  <a:pt x="2303" y="76571"/>
                  <a:pt x="2303" y="72379"/>
                </a:cubicBezTo>
                <a:cubicBezTo>
                  <a:pt x="2303" y="68675"/>
                  <a:pt x="3019" y="65129"/>
                  <a:pt x="4450" y="61741"/>
                </a:cubicBezTo>
                <a:cubicBezTo>
                  <a:pt x="5881" y="58352"/>
                  <a:pt x="8027" y="55382"/>
                  <a:pt x="10889" y="52832"/>
                </a:cubicBezTo>
                <a:cubicBezTo>
                  <a:pt x="13751" y="50280"/>
                  <a:pt x="17328" y="48236"/>
                  <a:pt x="21621" y="46700"/>
                </a:cubicBezTo>
                <a:cubicBezTo>
                  <a:pt x="25914" y="45163"/>
                  <a:pt x="30922" y="44394"/>
                  <a:pt x="36646" y="44394"/>
                </a:cubicBezTo>
                <a:cubicBezTo>
                  <a:pt x="39159" y="44394"/>
                  <a:pt x="41671" y="44606"/>
                  <a:pt x="44184" y="45032"/>
                </a:cubicBezTo>
                <a:cubicBezTo>
                  <a:pt x="46697" y="45457"/>
                  <a:pt x="48966" y="45988"/>
                  <a:pt x="50990" y="46625"/>
                </a:cubicBezTo>
                <a:cubicBezTo>
                  <a:pt x="53014" y="47262"/>
                  <a:pt x="54742" y="47952"/>
                  <a:pt x="56173" y="48696"/>
                </a:cubicBezTo>
                <a:cubicBezTo>
                  <a:pt x="57604" y="49440"/>
                  <a:pt x="58686" y="50096"/>
                  <a:pt x="59418" y="50663"/>
                </a:cubicBezTo>
                <a:cubicBezTo>
                  <a:pt x="60151" y="51230"/>
                  <a:pt x="60640" y="51723"/>
                  <a:pt x="60884" y="52142"/>
                </a:cubicBezTo>
                <a:cubicBezTo>
                  <a:pt x="61129" y="52560"/>
                  <a:pt x="61303" y="53032"/>
                  <a:pt x="61408" y="53555"/>
                </a:cubicBezTo>
                <a:cubicBezTo>
                  <a:pt x="61512" y="54079"/>
                  <a:pt x="61617" y="54724"/>
                  <a:pt x="61722" y="55492"/>
                </a:cubicBezTo>
                <a:cubicBezTo>
                  <a:pt x="61827" y="56260"/>
                  <a:pt x="61879" y="57202"/>
                  <a:pt x="61879" y="58319"/>
                </a:cubicBezTo>
                <a:cubicBezTo>
                  <a:pt x="61879" y="59506"/>
                  <a:pt x="61827" y="60535"/>
                  <a:pt x="61722" y="61408"/>
                </a:cubicBezTo>
                <a:cubicBezTo>
                  <a:pt x="61617" y="62280"/>
                  <a:pt x="61443" y="62996"/>
                  <a:pt x="61198" y="63554"/>
                </a:cubicBezTo>
                <a:cubicBezTo>
                  <a:pt x="60954" y="64113"/>
                  <a:pt x="60657" y="64514"/>
                  <a:pt x="60308" y="64758"/>
                </a:cubicBezTo>
                <a:cubicBezTo>
                  <a:pt x="59959" y="65003"/>
                  <a:pt x="59575" y="65125"/>
                  <a:pt x="59157" y="65125"/>
                </a:cubicBezTo>
                <a:cubicBezTo>
                  <a:pt x="58528" y="65125"/>
                  <a:pt x="57621" y="64735"/>
                  <a:pt x="56434" y="63957"/>
                </a:cubicBezTo>
                <a:cubicBezTo>
                  <a:pt x="55248" y="63178"/>
                  <a:pt x="53712" y="62346"/>
                  <a:pt x="51828" y="61460"/>
                </a:cubicBezTo>
                <a:cubicBezTo>
                  <a:pt x="49943" y="60575"/>
                  <a:pt x="47727" y="59742"/>
                  <a:pt x="45179" y="58964"/>
                </a:cubicBezTo>
                <a:cubicBezTo>
                  <a:pt x="42631" y="58185"/>
                  <a:pt x="39717" y="57796"/>
                  <a:pt x="36436" y="57796"/>
                </a:cubicBezTo>
                <a:cubicBezTo>
                  <a:pt x="33505" y="57796"/>
                  <a:pt x="30922" y="58128"/>
                  <a:pt x="28688" y="58793"/>
                </a:cubicBezTo>
                <a:cubicBezTo>
                  <a:pt x="26455" y="59457"/>
                  <a:pt x="24622" y="60400"/>
                  <a:pt x="23192" y="61624"/>
                </a:cubicBezTo>
                <a:cubicBezTo>
                  <a:pt x="21761" y="62847"/>
                  <a:pt x="20679" y="64299"/>
                  <a:pt x="19946" y="65979"/>
                </a:cubicBezTo>
                <a:cubicBezTo>
                  <a:pt x="19213" y="67656"/>
                  <a:pt x="18846" y="69474"/>
                  <a:pt x="18846" y="71433"/>
                </a:cubicBezTo>
                <a:cubicBezTo>
                  <a:pt x="18846" y="74157"/>
                  <a:pt x="19544" y="76446"/>
                  <a:pt x="20940" y="78298"/>
                </a:cubicBezTo>
                <a:cubicBezTo>
                  <a:pt x="22336" y="80149"/>
                  <a:pt x="24151" y="81774"/>
                  <a:pt x="26385" y="83173"/>
                </a:cubicBezTo>
                <a:cubicBezTo>
                  <a:pt x="28619" y="84569"/>
                  <a:pt x="31166" y="85826"/>
                  <a:pt x="34028" y="86945"/>
                </a:cubicBezTo>
                <a:cubicBezTo>
                  <a:pt x="36890" y="88062"/>
                  <a:pt x="39804" y="89215"/>
                  <a:pt x="42771" y="90404"/>
                </a:cubicBezTo>
                <a:cubicBezTo>
                  <a:pt x="45737" y="91590"/>
                  <a:pt x="48669" y="92918"/>
                  <a:pt x="51566" y="94386"/>
                </a:cubicBezTo>
                <a:cubicBezTo>
                  <a:pt x="54463" y="95854"/>
                  <a:pt x="57028" y="97636"/>
                  <a:pt x="59261" y="99732"/>
                </a:cubicBezTo>
                <a:cubicBezTo>
                  <a:pt x="61495" y="101828"/>
                  <a:pt x="63292" y="104344"/>
                  <a:pt x="64654" y="107280"/>
                </a:cubicBezTo>
                <a:cubicBezTo>
                  <a:pt x="66015" y="110214"/>
                  <a:pt x="66695" y="113708"/>
                  <a:pt x="66695" y="117760"/>
                </a:cubicBezTo>
                <a:close/>
                <a:moveTo>
                  <a:pt x="172623" y="143337"/>
                </a:moveTo>
                <a:cubicBezTo>
                  <a:pt x="172623" y="143896"/>
                  <a:pt x="172483" y="144367"/>
                  <a:pt x="172204" y="144751"/>
                </a:cubicBezTo>
                <a:cubicBezTo>
                  <a:pt x="171925" y="145134"/>
                  <a:pt x="171471" y="145466"/>
                  <a:pt x="170843" y="145745"/>
                </a:cubicBezTo>
                <a:cubicBezTo>
                  <a:pt x="170215" y="146024"/>
                  <a:pt x="169342" y="146234"/>
                  <a:pt x="168226" y="146373"/>
                </a:cubicBezTo>
                <a:cubicBezTo>
                  <a:pt x="167109" y="146513"/>
                  <a:pt x="165713" y="146583"/>
                  <a:pt x="164038" y="146583"/>
                </a:cubicBezTo>
                <a:cubicBezTo>
                  <a:pt x="162292" y="146583"/>
                  <a:pt x="160862" y="146513"/>
                  <a:pt x="159745" y="146373"/>
                </a:cubicBezTo>
                <a:cubicBezTo>
                  <a:pt x="158628" y="146234"/>
                  <a:pt x="157755" y="146024"/>
                  <a:pt x="157127" y="145745"/>
                </a:cubicBezTo>
                <a:cubicBezTo>
                  <a:pt x="156499" y="145466"/>
                  <a:pt x="156045" y="145136"/>
                  <a:pt x="155766" y="144754"/>
                </a:cubicBezTo>
                <a:cubicBezTo>
                  <a:pt x="155487" y="144370"/>
                  <a:pt x="155347" y="143899"/>
                  <a:pt x="155347" y="143340"/>
                </a:cubicBezTo>
                <a:lnTo>
                  <a:pt x="155347" y="88228"/>
                </a:lnTo>
                <a:cubicBezTo>
                  <a:pt x="155347" y="82860"/>
                  <a:pt x="154928" y="78537"/>
                  <a:pt x="154091" y="75261"/>
                </a:cubicBezTo>
                <a:cubicBezTo>
                  <a:pt x="153253" y="71985"/>
                  <a:pt x="152032" y="69162"/>
                  <a:pt x="150426" y="66793"/>
                </a:cubicBezTo>
                <a:cubicBezTo>
                  <a:pt x="148821" y="64422"/>
                  <a:pt x="146744" y="62610"/>
                  <a:pt x="144196" y="61355"/>
                </a:cubicBezTo>
                <a:cubicBezTo>
                  <a:pt x="141649" y="60099"/>
                  <a:pt x="138700" y="59471"/>
                  <a:pt x="135349" y="59471"/>
                </a:cubicBezTo>
                <a:cubicBezTo>
                  <a:pt x="131021" y="59471"/>
                  <a:pt x="126694" y="61005"/>
                  <a:pt x="122366" y="64074"/>
                </a:cubicBezTo>
                <a:cubicBezTo>
                  <a:pt x="118038" y="67141"/>
                  <a:pt x="113501" y="71637"/>
                  <a:pt x="108755" y="77561"/>
                </a:cubicBezTo>
                <a:lnTo>
                  <a:pt x="108755" y="143340"/>
                </a:lnTo>
                <a:cubicBezTo>
                  <a:pt x="108755" y="143899"/>
                  <a:pt x="108615" y="144370"/>
                  <a:pt x="108336" y="144754"/>
                </a:cubicBezTo>
                <a:cubicBezTo>
                  <a:pt x="108057" y="145136"/>
                  <a:pt x="107603" y="145466"/>
                  <a:pt x="106975" y="145745"/>
                </a:cubicBezTo>
                <a:cubicBezTo>
                  <a:pt x="106347" y="146024"/>
                  <a:pt x="105474" y="146234"/>
                  <a:pt x="104357" y="146373"/>
                </a:cubicBezTo>
                <a:cubicBezTo>
                  <a:pt x="103241" y="146513"/>
                  <a:pt x="101810" y="146583"/>
                  <a:pt x="100065" y="146583"/>
                </a:cubicBezTo>
                <a:cubicBezTo>
                  <a:pt x="98389" y="146583"/>
                  <a:pt x="96993" y="146513"/>
                  <a:pt x="95876" y="146373"/>
                </a:cubicBezTo>
                <a:cubicBezTo>
                  <a:pt x="94760" y="146234"/>
                  <a:pt x="93870" y="146024"/>
                  <a:pt x="93207" y="145745"/>
                </a:cubicBezTo>
                <a:cubicBezTo>
                  <a:pt x="92543" y="145466"/>
                  <a:pt x="92090" y="145134"/>
                  <a:pt x="91845" y="144751"/>
                </a:cubicBezTo>
                <a:cubicBezTo>
                  <a:pt x="91601" y="144365"/>
                  <a:pt x="91479" y="143892"/>
                  <a:pt x="91479" y="143334"/>
                </a:cubicBezTo>
                <a:lnTo>
                  <a:pt x="91479" y="3354"/>
                </a:lnTo>
                <a:cubicBezTo>
                  <a:pt x="91479" y="2795"/>
                  <a:pt x="91601" y="2307"/>
                  <a:pt x="91845" y="1888"/>
                </a:cubicBezTo>
                <a:cubicBezTo>
                  <a:pt x="92090" y="1467"/>
                  <a:pt x="92543" y="1117"/>
                  <a:pt x="93207" y="838"/>
                </a:cubicBezTo>
                <a:cubicBezTo>
                  <a:pt x="93870" y="558"/>
                  <a:pt x="94760" y="349"/>
                  <a:pt x="95876" y="209"/>
                </a:cubicBezTo>
                <a:cubicBezTo>
                  <a:pt x="96993" y="70"/>
                  <a:pt x="98389" y="0"/>
                  <a:pt x="100065" y="0"/>
                </a:cubicBezTo>
                <a:cubicBezTo>
                  <a:pt x="101810" y="0"/>
                  <a:pt x="103241" y="70"/>
                  <a:pt x="104357" y="209"/>
                </a:cubicBezTo>
                <a:cubicBezTo>
                  <a:pt x="105474" y="349"/>
                  <a:pt x="106347" y="560"/>
                  <a:pt x="106975" y="841"/>
                </a:cubicBezTo>
                <a:cubicBezTo>
                  <a:pt x="107603" y="1120"/>
                  <a:pt x="108057" y="1469"/>
                  <a:pt x="108336" y="1888"/>
                </a:cubicBezTo>
                <a:cubicBezTo>
                  <a:pt x="108615" y="2307"/>
                  <a:pt x="108755" y="2796"/>
                  <a:pt x="108755" y="3357"/>
                </a:cubicBezTo>
                <a:lnTo>
                  <a:pt x="108755" y="59890"/>
                </a:lnTo>
                <a:cubicBezTo>
                  <a:pt x="113711" y="54654"/>
                  <a:pt x="118702" y="50763"/>
                  <a:pt x="123727" y="48215"/>
                </a:cubicBezTo>
                <a:cubicBezTo>
                  <a:pt x="128753" y="45668"/>
                  <a:pt x="133814" y="44394"/>
                  <a:pt x="138909" y="44394"/>
                </a:cubicBezTo>
                <a:cubicBezTo>
                  <a:pt x="145191" y="44394"/>
                  <a:pt x="150479" y="45458"/>
                  <a:pt x="154771" y="47587"/>
                </a:cubicBezTo>
                <a:cubicBezTo>
                  <a:pt x="159064" y="49716"/>
                  <a:pt x="162537" y="52560"/>
                  <a:pt x="165189" y="56120"/>
                </a:cubicBezTo>
                <a:cubicBezTo>
                  <a:pt x="167842" y="59680"/>
                  <a:pt x="169744" y="63851"/>
                  <a:pt x="170895" y="68632"/>
                </a:cubicBezTo>
                <a:cubicBezTo>
                  <a:pt x="172047" y="73414"/>
                  <a:pt x="172623" y="79190"/>
                  <a:pt x="172623" y="85960"/>
                </a:cubicBezTo>
                <a:lnTo>
                  <a:pt x="172623" y="143337"/>
                </a:lnTo>
                <a:close/>
                <a:moveTo>
                  <a:pt x="274642" y="143442"/>
                </a:moveTo>
                <a:cubicBezTo>
                  <a:pt x="274642" y="144279"/>
                  <a:pt x="274363" y="144908"/>
                  <a:pt x="273805" y="145326"/>
                </a:cubicBezTo>
                <a:cubicBezTo>
                  <a:pt x="273246" y="145745"/>
                  <a:pt x="272478" y="146059"/>
                  <a:pt x="271501" y="146269"/>
                </a:cubicBezTo>
                <a:cubicBezTo>
                  <a:pt x="270524" y="146478"/>
                  <a:pt x="269093" y="146583"/>
                  <a:pt x="267208" y="146583"/>
                </a:cubicBezTo>
                <a:cubicBezTo>
                  <a:pt x="265394" y="146583"/>
                  <a:pt x="263945" y="146478"/>
                  <a:pt x="262863" y="146269"/>
                </a:cubicBezTo>
                <a:cubicBezTo>
                  <a:pt x="261781" y="146059"/>
                  <a:pt x="260996" y="145745"/>
                  <a:pt x="260507" y="145326"/>
                </a:cubicBezTo>
                <a:cubicBezTo>
                  <a:pt x="260019" y="144908"/>
                  <a:pt x="259775" y="144279"/>
                  <a:pt x="259775" y="143442"/>
                </a:cubicBezTo>
                <a:lnTo>
                  <a:pt x="259775" y="134019"/>
                </a:lnTo>
                <a:cubicBezTo>
                  <a:pt x="255656" y="138416"/>
                  <a:pt x="251067" y="141854"/>
                  <a:pt x="246006" y="144332"/>
                </a:cubicBezTo>
                <a:cubicBezTo>
                  <a:pt x="240946" y="146810"/>
                  <a:pt x="235588" y="148049"/>
                  <a:pt x="229934" y="148049"/>
                </a:cubicBezTo>
                <a:cubicBezTo>
                  <a:pt x="224979" y="148049"/>
                  <a:pt x="220494" y="147400"/>
                  <a:pt x="216480" y="146102"/>
                </a:cubicBezTo>
                <a:cubicBezTo>
                  <a:pt x="212467" y="144804"/>
                  <a:pt x="209046" y="142927"/>
                  <a:pt x="206219" y="140471"/>
                </a:cubicBezTo>
                <a:cubicBezTo>
                  <a:pt x="203392" y="138015"/>
                  <a:pt x="201194" y="134998"/>
                  <a:pt x="199623" y="131421"/>
                </a:cubicBezTo>
                <a:cubicBezTo>
                  <a:pt x="198053" y="127841"/>
                  <a:pt x="197267" y="123771"/>
                  <a:pt x="197267" y="119210"/>
                </a:cubicBezTo>
                <a:cubicBezTo>
                  <a:pt x="197267" y="113877"/>
                  <a:pt x="198349" y="109246"/>
                  <a:pt x="200513" y="105317"/>
                </a:cubicBezTo>
                <a:cubicBezTo>
                  <a:pt x="202677" y="101389"/>
                  <a:pt x="205783" y="98127"/>
                  <a:pt x="209832" y="95531"/>
                </a:cubicBezTo>
                <a:cubicBezTo>
                  <a:pt x="213880" y="92933"/>
                  <a:pt x="218836" y="90985"/>
                  <a:pt x="224699" y="89687"/>
                </a:cubicBezTo>
                <a:cubicBezTo>
                  <a:pt x="230563" y="88389"/>
                  <a:pt x="237159" y="87740"/>
                  <a:pt x="244488" y="87740"/>
                </a:cubicBezTo>
                <a:lnTo>
                  <a:pt x="257471" y="87740"/>
                </a:lnTo>
                <a:lnTo>
                  <a:pt x="257471" y="80464"/>
                </a:lnTo>
                <a:cubicBezTo>
                  <a:pt x="257471" y="76860"/>
                  <a:pt x="257087" y="73672"/>
                  <a:pt x="256319" y="70900"/>
                </a:cubicBezTo>
                <a:cubicBezTo>
                  <a:pt x="255552" y="68127"/>
                  <a:pt x="254313" y="65823"/>
                  <a:pt x="252602" y="63986"/>
                </a:cubicBezTo>
                <a:cubicBezTo>
                  <a:pt x="250892" y="62149"/>
                  <a:pt x="248676" y="60763"/>
                  <a:pt x="245954" y="59827"/>
                </a:cubicBezTo>
                <a:cubicBezTo>
                  <a:pt x="243232" y="58892"/>
                  <a:pt x="239881" y="58424"/>
                  <a:pt x="235902" y="58424"/>
                </a:cubicBezTo>
                <a:cubicBezTo>
                  <a:pt x="231645" y="58424"/>
                  <a:pt x="227823" y="58924"/>
                  <a:pt x="224438" y="59926"/>
                </a:cubicBezTo>
                <a:cubicBezTo>
                  <a:pt x="221052" y="60927"/>
                  <a:pt x="218086" y="62032"/>
                  <a:pt x="215538" y="63240"/>
                </a:cubicBezTo>
                <a:cubicBezTo>
                  <a:pt x="212990" y="64448"/>
                  <a:pt x="210861" y="65553"/>
                  <a:pt x="209151" y="66555"/>
                </a:cubicBezTo>
                <a:cubicBezTo>
                  <a:pt x="207441" y="67556"/>
                  <a:pt x="206167" y="68056"/>
                  <a:pt x="205329" y="68056"/>
                </a:cubicBezTo>
                <a:cubicBezTo>
                  <a:pt x="204771" y="68056"/>
                  <a:pt x="204282" y="67917"/>
                  <a:pt x="203864" y="67638"/>
                </a:cubicBezTo>
                <a:cubicBezTo>
                  <a:pt x="203445" y="67358"/>
                  <a:pt x="203078" y="66940"/>
                  <a:pt x="202764" y="66381"/>
                </a:cubicBezTo>
                <a:cubicBezTo>
                  <a:pt x="202450" y="65823"/>
                  <a:pt x="202223" y="65107"/>
                  <a:pt x="202084" y="64235"/>
                </a:cubicBezTo>
                <a:cubicBezTo>
                  <a:pt x="201944" y="63362"/>
                  <a:pt x="201874" y="62402"/>
                  <a:pt x="201874" y="61355"/>
                </a:cubicBezTo>
                <a:cubicBezTo>
                  <a:pt x="201874" y="59610"/>
                  <a:pt x="201996" y="58232"/>
                  <a:pt x="202241" y="57220"/>
                </a:cubicBezTo>
                <a:cubicBezTo>
                  <a:pt x="202485" y="56208"/>
                  <a:pt x="203078" y="55248"/>
                  <a:pt x="204021" y="54340"/>
                </a:cubicBezTo>
                <a:cubicBezTo>
                  <a:pt x="204963" y="53433"/>
                  <a:pt x="206586" y="52376"/>
                  <a:pt x="208889" y="51170"/>
                </a:cubicBezTo>
                <a:cubicBezTo>
                  <a:pt x="211193" y="49961"/>
                  <a:pt x="213845" y="48858"/>
                  <a:pt x="216847" y="47859"/>
                </a:cubicBezTo>
                <a:cubicBezTo>
                  <a:pt x="219848" y="46860"/>
                  <a:pt x="223129" y="46033"/>
                  <a:pt x="226689" y="45379"/>
                </a:cubicBezTo>
                <a:cubicBezTo>
                  <a:pt x="230249" y="44722"/>
                  <a:pt x="233843" y="44394"/>
                  <a:pt x="237473" y="44394"/>
                </a:cubicBezTo>
                <a:cubicBezTo>
                  <a:pt x="244244" y="44394"/>
                  <a:pt x="250002" y="45161"/>
                  <a:pt x="254749" y="46697"/>
                </a:cubicBezTo>
                <a:cubicBezTo>
                  <a:pt x="259495" y="48233"/>
                  <a:pt x="263334" y="50484"/>
                  <a:pt x="266266" y="53450"/>
                </a:cubicBezTo>
                <a:cubicBezTo>
                  <a:pt x="269198" y="56417"/>
                  <a:pt x="271327" y="60099"/>
                  <a:pt x="272653" y="64496"/>
                </a:cubicBezTo>
                <a:cubicBezTo>
                  <a:pt x="273979" y="68894"/>
                  <a:pt x="274642" y="74024"/>
                  <a:pt x="274642" y="79888"/>
                </a:cubicBezTo>
                <a:lnTo>
                  <a:pt x="274642" y="143442"/>
                </a:lnTo>
                <a:moveTo>
                  <a:pt x="257471" y="100305"/>
                </a:moveTo>
                <a:lnTo>
                  <a:pt x="242708" y="100305"/>
                </a:lnTo>
                <a:cubicBezTo>
                  <a:pt x="237962" y="100305"/>
                  <a:pt x="233843" y="100707"/>
                  <a:pt x="230353" y="101512"/>
                </a:cubicBezTo>
                <a:cubicBezTo>
                  <a:pt x="226863" y="102317"/>
                  <a:pt x="223966" y="103508"/>
                  <a:pt x="221663" y="105085"/>
                </a:cubicBezTo>
                <a:cubicBezTo>
                  <a:pt x="219360" y="106660"/>
                  <a:pt x="217667" y="108550"/>
                  <a:pt x="216585" y="110755"/>
                </a:cubicBezTo>
                <a:cubicBezTo>
                  <a:pt x="215503" y="112960"/>
                  <a:pt x="214962" y="115498"/>
                  <a:pt x="214962" y="118369"/>
                </a:cubicBezTo>
                <a:cubicBezTo>
                  <a:pt x="214962" y="123270"/>
                  <a:pt x="216515" y="127174"/>
                  <a:pt x="219621" y="130079"/>
                </a:cubicBezTo>
                <a:cubicBezTo>
                  <a:pt x="222727" y="132985"/>
                  <a:pt x="227073" y="134437"/>
                  <a:pt x="232657" y="134437"/>
                </a:cubicBezTo>
                <a:cubicBezTo>
                  <a:pt x="237194" y="134437"/>
                  <a:pt x="241399" y="133282"/>
                  <a:pt x="245273" y="130972"/>
                </a:cubicBezTo>
                <a:cubicBezTo>
                  <a:pt x="249147" y="128662"/>
                  <a:pt x="253213" y="125127"/>
                  <a:pt x="257471" y="120365"/>
                </a:cubicBezTo>
                <a:lnTo>
                  <a:pt x="257471" y="100305"/>
                </a:lnTo>
                <a:close/>
                <a:moveTo>
                  <a:pt x="392603" y="94808"/>
                </a:moveTo>
                <a:cubicBezTo>
                  <a:pt x="392603" y="103051"/>
                  <a:pt x="391713" y="110456"/>
                  <a:pt x="389933" y="117024"/>
                </a:cubicBezTo>
                <a:cubicBezTo>
                  <a:pt x="388153" y="123592"/>
                  <a:pt x="385535" y="129165"/>
                  <a:pt x="382080" y="133744"/>
                </a:cubicBezTo>
                <a:cubicBezTo>
                  <a:pt x="378625" y="138320"/>
                  <a:pt x="374349" y="141848"/>
                  <a:pt x="369254" y="144329"/>
                </a:cubicBezTo>
                <a:cubicBezTo>
                  <a:pt x="364158" y="146809"/>
                  <a:pt x="358330" y="148049"/>
                  <a:pt x="351769" y="148049"/>
                </a:cubicBezTo>
                <a:cubicBezTo>
                  <a:pt x="348977" y="148049"/>
                  <a:pt x="346394" y="147770"/>
                  <a:pt x="344021" y="147211"/>
                </a:cubicBezTo>
                <a:cubicBezTo>
                  <a:pt x="341648" y="146653"/>
                  <a:pt x="339327" y="145780"/>
                  <a:pt x="337058" y="144594"/>
                </a:cubicBezTo>
                <a:cubicBezTo>
                  <a:pt x="334790" y="143405"/>
                  <a:pt x="332538" y="141902"/>
                  <a:pt x="330305" y="140085"/>
                </a:cubicBezTo>
                <a:cubicBezTo>
                  <a:pt x="328071" y="138268"/>
                  <a:pt x="325698" y="136137"/>
                  <a:pt x="323185" y="133691"/>
                </a:cubicBezTo>
                <a:lnTo>
                  <a:pt x="323185" y="180722"/>
                </a:lnTo>
                <a:cubicBezTo>
                  <a:pt x="323185" y="181279"/>
                  <a:pt x="323045" y="181766"/>
                  <a:pt x="322766" y="182185"/>
                </a:cubicBezTo>
                <a:cubicBezTo>
                  <a:pt x="322487" y="182604"/>
                  <a:pt x="322033" y="182952"/>
                  <a:pt x="321405" y="183229"/>
                </a:cubicBezTo>
                <a:cubicBezTo>
                  <a:pt x="320777" y="183508"/>
                  <a:pt x="319904" y="183717"/>
                  <a:pt x="318788" y="183857"/>
                </a:cubicBezTo>
                <a:cubicBezTo>
                  <a:pt x="317671" y="183996"/>
                  <a:pt x="316240" y="184066"/>
                  <a:pt x="314495" y="184066"/>
                </a:cubicBezTo>
                <a:cubicBezTo>
                  <a:pt x="312820" y="184066"/>
                  <a:pt x="311424" y="183996"/>
                  <a:pt x="310307" y="183857"/>
                </a:cubicBezTo>
                <a:cubicBezTo>
                  <a:pt x="309190" y="183717"/>
                  <a:pt x="308300" y="183508"/>
                  <a:pt x="307637" y="183229"/>
                </a:cubicBezTo>
                <a:cubicBezTo>
                  <a:pt x="306974" y="182949"/>
                  <a:pt x="306520" y="182600"/>
                  <a:pt x="306276" y="182182"/>
                </a:cubicBezTo>
                <a:cubicBezTo>
                  <a:pt x="306031" y="181763"/>
                  <a:pt x="305909" y="181274"/>
                  <a:pt x="305909" y="180716"/>
                </a:cubicBezTo>
                <a:lnTo>
                  <a:pt x="305909" y="49105"/>
                </a:lnTo>
                <a:cubicBezTo>
                  <a:pt x="305909" y="48477"/>
                  <a:pt x="306014" y="47971"/>
                  <a:pt x="306223" y="47587"/>
                </a:cubicBezTo>
                <a:cubicBezTo>
                  <a:pt x="306433" y="47203"/>
                  <a:pt x="306852" y="46872"/>
                  <a:pt x="307480" y="46592"/>
                </a:cubicBezTo>
                <a:cubicBezTo>
                  <a:pt x="308108" y="46313"/>
                  <a:pt x="308911" y="46121"/>
                  <a:pt x="309888" y="46017"/>
                </a:cubicBezTo>
                <a:cubicBezTo>
                  <a:pt x="310865" y="45912"/>
                  <a:pt x="312052" y="45860"/>
                  <a:pt x="313448" y="45860"/>
                </a:cubicBezTo>
                <a:cubicBezTo>
                  <a:pt x="314914" y="45860"/>
                  <a:pt x="316118" y="45912"/>
                  <a:pt x="317060" y="46017"/>
                </a:cubicBezTo>
                <a:cubicBezTo>
                  <a:pt x="318002" y="46121"/>
                  <a:pt x="318788" y="46313"/>
                  <a:pt x="319416" y="46592"/>
                </a:cubicBezTo>
                <a:cubicBezTo>
                  <a:pt x="320044" y="46872"/>
                  <a:pt x="320480" y="47204"/>
                  <a:pt x="320725" y="47590"/>
                </a:cubicBezTo>
                <a:cubicBezTo>
                  <a:pt x="320969" y="47974"/>
                  <a:pt x="321091" y="48480"/>
                  <a:pt x="321091" y="49109"/>
                </a:cubicBezTo>
                <a:lnTo>
                  <a:pt x="321091" y="61791"/>
                </a:lnTo>
                <a:cubicBezTo>
                  <a:pt x="323953" y="58857"/>
                  <a:pt x="326710" y="56307"/>
                  <a:pt x="329362" y="54141"/>
                </a:cubicBezTo>
                <a:cubicBezTo>
                  <a:pt x="332015" y="51975"/>
                  <a:pt x="334685" y="50176"/>
                  <a:pt x="337372" y="48745"/>
                </a:cubicBezTo>
                <a:cubicBezTo>
                  <a:pt x="340060" y="47312"/>
                  <a:pt x="342817" y="46229"/>
                  <a:pt x="345644" y="45496"/>
                </a:cubicBezTo>
                <a:cubicBezTo>
                  <a:pt x="348471" y="44761"/>
                  <a:pt x="351455" y="44394"/>
                  <a:pt x="354596" y="44394"/>
                </a:cubicBezTo>
                <a:cubicBezTo>
                  <a:pt x="361436" y="44394"/>
                  <a:pt x="367265" y="45721"/>
                  <a:pt x="372081" y="48376"/>
                </a:cubicBezTo>
                <a:cubicBezTo>
                  <a:pt x="376897" y="51030"/>
                  <a:pt x="380824" y="54664"/>
                  <a:pt x="383860" y="59278"/>
                </a:cubicBezTo>
                <a:cubicBezTo>
                  <a:pt x="386896" y="63889"/>
                  <a:pt x="389112" y="69252"/>
                  <a:pt x="390508" y="75366"/>
                </a:cubicBezTo>
                <a:cubicBezTo>
                  <a:pt x="391904" y="81478"/>
                  <a:pt x="392603" y="87958"/>
                  <a:pt x="392603" y="94808"/>
                </a:cubicBezTo>
                <a:moveTo>
                  <a:pt x="374384" y="96797"/>
                </a:moveTo>
                <a:cubicBezTo>
                  <a:pt x="374384" y="91974"/>
                  <a:pt x="374018" y="87308"/>
                  <a:pt x="373285" y="82800"/>
                </a:cubicBezTo>
                <a:cubicBezTo>
                  <a:pt x="372552" y="78291"/>
                  <a:pt x="371296" y="74289"/>
                  <a:pt x="369516" y="70795"/>
                </a:cubicBezTo>
                <a:cubicBezTo>
                  <a:pt x="367736" y="67301"/>
                  <a:pt x="365345" y="64505"/>
                  <a:pt x="362344" y="62409"/>
                </a:cubicBezTo>
                <a:cubicBezTo>
                  <a:pt x="359342" y="60311"/>
                  <a:pt x="355608" y="59261"/>
                  <a:pt x="351140" y="59261"/>
                </a:cubicBezTo>
                <a:cubicBezTo>
                  <a:pt x="348907" y="59261"/>
                  <a:pt x="346708" y="59594"/>
                  <a:pt x="344544" y="60259"/>
                </a:cubicBezTo>
                <a:cubicBezTo>
                  <a:pt x="342380" y="60922"/>
                  <a:pt x="340182" y="61971"/>
                  <a:pt x="337948" y="63404"/>
                </a:cubicBezTo>
                <a:cubicBezTo>
                  <a:pt x="335714" y="64837"/>
                  <a:pt x="333376" y="66725"/>
                  <a:pt x="330933" y="69067"/>
                </a:cubicBezTo>
                <a:cubicBezTo>
                  <a:pt x="328490" y="71410"/>
                  <a:pt x="325907" y="74295"/>
                  <a:pt x="323185" y="77722"/>
                </a:cubicBezTo>
                <a:lnTo>
                  <a:pt x="323185" y="115244"/>
                </a:lnTo>
                <a:cubicBezTo>
                  <a:pt x="327932" y="121049"/>
                  <a:pt x="332434" y="125490"/>
                  <a:pt x="336692" y="128568"/>
                </a:cubicBezTo>
                <a:cubicBezTo>
                  <a:pt x="340949" y="131643"/>
                  <a:pt x="345417" y="133181"/>
                  <a:pt x="350093" y="133181"/>
                </a:cubicBezTo>
                <a:cubicBezTo>
                  <a:pt x="354421" y="133181"/>
                  <a:pt x="358138" y="132133"/>
                  <a:pt x="361244" y="130037"/>
                </a:cubicBezTo>
                <a:cubicBezTo>
                  <a:pt x="364350" y="127938"/>
                  <a:pt x="366863" y="125142"/>
                  <a:pt x="368783" y="121647"/>
                </a:cubicBezTo>
                <a:cubicBezTo>
                  <a:pt x="370702" y="118153"/>
                  <a:pt x="372116" y="114239"/>
                  <a:pt x="373023" y="109904"/>
                </a:cubicBezTo>
                <a:cubicBezTo>
                  <a:pt x="373931" y="105570"/>
                  <a:pt x="374384" y="101201"/>
                  <a:pt x="374384" y="96797"/>
                </a:cubicBezTo>
                <a:close/>
                <a:moveTo>
                  <a:pt x="435360" y="143337"/>
                </a:moveTo>
                <a:cubicBezTo>
                  <a:pt x="435360" y="143896"/>
                  <a:pt x="435220" y="144367"/>
                  <a:pt x="434941" y="144751"/>
                </a:cubicBezTo>
                <a:cubicBezTo>
                  <a:pt x="434662" y="145134"/>
                  <a:pt x="434208" y="145466"/>
                  <a:pt x="433580" y="145745"/>
                </a:cubicBezTo>
                <a:cubicBezTo>
                  <a:pt x="432952" y="146024"/>
                  <a:pt x="432079" y="146234"/>
                  <a:pt x="430962" y="146373"/>
                </a:cubicBezTo>
                <a:cubicBezTo>
                  <a:pt x="429845" y="146513"/>
                  <a:pt x="428414" y="146583"/>
                  <a:pt x="426669" y="146583"/>
                </a:cubicBezTo>
                <a:cubicBezTo>
                  <a:pt x="424994" y="146583"/>
                  <a:pt x="423598" y="146513"/>
                  <a:pt x="422481" y="146373"/>
                </a:cubicBezTo>
                <a:cubicBezTo>
                  <a:pt x="421365" y="146234"/>
                  <a:pt x="420475" y="146024"/>
                  <a:pt x="419811" y="145745"/>
                </a:cubicBezTo>
                <a:cubicBezTo>
                  <a:pt x="419148" y="145466"/>
                  <a:pt x="418695" y="145134"/>
                  <a:pt x="418450" y="144751"/>
                </a:cubicBezTo>
                <a:cubicBezTo>
                  <a:pt x="418206" y="144367"/>
                  <a:pt x="418084" y="143896"/>
                  <a:pt x="418084" y="143337"/>
                </a:cubicBezTo>
                <a:lnTo>
                  <a:pt x="418084" y="49105"/>
                </a:lnTo>
                <a:cubicBezTo>
                  <a:pt x="418084" y="48617"/>
                  <a:pt x="418206" y="48163"/>
                  <a:pt x="418450" y="47744"/>
                </a:cubicBezTo>
                <a:cubicBezTo>
                  <a:pt x="418695" y="47325"/>
                  <a:pt x="419148" y="46976"/>
                  <a:pt x="419811" y="46697"/>
                </a:cubicBezTo>
                <a:cubicBezTo>
                  <a:pt x="420475" y="46418"/>
                  <a:pt x="421365" y="46209"/>
                  <a:pt x="422481" y="46069"/>
                </a:cubicBezTo>
                <a:cubicBezTo>
                  <a:pt x="423598" y="45929"/>
                  <a:pt x="424994" y="45860"/>
                  <a:pt x="426669" y="45860"/>
                </a:cubicBezTo>
                <a:cubicBezTo>
                  <a:pt x="428414" y="45860"/>
                  <a:pt x="429845" y="45929"/>
                  <a:pt x="430962" y="46069"/>
                </a:cubicBezTo>
                <a:cubicBezTo>
                  <a:pt x="432079" y="46209"/>
                  <a:pt x="432952" y="46418"/>
                  <a:pt x="433580" y="46697"/>
                </a:cubicBezTo>
                <a:cubicBezTo>
                  <a:pt x="434208" y="46976"/>
                  <a:pt x="434662" y="47325"/>
                  <a:pt x="434941" y="47744"/>
                </a:cubicBezTo>
                <a:cubicBezTo>
                  <a:pt x="435220" y="48163"/>
                  <a:pt x="435360" y="48617"/>
                  <a:pt x="435360" y="49105"/>
                </a:cubicBezTo>
                <a:lnTo>
                  <a:pt x="435360" y="143337"/>
                </a:lnTo>
                <a:moveTo>
                  <a:pt x="437349" y="17171"/>
                </a:moveTo>
                <a:cubicBezTo>
                  <a:pt x="437349" y="21220"/>
                  <a:pt x="436581" y="23977"/>
                  <a:pt x="435046" y="25443"/>
                </a:cubicBezTo>
                <a:cubicBezTo>
                  <a:pt x="433510" y="26908"/>
                  <a:pt x="430683" y="27641"/>
                  <a:pt x="426565" y="27641"/>
                </a:cubicBezTo>
                <a:cubicBezTo>
                  <a:pt x="422516" y="27641"/>
                  <a:pt x="419742" y="26926"/>
                  <a:pt x="418241" y="25495"/>
                </a:cubicBezTo>
                <a:cubicBezTo>
                  <a:pt x="416740" y="24064"/>
                  <a:pt x="415990" y="21359"/>
                  <a:pt x="415990" y="17381"/>
                </a:cubicBezTo>
                <a:cubicBezTo>
                  <a:pt x="415990" y="13332"/>
                  <a:pt x="416758" y="10575"/>
                  <a:pt x="418293" y="9109"/>
                </a:cubicBezTo>
                <a:cubicBezTo>
                  <a:pt x="419829" y="7643"/>
                  <a:pt x="422656" y="6910"/>
                  <a:pt x="426774" y="6910"/>
                </a:cubicBezTo>
                <a:cubicBezTo>
                  <a:pt x="430823" y="6910"/>
                  <a:pt x="433597" y="7626"/>
                  <a:pt x="435098" y="9057"/>
                </a:cubicBezTo>
                <a:cubicBezTo>
                  <a:pt x="436599" y="10488"/>
                  <a:pt x="437349" y="13192"/>
                  <a:pt x="437349" y="17171"/>
                </a:cubicBezTo>
                <a:close/>
                <a:moveTo>
                  <a:pt x="548066" y="143337"/>
                </a:moveTo>
                <a:cubicBezTo>
                  <a:pt x="548066" y="143896"/>
                  <a:pt x="547927" y="144367"/>
                  <a:pt x="547648" y="144751"/>
                </a:cubicBezTo>
                <a:cubicBezTo>
                  <a:pt x="547368" y="145134"/>
                  <a:pt x="546915" y="145466"/>
                  <a:pt x="546286" y="145745"/>
                </a:cubicBezTo>
                <a:cubicBezTo>
                  <a:pt x="545658" y="146024"/>
                  <a:pt x="544786" y="146234"/>
                  <a:pt x="543669" y="146373"/>
                </a:cubicBezTo>
                <a:cubicBezTo>
                  <a:pt x="542552" y="146513"/>
                  <a:pt x="541156" y="146583"/>
                  <a:pt x="539481" y="146583"/>
                </a:cubicBezTo>
                <a:cubicBezTo>
                  <a:pt x="537736" y="146583"/>
                  <a:pt x="536305" y="146513"/>
                  <a:pt x="535188" y="146373"/>
                </a:cubicBezTo>
                <a:cubicBezTo>
                  <a:pt x="534071" y="146234"/>
                  <a:pt x="533199" y="146024"/>
                  <a:pt x="532570" y="145745"/>
                </a:cubicBezTo>
                <a:cubicBezTo>
                  <a:pt x="531942" y="145466"/>
                  <a:pt x="531488" y="145136"/>
                  <a:pt x="531209" y="144754"/>
                </a:cubicBezTo>
                <a:cubicBezTo>
                  <a:pt x="530930" y="144370"/>
                  <a:pt x="530790" y="143899"/>
                  <a:pt x="530790" y="143340"/>
                </a:cubicBezTo>
                <a:lnTo>
                  <a:pt x="530790" y="88228"/>
                </a:lnTo>
                <a:cubicBezTo>
                  <a:pt x="530790" y="82860"/>
                  <a:pt x="530372" y="78537"/>
                  <a:pt x="529534" y="75261"/>
                </a:cubicBezTo>
                <a:cubicBezTo>
                  <a:pt x="528696" y="71985"/>
                  <a:pt x="527475" y="69162"/>
                  <a:pt x="525869" y="66793"/>
                </a:cubicBezTo>
                <a:cubicBezTo>
                  <a:pt x="524264" y="64422"/>
                  <a:pt x="522187" y="62610"/>
                  <a:pt x="519640" y="61355"/>
                </a:cubicBezTo>
                <a:cubicBezTo>
                  <a:pt x="517092" y="60099"/>
                  <a:pt x="514143" y="59471"/>
                  <a:pt x="510792" y="59471"/>
                </a:cubicBezTo>
                <a:cubicBezTo>
                  <a:pt x="506465" y="59471"/>
                  <a:pt x="502137" y="61005"/>
                  <a:pt x="497809" y="64074"/>
                </a:cubicBezTo>
                <a:cubicBezTo>
                  <a:pt x="493482" y="67141"/>
                  <a:pt x="488945" y="71637"/>
                  <a:pt x="484198" y="77561"/>
                </a:cubicBezTo>
                <a:lnTo>
                  <a:pt x="484198" y="143340"/>
                </a:lnTo>
                <a:cubicBezTo>
                  <a:pt x="484198" y="143899"/>
                  <a:pt x="484058" y="144370"/>
                  <a:pt x="483779" y="144754"/>
                </a:cubicBezTo>
                <a:cubicBezTo>
                  <a:pt x="483500" y="145136"/>
                  <a:pt x="483046" y="145466"/>
                  <a:pt x="482418" y="145745"/>
                </a:cubicBezTo>
                <a:cubicBezTo>
                  <a:pt x="481790" y="146024"/>
                  <a:pt x="480917" y="146234"/>
                  <a:pt x="479801" y="146373"/>
                </a:cubicBezTo>
                <a:cubicBezTo>
                  <a:pt x="478684" y="146513"/>
                  <a:pt x="477253" y="146583"/>
                  <a:pt x="475508" y="146583"/>
                </a:cubicBezTo>
                <a:cubicBezTo>
                  <a:pt x="473833" y="146583"/>
                  <a:pt x="472437" y="146513"/>
                  <a:pt x="471320" y="146373"/>
                </a:cubicBezTo>
                <a:cubicBezTo>
                  <a:pt x="470203" y="146234"/>
                  <a:pt x="469313" y="146024"/>
                  <a:pt x="468650" y="145745"/>
                </a:cubicBezTo>
                <a:cubicBezTo>
                  <a:pt x="467987" y="145466"/>
                  <a:pt x="467533" y="145134"/>
                  <a:pt x="467289" y="144751"/>
                </a:cubicBezTo>
                <a:cubicBezTo>
                  <a:pt x="467044" y="144367"/>
                  <a:pt x="466922" y="143896"/>
                  <a:pt x="466922" y="143337"/>
                </a:cubicBezTo>
                <a:lnTo>
                  <a:pt x="466922" y="49105"/>
                </a:lnTo>
                <a:cubicBezTo>
                  <a:pt x="466922" y="48547"/>
                  <a:pt x="467027" y="48076"/>
                  <a:pt x="467236" y="47692"/>
                </a:cubicBezTo>
                <a:cubicBezTo>
                  <a:pt x="467446" y="47308"/>
                  <a:pt x="467865" y="46959"/>
                  <a:pt x="468493" y="46645"/>
                </a:cubicBezTo>
                <a:cubicBezTo>
                  <a:pt x="469121" y="46331"/>
                  <a:pt x="469924" y="46121"/>
                  <a:pt x="470901" y="46017"/>
                </a:cubicBezTo>
                <a:cubicBezTo>
                  <a:pt x="471878" y="45912"/>
                  <a:pt x="473169" y="45860"/>
                  <a:pt x="474775" y="45860"/>
                </a:cubicBezTo>
                <a:cubicBezTo>
                  <a:pt x="476311" y="45860"/>
                  <a:pt x="477584" y="45912"/>
                  <a:pt x="478596" y="46017"/>
                </a:cubicBezTo>
                <a:cubicBezTo>
                  <a:pt x="479609" y="46121"/>
                  <a:pt x="480394" y="46331"/>
                  <a:pt x="480952" y="46645"/>
                </a:cubicBezTo>
                <a:cubicBezTo>
                  <a:pt x="481511" y="46959"/>
                  <a:pt x="481912" y="47308"/>
                  <a:pt x="482156" y="47692"/>
                </a:cubicBezTo>
                <a:cubicBezTo>
                  <a:pt x="482401" y="48076"/>
                  <a:pt x="482523" y="48547"/>
                  <a:pt x="482523" y="49105"/>
                </a:cubicBezTo>
                <a:lnTo>
                  <a:pt x="482523" y="61565"/>
                </a:lnTo>
                <a:cubicBezTo>
                  <a:pt x="487828" y="55632"/>
                  <a:pt x="493115" y="51287"/>
                  <a:pt x="498385" y="48529"/>
                </a:cubicBezTo>
                <a:cubicBezTo>
                  <a:pt x="503655" y="45772"/>
                  <a:pt x="508978" y="44394"/>
                  <a:pt x="514352" y="44394"/>
                </a:cubicBezTo>
                <a:cubicBezTo>
                  <a:pt x="520634" y="44394"/>
                  <a:pt x="525922" y="45458"/>
                  <a:pt x="530215" y="47587"/>
                </a:cubicBezTo>
                <a:cubicBezTo>
                  <a:pt x="534507" y="49716"/>
                  <a:pt x="537980" y="52560"/>
                  <a:pt x="540632" y="56120"/>
                </a:cubicBezTo>
                <a:cubicBezTo>
                  <a:pt x="543285" y="59680"/>
                  <a:pt x="545187" y="63851"/>
                  <a:pt x="546339" y="68632"/>
                </a:cubicBezTo>
                <a:cubicBezTo>
                  <a:pt x="547490" y="73414"/>
                  <a:pt x="548066" y="79155"/>
                  <a:pt x="548066" y="85856"/>
                </a:cubicBezTo>
                <a:lnTo>
                  <a:pt x="548066" y="143337"/>
                </a:lnTo>
                <a:close/>
                <a:moveTo>
                  <a:pt x="657833" y="53346"/>
                </a:moveTo>
                <a:cubicBezTo>
                  <a:pt x="657833" y="55808"/>
                  <a:pt x="657501" y="57585"/>
                  <a:pt x="656838" y="58676"/>
                </a:cubicBezTo>
                <a:cubicBezTo>
                  <a:pt x="656175" y="59764"/>
                  <a:pt x="655320" y="60308"/>
                  <a:pt x="654273" y="60308"/>
                </a:cubicBezTo>
                <a:lnTo>
                  <a:pt x="640767" y="60308"/>
                </a:lnTo>
                <a:cubicBezTo>
                  <a:pt x="643210" y="62815"/>
                  <a:pt x="644920" y="65582"/>
                  <a:pt x="645897" y="68609"/>
                </a:cubicBezTo>
                <a:cubicBezTo>
                  <a:pt x="646874" y="71635"/>
                  <a:pt x="647363" y="74783"/>
                  <a:pt x="647363" y="78055"/>
                </a:cubicBezTo>
                <a:cubicBezTo>
                  <a:pt x="647363" y="83491"/>
                  <a:pt x="646490" y="88300"/>
                  <a:pt x="644745" y="92481"/>
                </a:cubicBezTo>
                <a:cubicBezTo>
                  <a:pt x="643000" y="96663"/>
                  <a:pt x="640505" y="100200"/>
                  <a:pt x="637259" y="103092"/>
                </a:cubicBezTo>
                <a:cubicBezTo>
                  <a:pt x="634013" y="105985"/>
                  <a:pt x="630157" y="108198"/>
                  <a:pt x="625689" y="109731"/>
                </a:cubicBezTo>
                <a:cubicBezTo>
                  <a:pt x="621222" y="111264"/>
                  <a:pt x="616266" y="112031"/>
                  <a:pt x="610822" y="112031"/>
                </a:cubicBezTo>
                <a:cubicBezTo>
                  <a:pt x="606983" y="112031"/>
                  <a:pt x="603336" y="111526"/>
                  <a:pt x="599880" y="110516"/>
                </a:cubicBezTo>
                <a:cubicBezTo>
                  <a:pt x="596425" y="109506"/>
                  <a:pt x="593755" y="108235"/>
                  <a:pt x="591871" y="106701"/>
                </a:cubicBezTo>
                <a:cubicBezTo>
                  <a:pt x="590614" y="107958"/>
                  <a:pt x="589585" y="109389"/>
                  <a:pt x="588782" y="110994"/>
                </a:cubicBezTo>
                <a:cubicBezTo>
                  <a:pt x="587979" y="112597"/>
                  <a:pt x="587578" y="114445"/>
                  <a:pt x="587578" y="116537"/>
                </a:cubicBezTo>
                <a:cubicBezTo>
                  <a:pt x="587578" y="118980"/>
                  <a:pt x="588712" y="121004"/>
                  <a:pt x="590981" y="122609"/>
                </a:cubicBezTo>
                <a:cubicBezTo>
                  <a:pt x="593249" y="124213"/>
                  <a:pt x="596268" y="125084"/>
                  <a:pt x="600037" y="125224"/>
                </a:cubicBezTo>
                <a:lnTo>
                  <a:pt x="624642" y="126274"/>
                </a:lnTo>
                <a:cubicBezTo>
                  <a:pt x="629319" y="126414"/>
                  <a:pt x="633612" y="127061"/>
                  <a:pt x="637521" y="128217"/>
                </a:cubicBezTo>
                <a:cubicBezTo>
                  <a:pt x="641430" y="129374"/>
                  <a:pt x="644815" y="131020"/>
                  <a:pt x="647677" y="133158"/>
                </a:cubicBezTo>
                <a:cubicBezTo>
                  <a:pt x="650539" y="135294"/>
                  <a:pt x="652772" y="137920"/>
                  <a:pt x="654378" y="141037"/>
                </a:cubicBezTo>
                <a:cubicBezTo>
                  <a:pt x="655983" y="144154"/>
                  <a:pt x="656786" y="147779"/>
                  <a:pt x="656786" y="151913"/>
                </a:cubicBezTo>
                <a:cubicBezTo>
                  <a:pt x="656786" y="156256"/>
                  <a:pt x="655879" y="160388"/>
                  <a:pt x="654064" y="164310"/>
                </a:cubicBezTo>
                <a:cubicBezTo>
                  <a:pt x="652249" y="168234"/>
                  <a:pt x="649474" y="171684"/>
                  <a:pt x="645740" y="174659"/>
                </a:cubicBezTo>
                <a:cubicBezTo>
                  <a:pt x="642006" y="177637"/>
                  <a:pt x="637242" y="179984"/>
                  <a:pt x="631448" y="181701"/>
                </a:cubicBezTo>
                <a:cubicBezTo>
                  <a:pt x="625655" y="183417"/>
                  <a:pt x="618814" y="184276"/>
                  <a:pt x="610926" y="184276"/>
                </a:cubicBezTo>
                <a:cubicBezTo>
                  <a:pt x="603318" y="184276"/>
                  <a:pt x="596844" y="183629"/>
                  <a:pt x="591504" y="182335"/>
                </a:cubicBezTo>
                <a:cubicBezTo>
                  <a:pt x="586164" y="181044"/>
                  <a:pt x="581784" y="179280"/>
                  <a:pt x="578364" y="177045"/>
                </a:cubicBezTo>
                <a:cubicBezTo>
                  <a:pt x="574944" y="174811"/>
                  <a:pt x="572466" y="172140"/>
                  <a:pt x="570930" y="169032"/>
                </a:cubicBezTo>
                <a:cubicBezTo>
                  <a:pt x="569395" y="165923"/>
                  <a:pt x="568627" y="162552"/>
                  <a:pt x="568627" y="158918"/>
                </a:cubicBezTo>
                <a:cubicBezTo>
                  <a:pt x="568627" y="156615"/>
                  <a:pt x="568906" y="154380"/>
                  <a:pt x="569464" y="152214"/>
                </a:cubicBezTo>
                <a:cubicBezTo>
                  <a:pt x="570023" y="150048"/>
                  <a:pt x="570878" y="147987"/>
                  <a:pt x="572030" y="146030"/>
                </a:cubicBezTo>
                <a:cubicBezTo>
                  <a:pt x="573181" y="144075"/>
                  <a:pt x="574612" y="142208"/>
                  <a:pt x="576322" y="140428"/>
                </a:cubicBezTo>
                <a:cubicBezTo>
                  <a:pt x="578033" y="138646"/>
                  <a:pt x="580004" y="136882"/>
                  <a:pt x="582238" y="135134"/>
                </a:cubicBezTo>
                <a:cubicBezTo>
                  <a:pt x="578818" y="133383"/>
                  <a:pt x="576288" y="131175"/>
                  <a:pt x="574647" y="128512"/>
                </a:cubicBezTo>
                <a:cubicBezTo>
                  <a:pt x="573007" y="125846"/>
                  <a:pt x="572187" y="122971"/>
                  <a:pt x="572187" y="119887"/>
                </a:cubicBezTo>
                <a:cubicBezTo>
                  <a:pt x="572187" y="115612"/>
                  <a:pt x="573059" y="111791"/>
                  <a:pt x="574804" y="108426"/>
                </a:cubicBezTo>
                <a:cubicBezTo>
                  <a:pt x="576549" y="105060"/>
                  <a:pt x="578713" y="102045"/>
                  <a:pt x="581296" y="99382"/>
                </a:cubicBezTo>
                <a:cubicBezTo>
                  <a:pt x="579132" y="96804"/>
                  <a:pt x="577422" y="93894"/>
                  <a:pt x="576165" y="90652"/>
                </a:cubicBezTo>
                <a:cubicBezTo>
                  <a:pt x="574909" y="87411"/>
                  <a:pt x="574281" y="83491"/>
                  <a:pt x="574281" y="78893"/>
                </a:cubicBezTo>
                <a:cubicBezTo>
                  <a:pt x="574281" y="73527"/>
                  <a:pt x="575188" y="68718"/>
                  <a:pt x="577003" y="64467"/>
                </a:cubicBezTo>
                <a:cubicBezTo>
                  <a:pt x="578818" y="60216"/>
                  <a:pt x="581331" y="56626"/>
                  <a:pt x="584542" y="53699"/>
                </a:cubicBezTo>
                <a:cubicBezTo>
                  <a:pt x="587752" y="50772"/>
                  <a:pt x="591609" y="48524"/>
                  <a:pt x="596111" y="46956"/>
                </a:cubicBezTo>
                <a:cubicBezTo>
                  <a:pt x="600613" y="45387"/>
                  <a:pt x="605517" y="44603"/>
                  <a:pt x="610822" y="44603"/>
                </a:cubicBezTo>
                <a:cubicBezTo>
                  <a:pt x="613684" y="44603"/>
                  <a:pt x="616354" y="44751"/>
                  <a:pt x="618831" y="45048"/>
                </a:cubicBezTo>
                <a:cubicBezTo>
                  <a:pt x="621309" y="45343"/>
                  <a:pt x="623630" y="45753"/>
                  <a:pt x="625794" y="46278"/>
                </a:cubicBezTo>
                <a:lnTo>
                  <a:pt x="654273" y="46278"/>
                </a:lnTo>
                <a:cubicBezTo>
                  <a:pt x="655460" y="46278"/>
                  <a:pt x="656350" y="46859"/>
                  <a:pt x="656943" y="48019"/>
                </a:cubicBezTo>
                <a:cubicBezTo>
                  <a:pt x="657536" y="49179"/>
                  <a:pt x="657833" y="50955"/>
                  <a:pt x="657833" y="53346"/>
                </a:cubicBezTo>
                <a:moveTo>
                  <a:pt x="630820" y="78108"/>
                </a:moveTo>
                <a:cubicBezTo>
                  <a:pt x="630820" y="71719"/>
                  <a:pt x="629057" y="66737"/>
                  <a:pt x="625532" y="63162"/>
                </a:cubicBezTo>
                <a:cubicBezTo>
                  <a:pt x="622007" y="59584"/>
                  <a:pt x="616999" y="57796"/>
                  <a:pt x="610508" y="57796"/>
                </a:cubicBezTo>
                <a:cubicBezTo>
                  <a:pt x="607157" y="57796"/>
                  <a:pt x="604243" y="58352"/>
                  <a:pt x="601765" y="59464"/>
                </a:cubicBezTo>
                <a:cubicBezTo>
                  <a:pt x="599287" y="60575"/>
                  <a:pt x="597228" y="62103"/>
                  <a:pt x="595588" y="64048"/>
                </a:cubicBezTo>
                <a:cubicBezTo>
                  <a:pt x="593947" y="65992"/>
                  <a:pt x="592726" y="68231"/>
                  <a:pt x="591923" y="70766"/>
                </a:cubicBezTo>
                <a:cubicBezTo>
                  <a:pt x="591120" y="73300"/>
                  <a:pt x="590719" y="75956"/>
                  <a:pt x="590719" y="78733"/>
                </a:cubicBezTo>
                <a:cubicBezTo>
                  <a:pt x="590719" y="84914"/>
                  <a:pt x="592481" y="89777"/>
                  <a:pt x="596006" y="93319"/>
                </a:cubicBezTo>
                <a:cubicBezTo>
                  <a:pt x="599531" y="96859"/>
                  <a:pt x="604470" y="98629"/>
                  <a:pt x="610822" y="98629"/>
                </a:cubicBezTo>
                <a:cubicBezTo>
                  <a:pt x="614242" y="98629"/>
                  <a:pt x="617209" y="98092"/>
                  <a:pt x="619721" y="97016"/>
                </a:cubicBezTo>
                <a:cubicBezTo>
                  <a:pt x="622234" y="95939"/>
                  <a:pt x="624311" y="94446"/>
                  <a:pt x="625951" y="92537"/>
                </a:cubicBezTo>
                <a:cubicBezTo>
                  <a:pt x="627592" y="90626"/>
                  <a:pt x="628813" y="88421"/>
                  <a:pt x="629616" y="85921"/>
                </a:cubicBezTo>
                <a:cubicBezTo>
                  <a:pt x="630418" y="83421"/>
                  <a:pt x="630820" y="80817"/>
                  <a:pt x="630820" y="78108"/>
                </a:cubicBezTo>
                <a:moveTo>
                  <a:pt x="639510" y="152852"/>
                </a:moveTo>
                <a:cubicBezTo>
                  <a:pt x="639510" y="148775"/>
                  <a:pt x="637852" y="145631"/>
                  <a:pt x="634537" y="143419"/>
                </a:cubicBezTo>
                <a:cubicBezTo>
                  <a:pt x="631221" y="141205"/>
                  <a:pt x="626736" y="140028"/>
                  <a:pt x="621083" y="139888"/>
                </a:cubicBezTo>
                <a:lnTo>
                  <a:pt x="596687" y="139044"/>
                </a:lnTo>
                <a:cubicBezTo>
                  <a:pt x="594453" y="140800"/>
                  <a:pt x="592621" y="142469"/>
                  <a:pt x="591190" y="144050"/>
                </a:cubicBezTo>
                <a:cubicBezTo>
                  <a:pt x="589759" y="145632"/>
                  <a:pt x="588625" y="147142"/>
                  <a:pt x="587787" y="148582"/>
                </a:cubicBezTo>
                <a:cubicBezTo>
                  <a:pt x="586950" y="150022"/>
                  <a:pt x="586374" y="151444"/>
                  <a:pt x="586060" y="152849"/>
                </a:cubicBezTo>
                <a:cubicBezTo>
                  <a:pt x="585746" y="154256"/>
                  <a:pt x="585589" y="155696"/>
                  <a:pt x="585589" y="157171"/>
                </a:cubicBezTo>
                <a:cubicBezTo>
                  <a:pt x="585589" y="161738"/>
                  <a:pt x="587892" y="165199"/>
                  <a:pt x="592499" y="167553"/>
                </a:cubicBezTo>
                <a:cubicBezTo>
                  <a:pt x="597106" y="169906"/>
                  <a:pt x="603528" y="171083"/>
                  <a:pt x="611764" y="171083"/>
                </a:cubicBezTo>
                <a:cubicBezTo>
                  <a:pt x="616999" y="171083"/>
                  <a:pt x="621379" y="170574"/>
                  <a:pt x="624904" y="169555"/>
                </a:cubicBezTo>
                <a:cubicBezTo>
                  <a:pt x="628429" y="168536"/>
                  <a:pt x="631274" y="167184"/>
                  <a:pt x="633437" y="165498"/>
                </a:cubicBezTo>
                <a:cubicBezTo>
                  <a:pt x="635601" y="163812"/>
                  <a:pt x="637154" y="161879"/>
                  <a:pt x="638097" y="159700"/>
                </a:cubicBezTo>
                <a:cubicBezTo>
                  <a:pt x="639039" y="157523"/>
                  <a:pt x="639510" y="155240"/>
                  <a:pt x="639510" y="152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7D899B-058A-4965-B949-140F205E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0618" y="3560426"/>
            <a:ext cx="479224" cy="347056"/>
          </a:xfrm>
          <a:custGeom xmlns:a="http://schemas.openxmlformats.org/drawingml/2006/main">
            <a:pathLst>
              <a:path w="479224" h="347056">
                <a:moveTo>
                  <a:pt x="610" y="57690"/>
                </a:moveTo>
                <a:cubicBezTo>
                  <a:pt x="0" y="25854"/>
                  <a:pt x="25854" y="0"/>
                  <a:pt x="57385" y="916"/>
                </a:cubicBezTo>
                <a:lnTo>
                  <a:pt x="421839" y="916"/>
                </a:lnTo>
                <a:cubicBezTo>
                  <a:pt x="453370" y="0"/>
                  <a:pt x="479224" y="25854"/>
                  <a:pt x="478613" y="57690"/>
                </a:cubicBezTo>
                <a:lnTo>
                  <a:pt x="478613" y="288450"/>
                </a:lnTo>
                <a:cubicBezTo>
                  <a:pt x="479224" y="320592"/>
                  <a:pt x="453370" y="346445"/>
                  <a:pt x="421839" y="347056"/>
                </a:cubicBezTo>
                <a:lnTo>
                  <a:pt x="57385" y="347056"/>
                </a:lnTo>
                <a:cubicBezTo>
                  <a:pt x="25854" y="346445"/>
                  <a:pt x="0" y="320592"/>
                  <a:pt x="610" y="288450"/>
                </a:cubicBezTo>
                <a:lnTo>
                  <a:pt x="61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4FE60D-00A6-4B0A-97B6-01896108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2987" y="3552795"/>
            <a:ext cx="494486" cy="361707"/>
          </a:xfrm>
          <a:custGeom xmlns:a="http://schemas.openxmlformats.org/drawingml/2006/main">
            <a:pathLst>
              <a:path w="494486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429119" y="361707"/>
                </a:lnTo>
                <a:lnTo>
                  <a:pt x="429501" y="361692"/>
                </a:lnTo>
                <a:lnTo>
                  <a:pt x="435407" y="361402"/>
                </a:lnTo>
                <a:lnTo>
                  <a:pt x="436170" y="361326"/>
                </a:lnTo>
                <a:lnTo>
                  <a:pt x="441909" y="360440"/>
                </a:lnTo>
                <a:lnTo>
                  <a:pt x="442656" y="360288"/>
                </a:lnTo>
                <a:lnTo>
                  <a:pt x="448181" y="358868"/>
                </a:lnTo>
                <a:lnTo>
                  <a:pt x="448914" y="358640"/>
                </a:lnTo>
                <a:lnTo>
                  <a:pt x="454210" y="356701"/>
                </a:lnTo>
                <a:lnTo>
                  <a:pt x="454896" y="356411"/>
                </a:lnTo>
                <a:lnTo>
                  <a:pt x="459948" y="353985"/>
                </a:lnTo>
                <a:lnTo>
                  <a:pt x="460604" y="353634"/>
                </a:lnTo>
                <a:lnTo>
                  <a:pt x="465366" y="350734"/>
                </a:lnTo>
                <a:lnTo>
                  <a:pt x="465961" y="350322"/>
                </a:lnTo>
                <a:lnTo>
                  <a:pt x="470418" y="346995"/>
                </a:lnTo>
                <a:lnTo>
                  <a:pt x="470967" y="346537"/>
                </a:lnTo>
                <a:lnTo>
                  <a:pt x="475073" y="342813"/>
                </a:lnTo>
                <a:lnTo>
                  <a:pt x="475592" y="342294"/>
                </a:lnTo>
                <a:lnTo>
                  <a:pt x="479315" y="338189"/>
                </a:lnTo>
                <a:lnTo>
                  <a:pt x="479773" y="337639"/>
                </a:lnTo>
                <a:lnTo>
                  <a:pt x="483100" y="333183"/>
                </a:lnTo>
                <a:lnTo>
                  <a:pt x="483512" y="332587"/>
                </a:lnTo>
                <a:lnTo>
                  <a:pt x="486412" y="327826"/>
                </a:lnTo>
                <a:lnTo>
                  <a:pt x="486763" y="327170"/>
                </a:lnTo>
                <a:lnTo>
                  <a:pt x="489190" y="322118"/>
                </a:lnTo>
                <a:lnTo>
                  <a:pt x="489480" y="321431"/>
                </a:lnTo>
                <a:lnTo>
                  <a:pt x="491418" y="316120"/>
                </a:lnTo>
                <a:lnTo>
                  <a:pt x="491647" y="315403"/>
                </a:lnTo>
                <a:lnTo>
                  <a:pt x="493066" y="309878"/>
                </a:lnTo>
                <a:lnTo>
                  <a:pt x="493219" y="309115"/>
                </a:lnTo>
                <a:lnTo>
                  <a:pt x="494104" y="303391"/>
                </a:lnTo>
                <a:lnTo>
                  <a:pt x="494181" y="302628"/>
                </a:lnTo>
                <a:lnTo>
                  <a:pt x="494471" y="296722"/>
                </a:lnTo>
                <a:lnTo>
                  <a:pt x="494486" y="296340"/>
                </a:lnTo>
                <a:lnTo>
                  <a:pt x="494486" y="65367"/>
                </a:lnTo>
                <a:lnTo>
                  <a:pt x="494471" y="64985"/>
                </a:lnTo>
                <a:lnTo>
                  <a:pt x="494181" y="59079"/>
                </a:lnTo>
                <a:lnTo>
                  <a:pt x="494104" y="58316"/>
                </a:lnTo>
                <a:lnTo>
                  <a:pt x="493219" y="52577"/>
                </a:lnTo>
                <a:lnTo>
                  <a:pt x="493066" y="51829"/>
                </a:lnTo>
                <a:lnTo>
                  <a:pt x="491647" y="46305"/>
                </a:lnTo>
                <a:lnTo>
                  <a:pt x="491418" y="45572"/>
                </a:lnTo>
                <a:lnTo>
                  <a:pt x="489480" y="40276"/>
                </a:lnTo>
                <a:lnTo>
                  <a:pt x="489190" y="39589"/>
                </a:lnTo>
                <a:lnTo>
                  <a:pt x="486763" y="34538"/>
                </a:lnTo>
                <a:lnTo>
                  <a:pt x="486412" y="33881"/>
                </a:lnTo>
                <a:lnTo>
                  <a:pt x="483512" y="29120"/>
                </a:lnTo>
                <a:lnTo>
                  <a:pt x="483100" y="28525"/>
                </a:lnTo>
                <a:lnTo>
                  <a:pt x="479773" y="24068"/>
                </a:lnTo>
                <a:lnTo>
                  <a:pt x="479315" y="23519"/>
                </a:lnTo>
                <a:lnTo>
                  <a:pt x="475592" y="19413"/>
                </a:lnTo>
                <a:lnTo>
                  <a:pt x="475073" y="18894"/>
                </a:lnTo>
                <a:lnTo>
                  <a:pt x="470967" y="15170"/>
                </a:lnTo>
                <a:lnTo>
                  <a:pt x="470418" y="14712"/>
                </a:lnTo>
                <a:lnTo>
                  <a:pt x="465961" y="11385"/>
                </a:lnTo>
                <a:lnTo>
                  <a:pt x="465366" y="10973"/>
                </a:lnTo>
                <a:lnTo>
                  <a:pt x="460604" y="8074"/>
                </a:lnTo>
                <a:lnTo>
                  <a:pt x="459948" y="7723"/>
                </a:lnTo>
                <a:lnTo>
                  <a:pt x="454896" y="5296"/>
                </a:lnTo>
                <a:lnTo>
                  <a:pt x="454210" y="5006"/>
                </a:lnTo>
                <a:lnTo>
                  <a:pt x="448914" y="3068"/>
                </a:lnTo>
                <a:lnTo>
                  <a:pt x="448181" y="2839"/>
                </a:lnTo>
                <a:lnTo>
                  <a:pt x="442656" y="1419"/>
                </a:lnTo>
                <a:lnTo>
                  <a:pt x="441909" y="1267"/>
                </a:lnTo>
                <a:lnTo>
                  <a:pt x="436170" y="382"/>
                </a:lnTo>
                <a:lnTo>
                  <a:pt x="435407" y="305"/>
                </a:lnTo>
                <a:lnTo>
                  <a:pt x="429501" y="15"/>
                </a:lnTo>
                <a:lnTo>
                  <a:pt x="429119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429018" y="15262"/>
                </a:lnTo>
                <a:lnTo>
                  <a:pt x="434235" y="15532"/>
                </a:lnTo>
                <a:lnTo>
                  <a:pt x="439229" y="16289"/>
                </a:lnTo>
                <a:lnTo>
                  <a:pt x="443933" y="17497"/>
                </a:lnTo>
                <a:lnTo>
                  <a:pt x="448610" y="19209"/>
                </a:lnTo>
                <a:lnTo>
                  <a:pt x="452953" y="21295"/>
                </a:lnTo>
                <a:lnTo>
                  <a:pt x="457016" y="23756"/>
                </a:lnTo>
                <a:lnTo>
                  <a:pt x="460944" y="26676"/>
                </a:lnTo>
                <a:lnTo>
                  <a:pt x="464545" y="29941"/>
                </a:lnTo>
                <a:lnTo>
                  <a:pt x="467815" y="33547"/>
                </a:lnTo>
                <a:lnTo>
                  <a:pt x="470682" y="37392"/>
                </a:lnTo>
                <a:lnTo>
                  <a:pt x="473190" y="41532"/>
                </a:lnTo>
                <a:lnTo>
                  <a:pt x="475277" y="45875"/>
                </a:lnTo>
                <a:lnTo>
                  <a:pt x="476989" y="50553"/>
                </a:lnTo>
                <a:lnTo>
                  <a:pt x="478197" y="55257"/>
                </a:lnTo>
                <a:lnTo>
                  <a:pt x="478954" y="60251"/>
                </a:lnTo>
                <a:lnTo>
                  <a:pt x="479224" y="65468"/>
                </a:lnTo>
                <a:lnTo>
                  <a:pt x="479224" y="296239"/>
                </a:lnTo>
                <a:lnTo>
                  <a:pt x="478954" y="301456"/>
                </a:lnTo>
                <a:lnTo>
                  <a:pt x="478197" y="306450"/>
                </a:lnTo>
                <a:lnTo>
                  <a:pt x="476989" y="311154"/>
                </a:lnTo>
                <a:lnTo>
                  <a:pt x="475277" y="315832"/>
                </a:lnTo>
                <a:lnTo>
                  <a:pt x="473190" y="320175"/>
                </a:lnTo>
                <a:lnTo>
                  <a:pt x="470730" y="324237"/>
                </a:lnTo>
                <a:lnTo>
                  <a:pt x="467810" y="328166"/>
                </a:lnTo>
                <a:lnTo>
                  <a:pt x="464545" y="331766"/>
                </a:lnTo>
                <a:lnTo>
                  <a:pt x="460944" y="335032"/>
                </a:lnTo>
                <a:lnTo>
                  <a:pt x="457016" y="337951"/>
                </a:lnTo>
                <a:lnTo>
                  <a:pt x="452953" y="340412"/>
                </a:lnTo>
                <a:lnTo>
                  <a:pt x="448610" y="342498"/>
                </a:lnTo>
                <a:lnTo>
                  <a:pt x="443933" y="344210"/>
                </a:lnTo>
                <a:lnTo>
                  <a:pt x="439229" y="345419"/>
                </a:lnTo>
                <a:lnTo>
                  <a:pt x="434235" y="346176"/>
                </a:lnTo>
                <a:lnTo>
                  <a:pt x="42901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Text film">
            <a:extLst xmlns:a="http://schemas.openxmlformats.org/drawingml/2006/main">
              <a:ext uri="{FF2B5EF4-FFF2-40B4-BE49-F238E27FC236}">
                <a16:creationId xmlns:a16="http://schemas.microsoft.com/office/drawing/2014/main" id="{30C7AE61-7958-4296-A5FF-18114E1A0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6986" y="3648876"/>
            <a:ext cx="314462" cy="147211"/>
          </a:xfrm>
          <a:custGeom xmlns:a="http://schemas.openxmlformats.org/drawingml/2006/main">
            <a:pathLst>
              <a:path w="314462" h="147211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94284" y="143965"/>
                </a:moveTo>
                <a:cubicBezTo>
                  <a:pt x="94284" y="144524"/>
                  <a:pt x="94145" y="144995"/>
                  <a:pt x="93865" y="145379"/>
                </a:cubicBezTo>
                <a:cubicBezTo>
                  <a:pt x="93586" y="145763"/>
                  <a:pt x="93133" y="146094"/>
                  <a:pt x="92504" y="146373"/>
                </a:cubicBezTo>
                <a:cubicBezTo>
                  <a:pt x="91876" y="146653"/>
                  <a:pt x="91004" y="146862"/>
                  <a:pt x="89887" y="147002"/>
                </a:cubicBezTo>
                <a:cubicBezTo>
                  <a:pt x="88770" y="147141"/>
                  <a:pt x="87339" y="147211"/>
                  <a:pt x="85594" y="147211"/>
                </a:cubicBezTo>
                <a:cubicBezTo>
                  <a:pt x="83919" y="147211"/>
                  <a:pt x="82523" y="147141"/>
                  <a:pt x="81406" y="147002"/>
                </a:cubicBezTo>
                <a:cubicBezTo>
                  <a:pt x="80289" y="146862"/>
                  <a:pt x="79399" y="146653"/>
                  <a:pt x="78736" y="146373"/>
                </a:cubicBezTo>
                <a:cubicBezTo>
                  <a:pt x="78073" y="146094"/>
                  <a:pt x="77619" y="145763"/>
                  <a:pt x="77375" y="145379"/>
                </a:cubicBezTo>
                <a:cubicBezTo>
                  <a:pt x="77131" y="144995"/>
                  <a:pt x="77008" y="144524"/>
                  <a:pt x="77008" y="143965"/>
                </a:cubicBezTo>
                <a:lnTo>
                  <a:pt x="77008" y="49733"/>
                </a:lnTo>
                <a:cubicBezTo>
                  <a:pt x="77008" y="49245"/>
                  <a:pt x="77131" y="48791"/>
                  <a:pt x="77375" y="48372"/>
                </a:cubicBezTo>
                <a:cubicBezTo>
                  <a:pt x="77619" y="47954"/>
                  <a:pt x="78073" y="47605"/>
                  <a:pt x="78736" y="47325"/>
                </a:cubicBezTo>
                <a:cubicBezTo>
                  <a:pt x="79399" y="47046"/>
                  <a:pt x="80289" y="46837"/>
                  <a:pt x="81406" y="46697"/>
                </a:cubicBezTo>
                <a:cubicBezTo>
                  <a:pt x="82523" y="46558"/>
                  <a:pt x="83919" y="46488"/>
                  <a:pt x="85594" y="46488"/>
                </a:cubicBezTo>
                <a:cubicBezTo>
                  <a:pt x="87339" y="46488"/>
                  <a:pt x="88770" y="46558"/>
                  <a:pt x="89887" y="46697"/>
                </a:cubicBezTo>
                <a:cubicBezTo>
                  <a:pt x="91004" y="46837"/>
                  <a:pt x="91876" y="47046"/>
                  <a:pt x="92504" y="47325"/>
                </a:cubicBezTo>
                <a:cubicBezTo>
                  <a:pt x="93133" y="47605"/>
                  <a:pt x="93586" y="47954"/>
                  <a:pt x="93865" y="48372"/>
                </a:cubicBezTo>
                <a:cubicBezTo>
                  <a:pt x="94145" y="48791"/>
                  <a:pt x="94284" y="49245"/>
                  <a:pt x="94284" y="49733"/>
                </a:cubicBezTo>
                <a:lnTo>
                  <a:pt x="94284" y="143965"/>
                </a:lnTo>
                <a:moveTo>
                  <a:pt x="96274" y="17799"/>
                </a:moveTo>
                <a:cubicBezTo>
                  <a:pt x="96274" y="21848"/>
                  <a:pt x="95506" y="24605"/>
                  <a:pt x="93970" y="26071"/>
                </a:cubicBezTo>
                <a:cubicBezTo>
                  <a:pt x="92435" y="27537"/>
                  <a:pt x="89608" y="28270"/>
                  <a:pt x="85489" y="28270"/>
                </a:cubicBezTo>
                <a:cubicBezTo>
                  <a:pt x="81441" y="28270"/>
                  <a:pt x="78666" y="27554"/>
                  <a:pt x="77165" y="26123"/>
                </a:cubicBezTo>
                <a:cubicBezTo>
                  <a:pt x="75665" y="24692"/>
                  <a:pt x="74914" y="21987"/>
                  <a:pt x="74914" y="18009"/>
                </a:cubicBezTo>
                <a:cubicBezTo>
                  <a:pt x="74914" y="13960"/>
                  <a:pt x="75682" y="11203"/>
                  <a:pt x="77218" y="9737"/>
                </a:cubicBezTo>
                <a:cubicBezTo>
                  <a:pt x="78753" y="8271"/>
                  <a:pt x="81580" y="7539"/>
                  <a:pt x="85699" y="7539"/>
                </a:cubicBezTo>
                <a:cubicBezTo>
                  <a:pt x="89747" y="7539"/>
                  <a:pt x="92522" y="8254"/>
                  <a:pt x="94022" y="9685"/>
                </a:cubicBezTo>
                <a:cubicBezTo>
                  <a:pt x="95523" y="11116"/>
                  <a:pt x="96274" y="13821"/>
                  <a:pt x="96274" y="17799"/>
                </a:cubicBezTo>
                <a:close/>
                <a:moveTo>
                  <a:pt x="143123" y="143962"/>
                </a:moveTo>
                <a:cubicBezTo>
                  <a:pt x="143123" y="144520"/>
                  <a:pt x="142983" y="144993"/>
                  <a:pt x="142704" y="145379"/>
                </a:cubicBezTo>
                <a:cubicBezTo>
                  <a:pt x="142425" y="145763"/>
                  <a:pt x="141971" y="146094"/>
                  <a:pt x="141343" y="146373"/>
                </a:cubicBezTo>
                <a:cubicBezTo>
                  <a:pt x="140714" y="146653"/>
                  <a:pt x="139842" y="146862"/>
                  <a:pt x="138725" y="147002"/>
                </a:cubicBezTo>
                <a:cubicBezTo>
                  <a:pt x="137608" y="147141"/>
                  <a:pt x="136177" y="147211"/>
                  <a:pt x="134432" y="147211"/>
                </a:cubicBezTo>
                <a:cubicBezTo>
                  <a:pt x="132757" y="147211"/>
                  <a:pt x="131361" y="147141"/>
                  <a:pt x="130244" y="147002"/>
                </a:cubicBezTo>
                <a:cubicBezTo>
                  <a:pt x="129127" y="146862"/>
                  <a:pt x="128237" y="146653"/>
                  <a:pt x="127574" y="146373"/>
                </a:cubicBezTo>
                <a:cubicBezTo>
                  <a:pt x="126911" y="146094"/>
                  <a:pt x="126458" y="145763"/>
                  <a:pt x="126213" y="145379"/>
                </a:cubicBezTo>
                <a:cubicBezTo>
                  <a:pt x="125969" y="144993"/>
                  <a:pt x="125847" y="144520"/>
                  <a:pt x="125847" y="143962"/>
                </a:cubicBezTo>
                <a:lnTo>
                  <a:pt x="125847" y="3982"/>
                </a:lnTo>
                <a:cubicBezTo>
                  <a:pt x="125847" y="3424"/>
                  <a:pt x="125969" y="2935"/>
                  <a:pt x="126213" y="2516"/>
                </a:cubicBezTo>
                <a:cubicBezTo>
                  <a:pt x="126458" y="2095"/>
                  <a:pt x="126911" y="1745"/>
                  <a:pt x="127574" y="1466"/>
                </a:cubicBezTo>
                <a:cubicBezTo>
                  <a:pt x="128237" y="1187"/>
                  <a:pt x="129127" y="977"/>
                  <a:pt x="130244" y="838"/>
                </a:cubicBezTo>
                <a:cubicBezTo>
                  <a:pt x="131361" y="698"/>
                  <a:pt x="132757" y="628"/>
                  <a:pt x="134432" y="628"/>
                </a:cubicBezTo>
                <a:cubicBezTo>
                  <a:pt x="136177" y="628"/>
                  <a:pt x="137608" y="698"/>
                  <a:pt x="138725" y="838"/>
                </a:cubicBezTo>
                <a:cubicBezTo>
                  <a:pt x="139842" y="977"/>
                  <a:pt x="140714" y="1187"/>
                  <a:pt x="141343" y="1466"/>
                </a:cubicBezTo>
                <a:cubicBezTo>
                  <a:pt x="141971" y="1745"/>
                  <a:pt x="142425" y="2095"/>
                  <a:pt x="142704" y="2516"/>
                </a:cubicBezTo>
                <a:cubicBezTo>
                  <a:pt x="142983" y="2935"/>
                  <a:pt x="143123" y="3424"/>
                  <a:pt x="143123" y="3982"/>
                </a:cubicBezTo>
                <a:lnTo>
                  <a:pt x="143123" y="143962"/>
                </a:lnTo>
                <a:close/>
                <a:moveTo>
                  <a:pt x="314462" y="143965"/>
                </a:moveTo>
                <a:cubicBezTo>
                  <a:pt x="314462" y="144524"/>
                  <a:pt x="314323" y="144995"/>
                  <a:pt x="314044" y="145379"/>
                </a:cubicBezTo>
                <a:cubicBezTo>
                  <a:pt x="313764" y="145763"/>
                  <a:pt x="313311" y="146094"/>
                  <a:pt x="312682" y="146373"/>
                </a:cubicBezTo>
                <a:cubicBezTo>
                  <a:pt x="312054" y="146653"/>
                  <a:pt x="311182" y="146862"/>
                  <a:pt x="310065" y="147002"/>
                </a:cubicBezTo>
                <a:cubicBezTo>
                  <a:pt x="308948" y="147141"/>
                  <a:pt x="307552" y="147211"/>
                  <a:pt x="305877" y="147211"/>
                </a:cubicBezTo>
                <a:cubicBezTo>
                  <a:pt x="304132" y="147211"/>
                  <a:pt x="302701" y="147141"/>
                  <a:pt x="301584" y="147002"/>
                </a:cubicBezTo>
                <a:cubicBezTo>
                  <a:pt x="300467" y="146862"/>
                  <a:pt x="299577" y="146653"/>
                  <a:pt x="298914" y="146373"/>
                </a:cubicBezTo>
                <a:cubicBezTo>
                  <a:pt x="298251" y="146094"/>
                  <a:pt x="297780" y="145764"/>
                  <a:pt x="297501" y="145382"/>
                </a:cubicBezTo>
                <a:cubicBezTo>
                  <a:pt x="297221" y="144998"/>
                  <a:pt x="297082" y="144527"/>
                  <a:pt x="297082" y="143969"/>
                </a:cubicBezTo>
                <a:lnTo>
                  <a:pt x="297082" y="86765"/>
                </a:lnTo>
                <a:cubicBezTo>
                  <a:pt x="297082" y="82791"/>
                  <a:pt x="296733" y="79166"/>
                  <a:pt x="296035" y="75889"/>
                </a:cubicBezTo>
                <a:cubicBezTo>
                  <a:pt x="295337" y="72613"/>
                  <a:pt x="294220" y="69790"/>
                  <a:pt x="292684" y="67422"/>
                </a:cubicBezTo>
                <a:cubicBezTo>
                  <a:pt x="291149" y="65051"/>
                  <a:pt x="289194" y="63238"/>
                  <a:pt x="286821" y="61984"/>
                </a:cubicBezTo>
                <a:cubicBezTo>
                  <a:pt x="284448" y="60727"/>
                  <a:pt x="281656" y="60099"/>
                  <a:pt x="278445" y="60099"/>
                </a:cubicBezTo>
                <a:cubicBezTo>
                  <a:pt x="274466" y="60099"/>
                  <a:pt x="270470" y="61634"/>
                  <a:pt x="266457" y="64703"/>
                </a:cubicBezTo>
                <a:cubicBezTo>
                  <a:pt x="262443" y="67770"/>
                  <a:pt x="258028" y="72265"/>
                  <a:pt x="253212" y="78190"/>
                </a:cubicBezTo>
                <a:lnTo>
                  <a:pt x="253212" y="143969"/>
                </a:lnTo>
                <a:cubicBezTo>
                  <a:pt x="253212" y="144527"/>
                  <a:pt x="253072" y="144998"/>
                  <a:pt x="252793" y="145382"/>
                </a:cubicBezTo>
                <a:cubicBezTo>
                  <a:pt x="252514" y="145764"/>
                  <a:pt x="252043" y="146094"/>
                  <a:pt x="251379" y="146373"/>
                </a:cubicBezTo>
                <a:cubicBezTo>
                  <a:pt x="250716" y="146653"/>
                  <a:pt x="249826" y="146862"/>
                  <a:pt x="248710" y="147002"/>
                </a:cubicBezTo>
                <a:cubicBezTo>
                  <a:pt x="247593" y="147141"/>
                  <a:pt x="246197" y="147211"/>
                  <a:pt x="244521" y="147211"/>
                </a:cubicBezTo>
                <a:cubicBezTo>
                  <a:pt x="242916" y="147211"/>
                  <a:pt x="241537" y="147141"/>
                  <a:pt x="240386" y="147002"/>
                </a:cubicBezTo>
                <a:cubicBezTo>
                  <a:pt x="239234" y="146862"/>
                  <a:pt x="238327" y="146653"/>
                  <a:pt x="237663" y="146373"/>
                </a:cubicBezTo>
                <a:cubicBezTo>
                  <a:pt x="237000" y="146094"/>
                  <a:pt x="236547" y="145764"/>
                  <a:pt x="236302" y="145382"/>
                </a:cubicBezTo>
                <a:cubicBezTo>
                  <a:pt x="236058" y="144998"/>
                  <a:pt x="235936" y="144527"/>
                  <a:pt x="235936" y="143969"/>
                </a:cubicBezTo>
                <a:lnTo>
                  <a:pt x="235936" y="86765"/>
                </a:lnTo>
                <a:cubicBezTo>
                  <a:pt x="235936" y="82791"/>
                  <a:pt x="235552" y="79166"/>
                  <a:pt x="234784" y="75889"/>
                </a:cubicBezTo>
                <a:cubicBezTo>
                  <a:pt x="234016" y="72613"/>
                  <a:pt x="232865" y="69790"/>
                  <a:pt x="231329" y="67422"/>
                </a:cubicBezTo>
                <a:cubicBezTo>
                  <a:pt x="229793" y="65051"/>
                  <a:pt x="227856" y="63238"/>
                  <a:pt x="225518" y="61984"/>
                </a:cubicBezTo>
                <a:cubicBezTo>
                  <a:pt x="223180" y="60727"/>
                  <a:pt x="220405" y="60099"/>
                  <a:pt x="217194" y="60099"/>
                </a:cubicBezTo>
                <a:cubicBezTo>
                  <a:pt x="213216" y="60099"/>
                  <a:pt x="209202" y="61634"/>
                  <a:pt x="205153" y="64703"/>
                </a:cubicBezTo>
                <a:cubicBezTo>
                  <a:pt x="201105" y="67770"/>
                  <a:pt x="196708" y="72265"/>
                  <a:pt x="191961" y="78190"/>
                </a:cubicBezTo>
                <a:lnTo>
                  <a:pt x="191961" y="143969"/>
                </a:lnTo>
                <a:cubicBezTo>
                  <a:pt x="191961" y="144527"/>
                  <a:pt x="191821" y="144998"/>
                  <a:pt x="191542" y="145382"/>
                </a:cubicBezTo>
                <a:cubicBezTo>
                  <a:pt x="191263" y="145764"/>
                  <a:pt x="190809" y="146094"/>
                  <a:pt x="190181" y="146373"/>
                </a:cubicBezTo>
                <a:cubicBezTo>
                  <a:pt x="189553" y="146653"/>
                  <a:pt x="188680" y="146862"/>
                  <a:pt x="187564" y="147002"/>
                </a:cubicBezTo>
                <a:cubicBezTo>
                  <a:pt x="186447" y="147141"/>
                  <a:pt x="185016" y="147211"/>
                  <a:pt x="183271" y="147211"/>
                </a:cubicBezTo>
                <a:cubicBezTo>
                  <a:pt x="181596" y="147211"/>
                  <a:pt x="180199" y="147141"/>
                  <a:pt x="179083" y="147002"/>
                </a:cubicBezTo>
                <a:cubicBezTo>
                  <a:pt x="177966" y="146862"/>
                  <a:pt x="177076" y="146653"/>
                  <a:pt x="176413" y="146373"/>
                </a:cubicBezTo>
                <a:cubicBezTo>
                  <a:pt x="175750" y="146094"/>
                  <a:pt x="175296" y="145763"/>
                  <a:pt x="175052" y="145379"/>
                </a:cubicBezTo>
                <a:cubicBezTo>
                  <a:pt x="174807" y="144995"/>
                  <a:pt x="174685" y="144524"/>
                  <a:pt x="174685" y="143965"/>
                </a:cubicBezTo>
                <a:lnTo>
                  <a:pt x="174685" y="49733"/>
                </a:lnTo>
                <a:cubicBezTo>
                  <a:pt x="174685" y="49175"/>
                  <a:pt x="174790" y="48704"/>
                  <a:pt x="174999" y="48320"/>
                </a:cubicBezTo>
                <a:cubicBezTo>
                  <a:pt x="175209" y="47936"/>
                  <a:pt x="175627" y="47587"/>
                  <a:pt x="176256" y="47273"/>
                </a:cubicBezTo>
                <a:cubicBezTo>
                  <a:pt x="176884" y="46959"/>
                  <a:pt x="177687" y="46749"/>
                  <a:pt x="178664" y="46645"/>
                </a:cubicBezTo>
                <a:cubicBezTo>
                  <a:pt x="179641" y="46540"/>
                  <a:pt x="180932" y="46488"/>
                  <a:pt x="182538" y="46488"/>
                </a:cubicBezTo>
                <a:cubicBezTo>
                  <a:pt x="184073" y="46488"/>
                  <a:pt x="185347" y="46540"/>
                  <a:pt x="186359" y="46645"/>
                </a:cubicBezTo>
                <a:cubicBezTo>
                  <a:pt x="187372" y="46749"/>
                  <a:pt x="188157" y="46959"/>
                  <a:pt x="188715" y="47273"/>
                </a:cubicBezTo>
                <a:cubicBezTo>
                  <a:pt x="189274" y="47587"/>
                  <a:pt x="189675" y="47936"/>
                  <a:pt x="189919" y="48320"/>
                </a:cubicBezTo>
                <a:cubicBezTo>
                  <a:pt x="190164" y="48704"/>
                  <a:pt x="190286" y="49175"/>
                  <a:pt x="190286" y="49733"/>
                </a:cubicBezTo>
                <a:lnTo>
                  <a:pt x="190286" y="62193"/>
                </a:lnTo>
                <a:cubicBezTo>
                  <a:pt x="195591" y="56260"/>
                  <a:pt x="200739" y="51915"/>
                  <a:pt x="205729" y="49158"/>
                </a:cubicBezTo>
                <a:cubicBezTo>
                  <a:pt x="210720" y="46400"/>
                  <a:pt x="215763" y="45022"/>
                  <a:pt x="220859" y="45022"/>
                </a:cubicBezTo>
                <a:cubicBezTo>
                  <a:pt x="224768" y="45022"/>
                  <a:pt x="228275" y="45476"/>
                  <a:pt x="231381" y="46383"/>
                </a:cubicBezTo>
                <a:cubicBezTo>
                  <a:pt x="234488" y="47290"/>
                  <a:pt x="237227" y="48564"/>
                  <a:pt x="239600" y="50205"/>
                </a:cubicBezTo>
                <a:cubicBezTo>
                  <a:pt x="241974" y="51845"/>
                  <a:pt x="243998" y="53799"/>
                  <a:pt x="245673" y="56068"/>
                </a:cubicBezTo>
                <a:cubicBezTo>
                  <a:pt x="247348" y="58336"/>
                  <a:pt x="248744" y="60867"/>
                  <a:pt x="249861" y="63659"/>
                </a:cubicBezTo>
                <a:cubicBezTo>
                  <a:pt x="253002" y="60239"/>
                  <a:pt x="255986" y="57342"/>
                  <a:pt x="258813" y="54969"/>
                </a:cubicBezTo>
                <a:cubicBezTo>
                  <a:pt x="261640" y="52595"/>
                  <a:pt x="264362" y="50676"/>
                  <a:pt x="266980" y="49210"/>
                </a:cubicBezTo>
                <a:cubicBezTo>
                  <a:pt x="269598" y="47744"/>
                  <a:pt x="272145" y="46680"/>
                  <a:pt x="274623" y="46017"/>
                </a:cubicBezTo>
                <a:cubicBezTo>
                  <a:pt x="277101" y="45353"/>
                  <a:pt x="279597" y="45022"/>
                  <a:pt x="282109" y="45022"/>
                </a:cubicBezTo>
                <a:cubicBezTo>
                  <a:pt x="288182" y="45022"/>
                  <a:pt x="293278" y="46086"/>
                  <a:pt x="297396" y="48215"/>
                </a:cubicBezTo>
                <a:cubicBezTo>
                  <a:pt x="301514" y="50344"/>
                  <a:pt x="304847" y="53189"/>
                  <a:pt x="307395" y="56749"/>
                </a:cubicBezTo>
                <a:cubicBezTo>
                  <a:pt x="309943" y="60308"/>
                  <a:pt x="311758" y="64479"/>
                  <a:pt x="312840" y="69260"/>
                </a:cubicBezTo>
                <a:cubicBezTo>
                  <a:pt x="313921" y="74042"/>
                  <a:pt x="314462" y="79085"/>
                  <a:pt x="314462" y="84390"/>
                </a:cubicBezTo>
                <a:lnTo>
                  <a:pt x="314462" y="1439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DD2CCB-C1EC-4B15-8F8F-05C8DBD9B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2461" y="3560426"/>
            <a:ext cx="821091" cy="347056"/>
          </a:xfrm>
          <a:custGeom xmlns:a="http://schemas.openxmlformats.org/drawingml/2006/main">
            <a:pathLst>
              <a:path w="821091" h="347056">
                <a:moveTo>
                  <a:pt x="610" y="57690"/>
                </a:moveTo>
                <a:cubicBezTo>
                  <a:pt x="0" y="25854"/>
                  <a:pt x="25854" y="0"/>
                  <a:pt x="57385" y="916"/>
                </a:cubicBezTo>
                <a:lnTo>
                  <a:pt x="762485" y="916"/>
                </a:lnTo>
                <a:cubicBezTo>
                  <a:pt x="795237" y="0"/>
                  <a:pt x="821091" y="25854"/>
                  <a:pt x="821091" y="57690"/>
                </a:cubicBezTo>
                <a:lnTo>
                  <a:pt x="821091" y="288450"/>
                </a:lnTo>
                <a:cubicBezTo>
                  <a:pt x="821091" y="320592"/>
                  <a:pt x="795237" y="346445"/>
                  <a:pt x="762485" y="347056"/>
                </a:cubicBezTo>
                <a:lnTo>
                  <a:pt x="57385" y="347056"/>
                </a:lnTo>
                <a:cubicBezTo>
                  <a:pt x="25854" y="346445"/>
                  <a:pt x="0" y="320592"/>
                  <a:pt x="610" y="288450"/>
                </a:cubicBezTo>
                <a:lnTo>
                  <a:pt x="610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0F082B-B18B-4613-BE9F-E4A039BB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4830" y="3552795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75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80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20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15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80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75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" name="Text literary">
            <a:extLst xmlns:a="http://schemas.openxmlformats.org/drawingml/2006/main">
              <a:ext uri="{FF2B5EF4-FFF2-40B4-BE49-F238E27FC236}">
                <a16:creationId xmlns:a16="http://schemas.microsoft.com/office/drawing/2014/main" id="{555AE67F-84E5-4665-B2D4-4C50B6C24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6920" y="3649505"/>
            <a:ext cx="604674" cy="184066"/>
          </a:xfrm>
          <a:custGeom xmlns:a="http://schemas.openxmlformats.org/drawingml/2006/main">
            <a:pathLst>
              <a:path w="604674" h="184066">
                <a:moveTo>
                  <a:pt x="17276" y="143334"/>
                </a:moveTo>
                <a:cubicBezTo>
                  <a:pt x="17276" y="143892"/>
                  <a:pt x="17136" y="144365"/>
                  <a:pt x="16857" y="144751"/>
                </a:cubicBezTo>
                <a:cubicBezTo>
                  <a:pt x="16578" y="145134"/>
                  <a:pt x="16124" y="145466"/>
                  <a:pt x="15496" y="145745"/>
                </a:cubicBezTo>
                <a:cubicBezTo>
                  <a:pt x="14868" y="146024"/>
                  <a:pt x="13995" y="146234"/>
                  <a:pt x="12878" y="146373"/>
                </a:cubicBezTo>
                <a:cubicBezTo>
                  <a:pt x="11762" y="146513"/>
                  <a:pt x="10331" y="146583"/>
                  <a:pt x="8586" y="146583"/>
                </a:cubicBezTo>
                <a:cubicBezTo>
                  <a:pt x="6910" y="146583"/>
                  <a:pt x="5514" y="146513"/>
                  <a:pt x="4397" y="146373"/>
                </a:cubicBezTo>
                <a:cubicBezTo>
                  <a:pt x="3281" y="146234"/>
                  <a:pt x="2391" y="146024"/>
                  <a:pt x="1728" y="145745"/>
                </a:cubicBezTo>
                <a:cubicBezTo>
                  <a:pt x="1064" y="145466"/>
                  <a:pt x="611" y="145134"/>
                  <a:pt x="366" y="144751"/>
                </a:cubicBezTo>
                <a:cubicBezTo>
                  <a:pt x="122" y="144365"/>
                  <a:pt x="0" y="143892"/>
                  <a:pt x="0" y="143334"/>
                </a:cubicBezTo>
                <a:lnTo>
                  <a:pt x="0" y="3354"/>
                </a:lnTo>
                <a:cubicBezTo>
                  <a:pt x="0" y="2795"/>
                  <a:pt x="122" y="2307"/>
                  <a:pt x="366" y="1888"/>
                </a:cubicBezTo>
                <a:cubicBezTo>
                  <a:pt x="611" y="1467"/>
                  <a:pt x="1064" y="1117"/>
                  <a:pt x="1728" y="838"/>
                </a:cubicBezTo>
                <a:cubicBezTo>
                  <a:pt x="2391" y="558"/>
                  <a:pt x="3281" y="349"/>
                  <a:pt x="4397" y="209"/>
                </a:cubicBezTo>
                <a:cubicBezTo>
                  <a:pt x="5514" y="70"/>
                  <a:pt x="6910" y="0"/>
                  <a:pt x="8586" y="0"/>
                </a:cubicBezTo>
                <a:cubicBezTo>
                  <a:pt x="10331" y="0"/>
                  <a:pt x="11762" y="70"/>
                  <a:pt x="12878" y="209"/>
                </a:cubicBezTo>
                <a:cubicBezTo>
                  <a:pt x="13995" y="349"/>
                  <a:pt x="14868" y="558"/>
                  <a:pt x="15496" y="838"/>
                </a:cubicBezTo>
                <a:cubicBezTo>
                  <a:pt x="16124" y="1117"/>
                  <a:pt x="16578" y="1467"/>
                  <a:pt x="16857" y="1888"/>
                </a:cubicBezTo>
                <a:cubicBezTo>
                  <a:pt x="17136" y="2307"/>
                  <a:pt x="17276" y="2795"/>
                  <a:pt x="17276" y="3354"/>
                </a:cubicBezTo>
                <a:lnTo>
                  <a:pt x="17276" y="143334"/>
                </a:lnTo>
                <a:close/>
                <a:moveTo>
                  <a:pt x="66114" y="143337"/>
                </a:moveTo>
                <a:cubicBezTo>
                  <a:pt x="66114" y="143896"/>
                  <a:pt x="65974" y="144367"/>
                  <a:pt x="65695" y="144751"/>
                </a:cubicBezTo>
                <a:cubicBezTo>
                  <a:pt x="65416" y="145134"/>
                  <a:pt x="64962" y="145466"/>
                  <a:pt x="64334" y="145745"/>
                </a:cubicBezTo>
                <a:cubicBezTo>
                  <a:pt x="63706" y="146024"/>
                  <a:pt x="62833" y="146234"/>
                  <a:pt x="61716" y="146373"/>
                </a:cubicBezTo>
                <a:cubicBezTo>
                  <a:pt x="60600" y="146513"/>
                  <a:pt x="59169" y="146583"/>
                  <a:pt x="57424" y="146583"/>
                </a:cubicBezTo>
                <a:cubicBezTo>
                  <a:pt x="55748" y="146583"/>
                  <a:pt x="54352" y="146513"/>
                  <a:pt x="53236" y="146373"/>
                </a:cubicBezTo>
                <a:cubicBezTo>
                  <a:pt x="52119" y="146234"/>
                  <a:pt x="51229" y="146024"/>
                  <a:pt x="50566" y="145745"/>
                </a:cubicBezTo>
                <a:cubicBezTo>
                  <a:pt x="49903" y="145466"/>
                  <a:pt x="49449" y="145134"/>
                  <a:pt x="49205" y="144751"/>
                </a:cubicBezTo>
                <a:cubicBezTo>
                  <a:pt x="48960" y="144367"/>
                  <a:pt x="48838" y="143896"/>
                  <a:pt x="48838" y="143337"/>
                </a:cubicBezTo>
                <a:lnTo>
                  <a:pt x="48838" y="49105"/>
                </a:lnTo>
                <a:cubicBezTo>
                  <a:pt x="48838" y="48617"/>
                  <a:pt x="48960" y="48163"/>
                  <a:pt x="49205" y="47744"/>
                </a:cubicBezTo>
                <a:cubicBezTo>
                  <a:pt x="49449" y="47325"/>
                  <a:pt x="49903" y="46976"/>
                  <a:pt x="50566" y="46697"/>
                </a:cubicBezTo>
                <a:cubicBezTo>
                  <a:pt x="51229" y="46418"/>
                  <a:pt x="52119" y="46209"/>
                  <a:pt x="53236" y="46069"/>
                </a:cubicBezTo>
                <a:cubicBezTo>
                  <a:pt x="54352" y="45929"/>
                  <a:pt x="55748" y="45860"/>
                  <a:pt x="57424" y="45860"/>
                </a:cubicBezTo>
                <a:cubicBezTo>
                  <a:pt x="59169" y="45860"/>
                  <a:pt x="60600" y="45929"/>
                  <a:pt x="61716" y="46069"/>
                </a:cubicBezTo>
                <a:cubicBezTo>
                  <a:pt x="62833" y="46209"/>
                  <a:pt x="63706" y="46418"/>
                  <a:pt x="64334" y="46697"/>
                </a:cubicBezTo>
                <a:cubicBezTo>
                  <a:pt x="64962" y="46976"/>
                  <a:pt x="65416" y="47325"/>
                  <a:pt x="65695" y="47744"/>
                </a:cubicBezTo>
                <a:cubicBezTo>
                  <a:pt x="65974" y="48163"/>
                  <a:pt x="66114" y="48617"/>
                  <a:pt x="66114" y="49105"/>
                </a:cubicBezTo>
                <a:lnTo>
                  <a:pt x="66114" y="143337"/>
                </a:lnTo>
                <a:moveTo>
                  <a:pt x="68103" y="17171"/>
                </a:moveTo>
                <a:cubicBezTo>
                  <a:pt x="68103" y="21220"/>
                  <a:pt x="67335" y="23977"/>
                  <a:pt x="65800" y="25443"/>
                </a:cubicBezTo>
                <a:cubicBezTo>
                  <a:pt x="64264" y="26908"/>
                  <a:pt x="61437" y="27641"/>
                  <a:pt x="57319" y="27641"/>
                </a:cubicBezTo>
                <a:cubicBezTo>
                  <a:pt x="53270" y="27641"/>
                  <a:pt x="50496" y="26926"/>
                  <a:pt x="48995" y="25495"/>
                </a:cubicBezTo>
                <a:cubicBezTo>
                  <a:pt x="47494" y="24064"/>
                  <a:pt x="46744" y="21359"/>
                  <a:pt x="46744" y="17381"/>
                </a:cubicBezTo>
                <a:cubicBezTo>
                  <a:pt x="46744" y="13332"/>
                  <a:pt x="47512" y="10575"/>
                  <a:pt x="49048" y="9109"/>
                </a:cubicBezTo>
                <a:cubicBezTo>
                  <a:pt x="50583" y="7643"/>
                  <a:pt x="53410" y="6910"/>
                  <a:pt x="57528" y="6910"/>
                </a:cubicBezTo>
                <a:cubicBezTo>
                  <a:pt x="61577" y="6910"/>
                  <a:pt x="64351" y="7626"/>
                  <a:pt x="65852" y="9057"/>
                </a:cubicBezTo>
                <a:cubicBezTo>
                  <a:pt x="67353" y="10488"/>
                  <a:pt x="68103" y="13192"/>
                  <a:pt x="68103" y="17171"/>
                </a:cubicBezTo>
                <a:close/>
                <a:moveTo>
                  <a:pt x="146677" y="136450"/>
                </a:moveTo>
                <a:cubicBezTo>
                  <a:pt x="146677" y="138489"/>
                  <a:pt x="146537" y="140107"/>
                  <a:pt x="146258" y="141302"/>
                </a:cubicBezTo>
                <a:cubicBezTo>
                  <a:pt x="145979" y="142497"/>
                  <a:pt x="145560" y="143376"/>
                  <a:pt x="145002" y="143939"/>
                </a:cubicBezTo>
                <a:cubicBezTo>
                  <a:pt x="144443" y="144500"/>
                  <a:pt x="143606" y="145027"/>
                  <a:pt x="142489" y="145519"/>
                </a:cubicBezTo>
                <a:cubicBezTo>
                  <a:pt x="141372" y="146012"/>
                  <a:pt x="140098" y="146417"/>
                  <a:pt x="138667" y="146733"/>
                </a:cubicBezTo>
                <a:cubicBezTo>
                  <a:pt x="137236" y="147050"/>
                  <a:pt x="135718" y="147313"/>
                  <a:pt x="134113" y="147522"/>
                </a:cubicBezTo>
                <a:cubicBezTo>
                  <a:pt x="132507" y="147734"/>
                  <a:pt x="130902" y="147839"/>
                  <a:pt x="129296" y="147839"/>
                </a:cubicBezTo>
                <a:cubicBezTo>
                  <a:pt x="124410" y="147839"/>
                  <a:pt x="120222" y="147194"/>
                  <a:pt x="116732" y="145902"/>
                </a:cubicBezTo>
                <a:cubicBezTo>
                  <a:pt x="113242" y="144609"/>
                  <a:pt x="110380" y="142652"/>
                  <a:pt x="108146" y="140032"/>
                </a:cubicBezTo>
                <a:cubicBezTo>
                  <a:pt x="105913" y="137411"/>
                  <a:pt x="104290" y="134091"/>
                  <a:pt x="103278" y="130073"/>
                </a:cubicBezTo>
                <a:cubicBezTo>
                  <a:pt x="102266" y="126053"/>
                  <a:pt x="101760" y="121317"/>
                  <a:pt x="101760" y="115866"/>
                </a:cubicBezTo>
                <a:lnTo>
                  <a:pt x="101760" y="60727"/>
                </a:lnTo>
                <a:lnTo>
                  <a:pt x="88567" y="60727"/>
                </a:lnTo>
                <a:cubicBezTo>
                  <a:pt x="87520" y="60727"/>
                  <a:pt x="86682" y="60166"/>
                  <a:pt x="86054" y="59042"/>
                </a:cubicBezTo>
                <a:cubicBezTo>
                  <a:pt x="85426" y="57917"/>
                  <a:pt x="85112" y="56088"/>
                  <a:pt x="85112" y="53555"/>
                </a:cubicBezTo>
                <a:cubicBezTo>
                  <a:pt x="85112" y="52220"/>
                  <a:pt x="85199" y="51096"/>
                  <a:pt x="85374" y="50182"/>
                </a:cubicBezTo>
                <a:cubicBezTo>
                  <a:pt x="85548" y="49268"/>
                  <a:pt x="85775" y="48512"/>
                  <a:pt x="86054" y="47914"/>
                </a:cubicBezTo>
                <a:cubicBezTo>
                  <a:pt x="86333" y="47317"/>
                  <a:pt x="86700" y="46895"/>
                  <a:pt x="87154" y="46648"/>
                </a:cubicBezTo>
                <a:cubicBezTo>
                  <a:pt x="87607" y="46402"/>
                  <a:pt x="88113" y="46278"/>
                  <a:pt x="88672" y="46278"/>
                </a:cubicBezTo>
                <a:lnTo>
                  <a:pt x="101760" y="46278"/>
                </a:lnTo>
                <a:lnTo>
                  <a:pt x="101760" y="23872"/>
                </a:lnTo>
                <a:cubicBezTo>
                  <a:pt x="101760" y="23383"/>
                  <a:pt x="101882" y="22930"/>
                  <a:pt x="102126" y="22511"/>
                </a:cubicBezTo>
                <a:cubicBezTo>
                  <a:pt x="102370" y="22092"/>
                  <a:pt x="102824" y="21726"/>
                  <a:pt x="103487" y="21412"/>
                </a:cubicBezTo>
                <a:cubicBezTo>
                  <a:pt x="104150" y="21097"/>
                  <a:pt x="105040" y="20871"/>
                  <a:pt x="106157" y="20731"/>
                </a:cubicBezTo>
                <a:cubicBezTo>
                  <a:pt x="107274" y="20591"/>
                  <a:pt x="108670" y="20522"/>
                  <a:pt x="110345" y="20522"/>
                </a:cubicBezTo>
                <a:cubicBezTo>
                  <a:pt x="112090" y="20522"/>
                  <a:pt x="113521" y="20591"/>
                  <a:pt x="114638" y="20731"/>
                </a:cubicBezTo>
                <a:cubicBezTo>
                  <a:pt x="115755" y="20871"/>
                  <a:pt x="116627" y="21097"/>
                  <a:pt x="117255" y="21412"/>
                </a:cubicBezTo>
                <a:cubicBezTo>
                  <a:pt x="117884" y="21726"/>
                  <a:pt x="118337" y="22092"/>
                  <a:pt x="118617" y="22511"/>
                </a:cubicBezTo>
                <a:cubicBezTo>
                  <a:pt x="118896" y="22930"/>
                  <a:pt x="119035" y="23383"/>
                  <a:pt x="119035" y="23872"/>
                </a:cubicBezTo>
                <a:lnTo>
                  <a:pt x="119035" y="46278"/>
                </a:lnTo>
                <a:lnTo>
                  <a:pt x="143222" y="46278"/>
                </a:lnTo>
                <a:cubicBezTo>
                  <a:pt x="143780" y="46278"/>
                  <a:pt x="144269" y="46402"/>
                  <a:pt x="144687" y="46648"/>
                </a:cubicBezTo>
                <a:cubicBezTo>
                  <a:pt x="145106" y="46895"/>
                  <a:pt x="145473" y="47317"/>
                  <a:pt x="145787" y="47914"/>
                </a:cubicBezTo>
                <a:cubicBezTo>
                  <a:pt x="146101" y="48512"/>
                  <a:pt x="146328" y="49268"/>
                  <a:pt x="146467" y="50182"/>
                </a:cubicBezTo>
                <a:cubicBezTo>
                  <a:pt x="146607" y="51096"/>
                  <a:pt x="146677" y="52220"/>
                  <a:pt x="146677" y="53555"/>
                </a:cubicBezTo>
                <a:cubicBezTo>
                  <a:pt x="146677" y="56088"/>
                  <a:pt x="146363" y="57917"/>
                  <a:pt x="145734" y="59042"/>
                </a:cubicBezTo>
                <a:cubicBezTo>
                  <a:pt x="145106" y="60166"/>
                  <a:pt x="144269" y="60727"/>
                  <a:pt x="143222" y="60727"/>
                </a:cubicBezTo>
                <a:lnTo>
                  <a:pt x="119035" y="60727"/>
                </a:lnTo>
                <a:lnTo>
                  <a:pt x="119035" y="113288"/>
                </a:lnTo>
                <a:cubicBezTo>
                  <a:pt x="119035" y="119779"/>
                  <a:pt x="119995" y="124683"/>
                  <a:pt x="121915" y="127998"/>
                </a:cubicBezTo>
                <a:cubicBezTo>
                  <a:pt x="123834" y="131314"/>
                  <a:pt x="127272" y="132972"/>
                  <a:pt x="132228" y="132972"/>
                </a:cubicBezTo>
                <a:cubicBezTo>
                  <a:pt x="133833" y="132972"/>
                  <a:pt x="135264" y="132815"/>
                  <a:pt x="136521" y="132500"/>
                </a:cubicBezTo>
                <a:cubicBezTo>
                  <a:pt x="137777" y="132186"/>
                  <a:pt x="138894" y="131855"/>
                  <a:pt x="139871" y="131506"/>
                </a:cubicBezTo>
                <a:cubicBezTo>
                  <a:pt x="140848" y="131157"/>
                  <a:pt x="141686" y="130825"/>
                  <a:pt x="142384" y="130511"/>
                </a:cubicBezTo>
                <a:cubicBezTo>
                  <a:pt x="143082" y="130197"/>
                  <a:pt x="143710" y="130040"/>
                  <a:pt x="144269" y="130040"/>
                </a:cubicBezTo>
                <a:cubicBezTo>
                  <a:pt x="144618" y="130040"/>
                  <a:pt x="144949" y="130127"/>
                  <a:pt x="145263" y="130302"/>
                </a:cubicBezTo>
                <a:cubicBezTo>
                  <a:pt x="145577" y="130476"/>
                  <a:pt x="145822" y="130808"/>
                  <a:pt x="145996" y="131296"/>
                </a:cubicBezTo>
                <a:cubicBezTo>
                  <a:pt x="146171" y="131785"/>
                  <a:pt x="146328" y="132450"/>
                  <a:pt x="146467" y="133292"/>
                </a:cubicBezTo>
                <a:cubicBezTo>
                  <a:pt x="146607" y="134132"/>
                  <a:pt x="146677" y="135185"/>
                  <a:pt x="146677" y="136450"/>
                </a:cubicBezTo>
                <a:close/>
                <a:moveTo>
                  <a:pt x="249819" y="92138"/>
                </a:moveTo>
                <a:cubicBezTo>
                  <a:pt x="249819" y="94860"/>
                  <a:pt x="249138" y="96797"/>
                  <a:pt x="247777" y="97949"/>
                </a:cubicBezTo>
                <a:cubicBezTo>
                  <a:pt x="246416" y="99100"/>
                  <a:pt x="244863" y="99676"/>
                  <a:pt x="243118" y="99676"/>
                </a:cubicBezTo>
                <a:lnTo>
                  <a:pt x="181344" y="99676"/>
                </a:lnTo>
                <a:cubicBezTo>
                  <a:pt x="181344" y="104927"/>
                  <a:pt x="181867" y="109652"/>
                  <a:pt x="182914" y="113854"/>
                </a:cubicBezTo>
                <a:cubicBezTo>
                  <a:pt x="183961" y="118055"/>
                  <a:pt x="185706" y="121661"/>
                  <a:pt x="188149" y="124671"/>
                </a:cubicBezTo>
                <a:cubicBezTo>
                  <a:pt x="190592" y="127681"/>
                  <a:pt x="193768" y="129992"/>
                  <a:pt x="197677" y="131604"/>
                </a:cubicBezTo>
                <a:cubicBezTo>
                  <a:pt x="201586" y="133214"/>
                  <a:pt x="206368" y="134019"/>
                  <a:pt x="212021" y="134019"/>
                </a:cubicBezTo>
                <a:cubicBezTo>
                  <a:pt x="216489" y="134019"/>
                  <a:pt x="220467" y="133652"/>
                  <a:pt x="223958" y="132919"/>
                </a:cubicBezTo>
                <a:cubicBezTo>
                  <a:pt x="227448" y="132186"/>
                  <a:pt x="230466" y="131366"/>
                  <a:pt x="233014" y="130459"/>
                </a:cubicBezTo>
                <a:cubicBezTo>
                  <a:pt x="235562" y="129551"/>
                  <a:pt x="237656" y="128731"/>
                  <a:pt x="239296" y="127998"/>
                </a:cubicBezTo>
                <a:cubicBezTo>
                  <a:pt x="240937" y="127265"/>
                  <a:pt x="242176" y="126899"/>
                  <a:pt x="243013" y="126899"/>
                </a:cubicBezTo>
                <a:cubicBezTo>
                  <a:pt x="243502" y="126899"/>
                  <a:pt x="243938" y="127021"/>
                  <a:pt x="244322" y="127265"/>
                </a:cubicBezTo>
                <a:cubicBezTo>
                  <a:pt x="244706" y="127510"/>
                  <a:pt x="245003" y="127876"/>
                  <a:pt x="245212" y="128365"/>
                </a:cubicBezTo>
                <a:cubicBezTo>
                  <a:pt x="245421" y="128853"/>
                  <a:pt x="245578" y="129534"/>
                  <a:pt x="245683" y="130406"/>
                </a:cubicBezTo>
                <a:cubicBezTo>
                  <a:pt x="245788" y="131279"/>
                  <a:pt x="245840" y="132343"/>
                  <a:pt x="245840" y="133600"/>
                </a:cubicBezTo>
                <a:cubicBezTo>
                  <a:pt x="245840" y="134507"/>
                  <a:pt x="245805" y="135293"/>
                  <a:pt x="245736" y="135956"/>
                </a:cubicBezTo>
                <a:cubicBezTo>
                  <a:pt x="245666" y="136619"/>
                  <a:pt x="245578" y="137212"/>
                  <a:pt x="245474" y="137736"/>
                </a:cubicBezTo>
                <a:cubicBezTo>
                  <a:pt x="245369" y="138259"/>
                  <a:pt x="245195" y="138730"/>
                  <a:pt x="244950" y="139149"/>
                </a:cubicBezTo>
                <a:cubicBezTo>
                  <a:pt x="244706" y="139568"/>
                  <a:pt x="244392" y="139969"/>
                  <a:pt x="244008" y="140353"/>
                </a:cubicBezTo>
                <a:cubicBezTo>
                  <a:pt x="243624" y="140737"/>
                  <a:pt x="242490" y="141365"/>
                  <a:pt x="240605" y="142238"/>
                </a:cubicBezTo>
                <a:cubicBezTo>
                  <a:pt x="238721" y="143110"/>
                  <a:pt x="236277" y="143965"/>
                  <a:pt x="233276" y="144803"/>
                </a:cubicBezTo>
                <a:cubicBezTo>
                  <a:pt x="230275" y="145641"/>
                  <a:pt x="226802" y="146391"/>
                  <a:pt x="222858" y="147054"/>
                </a:cubicBezTo>
                <a:cubicBezTo>
                  <a:pt x="218914" y="147717"/>
                  <a:pt x="214709" y="148049"/>
                  <a:pt x="210242" y="148049"/>
                </a:cubicBezTo>
                <a:cubicBezTo>
                  <a:pt x="202494" y="148049"/>
                  <a:pt x="195705" y="146966"/>
                  <a:pt x="189877" y="144800"/>
                </a:cubicBezTo>
                <a:cubicBezTo>
                  <a:pt x="184049" y="142634"/>
                  <a:pt x="179145" y="139420"/>
                  <a:pt x="175166" y="135157"/>
                </a:cubicBezTo>
                <a:cubicBezTo>
                  <a:pt x="171188" y="130895"/>
                  <a:pt x="168186" y="125550"/>
                  <a:pt x="166162" y="119121"/>
                </a:cubicBezTo>
                <a:cubicBezTo>
                  <a:pt x="164138" y="112693"/>
                  <a:pt x="163126" y="105217"/>
                  <a:pt x="163126" y="96692"/>
                </a:cubicBezTo>
                <a:cubicBezTo>
                  <a:pt x="163126" y="88587"/>
                  <a:pt x="164173" y="81302"/>
                  <a:pt x="166267" y="74839"/>
                </a:cubicBezTo>
                <a:cubicBezTo>
                  <a:pt x="168361" y="68376"/>
                  <a:pt x="171380" y="62891"/>
                  <a:pt x="175323" y="58384"/>
                </a:cubicBezTo>
                <a:cubicBezTo>
                  <a:pt x="179267" y="53878"/>
                  <a:pt x="184031" y="50419"/>
                  <a:pt x="189615" y="48009"/>
                </a:cubicBezTo>
                <a:cubicBezTo>
                  <a:pt x="195199" y="45599"/>
                  <a:pt x="201447" y="44394"/>
                  <a:pt x="208357" y="44394"/>
                </a:cubicBezTo>
                <a:cubicBezTo>
                  <a:pt x="215756" y="44394"/>
                  <a:pt x="222055" y="45580"/>
                  <a:pt x="227256" y="47954"/>
                </a:cubicBezTo>
                <a:cubicBezTo>
                  <a:pt x="232456" y="50327"/>
                  <a:pt x="236731" y="53520"/>
                  <a:pt x="240082" y="57534"/>
                </a:cubicBezTo>
                <a:cubicBezTo>
                  <a:pt x="243432" y="61547"/>
                  <a:pt x="245893" y="66259"/>
                  <a:pt x="247463" y="71669"/>
                </a:cubicBezTo>
                <a:cubicBezTo>
                  <a:pt x="249034" y="77078"/>
                  <a:pt x="249819" y="82854"/>
                  <a:pt x="249819" y="88997"/>
                </a:cubicBezTo>
                <a:lnTo>
                  <a:pt x="249819" y="92138"/>
                </a:lnTo>
                <a:moveTo>
                  <a:pt x="232438" y="86903"/>
                </a:moveTo>
                <a:cubicBezTo>
                  <a:pt x="232648" y="77894"/>
                  <a:pt x="230641" y="70825"/>
                  <a:pt x="226418" y="65697"/>
                </a:cubicBezTo>
                <a:cubicBezTo>
                  <a:pt x="222195" y="60569"/>
                  <a:pt x="215930" y="58005"/>
                  <a:pt x="207624" y="58005"/>
                </a:cubicBezTo>
                <a:cubicBezTo>
                  <a:pt x="203366" y="58005"/>
                  <a:pt x="199632" y="58802"/>
                  <a:pt x="196421" y="60397"/>
                </a:cubicBezTo>
                <a:cubicBezTo>
                  <a:pt x="193210" y="61989"/>
                  <a:pt x="190523" y="64103"/>
                  <a:pt x="188359" y="66738"/>
                </a:cubicBezTo>
                <a:cubicBezTo>
                  <a:pt x="186195" y="69371"/>
                  <a:pt x="184520" y="72437"/>
                  <a:pt x="183333" y="75938"/>
                </a:cubicBezTo>
                <a:cubicBezTo>
                  <a:pt x="182146" y="79437"/>
                  <a:pt x="181483" y="83092"/>
                  <a:pt x="181344" y="86903"/>
                </a:cubicBezTo>
                <a:lnTo>
                  <a:pt x="232438" y="86903"/>
                </a:lnTo>
                <a:close/>
                <a:moveTo>
                  <a:pt x="330551" y="55283"/>
                </a:moveTo>
                <a:cubicBezTo>
                  <a:pt x="330551" y="56818"/>
                  <a:pt x="330516" y="58110"/>
                  <a:pt x="330446" y="59157"/>
                </a:cubicBezTo>
                <a:cubicBezTo>
                  <a:pt x="330377" y="60204"/>
                  <a:pt x="330237" y="61024"/>
                  <a:pt x="330028" y="61617"/>
                </a:cubicBezTo>
                <a:cubicBezTo>
                  <a:pt x="329818" y="62210"/>
                  <a:pt x="329556" y="62664"/>
                  <a:pt x="329242" y="62978"/>
                </a:cubicBezTo>
                <a:cubicBezTo>
                  <a:pt x="328928" y="63292"/>
                  <a:pt x="328492" y="63449"/>
                  <a:pt x="327934" y="63449"/>
                </a:cubicBezTo>
                <a:cubicBezTo>
                  <a:pt x="327375" y="63449"/>
                  <a:pt x="326695" y="63292"/>
                  <a:pt x="325892" y="62978"/>
                </a:cubicBezTo>
                <a:cubicBezTo>
                  <a:pt x="325089" y="62664"/>
                  <a:pt x="324182" y="62350"/>
                  <a:pt x="323170" y="62036"/>
                </a:cubicBezTo>
                <a:cubicBezTo>
                  <a:pt x="322158" y="61722"/>
                  <a:pt x="321023" y="61425"/>
                  <a:pt x="319767" y="61146"/>
                </a:cubicBezTo>
                <a:cubicBezTo>
                  <a:pt x="318510" y="60867"/>
                  <a:pt x="317149" y="60727"/>
                  <a:pt x="315683" y="60727"/>
                </a:cubicBezTo>
                <a:cubicBezTo>
                  <a:pt x="313938" y="60727"/>
                  <a:pt x="312228" y="61076"/>
                  <a:pt x="310553" y="61774"/>
                </a:cubicBezTo>
                <a:cubicBezTo>
                  <a:pt x="308878" y="62472"/>
                  <a:pt x="307115" y="63624"/>
                  <a:pt x="305266" y="65229"/>
                </a:cubicBezTo>
                <a:cubicBezTo>
                  <a:pt x="303416" y="66835"/>
                  <a:pt x="301479" y="68964"/>
                  <a:pt x="299455" y="71616"/>
                </a:cubicBezTo>
                <a:cubicBezTo>
                  <a:pt x="297430" y="74269"/>
                  <a:pt x="295197" y="77514"/>
                  <a:pt x="292754" y="81353"/>
                </a:cubicBezTo>
                <a:lnTo>
                  <a:pt x="292754" y="143337"/>
                </a:lnTo>
                <a:cubicBezTo>
                  <a:pt x="292754" y="143896"/>
                  <a:pt x="292614" y="144367"/>
                  <a:pt x="292335" y="144751"/>
                </a:cubicBezTo>
                <a:cubicBezTo>
                  <a:pt x="292056" y="145134"/>
                  <a:pt x="291602" y="145466"/>
                  <a:pt x="290974" y="145745"/>
                </a:cubicBezTo>
                <a:cubicBezTo>
                  <a:pt x="290346" y="146024"/>
                  <a:pt x="289473" y="146234"/>
                  <a:pt x="288356" y="146373"/>
                </a:cubicBezTo>
                <a:cubicBezTo>
                  <a:pt x="287239" y="146513"/>
                  <a:pt x="285808" y="146583"/>
                  <a:pt x="284063" y="146583"/>
                </a:cubicBezTo>
                <a:cubicBezTo>
                  <a:pt x="282388" y="146583"/>
                  <a:pt x="280992" y="146513"/>
                  <a:pt x="279875" y="146373"/>
                </a:cubicBezTo>
                <a:cubicBezTo>
                  <a:pt x="278759" y="146234"/>
                  <a:pt x="277869" y="146024"/>
                  <a:pt x="277205" y="145745"/>
                </a:cubicBezTo>
                <a:cubicBezTo>
                  <a:pt x="276542" y="145466"/>
                  <a:pt x="276089" y="145134"/>
                  <a:pt x="275844" y="144751"/>
                </a:cubicBezTo>
                <a:cubicBezTo>
                  <a:pt x="275600" y="144367"/>
                  <a:pt x="275478" y="143896"/>
                  <a:pt x="275478" y="143337"/>
                </a:cubicBezTo>
                <a:lnTo>
                  <a:pt x="275478" y="49105"/>
                </a:lnTo>
                <a:cubicBezTo>
                  <a:pt x="275478" y="48547"/>
                  <a:pt x="275583" y="48076"/>
                  <a:pt x="275792" y="47692"/>
                </a:cubicBezTo>
                <a:cubicBezTo>
                  <a:pt x="276001" y="47308"/>
                  <a:pt x="276420" y="46959"/>
                  <a:pt x="277048" y="46645"/>
                </a:cubicBezTo>
                <a:cubicBezTo>
                  <a:pt x="277677" y="46331"/>
                  <a:pt x="278479" y="46121"/>
                  <a:pt x="279457" y="46017"/>
                </a:cubicBezTo>
                <a:cubicBezTo>
                  <a:pt x="280434" y="45912"/>
                  <a:pt x="281725" y="45860"/>
                  <a:pt x="283331" y="45860"/>
                </a:cubicBezTo>
                <a:cubicBezTo>
                  <a:pt x="284866" y="45860"/>
                  <a:pt x="286140" y="45912"/>
                  <a:pt x="287152" y="46017"/>
                </a:cubicBezTo>
                <a:cubicBezTo>
                  <a:pt x="288164" y="46121"/>
                  <a:pt x="288950" y="46331"/>
                  <a:pt x="289508" y="46645"/>
                </a:cubicBezTo>
                <a:cubicBezTo>
                  <a:pt x="290066" y="46959"/>
                  <a:pt x="290468" y="47308"/>
                  <a:pt x="290712" y="47692"/>
                </a:cubicBezTo>
                <a:cubicBezTo>
                  <a:pt x="290956" y="48076"/>
                  <a:pt x="291078" y="48547"/>
                  <a:pt x="291078" y="49105"/>
                </a:cubicBezTo>
                <a:lnTo>
                  <a:pt x="291078" y="62821"/>
                </a:lnTo>
                <a:cubicBezTo>
                  <a:pt x="293661" y="59052"/>
                  <a:pt x="296087" y="55981"/>
                  <a:pt x="298355" y="53607"/>
                </a:cubicBezTo>
                <a:cubicBezTo>
                  <a:pt x="300624" y="51234"/>
                  <a:pt x="302770" y="49367"/>
                  <a:pt x="304794" y="48006"/>
                </a:cubicBezTo>
                <a:cubicBezTo>
                  <a:pt x="306819" y="46645"/>
                  <a:pt x="308825" y="45702"/>
                  <a:pt x="310815" y="45179"/>
                </a:cubicBezTo>
                <a:cubicBezTo>
                  <a:pt x="312804" y="44655"/>
                  <a:pt x="314811" y="44394"/>
                  <a:pt x="316835" y="44394"/>
                </a:cubicBezTo>
                <a:cubicBezTo>
                  <a:pt x="317743" y="44394"/>
                  <a:pt x="318772" y="44446"/>
                  <a:pt x="319924" y="44551"/>
                </a:cubicBezTo>
                <a:cubicBezTo>
                  <a:pt x="321076" y="44655"/>
                  <a:pt x="322280" y="44847"/>
                  <a:pt x="323536" y="45127"/>
                </a:cubicBezTo>
                <a:cubicBezTo>
                  <a:pt x="324793" y="45406"/>
                  <a:pt x="325927" y="45720"/>
                  <a:pt x="326939" y="46069"/>
                </a:cubicBezTo>
                <a:cubicBezTo>
                  <a:pt x="327951" y="46418"/>
                  <a:pt x="328666" y="46767"/>
                  <a:pt x="329085" y="47116"/>
                </a:cubicBezTo>
                <a:cubicBezTo>
                  <a:pt x="329504" y="47465"/>
                  <a:pt x="329783" y="47796"/>
                  <a:pt x="329923" y="48111"/>
                </a:cubicBezTo>
                <a:cubicBezTo>
                  <a:pt x="330063" y="48425"/>
                  <a:pt x="330185" y="48826"/>
                  <a:pt x="330289" y="49315"/>
                </a:cubicBezTo>
                <a:cubicBezTo>
                  <a:pt x="330394" y="49803"/>
                  <a:pt x="330464" y="50519"/>
                  <a:pt x="330499" y="51461"/>
                </a:cubicBezTo>
                <a:cubicBezTo>
                  <a:pt x="330534" y="52403"/>
                  <a:pt x="330551" y="53677"/>
                  <a:pt x="330551" y="55283"/>
                </a:cubicBezTo>
                <a:close/>
                <a:moveTo>
                  <a:pt x="421249" y="143442"/>
                </a:moveTo>
                <a:cubicBezTo>
                  <a:pt x="421249" y="144279"/>
                  <a:pt x="420970" y="144908"/>
                  <a:pt x="420412" y="145326"/>
                </a:cubicBezTo>
                <a:cubicBezTo>
                  <a:pt x="419853" y="145745"/>
                  <a:pt x="419085" y="146059"/>
                  <a:pt x="418108" y="146269"/>
                </a:cubicBezTo>
                <a:cubicBezTo>
                  <a:pt x="417131" y="146478"/>
                  <a:pt x="415700" y="146583"/>
                  <a:pt x="413815" y="146583"/>
                </a:cubicBezTo>
                <a:cubicBezTo>
                  <a:pt x="412001" y="146583"/>
                  <a:pt x="410552" y="146478"/>
                  <a:pt x="409470" y="146269"/>
                </a:cubicBezTo>
                <a:cubicBezTo>
                  <a:pt x="408388" y="146059"/>
                  <a:pt x="407603" y="145745"/>
                  <a:pt x="407114" y="145326"/>
                </a:cubicBezTo>
                <a:cubicBezTo>
                  <a:pt x="406626" y="144908"/>
                  <a:pt x="406382" y="144279"/>
                  <a:pt x="406382" y="143442"/>
                </a:cubicBezTo>
                <a:lnTo>
                  <a:pt x="406382" y="134019"/>
                </a:lnTo>
                <a:cubicBezTo>
                  <a:pt x="402263" y="138416"/>
                  <a:pt x="397674" y="141854"/>
                  <a:pt x="392613" y="144332"/>
                </a:cubicBezTo>
                <a:cubicBezTo>
                  <a:pt x="387553" y="146810"/>
                  <a:pt x="382195" y="148049"/>
                  <a:pt x="376541" y="148049"/>
                </a:cubicBezTo>
                <a:cubicBezTo>
                  <a:pt x="371586" y="148049"/>
                  <a:pt x="367101" y="147400"/>
                  <a:pt x="363087" y="146102"/>
                </a:cubicBezTo>
                <a:cubicBezTo>
                  <a:pt x="359074" y="144804"/>
                  <a:pt x="355653" y="142927"/>
                  <a:pt x="352826" y="140471"/>
                </a:cubicBezTo>
                <a:cubicBezTo>
                  <a:pt x="349999" y="138015"/>
                  <a:pt x="347801" y="134998"/>
                  <a:pt x="346230" y="131421"/>
                </a:cubicBezTo>
                <a:cubicBezTo>
                  <a:pt x="344660" y="127841"/>
                  <a:pt x="343874" y="123771"/>
                  <a:pt x="343874" y="119210"/>
                </a:cubicBezTo>
                <a:cubicBezTo>
                  <a:pt x="343874" y="113877"/>
                  <a:pt x="344956" y="109246"/>
                  <a:pt x="347120" y="105317"/>
                </a:cubicBezTo>
                <a:cubicBezTo>
                  <a:pt x="349284" y="101389"/>
                  <a:pt x="352390" y="98127"/>
                  <a:pt x="356439" y="95531"/>
                </a:cubicBezTo>
                <a:cubicBezTo>
                  <a:pt x="360487" y="92933"/>
                  <a:pt x="365443" y="90985"/>
                  <a:pt x="371306" y="89687"/>
                </a:cubicBezTo>
                <a:cubicBezTo>
                  <a:pt x="377170" y="88389"/>
                  <a:pt x="383766" y="87740"/>
                  <a:pt x="391095" y="87740"/>
                </a:cubicBezTo>
                <a:lnTo>
                  <a:pt x="404078" y="87740"/>
                </a:lnTo>
                <a:lnTo>
                  <a:pt x="404078" y="80464"/>
                </a:lnTo>
                <a:cubicBezTo>
                  <a:pt x="404078" y="76860"/>
                  <a:pt x="403694" y="73672"/>
                  <a:pt x="402926" y="70900"/>
                </a:cubicBezTo>
                <a:cubicBezTo>
                  <a:pt x="402159" y="68127"/>
                  <a:pt x="400920" y="65823"/>
                  <a:pt x="399209" y="63986"/>
                </a:cubicBezTo>
                <a:cubicBezTo>
                  <a:pt x="397499" y="62149"/>
                  <a:pt x="395283" y="60763"/>
                  <a:pt x="392561" y="59827"/>
                </a:cubicBezTo>
                <a:cubicBezTo>
                  <a:pt x="389839" y="58892"/>
                  <a:pt x="386488" y="58424"/>
                  <a:pt x="382509" y="58424"/>
                </a:cubicBezTo>
                <a:cubicBezTo>
                  <a:pt x="378252" y="58424"/>
                  <a:pt x="374430" y="58924"/>
                  <a:pt x="371045" y="59926"/>
                </a:cubicBezTo>
                <a:cubicBezTo>
                  <a:pt x="367659" y="60927"/>
                  <a:pt x="364693" y="62032"/>
                  <a:pt x="362145" y="63240"/>
                </a:cubicBezTo>
                <a:cubicBezTo>
                  <a:pt x="359597" y="64448"/>
                  <a:pt x="357468" y="65553"/>
                  <a:pt x="355758" y="66555"/>
                </a:cubicBezTo>
                <a:cubicBezTo>
                  <a:pt x="354048" y="67556"/>
                  <a:pt x="352774" y="68056"/>
                  <a:pt x="351936" y="68056"/>
                </a:cubicBezTo>
                <a:cubicBezTo>
                  <a:pt x="351378" y="68056"/>
                  <a:pt x="350889" y="67917"/>
                  <a:pt x="350471" y="67638"/>
                </a:cubicBezTo>
                <a:cubicBezTo>
                  <a:pt x="350052" y="67358"/>
                  <a:pt x="349685" y="66940"/>
                  <a:pt x="349371" y="66381"/>
                </a:cubicBezTo>
                <a:cubicBezTo>
                  <a:pt x="349057" y="65823"/>
                  <a:pt x="348830" y="65107"/>
                  <a:pt x="348691" y="64235"/>
                </a:cubicBezTo>
                <a:cubicBezTo>
                  <a:pt x="348551" y="63362"/>
                  <a:pt x="348481" y="62402"/>
                  <a:pt x="348481" y="61355"/>
                </a:cubicBezTo>
                <a:cubicBezTo>
                  <a:pt x="348481" y="59610"/>
                  <a:pt x="348603" y="58232"/>
                  <a:pt x="348848" y="57220"/>
                </a:cubicBezTo>
                <a:cubicBezTo>
                  <a:pt x="349092" y="56208"/>
                  <a:pt x="349685" y="55248"/>
                  <a:pt x="350628" y="54340"/>
                </a:cubicBezTo>
                <a:cubicBezTo>
                  <a:pt x="351570" y="53433"/>
                  <a:pt x="353193" y="52376"/>
                  <a:pt x="355496" y="51170"/>
                </a:cubicBezTo>
                <a:cubicBezTo>
                  <a:pt x="357800" y="49961"/>
                  <a:pt x="360452" y="48858"/>
                  <a:pt x="363454" y="47859"/>
                </a:cubicBezTo>
                <a:cubicBezTo>
                  <a:pt x="366455" y="46860"/>
                  <a:pt x="369736" y="46033"/>
                  <a:pt x="373296" y="45379"/>
                </a:cubicBezTo>
                <a:cubicBezTo>
                  <a:pt x="376856" y="44722"/>
                  <a:pt x="380450" y="44394"/>
                  <a:pt x="384080" y="44394"/>
                </a:cubicBezTo>
                <a:cubicBezTo>
                  <a:pt x="390851" y="44394"/>
                  <a:pt x="396609" y="45161"/>
                  <a:pt x="401356" y="46697"/>
                </a:cubicBezTo>
                <a:cubicBezTo>
                  <a:pt x="406102" y="48233"/>
                  <a:pt x="409941" y="50484"/>
                  <a:pt x="412873" y="53450"/>
                </a:cubicBezTo>
                <a:cubicBezTo>
                  <a:pt x="415805" y="56417"/>
                  <a:pt x="417934" y="60099"/>
                  <a:pt x="419260" y="64496"/>
                </a:cubicBezTo>
                <a:cubicBezTo>
                  <a:pt x="420586" y="68894"/>
                  <a:pt x="421249" y="74024"/>
                  <a:pt x="421249" y="79888"/>
                </a:cubicBezTo>
                <a:lnTo>
                  <a:pt x="421249" y="143442"/>
                </a:lnTo>
                <a:moveTo>
                  <a:pt x="404078" y="100305"/>
                </a:moveTo>
                <a:lnTo>
                  <a:pt x="389315" y="100305"/>
                </a:lnTo>
                <a:cubicBezTo>
                  <a:pt x="384569" y="100305"/>
                  <a:pt x="380450" y="100707"/>
                  <a:pt x="376960" y="101512"/>
                </a:cubicBezTo>
                <a:cubicBezTo>
                  <a:pt x="373470" y="102317"/>
                  <a:pt x="370573" y="103508"/>
                  <a:pt x="368270" y="105085"/>
                </a:cubicBezTo>
                <a:cubicBezTo>
                  <a:pt x="365967" y="106660"/>
                  <a:pt x="364274" y="108550"/>
                  <a:pt x="363192" y="110755"/>
                </a:cubicBezTo>
                <a:cubicBezTo>
                  <a:pt x="362110" y="112960"/>
                  <a:pt x="361569" y="115498"/>
                  <a:pt x="361569" y="118369"/>
                </a:cubicBezTo>
                <a:cubicBezTo>
                  <a:pt x="361569" y="123270"/>
                  <a:pt x="363122" y="127174"/>
                  <a:pt x="366228" y="130079"/>
                </a:cubicBezTo>
                <a:cubicBezTo>
                  <a:pt x="369334" y="132985"/>
                  <a:pt x="373680" y="134437"/>
                  <a:pt x="379264" y="134437"/>
                </a:cubicBezTo>
                <a:cubicBezTo>
                  <a:pt x="383801" y="134437"/>
                  <a:pt x="388006" y="133282"/>
                  <a:pt x="391880" y="130972"/>
                </a:cubicBezTo>
                <a:cubicBezTo>
                  <a:pt x="395754" y="128662"/>
                  <a:pt x="399820" y="125127"/>
                  <a:pt x="404078" y="120365"/>
                </a:cubicBezTo>
                <a:lnTo>
                  <a:pt x="404078" y="100305"/>
                </a:lnTo>
                <a:close/>
                <a:moveTo>
                  <a:pt x="507590" y="55283"/>
                </a:moveTo>
                <a:cubicBezTo>
                  <a:pt x="507590" y="56818"/>
                  <a:pt x="507555" y="58110"/>
                  <a:pt x="507485" y="59157"/>
                </a:cubicBezTo>
                <a:cubicBezTo>
                  <a:pt x="507415" y="60204"/>
                  <a:pt x="507275" y="61024"/>
                  <a:pt x="507066" y="61617"/>
                </a:cubicBezTo>
                <a:cubicBezTo>
                  <a:pt x="506857" y="62210"/>
                  <a:pt x="506595" y="62664"/>
                  <a:pt x="506281" y="62978"/>
                </a:cubicBezTo>
                <a:cubicBezTo>
                  <a:pt x="505967" y="63292"/>
                  <a:pt x="505530" y="63449"/>
                  <a:pt x="504972" y="63449"/>
                </a:cubicBezTo>
                <a:cubicBezTo>
                  <a:pt x="504414" y="63449"/>
                  <a:pt x="503733" y="63292"/>
                  <a:pt x="502930" y="62978"/>
                </a:cubicBezTo>
                <a:cubicBezTo>
                  <a:pt x="502128" y="62664"/>
                  <a:pt x="501220" y="62350"/>
                  <a:pt x="500208" y="62036"/>
                </a:cubicBezTo>
                <a:cubicBezTo>
                  <a:pt x="499196" y="61722"/>
                  <a:pt x="498062" y="61425"/>
                  <a:pt x="496805" y="61146"/>
                </a:cubicBezTo>
                <a:cubicBezTo>
                  <a:pt x="495549" y="60867"/>
                  <a:pt x="494188" y="60727"/>
                  <a:pt x="492722" y="60727"/>
                </a:cubicBezTo>
                <a:cubicBezTo>
                  <a:pt x="490977" y="60727"/>
                  <a:pt x="489267" y="61076"/>
                  <a:pt x="487591" y="61774"/>
                </a:cubicBezTo>
                <a:cubicBezTo>
                  <a:pt x="485916" y="62472"/>
                  <a:pt x="484154" y="63624"/>
                  <a:pt x="482304" y="65229"/>
                </a:cubicBezTo>
                <a:cubicBezTo>
                  <a:pt x="480454" y="66835"/>
                  <a:pt x="478517" y="68964"/>
                  <a:pt x="476493" y="71616"/>
                </a:cubicBezTo>
                <a:cubicBezTo>
                  <a:pt x="474469" y="74269"/>
                  <a:pt x="472235" y="77514"/>
                  <a:pt x="469792" y="81353"/>
                </a:cubicBezTo>
                <a:lnTo>
                  <a:pt x="469792" y="143337"/>
                </a:lnTo>
                <a:cubicBezTo>
                  <a:pt x="469792" y="143896"/>
                  <a:pt x="469653" y="144367"/>
                  <a:pt x="469373" y="144751"/>
                </a:cubicBezTo>
                <a:cubicBezTo>
                  <a:pt x="469094" y="145134"/>
                  <a:pt x="468640" y="145466"/>
                  <a:pt x="468012" y="145745"/>
                </a:cubicBezTo>
                <a:cubicBezTo>
                  <a:pt x="467384" y="146024"/>
                  <a:pt x="466511" y="146234"/>
                  <a:pt x="465395" y="146373"/>
                </a:cubicBezTo>
                <a:cubicBezTo>
                  <a:pt x="464278" y="146513"/>
                  <a:pt x="462847" y="146583"/>
                  <a:pt x="461102" y="146583"/>
                </a:cubicBezTo>
                <a:cubicBezTo>
                  <a:pt x="459427" y="146583"/>
                  <a:pt x="458031" y="146513"/>
                  <a:pt x="456914" y="146373"/>
                </a:cubicBezTo>
                <a:cubicBezTo>
                  <a:pt x="455797" y="146234"/>
                  <a:pt x="454907" y="146024"/>
                  <a:pt x="454244" y="145745"/>
                </a:cubicBezTo>
                <a:cubicBezTo>
                  <a:pt x="453581" y="145466"/>
                  <a:pt x="453127" y="145134"/>
                  <a:pt x="452883" y="144751"/>
                </a:cubicBezTo>
                <a:cubicBezTo>
                  <a:pt x="452638" y="144367"/>
                  <a:pt x="452516" y="143896"/>
                  <a:pt x="452516" y="143337"/>
                </a:cubicBezTo>
                <a:lnTo>
                  <a:pt x="452516" y="49105"/>
                </a:lnTo>
                <a:cubicBezTo>
                  <a:pt x="452516" y="48547"/>
                  <a:pt x="452621" y="48076"/>
                  <a:pt x="452830" y="47692"/>
                </a:cubicBezTo>
                <a:cubicBezTo>
                  <a:pt x="453040" y="47308"/>
                  <a:pt x="453459" y="46959"/>
                  <a:pt x="454087" y="46645"/>
                </a:cubicBezTo>
                <a:cubicBezTo>
                  <a:pt x="454715" y="46331"/>
                  <a:pt x="455518" y="46121"/>
                  <a:pt x="456495" y="46017"/>
                </a:cubicBezTo>
                <a:cubicBezTo>
                  <a:pt x="457472" y="45912"/>
                  <a:pt x="458763" y="45860"/>
                  <a:pt x="460369" y="45860"/>
                </a:cubicBezTo>
                <a:cubicBezTo>
                  <a:pt x="461905" y="45860"/>
                  <a:pt x="463178" y="45912"/>
                  <a:pt x="464191" y="46017"/>
                </a:cubicBezTo>
                <a:cubicBezTo>
                  <a:pt x="465203" y="46121"/>
                  <a:pt x="465988" y="46331"/>
                  <a:pt x="466546" y="46645"/>
                </a:cubicBezTo>
                <a:cubicBezTo>
                  <a:pt x="467105" y="46959"/>
                  <a:pt x="467506" y="47308"/>
                  <a:pt x="467750" y="47692"/>
                </a:cubicBezTo>
                <a:cubicBezTo>
                  <a:pt x="467995" y="48076"/>
                  <a:pt x="468117" y="48547"/>
                  <a:pt x="468117" y="49105"/>
                </a:cubicBezTo>
                <a:lnTo>
                  <a:pt x="468117" y="62821"/>
                </a:lnTo>
                <a:cubicBezTo>
                  <a:pt x="470700" y="59052"/>
                  <a:pt x="473125" y="55981"/>
                  <a:pt x="475394" y="53607"/>
                </a:cubicBezTo>
                <a:cubicBezTo>
                  <a:pt x="477662" y="51234"/>
                  <a:pt x="479809" y="49367"/>
                  <a:pt x="481833" y="48006"/>
                </a:cubicBezTo>
                <a:cubicBezTo>
                  <a:pt x="483857" y="46645"/>
                  <a:pt x="485864" y="45702"/>
                  <a:pt x="487853" y="45179"/>
                </a:cubicBezTo>
                <a:cubicBezTo>
                  <a:pt x="489843" y="44655"/>
                  <a:pt x="491849" y="44394"/>
                  <a:pt x="493874" y="44394"/>
                </a:cubicBezTo>
                <a:cubicBezTo>
                  <a:pt x="494781" y="44394"/>
                  <a:pt x="495811" y="44446"/>
                  <a:pt x="496962" y="44551"/>
                </a:cubicBezTo>
                <a:cubicBezTo>
                  <a:pt x="498114" y="44655"/>
                  <a:pt x="499318" y="44847"/>
                  <a:pt x="500575" y="45127"/>
                </a:cubicBezTo>
                <a:cubicBezTo>
                  <a:pt x="501831" y="45406"/>
                  <a:pt x="502965" y="45720"/>
                  <a:pt x="503977" y="46069"/>
                </a:cubicBezTo>
                <a:cubicBezTo>
                  <a:pt x="504989" y="46418"/>
                  <a:pt x="505705" y="46767"/>
                  <a:pt x="506124" y="47116"/>
                </a:cubicBezTo>
                <a:cubicBezTo>
                  <a:pt x="506543" y="47465"/>
                  <a:pt x="506822" y="47796"/>
                  <a:pt x="506961" y="48111"/>
                </a:cubicBezTo>
                <a:cubicBezTo>
                  <a:pt x="507101" y="48425"/>
                  <a:pt x="507223" y="48826"/>
                  <a:pt x="507328" y="49315"/>
                </a:cubicBezTo>
                <a:cubicBezTo>
                  <a:pt x="507433" y="49803"/>
                  <a:pt x="507502" y="50519"/>
                  <a:pt x="507537" y="51461"/>
                </a:cubicBezTo>
                <a:cubicBezTo>
                  <a:pt x="507572" y="52403"/>
                  <a:pt x="507590" y="53677"/>
                  <a:pt x="507590" y="55283"/>
                </a:cubicBezTo>
                <a:close/>
                <a:moveTo>
                  <a:pt x="570227" y="145955"/>
                </a:moveTo>
                <a:lnTo>
                  <a:pt x="557663" y="180611"/>
                </a:lnTo>
                <a:cubicBezTo>
                  <a:pt x="557244" y="181728"/>
                  <a:pt x="556180" y="182583"/>
                  <a:pt x="554470" y="183176"/>
                </a:cubicBezTo>
                <a:cubicBezTo>
                  <a:pt x="552759" y="183770"/>
                  <a:pt x="550159" y="184066"/>
                  <a:pt x="546669" y="184066"/>
                </a:cubicBezTo>
                <a:cubicBezTo>
                  <a:pt x="544854" y="184066"/>
                  <a:pt x="543389" y="183979"/>
                  <a:pt x="542272" y="183804"/>
                </a:cubicBezTo>
                <a:cubicBezTo>
                  <a:pt x="541155" y="183630"/>
                  <a:pt x="540300" y="183333"/>
                  <a:pt x="539707" y="182914"/>
                </a:cubicBezTo>
                <a:cubicBezTo>
                  <a:pt x="539113" y="182496"/>
                  <a:pt x="538782" y="181937"/>
                  <a:pt x="538712" y="181239"/>
                </a:cubicBezTo>
                <a:cubicBezTo>
                  <a:pt x="538642" y="180541"/>
                  <a:pt x="538817" y="179704"/>
                  <a:pt x="539235" y="178726"/>
                </a:cubicBezTo>
                <a:lnTo>
                  <a:pt x="552218" y="145955"/>
                </a:lnTo>
                <a:cubicBezTo>
                  <a:pt x="551590" y="145675"/>
                  <a:pt x="550997" y="145222"/>
                  <a:pt x="550438" y="144594"/>
                </a:cubicBezTo>
                <a:cubicBezTo>
                  <a:pt x="549880" y="143965"/>
                  <a:pt x="549496" y="143302"/>
                  <a:pt x="549287" y="142604"/>
                </a:cubicBezTo>
                <a:lnTo>
                  <a:pt x="515677" y="52560"/>
                </a:lnTo>
                <a:cubicBezTo>
                  <a:pt x="515119" y="51095"/>
                  <a:pt x="514840" y="49943"/>
                  <a:pt x="514840" y="49105"/>
                </a:cubicBezTo>
                <a:cubicBezTo>
                  <a:pt x="514840" y="48268"/>
                  <a:pt x="515119" y="47605"/>
                  <a:pt x="515677" y="47116"/>
                </a:cubicBezTo>
                <a:cubicBezTo>
                  <a:pt x="516236" y="46627"/>
                  <a:pt x="517143" y="46296"/>
                  <a:pt x="518400" y="46121"/>
                </a:cubicBezTo>
                <a:cubicBezTo>
                  <a:pt x="519656" y="45947"/>
                  <a:pt x="521331" y="45860"/>
                  <a:pt x="523425" y="45860"/>
                </a:cubicBezTo>
                <a:cubicBezTo>
                  <a:pt x="525519" y="45860"/>
                  <a:pt x="527160" y="45912"/>
                  <a:pt x="528346" y="46017"/>
                </a:cubicBezTo>
                <a:cubicBezTo>
                  <a:pt x="529533" y="46121"/>
                  <a:pt x="530475" y="46313"/>
                  <a:pt x="531173" y="46592"/>
                </a:cubicBezTo>
                <a:cubicBezTo>
                  <a:pt x="531871" y="46872"/>
                  <a:pt x="532377" y="47273"/>
                  <a:pt x="532691" y="47796"/>
                </a:cubicBezTo>
                <a:cubicBezTo>
                  <a:pt x="533006" y="48320"/>
                  <a:pt x="533337" y="49035"/>
                  <a:pt x="533686" y="49943"/>
                </a:cubicBezTo>
                <a:lnTo>
                  <a:pt x="560595" y="125538"/>
                </a:lnTo>
                <a:lnTo>
                  <a:pt x="560909" y="125538"/>
                </a:lnTo>
                <a:lnTo>
                  <a:pt x="586875" y="49524"/>
                </a:lnTo>
                <a:cubicBezTo>
                  <a:pt x="587294" y="48198"/>
                  <a:pt x="587800" y="47343"/>
                  <a:pt x="588393" y="46959"/>
                </a:cubicBezTo>
                <a:cubicBezTo>
                  <a:pt x="588986" y="46575"/>
                  <a:pt x="589876" y="46296"/>
                  <a:pt x="591063" y="46121"/>
                </a:cubicBezTo>
                <a:cubicBezTo>
                  <a:pt x="592250" y="45947"/>
                  <a:pt x="593960" y="45860"/>
                  <a:pt x="596193" y="45860"/>
                </a:cubicBezTo>
                <a:cubicBezTo>
                  <a:pt x="598148" y="45860"/>
                  <a:pt x="599753" y="45947"/>
                  <a:pt x="601010" y="46121"/>
                </a:cubicBezTo>
                <a:cubicBezTo>
                  <a:pt x="602266" y="46296"/>
                  <a:pt x="603191" y="46627"/>
                  <a:pt x="603784" y="47116"/>
                </a:cubicBezTo>
                <a:cubicBezTo>
                  <a:pt x="604377" y="47605"/>
                  <a:pt x="604674" y="48268"/>
                  <a:pt x="604674" y="49105"/>
                </a:cubicBezTo>
                <a:cubicBezTo>
                  <a:pt x="604674" y="49943"/>
                  <a:pt x="604465" y="50990"/>
                  <a:pt x="604046" y="52246"/>
                </a:cubicBezTo>
                <a:lnTo>
                  <a:pt x="570227" y="1459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9F327C-5E60-4B67-8E53-9654AB46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6091" y="3560426"/>
            <a:ext cx="669235" cy="347056"/>
          </a:xfrm>
          <a:custGeom xmlns:a="http://schemas.openxmlformats.org/drawingml/2006/main">
            <a:pathLst>
              <a:path w="669235" h="347056">
                <a:moveTo>
                  <a:pt x="458" y="57690"/>
                </a:moveTo>
                <a:cubicBezTo>
                  <a:pt x="0" y="25854"/>
                  <a:pt x="25854" y="0"/>
                  <a:pt x="57232" y="916"/>
                </a:cubicBezTo>
                <a:lnTo>
                  <a:pt x="612155" y="916"/>
                </a:lnTo>
                <a:cubicBezTo>
                  <a:pt x="643381" y="0"/>
                  <a:pt x="669235" y="25854"/>
                  <a:pt x="668929" y="57690"/>
                </a:cubicBezTo>
                <a:lnTo>
                  <a:pt x="668929" y="288450"/>
                </a:lnTo>
                <a:cubicBezTo>
                  <a:pt x="669235" y="320592"/>
                  <a:pt x="643381" y="346445"/>
                  <a:pt x="612155" y="347056"/>
                </a:cubicBezTo>
                <a:lnTo>
                  <a:pt x="57232" y="347056"/>
                </a:lnTo>
                <a:cubicBezTo>
                  <a:pt x="25854" y="346445"/>
                  <a:pt x="0" y="320592"/>
                  <a:pt x="458" y="288450"/>
                </a:cubicBezTo>
                <a:lnTo>
                  <a:pt x="458" y="57690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8609E-95BA-44F1-B287-B5F3DAE51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8460" y="3552795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93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19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20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15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19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93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104" y="23803"/>
                </a:lnTo>
                <a:lnTo>
                  <a:pt x="650950" y="26671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0" y="335036"/>
                </a:lnTo>
                <a:lnTo>
                  <a:pt x="647104" y="337904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03F2B3-D867-4CBD-B9EE-10695003C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774" y="3522881"/>
            <a:ext cx="800334" cy="368117"/>
          </a:xfrm>
          <a:custGeom xmlns:a="http://schemas.openxmlformats.org/drawingml/2006/main">
            <a:pathLst>
              <a:path w="800334" h="368117">
                <a:moveTo>
                  <a:pt x="0" y="0"/>
                </a:moveTo>
                <a:lnTo>
                  <a:pt x="800334" y="0"/>
                </a:lnTo>
                <a:lnTo>
                  <a:pt x="800334" y="368117"/>
                </a:lnTo>
                <a:lnTo>
                  <a:pt x="0" y="368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" name="Text genre">
            <a:extLst xmlns:a="http://schemas.openxmlformats.org/drawingml/2006/main">
              <a:ext uri="{FF2B5EF4-FFF2-40B4-BE49-F238E27FC236}">
                <a16:creationId xmlns:a16="http://schemas.microsoft.com/office/drawing/2014/main" id="{E9259279-7011-4500-B22E-D3E7C7D7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501" y="3678636"/>
            <a:ext cx="484639" cy="139882"/>
          </a:xfrm>
          <a:custGeom xmlns:a="http://schemas.openxmlformats.org/drawingml/2006/main">
            <a:pathLst>
              <a:path w="484639" h="139882">
                <a:moveTo>
                  <a:pt x="89206" y="8952"/>
                </a:moveTo>
                <a:cubicBezTo>
                  <a:pt x="89206" y="11415"/>
                  <a:pt x="88875" y="13191"/>
                  <a:pt x="88211" y="14282"/>
                </a:cubicBezTo>
                <a:cubicBezTo>
                  <a:pt x="87548" y="15370"/>
                  <a:pt x="86693" y="15915"/>
                  <a:pt x="85646" y="15915"/>
                </a:cubicBezTo>
                <a:lnTo>
                  <a:pt x="72140" y="15915"/>
                </a:lnTo>
                <a:cubicBezTo>
                  <a:pt x="74583" y="18421"/>
                  <a:pt x="76293" y="21188"/>
                  <a:pt x="77270" y="24216"/>
                </a:cubicBezTo>
                <a:cubicBezTo>
                  <a:pt x="78247" y="27241"/>
                  <a:pt x="78736" y="30390"/>
                  <a:pt x="78736" y="33662"/>
                </a:cubicBezTo>
                <a:cubicBezTo>
                  <a:pt x="78736" y="39097"/>
                  <a:pt x="77863" y="43906"/>
                  <a:pt x="76118" y="48088"/>
                </a:cubicBezTo>
                <a:cubicBezTo>
                  <a:pt x="74373" y="52269"/>
                  <a:pt x="71878" y="55806"/>
                  <a:pt x="68632" y="58699"/>
                </a:cubicBezTo>
                <a:cubicBezTo>
                  <a:pt x="65386" y="61591"/>
                  <a:pt x="61530" y="63804"/>
                  <a:pt x="57063" y="65337"/>
                </a:cubicBezTo>
                <a:cubicBezTo>
                  <a:pt x="52595" y="66871"/>
                  <a:pt x="47639" y="67638"/>
                  <a:pt x="42195" y="67638"/>
                </a:cubicBezTo>
                <a:cubicBezTo>
                  <a:pt x="38356" y="67638"/>
                  <a:pt x="34709" y="67133"/>
                  <a:pt x="31254" y="66123"/>
                </a:cubicBezTo>
                <a:cubicBezTo>
                  <a:pt x="27798" y="65113"/>
                  <a:pt x="25128" y="63841"/>
                  <a:pt x="23244" y="62308"/>
                </a:cubicBezTo>
                <a:cubicBezTo>
                  <a:pt x="21987" y="63564"/>
                  <a:pt x="20958" y="64995"/>
                  <a:pt x="20155" y="66600"/>
                </a:cubicBezTo>
                <a:cubicBezTo>
                  <a:pt x="19352" y="68204"/>
                  <a:pt x="18951" y="70051"/>
                  <a:pt x="18951" y="72143"/>
                </a:cubicBezTo>
                <a:cubicBezTo>
                  <a:pt x="18951" y="74586"/>
                  <a:pt x="20085" y="76610"/>
                  <a:pt x="22354" y="78216"/>
                </a:cubicBezTo>
                <a:cubicBezTo>
                  <a:pt x="24622" y="79819"/>
                  <a:pt x="27641" y="80690"/>
                  <a:pt x="31411" y="80830"/>
                </a:cubicBezTo>
                <a:lnTo>
                  <a:pt x="56016" y="81880"/>
                </a:lnTo>
                <a:cubicBezTo>
                  <a:pt x="60692" y="82020"/>
                  <a:pt x="64985" y="82668"/>
                  <a:pt x="68894" y="83824"/>
                </a:cubicBezTo>
                <a:cubicBezTo>
                  <a:pt x="72803" y="84980"/>
                  <a:pt x="76188" y="86627"/>
                  <a:pt x="79050" y="88764"/>
                </a:cubicBezTo>
                <a:cubicBezTo>
                  <a:pt x="81912" y="90900"/>
                  <a:pt x="84146" y="93526"/>
                  <a:pt x="85751" y="96643"/>
                </a:cubicBezTo>
                <a:cubicBezTo>
                  <a:pt x="87356" y="99760"/>
                  <a:pt x="88159" y="103386"/>
                  <a:pt x="88159" y="107519"/>
                </a:cubicBezTo>
                <a:cubicBezTo>
                  <a:pt x="88159" y="111862"/>
                  <a:pt x="87252" y="115995"/>
                  <a:pt x="85437" y="119917"/>
                </a:cubicBezTo>
                <a:cubicBezTo>
                  <a:pt x="83622" y="123841"/>
                  <a:pt x="80847" y="127290"/>
                  <a:pt x="77113" y="130266"/>
                </a:cubicBezTo>
                <a:cubicBezTo>
                  <a:pt x="73379" y="133243"/>
                  <a:pt x="68615" y="135590"/>
                  <a:pt x="62821" y="137307"/>
                </a:cubicBezTo>
                <a:cubicBezTo>
                  <a:pt x="57028" y="139024"/>
                  <a:pt x="50187" y="139882"/>
                  <a:pt x="42300" y="139882"/>
                </a:cubicBezTo>
                <a:cubicBezTo>
                  <a:pt x="34691" y="139882"/>
                  <a:pt x="28217" y="139235"/>
                  <a:pt x="22877" y="137942"/>
                </a:cubicBezTo>
                <a:cubicBezTo>
                  <a:pt x="17538" y="136650"/>
                  <a:pt x="13158" y="134887"/>
                  <a:pt x="9737" y="132651"/>
                </a:cubicBezTo>
                <a:cubicBezTo>
                  <a:pt x="6317" y="130417"/>
                  <a:pt x="3839" y="127746"/>
                  <a:pt x="2303" y="124638"/>
                </a:cubicBezTo>
                <a:cubicBezTo>
                  <a:pt x="768" y="121530"/>
                  <a:pt x="0" y="118158"/>
                  <a:pt x="0" y="114524"/>
                </a:cubicBezTo>
                <a:cubicBezTo>
                  <a:pt x="0" y="112221"/>
                  <a:pt x="279" y="109986"/>
                  <a:pt x="838" y="107820"/>
                </a:cubicBezTo>
                <a:cubicBezTo>
                  <a:pt x="1396" y="105654"/>
                  <a:pt x="2251" y="103593"/>
                  <a:pt x="3403" y="101636"/>
                </a:cubicBezTo>
                <a:cubicBezTo>
                  <a:pt x="4555" y="99682"/>
                  <a:pt x="5985" y="97815"/>
                  <a:pt x="7696" y="96035"/>
                </a:cubicBezTo>
                <a:cubicBezTo>
                  <a:pt x="9406" y="94253"/>
                  <a:pt x="11378" y="92488"/>
                  <a:pt x="13611" y="90741"/>
                </a:cubicBezTo>
                <a:cubicBezTo>
                  <a:pt x="10191" y="88989"/>
                  <a:pt x="7661" y="86782"/>
                  <a:pt x="6020" y="84118"/>
                </a:cubicBezTo>
                <a:cubicBezTo>
                  <a:pt x="4380" y="81453"/>
                  <a:pt x="3560" y="78578"/>
                  <a:pt x="3560" y="75493"/>
                </a:cubicBezTo>
                <a:cubicBezTo>
                  <a:pt x="3560" y="71218"/>
                  <a:pt x="4432" y="67398"/>
                  <a:pt x="6177" y="64032"/>
                </a:cubicBezTo>
                <a:cubicBezTo>
                  <a:pt x="7922" y="60666"/>
                  <a:pt x="10086" y="57652"/>
                  <a:pt x="12669" y="54988"/>
                </a:cubicBezTo>
                <a:cubicBezTo>
                  <a:pt x="10505" y="52410"/>
                  <a:pt x="8795" y="49500"/>
                  <a:pt x="7539" y="46259"/>
                </a:cubicBezTo>
                <a:cubicBezTo>
                  <a:pt x="6282" y="43017"/>
                  <a:pt x="5654" y="39097"/>
                  <a:pt x="5654" y="34499"/>
                </a:cubicBezTo>
                <a:cubicBezTo>
                  <a:pt x="5654" y="29133"/>
                  <a:pt x="6561" y="24325"/>
                  <a:pt x="8376" y="20073"/>
                </a:cubicBezTo>
                <a:cubicBezTo>
                  <a:pt x="10191" y="15822"/>
                  <a:pt x="12704" y="12233"/>
                  <a:pt x="15915" y="9305"/>
                </a:cubicBezTo>
                <a:cubicBezTo>
                  <a:pt x="19126" y="6378"/>
                  <a:pt x="22982" y="4130"/>
                  <a:pt x="27484" y="2562"/>
                </a:cubicBezTo>
                <a:cubicBezTo>
                  <a:pt x="31986" y="994"/>
                  <a:pt x="36890" y="209"/>
                  <a:pt x="42195" y="209"/>
                </a:cubicBezTo>
                <a:cubicBezTo>
                  <a:pt x="45057" y="209"/>
                  <a:pt x="47727" y="358"/>
                  <a:pt x="50205" y="654"/>
                </a:cubicBezTo>
                <a:cubicBezTo>
                  <a:pt x="52683" y="949"/>
                  <a:pt x="55003" y="1359"/>
                  <a:pt x="57167" y="1885"/>
                </a:cubicBezTo>
                <a:lnTo>
                  <a:pt x="85646" y="1885"/>
                </a:lnTo>
                <a:cubicBezTo>
                  <a:pt x="86833" y="1885"/>
                  <a:pt x="87723" y="2465"/>
                  <a:pt x="88316" y="3625"/>
                </a:cubicBezTo>
                <a:cubicBezTo>
                  <a:pt x="88909" y="4786"/>
                  <a:pt x="89206" y="6561"/>
                  <a:pt x="89206" y="8952"/>
                </a:cubicBezTo>
                <a:moveTo>
                  <a:pt x="62193" y="33714"/>
                </a:moveTo>
                <a:cubicBezTo>
                  <a:pt x="62193" y="27325"/>
                  <a:pt x="60431" y="22343"/>
                  <a:pt x="56906" y="18768"/>
                </a:cubicBezTo>
                <a:cubicBezTo>
                  <a:pt x="53381" y="15191"/>
                  <a:pt x="48372" y="13402"/>
                  <a:pt x="41881" y="13402"/>
                </a:cubicBezTo>
                <a:cubicBezTo>
                  <a:pt x="38530" y="13402"/>
                  <a:pt x="35616" y="13958"/>
                  <a:pt x="33138" y="15071"/>
                </a:cubicBezTo>
                <a:cubicBezTo>
                  <a:pt x="30660" y="16181"/>
                  <a:pt x="28601" y="17709"/>
                  <a:pt x="26961" y="19655"/>
                </a:cubicBezTo>
                <a:cubicBezTo>
                  <a:pt x="25320" y="21598"/>
                  <a:pt x="24099" y="23837"/>
                  <a:pt x="23296" y="26372"/>
                </a:cubicBezTo>
                <a:cubicBezTo>
                  <a:pt x="22493" y="28906"/>
                  <a:pt x="22092" y="31562"/>
                  <a:pt x="22092" y="34339"/>
                </a:cubicBezTo>
                <a:cubicBezTo>
                  <a:pt x="22092" y="40521"/>
                  <a:pt x="23855" y="45383"/>
                  <a:pt x="27380" y="48925"/>
                </a:cubicBezTo>
                <a:cubicBezTo>
                  <a:pt x="30905" y="52466"/>
                  <a:pt x="35843" y="54236"/>
                  <a:pt x="42195" y="54236"/>
                </a:cubicBezTo>
                <a:cubicBezTo>
                  <a:pt x="45615" y="54236"/>
                  <a:pt x="48582" y="53698"/>
                  <a:pt x="51095" y="52623"/>
                </a:cubicBezTo>
                <a:cubicBezTo>
                  <a:pt x="53607" y="51545"/>
                  <a:pt x="55684" y="50052"/>
                  <a:pt x="57324" y="48143"/>
                </a:cubicBezTo>
                <a:cubicBezTo>
                  <a:pt x="58965" y="46232"/>
                  <a:pt x="60186" y="44027"/>
                  <a:pt x="60989" y="41527"/>
                </a:cubicBezTo>
                <a:cubicBezTo>
                  <a:pt x="61792" y="39028"/>
                  <a:pt x="62193" y="36423"/>
                  <a:pt x="62193" y="33714"/>
                </a:cubicBezTo>
                <a:moveTo>
                  <a:pt x="70883" y="108458"/>
                </a:moveTo>
                <a:cubicBezTo>
                  <a:pt x="70883" y="104381"/>
                  <a:pt x="69226" y="101237"/>
                  <a:pt x="65910" y="99025"/>
                </a:cubicBezTo>
                <a:cubicBezTo>
                  <a:pt x="62594" y="96811"/>
                  <a:pt x="58110" y="95634"/>
                  <a:pt x="52456" y="95495"/>
                </a:cubicBezTo>
                <a:lnTo>
                  <a:pt x="28060" y="94651"/>
                </a:lnTo>
                <a:cubicBezTo>
                  <a:pt x="25827" y="96407"/>
                  <a:pt x="23994" y="98075"/>
                  <a:pt x="22563" y="99657"/>
                </a:cubicBezTo>
                <a:cubicBezTo>
                  <a:pt x="21132" y="101238"/>
                  <a:pt x="19998" y="102749"/>
                  <a:pt x="19160" y="104188"/>
                </a:cubicBezTo>
                <a:cubicBezTo>
                  <a:pt x="18323" y="105628"/>
                  <a:pt x="17747" y="107050"/>
                  <a:pt x="17433" y="108455"/>
                </a:cubicBezTo>
                <a:cubicBezTo>
                  <a:pt x="17119" y="109862"/>
                  <a:pt x="16962" y="111303"/>
                  <a:pt x="16962" y="112777"/>
                </a:cubicBezTo>
                <a:cubicBezTo>
                  <a:pt x="16962" y="117345"/>
                  <a:pt x="19265" y="120805"/>
                  <a:pt x="23872" y="123159"/>
                </a:cubicBezTo>
                <a:cubicBezTo>
                  <a:pt x="28479" y="125513"/>
                  <a:pt x="34901" y="126689"/>
                  <a:pt x="43137" y="126689"/>
                </a:cubicBezTo>
                <a:cubicBezTo>
                  <a:pt x="48372" y="126689"/>
                  <a:pt x="52752" y="126180"/>
                  <a:pt x="56277" y="125161"/>
                </a:cubicBezTo>
                <a:cubicBezTo>
                  <a:pt x="59802" y="124143"/>
                  <a:pt x="62647" y="122790"/>
                  <a:pt x="64811" y="121104"/>
                </a:cubicBezTo>
                <a:cubicBezTo>
                  <a:pt x="66974" y="119418"/>
                  <a:pt x="68527" y="117486"/>
                  <a:pt x="69470" y="115306"/>
                </a:cubicBezTo>
                <a:cubicBezTo>
                  <a:pt x="70412" y="113129"/>
                  <a:pt x="70883" y="110847"/>
                  <a:pt x="70883" y="108458"/>
                </a:cubicBezTo>
                <a:close/>
                <a:moveTo>
                  <a:pt x="191610" y="47744"/>
                </a:moveTo>
                <a:cubicBezTo>
                  <a:pt x="191610" y="50466"/>
                  <a:pt x="190930" y="52403"/>
                  <a:pt x="189569" y="53555"/>
                </a:cubicBezTo>
                <a:cubicBezTo>
                  <a:pt x="188207" y="54707"/>
                  <a:pt x="186654" y="55283"/>
                  <a:pt x="184909" y="55283"/>
                </a:cubicBezTo>
                <a:lnTo>
                  <a:pt x="123135" y="55283"/>
                </a:lnTo>
                <a:cubicBezTo>
                  <a:pt x="123135" y="60533"/>
                  <a:pt x="123659" y="65259"/>
                  <a:pt x="124706" y="69460"/>
                </a:cubicBezTo>
                <a:cubicBezTo>
                  <a:pt x="125753" y="73661"/>
                  <a:pt x="127498" y="77267"/>
                  <a:pt x="129941" y="80277"/>
                </a:cubicBezTo>
                <a:cubicBezTo>
                  <a:pt x="132384" y="83287"/>
                  <a:pt x="135560" y="85598"/>
                  <a:pt x="139469" y="87210"/>
                </a:cubicBezTo>
                <a:cubicBezTo>
                  <a:pt x="143378" y="88820"/>
                  <a:pt x="148159" y="89625"/>
                  <a:pt x="153813" y="89625"/>
                </a:cubicBezTo>
                <a:cubicBezTo>
                  <a:pt x="158280" y="89625"/>
                  <a:pt x="162259" y="89258"/>
                  <a:pt x="165749" y="88526"/>
                </a:cubicBezTo>
                <a:cubicBezTo>
                  <a:pt x="169239" y="87793"/>
                  <a:pt x="172258" y="86973"/>
                  <a:pt x="174806" y="86065"/>
                </a:cubicBezTo>
                <a:cubicBezTo>
                  <a:pt x="177353" y="85158"/>
                  <a:pt x="179447" y="84337"/>
                  <a:pt x="181088" y="83605"/>
                </a:cubicBezTo>
                <a:cubicBezTo>
                  <a:pt x="182728" y="82872"/>
                  <a:pt x="183967" y="82505"/>
                  <a:pt x="184805" y="82505"/>
                </a:cubicBezTo>
                <a:cubicBezTo>
                  <a:pt x="185293" y="82505"/>
                  <a:pt x="185729" y="82627"/>
                  <a:pt x="186113" y="82872"/>
                </a:cubicBezTo>
                <a:cubicBezTo>
                  <a:pt x="186497" y="83116"/>
                  <a:pt x="186794" y="83482"/>
                  <a:pt x="187003" y="83971"/>
                </a:cubicBezTo>
                <a:cubicBezTo>
                  <a:pt x="187213" y="84460"/>
                  <a:pt x="187370" y="85140"/>
                  <a:pt x="187475" y="86013"/>
                </a:cubicBezTo>
                <a:cubicBezTo>
                  <a:pt x="187579" y="86885"/>
                  <a:pt x="187632" y="87950"/>
                  <a:pt x="187632" y="89206"/>
                </a:cubicBezTo>
                <a:cubicBezTo>
                  <a:pt x="187632" y="90114"/>
                  <a:pt x="187597" y="90899"/>
                  <a:pt x="187527" y="91562"/>
                </a:cubicBezTo>
                <a:cubicBezTo>
                  <a:pt x="187457" y="92225"/>
                  <a:pt x="187370" y="92818"/>
                  <a:pt x="187265" y="93342"/>
                </a:cubicBezTo>
                <a:cubicBezTo>
                  <a:pt x="187160" y="93865"/>
                  <a:pt x="186986" y="94337"/>
                  <a:pt x="186742" y="94755"/>
                </a:cubicBezTo>
                <a:cubicBezTo>
                  <a:pt x="186497" y="95174"/>
                  <a:pt x="186183" y="95576"/>
                  <a:pt x="185799" y="95959"/>
                </a:cubicBezTo>
                <a:cubicBezTo>
                  <a:pt x="185415" y="96343"/>
                  <a:pt x="184281" y="96972"/>
                  <a:pt x="182396" y="97844"/>
                </a:cubicBezTo>
                <a:cubicBezTo>
                  <a:pt x="180512" y="98717"/>
                  <a:pt x="178069" y="99572"/>
                  <a:pt x="175067" y="100409"/>
                </a:cubicBezTo>
                <a:cubicBezTo>
                  <a:pt x="172066" y="101247"/>
                  <a:pt x="168593" y="101997"/>
                  <a:pt x="164649" y="102660"/>
                </a:cubicBezTo>
                <a:cubicBezTo>
                  <a:pt x="160706" y="103323"/>
                  <a:pt x="156500" y="103655"/>
                  <a:pt x="152033" y="103655"/>
                </a:cubicBezTo>
                <a:cubicBezTo>
                  <a:pt x="144285" y="103655"/>
                  <a:pt x="137497" y="102572"/>
                  <a:pt x="131668" y="100406"/>
                </a:cubicBezTo>
                <a:cubicBezTo>
                  <a:pt x="125840" y="98240"/>
                  <a:pt x="120936" y="95026"/>
                  <a:pt x="116958" y="90764"/>
                </a:cubicBezTo>
                <a:cubicBezTo>
                  <a:pt x="112979" y="86501"/>
                  <a:pt x="109978" y="81156"/>
                  <a:pt x="107953" y="74728"/>
                </a:cubicBezTo>
                <a:cubicBezTo>
                  <a:pt x="105929" y="68300"/>
                  <a:pt x="104917" y="60823"/>
                  <a:pt x="104917" y="52299"/>
                </a:cubicBezTo>
                <a:cubicBezTo>
                  <a:pt x="104917" y="44193"/>
                  <a:pt x="105964" y="36909"/>
                  <a:pt x="108058" y="30445"/>
                </a:cubicBezTo>
                <a:cubicBezTo>
                  <a:pt x="110152" y="23982"/>
                  <a:pt x="113171" y="18497"/>
                  <a:pt x="117115" y="13991"/>
                </a:cubicBezTo>
                <a:cubicBezTo>
                  <a:pt x="121059" y="9484"/>
                  <a:pt x="125822" y="6026"/>
                  <a:pt x="131407" y="3615"/>
                </a:cubicBezTo>
                <a:cubicBezTo>
                  <a:pt x="136991" y="1205"/>
                  <a:pt x="143238" y="0"/>
                  <a:pt x="150148" y="0"/>
                </a:cubicBezTo>
                <a:cubicBezTo>
                  <a:pt x="157547" y="0"/>
                  <a:pt x="163847" y="1187"/>
                  <a:pt x="169047" y="3560"/>
                </a:cubicBezTo>
                <a:cubicBezTo>
                  <a:pt x="174247" y="5933"/>
                  <a:pt x="178523" y="9127"/>
                  <a:pt x="181873" y="13140"/>
                </a:cubicBezTo>
                <a:cubicBezTo>
                  <a:pt x="185223" y="17154"/>
                  <a:pt x="187684" y="21865"/>
                  <a:pt x="189254" y="27275"/>
                </a:cubicBezTo>
                <a:cubicBezTo>
                  <a:pt x="190825" y="32684"/>
                  <a:pt x="191610" y="38461"/>
                  <a:pt x="191610" y="44603"/>
                </a:cubicBezTo>
                <a:lnTo>
                  <a:pt x="191610" y="47744"/>
                </a:lnTo>
                <a:moveTo>
                  <a:pt x="174230" y="42509"/>
                </a:moveTo>
                <a:cubicBezTo>
                  <a:pt x="174439" y="33500"/>
                  <a:pt x="172432" y="26432"/>
                  <a:pt x="168209" y="21304"/>
                </a:cubicBezTo>
                <a:cubicBezTo>
                  <a:pt x="163986" y="16175"/>
                  <a:pt x="157722" y="13611"/>
                  <a:pt x="149415" y="13611"/>
                </a:cubicBezTo>
                <a:cubicBezTo>
                  <a:pt x="145157" y="13611"/>
                  <a:pt x="141423" y="14409"/>
                  <a:pt x="138212" y="16003"/>
                </a:cubicBezTo>
                <a:cubicBezTo>
                  <a:pt x="135001" y="17595"/>
                  <a:pt x="132314" y="19709"/>
                  <a:pt x="130150" y="22344"/>
                </a:cubicBezTo>
                <a:cubicBezTo>
                  <a:pt x="127986" y="24977"/>
                  <a:pt x="126311" y="28044"/>
                  <a:pt x="125124" y="31545"/>
                </a:cubicBezTo>
                <a:cubicBezTo>
                  <a:pt x="123938" y="35044"/>
                  <a:pt x="123275" y="38698"/>
                  <a:pt x="123135" y="42509"/>
                </a:cubicBezTo>
                <a:lnTo>
                  <a:pt x="174230" y="42509"/>
                </a:lnTo>
                <a:close/>
                <a:moveTo>
                  <a:pt x="298414" y="98943"/>
                </a:moveTo>
                <a:cubicBezTo>
                  <a:pt x="298414" y="99502"/>
                  <a:pt x="298274" y="99973"/>
                  <a:pt x="297995" y="100357"/>
                </a:cubicBezTo>
                <a:cubicBezTo>
                  <a:pt x="297716" y="100741"/>
                  <a:pt x="297262" y="101072"/>
                  <a:pt x="296634" y="101352"/>
                </a:cubicBezTo>
                <a:cubicBezTo>
                  <a:pt x="296005" y="101631"/>
                  <a:pt x="295133" y="101840"/>
                  <a:pt x="294016" y="101980"/>
                </a:cubicBezTo>
                <a:cubicBezTo>
                  <a:pt x="292899" y="102119"/>
                  <a:pt x="291503" y="102189"/>
                  <a:pt x="289828" y="102189"/>
                </a:cubicBezTo>
                <a:cubicBezTo>
                  <a:pt x="288083" y="102189"/>
                  <a:pt x="286652" y="102119"/>
                  <a:pt x="285535" y="101980"/>
                </a:cubicBezTo>
                <a:cubicBezTo>
                  <a:pt x="284418" y="101840"/>
                  <a:pt x="283546" y="101631"/>
                  <a:pt x="282918" y="101352"/>
                </a:cubicBezTo>
                <a:cubicBezTo>
                  <a:pt x="282289" y="101072"/>
                  <a:pt x="281836" y="100742"/>
                  <a:pt x="281557" y="100360"/>
                </a:cubicBezTo>
                <a:cubicBezTo>
                  <a:pt x="281277" y="99976"/>
                  <a:pt x="281138" y="99505"/>
                  <a:pt x="281138" y="98947"/>
                </a:cubicBezTo>
                <a:lnTo>
                  <a:pt x="281138" y="43834"/>
                </a:lnTo>
                <a:cubicBezTo>
                  <a:pt x="281138" y="38466"/>
                  <a:pt x="280719" y="34144"/>
                  <a:pt x="279881" y="30867"/>
                </a:cubicBezTo>
                <a:cubicBezTo>
                  <a:pt x="279044" y="27591"/>
                  <a:pt x="277822" y="24769"/>
                  <a:pt x="276217" y="22400"/>
                </a:cubicBezTo>
                <a:cubicBezTo>
                  <a:pt x="274611" y="20029"/>
                  <a:pt x="272535" y="18216"/>
                  <a:pt x="269987" y="16962"/>
                </a:cubicBezTo>
                <a:cubicBezTo>
                  <a:pt x="267439" y="15705"/>
                  <a:pt x="264490" y="15077"/>
                  <a:pt x="261140" y="15077"/>
                </a:cubicBezTo>
                <a:cubicBezTo>
                  <a:pt x="256812" y="15077"/>
                  <a:pt x="252484" y="16612"/>
                  <a:pt x="248157" y="19681"/>
                </a:cubicBezTo>
                <a:cubicBezTo>
                  <a:pt x="243829" y="22748"/>
                  <a:pt x="239292" y="27243"/>
                  <a:pt x="234545" y="33168"/>
                </a:cubicBezTo>
                <a:lnTo>
                  <a:pt x="234545" y="98947"/>
                </a:lnTo>
                <a:cubicBezTo>
                  <a:pt x="234545" y="99505"/>
                  <a:pt x="234406" y="99976"/>
                  <a:pt x="234127" y="100360"/>
                </a:cubicBezTo>
                <a:cubicBezTo>
                  <a:pt x="233847" y="100742"/>
                  <a:pt x="233394" y="101072"/>
                  <a:pt x="232765" y="101352"/>
                </a:cubicBezTo>
                <a:cubicBezTo>
                  <a:pt x="232137" y="101631"/>
                  <a:pt x="231265" y="101840"/>
                  <a:pt x="230148" y="101980"/>
                </a:cubicBezTo>
                <a:cubicBezTo>
                  <a:pt x="229031" y="102119"/>
                  <a:pt x="227600" y="102189"/>
                  <a:pt x="225855" y="102189"/>
                </a:cubicBezTo>
                <a:cubicBezTo>
                  <a:pt x="224180" y="102189"/>
                  <a:pt x="222784" y="102119"/>
                  <a:pt x="221667" y="101980"/>
                </a:cubicBezTo>
                <a:cubicBezTo>
                  <a:pt x="220550" y="101840"/>
                  <a:pt x="219660" y="101631"/>
                  <a:pt x="218997" y="101352"/>
                </a:cubicBezTo>
                <a:cubicBezTo>
                  <a:pt x="218334" y="101072"/>
                  <a:pt x="217880" y="100741"/>
                  <a:pt x="217636" y="100357"/>
                </a:cubicBezTo>
                <a:cubicBezTo>
                  <a:pt x="217392" y="99973"/>
                  <a:pt x="217269" y="99502"/>
                  <a:pt x="217269" y="98943"/>
                </a:cubicBezTo>
                <a:lnTo>
                  <a:pt x="217269" y="4712"/>
                </a:lnTo>
                <a:cubicBezTo>
                  <a:pt x="217269" y="4153"/>
                  <a:pt x="217374" y="3682"/>
                  <a:pt x="217584" y="3298"/>
                </a:cubicBezTo>
                <a:cubicBezTo>
                  <a:pt x="217793" y="2914"/>
                  <a:pt x="218212" y="2565"/>
                  <a:pt x="218840" y="2251"/>
                </a:cubicBezTo>
                <a:cubicBezTo>
                  <a:pt x="219468" y="1937"/>
                  <a:pt x="220271" y="1728"/>
                  <a:pt x="221248" y="1623"/>
                </a:cubicBezTo>
                <a:cubicBezTo>
                  <a:pt x="222225" y="1518"/>
                  <a:pt x="223517" y="1466"/>
                  <a:pt x="225122" y="1466"/>
                </a:cubicBezTo>
                <a:cubicBezTo>
                  <a:pt x="226658" y="1466"/>
                  <a:pt x="227932" y="1518"/>
                  <a:pt x="228944" y="1623"/>
                </a:cubicBezTo>
                <a:cubicBezTo>
                  <a:pt x="229956" y="1728"/>
                  <a:pt x="230741" y="1937"/>
                  <a:pt x="231300" y="2251"/>
                </a:cubicBezTo>
                <a:cubicBezTo>
                  <a:pt x="231858" y="2565"/>
                  <a:pt x="232259" y="2914"/>
                  <a:pt x="232504" y="3298"/>
                </a:cubicBezTo>
                <a:cubicBezTo>
                  <a:pt x="232748" y="3682"/>
                  <a:pt x="232870" y="4153"/>
                  <a:pt x="232870" y="4712"/>
                </a:cubicBezTo>
                <a:lnTo>
                  <a:pt x="232870" y="17171"/>
                </a:lnTo>
                <a:cubicBezTo>
                  <a:pt x="238175" y="11238"/>
                  <a:pt x="243462" y="6893"/>
                  <a:pt x="248732" y="4136"/>
                </a:cubicBezTo>
                <a:cubicBezTo>
                  <a:pt x="254002" y="1379"/>
                  <a:pt x="259325" y="0"/>
                  <a:pt x="264700" y="0"/>
                </a:cubicBezTo>
                <a:cubicBezTo>
                  <a:pt x="270982" y="0"/>
                  <a:pt x="276269" y="1064"/>
                  <a:pt x="280562" y="3193"/>
                </a:cubicBezTo>
                <a:cubicBezTo>
                  <a:pt x="284855" y="5322"/>
                  <a:pt x="288327" y="8167"/>
                  <a:pt x="290980" y="11727"/>
                </a:cubicBezTo>
                <a:cubicBezTo>
                  <a:pt x="293632" y="15286"/>
                  <a:pt x="295534" y="19457"/>
                  <a:pt x="296686" y="24239"/>
                </a:cubicBezTo>
                <a:cubicBezTo>
                  <a:pt x="297838" y="29020"/>
                  <a:pt x="298414" y="34761"/>
                  <a:pt x="298414" y="41462"/>
                </a:cubicBezTo>
                <a:lnTo>
                  <a:pt x="298414" y="98943"/>
                </a:lnTo>
                <a:close/>
                <a:moveTo>
                  <a:pt x="384518" y="10889"/>
                </a:moveTo>
                <a:cubicBezTo>
                  <a:pt x="384518" y="12425"/>
                  <a:pt x="384483" y="13716"/>
                  <a:pt x="384413" y="14763"/>
                </a:cubicBezTo>
                <a:cubicBezTo>
                  <a:pt x="384343" y="15810"/>
                  <a:pt x="384204" y="16630"/>
                  <a:pt x="383994" y="17223"/>
                </a:cubicBezTo>
                <a:cubicBezTo>
                  <a:pt x="383785" y="17817"/>
                  <a:pt x="383523" y="18271"/>
                  <a:pt x="383209" y="18585"/>
                </a:cubicBezTo>
                <a:cubicBezTo>
                  <a:pt x="382895" y="18899"/>
                  <a:pt x="382458" y="19056"/>
                  <a:pt x="381900" y="19056"/>
                </a:cubicBezTo>
                <a:cubicBezTo>
                  <a:pt x="381342" y="19056"/>
                  <a:pt x="380661" y="18899"/>
                  <a:pt x="379858" y="18585"/>
                </a:cubicBezTo>
                <a:cubicBezTo>
                  <a:pt x="379056" y="18271"/>
                  <a:pt x="378148" y="17956"/>
                  <a:pt x="377136" y="17642"/>
                </a:cubicBezTo>
                <a:cubicBezTo>
                  <a:pt x="376124" y="17328"/>
                  <a:pt x="374990" y="17032"/>
                  <a:pt x="373733" y="16752"/>
                </a:cubicBezTo>
                <a:cubicBezTo>
                  <a:pt x="372477" y="16473"/>
                  <a:pt x="371116" y="16334"/>
                  <a:pt x="369650" y="16334"/>
                </a:cubicBezTo>
                <a:cubicBezTo>
                  <a:pt x="367905" y="16334"/>
                  <a:pt x="366195" y="16683"/>
                  <a:pt x="364520" y="17381"/>
                </a:cubicBezTo>
                <a:cubicBezTo>
                  <a:pt x="362844" y="18079"/>
                  <a:pt x="361082" y="19230"/>
                  <a:pt x="359232" y="20836"/>
                </a:cubicBezTo>
                <a:cubicBezTo>
                  <a:pt x="357382" y="22441"/>
                  <a:pt x="355445" y="24570"/>
                  <a:pt x="353421" y="27223"/>
                </a:cubicBezTo>
                <a:cubicBezTo>
                  <a:pt x="351397" y="29875"/>
                  <a:pt x="349163" y="33121"/>
                  <a:pt x="346720" y="36960"/>
                </a:cubicBezTo>
                <a:lnTo>
                  <a:pt x="346720" y="98943"/>
                </a:lnTo>
                <a:cubicBezTo>
                  <a:pt x="346720" y="99502"/>
                  <a:pt x="346581" y="99973"/>
                  <a:pt x="346301" y="100357"/>
                </a:cubicBezTo>
                <a:cubicBezTo>
                  <a:pt x="346022" y="100741"/>
                  <a:pt x="345568" y="101072"/>
                  <a:pt x="344940" y="101352"/>
                </a:cubicBezTo>
                <a:cubicBezTo>
                  <a:pt x="344312" y="101631"/>
                  <a:pt x="343440" y="101840"/>
                  <a:pt x="342323" y="101980"/>
                </a:cubicBezTo>
                <a:cubicBezTo>
                  <a:pt x="341206" y="102119"/>
                  <a:pt x="339775" y="102189"/>
                  <a:pt x="338030" y="102189"/>
                </a:cubicBezTo>
                <a:cubicBezTo>
                  <a:pt x="336355" y="102189"/>
                  <a:pt x="334959" y="102119"/>
                  <a:pt x="333842" y="101980"/>
                </a:cubicBezTo>
                <a:cubicBezTo>
                  <a:pt x="332725" y="101840"/>
                  <a:pt x="331835" y="101631"/>
                  <a:pt x="331172" y="101352"/>
                </a:cubicBezTo>
                <a:cubicBezTo>
                  <a:pt x="330509" y="101072"/>
                  <a:pt x="330055" y="100741"/>
                  <a:pt x="329811" y="100357"/>
                </a:cubicBezTo>
                <a:cubicBezTo>
                  <a:pt x="329567" y="99973"/>
                  <a:pt x="329444" y="99502"/>
                  <a:pt x="329444" y="98943"/>
                </a:cubicBezTo>
                <a:lnTo>
                  <a:pt x="329444" y="4712"/>
                </a:lnTo>
                <a:cubicBezTo>
                  <a:pt x="329444" y="4153"/>
                  <a:pt x="329549" y="3682"/>
                  <a:pt x="329758" y="3298"/>
                </a:cubicBezTo>
                <a:cubicBezTo>
                  <a:pt x="329968" y="2914"/>
                  <a:pt x="330387" y="2565"/>
                  <a:pt x="331015" y="2251"/>
                </a:cubicBezTo>
                <a:cubicBezTo>
                  <a:pt x="331643" y="1937"/>
                  <a:pt x="332446" y="1728"/>
                  <a:pt x="333423" y="1623"/>
                </a:cubicBezTo>
                <a:cubicBezTo>
                  <a:pt x="334400" y="1518"/>
                  <a:pt x="335692" y="1466"/>
                  <a:pt x="337297" y="1466"/>
                </a:cubicBezTo>
                <a:cubicBezTo>
                  <a:pt x="338833" y="1466"/>
                  <a:pt x="340107" y="1518"/>
                  <a:pt x="341119" y="1623"/>
                </a:cubicBezTo>
                <a:cubicBezTo>
                  <a:pt x="342131" y="1728"/>
                  <a:pt x="342916" y="1937"/>
                  <a:pt x="343474" y="2251"/>
                </a:cubicBezTo>
                <a:cubicBezTo>
                  <a:pt x="344033" y="2565"/>
                  <a:pt x="344434" y="2914"/>
                  <a:pt x="344679" y="3298"/>
                </a:cubicBezTo>
                <a:cubicBezTo>
                  <a:pt x="344923" y="3682"/>
                  <a:pt x="345045" y="4153"/>
                  <a:pt x="345045" y="4712"/>
                </a:cubicBezTo>
                <a:lnTo>
                  <a:pt x="345045" y="18428"/>
                </a:lnTo>
                <a:cubicBezTo>
                  <a:pt x="347628" y="14658"/>
                  <a:pt x="350053" y="11587"/>
                  <a:pt x="352322" y="9214"/>
                </a:cubicBezTo>
                <a:cubicBezTo>
                  <a:pt x="354590" y="6841"/>
                  <a:pt x="356737" y="4973"/>
                  <a:pt x="358761" y="3612"/>
                </a:cubicBezTo>
                <a:cubicBezTo>
                  <a:pt x="360785" y="2251"/>
                  <a:pt x="362792" y="1309"/>
                  <a:pt x="364781" y="785"/>
                </a:cubicBezTo>
                <a:cubicBezTo>
                  <a:pt x="366771" y="262"/>
                  <a:pt x="368777" y="0"/>
                  <a:pt x="370802" y="0"/>
                </a:cubicBezTo>
                <a:cubicBezTo>
                  <a:pt x="371709" y="0"/>
                  <a:pt x="372739" y="52"/>
                  <a:pt x="373890" y="157"/>
                </a:cubicBezTo>
                <a:cubicBezTo>
                  <a:pt x="375042" y="262"/>
                  <a:pt x="376246" y="454"/>
                  <a:pt x="377503" y="733"/>
                </a:cubicBezTo>
                <a:cubicBezTo>
                  <a:pt x="378759" y="1012"/>
                  <a:pt x="379893" y="1326"/>
                  <a:pt x="380905" y="1675"/>
                </a:cubicBezTo>
                <a:cubicBezTo>
                  <a:pt x="381918" y="2024"/>
                  <a:pt x="382633" y="2373"/>
                  <a:pt x="383052" y="2722"/>
                </a:cubicBezTo>
                <a:cubicBezTo>
                  <a:pt x="383471" y="3071"/>
                  <a:pt x="383750" y="3403"/>
                  <a:pt x="383889" y="3717"/>
                </a:cubicBezTo>
                <a:cubicBezTo>
                  <a:pt x="384029" y="4031"/>
                  <a:pt x="384151" y="4432"/>
                  <a:pt x="384256" y="4921"/>
                </a:cubicBezTo>
                <a:cubicBezTo>
                  <a:pt x="384361" y="5410"/>
                  <a:pt x="384430" y="6125"/>
                  <a:pt x="384465" y="7067"/>
                </a:cubicBezTo>
                <a:cubicBezTo>
                  <a:pt x="384500" y="8010"/>
                  <a:pt x="384518" y="9284"/>
                  <a:pt x="384518" y="10889"/>
                </a:cubicBezTo>
                <a:close/>
                <a:moveTo>
                  <a:pt x="484639" y="47744"/>
                </a:moveTo>
                <a:cubicBezTo>
                  <a:pt x="484639" y="50466"/>
                  <a:pt x="483959" y="52403"/>
                  <a:pt x="482597" y="53555"/>
                </a:cubicBezTo>
                <a:cubicBezTo>
                  <a:pt x="481236" y="54707"/>
                  <a:pt x="479683" y="55283"/>
                  <a:pt x="477938" y="55283"/>
                </a:cubicBezTo>
                <a:lnTo>
                  <a:pt x="416164" y="55283"/>
                </a:lnTo>
                <a:cubicBezTo>
                  <a:pt x="416164" y="60533"/>
                  <a:pt x="416688" y="65259"/>
                  <a:pt x="417735" y="69460"/>
                </a:cubicBezTo>
                <a:cubicBezTo>
                  <a:pt x="418782" y="73661"/>
                  <a:pt x="420527" y="77267"/>
                  <a:pt x="422970" y="80277"/>
                </a:cubicBezTo>
                <a:cubicBezTo>
                  <a:pt x="425413" y="83287"/>
                  <a:pt x="428589" y="85598"/>
                  <a:pt x="432498" y="87210"/>
                </a:cubicBezTo>
                <a:cubicBezTo>
                  <a:pt x="436406" y="88820"/>
                  <a:pt x="441188" y="89625"/>
                  <a:pt x="446842" y="89625"/>
                </a:cubicBezTo>
                <a:cubicBezTo>
                  <a:pt x="451309" y="89625"/>
                  <a:pt x="455288" y="89258"/>
                  <a:pt x="458778" y="88526"/>
                </a:cubicBezTo>
                <a:cubicBezTo>
                  <a:pt x="462268" y="87793"/>
                  <a:pt x="465287" y="86973"/>
                  <a:pt x="467834" y="86065"/>
                </a:cubicBezTo>
                <a:cubicBezTo>
                  <a:pt x="470382" y="85158"/>
                  <a:pt x="472476" y="84337"/>
                  <a:pt x="474117" y="83605"/>
                </a:cubicBezTo>
                <a:cubicBezTo>
                  <a:pt x="475757" y="82872"/>
                  <a:pt x="476996" y="82505"/>
                  <a:pt x="477834" y="82505"/>
                </a:cubicBezTo>
                <a:cubicBezTo>
                  <a:pt x="478322" y="82505"/>
                  <a:pt x="478758" y="82627"/>
                  <a:pt x="479142" y="82872"/>
                </a:cubicBezTo>
                <a:cubicBezTo>
                  <a:pt x="479526" y="83116"/>
                  <a:pt x="479823" y="83482"/>
                  <a:pt x="480032" y="83971"/>
                </a:cubicBezTo>
                <a:cubicBezTo>
                  <a:pt x="480242" y="84460"/>
                  <a:pt x="480399" y="85140"/>
                  <a:pt x="480503" y="86013"/>
                </a:cubicBezTo>
                <a:cubicBezTo>
                  <a:pt x="480608" y="86885"/>
                  <a:pt x="480660" y="87950"/>
                  <a:pt x="480660" y="89206"/>
                </a:cubicBezTo>
                <a:cubicBezTo>
                  <a:pt x="480660" y="90114"/>
                  <a:pt x="480626" y="90899"/>
                  <a:pt x="480556" y="91562"/>
                </a:cubicBezTo>
                <a:cubicBezTo>
                  <a:pt x="480486" y="92225"/>
                  <a:pt x="480399" y="92818"/>
                  <a:pt x="480294" y="93342"/>
                </a:cubicBezTo>
                <a:cubicBezTo>
                  <a:pt x="480189" y="93865"/>
                  <a:pt x="480015" y="94337"/>
                  <a:pt x="479771" y="94755"/>
                </a:cubicBezTo>
                <a:cubicBezTo>
                  <a:pt x="479526" y="95174"/>
                  <a:pt x="479212" y="95576"/>
                  <a:pt x="478828" y="95959"/>
                </a:cubicBezTo>
                <a:cubicBezTo>
                  <a:pt x="478444" y="96343"/>
                  <a:pt x="477310" y="96972"/>
                  <a:pt x="475425" y="97844"/>
                </a:cubicBezTo>
                <a:cubicBezTo>
                  <a:pt x="473541" y="98717"/>
                  <a:pt x="471098" y="99572"/>
                  <a:pt x="468096" y="100409"/>
                </a:cubicBezTo>
                <a:cubicBezTo>
                  <a:pt x="465095" y="101247"/>
                  <a:pt x="461622" y="101997"/>
                  <a:pt x="457678" y="102660"/>
                </a:cubicBezTo>
                <a:cubicBezTo>
                  <a:pt x="453735" y="103323"/>
                  <a:pt x="449529" y="103655"/>
                  <a:pt x="445062" y="103655"/>
                </a:cubicBezTo>
                <a:cubicBezTo>
                  <a:pt x="437314" y="103655"/>
                  <a:pt x="430526" y="102572"/>
                  <a:pt x="424697" y="100406"/>
                </a:cubicBezTo>
                <a:cubicBezTo>
                  <a:pt x="418869" y="98240"/>
                  <a:pt x="413965" y="95026"/>
                  <a:pt x="409987" y="90764"/>
                </a:cubicBezTo>
                <a:cubicBezTo>
                  <a:pt x="406008" y="86501"/>
                  <a:pt x="403006" y="81156"/>
                  <a:pt x="400982" y="74728"/>
                </a:cubicBezTo>
                <a:cubicBezTo>
                  <a:pt x="398958" y="68300"/>
                  <a:pt x="397946" y="60823"/>
                  <a:pt x="397946" y="52299"/>
                </a:cubicBezTo>
                <a:cubicBezTo>
                  <a:pt x="397946" y="44193"/>
                  <a:pt x="398993" y="36909"/>
                  <a:pt x="401087" y="30445"/>
                </a:cubicBezTo>
                <a:cubicBezTo>
                  <a:pt x="403181" y="23982"/>
                  <a:pt x="406200" y="18497"/>
                  <a:pt x="410144" y="13991"/>
                </a:cubicBezTo>
                <a:cubicBezTo>
                  <a:pt x="414087" y="9484"/>
                  <a:pt x="418851" y="6026"/>
                  <a:pt x="424435" y="3615"/>
                </a:cubicBezTo>
                <a:cubicBezTo>
                  <a:pt x="430020" y="1205"/>
                  <a:pt x="436267" y="0"/>
                  <a:pt x="443177" y="0"/>
                </a:cubicBezTo>
                <a:cubicBezTo>
                  <a:pt x="450576" y="0"/>
                  <a:pt x="456876" y="1187"/>
                  <a:pt x="462076" y="3560"/>
                </a:cubicBezTo>
                <a:cubicBezTo>
                  <a:pt x="467276" y="5933"/>
                  <a:pt x="471551" y="9127"/>
                  <a:pt x="474902" y="13140"/>
                </a:cubicBezTo>
                <a:cubicBezTo>
                  <a:pt x="478252" y="17154"/>
                  <a:pt x="480713" y="21865"/>
                  <a:pt x="482283" y="27275"/>
                </a:cubicBezTo>
                <a:cubicBezTo>
                  <a:pt x="483854" y="32684"/>
                  <a:pt x="484639" y="38461"/>
                  <a:pt x="484639" y="44603"/>
                </a:cubicBezTo>
                <a:lnTo>
                  <a:pt x="484639" y="47744"/>
                </a:lnTo>
                <a:moveTo>
                  <a:pt x="467259" y="42509"/>
                </a:moveTo>
                <a:cubicBezTo>
                  <a:pt x="467468" y="33500"/>
                  <a:pt x="465461" y="26432"/>
                  <a:pt x="461238" y="21304"/>
                </a:cubicBezTo>
                <a:cubicBezTo>
                  <a:pt x="457015" y="16175"/>
                  <a:pt x="450751" y="13611"/>
                  <a:pt x="442444" y="13611"/>
                </a:cubicBezTo>
                <a:cubicBezTo>
                  <a:pt x="438186" y="13611"/>
                  <a:pt x="434452" y="14409"/>
                  <a:pt x="431241" y="16003"/>
                </a:cubicBezTo>
                <a:cubicBezTo>
                  <a:pt x="428030" y="17595"/>
                  <a:pt x="425343" y="19709"/>
                  <a:pt x="423179" y="22344"/>
                </a:cubicBezTo>
                <a:cubicBezTo>
                  <a:pt x="421015" y="24977"/>
                  <a:pt x="419340" y="28044"/>
                  <a:pt x="418153" y="31545"/>
                </a:cubicBezTo>
                <a:cubicBezTo>
                  <a:pt x="416967" y="35044"/>
                  <a:pt x="416304" y="38698"/>
                  <a:pt x="416164" y="42509"/>
                </a:cubicBezTo>
                <a:lnTo>
                  <a:pt x="467259" y="425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Text 2)CurrentToken-awareMethods">
            <a:extLst xmlns:a="http://schemas.openxmlformats.org/drawingml/2006/main">
              <a:ext uri="{FF2B5EF4-FFF2-40B4-BE49-F238E27FC236}">
                <a16:creationId xmlns:a16="http://schemas.microsoft.com/office/drawing/2014/main" id="{12C30627-2F10-45CE-81CD-9C46B876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9256" y="3199343"/>
            <a:ext cx="3290530" cy="209909"/>
          </a:xfrm>
          <a:custGeom xmlns:a="http://schemas.openxmlformats.org/drawingml/2006/main">
            <a:pathLst>
              <a:path w="3290530" h="209909">
                <a:moveTo>
                  <a:pt x="96277" y="159987"/>
                </a:moveTo>
                <a:cubicBezTo>
                  <a:pt x="96277" y="161413"/>
                  <a:pt x="96178" y="162681"/>
                  <a:pt x="95980" y="163791"/>
                </a:cubicBezTo>
                <a:cubicBezTo>
                  <a:pt x="95782" y="164900"/>
                  <a:pt x="95505" y="165831"/>
                  <a:pt x="95148" y="166584"/>
                </a:cubicBezTo>
                <a:cubicBezTo>
                  <a:pt x="94792" y="167337"/>
                  <a:pt x="94316" y="167891"/>
                  <a:pt x="93722" y="168248"/>
                </a:cubicBezTo>
                <a:cubicBezTo>
                  <a:pt x="93128" y="168604"/>
                  <a:pt x="92474" y="168783"/>
                  <a:pt x="91761" y="168783"/>
                </a:cubicBezTo>
                <a:lnTo>
                  <a:pt x="6775" y="168783"/>
                </a:lnTo>
                <a:cubicBezTo>
                  <a:pt x="5666" y="168783"/>
                  <a:pt x="4695" y="168644"/>
                  <a:pt x="3863" y="168367"/>
                </a:cubicBezTo>
                <a:cubicBezTo>
                  <a:pt x="3031" y="168089"/>
                  <a:pt x="2318" y="167634"/>
                  <a:pt x="1723" y="167000"/>
                </a:cubicBezTo>
                <a:cubicBezTo>
                  <a:pt x="1129" y="166366"/>
                  <a:pt x="693" y="165455"/>
                  <a:pt x="416" y="164266"/>
                </a:cubicBezTo>
                <a:cubicBezTo>
                  <a:pt x="139" y="163077"/>
                  <a:pt x="0" y="161611"/>
                  <a:pt x="0" y="159868"/>
                </a:cubicBezTo>
                <a:cubicBezTo>
                  <a:pt x="0" y="158283"/>
                  <a:pt x="59" y="156897"/>
                  <a:pt x="178" y="155708"/>
                </a:cubicBezTo>
                <a:cubicBezTo>
                  <a:pt x="297" y="154519"/>
                  <a:pt x="555" y="153469"/>
                  <a:pt x="951" y="152558"/>
                </a:cubicBezTo>
                <a:cubicBezTo>
                  <a:pt x="1347" y="151647"/>
                  <a:pt x="1842" y="150736"/>
                  <a:pt x="2437" y="149824"/>
                </a:cubicBezTo>
                <a:cubicBezTo>
                  <a:pt x="3031" y="148913"/>
                  <a:pt x="3804" y="147942"/>
                  <a:pt x="4754" y="146912"/>
                </a:cubicBezTo>
                <a:lnTo>
                  <a:pt x="34589" y="115254"/>
                </a:lnTo>
                <a:cubicBezTo>
                  <a:pt x="41483" y="107959"/>
                  <a:pt x="47010" y="101417"/>
                  <a:pt x="51170" y="95627"/>
                </a:cubicBezTo>
                <a:cubicBezTo>
                  <a:pt x="55330" y="89838"/>
                  <a:pt x="58539" y="84565"/>
                  <a:pt x="60797" y="79808"/>
                </a:cubicBezTo>
                <a:cubicBezTo>
                  <a:pt x="63056" y="75048"/>
                  <a:pt x="64542" y="70726"/>
                  <a:pt x="65255" y="66841"/>
                </a:cubicBezTo>
                <a:cubicBezTo>
                  <a:pt x="65968" y="62955"/>
                  <a:pt x="66324" y="59308"/>
                  <a:pt x="66324" y="55898"/>
                </a:cubicBezTo>
                <a:cubicBezTo>
                  <a:pt x="66324" y="52486"/>
                  <a:pt x="65770" y="49253"/>
                  <a:pt x="64660" y="46200"/>
                </a:cubicBezTo>
                <a:cubicBezTo>
                  <a:pt x="63551" y="43144"/>
                  <a:pt x="61946" y="40466"/>
                  <a:pt x="59847" y="38166"/>
                </a:cubicBezTo>
                <a:cubicBezTo>
                  <a:pt x="57747" y="35863"/>
                  <a:pt x="55112" y="34038"/>
                  <a:pt x="51942" y="32691"/>
                </a:cubicBezTo>
                <a:cubicBezTo>
                  <a:pt x="48773" y="31341"/>
                  <a:pt x="45128" y="30666"/>
                  <a:pt x="41007" y="30666"/>
                </a:cubicBezTo>
                <a:cubicBezTo>
                  <a:pt x="36173" y="30666"/>
                  <a:pt x="31835" y="31340"/>
                  <a:pt x="27992" y="32687"/>
                </a:cubicBezTo>
                <a:cubicBezTo>
                  <a:pt x="24149" y="34034"/>
                  <a:pt x="20781" y="35500"/>
                  <a:pt x="17889" y="37085"/>
                </a:cubicBezTo>
                <a:cubicBezTo>
                  <a:pt x="14996" y="38669"/>
                  <a:pt x="12579" y="40135"/>
                  <a:pt x="10638" y="41483"/>
                </a:cubicBezTo>
                <a:cubicBezTo>
                  <a:pt x="8697" y="42830"/>
                  <a:pt x="7251" y="43503"/>
                  <a:pt x="6300" y="43503"/>
                </a:cubicBezTo>
                <a:cubicBezTo>
                  <a:pt x="5745" y="43503"/>
                  <a:pt x="5250" y="43345"/>
                  <a:pt x="4814" y="43028"/>
                </a:cubicBezTo>
                <a:cubicBezTo>
                  <a:pt x="4378" y="42711"/>
                  <a:pt x="4021" y="42196"/>
                  <a:pt x="3744" y="41483"/>
                </a:cubicBezTo>
                <a:cubicBezTo>
                  <a:pt x="3467" y="40769"/>
                  <a:pt x="3249" y="39818"/>
                  <a:pt x="3090" y="38630"/>
                </a:cubicBezTo>
                <a:cubicBezTo>
                  <a:pt x="2932" y="37441"/>
                  <a:pt x="2853" y="36015"/>
                  <a:pt x="2853" y="34351"/>
                </a:cubicBezTo>
                <a:cubicBezTo>
                  <a:pt x="2853" y="33162"/>
                  <a:pt x="2892" y="32132"/>
                  <a:pt x="2972" y="31260"/>
                </a:cubicBezTo>
                <a:cubicBezTo>
                  <a:pt x="3051" y="30389"/>
                  <a:pt x="3189" y="29636"/>
                  <a:pt x="3388" y="29002"/>
                </a:cubicBezTo>
                <a:cubicBezTo>
                  <a:pt x="3586" y="28368"/>
                  <a:pt x="3843" y="27774"/>
                  <a:pt x="4160" y="27219"/>
                </a:cubicBezTo>
                <a:cubicBezTo>
                  <a:pt x="4477" y="26665"/>
                  <a:pt x="5111" y="25971"/>
                  <a:pt x="6062" y="25139"/>
                </a:cubicBezTo>
                <a:cubicBezTo>
                  <a:pt x="7013" y="24307"/>
                  <a:pt x="8657" y="23178"/>
                  <a:pt x="10995" y="21752"/>
                </a:cubicBezTo>
                <a:cubicBezTo>
                  <a:pt x="13332" y="20325"/>
                  <a:pt x="16264" y="18919"/>
                  <a:pt x="19790" y="17532"/>
                </a:cubicBezTo>
                <a:cubicBezTo>
                  <a:pt x="23317" y="16145"/>
                  <a:pt x="27199" y="14976"/>
                  <a:pt x="31439" y="14026"/>
                </a:cubicBezTo>
                <a:cubicBezTo>
                  <a:pt x="35678" y="13075"/>
                  <a:pt x="40135" y="12599"/>
                  <a:pt x="44811" y="12599"/>
                </a:cubicBezTo>
                <a:cubicBezTo>
                  <a:pt x="52259" y="12599"/>
                  <a:pt x="58777" y="13650"/>
                  <a:pt x="64363" y="15753"/>
                </a:cubicBezTo>
                <a:cubicBezTo>
                  <a:pt x="69950" y="17853"/>
                  <a:pt x="74585" y="20726"/>
                  <a:pt x="78270" y="24374"/>
                </a:cubicBezTo>
                <a:cubicBezTo>
                  <a:pt x="81955" y="28021"/>
                  <a:pt x="84708" y="32265"/>
                  <a:pt x="86531" y="37103"/>
                </a:cubicBezTo>
                <a:cubicBezTo>
                  <a:pt x="88353" y="41939"/>
                  <a:pt x="89265" y="47094"/>
                  <a:pt x="89265" y="52566"/>
                </a:cubicBezTo>
                <a:cubicBezTo>
                  <a:pt x="89265" y="57484"/>
                  <a:pt x="88829" y="62382"/>
                  <a:pt x="87957" y="67260"/>
                </a:cubicBezTo>
                <a:cubicBezTo>
                  <a:pt x="87086" y="72136"/>
                  <a:pt x="85243" y="77410"/>
                  <a:pt x="82430" y="83080"/>
                </a:cubicBezTo>
                <a:cubicBezTo>
                  <a:pt x="79617" y="88751"/>
                  <a:pt x="75556" y="95055"/>
                  <a:pt x="70247" y="101994"/>
                </a:cubicBezTo>
                <a:cubicBezTo>
                  <a:pt x="64938" y="108932"/>
                  <a:pt x="57885" y="116922"/>
                  <a:pt x="49090" y="125963"/>
                </a:cubicBezTo>
                <a:lnTo>
                  <a:pt x="24723" y="151429"/>
                </a:lnTo>
                <a:lnTo>
                  <a:pt x="91642" y="151429"/>
                </a:lnTo>
                <a:cubicBezTo>
                  <a:pt x="92276" y="151429"/>
                  <a:pt x="92890" y="151607"/>
                  <a:pt x="93484" y="151964"/>
                </a:cubicBezTo>
                <a:cubicBezTo>
                  <a:pt x="94079" y="152320"/>
                  <a:pt x="94594" y="152855"/>
                  <a:pt x="95029" y="153568"/>
                </a:cubicBezTo>
                <a:cubicBezTo>
                  <a:pt x="95465" y="154282"/>
                  <a:pt x="95782" y="155173"/>
                  <a:pt x="95980" y="156243"/>
                </a:cubicBezTo>
                <a:cubicBezTo>
                  <a:pt x="96178" y="157313"/>
                  <a:pt x="96277" y="158561"/>
                  <a:pt x="96277" y="159987"/>
                </a:cubicBezTo>
                <a:close/>
                <a:moveTo>
                  <a:pt x="167957" y="104954"/>
                </a:moveTo>
                <a:cubicBezTo>
                  <a:pt x="167957" y="113918"/>
                  <a:pt x="167402" y="122783"/>
                  <a:pt x="166293" y="131549"/>
                </a:cubicBezTo>
                <a:cubicBezTo>
                  <a:pt x="165183" y="140315"/>
                  <a:pt x="163519" y="148982"/>
                  <a:pt x="161300" y="157550"/>
                </a:cubicBezTo>
                <a:cubicBezTo>
                  <a:pt x="159082" y="166118"/>
                  <a:pt x="156368" y="174547"/>
                  <a:pt x="153158" y="182838"/>
                </a:cubicBezTo>
                <a:cubicBezTo>
                  <a:pt x="149949" y="191129"/>
                  <a:pt x="146205" y="199319"/>
                  <a:pt x="141926" y="207409"/>
                </a:cubicBezTo>
                <a:cubicBezTo>
                  <a:pt x="141688" y="207805"/>
                  <a:pt x="141332" y="208162"/>
                  <a:pt x="140856" y="208479"/>
                </a:cubicBezTo>
                <a:cubicBezTo>
                  <a:pt x="140381" y="208798"/>
                  <a:pt x="139767" y="209077"/>
                  <a:pt x="139014" y="209314"/>
                </a:cubicBezTo>
                <a:cubicBezTo>
                  <a:pt x="138261" y="209552"/>
                  <a:pt x="137370" y="209711"/>
                  <a:pt x="136340" y="209790"/>
                </a:cubicBezTo>
                <a:cubicBezTo>
                  <a:pt x="135309" y="209869"/>
                  <a:pt x="134081" y="209909"/>
                  <a:pt x="132655" y="209909"/>
                </a:cubicBezTo>
                <a:cubicBezTo>
                  <a:pt x="130595" y="209909"/>
                  <a:pt x="128990" y="209810"/>
                  <a:pt x="127841" y="209611"/>
                </a:cubicBezTo>
                <a:cubicBezTo>
                  <a:pt x="126692" y="209413"/>
                  <a:pt x="125860" y="209095"/>
                  <a:pt x="125345" y="208657"/>
                </a:cubicBezTo>
                <a:cubicBezTo>
                  <a:pt x="124830" y="208221"/>
                  <a:pt x="124592" y="207666"/>
                  <a:pt x="124632" y="206993"/>
                </a:cubicBezTo>
                <a:cubicBezTo>
                  <a:pt x="124671" y="206319"/>
                  <a:pt x="124889" y="205506"/>
                  <a:pt x="125286" y="204552"/>
                </a:cubicBezTo>
                <a:cubicBezTo>
                  <a:pt x="132576" y="188528"/>
                  <a:pt x="138083" y="172128"/>
                  <a:pt x="141807" y="155351"/>
                </a:cubicBezTo>
                <a:cubicBezTo>
                  <a:pt x="145532" y="138572"/>
                  <a:pt x="147394" y="121654"/>
                  <a:pt x="147394" y="104598"/>
                </a:cubicBezTo>
                <a:cubicBezTo>
                  <a:pt x="147394" y="87620"/>
                  <a:pt x="145532" y="70743"/>
                  <a:pt x="141807" y="53967"/>
                </a:cubicBezTo>
                <a:cubicBezTo>
                  <a:pt x="138083" y="37187"/>
                  <a:pt x="132496" y="20824"/>
                  <a:pt x="125048" y="4877"/>
                </a:cubicBezTo>
                <a:cubicBezTo>
                  <a:pt x="124731" y="4164"/>
                  <a:pt x="124612" y="3490"/>
                  <a:pt x="124691" y="2856"/>
                </a:cubicBezTo>
                <a:cubicBezTo>
                  <a:pt x="124770" y="2222"/>
                  <a:pt x="125127" y="1707"/>
                  <a:pt x="125761" y="1311"/>
                </a:cubicBezTo>
                <a:cubicBezTo>
                  <a:pt x="126395" y="913"/>
                  <a:pt x="127267" y="594"/>
                  <a:pt x="128376" y="357"/>
                </a:cubicBezTo>
                <a:cubicBezTo>
                  <a:pt x="129485" y="119"/>
                  <a:pt x="130951" y="0"/>
                  <a:pt x="132774" y="0"/>
                </a:cubicBezTo>
                <a:cubicBezTo>
                  <a:pt x="134438" y="0"/>
                  <a:pt x="135825" y="59"/>
                  <a:pt x="136934" y="178"/>
                </a:cubicBezTo>
                <a:cubicBezTo>
                  <a:pt x="138043" y="297"/>
                  <a:pt x="138935" y="475"/>
                  <a:pt x="139608" y="713"/>
                </a:cubicBezTo>
                <a:cubicBezTo>
                  <a:pt x="140282" y="951"/>
                  <a:pt x="140777" y="1190"/>
                  <a:pt x="141094" y="1430"/>
                </a:cubicBezTo>
                <a:cubicBezTo>
                  <a:pt x="141411" y="1668"/>
                  <a:pt x="141649" y="1945"/>
                  <a:pt x="141807" y="2262"/>
                </a:cubicBezTo>
                <a:cubicBezTo>
                  <a:pt x="149969" y="18524"/>
                  <a:pt x="156368" y="35242"/>
                  <a:pt x="161003" y="52418"/>
                </a:cubicBezTo>
                <a:cubicBezTo>
                  <a:pt x="165639" y="69593"/>
                  <a:pt x="167957" y="87105"/>
                  <a:pt x="167957" y="104954"/>
                </a:cubicBezTo>
                <a:close/>
                <a:moveTo>
                  <a:pt x="362175" y="146912"/>
                </a:moveTo>
                <a:cubicBezTo>
                  <a:pt x="362175" y="148180"/>
                  <a:pt x="362135" y="149289"/>
                  <a:pt x="362056" y="150240"/>
                </a:cubicBezTo>
                <a:cubicBezTo>
                  <a:pt x="361977" y="151191"/>
                  <a:pt x="361838" y="152023"/>
                  <a:pt x="361640" y="152736"/>
                </a:cubicBezTo>
                <a:cubicBezTo>
                  <a:pt x="361442" y="153450"/>
                  <a:pt x="361184" y="154084"/>
                  <a:pt x="360867" y="154638"/>
                </a:cubicBezTo>
                <a:cubicBezTo>
                  <a:pt x="360550" y="155193"/>
                  <a:pt x="359996" y="155870"/>
                  <a:pt x="359203" y="156670"/>
                </a:cubicBezTo>
                <a:cubicBezTo>
                  <a:pt x="358411" y="157467"/>
                  <a:pt x="356747" y="158684"/>
                  <a:pt x="354211" y="160321"/>
                </a:cubicBezTo>
                <a:cubicBezTo>
                  <a:pt x="351675" y="161958"/>
                  <a:pt x="348526" y="163555"/>
                  <a:pt x="344762" y="165113"/>
                </a:cubicBezTo>
                <a:cubicBezTo>
                  <a:pt x="340998" y="166670"/>
                  <a:pt x="336679" y="167988"/>
                  <a:pt x="331806" y="169065"/>
                </a:cubicBezTo>
                <a:cubicBezTo>
                  <a:pt x="326932" y="170145"/>
                  <a:pt x="321603" y="170684"/>
                  <a:pt x="315819" y="170684"/>
                </a:cubicBezTo>
                <a:cubicBezTo>
                  <a:pt x="305835" y="170684"/>
                  <a:pt x="296821" y="169020"/>
                  <a:pt x="288778" y="165692"/>
                </a:cubicBezTo>
                <a:cubicBezTo>
                  <a:pt x="280735" y="162364"/>
                  <a:pt x="273881" y="157451"/>
                  <a:pt x="268215" y="150954"/>
                </a:cubicBezTo>
                <a:cubicBezTo>
                  <a:pt x="262549" y="144456"/>
                  <a:pt x="258191" y="136433"/>
                  <a:pt x="255140" y="126884"/>
                </a:cubicBezTo>
                <a:cubicBezTo>
                  <a:pt x="252090" y="117336"/>
                  <a:pt x="250564" y="106341"/>
                  <a:pt x="250564" y="93900"/>
                </a:cubicBezTo>
                <a:cubicBezTo>
                  <a:pt x="250564" y="81142"/>
                  <a:pt x="252208" y="69771"/>
                  <a:pt x="255497" y="59787"/>
                </a:cubicBezTo>
                <a:cubicBezTo>
                  <a:pt x="258785" y="49803"/>
                  <a:pt x="263401" y="41344"/>
                  <a:pt x="269344" y="34410"/>
                </a:cubicBezTo>
                <a:cubicBezTo>
                  <a:pt x="275287" y="27477"/>
                  <a:pt x="282399" y="22187"/>
                  <a:pt x="290680" y="18542"/>
                </a:cubicBezTo>
                <a:cubicBezTo>
                  <a:pt x="298960" y="14897"/>
                  <a:pt x="308133" y="13075"/>
                  <a:pt x="318196" y="13075"/>
                </a:cubicBezTo>
                <a:cubicBezTo>
                  <a:pt x="322634" y="13075"/>
                  <a:pt x="326952" y="13491"/>
                  <a:pt x="331152" y="14323"/>
                </a:cubicBezTo>
                <a:cubicBezTo>
                  <a:pt x="335352" y="15155"/>
                  <a:pt x="339235" y="16205"/>
                  <a:pt x="342800" y="17473"/>
                </a:cubicBezTo>
                <a:cubicBezTo>
                  <a:pt x="346366" y="18740"/>
                  <a:pt x="349536" y="20206"/>
                  <a:pt x="352309" y="21870"/>
                </a:cubicBezTo>
                <a:cubicBezTo>
                  <a:pt x="355083" y="23534"/>
                  <a:pt x="357004" y="24901"/>
                  <a:pt x="358074" y="25971"/>
                </a:cubicBezTo>
                <a:cubicBezTo>
                  <a:pt x="359144" y="27041"/>
                  <a:pt x="359837" y="27856"/>
                  <a:pt x="360154" y="28415"/>
                </a:cubicBezTo>
                <a:cubicBezTo>
                  <a:pt x="360471" y="28972"/>
                  <a:pt x="360729" y="29630"/>
                  <a:pt x="360927" y="30388"/>
                </a:cubicBezTo>
                <a:cubicBezTo>
                  <a:pt x="361125" y="31145"/>
                  <a:pt x="361283" y="32043"/>
                  <a:pt x="361402" y="33081"/>
                </a:cubicBezTo>
                <a:cubicBezTo>
                  <a:pt x="361521" y="34116"/>
                  <a:pt x="361580" y="35351"/>
                  <a:pt x="361580" y="36788"/>
                </a:cubicBezTo>
                <a:cubicBezTo>
                  <a:pt x="361580" y="38382"/>
                  <a:pt x="361501" y="39738"/>
                  <a:pt x="361343" y="40855"/>
                </a:cubicBezTo>
                <a:cubicBezTo>
                  <a:pt x="361184" y="41972"/>
                  <a:pt x="360946" y="42909"/>
                  <a:pt x="360630" y="43667"/>
                </a:cubicBezTo>
                <a:cubicBezTo>
                  <a:pt x="360313" y="44424"/>
                  <a:pt x="359936" y="44983"/>
                  <a:pt x="359500" y="45342"/>
                </a:cubicBezTo>
                <a:cubicBezTo>
                  <a:pt x="359065" y="45701"/>
                  <a:pt x="358530" y="45880"/>
                  <a:pt x="357896" y="45880"/>
                </a:cubicBezTo>
                <a:cubicBezTo>
                  <a:pt x="356786" y="45880"/>
                  <a:pt x="355241" y="45102"/>
                  <a:pt x="353260" y="43544"/>
                </a:cubicBezTo>
                <a:cubicBezTo>
                  <a:pt x="351279" y="41986"/>
                  <a:pt x="348724" y="40269"/>
                  <a:pt x="345594" y="38392"/>
                </a:cubicBezTo>
                <a:cubicBezTo>
                  <a:pt x="342464" y="36515"/>
                  <a:pt x="338660" y="34798"/>
                  <a:pt x="334183" y="33240"/>
                </a:cubicBezTo>
                <a:cubicBezTo>
                  <a:pt x="329706" y="31683"/>
                  <a:pt x="324337" y="30904"/>
                  <a:pt x="318077" y="30904"/>
                </a:cubicBezTo>
                <a:cubicBezTo>
                  <a:pt x="311263" y="30904"/>
                  <a:pt x="305062" y="32271"/>
                  <a:pt x="299476" y="35005"/>
                </a:cubicBezTo>
                <a:cubicBezTo>
                  <a:pt x="293889" y="37738"/>
                  <a:pt x="289115" y="41760"/>
                  <a:pt x="285153" y="47069"/>
                </a:cubicBezTo>
                <a:cubicBezTo>
                  <a:pt x="281191" y="52378"/>
                  <a:pt x="278120" y="58856"/>
                  <a:pt x="275941" y="66503"/>
                </a:cubicBezTo>
                <a:cubicBezTo>
                  <a:pt x="273762" y="74149"/>
                  <a:pt x="272672" y="82886"/>
                  <a:pt x="272672" y="92712"/>
                </a:cubicBezTo>
                <a:cubicBezTo>
                  <a:pt x="272672" y="102458"/>
                  <a:pt x="273722" y="111076"/>
                  <a:pt x="275822" y="118564"/>
                </a:cubicBezTo>
                <a:cubicBezTo>
                  <a:pt x="277922" y="126052"/>
                  <a:pt x="280933" y="132312"/>
                  <a:pt x="284856" y="137344"/>
                </a:cubicBezTo>
                <a:cubicBezTo>
                  <a:pt x="288778" y="142376"/>
                  <a:pt x="293592" y="146179"/>
                  <a:pt x="299297" y="148755"/>
                </a:cubicBezTo>
                <a:cubicBezTo>
                  <a:pt x="305003" y="151330"/>
                  <a:pt x="311461" y="152618"/>
                  <a:pt x="318672" y="152618"/>
                </a:cubicBezTo>
                <a:cubicBezTo>
                  <a:pt x="324773" y="152618"/>
                  <a:pt x="330102" y="151859"/>
                  <a:pt x="334658" y="150341"/>
                </a:cubicBezTo>
                <a:cubicBezTo>
                  <a:pt x="339215" y="148823"/>
                  <a:pt x="343098" y="147125"/>
                  <a:pt x="346307" y="145248"/>
                </a:cubicBezTo>
                <a:cubicBezTo>
                  <a:pt x="349516" y="143371"/>
                  <a:pt x="352151" y="141674"/>
                  <a:pt x="354211" y="140156"/>
                </a:cubicBezTo>
                <a:cubicBezTo>
                  <a:pt x="356271" y="138638"/>
                  <a:pt x="357896" y="137879"/>
                  <a:pt x="359084" y="137879"/>
                </a:cubicBezTo>
                <a:cubicBezTo>
                  <a:pt x="359639" y="137879"/>
                  <a:pt x="360114" y="137998"/>
                  <a:pt x="360511" y="138235"/>
                </a:cubicBezTo>
                <a:cubicBezTo>
                  <a:pt x="360907" y="138473"/>
                  <a:pt x="361224" y="138929"/>
                  <a:pt x="361462" y="139602"/>
                </a:cubicBezTo>
                <a:cubicBezTo>
                  <a:pt x="361699" y="140276"/>
                  <a:pt x="361878" y="141207"/>
                  <a:pt x="361996" y="142396"/>
                </a:cubicBezTo>
                <a:cubicBezTo>
                  <a:pt x="362115" y="143584"/>
                  <a:pt x="362175" y="145090"/>
                  <a:pt x="362175" y="146912"/>
                </a:cubicBezTo>
                <a:close/>
                <a:moveTo>
                  <a:pt x="479351" y="165811"/>
                </a:moveTo>
                <a:cubicBezTo>
                  <a:pt x="479351" y="166445"/>
                  <a:pt x="479213" y="166980"/>
                  <a:pt x="478935" y="167416"/>
                </a:cubicBezTo>
                <a:cubicBezTo>
                  <a:pt x="478658" y="167852"/>
                  <a:pt x="478163" y="168228"/>
                  <a:pt x="477450" y="168545"/>
                </a:cubicBezTo>
                <a:cubicBezTo>
                  <a:pt x="476737" y="168862"/>
                  <a:pt x="475805" y="169100"/>
                  <a:pt x="474656" y="169258"/>
                </a:cubicBezTo>
                <a:cubicBezTo>
                  <a:pt x="473507" y="169417"/>
                  <a:pt x="472101" y="169496"/>
                  <a:pt x="470437" y="169496"/>
                </a:cubicBezTo>
                <a:cubicBezTo>
                  <a:pt x="468614" y="169496"/>
                  <a:pt x="467129" y="169417"/>
                  <a:pt x="465980" y="169258"/>
                </a:cubicBezTo>
                <a:cubicBezTo>
                  <a:pt x="464831" y="169100"/>
                  <a:pt x="463919" y="168862"/>
                  <a:pt x="463246" y="168545"/>
                </a:cubicBezTo>
                <a:cubicBezTo>
                  <a:pt x="462572" y="168228"/>
                  <a:pt x="462117" y="167852"/>
                  <a:pt x="461879" y="167416"/>
                </a:cubicBezTo>
                <a:cubicBezTo>
                  <a:pt x="461641" y="166980"/>
                  <a:pt x="461522" y="166445"/>
                  <a:pt x="461522" y="165811"/>
                </a:cubicBezTo>
                <a:lnTo>
                  <a:pt x="461522" y="151667"/>
                </a:lnTo>
                <a:cubicBezTo>
                  <a:pt x="455421" y="158444"/>
                  <a:pt x="449398" y="163388"/>
                  <a:pt x="443455" y="166498"/>
                </a:cubicBezTo>
                <a:cubicBezTo>
                  <a:pt x="437512" y="169606"/>
                  <a:pt x="431490" y="171160"/>
                  <a:pt x="425389" y="171160"/>
                </a:cubicBezTo>
                <a:cubicBezTo>
                  <a:pt x="418257" y="171160"/>
                  <a:pt x="412254" y="169970"/>
                  <a:pt x="407381" y="167590"/>
                </a:cubicBezTo>
                <a:cubicBezTo>
                  <a:pt x="402508" y="165211"/>
                  <a:pt x="398566" y="161979"/>
                  <a:pt x="395554" y="157896"/>
                </a:cubicBezTo>
                <a:cubicBezTo>
                  <a:pt x="392543" y="153810"/>
                  <a:pt x="390384" y="149051"/>
                  <a:pt x="389077" y="143618"/>
                </a:cubicBezTo>
                <a:cubicBezTo>
                  <a:pt x="387769" y="138182"/>
                  <a:pt x="387115" y="131578"/>
                  <a:pt x="387115" y="123805"/>
                </a:cubicBezTo>
                <a:lnTo>
                  <a:pt x="387115" y="58840"/>
                </a:lnTo>
                <a:cubicBezTo>
                  <a:pt x="387115" y="58206"/>
                  <a:pt x="387254" y="57671"/>
                  <a:pt x="387531" y="57235"/>
                </a:cubicBezTo>
                <a:cubicBezTo>
                  <a:pt x="387809" y="56797"/>
                  <a:pt x="388344" y="56400"/>
                  <a:pt x="389136" y="56043"/>
                </a:cubicBezTo>
                <a:cubicBezTo>
                  <a:pt x="389928" y="55686"/>
                  <a:pt x="390958" y="55449"/>
                  <a:pt x="392226" y="55330"/>
                </a:cubicBezTo>
                <a:cubicBezTo>
                  <a:pt x="393494" y="55211"/>
                  <a:pt x="395079" y="55152"/>
                  <a:pt x="396981" y="55152"/>
                </a:cubicBezTo>
                <a:cubicBezTo>
                  <a:pt x="398883" y="55152"/>
                  <a:pt x="400467" y="55211"/>
                  <a:pt x="401735" y="55330"/>
                </a:cubicBezTo>
                <a:cubicBezTo>
                  <a:pt x="403003" y="55449"/>
                  <a:pt x="404013" y="55686"/>
                  <a:pt x="404766" y="56043"/>
                </a:cubicBezTo>
                <a:cubicBezTo>
                  <a:pt x="405519" y="56400"/>
                  <a:pt x="406054" y="56797"/>
                  <a:pt x="406371" y="57235"/>
                </a:cubicBezTo>
                <a:cubicBezTo>
                  <a:pt x="406688" y="57671"/>
                  <a:pt x="406846" y="58206"/>
                  <a:pt x="406846" y="58840"/>
                </a:cubicBezTo>
                <a:lnTo>
                  <a:pt x="406846" y="121197"/>
                </a:lnTo>
                <a:cubicBezTo>
                  <a:pt x="406846" y="127465"/>
                  <a:pt x="407302" y="132483"/>
                  <a:pt x="408213" y="136252"/>
                </a:cubicBezTo>
                <a:cubicBezTo>
                  <a:pt x="409124" y="140021"/>
                  <a:pt x="410511" y="143235"/>
                  <a:pt x="412373" y="145895"/>
                </a:cubicBezTo>
                <a:cubicBezTo>
                  <a:pt x="414235" y="148552"/>
                  <a:pt x="416593" y="150614"/>
                  <a:pt x="419446" y="152083"/>
                </a:cubicBezTo>
                <a:cubicBezTo>
                  <a:pt x="422298" y="153549"/>
                  <a:pt x="425626" y="154282"/>
                  <a:pt x="429430" y="154282"/>
                </a:cubicBezTo>
                <a:cubicBezTo>
                  <a:pt x="434343" y="154282"/>
                  <a:pt x="439236" y="152528"/>
                  <a:pt x="444109" y="149022"/>
                </a:cubicBezTo>
                <a:cubicBezTo>
                  <a:pt x="448982" y="145516"/>
                  <a:pt x="454153" y="140375"/>
                  <a:pt x="459621" y="133600"/>
                </a:cubicBezTo>
                <a:lnTo>
                  <a:pt x="459621" y="58836"/>
                </a:lnTo>
                <a:cubicBezTo>
                  <a:pt x="459621" y="58202"/>
                  <a:pt x="459759" y="57667"/>
                  <a:pt x="460037" y="57232"/>
                </a:cubicBezTo>
                <a:cubicBezTo>
                  <a:pt x="460314" y="56796"/>
                  <a:pt x="460849" y="56400"/>
                  <a:pt x="461641" y="56043"/>
                </a:cubicBezTo>
                <a:cubicBezTo>
                  <a:pt x="462434" y="55686"/>
                  <a:pt x="463444" y="55449"/>
                  <a:pt x="464672" y="55330"/>
                </a:cubicBezTo>
                <a:cubicBezTo>
                  <a:pt x="465900" y="55211"/>
                  <a:pt x="467505" y="55152"/>
                  <a:pt x="469486" y="55152"/>
                </a:cubicBezTo>
                <a:cubicBezTo>
                  <a:pt x="471388" y="55152"/>
                  <a:pt x="472973" y="55211"/>
                  <a:pt x="474240" y="55330"/>
                </a:cubicBezTo>
                <a:cubicBezTo>
                  <a:pt x="475508" y="55449"/>
                  <a:pt x="476499" y="55686"/>
                  <a:pt x="477212" y="56043"/>
                </a:cubicBezTo>
                <a:cubicBezTo>
                  <a:pt x="477925" y="56400"/>
                  <a:pt x="478460" y="56796"/>
                  <a:pt x="478817" y="57232"/>
                </a:cubicBezTo>
                <a:cubicBezTo>
                  <a:pt x="479173" y="57667"/>
                  <a:pt x="479351" y="58202"/>
                  <a:pt x="479351" y="58836"/>
                </a:cubicBezTo>
                <a:lnTo>
                  <a:pt x="479351" y="165811"/>
                </a:lnTo>
                <a:close/>
                <a:moveTo>
                  <a:pt x="578431" y="65849"/>
                </a:moveTo>
                <a:cubicBezTo>
                  <a:pt x="578431" y="67592"/>
                  <a:pt x="578391" y="69058"/>
                  <a:pt x="578312" y="70247"/>
                </a:cubicBezTo>
                <a:cubicBezTo>
                  <a:pt x="578232" y="71435"/>
                  <a:pt x="578074" y="72367"/>
                  <a:pt x="577836" y="73040"/>
                </a:cubicBezTo>
                <a:cubicBezTo>
                  <a:pt x="577599" y="73714"/>
                  <a:pt x="577301" y="74229"/>
                  <a:pt x="576945" y="74585"/>
                </a:cubicBezTo>
                <a:cubicBezTo>
                  <a:pt x="576588" y="74942"/>
                  <a:pt x="576093" y="75120"/>
                  <a:pt x="575459" y="75120"/>
                </a:cubicBezTo>
                <a:cubicBezTo>
                  <a:pt x="574825" y="75120"/>
                  <a:pt x="574053" y="74942"/>
                  <a:pt x="573141" y="74585"/>
                </a:cubicBezTo>
                <a:cubicBezTo>
                  <a:pt x="572230" y="74229"/>
                  <a:pt x="571200" y="73872"/>
                  <a:pt x="570051" y="73516"/>
                </a:cubicBezTo>
                <a:cubicBezTo>
                  <a:pt x="568902" y="73159"/>
                  <a:pt x="567614" y="72822"/>
                  <a:pt x="566188" y="72505"/>
                </a:cubicBezTo>
                <a:cubicBezTo>
                  <a:pt x="564762" y="72188"/>
                  <a:pt x="563216" y="72030"/>
                  <a:pt x="561552" y="72030"/>
                </a:cubicBezTo>
                <a:cubicBezTo>
                  <a:pt x="559571" y="72030"/>
                  <a:pt x="557630" y="72426"/>
                  <a:pt x="555728" y="73218"/>
                </a:cubicBezTo>
                <a:cubicBezTo>
                  <a:pt x="553826" y="74011"/>
                  <a:pt x="551826" y="75318"/>
                  <a:pt x="549726" y="77141"/>
                </a:cubicBezTo>
                <a:cubicBezTo>
                  <a:pt x="547626" y="78963"/>
                  <a:pt x="545427" y="81380"/>
                  <a:pt x="543129" y="84391"/>
                </a:cubicBezTo>
                <a:cubicBezTo>
                  <a:pt x="540831" y="87402"/>
                  <a:pt x="538295" y="91087"/>
                  <a:pt x="535522" y="95445"/>
                </a:cubicBezTo>
                <a:lnTo>
                  <a:pt x="535522" y="165811"/>
                </a:lnTo>
                <a:cubicBezTo>
                  <a:pt x="535522" y="166445"/>
                  <a:pt x="535363" y="166980"/>
                  <a:pt x="535046" y="167416"/>
                </a:cubicBezTo>
                <a:cubicBezTo>
                  <a:pt x="534729" y="167852"/>
                  <a:pt x="534214" y="168228"/>
                  <a:pt x="533501" y="168545"/>
                </a:cubicBezTo>
                <a:cubicBezTo>
                  <a:pt x="532788" y="168862"/>
                  <a:pt x="531797" y="169100"/>
                  <a:pt x="530530" y="169258"/>
                </a:cubicBezTo>
                <a:cubicBezTo>
                  <a:pt x="529262" y="169417"/>
                  <a:pt x="527637" y="169496"/>
                  <a:pt x="525656" y="169496"/>
                </a:cubicBezTo>
                <a:cubicBezTo>
                  <a:pt x="523755" y="169496"/>
                  <a:pt x="522170" y="169417"/>
                  <a:pt x="520902" y="169258"/>
                </a:cubicBezTo>
                <a:cubicBezTo>
                  <a:pt x="519634" y="169100"/>
                  <a:pt x="518624" y="168862"/>
                  <a:pt x="517871" y="168545"/>
                </a:cubicBezTo>
                <a:cubicBezTo>
                  <a:pt x="517118" y="168228"/>
                  <a:pt x="516603" y="167852"/>
                  <a:pt x="516326" y="167416"/>
                </a:cubicBezTo>
                <a:cubicBezTo>
                  <a:pt x="516048" y="166980"/>
                  <a:pt x="515910" y="166445"/>
                  <a:pt x="515910" y="165811"/>
                </a:cubicBezTo>
                <a:lnTo>
                  <a:pt x="515910" y="58836"/>
                </a:lnTo>
                <a:cubicBezTo>
                  <a:pt x="515910" y="58202"/>
                  <a:pt x="516029" y="57667"/>
                  <a:pt x="516266" y="57232"/>
                </a:cubicBezTo>
                <a:cubicBezTo>
                  <a:pt x="516504" y="56796"/>
                  <a:pt x="516979" y="56400"/>
                  <a:pt x="517693" y="56043"/>
                </a:cubicBezTo>
                <a:cubicBezTo>
                  <a:pt x="518406" y="55686"/>
                  <a:pt x="519317" y="55449"/>
                  <a:pt x="520426" y="55330"/>
                </a:cubicBezTo>
                <a:cubicBezTo>
                  <a:pt x="521536" y="55211"/>
                  <a:pt x="523002" y="55152"/>
                  <a:pt x="524824" y="55152"/>
                </a:cubicBezTo>
                <a:cubicBezTo>
                  <a:pt x="526568" y="55152"/>
                  <a:pt x="528014" y="55211"/>
                  <a:pt x="529163" y="55330"/>
                </a:cubicBezTo>
                <a:cubicBezTo>
                  <a:pt x="530312" y="55449"/>
                  <a:pt x="531203" y="55686"/>
                  <a:pt x="531837" y="56043"/>
                </a:cubicBezTo>
                <a:cubicBezTo>
                  <a:pt x="532471" y="56400"/>
                  <a:pt x="532927" y="56796"/>
                  <a:pt x="533204" y="57232"/>
                </a:cubicBezTo>
                <a:cubicBezTo>
                  <a:pt x="533481" y="57667"/>
                  <a:pt x="533620" y="58202"/>
                  <a:pt x="533620" y="58836"/>
                </a:cubicBezTo>
                <a:lnTo>
                  <a:pt x="533620" y="74407"/>
                </a:lnTo>
                <a:cubicBezTo>
                  <a:pt x="536552" y="70128"/>
                  <a:pt x="539305" y="66641"/>
                  <a:pt x="541881" y="63947"/>
                </a:cubicBezTo>
                <a:cubicBezTo>
                  <a:pt x="544456" y="61253"/>
                  <a:pt x="546893" y="59133"/>
                  <a:pt x="549191" y="57588"/>
                </a:cubicBezTo>
                <a:cubicBezTo>
                  <a:pt x="551489" y="56043"/>
                  <a:pt x="553767" y="54973"/>
                  <a:pt x="556025" y="54379"/>
                </a:cubicBezTo>
                <a:cubicBezTo>
                  <a:pt x="558284" y="53785"/>
                  <a:pt x="560562" y="53487"/>
                  <a:pt x="562860" y="53487"/>
                </a:cubicBezTo>
                <a:cubicBezTo>
                  <a:pt x="563890" y="53487"/>
                  <a:pt x="565059" y="53547"/>
                  <a:pt x="566366" y="53666"/>
                </a:cubicBezTo>
                <a:cubicBezTo>
                  <a:pt x="567674" y="53785"/>
                  <a:pt x="569041" y="54003"/>
                  <a:pt x="570467" y="54320"/>
                </a:cubicBezTo>
                <a:cubicBezTo>
                  <a:pt x="571893" y="54636"/>
                  <a:pt x="573181" y="54993"/>
                  <a:pt x="574330" y="55389"/>
                </a:cubicBezTo>
                <a:cubicBezTo>
                  <a:pt x="575479" y="55785"/>
                  <a:pt x="576291" y="56182"/>
                  <a:pt x="576767" y="56578"/>
                </a:cubicBezTo>
                <a:cubicBezTo>
                  <a:pt x="577242" y="56974"/>
                  <a:pt x="577559" y="57350"/>
                  <a:pt x="577717" y="57707"/>
                </a:cubicBezTo>
                <a:cubicBezTo>
                  <a:pt x="577876" y="58064"/>
                  <a:pt x="578015" y="58519"/>
                  <a:pt x="578133" y="59074"/>
                </a:cubicBezTo>
                <a:cubicBezTo>
                  <a:pt x="578252" y="59629"/>
                  <a:pt x="578332" y="60441"/>
                  <a:pt x="578371" y="61511"/>
                </a:cubicBezTo>
                <a:cubicBezTo>
                  <a:pt x="578411" y="62580"/>
                  <a:pt x="578431" y="64026"/>
                  <a:pt x="578431" y="65849"/>
                </a:cubicBezTo>
                <a:close/>
                <a:moveTo>
                  <a:pt x="663897" y="65849"/>
                </a:moveTo>
                <a:cubicBezTo>
                  <a:pt x="663897" y="67592"/>
                  <a:pt x="663858" y="69058"/>
                  <a:pt x="663778" y="70247"/>
                </a:cubicBezTo>
                <a:cubicBezTo>
                  <a:pt x="663699" y="71435"/>
                  <a:pt x="663541" y="72367"/>
                  <a:pt x="663303" y="73040"/>
                </a:cubicBezTo>
                <a:cubicBezTo>
                  <a:pt x="663065" y="73714"/>
                  <a:pt x="662768" y="74229"/>
                  <a:pt x="662412" y="74585"/>
                </a:cubicBezTo>
                <a:cubicBezTo>
                  <a:pt x="662055" y="74942"/>
                  <a:pt x="661560" y="75120"/>
                  <a:pt x="660926" y="75120"/>
                </a:cubicBezTo>
                <a:cubicBezTo>
                  <a:pt x="660292" y="75120"/>
                  <a:pt x="659519" y="74942"/>
                  <a:pt x="658608" y="74585"/>
                </a:cubicBezTo>
                <a:cubicBezTo>
                  <a:pt x="657697" y="74229"/>
                  <a:pt x="656667" y="73872"/>
                  <a:pt x="655518" y="73516"/>
                </a:cubicBezTo>
                <a:cubicBezTo>
                  <a:pt x="654369" y="73159"/>
                  <a:pt x="653081" y="72822"/>
                  <a:pt x="651655" y="72505"/>
                </a:cubicBezTo>
                <a:cubicBezTo>
                  <a:pt x="650228" y="72188"/>
                  <a:pt x="648683" y="72030"/>
                  <a:pt x="647019" y="72030"/>
                </a:cubicBezTo>
                <a:cubicBezTo>
                  <a:pt x="645038" y="72030"/>
                  <a:pt x="643097" y="72426"/>
                  <a:pt x="641195" y="73218"/>
                </a:cubicBezTo>
                <a:cubicBezTo>
                  <a:pt x="639293" y="74011"/>
                  <a:pt x="637292" y="75318"/>
                  <a:pt x="635192" y="77141"/>
                </a:cubicBezTo>
                <a:cubicBezTo>
                  <a:pt x="633092" y="78963"/>
                  <a:pt x="630894" y="81380"/>
                  <a:pt x="628596" y="84391"/>
                </a:cubicBezTo>
                <a:cubicBezTo>
                  <a:pt x="626298" y="87402"/>
                  <a:pt x="623762" y="91087"/>
                  <a:pt x="620988" y="95445"/>
                </a:cubicBezTo>
                <a:lnTo>
                  <a:pt x="620988" y="165811"/>
                </a:lnTo>
                <a:cubicBezTo>
                  <a:pt x="620988" y="166445"/>
                  <a:pt x="620830" y="166980"/>
                  <a:pt x="620513" y="167416"/>
                </a:cubicBezTo>
                <a:cubicBezTo>
                  <a:pt x="620196" y="167852"/>
                  <a:pt x="619681" y="168228"/>
                  <a:pt x="618968" y="168545"/>
                </a:cubicBezTo>
                <a:cubicBezTo>
                  <a:pt x="618255" y="168862"/>
                  <a:pt x="617264" y="169100"/>
                  <a:pt x="615996" y="169258"/>
                </a:cubicBezTo>
                <a:cubicBezTo>
                  <a:pt x="614728" y="169417"/>
                  <a:pt x="613104" y="169496"/>
                  <a:pt x="611123" y="169496"/>
                </a:cubicBezTo>
                <a:cubicBezTo>
                  <a:pt x="609221" y="169496"/>
                  <a:pt x="607636" y="169417"/>
                  <a:pt x="606369" y="169258"/>
                </a:cubicBezTo>
                <a:cubicBezTo>
                  <a:pt x="605101" y="169100"/>
                  <a:pt x="604090" y="168862"/>
                  <a:pt x="603338" y="168545"/>
                </a:cubicBezTo>
                <a:cubicBezTo>
                  <a:pt x="602585" y="168228"/>
                  <a:pt x="602070" y="167852"/>
                  <a:pt x="601792" y="167416"/>
                </a:cubicBezTo>
                <a:cubicBezTo>
                  <a:pt x="601515" y="166980"/>
                  <a:pt x="601376" y="166445"/>
                  <a:pt x="601376" y="165811"/>
                </a:cubicBezTo>
                <a:lnTo>
                  <a:pt x="601376" y="58836"/>
                </a:lnTo>
                <a:cubicBezTo>
                  <a:pt x="601376" y="58202"/>
                  <a:pt x="601495" y="57667"/>
                  <a:pt x="601733" y="57232"/>
                </a:cubicBezTo>
                <a:cubicBezTo>
                  <a:pt x="601971" y="56796"/>
                  <a:pt x="602446" y="56400"/>
                  <a:pt x="603159" y="56043"/>
                </a:cubicBezTo>
                <a:cubicBezTo>
                  <a:pt x="603872" y="55686"/>
                  <a:pt x="604784" y="55449"/>
                  <a:pt x="605893" y="55330"/>
                </a:cubicBezTo>
                <a:cubicBezTo>
                  <a:pt x="607002" y="55211"/>
                  <a:pt x="608468" y="55152"/>
                  <a:pt x="610291" y="55152"/>
                </a:cubicBezTo>
                <a:cubicBezTo>
                  <a:pt x="612034" y="55152"/>
                  <a:pt x="613480" y="55211"/>
                  <a:pt x="614629" y="55330"/>
                </a:cubicBezTo>
                <a:cubicBezTo>
                  <a:pt x="615778" y="55449"/>
                  <a:pt x="616670" y="55686"/>
                  <a:pt x="617304" y="56043"/>
                </a:cubicBezTo>
                <a:cubicBezTo>
                  <a:pt x="617938" y="56400"/>
                  <a:pt x="618393" y="56796"/>
                  <a:pt x="618671" y="57232"/>
                </a:cubicBezTo>
                <a:cubicBezTo>
                  <a:pt x="618948" y="57667"/>
                  <a:pt x="619087" y="58202"/>
                  <a:pt x="619087" y="58836"/>
                </a:cubicBezTo>
                <a:lnTo>
                  <a:pt x="619087" y="74407"/>
                </a:lnTo>
                <a:cubicBezTo>
                  <a:pt x="622019" y="70128"/>
                  <a:pt x="624772" y="66641"/>
                  <a:pt x="627348" y="63947"/>
                </a:cubicBezTo>
                <a:cubicBezTo>
                  <a:pt x="629923" y="61253"/>
                  <a:pt x="632359" y="59133"/>
                  <a:pt x="634657" y="57588"/>
                </a:cubicBezTo>
                <a:cubicBezTo>
                  <a:pt x="636955" y="56043"/>
                  <a:pt x="639234" y="54973"/>
                  <a:pt x="641492" y="54379"/>
                </a:cubicBezTo>
                <a:cubicBezTo>
                  <a:pt x="643750" y="53785"/>
                  <a:pt x="646029" y="53487"/>
                  <a:pt x="648326" y="53487"/>
                </a:cubicBezTo>
                <a:cubicBezTo>
                  <a:pt x="649357" y="53487"/>
                  <a:pt x="650525" y="53547"/>
                  <a:pt x="651833" y="53666"/>
                </a:cubicBezTo>
                <a:cubicBezTo>
                  <a:pt x="653140" y="53785"/>
                  <a:pt x="654507" y="54003"/>
                  <a:pt x="655934" y="54320"/>
                </a:cubicBezTo>
                <a:cubicBezTo>
                  <a:pt x="657360" y="54636"/>
                  <a:pt x="658648" y="54993"/>
                  <a:pt x="659797" y="55389"/>
                </a:cubicBezTo>
                <a:cubicBezTo>
                  <a:pt x="660946" y="55785"/>
                  <a:pt x="661758" y="56182"/>
                  <a:pt x="662233" y="56578"/>
                </a:cubicBezTo>
                <a:cubicBezTo>
                  <a:pt x="662709" y="56974"/>
                  <a:pt x="663026" y="57350"/>
                  <a:pt x="663184" y="57707"/>
                </a:cubicBezTo>
                <a:cubicBezTo>
                  <a:pt x="663343" y="58064"/>
                  <a:pt x="663481" y="58519"/>
                  <a:pt x="663600" y="59074"/>
                </a:cubicBezTo>
                <a:cubicBezTo>
                  <a:pt x="663719" y="59629"/>
                  <a:pt x="663798" y="60441"/>
                  <a:pt x="663838" y="61511"/>
                </a:cubicBezTo>
                <a:cubicBezTo>
                  <a:pt x="663877" y="62580"/>
                  <a:pt x="663897" y="64026"/>
                  <a:pt x="663897" y="65849"/>
                </a:cubicBezTo>
                <a:close/>
                <a:moveTo>
                  <a:pt x="778129" y="107688"/>
                </a:moveTo>
                <a:cubicBezTo>
                  <a:pt x="778129" y="110779"/>
                  <a:pt x="777356" y="112977"/>
                  <a:pt x="775811" y="114285"/>
                </a:cubicBezTo>
                <a:cubicBezTo>
                  <a:pt x="774266" y="115592"/>
                  <a:pt x="772503" y="116246"/>
                  <a:pt x="770522" y="116246"/>
                </a:cubicBezTo>
                <a:lnTo>
                  <a:pt x="700394" y="116246"/>
                </a:lnTo>
                <a:cubicBezTo>
                  <a:pt x="700394" y="122206"/>
                  <a:pt x="700988" y="127571"/>
                  <a:pt x="702176" y="132341"/>
                </a:cubicBezTo>
                <a:cubicBezTo>
                  <a:pt x="703365" y="137110"/>
                  <a:pt x="705346" y="141203"/>
                  <a:pt x="708120" y="144620"/>
                </a:cubicBezTo>
                <a:cubicBezTo>
                  <a:pt x="710893" y="148038"/>
                  <a:pt x="714498" y="150661"/>
                  <a:pt x="718936" y="152491"/>
                </a:cubicBezTo>
                <a:cubicBezTo>
                  <a:pt x="723373" y="154319"/>
                  <a:pt x="728801" y="155233"/>
                  <a:pt x="735220" y="155233"/>
                </a:cubicBezTo>
                <a:cubicBezTo>
                  <a:pt x="740291" y="155233"/>
                  <a:pt x="744808" y="154817"/>
                  <a:pt x="748770" y="153984"/>
                </a:cubicBezTo>
                <a:cubicBezTo>
                  <a:pt x="752732" y="153152"/>
                  <a:pt x="756159" y="152221"/>
                  <a:pt x="759051" y="151191"/>
                </a:cubicBezTo>
                <a:cubicBezTo>
                  <a:pt x="761944" y="150161"/>
                  <a:pt x="764321" y="149230"/>
                  <a:pt x="766183" y="148398"/>
                </a:cubicBezTo>
                <a:cubicBezTo>
                  <a:pt x="768045" y="147566"/>
                  <a:pt x="769452" y="147150"/>
                  <a:pt x="770403" y="147150"/>
                </a:cubicBezTo>
                <a:cubicBezTo>
                  <a:pt x="770957" y="147150"/>
                  <a:pt x="771453" y="147289"/>
                  <a:pt x="771888" y="147566"/>
                </a:cubicBezTo>
                <a:cubicBezTo>
                  <a:pt x="772324" y="147843"/>
                  <a:pt x="772661" y="148259"/>
                  <a:pt x="772899" y="148814"/>
                </a:cubicBezTo>
                <a:cubicBezTo>
                  <a:pt x="773137" y="149369"/>
                  <a:pt x="773315" y="150141"/>
                  <a:pt x="773434" y="151132"/>
                </a:cubicBezTo>
                <a:cubicBezTo>
                  <a:pt x="773553" y="152122"/>
                  <a:pt x="773612" y="153331"/>
                  <a:pt x="773612" y="154757"/>
                </a:cubicBezTo>
                <a:cubicBezTo>
                  <a:pt x="773612" y="155787"/>
                  <a:pt x="773572" y="156679"/>
                  <a:pt x="773493" y="157431"/>
                </a:cubicBezTo>
                <a:cubicBezTo>
                  <a:pt x="773414" y="158184"/>
                  <a:pt x="773315" y="158858"/>
                  <a:pt x="773196" y="159452"/>
                </a:cubicBezTo>
                <a:cubicBezTo>
                  <a:pt x="773077" y="160046"/>
                  <a:pt x="772879" y="160581"/>
                  <a:pt x="772602" y="161057"/>
                </a:cubicBezTo>
                <a:cubicBezTo>
                  <a:pt x="772324" y="161532"/>
                  <a:pt x="771968" y="161988"/>
                  <a:pt x="771532" y="162424"/>
                </a:cubicBezTo>
                <a:cubicBezTo>
                  <a:pt x="771096" y="162859"/>
                  <a:pt x="769808" y="163573"/>
                  <a:pt x="767669" y="164563"/>
                </a:cubicBezTo>
                <a:cubicBezTo>
                  <a:pt x="765529" y="165554"/>
                  <a:pt x="762756" y="166524"/>
                  <a:pt x="759349" y="167475"/>
                </a:cubicBezTo>
                <a:cubicBezTo>
                  <a:pt x="755941" y="168426"/>
                  <a:pt x="751999" y="169278"/>
                  <a:pt x="747522" y="170031"/>
                </a:cubicBezTo>
                <a:cubicBezTo>
                  <a:pt x="743045" y="170784"/>
                  <a:pt x="738271" y="171160"/>
                  <a:pt x="733199" y="171160"/>
                </a:cubicBezTo>
                <a:cubicBezTo>
                  <a:pt x="724403" y="171160"/>
                  <a:pt x="716697" y="169930"/>
                  <a:pt x="710081" y="167472"/>
                </a:cubicBezTo>
                <a:cubicBezTo>
                  <a:pt x="703464" y="165013"/>
                  <a:pt x="697897" y="161364"/>
                  <a:pt x="693381" y="156525"/>
                </a:cubicBezTo>
                <a:cubicBezTo>
                  <a:pt x="688864" y="151687"/>
                  <a:pt x="685457" y="145618"/>
                  <a:pt x="683159" y="138321"/>
                </a:cubicBezTo>
                <a:cubicBezTo>
                  <a:pt x="680861" y="131023"/>
                  <a:pt x="679712" y="122536"/>
                  <a:pt x="679712" y="112859"/>
                </a:cubicBezTo>
                <a:cubicBezTo>
                  <a:pt x="679712" y="103657"/>
                  <a:pt x="680900" y="95387"/>
                  <a:pt x="683278" y="88050"/>
                </a:cubicBezTo>
                <a:cubicBezTo>
                  <a:pt x="685655" y="80713"/>
                  <a:pt x="689082" y="74486"/>
                  <a:pt x="693559" y="69370"/>
                </a:cubicBezTo>
                <a:cubicBezTo>
                  <a:pt x="698036" y="64254"/>
                  <a:pt x="703444" y="60328"/>
                  <a:pt x="709784" y="57592"/>
                </a:cubicBezTo>
                <a:cubicBezTo>
                  <a:pt x="716123" y="54856"/>
                  <a:pt x="723215" y="53487"/>
                  <a:pt x="731060" y="53487"/>
                </a:cubicBezTo>
                <a:cubicBezTo>
                  <a:pt x="739459" y="53487"/>
                  <a:pt x="746611" y="54835"/>
                  <a:pt x="752514" y="57529"/>
                </a:cubicBezTo>
                <a:cubicBezTo>
                  <a:pt x="758418" y="60223"/>
                  <a:pt x="763271" y="63848"/>
                  <a:pt x="767075" y="68405"/>
                </a:cubicBezTo>
                <a:cubicBezTo>
                  <a:pt x="770878" y="72961"/>
                  <a:pt x="773671" y="78310"/>
                  <a:pt x="775454" y="84451"/>
                </a:cubicBezTo>
                <a:cubicBezTo>
                  <a:pt x="777237" y="90592"/>
                  <a:pt x="778129" y="97149"/>
                  <a:pt x="778129" y="104122"/>
                </a:cubicBezTo>
                <a:lnTo>
                  <a:pt x="778129" y="107688"/>
                </a:lnTo>
                <a:moveTo>
                  <a:pt x="758398" y="101745"/>
                </a:moveTo>
                <a:cubicBezTo>
                  <a:pt x="758635" y="91518"/>
                  <a:pt x="756357" y="83494"/>
                  <a:pt x="751563" y="77672"/>
                </a:cubicBezTo>
                <a:cubicBezTo>
                  <a:pt x="746769" y="71850"/>
                  <a:pt x="739657" y="68939"/>
                  <a:pt x="730228" y="68939"/>
                </a:cubicBezTo>
                <a:cubicBezTo>
                  <a:pt x="725394" y="68939"/>
                  <a:pt x="721155" y="69844"/>
                  <a:pt x="717510" y="71655"/>
                </a:cubicBezTo>
                <a:cubicBezTo>
                  <a:pt x="713864" y="73462"/>
                  <a:pt x="710814" y="75862"/>
                  <a:pt x="708357" y="78853"/>
                </a:cubicBezTo>
                <a:cubicBezTo>
                  <a:pt x="705901" y="81842"/>
                  <a:pt x="703999" y="85324"/>
                  <a:pt x="702652" y="89298"/>
                </a:cubicBezTo>
                <a:cubicBezTo>
                  <a:pt x="701305" y="93270"/>
                  <a:pt x="700552" y="97419"/>
                  <a:pt x="700394" y="101745"/>
                </a:cubicBezTo>
                <a:lnTo>
                  <a:pt x="758398" y="101745"/>
                </a:lnTo>
                <a:close/>
                <a:moveTo>
                  <a:pt x="900293" y="165811"/>
                </a:moveTo>
                <a:cubicBezTo>
                  <a:pt x="900293" y="166445"/>
                  <a:pt x="900134" y="166980"/>
                  <a:pt x="899817" y="167416"/>
                </a:cubicBezTo>
                <a:cubicBezTo>
                  <a:pt x="899500" y="167852"/>
                  <a:pt x="898985" y="168228"/>
                  <a:pt x="898272" y="168545"/>
                </a:cubicBezTo>
                <a:cubicBezTo>
                  <a:pt x="897559" y="168862"/>
                  <a:pt x="896568" y="169100"/>
                  <a:pt x="895301" y="169258"/>
                </a:cubicBezTo>
                <a:cubicBezTo>
                  <a:pt x="894033" y="169417"/>
                  <a:pt x="892448" y="169496"/>
                  <a:pt x="890546" y="169496"/>
                </a:cubicBezTo>
                <a:cubicBezTo>
                  <a:pt x="888565" y="169496"/>
                  <a:pt x="886941" y="169417"/>
                  <a:pt x="885673" y="169258"/>
                </a:cubicBezTo>
                <a:cubicBezTo>
                  <a:pt x="884405" y="169100"/>
                  <a:pt x="883414" y="168862"/>
                  <a:pt x="882701" y="168545"/>
                </a:cubicBezTo>
                <a:cubicBezTo>
                  <a:pt x="881988" y="168228"/>
                  <a:pt x="881473" y="167853"/>
                  <a:pt x="881156" y="167420"/>
                </a:cubicBezTo>
                <a:cubicBezTo>
                  <a:pt x="880839" y="166984"/>
                  <a:pt x="880681" y="166449"/>
                  <a:pt x="880681" y="165815"/>
                </a:cubicBezTo>
                <a:lnTo>
                  <a:pt x="880681" y="103249"/>
                </a:lnTo>
                <a:cubicBezTo>
                  <a:pt x="880681" y="97155"/>
                  <a:pt x="880205" y="92249"/>
                  <a:pt x="879254" y="88529"/>
                </a:cubicBezTo>
                <a:cubicBezTo>
                  <a:pt x="878303" y="84810"/>
                  <a:pt x="876917" y="81606"/>
                  <a:pt x="875094" y="78916"/>
                </a:cubicBezTo>
                <a:cubicBezTo>
                  <a:pt x="873272" y="76225"/>
                  <a:pt x="870914" y="74167"/>
                  <a:pt x="868022" y="72743"/>
                </a:cubicBezTo>
                <a:cubicBezTo>
                  <a:pt x="865130" y="71317"/>
                  <a:pt x="861782" y="70603"/>
                  <a:pt x="857978" y="70603"/>
                </a:cubicBezTo>
                <a:cubicBezTo>
                  <a:pt x="853065" y="70603"/>
                  <a:pt x="848152" y="72346"/>
                  <a:pt x="843239" y="75830"/>
                </a:cubicBezTo>
                <a:cubicBezTo>
                  <a:pt x="838327" y="79311"/>
                  <a:pt x="833176" y="84415"/>
                  <a:pt x="827788" y="91140"/>
                </a:cubicBezTo>
                <a:lnTo>
                  <a:pt x="827788" y="165815"/>
                </a:lnTo>
                <a:cubicBezTo>
                  <a:pt x="827788" y="166449"/>
                  <a:pt x="827629" y="166984"/>
                  <a:pt x="827312" y="167420"/>
                </a:cubicBezTo>
                <a:cubicBezTo>
                  <a:pt x="826995" y="167853"/>
                  <a:pt x="826480" y="168228"/>
                  <a:pt x="825767" y="168545"/>
                </a:cubicBezTo>
                <a:cubicBezTo>
                  <a:pt x="825054" y="168862"/>
                  <a:pt x="824063" y="169100"/>
                  <a:pt x="822795" y="169258"/>
                </a:cubicBezTo>
                <a:cubicBezTo>
                  <a:pt x="821527" y="169417"/>
                  <a:pt x="819903" y="169496"/>
                  <a:pt x="817922" y="169496"/>
                </a:cubicBezTo>
                <a:cubicBezTo>
                  <a:pt x="816020" y="169496"/>
                  <a:pt x="814435" y="169417"/>
                  <a:pt x="813168" y="169258"/>
                </a:cubicBezTo>
                <a:cubicBezTo>
                  <a:pt x="811900" y="169100"/>
                  <a:pt x="810889" y="168862"/>
                  <a:pt x="810137" y="168545"/>
                </a:cubicBezTo>
                <a:cubicBezTo>
                  <a:pt x="809384" y="168228"/>
                  <a:pt x="808869" y="167852"/>
                  <a:pt x="808591" y="167416"/>
                </a:cubicBezTo>
                <a:cubicBezTo>
                  <a:pt x="808314" y="166980"/>
                  <a:pt x="808175" y="166445"/>
                  <a:pt x="808175" y="165811"/>
                </a:cubicBezTo>
                <a:lnTo>
                  <a:pt x="808175" y="58836"/>
                </a:lnTo>
                <a:cubicBezTo>
                  <a:pt x="808175" y="58202"/>
                  <a:pt x="808294" y="57667"/>
                  <a:pt x="808532" y="57232"/>
                </a:cubicBezTo>
                <a:cubicBezTo>
                  <a:pt x="808770" y="56796"/>
                  <a:pt x="809245" y="56400"/>
                  <a:pt x="809958" y="56043"/>
                </a:cubicBezTo>
                <a:cubicBezTo>
                  <a:pt x="810672" y="55686"/>
                  <a:pt x="811583" y="55449"/>
                  <a:pt x="812692" y="55330"/>
                </a:cubicBezTo>
                <a:cubicBezTo>
                  <a:pt x="813802" y="55211"/>
                  <a:pt x="815267" y="55152"/>
                  <a:pt x="817090" y="55152"/>
                </a:cubicBezTo>
                <a:cubicBezTo>
                  <a:pt x="818833" y="55152"/>
                  <a:pt x="820279" y="55211"/>
                  <a:pt x="821428" y="55330"/>
                </a:cubicBezTo>
                <a:cubicBezTo>
                  <a:pt x="822577" y="55449"/>
                  <a:pt x="823469" y="55686"/>
                  <a:pt x="824103" y="56043"/>
                </a:cubicBezTo>
                <a:cubicBezTo>
                  <a:pt x="824737" y="56400"/>
                  <a:pt x="825192" y="56796"/>
                  <a:pt x="825470" y="57232"/>
                </a:cubicBezTo>
                <a:cubicBezTo>
                  <a:pt x="825747" y="57667"/>
                  <a:pt x="825886" y="58202"/>
                  <a:pt x="825886" y="58836"/>
                </a:cubicBezTo>
                <a:lnTo>
                  <a:pt x="825886" y="72981"/>
                </a:lnTo>
                <a:cubicBezTo>
                  <a:pt x="831908" y="66245"/>
                  <a:pt x="837911" y="61312"/>
                  <a:pt x="843893" y="58182"/>
                </a:cubicBezTo>
                <a:cubicBezTo>
                  <a:pt x="849876" y="55052"/>
                  <a:pt x="855918" y="53487"/>
                  <a:pt x="862019" y="53487"/>
                </a:cubicBezTo>
                <a:cubicBezTo>
                  <a:pt x="869151" y="53487"/>
                  <a:pt x="875154" y="54696"/>
                  <a:pt x="880027" y="57113"/>
                </a:cubicBezTo>
                <a:cubicBezTo>
                  <a:pt x="884900" y="59530"/>
                  <a:pt x="888842" y="62759"/>
                  <a:pt x="891854" y="66800"/>
                </a:cubicBezTo>
                <a:cubicBezTo>
                  <a:pt x="894865" y="70841"/>
                  <a:pt x="897024" y="75576"/>
                  <a:pt x="898332" y="81004"/>
                </a:cubicBezTo>
                <a:cubicBezTo>
                  <a:pt x="899639" y="86432"/>
                  <a:pt x="900293" y="92949"/>
                  <a:pt x="900293" y="100556"/>
                </a:cubicBezTo>
                <a:lnTo>
                  <a:pt x="900293" y="165811"/>
                </a:lnTo>
                <a:close/>
                <a:moveTo>
                  <a:pt x="992002" y="157992"/>
                </a:moveTo>
                <a:cubicBezTo>
                  <a:pt x="992002" y="160308"/>
                  <a:pt x="991844" y="162144"/>
                  <a:pt x="991527" y="163501"/>
                </a:cubicBezTo>
                <a:cubicBezTo>
                  <a:pt x="991210" y="164858"/>
                  <a:pt x="990735" y="165856"/>
                  <a:pt x="990101" y="166495"/>
                </a:cubicBezTo>
                <a:cubicBezTo>
                  <a:pt x="989467" y="167131"/>
                  <a:pt x="988516" y="167729"/>
                  <a:pt x="987248" y="168289"/>
                </a:cubicBezTo>
                <a:cubicBezTo>
                  <a:pt x="985980" y="168848"/>
                  <a:pt x="984534" y="169308"/>
                  <a:pt x="982910" y="169667"/>
                </a:cubicBezTo>
                <a:cubicBezTo>
                  <a:pt x="981285" y="170026"/>
                  <a:pt x="979562" y="170324"/>
                  <a:pt x="977739" y="170562"/>
                </a:cubicBezTo>
                <a:cubicBezTo>
                  <a:pt x="975917" y="170802"/>
                  <a:pt x="974094" y="170922"/>
                  <a:pt x="972271" y="170922"/>
                </a:cubicBezTo>
                <a:cubicBezTo>
                  <a:pt x="966725" y="170922"/>
                  <a:pt x="961970" y="170189"/>
                  <a:pt x="958008" y="168723"/>
                </a:cubicBezTo>
                <a:cubicBezTo>
                  <a:pt x="954046" y="167255"/>
                  <a:pt x="950797" y="165034"/>
                  <a:pt x="948262" y="162060"/>
                </a:cubicBezTo>
                <a:cubicBezTo>
                  <a:pt x="945726" y="159083"/>
                  <a:pt x="943883" y="155314"/>
                  <a:pt x="942734" y="150753"/>
                </a:cubicBezTo>
                <a:cubicBezTo>
                  <a:pt x="941585" y="146189"/>
                  <a:pt x="941011" y="140813"/>
                  <a:pt x="941011" y="134625"/>
                </a:cubicBezTo>
                <a:lnTo>
                  <a:pt x="941011" y="72030"/>
                </a:lnTo>
                <a:lnTo>
                  <a:pt x="926034" y="72030"/>
                </a:lnTo>
                <a:cubicBezTo>
                  <a:pt x="924846" y="72030"/>
                  <a:pt x="923895" y="71392"/>
                  <a:pt x="923182" y="70117"/>
                </a:cubicBezTo>
                <a:cubicBezTo>
                  <a:pt x="922469" y="68839"/>
                  <a:pt x="922112" y="66763"/>
                  <a:pt x="922112" y="63888"/>
                </a:cubicBezTo>
                <a:cubicBezTo>
                  <a:pt x="922112" y="62372"/>
                  <a:pt x="922211" y="61096"/>
                  <a:pt x="922409" y="60058"/>
                </a:cubicBezTo>
                <a:cubicBezTo>
                  <a:pt x="922607" y="59021"/>
                  <a:pt x="922865" y="58163"/>
                  <a:pt x="923182" y="57484"/>
                </a:cubicBezTo>
                <a:cubicBezTo>
                  <a:pt x="923499" y="56806"/>
                  <a:pt x="923915" y="56327"/>
                  <a:pt x="924430" y="56047"/>
                </a:cubicBezTo>
                <a:cubicBezTo>
                  <a:pt x="924945" y="55767"/>
                  <a:pt x="925519" y="55627"/>
                  <a:pt x="926153" y="55627"/>
                </a:cubicBezTo>
                <a:lnTo>
                  <a:pt x="941011" y="55627"/>
                </a:lnTo>
                <a:lnTo>
                  <a:pt x="941011" y="30191"/>
                </a:lnTo>
                <a:cubicBezTo>
                  <a:pt x="941011" y="29636"/>
                  <a:pt x="941150" y="29121"/>
                  <a:pt x="941427" y="28646"/>
                </a:cubicBezTo>
                <a:cubicBezTo>
                  <a:pt x="941704" y="28170"/>
                  <a:pt x="942219" y="27754"/>
                  <a:pt x="942972" y="27397"/>
                </a:cubicBezTo>
                <a:cubicBezTo>
                  <a:pt x="943725" y="27041"/>
                  <a:pt x="944735" y="26783"/>
                  <a:pt x="946003" y="26625"/>
                </a:cubicBezTo>
                <a:cubicBezTo>
                  <a:pt x="947271" y="26466"/>
                  <a:pt x="948856" y="26387"/>
                  <a:pt x="950758" y="26387"/>
                </a:cubicBezTo>
                <a:cubicBezTo>
                  <a:pt x="952739" y="26387"/>
                  <a:pt x="954363" y="26466"/>
                  <a:pt x="955631" y="26625"/>
                </a:cubicBezTo>
                <a:cubicBezTo>
                  <a:pt x="956899" y="26783"/>
                  <a:pt x="957889" y="27041"/>
                  <a:pt x="958602" y="27397"/>
                </a:cubicBezTo>
                <a:cubicBezTo>
                  <a:pt x="959316" y="27754"/>
                  <a:pt x="959831" y="28170"/>
                  <a:pt x="960148" y="28646"/>
                </a:cubicBezTo>
                <a:cubicBezTo>
                  <a:pt x="960465" y="29121"/>
                  <a:pt x="960623" y="29636"/>
                  <a:pt x="960623" y="30191"/>
                </a:cubicBezTo>
                <a:lnTo>
                  <a:pt x="960623" y="55627"/>
                </a:lnTo>
                <a:lnTo>
                  <a:pt x="988080" y="55627"/>
                </a:lnTo>
                <a:cubicBezTo>
                  <a:pt x="988714" y="55627"/>
                  <a:pt x="989269" y="55767"/>
                  <a:pt x="989744" y="56047"/>
                </a:cubicBezTo>
                <a:cubicBezTo>
                  <a:pt x="990219" y="56327"/>
                  <a:pt x="990635" y="56806"/>
                  <a:pt x="990992" y="57484"/>
                </a:cubicBezTo>
                <a:cubicBezTo>
                  <a:pt x="991349" y="58163"/>
                  <a:pt x="991606" y="59021"/>
                  <a:pt x="991765" y="60058"/>
                </a:cubicBezTo>
                <a:cubicBezTo>
                  <a:pt x="991923" y="61096"/>
                  <a:pt x="992002" y="62372"/>
                  <a:pt x="992002" y="63888"/>
                </a:cubicBezTo>
                <a:cubicBezTo>
                  <a:pt x="992002" y="66763"/>
                  <a:pt x="991646" y="68839"/>
                  <a:pt x="990933" y="70117"/>
                </a:cubicBezTo>
                <a:cubicBezTo>
                  <a:pt x="990219" y="71392"/>
                  <a:pt x="989269" y="72030"/>
                  <a:pt x="988080" y="72030"/>
                </a:cubicBezTo>
                <a:lnTo>
                  <a:pt x="960623" y="72030"/>
                </a:lnTo>
                <a:lnTo>
                  <a:pt x="960623" y="131698"/>
                </a:lnTo>
                <a:cubicBezTo>
                  <a:pt x="960623" y="139067"/>
                  <a:pt x="961713" y="144634"/>
                  <a:pt x="963892" y="148398"/>
                </a:cubicBezTo>
                <a:cubicBezTo>
                  <a:pt x="966071" y="152162"/>
                  <a:pt x="969973" y="154044"/>
                  <a:pt x="975600" y="154044"/>
                </a:cubicBezTo>
                <a:cubicBezTo>
                  <a:pt x="977422" y="154044"/>
                  <a:pt x="979047" y="153866"/>
                  <a:pt x="980473" y="153509"/>
                </a:cubicBezTo>
                <a:cubicBezTo>
                  <a:pt x="981899" y="153152"/>
                  <a:pt x="983167" y="152776"/>
                  <a:pt x="984276" y="152380"/>
                </a:cubicBezTo>
                <a:cubicBezTo>
                  <a:pt x="985386" y="151984"/>
                  <a:pt x="986337" y="151607"/>
                  <a:pt x="987129" y="151251"/>
                </a:cubicBezTo>
                <a:cubicBezTo>
                  <a:pt x="987921" y="150894"/>
                  <a:pt x="988635" y="150716"/>
                  <a:pt x="989269" y="150716"/>
                </a:cubicBezTo>
                <a:cubicBezTo>
                  <a:pt x="989665" y="150716"/>
                  <a:pt x="990041" y="150815"/>
                  <a:pt x="990398" y="151013"/>
                </a:cubicBezTo>
                <a:cubicBezTo>
                  <a:pt x="990754" y="151211"/>
                  <a:pt x="991032" y="151587"/>
                  <a:pt x="991230" y="152142"/>
                </a:cubicBezTo>
                <a:cubicBezTo>
                  <a:pt x="991428" y="152697"/>
                  <a:pt x="991606" y="153452"/>
                  <a:pt x="991765" y="154408"/>
                </a:cubicBezTo>
                <a:cubicBezTo>
                  <a:pt x="991923" y="155361"/>
                  <a:pt x="992002" y="156556"/>
                  <a:pt x="992002" y="157992"/>
                </a:cubicBezTo>
                <a:close/>
                <a:moveTo>
                  <a:pt x="1171624" y="23772"/>
                </a:moveTo>
                <a:cubicBezTo>
                  <a:pt x="1171624" y="25278"/>
                  <a:pt x="1171545" y="26585"/>
                  <a:pt x="1171386" y="27695"/>
                </a:cubicBezTo>
                <a:cubicBezTo>
                  <a:pt x="1171228" y="28804"/>
                  <a:pt x="1170970" y="29695"/>
                  <a:pt x="1170614" y="30369"/>
                </a:cubicBezTo>
                <a:cubicBezTo>
                  <a:pt x="1170257" y="31043"/>
                  <a:pt x="1169821" y="31538"/>
                  <a:pt x="1169306" y="31855"/>
                </a:cubicBezTo>
                <a:cubicBezTo>
                  <a:pt x="1168791" y="32172"/>
                  <a:pt x="1168217" y="32330"/>
                  <a:pt x="1167583" y="32330"/>
                </a:cubicBezTo>
                <a:lnTo>
                  <a:pt x="1124317" y="32330"/>
                </a:lnTo>
                <a:lnTo>
                  <a:pt x="1124317" y="165692"/>
                </a:lnTo>
                <a:cubicBezTo>
                  <a:pt x="1124317" y="166326"/>
                  <a:pt x="1124159" y="166881"/>
                  <a:pt x="1123842" y="167356"/>
                </a:cubicBezTo>
                <a:cubicBezTo>
                  <a:pt x="1123525" y="167832"/>
                  <a:pt x="1122970" y="168208"/>
                  <a:pt x="1122178" y="168486"/>
                </a:cubicBezTo>
                <a:cubicBezTo>
                  <a:pt x="1121385" y="168763"/>
                  <a:pt x="1120336" y="169001"/>
                  <a:pt x="1119028" y="169199"/>
                </a:cubicBezTo>
                <a:cubicBezTo>
                  <a:pt x="1117721" y="169397"/>
                  <a:pt x="1116076" y="169496"/>
                  <a:pt x="1114095" y="169496"/>
                </a:cubicBezTo>
                <a:cubicBezTo>
                  <a:pt x="1112194" y="169496"/>
                  <a:pt x="1110569" y="169397"/>
                  <a:pt x="1109222" y="169199"/>
                </a:cubicBezTo>
                <a:cubicBezTo>
                  <a:pt x="1107875" y="169001"/>
                  <a:pt x="1106805" y="168763"/>
                  <a:pt x="1106013" y="168486"/>
                </a:cubicBezTo>
                <a:cubicBezTo>
                  <a:pt x="1105220" y="168208"/>
                  <a:pt x="1104666" y="167832"/>
                  <a:pt x="1104349" y="167356"/>
                </a:cubicBezTo>
                <a:cubicBezTo>
                  <a:pt x="1104032" y="166881"/>
                  <a:pt x="1103873" y="166326"/>
                  <a:pt x="1103873" y="165692"/>
                </a:cubicBezTo>
                <a:lnTo>
                  <a:pt x="1103873" y="32330"/>
                </a:lnTo>
                <a:lnTo>
                  <a:pt x="1060608" y="32330"/>
                </a:lnTo>
                <a:cubicBezTo>
                  <a:pt x="1059974" y="32330"/>
                  <a:pt x="1059399" y="32172"/>
                  <a:pt x="1058884" y="31855"/>
                </a:cubicBezTo>
                <a:cubicBezTo>
                  <a:pt x="1058369" y="31538"/>
                  <a:pt x="1057953" y="31043"/>
                  <a:pt x="1057636" y="30369"/>
                </a:cubicBezTo>
                <a:cubicBezTo>
                  <a:pt x="1057319" y="29695"/>
                  <a:pt x="1057062" y="28804"/>
                  <a:pt x="1056864" y="27695"/>
                </a:cubicBezTo>
                <a:cubicBezTo>
                  <a:pt x="1056666" y="26585"/>
                  <a:pt x="1056567" y="25278"/>
                  <a:pt x="1056567" y="23772"/>
                </a:cubicBezTo>
                <a:cubicBezTo>
                  <a:pt x="1056567" y="22267"/>
                  <a:pt x="1056666" y="20939"/>
                  <a:pt x="1056864" y="19790"/>
                </a:cubicBezTo>
                <a:cubicBezTo>
                  <a:pt x="1057062" y="18641"/>
                  <a:pt x="1057319" y="17710"/>
                  <a:pt x="1057636" y="16997"/>
                </a:cubicBezTo>
                <a:cubicBezTo>
                  <a:pt x="1057953" y="16284"/>
                  <a:pt x="1058369" y="15769"/>
                  <a:pt x="1058884" y="15452"/>
                </a:cubicBezTo>
                <a:cubicBezTo>
                  <a:pt x="1059399" y="15135"/>
                  <a:pt x="1059974" y="14976"/>
                  <a:pt x="1060608" y="14976"/>
                </a:cubicBezTo>
                <a:lnTo>
                  <a:pt x="1167583" y="14976"/>
                </a:lnTo>
                <a:cubicBezTo>
                  <a:pt x="1168217" y="14976"/>
                  <a:pt x="1168791" y="15135"/>
                  <a:pt x="1169306" y="15452"/>
                </a:cubicBezTo>
                <a:cubicBezTo>
                  <a:pt x="1169821" y="15769"/>
                  <a:pt x="1170257" y="16284"/>
                  <a:pt x="1170614" y="16997"/>
                </a:cubicBezTo>
                <a:cubicBezTo>
                  <a:pt x="1170970" y="17710"/>
                  <a:pt x="1171228" y="18641"/>
                  <a:pt x="1171386" y="19790"/>
                </a:cubicBezTo>
                <a:cubicBezTo>
                  <a:pt x="1171545" y="20939"/>
                  <a:pt x="1171624" y="22267"/>
                  <a:pt x="1171624" y="23772"/>
                </a:cubicBezTo>
                <a:close/>
                <a:moveTo>
                  <a:pt x="1291499" y="111195"/>
                </a:moveTo>
                <a:cubicBezTo>
                  <a:pt x="1291499" y="119918"/>
                  <a:pt x="1290350" y="127949"/>
                  <a:pt x="1288052" y="135286"/>
                </a:cubicBezTo>
                <a:cubicBezTo>
                  <a:pt x="1285754" y="142623"/>
                  <a:pt x="1282327" y="148950"/>
                  <a:pt x="1277771" y="154267"/>
                </a:cubicBezTo>
                <a:cubicBezTo>
                  <a:pt x="1273214" y="159581"/>
                  <a:pt x="1267509" y="163725"/>
                  <a:pt x="1260655" y="166699"/>
                </a:cubicBezTo>
                <a:cubicBezTo>
                  <a:pt x="1253800" y="169673"/>
                  <a:pt x="1245857" y="171160"/>
                  <a:pt x="1236823" y="171160"/>
                </a:cubicBezTo>
                <a:cubicBezTo>
                  <a:pt x="1228027" y="171160"/>
                  <a:pt x="1220361" y="169851"/>
                  <a:pt x="1213824" y="167234"/>
                </a:cubicBezTo>
                <a:cubicBezTo>
                  <a:pt x="1207286" y="164616"/>
                  <a:pt x="1201838" y="160809"/>
                  <a:pt x="1197480" y="155812"/>
                </a:cubicBezTo>
                <a:cubicBezTo>
                  <a:pt x="1193122" y="150815"/>
                  <a:pt x="1189873" y="144747"/>
                  <a:pt x="1187734" y="137608"/>
                </a:cubicBezTo>
                <a:cubicBezTo>
                  <a:pt x="1185594" y="130469"/>
                  <a:pt x="1184524" y="122377"/>
                  <a:pt x="1184524" y="113334"/>
                </a:cubicBezTo>
                <a:cubicBezTo>
                  <a:pt x="1184524" y="104610"/>
                  <a:pt x="1185653" y="96580"/>
                  <a:pt x="1187912" y="89242"/>
                </a:cubicBezTo>
                <a:cubicBezTo>
                  <a:pt x="1190170" y="81905"/>
                  <a:pt x="1193578" y="75580"/>
                  <a:pt x="1198134" y="70265"/>
                </a:cubicBezTo>
                <a:cubicBezTo>
                  <a:pt x="1202690" y="64949"/>
                  <a:pt x="1208376" y="60823"/>
                  <a:pt x="1215190" y="57889"/>
                </a:cubicBezTo>
                <a:cubicBezTo>
                  <a:pt x="1222005" y="54955"/>
                  <a:pt x="1229969" y="53487"/>
                  <a:pt x="1239082" y="53487"/>
                </a:cubicBezTo>
                <a:cubicBezTo>
                  <a:pt x="1247877" y="53487"/>
                  <a:pt x="1255544" y="54796"/>
                  <a:pt x="1262081" y="57414"/>
                </a:cubicBezTo>
                <a:cubicBezTo>
                  <a:pt x="1268619" y="60031"/>
                  <a:pt x="1274066" y="63838"/>
                  <a:pt x="1278425" y="68835"/>
                </a:cubicBezTo>
                <a:cubicBezTo>
                  <a:pt x="1282783" y="73833"/>
                  <a:pt x="1286051" y="79901"/>
                  <a:pt x="1288231" y="87040"/>
                </a:cubicBezTo>
                <a:cubicBezTo>
                  <a:pt x="1290410" y="94179"/>
                  <a:pt x="1291499" y="102230"/>
                  <a:pt x="1291499" y="111195"/>
                </a:cubicBezTo>
                <a:moveTo>
                  <a:pt x="1270817" y="112443"/>
                </a:moveTo>
                <a:cubicBezTo>
                  <a:pt x="1270817" y="106658"/>
                  <a:pt x="1270283" y="101190"/>
                  <a:pt x="1269213" y="96040"/>
                </a:cubicBezTo>
                <a:cubicBezTo>
                  <a:pt x="1268143" y="90889"/>
                  <a:pt x="1266380" y="86372"/>
                  <a:pt x="1263923" y="82490"/>
                </a:cubicBezTo>
                <a:cubicBezTo>
                  <a:pt x="1261467" y="78607"/>
                  <a:pt x="1258139" y="75536"/>
                  <a:pt x="1253939" y="73278"/>
                </a:cubicBezTo>
                <a:cubicBezTo>
                  <a:pt x="1249739" y="71019"/>
                  <a:pt x="1244510" y="69890"/>
                  <a:pt x="1238250" y="69890"/>
                </a:cubicBezTo>
                <a:cubicBezTo>
                  <a:pt x="1232465" y="69890"/>
                  <a:pt x="1227493" y="70920"/>
                  <a:pt x="1223332" y="72981"/>
                </a:cubicBezTo>
                <a:cubicBezTo>
                  <a:pt x="1219172" y="75041"/>
                  <a:pt x="1215745" y="77953"/>
                  <a:pt x="1213051" y="81717"/>
                </a:cubicBezTo>
                <a:cubicBezTo>
                  <a:pt x="1210357" y="85481"/>
                  <a:pt x="1208356" y="89938"/>
                  <a:pt x="1207048" y="95089"/>
                </a:cubicBezTo>
                <a:cubicBezTo>
                  <a:pt x="1205741" y="100239"/>
                  <a:pt x="1205087" y="105866"/>
                  <a:pt x="1205087" y="111967"/>
                </a:cubicBezTo>
                <a:cubicBezTo>
                  <a:pt x="1205087" y="117831"/>
                  <a:pt x="1205622" y="123338"/>
                  <a:pt x="1206692" y="128489"/>
                </a:cubicBezTo>
                <a:cubicBezTo>
                  <a:pt x="1207762" y="133639"/>
                  <a:pt x="1209545" y="138136"/>
                  <a:pt x="1212041" y="141980"/>
                </a:cubicBezTo>
                <a:cubicBezTo>
                  <a:pt x="1214537" y="145823"/>
                  <a:pt x="1217885" y="148873"/>
                  <a:pt x="1222084" y="151132"/>
                </a:cubicBezTo>
                <a:cubicBezTo>
                  <a:pt x="1226284" y="153390"/>
                  <a:pt x="1231514" y="154519"/>
                  <a:pt x="1237774" y="154519"/>
                </a:cubicBezTo>
                <a:cubicBezTo>
                  <a:pt x="1243479" y="154519"/>
                  <a:pt x="1248432" y="153489"/>
                  <a:pt x="1252632" y="151429"/>
                </a:cubicBezTo>
                <a:cubicBezTo>
                  <a:pt x="1256831" y="149369"/>
                  <a:pt x="1260278" y="146476"/>
                  <a:pt x="1262973" y="142752"/>
                </a:cubicBezTo>
                <a:cubicBezTo>
                  <a:pt x="1265667" y="139028"/>
                  <a:pt x="1267648" y="134590"/>
                  <a:pt x="1268916" y="129440"/>
                </a:cubicBezTo>
                <a:cubicBezTo>
                  <a:pt x="1270184" y="124289"/>
                  <a:pt x="1270817" y="118623"/>
                  <a:pt x="1270817" y="112443"/>
                </a:cubicBezTo>
                <a:close/>
                <a:moveTo>
                  <a:pt x="1408814" y="165692"/>
                </a:moveTo>
                <a:cubicBezTo>
                  <a:pt x="1408814" y="166326"/>
                  <a:pt x="1408655" y="166881"/>
                  <a:pt x="1408338" y="167356"/>
                </a:cubicBezTo>
                <a:cubicBezTo>
                  <a:pt x="1408021" y="167832"/>
                  <a:pt x="1407487" y="168228"/>
                  <a:pt x="1406734" y="168545"/>
                </a:cubicBezTo>
                <a:cubicBezTo>
                  <a:pt x="1405981" y="168862"/>
                  <a:pt x="1404931" y="169100"/>
                  <a:pt x="1403584" y="169258"/>
                </a:cubicBezTo>
                <a:cubicBezTo>
                  <a:pt x="1402237" y="169417"/>
                  <a:pt x="1400533" y="169496"/>
                  <a:pt x="1398473" y="169496"/>
                </a:cubicBezTo>
                <a:cubicBezTo>
                  <a:pt x="1396333" y="169496"/>
                  <a:pt x="1394570" y="169436"/>
                  <a:pt x="1393184" y="169318"/>
                </a:cubicBezTo>
                <a:cubicBezTo>
                  <a:pt x="1391797" y="169199"/>
                  <a:pt x="1390628" y="169001"/>
                  <a:pt x="1389677" y="168723"/>
                </a:cubicBezTo>
                <a:cubicBezTo>
                  <a:pt x="1388726" y="168446"/>
                  <a:pt x="1387954" y="168050"/>
                  <a:pt x="1387359" y="167535"/>
                </a:cubicBezTo>
                <a:cubicBezTo>
                  <a:pt x="1386765" y="167020"/>
                  <a:pt x="1386230" y="166405"/>
                  <a:pt x="1385755" y="165692"/>
                </a:cubicBezTo>
                <a:lnTo>
                  <a:pt x="1340588" y="106500"/>
                </a:lnTo>
                <a:lnTo>
                  <a:pt x="1340588" y="165811"/>
                </a:lnTo>
                <a:cubicBezTo>
                  <a:pt x="1340588" y="166445"/>
                  <a:pt x="1340429" y="166980"/>
                  <a:pt x="1340112" y="167416"/>
                </a:cubicBezTo>
                <a:cubicBezTo>
                  <a:pt x="1339795" y="167852"/>
                  <a:pt x="1339280" y="168228"/>
                  <a:pt x="1338567" y="168545"/>
                </a:cubicBezTo>
                <a:cubicBezTo>
                  <a:pt x="1337854" y="168862"/>
                  <a:pt x="1336863" y="169100"/>
                  <a:pt x="1335595" y="169258"/>
                </a:cubicBezTo>
                <a:cubicBezTo>
                  <a:pt x="1334328" y="169417"/>
                  <a:pt x="1332703" y="169496"/>
                  <a:pt x="1330722" y="169496"/>
                </a:cubicBezTo>
                <a:cubicBezTo>
                  <a:pt x="1328820" y="169496"/>
                  <a:pt x="1327235" y="169417"/>
                  <a:pt x="1325968" y="169258"/>
                </a:cubicBezTo>
                <a:cubicBezTo>
                  <a:pt x="1324700" y="169100"/>
                  <a:pt x="1323689" y="168862"/>
                  <a:pt x="1322937" y="168545"/>
                </a:cubicBezTo>
                <a:cubicBezTo>
                  <a:pt x="1322184" y="168228"/>
                  <a:pt x="1321669" y="167852"/>
                  <a:pt x="1321391" y="167416"/>
                </a:cubicBezTo>
                <a:cubicBezTo>
                  <a:pt x="1321114" y="166977"/>
                  <a:pt x="1320975" y="166441"/>
                  <a:pt x="1320975" y="165807"/>
                </a:cubicBezTo>
                <a:lnTo>
                  <a:pt x="1320975" y="6898"/>
                </a:lnTo>
                <a:cubicBezTo>
                  <a:pt x="1320975" y="6264"/>
                  <a:pt x="1321114" y="5709"/>
                  <a:pt x="1321391" y="5234"/>
                </a:cubicBezTo>
                <a:cubicBezTo>
                  <a:pt x="1321669" y="4756"/>
                  <a:pt x="1322184" y="4358"/>
                  <a:pt x="1322937" y="4041"/>
                </a:cubicBezTo>
                <a:cubicBezTo>
                  <a:pt x="1323689" y="3724"/>
                  <a:pt x="1324700" y="3487"/>
                  <a:pt x="1325968" y="3328"/>
                </a:cubicBezTo>
                <a:cubicBezTo>
                  <a:pt x="1327235" y="3170"/>
                  <a:pt x="1328820" y="3090"/>
                  <a:pt x="1330722" y="3090"/>
                </a:cubicBezTo>
                <a:cubicBezTo>
                  <a:pt x="1332703" y="3090"/>
                  <a:pt x="1334328" y="3170"/>
                  <a:pt x="1335595" y="3328"/>
                </a:cubicBezTo>
                <a:cubicBezTo>
                  <a:pt x="1336863" y="3487"/>
                  <a:pt x="1337854" y="3724"/>
                  <a:pt x="1338567" y="4041"/>
                </a:cubicBezTo>
                <a:cubicBezTo>
                  <a:pt x="1339280" y="4358"/>
                  <a:pt x="1339795" y="4756"/>
                  <a:pt x="1340112" y="5234"/>
                </a:cubicBezTo>
                <a:cubicBezTo>
                  <a:pt x="1340429" y="5709"/>
                  <a:pt x="1340588" y="6264"/>
                  <a:pt x="1340588" y="6898"/>
                </a:cubicBezTo>
                <a:lnTo>
                  <a:pt x="1340588" y="103766"/>
                </a:lnTo>
                <a:lnTo>
                  <a:pt x="1381000" y="59312"/>
                </a:lnTo>
                <a:cubicBezTo>
                  <a:pt x="1381634" y="58519"/>
                  <a:pt x="1382308" y="57866"/>
                  <a:pt x="1383021" y="57350"/>
                </a:cubicBezTo>
                <a:cubicBezTo>
                  <a:pt x="1383734" y="56835"/>
                  <a:pt x="1384586" y="56400"/>
                  <a:pt x="1385576" y="56043"/>
                </a:cubicBezTo>
                <a:cubicBezTo>
                  <a:pt x="1386567" y="55686"/>
                  <a:pt x="1387736" y="55449"/>
                  <a:pt x="1389083" y="55330"/>
                </a:cubicBezTo>
                <a:cubicBezTo>
                  <a:pt x="1390430" y="55211"/>
                  <a:pt x="1392054" y="55152"/>
                  <a:pt x="1393956" y="55152"/>
                </a:cubicBezTo>
                <a:cubicBezTo>
                  <a:pt x="1395937" y="55152"/>
                  <a:pt x="1397601" y="55211"/>
                  <a:pt x="1398948" y="55330"/>
                </a:cubicBezTo>
                <a:cubicBezTo>
                  <a:pt x="1400295" y="55449"/>
                  <a:pt x="1401385" y="55647"/>
                  <a:pt x="1402217" y="55924"/>
                </a:cubicBezTo>
                <a:cubicBezTo>
                  <a:pt x="1403049" y="56201"/>
                  <a:pt x="1403643" y="56558"/>
                  <a:pt x="1404000" y="56994"/>
                </a:cubicBezTo>
                <a:cubicBezTo>
                  <a:pt x="1404357" y="57430"/>
                  <a:pt x="1404535" y="58004"/>
                  <a:pt x="1404535" y="58717"/>
                </a:cubicBezTo>
                <a:cubicBezTo>
                  <a:pt x="1404535" y="59668"/>
                  <a:pt x="1404277" y="60619"/>
                  <a:pt x="1403762" y="61570"/>
                </a:cubicBezTo>
                <a:cubicBezTo>
                  <a:pt x="1403247" y="62521"/>
                  <a:pt x="1402395" y="63630"/>
                  <a:pt x="1401207" y="64898"/>
                </a:cubicBezTo>
                <a:lnTo>
                  <a:pt x="1362458" y="103647"/>
                </a:lnTo>
                <a:lnTo>
                  <a:pt x="1405961" y="160106"/>
                </a:lnTo>
                <a:cubicBezTo>
                  <a:pt x="1406991" y="161453"/>
                  <a:pt x="1407724" y="162542"/>
                  <a:pt x="1408160" y="163375"/>
                </a:cubicBezTo>
                <a:cubicBezTo>
                  <a:pt x="1408596" y="164207"/>
                  <a:pt x="1408814" y="164979"/>
                  <a:pt x="1408814" y="165692"/>
                </a:cubicBezTo>
                <a:close/>
                <a:moveTo>
                  <a:pt x="1522910" y="107688"/>
                </a:moveTo>
                <a:cubicBezTo>
                  <a:pt x="1522910" y="110779"/>
                  <a:pt x="1522137" y="112977"/>
                  <a:pt x="1520592" y="114285"/>
                </a:cubicBezTo>
                <a:cubicBezTo>
                  <a:pt x="1519047" y="115592"/>
                  <a:pt x="1517283" y="116246"/>
                  <a:pt x="1515302" y="116246"/>
                </a:cubicBezTo>
                <a:lnTo>
                  <a:pt x="1445174" y="116246"/>
                </a:lnTo>
                <a:cubicBezTo>
                  <a:pt x="1445174" y="122206"/>
                  <a:pt x="1445769" y="127571"/>
                  <a:pt x="1446957" y="132341"/>
                </a:cubicBezTo>
                <a:cubicBezTo>
                  <a:pt x="1448146" y="137110"/>
                  <a:pt x="1450127" y="141203"/>
                  <a:pt x="1452900" y="144620"/>
                </a:cubicBezTo>
                <a:cubicBezTo>
                  <a:pt x="1455674" y="148038"/>
                  <a:pt x="1459279" y="150661"/>
                  <a:pt x="1463717" y="152491"/>
                </a:cubicBezTo>
                <a:cubicBezTo>
                  <a:pt x="1468154" y="154319"/>
                  <a:pt x="1473582" y="155233"/>
                  <a:pt x="1480001" y="155233"/>
                </a:cubicBezTo>
                <a:cubicBezTo>
                  <a:pt x="1485072" y="155233"/>
                  <a:pt x="1489589" y="154817"/>
                  <a:pt x="1493551" y="153984"/>
                </a:cubicBezTo>
                <a:cubicBezTo>
                  <a:pt x="1497513" y="153152"/>
                  <a:pt x="1500940" y="152221"/>
                  <a:pt x="1503832" y="151191"/>
                </a:cubicBezTo>
                <a:cubicBezTo>
                  <a:pt x="1506725" y="150161"/>
                  <a:pt x="1509102" y="149230"/>
                  <a:pt x="1510964" y="148398"/>
                </a:cubicBezTo>
                <a:cubicBezTo>
                  <a:pt x="1512826" y="147566"/>
                  <a:pt x="1514233" y="147150"/>
                  <a:pt x="1515184" y="147150"/>
                </a:cubicBezTo>
                <a:cubicBezTo>
                  <a:pt x="1515738" y="147150"/>
                  <a:pt x="1516233" y="147289"/>
                  <a:pt x="1516669" y="147566"/>
                </a:cubicBezTo>
                <a:cubicBezTo>
                  <a:pt x="1517105" y="147843"/>
                  <a:pt x="1517442" y="148259"/>
                  <a:pt x="1517680" y="148814"/>
                </a:cubicBezTo>
                <a:cubicBezTo>
                  <a:pt x="1517917" y="149369"/>
                  <a:pt x="1518096" y="150141"/>
                  <a:pt x="1518214" y="151132"/>
                </a:cubicBezTo>
                <a:cubicBezTo>
                  <a:pt x="1518333" y="152122"/>
                  <a:pt x="1518393" y="153331"/>
                  <a:pt x="1518393" y="154757"/>
                </a:cubicBezTo>
                <a:cubicBezTo>
                  <a:pt x="1518393" y="155787"/>
                  <a:pt x="1518353" y="156679"/>
                  <a:pt x="1518274" y="157431"/>
                </a:cubicBezTo>
                <a:cubicBezTo>
                  <a:pt x="1518195" y="158184"/>
                  <a:pt x="1518096" y="158858"/>
                  <a:pt x="1517977" y="159452"/>
                </a:cubicBezTo>
                <a:cubicBezTo>
                  <a:pt x="1517858" y="160046"/>
                  <a:pt x="1517660" y="160581"/>
                  <a:pt x="1517382" y="161057"/>
                </a:cubicBezTo>
                <a:cubicBezTo>
                  <a:pt x="1517105" y="161532"/>
                  <a:pt x="1516749" y="161988"/>
                  <a:pt x="1516313" y="162424"/>
                </a:cubicBezTo>
                <a:cubicBezTo>
                  <a:pt x="1515877" y="162859"/>
                  <a:pt x="1514589" y="163573"/>
                  <a:pt x="1512450" y="164563"/>
                </a:cubicBezTo>
                <a:cubicBezTo>
                  <a:pt x="1510310" y="165554"/>
                  <a:pt x="1507537" y="166524"/>
                  <a:pt x="1504129" y="167475"/>
                </a:cubicBezTo>
                <a:cubicBezTo>
                  <a:pt x="1500722" y="168426"/>
                  <a:pt x="1496780" y="169278"/>
                  <a:pt x="1492303" y="170031"/>
                </a:cubicBezTo>
                <a:cubicBezTo>
                  <a:pt x="1487826" y="170784"/>
                  <a:pt x="1483051" y="171160"/>
                  <a:pt x="1477980" y="171160"/>
                </a:cubicBezTo>
                <a:cubicBezTo>
                  <a:pt x="1469184" y="171160"/>
                  <a:pt x="1461478" y="169930"/>
                  <a:pt x="1454862" y="167472"/>
                </a:cubicBezTo>
                <a:cubicBezTo>
                  <a:pt x="1448245" y="165013"/>
                  <a:pt x="1442678" y="161364"/>
                  <a:pt x="1438162" y="156525"/>
                </a:cubicBezTo>
                <a:cubicBezTo>
                  <a:pt x="1433645" y="151687"/>
                  <a:pt x="1430238" y="145618"/>
                  <a:pt x="1427940" y="138321"/>
                </a:cubicBezTo>
                <a:cubicBezTo>
                  <a:pt x="1425642" y="131023"/>
                  <a:pt x="1424493" y="122536"/>
                  <a:pt x="1424493" y="112859"/>
                </a:cubicBezTo>
                <a:cubicBezTo>
                  <a:pt x="1424493" y="103657"/>
                  <a:pt x="1425681" y="95387"/>
                  <a:pt x="1428058" y="88050"/>
                </a:cubicBezTo>
                <a:cubicBezTo>
                  <a:pt x="1430436" y="80713"/>
                  <a:pt x="1433863" y="74486"/>
                  <a:pt x="1438340" y="69370"/>
                </a:cubicBezTo>
                <a:cubicBezTo>
                  <a:pt x="1442817" y="64254"/>
                  <a:pt x="1448225" y="60328"/>
                  <a:pt x="1454564" y="57592"/>
                </a:cubicBezTo>
                <a:cubicBezTo>
                  <a:pt x="1460904" y="54856"/>
                  <a:pt x="1467996" y="53487"/>
                  <a:pt x="1475841" y="53487"/>
                </a:cubicBezTo>
                <a:cubicBezTo>
                  <a:pt x="1484240" y="53487"/>
                  <a:pt x="1491392" y="54835"/>
                  <a:pt x="1497295" y="57529"/>
                </a:cubicBezTo>
                <a:cubicBezTo>
                  <a:pt x="1503198" y="60223"/>
                  <a:pt x="1508052" y="63848"/>
                  <a:pt x="1511855" y="68405"/>
                </a:cubicBezTo>
                <a:cubicBezTo>
                  <a:pt x="1515659" y="72961"/>
                  <a:pt x="1518452" y="78310"/>
                  <a:pt x="1520235" y="84451"/>
                </a:cubicBezTo>
                <a:cubicBezTo>
                  <a:pt x="1522018" y="90592"/>
                  <a:pt x="1522910" y="97149"/>
                  <a:pt x="1522910" y="104122"/>
                </a:cubicBezTo>
                <a:lnTo>
                  <a:pt x="1522910" y="107688"/>
                </a:lnTo>
                <a:moveTo>
                  <a:pt x="1503179" y="101745"/>
                </a:moveTo>
                <a:cubicBezTo>
                  <a:pt x="1503416" y="91518"/>
                  <a:pt x="1501138" y="83494"/>
                  <a:pt x="1496344" y="77672"/>
                </a:cubicBezTo>
                <a:cubicBezTo>
                  <a:pt x="1491550" y="71850"/>
                  <a:pt x="1484438" y="68939"/>
                  <a:pt x="1475009" y="68939"/>
                </a:cubicBezTo>
                <a:cubicBezTo>
                  <a:pt x="1470175" y="68939"/>
                  <a:pt x="1465935" y="69844"/>
                  <a:pt x="1462290" y="71655"/>
                </a:cubicBezTo>
                <a:cubicBezTo>
                  <a:pt x="1458645" y="73462"/>
                  <a:pt x="1455595" y="75862"/>
                  <a:pt x="1453138" y="78853"/>
                </a:cubicBezTo>
                <a:cubicBezTo>
                  <a:pt x="1450682" y="81842"/>
                  <a:pt x="1448780" y="85324"/>
                  <a:pt x="1447433" y="89298"/>
                </a:cubicBezTo>
                <a:cubicBezTo>
                  <a:pt x="1446086" y="93270"/>
                  <a:pt x="1445333" y="97419"/>
                  <a:pt x="1445174" y="101745"/>
                </a:cubicBezTo>
                <a:lnTo>
                  <a:pt x="1503179" y="101745"/>
                </a:lnTo>
                <a:close/>
                <a:moveTo>
                  <a:pt x="1645074" y="165811"/>
                </a:moveTo>
                <a:cubicBezTo>
                  <a:pt x="1645074" y="166445"/>
                  <a:pt x="1644915" y="166980"/>
                  <a:pt x="1644598" y="167416"/>
                </a:cubicBezTo>
                <a:cubicBezTo>
                  <a:pt x="1644281" y="167852"/>
                  <a:pt x="1643766" y="168228"/>
                  <a:pt x="1643053" y="168545"/>
                </a:cubicBezTo>
                <a:cubicBezTo>
                  <a:pt x="1642340" y="168862"/>
                  <a:pt x="1641349" y="169100"/>
                  <a:pt x="1640081" y="169258"/>
                </a:cubicBezTo>
                <a:cubicBezTo>
                  <a:pt x="1638814" y="169417"/>
                  <a:pt x="1637229" y="169496"/>
                  <a:pt x="1635327" y="169496"/>
                </a:cubicBezTo>
                <a:cubicBezTo>
                  <a:pt x="1633346" y="169496"/>
                  <a:pt x="1631721" y="169417"/>
                  <a:pt x="1630454" y="169258"/>
                </a:cubicBezTo>
                <a:cubicBezTo>
                  <a:pt x="1629186" y="169100"/>
                  <a:pt x="1628195" y="168862"/>
                  <a:pt x="1627482" y="168545"/>
                </a:cubicBezTo>
                <a:cubicBezTo>
                  <a:pt x="1626769" y="168228"/>
                  <a:pt x="1626254" y="167853"/>
                  <a:pt x="1625937" y="167420"/>
                </a:cubicBezTo>
                <a:cubicBezTo>
                  <a:pt x="1625620" y="166984"/>
                  <a:pt x="1625461" y="166449"/>
                  <a:pt x="1625461" y="165815"/>
                </a:cubicBezTo>
                <a:lnTo>
                  <a:pt x="1625461" y="103249"/>
                </a:lnTo>
                <a:cubicBezTo>
                  <a:pt x="1625461" y="97155"/>
                  <a:pt x="1624986" y="92249"/>
                  <a:pt x="1624035" y="88529"/>
                </a:cubicBezTo>
                <a:cubicBezTo>
                  <a:pt x="1623084" y="84810"/>
                  <a:pt x="1621698" y="81606"/>
                  <a:pt x="1619875" y="78916"/>
                </a:cubicBezTo>
                <a:cubicBezTo>
                  <a:pt x="1618052" y="76225"/>
                  <a:pt x="1615695" y="74167"/>
                  <a:pt x="1612803" y="72743"/>
                </a:cubicBezTo>
                <a:cubicBezTo>
                  <a:pt x="1609910" y="71317"/>
                  <a:pt x="1606563" y="70603"/>
                  <a:pt x="1602759" y="70603"/>
                </a:cubicBezTo>
                <a:cubicBezTo>
                  <a:pt x="1597846" y="70603"/>
                  <a:pt x="1592933" y="72346"/>
                  <a:pt x="1588020" y="75830"/>
                </a:cubicBezTo>
                <a:cubicBezTo>
                  <a:pt x="1583107" y="79311"/>
                  <a:pt x="1577957" y="84415"/>
                  <a:pt x="1572568" y="91140"/>
                </a:cubicBezTo>
                <a:lnTo>
                  <a:pt x="1572568" y="165815"/>
                </a:lnTo>
                <a:cubicBezTo>
                  <a:pt x="1572568" y="166449"/>
                  <a:pt x="1572410" y="166984"/>
                  <a:pt x="1572093" y="167420"/>
                </a:cubicBezTo>
                <a:cubicBezTo>
                  <a:pt x="1571776" y="167853"/>
                  <a:pt x="1571261" y="168228"/>
                  <a:pt x="1570548" y="168545"/>
                </a:cubicBezTo>
                <a:cubicBezTo>
                  <a:pt x="1569835" y="168862"/>
                  <a:pt x="1568844" y="169100"/>
                  <a:pt x="1567576" y="169258"/>
                </a:cubicBezTo>
                <a:cubicBezTo>
                  <a:pt x="1566308" y="169417"/>
                  <a:pt x="1564684" y="169496"/>
                  <a:pt x="1562703" y="169496"/>
                </a:cubicBezTo>
                <a:cubicBezTo>
                  <a:pt x="1560801" y="169496"/>
                  <a:pt x="1559216" y="169417"/>
                  <a:pt x="1557948" y="169258"/>
                </a:cubicBezTo>
                <a:cubicBezTo>
                  <a:pt x="1556681" y="169100"/>
                  <a:pt x="1555670" y="168862"/>
                  <a:pt x="1554917" y="168545"/>
                </a:cubicBezTo>
                <a:cubicBezTo>
                  <a:pt x="1554165" y="168228"/>
                  <a:pt x="1553650" y="167852"/>
                  <a:pt x="1553372" y="167416"/>
                </a:cubicBezTo>
                <a:cubicBezTo>
                  <a:pt x="1553095" y="166980"/>
                  <a:pt x="1552956" y="166445"/>
                  <a:pt x="1552956" y="165811"/>
                </a:cubicBezTo>
                <a:lnTo>
                  <a:pt x="1552956" y="58836"/>
                </a:lnTo>
                <a:cubicBezTo>
                  <a:pt x="1552956" y="58202"/>
                  <a:pt x="1553075" y="57667"/>
                  <a:pt x="1553313" y="57232"/>
                </a:cubicBezTo>
                <a:cubicBezTo>
                  <a:pt x="1553551" y="56796"/>
                  <a:pt x="1554026" y="56400"/>
                  <a:pt x="1554739" y="56043"/>
                </a:cubicBezTo>
                <a:cubicBezTo>
                  <a:pt x="1555452" y="55686"/>
                  <a:pt x="1556364" y="55449"/>
                  <a:pt x="1557473" y="55330"/>
                </a:cubicBezTo>
                <a:cubicBezTo>
                  <a:pt x="1558582" y="55211"/>
                  <a:pt x="1560048" y="55152"/>
                  <a:pt x="1561871" y="55152"/>
                </a:cubicBezTo>
                <a:cubicBezTo>
                  <a:pt x="1563614" y="55152"/>
                  <a:pt x="1565060" y="55211"/>
                  <a:pt x="1566209" y="55330"/>
                </a:cubicBezTo>
                <a:cubicBezTo>
                  <a:pt x="1567358" y="55449"/>
                  <a:pt x="1568250" y="55686"/>
                  <a:pt x="1568884" y="56043"/>
                </a:cubicBezTo>
                <a:cubicBezTo>
                  <a:pt x="1569518" y="56400"/>
                  <a:pt x="1569973" y="56796"/>
                  <a:pt x="1570251" y="57232"/>
                </a:cubicBezTo>
                <a:cubicBezTo>
                  <a:pt x="1570528" y="57667"/>
                  <a:pt x="1570667" y="58202"/>
                  <a:pt x="1570667" y="58836"/>
                </a:cubicBezTo>
                <a:lnTo>
                  <a:pt x="1570667" y="72981"/>
                </a:lnTo>
                <a:cubicBezTo>
                  <a:pt x="1576689" y="66245"/>
                  <a:pt x="1582691" y="61312"/>
                  <a:pt x="1588674" y="58182"/>
                </a:cubicBezTo>
                <a:cubicBezTo>
                  <a:pt x="1594657" y="55052"/>
                  <a:pt x="1600699" y="53487"/>
                  <a:pt x="1606800" y="53487"/>
                </a:cubicBezTo>
                <a:cubicBezTo>
                  <a:pt x="1613932" y="53487"/>
                  <a:pt x="1619934" y="54696"/>
                  <a:pt x="1624808" y="57113"/>
                </a:cubicBezTo>
                <a:cubicBezTo>
                  <a:pt x="1629681" y="59530"/>
                  <a:pt x="1633623" y="62759"/>
                  <a:pt x="1636634" y="66800"/>
                </a:cubicBezTo>
                <a:cubicBezTo>
                  <a:pt x="1639646" y="70841"/>
                  <a:pt x="1641805" y="75576"/>
                  <a:pt x="1643112" y="81004"/>
                </a:cubicBezTo>
                <a:cubicBezTo>
                  <a:pt x="1644420" y="86432"/>
                  <a:pt x="1645074" y="92949"/>
                  <a:pt x="1645074" y="100556"/>
                </a:cubicBezTo>
                <a:lnTo>
                  <a:pt x="1645074" y="165811"/>
                </a:lnTo>
                <a:close/>
                <a:moveTo>
                  <a:pt x="1729295" y="108698"/>
                </a:moveTo>
                <a:cubicBezTo>
                  <a:pt x="1729295" y="111811"/>
                  <a:pt x="1728938" y="113967"/>
                  <a:pt x="1728225" y="115165"/>
                </a:cubicBezTo>
                <a:cubicBezTo>
                  <a:pt x="1727512" y="116361"/>
                  <a:pt x="1726482" y="116959"/>
                  <a:pt x="1725135" y="116959"/>
                </a:cubicBezTo>
                <a:lnTo>
                  <a:pt x="1675451" y="116959"/>
                </a:lnTo>
                <a:cubicBezTo>
                  <a:pt x="1674025" y="116959"/>
                  <a:pt x="1672955" y="116341"/>
                  <a:pt x="1672242" y="115106"/>
                </a:cubicBezTo>
                <a:cubicBezTo>
                  <a:pt x="1671528" y="113868"/>
                  <a:pt x="1671172" y="111732"/>
                  <a:pt x="1671172" y="108698"/>
                </a:cubicBezTo>
                <a:cubicBezTo>
                  <a:pt x="1671172" y="105665"/>
                  <a:pt x="1671528" y="103550"/>
                  <a:pt x="1672242" y="102354"/>
                </a:cubicBezTo>
                <a:cubicBezTo>
                  <a:pt x="1672955" y="101156"/>
                  <a:pt x="1674025" y="100556"/>
                  <a:pt x="1675451" y="100556"/>
                </a:cubicBezTo>
                <a:lnTo>
                  <a:pt x="1725135" y="100556"/>
                </a:lnTo>
                <a:cubicBezTo>
                  <a:pt x="1725769" y="100556"/>
                  <a:pt x="1726343" y="100677"/>
                  <a:pt x="1726858" y="100917"/>
                </a:cubicBezTo>
                <a:cubicBezTo>
                  <a:pt x="1727373" y="101154"/>
                  <a:pt x="1727809" y="101613"/>
                  <a:pt x="1728166" y="102291"/>
                </a:cubicBezTo>
                <a:cubicBezTo>
                  <a:pt x="1728522" y="102970"/>
                  <a:pt x="1728800" y="103828"/>
                  <a:pt x="1728998" y="104865"/>
                </a:cubicBezTo>
                <a:cubicBezTo>
                  <a:pt x="1729196" y="105903"/>
                  <a:pt x="1729295" y="107180"/>
                  <a:pt x="1729295" y="108698"/>
                </a:cubicBezTo>
                <a:close/>
                <a:moveTo>
                  <a:pt x="1836527" y="165930"/>
                </a:moveTo>
                <a:cubicBezTo>
                  <a:pt x="1836527" y="166881"/>
                  <a:pt x="1836210" y="167594"/>
                  <a:pt x="1835577" y="168070"/>
                </a:cubicBezTo>
                <a:cubicBezTo>
                  <a:pt x="1834943" y="168545"/>
                  <a:pt x="1834071" y="168902"/>
                  <a:pt x="1832962" y="169139"/>
                </a:cubicBezTo>
                <a:cubicBezTo>
                  <a:pt x="1831852" y="169377"/>
                  <a:pt x="1830228" y="169496"/>
                  <a:pt x="1828088" y="169496"/>
                </a:cubicBezTo>
                <a:cubicBezTo>
                  <a:pt x="1826028" y="169496"/>
                  <a:pt x="1824384" y="169377"/>
                  <a:pt x="1823156" y="169139"/>
                </a:cubicBezTo>
                <a:cubicBezTo>
                  <a:pt x="1821927" y="168902"/>
                  <a:pt x="1821036" y="168545"/>
                  <a:pt x="1820481" y="168070"/>
                </a:cubicBezTo>
                <a:cubicBezTo>
                  <a:pt x="1819926" y="167594"/>
                  <a:pt x="1819649" y="166881"/>
                  <a:pt x="1819649" y="165930"/>
                </a:cubicBezTo>
                <a:lnTo>
                  <a:pt x="1819649" y="155233"/>
                </a:lnTo>
                <a:cubicBezTo>
                  <a:pt x="1814974" y="160225"/>
                  <a:pt x="1809764" y="164127"/>
                  <a:pt x="1804019" y="166940"/>
                </a:cubicBezTo>
                <a:cubicBezTo>
                  <a:pt x="1798274" y="169753"/>
                  <a:pt x="1792192" y="171160"/>
                  <a:pt x="1785774" y="171160"/>
                </a:cubicBezTo>
                <a:cubicBezTo>
                  <a:pt x="1780148" y="171160"/>
                  <a:pt x="1775056" y="170423"/>
                  <a:pt x="1770500" y="168950"/>
                </a:cubicBezTo>
                <a:cubicBezTo>
                  <a:pt x="1765944" y="167476"/>
                  <a:pt x="1762061" y="165346"/>
                  <a:pt x="1758852" y="162557"/>
                </a:cubicBezTo>
                <a:cubicBezTo>
                  <a:pt x="1755642" y="159769"/>
                  <a:pt x="1753146" y="156344"/>
                  <a:pt x="1751363" y="152283"/>
                </a:cubicBezTo>
                <a:cubicBezTo>
                  <a:pt x="1749581" y="148220"/>
                  <a:pt x="1748689" y="143599"/>
                  <a:pt x="1748689" y="138421"/>
                </a:cubicBezTo>
                <a:cubicBezTo>
                  <a:pt x="1748689" y="132367"/>
                  <a:pt x="1749917" y="127110"/>
                  <a:pt x="1752374" y="122650"/>
                </a:cubicBezTo>
                <a:cubicBezTo>
                  <a:pt x="1754830" y="118190"/>
                  <a:pt x="1758356" y="114487"/>
                  <a:pt x="1762952" y="111540"/>
                </a:cubicBezTo>
                <a:cubicBezTo>
                  <a:pt x="1767548" y="108591"/>
                  <a:pt x="1773174" y="106379"/>
                  <a:pt x="1779831" y="104906"/>
                </a:cubicBezTo>
                <a:cubicBezTo>
                  <a:pt x="1786487" y="103433"/>
                  <a:pt x="1793975" y="102696"/>
                  <a:pt x="1802295" y="102696"/>
                </a:cubicBezTo>
                <a:lnTo>
                  <a:pt x="1817034" y="102696"/>
                </a:lnTo>
                <a:lnTo>
                  <a:pt x="1817034" y="94435"/>
                </a:lnTo>
                <a:cubicBezTo>
                  <a:pt x="1817034" y="90344"/>
                  <a:pt x="1816598" y="86725"/>
                  <a:pt x="1815727" y="83578"/>
                </a:cubicBezTo>
                <a:cubicBezTo>
                  <a:pt x="1814855" y="80431"/>
                  <a:pt x="1813449" y="77814"/>
                  <a:pt x="1811507" y="75729"/>
                </a:cubicBezTo>
                <a:cubicBezTo>
                  <a:pt x="1809566" y="73644"/>
                  <a:pt x="1807050" y="72071"/>
                  <a:pt x="1803959" y="71008"/>
                </a:cubicBezTo>
                <a:cubicBezTo>
                  <a:pt x="1800869" y="69946"/>
                  <a:pt x="1797066" y="69415"/>
                  <a:pt x="1792549" y="69415"/>
                </a:cubicBezTo>
                <a:cubicBezTo>
                  <a:pt x="1787715" y="69415"/>
                  <a:pt x="1783377" y="69983"/>
                  <a:pt x="1779534" y="71120"/>
                </a:cubicBezTo>
                <a:cubicBezTo>
                  <a:pt x="1775690" y="72256"/>
                  <a:pt x="1772323" y="73511"/>
                  <a:pt x="1769430" y="74882"/>
                </a:cubicBezTo>
                <a:cubicBezTo>
                  <a:pt x="1766538" y="76254"/>
                  <a:pt x="1764121" y="77509"/>
                  <a:pt x="1762180" y="78645"/>
                </a:cubicBezTo>
                <a:cubicBezTo>
                  <a:pt x="1760238" y="79782"/>
                  <a:pt x="1758792" y="80350"/>
                  <a:pt x="1757841" y="80350"/>
                </a:cubicBezTo>
                <a:cubicBezTo>
                  <a:pt x="1757207" y="80350"/>
                  <a:pt x="1756653" y="80192"/>
                  <a:pt x="1756177" y="79875"/>
                </a:cubicBezTo>
                <a:cubicBezTo>
                  <a:pt x="1755702" y="79558"/>
                  <a:pt x="1755286" y="79082"/>
                  <a:pt x="1754929" y="78448"/>
                </a:cubicBezTo>
                <a:cubicBezTo>
                  <a:pt x="1754573" y="77814"/>
                  <a:pt x="1754315" y="77002"/>
                  <a:pt x="1754157" y="76012"/>
                </a:cubicBezTo>
                <a:cubicBezTo>
                  <a:pt x="1753998" y="75021"/>
                  <a:pt x="1753919" y="73932"/>
                  <a:pt x="1753919" y="72743"/>
                </a:cubicBezTo>
                <a:cubicBezTo>
                  <a:pt x="1753919" y="70762"/>
                  <a:pt x="1754058" y="69197"/>
                  <a:pt x="1754335" y="68048"/>
                </a:cubicBezTo>
                <a:cubicBezTo>
                  <a:pt x="1754612" y="66899"/>
                  <a:pt x="1755286" y="65809"/>
                  <a:pt x="1756356" y="64779"/>
                </a:cubicBezTo>
                <a:cubicBezTo>
                  <a:pt x="1757425" y="63749"/>
                  <a:pt x="1759268" y="62549"/>
                  <a:pt x="1761883" y="61180"/>
                </a:cubicBezTo>
                <a:cubicBezTo>
                  <a:pt x="1764498" y="59808"/>
                  <a:pt x="1767509" y="58555"/>
                  <a:pt x="1770916" y="57421"/>
                </a:cubicBezTo>
                <a:cubicBezTo>
                  <a:pt x="1774323" y="56287"/>
                  <a:pt x="1778048" y="55348"/>
                  <a:pt x="1782089" y="54606"/>
                </a:cubicBezTo>
                <a:cubicBezTo>
                  <a:pt x="1786130" y="53860"/>
                  <a:pt x="1790211" y="53487"/>
                  <a:pt x="1794332" y="53487"/>
                </a:cubicBezTo>
                <a:cubicBezTo>
                  <a:pt x="1802018" y="53487"/>
                  <a:pt x="1808555" y="54359"/>
                  <a:pt x="1813944" y="56102"/>
                </a:cubicBezTo>
                <a:cubicBezTo>
                  <a:pt x="1819332" y="57846"/>
                  <a:pt x="1823690" y="60401"/>
                  <a:pt x="1827019" y="63769"/>
                </a:cubicBezTo>
                <a:cubicBezTo>
                  <a:pt x="1830347" y="67137"/>
                  <a:pt x="1832763" y="71317"/>
                  <a:pt x="1834269" y="76309"/>
                </a:cubicBezTo>
                <a:cubicBezTo>
                  <a:pt x="1835775" y="81301"/>
                  <a:pt x="1836527" y="87125"/>
                  <a:pt x="1836527" y="93781"/>
                </a:cubicBezTo>
                <a:lnTo>
                  <a:pt x="1836527" y="165930"/>
                </a:lnTo>
                <a:moveTo>
                  <a:pt x="1817034" y="116959"/>
                </a:moveTo>
                <a:lnTo>
                  <a:pt x="1800275" y="116959"/>
                </a:lnTo>
                <a:cubicBezTo>
                  <a:pt x="1794886" y="116959"/>
                  <a:pt x="1790211" y="117416"/>
                  <a:pt x="1786249" y="118330"/>
                </a:cubicBezTo>
                <a:cubicBezTo>
                  <a:pt x="1782287" y="119244"/>
                  <a:pt x="1778999" y="120596"/>
                  <a:pt x="1776384" y="122386"/>
                </a:cubicBezTo>
                <a:cubicBezTo>
                  <a:pt x="1773769" y="124174"/>
                  <a:pt x="1771847" y="126320"/>
                  <a:pt x="1770619" y="128823"/>
                </a:cubicBezTo>
                <a:cubicBezTo>
                  <a:pt x="1769391" y="131327"/>
                  <a:pt x="1768777" y="134208"/>
                  <a:pt x="1768777" y="137467"/>
                </a:cubicBezTo>
                <a:cubicBezTo>
                  <a:pt x="1768777" y="143031"/>
                  <a:pt x="1770540" y="147462"/>
                  <a:pt x="1774066" y="150760"/>
                </a:cubicBezTo>
                <a:cubicBezTo>
                  <a:pt x="1777592" y="154059"/>
                  <a:pt x="1782525" y="155708"/>
                  <a:pt x="1788864" y="155708"/>
                </a:cubicBezTo>
                <a:cubicBezTo>
                  <a:pt x="1794015" y="155708"/>
                  <a:pt x="1798789" y="154397"/>
                  <a:pt x="1803187" y="151774"/>
                </a:cubicBezTo>
                <a:cubicBezTo>
                  <a:pt x="1807585" y="149152"/>
                  <a:pt x="1812200" y="145138"/>
                  <a:pt x="1817034" y="139732"/>
                </a:cubicBezTo>
                <a:lnTo>
                  <a:pt x="1817034" y="116959"/>
                </a:lnTo>
                <a:close/>
                <a:moveTo>
                  <a:pt x="2022339" y="58598"/>
                </a:moveTo>
                <a:cubicBezTo>
                  <a:pt x="2022339" y="59153"/>
                  <a:pt x="2022260" y="59827"/>
                  <a:pt x="2022101" y="60619"/>
                </a:cubicBezTo>
                <a:cubicBezTo>
                  <a:pt x="2021943" y="61412"/>
                  <a:pt x="2021666" y="62402"/>
                  <a:pt x="2021269" y="63591"/>
                </a:cubicBezTo>
                <a:lnTo>
                  <a:pt x="1989771" y="165217"/>
                </a:lnTo>
                <a:cubicBezTo>
                  <a:pt x="1989533" y="166089"/>
                  <a:pt x="1989157" y="166802"/>
                  <a:pt x="1988642" y="167356"/>
                </a:cubicBezTo>
                <a:cubicBezTo>
                  <a:pt x="1988127" y="167911"/>
                  <a:pt x="1987414" y="168347"/>
                  <a:pt x="1986503" y="168664"/>
                </a:cubicBezTo>
                <a:cubicBezTo>
                  <a:pt x="1985591" y="168981"/>
                  <a:pt x="1984343" y="169199"/>
                  <a:pt x="1982758" y="169318"/>
                </a:cubicBezTo>
                <a:cubicBezTo>
                  <a:pt x="1981174" y="169436"/>
                  <a:pt x="1979193" y="169496"/>
                  <a:pt x="1976815" y="169496"/>
                </a:cubicBezTo>
                <a:cubicBezTo>
                  <a:pt x="1974359" y="169496"/>
                  <a:pt x="1972299" y="169417"/>
                  <a:pt x="1970635" y="169258"/>
                </a:cubicBezTo>
                <a:cubicBezTo>
                  <a:pt x="1968971" y="169100"/>
                  <a:pt x="1967643" y="168862"/>
                  <a:pt x="1966653" y="168545"/>
                </a:cubicBezTo>
                <a:cubicBezTo>
                  <a:pt x="1965662" y="168228"/>
                  <a:pt x="1964929" y="167792"/>
                  <a:pt x="1964454" y="167237"/>
                </a:cubicBezTo>
                <a:cubicBezTo>
                  <a:pt x="1963978" y="166683"/>
                  <a:pt x="1963622" y="166009"/>
                  <a:pt x="1963384" y="165217"/>
                </a:cubicBezTo>
                <a:lnTo>
                  <a:pt x="1940919" y="87601"/>
                </a:lnTo>
                <a:lnTo>
                  <a:pt x="1940682" y="86531"/>
                </a:lnTo>
                <a:lnTo>
                  <a:pt x="1940444" y="87601"/>
                </a:lnTo>
                <a:lnTo>
                  <a:pt x="1919643" y="165217"/>
                </a:lnTo>
                <a:cubicBezTo>
                  <a:pt x="1919405" y="166089"/>
                  <a:pt x="1919029" y="166802"/>
                  <a:pt x="1918514" y="167356"/>
                </a:cubicBezTo>
                <a:cubicBezTo>
                  <a:pt x="1917999" y="167911"/>
                  <a:pt x="1917226" y="168347"/>
                  <a:pt x="1916196" y="168664"/>
                </a:cubicBezTo>
                <a:cubicBezTo>
                  <a:pt x="1915166" y="168981"/>
                  <a:pt x="1913839" y="169199"/>
                  <a:pt x="1912214" y="169318"/>
                </a:cubicBezTo>
                <a:cubicBezTo>
                  <a:pt x="1910590" y="169436"/>
                  <a:pt x="1908589" y="169496"/>
                  <a:pt x="1906212" y="169496"/>
                </a:cubicBezTo>
                <a:cubicBezTo>
                  <a:pt x="1903755" y="169496"/>
                  <a:pt x="1901755" y="169417"/>
                  <a:pt x="1900209" y="169258"/>
                </a:cubicBezTo>
                <a:cubicBezTo>
                  <a:pt x="1898664" y="169100"/>
                  <a:pt x="1897396" y="168862"/>
                  <a:pt x="1896406" y="168545"/>
                </a:cubicBezTo>
                <a:cubicBezTo>
                  <a:pt x="1895415" y="168228"/>
                  <a:pt x="1894682" y="167792"/>
                  <a:pt x="1894207" y="167237"/>
                </a:cubicBezTo>
                <a:cubicBezTo>
                  <a:pt x="1893731" y="166683"/>
                  <a:pt x="1893375" y="166009"/>
                  <a:pt x="1893137" y="165217"/>
                </a:cubicBezTo>
                <a:lnTo>
                  <a:pt x="1861877" y="63591"/>
                </a:lnTo>
                <a:cubicBezTo>
                  <a:pt x="1861480" y="62402"/>
                  <a:pt x="1861203" y="61412"/>
                  <a:pt x="1861045" y="60619"/>
                </a:cubicBezTo>
                <a:cubicBezTo>
                  <a:pt x="1860886" y="59827"/>
                  <a:pt x="1860807" y="59153"/>
                  <a:pt x="1860807" y="58598"/>
                </a:cubicBezTo>
                <a:cubicBezTo>
                  <a:pt x="1860807" y="57885"/>
                  <a:pt x="1860965" y="57311"/>
                  <a:pt x="1861282" y="56875"/>
                </a:cubicBezTo>
                <a:cubicBezTo>
                  <a:pt x="1861599" y="56439"/>
                  <a:pt x="1862134" y="56083"/>
                  <a:pt x="1862887" y="55805"/>
                </a:cubicBezTo>
                <a:cubicBezTo>
                  <a:pt x="1863640" y="55528"/>
                  <a:pt x="1864650" y="55350"/>
                  <a:pt x="1865918" y="55270"/>
                </a:cubicBezTo>
                <a:cubicBezTo>
                  <a:pt x="1867186" y="55191"/>
                  <a:pt x="1868731" y="55152"/>
                  <a:pt x="1870554" y="55152"/>
                </a:cubicBezTo>
                <a:cubicBezTo>
                  <a:pt x="1872772" y="55152"/>
                  <a:pt x="1874555" y="55211"/>
                  <a:pt x="1875902" y="55330"/>
                </a:cubicBezTo>
                <a:cubicBezTo>
                  <a:pt x="1877249" y="55449"/>
                  <a:pt x="1878280" y="55647"/>
                  <a:pt x="1878993" y="55924"/>
                </a:cubicBezTo>
                <a:cubicBezTo>
                  <a:pt x="1879706" y="56201"/>
                  <a:pt x="1880221" y="56598"/>
                  <a:pt x="1880538" y="57113"/>
                </a:cubicBezTo>
                <a:cubicBezTo>
                  <a:pt x="1880855" y="57625"/>
                  <a:pt x="1881132" y="58238"/>
                  <a:pt x="1881370" y="58951"/>
                </a:cubicBezTo>
                <a:lnTo>
                  <a:pt x="1907163" y="147031"/>
                </a:lnTo>
                <a:lnTo>
                  <a:pt x="1907400" y="148101"/>
                </a:lnTo>
                <a:lnTo>
                  <a:pt x="1907638" y="147031"/>
                </a:lnTo>
                <a:lnTo>
                  <a:pt x="1931292" y="58951"/>
                </a:lnTo>
                <a:cubicBezTo>
                  <a:pt x="1931450" y="58238"/>
                  <a:pt x="1931708" y="57625"/>
                  <a:pt x="1932064" y="57113"/>
                </a:cubicBezTo>
                <a:cubicBezTo>
                  <a:pt x="1932421" y="56598"/>
                  <a:pt x="1932956" y="56201"/>
                  <a:pt x="1933669" y="55924"/>
                </a:cubicBezTo>
                <a:cubicBezTo>
                  <a:pt x="1934382" y="55647"/>
                  <a:pt x="1935353" y="55449"/>
                  <a:pt x="1936581" y="55330"/>
                </a:cubicBezTo>
                <a:cubicBezTo>
                  <a:pt x="1937809" y="55211"/>
                  <a:pt x="1939414" y="55152"/>
                  <a:pt x="1941395" y="55152"/>
                </a:cubicBezTo>
                <a:cubicBezTo>
                  <a:pt x="1943297" y="55152"/>
                  <a:pt x="1944862" y="55211"/>
                  <a:pt x="1946090" y="55330"/>
                </a:cubicBezTo>
                <a:cubicBezTo>
                  <a:pt x="1947318" y="55449"/>
                  <a:pt x="1948289" y="55647"/>
                  <a:pt x="1949002" y="55924"/>
                </a:cubicBezTo>
                <a:cubicBezTo>
                  <a:pt x="1949715" y="56201"/>
                  <a:pt x="1950230" y="56578"/>
                  <a:pt x="1950547" y="57053"/>
                </a:cubicBezTo>
                <a:cubicBezTo>
                  <a:pt x="1950864" y="57526"/>
                  <a:pt x="1951102" y="58080"/>
                  <a:pt x="1951260" y="58714"/>
                </a:cubicBezTo>
                <a:lnTo>
                  <a:pt x="1976815" y="147031"/>
                </a:lnTo>
                <a:lnTo>
                  <a:pt x="1977053" y="148101"/>
                </a:lnTo>
                <a:lnTo>
                  <a:pt x="1977172" y="147031"/>
                </a:lnTo>
                <a:lnTo>
                  <a:pt x="2002608" y="58951"/>
                </a:lnTo>
                <a:cubicBezTo>
                  <a:pt x="2002767" y="58238"/>
                  <a:pt x="2003024" y="57625"/>
                  <a:pt x="2003381" y="57113"/>
                </a:cubicBezTo>
                <a:cubicBezTo>
                  <a:pt x="2003737" y="56598"/>
                  <a:pt x="2004292" y="56201"/>
                  <a:pt x="2005045" y="55924"/>
                </a:cubicBezTo>
                <a:cubicBezTo>
                  <a:pt x="2005798" y="55647"/>
                  <a:pt x="2006828" y="55449"/>
                  <a:pt x="2008135" y="55330"/>
                </a:cubicBezTo>
                <a:cubicBezTo>
                  <a:pt x="2009443" y="55211"/>
                  <a:pt x="2011127" y="55152"/>
                  <a:pt x="2013187" y="55152"/>
                </a:cubicBezTo>
                <a:cubicBezTo>
                  <a:pt x="2015089" y="55152"/>
                  <a:pt x="2016614" y="55191"/>
                  <a:pt x="2017763" y="55270"/>
                </a:cubicBezTo>
                <a:cubicBezTo>
                  <a:pt x="2018912" y="55350"/>
                  <a:pt x="2019823" y="55548"/>
                  <a:pt x="2020497" y="55865"/>
                </a:cubicBezTo>
                <a:cubicBezTo>
                  <a:pt x="2021170" y="56182"/>
                  <a:pt x="2021646" y="56538"/>
                  <a:pt x="2021923" y="56934"/>
                </a:cubicBezTo>
                <a:cubicBezTo>
                  <a:pt x="2022200" y="57331"/>
                  <a:pt x="2022339" y="57885"/>
                  <a:pt x="2022339" y="58598"/>
                </a:cubicBezTo>
                <a:close/>
                <a:moveTo>
                  <a:pt x="2128030" y="165930"/>
                </a:moveTo>
                <a:cubicBezTo>
                  <a:pt x="2128030" y="166881"/>
                  <a:pt x="2127713" y="167594"/>
                  <a:pt x="2127079" y="168070"/>
                </a:cubicBezTo>
                <a:cubicBezTo>
                  <a:pt x="2126445" y="168545"/>
                  <a:pt x="2125573" y="168902"/>
                  <a:pt x="2124464" y="169139"/>
                </a:cubicBezTo>
                <a:cubicBezTo>
                  <a:pt x="2123355" y="169377"/>
                  <a:pt x="2121730" y="169496"/>
                  <a:pt x="2119591" y="169496"/>
                </a:cubicBezTo>
                <a:cubicBezTo>
                  <a:pt x="2117530" y="169496"/>
                  <a:pt x="2115886" y="169377"/>
                  <a:pt x="2114658" y="169139"/>
                </a:cubicBezTo>
                <a:cubicBezTo>
                  <a:pt x="2113430" y="168902"/>
                  <a:pt x="2112538" y="168545"/>
                  <a:pt x="2111984" y="168070"/>
                </a:cubicBezTo>
                <a:cubicBezTo>
                  <a:pt x="2111429" y="167594"/>
                  <a:pt x="2111152" y="166881"/>
                  <a:pt x="2111152" y="165930"/>
                </a:cubicBezTo>
                <a:lnTo>
                  <a:pt x="2111152" y="155233"/>
                </a:lnTo>
                <a:cubicBezTo>
                  <a:pt x="2106476" y="160225"/>
                  <a:pt x="2101266" y="164127"/>
                  <a:pt x="2095521" y="166940"/>
                </a:cubicBezTo>
                <a:cubicBezTo>
                  <a:pt x="2089776" y="169753"/>
                  <a:pt x="2083695" y="171160"/>
                  <a:pt x="2077276" y="171160"/>
                </a:cubicBezTo>
                <a:cubicBezTo>
                  <a:pt x="2071650" y="171160"/>
                  <a:pt x="2066559" y="170423"/>
                  <a:pt x="2062003" y="168950"/>
                </a:cubicBezTo>
                <a:cubicBezTo>
                  <a:pt x="2057446" y="167476"/>
                  <a:pt x="2053563" y="165346"/>
                  <a:pt x="2050354" y="162557"/>
                </a:cubicBezTo>
                <a:cubicBezTo>
                  <a:pt x="2047145" y="159769"/>
                  <a:pt x="2044649" y="156344"/>
                  <a:pt x="2042866" y="152283"/>
                </a:cubicBezTo>
                <a:cubicBezTo>
                  <a:pt x="2041083" y="148220"/>
                  <a:pt x="2040192" y="143599"/>
                  <a:pt x="2040192" y="138421"/>
                </a:cubicBezTo>
                <a:cubicBezTo>
                  <a:pt x="2040192" y="132367"/>
                  <a:pt x="2041420" y="127110"/>
                  <a:pt x="2043876" y="122650"/>
                </a:cubicBezTo>
                <a:cubicBezTo>
                  <a:pt x="2046333" y="118190"/>
                  <a:pt x="2049859" y="114487"/>
                  <a:pt x="2054455" y="111540"/>
                </a:cubicBezTo>
                <a:cubicBezTo>
                  <a:pt x="2059051" y="108591"/>
                  <a:pt x="2064677" y="106379"/>
                  <a:pt x="2071333" y="104906"/>
                </a:cubicBezTo>
                <a:cubicBezTo>
                  <a:pt x="2077989" y="103433"/>
                  <a:pt x="2085478" y="102696"/>
                  <a:pt x="2093798" y="102696"/>
                </a:cubicBezTo>
                <a:lnTo>
                  <a:pt x="2108537" y="102696"/>
                </a:lnTo>
                <a:lnTo>
                  <a:pt x="2108537" y="94435"/>
                </a:lnTo>
                <a:cubicBezTo>
                  <a:pt x="2108537" y="90344"/>
                  <a:pt x="2108101" y="86725"/>
                  <a:pt x="2107229" y="83578"/>
                </a:cubicBezTo>
                <a:cubicBezTo>
                  <a:pt x="2106358" y="80431"/>
                  <a:pt x="2104951" y="77814"/>
                  <a:pt x="2103010" y="75729"/>
                </a:cubicBezTo>
                <a:cubicBezTo>
                  <a:pt x="2101068" y="73644"/>
                  <a:pt x="2098552" y="72071"/>
                  <a:pt x="2095462" y="71008"/>
                </a:cubicBezTo>
                <a:cubicBezTo>
                  <a:pt x="2092372" y="69946"/>
                  <a:pt x="2088568" y="69415"/>
                  <a:pt x="2084051" y="69415"/>
                </a:cubicBezTo>
                <a:cubicBezTo>
                  <a:pt x="2079218" y="69415"/>
                  <a:pt x="2074879" y="69983"/>
                  <a:pt x="2071036" y="71120"/>
                </a:cubicBezTo>
                <a:cubicBezTo>
                  <a:pt x="2067193" y="72256"/>
                  <a:pt x="2063825" y="73511"/>
                  <a:pt x="2060933" y="74882"/>
                </a:cubicBezTo>
                <a:cubicBezTo>
                  <a:pt x="2058040" y="76254"/>
                  <a:pt x="2055624" y="77509"/>
                  <a:pt x="2053682" y="78645"/>
                </a:cubicBezTo>
                <a:cubicBezTo>
                  <a:pt x="2051741" y="79782"/>
                  <a:pt x="2050295" y="80350"/>
                  <a:pt x="2049344" y="80350"/>
                </a:cubicBezTo>
                <a:cubicBezTo>
                  <a:pt x="2048710" y="80350"/>
                  <a:pt x="2048155" y="80192"/>
                  <a:pt x="2047680" y="79875"/>
                </a:cubicBezTo>
                <a:cubicBezTo>
                  <a:pt x="2047204" y="79558"/>
                  <a:pt x="2046788" y="79082"/>
                  <a:pt x="2046432" y="78448"/>
                </a:cubicBezTo>
                <a:cubicBezTo>
                  <a:pt x="2046075" y="77814"/>
                  <a:pt x="2045818" y="77002"/>
                  <a:pt x="2045659" y="76012"/>
                </a:cubicBezTo>
                <a:cubicBezTo>
                  <a:pt x="2045501" y="75021"/>
                  <a:pt x="2045421" y="73932"/>
                  <a:pt x="2045421" y="72743"/>
                </a:cubicBezTo>
                <a:cubicBezTo>
                  <a:pt x="2045421" y="70762"/>
                  <a:pt x="2045560" y="69197"/>
                  <a:pt x="2045837" y="68048"/>
                </a:cubicBezTo>
                <a:cubicBezTo>
                  <a:pt x="2046115" y="66899"/>
                  <a:pt x="2046788" y="65809"/>
                  <a:pt x="2047858" y="64779"/>
                </a:cubicBezTo>
                <a:cubicBezTo>
                  <a:pt x="2048928" y="63749"/>
                  <a:pt x="2050770" y="62549"/>
                  <a:pt x="2053385" y="61180"/>
                </a:cubicBezTo>
                <a:cubicBezTo>
                  <a:pt x="2056000" y="59808"/>
                  <a:pt x="2059011" y="58555"/>
                  <a:pt x="2062419" y="57421"/>
                </a:cubicBezTo>
                <a:cubicBezTo>
                  <a:pt x="2065826" y="56287"/>
                  <a:pt x="2069550" y="55348"/>
                  <a:pt x="2073591" y="54606"/>
                </a:cubicBezTo>
                <a:cubicBezTo>
                  <a:pt x="2077633" y="53860"/>
                  <a:pt x="2081714" y="53487"/>
                  <a:pt x="2085834" y="53487"/>
                </a:cubicBezTo>
                <a:cubicBezTo>
                  <a:pt x="2093521" y="53487"/>
                  <a:pt x="2100058" y="54359"/>
                  <a:pt x="2105446" y="56102"/>
                </a:cubicBezTo>
                <a:cubicBezTo>
                  <a:pt x="2110835" y="57846"/>
                  <a:pt x="2115193" y="60401"/>
                  <a:pt x="2118521" y="63769"/>
                </a:cubicBezTo>
                <a:cubicBezTo>
                  <a:pt x="2121849" y="67137"/>
                  <a:pt x="2124266" y="71317"/>
                  <a:pt x="2125771" y="76309"/>
                </a:cubicBezTo>
                <a:cubicBezTo>
                  <a:pt x="2127277" y="81301"/>
                  <a:pt x="2128030" y="87125"/>
                  <a:pt x="2128030" y="93781"/>
                </a:cubicBezTo>
                <a:lnTo>
                  <a:pt x="2128030" y="165930"/>
                </a:lnTo>
                <a:moveTo>
                  <a:pt x="2108537" y="116959"/>
                </a:moveTo>
                <a:lnTo>
                  <a:pt x="2091777" y="116959"/>
                </a:lnTo>
                <a:cubicBezTo>
                  <a:pt x="2086389" y="116959"/>
                  <a:pt x="2081714" y="117416"/>
                  <a:pt x="2077752" y="118330"/>
                </a:cubicBezTo>
                <a:cubicBezTo>
                  <a:pt x="2073790" y="119244"/>
                  <a:pt x="2070501" y="120596"/>
                  <a:pt x="2067886" y="122386"/>
                </a:cubicBezTo>
                <a:cubicBezTo>
                  <a:pt x="2065271" y="124174"/>
                  <a:pt x="2063350" y="126320"/>
                  <a:pt x="2062121" y="128823"/>
                </a:cubicBezTo>
                <a:cubicBezTo>
                  <a:pt x="2060893" y="131327"/>
                  <a:pt x="2060279" y="134208"/>
                  <a:pt x="2060279" y="137467"/>
                </a:cubicBezTo>
                <a:cubicBezTo>
                  <a:pt x="2060279" y="143031"/>
                  <a:pt x="2062042" y="147462"/>
                  <a:pt x="2065568" y="150760"/>
                </a:cubicBezTo>
                <a:cubicBezTo>
                  <a:pt x="2069095" y="154059"/>
                  <a:pt x="2074027" y="155708"/>
                  <a:pt x="2080367" y="155708"/>
                </a:cubicBezTo>
                <a:cubicBezTo>
                  <a:pt x="2085517" y="155708"/>
                  <a:pt x="2090291" y="154397"/>
                  <a:pt x="2094689" y="151774"/>
                </a:cubicBezTo>
                <a:cubicBezTo>
                  <a:pt x="2099087" y="149152"/>
                  <a:pt x="2103703" y="145138"/>
                  <a:pt x="2108537" y="139732"/>
                </a:cubicBezTo>
                <a:lnTo>
                  <a:pt x="2108537" y="116959"/>
                </a:lnTo>
                <a:close/>
                <a:moveTo>
                  <a:pt x="2226716" y="65849"/>
                </a:moveTo>
                <a:cubicBezTo>
                  <a:pt x="2226716" y="67592"/>
                  <a:pt x="2226677" y="69058"/>
                  <a:pt x="2226598" y="70247"/>
                </a:cubicBezTo>
                <a:cubicBezTo>
                  <a:pt x="2226518" y="71435"/>
                  <a:pt x="2226360" y="72367"/>
                  <a:pt x="2226122" y="73040"/>
                </a:cubicBezTo>
                <a:cubicBezTo>
                  <a:pt x="2225884" y="73714"/>
                  <a:pt x="2225587" y="74229"/>
                  <a:pt x="2225231" y="74585"/>
                </a:cubicBezTo>
                <a:cubicBezTo>
                  <a:pt x="2224874" y="74942"/>
                  <a:pt x="2224379" y="75120"/>
                  <a:pt x="2223745" y="75120"/>
                </a:cubicBezTo>
                <a:cubicBezTo>
                  <a:pt x="2223111" y="75120"/>
                  <a:pt x="2222338" y="74942"/>
                  <a:pt x="2221427" y="74585"/>
                </a:cubicBezTo>
                <a:cubicBezTo>
                  <a:pt x="2220516" y="74229"/>
                  <a:pt x="2219486" y="73872"/>
                  <a:pt x="2218337" y="73516"/>
                </a:cubicBezTo>
                <a:cubicBezTo>
                  <a:pt x="2217188" y="73159"/>
                  <a:pt x="2215900" y="72822"/>
                  <a:pt x="2214474" y="72505"/>
                </a:cubicBezTo>
                <a:cubicBezTo>
                  <a:pt x="2213047" y="72188"/>
                  <a:pt x="2211502" y="72030"/>
                  <a:pt x="2209838" y="72030"/>
                </a:cubicBezTo>
                <a:cubicBezTo>
                  <a:pt x="2207857" y="72030"/>
                  <a:pt x="2205916" y="72426"/>
                  <a:pt x="2204014" y="73218"/>
                </a:cubicBezTo>
                <a:cubicBezTo>
                  <a:pt x="2202112" y="74011"/>
                  <a:pt x="2200111" y="75318"/>
                  <a:pt x="2198011" y="77141"/>
                </a:cubicBezTo>
                <a:cubicBezTo>
                  <a:pt x="2195912" y="78963"/>
                  <a:pt x="2193713" y="81380"/>
                  <a:pt x="2191415" y="84391"/>
                </a:cubicBezTo>
                <a:cubicBezTo>
                  <a:pt x="2189117" y="87402"/>
                  <a:pt x="2186581" y="91087"/>
                  <a:pt x="2183808" y="95445"/>
                </a:cubicBezTo>
                <a:lnTo>
                  <a:pt x="2183808" y="165811"/>
                </a:lnTo>
                <a:cubicBezTo>
                  <a:pt x="2183808" y="166445"/>
                  <a:pt x="2183649" y="166980"/>
                  <a:pt x="2183332" y="167416"/>
                </a:cubicBezTo>
                <a:cubicBezTo>
                  <a:pt x="2183015" y="167852"/>
                  <a:pt x="2182500" y="168228"/>
                  <a:pt x="2181787" y="168545"/>
                </a:cubicBezTo>
                <a:cubicBezTo>
                  <a:pt x="2181074" y="168862"/>
                  <a:pt x="2180083" y="169100"/>
                  <a:pt x="2178815" y="169258"/>
                </a:cubicBezTo>
                <a:cubicBezTo>
                  <a:pt x="2177548" y="169417"/>
                  <a:pt x="2175923" y="169496"/>
                  <a:pt x="2173942" y="169496"/>
                </a:cubicBezTo>
                <a:cubicBezTo>
                  <a:pt x="2172040" y="169496"/>
                  <a:pt x="2170456" y="169417"/>
                  <a:pt x="2169188" y="169258"/>
                </a:cubicBezTo>
                <a:cubicBezTo>
                  <a:pt x="2167920" y="169100"/>
                  <a:pt x="2166909" y="168862"/>
                  <a:pt x="2166157" y="168545"/>
                </a:cubicBezTo>
                <a:cubicBezTo>
                  <a:pt x="2165404" y="168228"/>
                  <a:pt x="2164889" y="167852"/>
                  <a:pt x="2164612" y="167416"/>
                </a:cubicBezTo>
                <a:cubicBezTo>
                  <a:pt x="2164334" y="166980"/>
                  <a:pt x="2164195" y="166445"/>
                  <a:pt x="2164195" y="165811"/>
                </a:cubicBezTo>
                <a:lnTo>
                  <a:pt x="2164195" y="58836"/>
                </a:lnTo>
                <a:cubicBezTo>
                  <a:pt x="2164195" y="58202"/>
                  <a:pt x="2164314" y="57667"/>
                  <a:pt x="2164552" y="57232"/>
                </a:cubicBezTo>
                <a:cubicBezTo>
                  <a:pt x="2164790" y="56796"/>
                  <a:pt x="2165265" y="56400"/>
                  <a:pt x="2165978" y="56043"/>
                </a:cubicBezTo>
                <a:cubicBezTo>
                  <a:pt x="2166692" y="55686"/>
                  <a:pt x="2167603" y="55449"/>
                  <a:pt x="2168712" y="55330"/>
                </a:cubicBezTo>
                <a:cubicBezTo>
                  <a:pt x="2169822" y="55211"/>
                  <a:pt x="2171288" y="55152"/>
                  <a:pt x="2173110" y="55152"/>
                </a:cubicBezTo>
                <a:cubicBezTo>
                  <a:pt x="2174853" y="55152"/>
                  <a:pt x="2176300" y="55211"/>
                  <a:pt x="2177448" y="55330"/>
                </a:cubicBezTo>
                <a:cubicBezTo>
                  <a:pt x="2178597" y="55449"/>
                  <a:pt x="2179489" y="55686"/>
                  <a:pt x="2180123" y="56043"/>
                </a:cubicBezTo>
                <a:cubicBezTo>
                  <a:pt x="2180757" y="56400"/>
                  <a:pt x="2181212" y="56796"/>
                  <a:pt x="2181490" y="57232"/>
                </a:cubicBezTo>
                <a:cubicBezTo>
                  <a:pt x="2181767" y="57667"/>
                  <a:pt x="2181906" y="58202"/>
                  <a:pt x="2181906" y="58836"/>
                </a:cubicBezTo>
                <a:lnTo>
                  <a:pt x="2181906" y="74407"/>
                </a:lnTo>
                <a:cubicBezTo>
                  <a:pt x="2184838" y="70128"/>
                  <a:pt x="2187591" y="66641"/>
                  <a:pt x="2190167" y="63947"/>
                </a:cubicBezTo>
                <a:cubicBezTo>
                  <a:pt x="2192742" y="61253"/>
                  <a:pt x="2195179" y="59133"/>
                  <a:pt x="2197477" y="57588"/>
                </a:cubicBezTo>
                <a:cubicBezTo>
                  <a:pt x="2199775" y="56043"/>
                  <a:pt x="2202053" y="54973"/>
                  <a:pt x="2204311" y="54379"/>
                </a:cubicBezTo>
                <a:cubicBezTo>
                  <a:pt x="2206569" y="53785"/>
                  <a:pt x="2208848" y="53487"/>
                  <a:pt x="2211146" y="53487"/>
                </a:cubicBezTo>
                <a:cubicBezTo>
                  <a:pt x="2212176" y="53487"/>
                  <a:pt x="2213345" y="53547"/>
                  <a:pt x="2214652" y="53666"/>
                </a:cubicBezTo>
                <a:cubicBezTo>
                  <a:pt x="2215959" y="53785"/>
                  <a:pt x="2217326" y="54003"/>
                  <a:pt x="2218753" y="54320"/>
                </a:cubicBezTo>
                <a:cubicBezTo>
                  <a:pt x="2220179" y="54636"/>
                  <a:pt x="2221467" y="54993"/>
                  <a:pt x="2222616" y="55389"/>
                </a:cubicBezTo>
                <a:cubicBezTo>
                  <a:pt x="2223765" y="55785"/>
                  <a:pt x="2224577" y="56182"/>
                  <a:pt x="2225052" y="56578"/>
                </a:cubicBezTo>
                <a:cubicBezTo>
                  <a:pt x="2225528" y="56974"/>
                  <a:pt x="2225845" y="57350"/>
                  <a:pt x="2226003" y="57707"/>
                </a:cubicBezTo>
                <a:cubicBezTo>
                  <a:pt x="2226162" y="58064"/>
                  <a:pt x="2226300" y="58519"/>
                  <a:pt x="2226419" y="59074"/>
                </a:cubicBezTo>
                <a:cubicBezTo>
                  <a:pt x="2226538" y="59629"/>
                  <a:pt x="2226617" y="60441"/>
                  <a:pt x="2226657" y="61511"/>
                </a:cubicBezTo>
                <a:cubicBezTo>
                  <a:pt x="2226697" y="62580"/>
                  <a:pt x="2226716" y="64026"/>
                  <a:pt x="2226716" y="65849"/>
                </a:cubicBezTo>
                <a:close/>
                <a:moveTo>
                  <a:pt x="2340948" y="107688"/>
                </a:moveTo>
                <a:cubicBezTo>
                  <a:pt x="2340948" y="110779"/>
                  <a:pt x="2340175" y="112977"/>
                  <a:pt x="2338630" y="114285"/>
                </a:cubicBezTo>
                <a:cubicBezTo>
                  <a:pt x="2337085" y="115592"/>
                  <a:pt x="2335322" y="116246"/>
                  <a:pt x="2333341" y="116246"/>
                </a:cubicBezTo>
                <a:lnTo>
                  <a:pt x="2263213" y="116246"/>
                </a:lnTo>
                <a:cubicBezTo>
                  <a:pt x="2263213" y="122206"/>
                  <a:pt x="2263807" y="127571"/>
                  <a:pt x="2264996" y="132341"/>
                </a:cubicBezTo>
                <a:cubicBezTo>
                  <a:pt x="2266184" y="137110"/>
                  <a:pt x="2268165" y="141203"/>
                  <a:pt x="2270939" y="144620"/>
                </a:cubicBezTo>
                <a:cubicBezTo>
                  <a:pt x="2273712" y="148038"/>
                  <a:pt x="2277317" y="150661"/>
                  <a:pt x="2281755" y="152491"/>
                </a:cubicBezTo>
                <a:cubicBezTo>
                  <a:pt x="2286192" y="154319"/>
                  <a:pt x="2291620" y="155233"/>
                  <a:pt x="2298039" y="155233"/>
                </a:cubicBezTo>
                <a:cubicBezTo>
                  <a:pt x="2303110" y="155233"/>
                  <a:pt x="2307627" y="154817"/>
                  <a:pt x="2311589" y="153984"/>
                </a:cubicBezTo>
                <a:cubicBezTo>
                  <a:pt x="2315551" y="153152"/>
                  <a:pt x="2318978" y="152221"/>
                  <a:pt x="2321871" y="151191"/>
                </a:cubicBezTo>
                <a:cubicBezTo>
                  <a:pt x="2324763" y="150161"/>
                  <a:pt x="2327140" y="149230"/>
                  <a:pt x="2329002" y="148398"/>
                </a:cubicBezTo>
                <a:cubicBezTo>
                  <a:pt x="2330864" y="147566"/>
                  <a:pt x="2332271" y="147150"/>
                  <a:pt x="2333222" y="147150"/>
                </a:cubicBezTo>
                <a:cubicBezTo>
                  <a:pt x="2333776" y="147150"/>
                  <a:pt x="2334272" y="147289"/>
                  <a:pt x="2334708" y="147566"/>
                </a:cubicBezTo>
                <a:cubicBezTo>
                  <a:pt x="2335143" y="147843"/>
                  <a:pt x="2335480" y="148259"/>
                  <a:pt x="2335718" y="148814"/>
                </a:cubicBezTo>
                <a:cubicBezTo>
                  <a:pt x="2335956" y="149369"/>
                  <a:pt x="2336134" y="150141"/>
                  <a:pt x="2336253" y="151132"/>
                </a:cubicBezTo>
                <a:cubicBezTo>
                  <a:pt x="2336372" y="152122"/>
                  <a:pt x="2336431" y="153331"/>
                  <a:pt x="2336431" y="154757"/>
                </a:cubicBezTo>
                <a:cubicBezTo>
                  <a:pt x="2336431" y="155787"/>
                  <a:pt x="2336391" y="156679"/>
                  <a:pt x="2336312" y="157431"/>
                </a:cubicBezTo>
                <a:cubicBezTo>
                  <a:pt x="2336233" y="158184"/>
                  <a:pt x="2336134" y="158858"/>
                  <a:pt x="2336015" y="159452"/>
                </a:cubicBezTo>
                <a:cubicBezTo>
                  <a:pt x="2335896" y="160046"/>
                  <a:pt x="2335698" y="160581"/>
                  <a:pt x="2335421" y="161057"/>
                </a:cubicBezTo>
                <a:cubicBezTo>
                  <a:pt x="2335143" y="161532"/>
                  <a:pt x="2334787" y="161988"/>
                  <a:pt x="2334351" y="162424"/>
                </a:cubicBezTo>
                <a:cubicBezTo>
                  <a:pt x="2333915" y="162859"/>
                  <a:pt x="2332627" y="163573"/>
                  <a:pt x="2330488" y="164563"/>
                </a:cubicBezTo>
                <a:cubicBezTo>
                  <a:pt x="2328348" y="165554"/>
                  <a:pt x="2325575" y="166524"/>
                  <a:pt x="2322168" y="167475"/>
                </a:cubicBezTo>
                <a:cubicBezTo>
                  <a:pt x="2318760" y="168426"/>
                  <a:pt x="2314818" y="169278"/>
                  <a:pt x="2310341" y="170031"/>
                </a:cubicBezTo>
                <a:cubicBezTo>
                  <a:pt x="2305864" y="170784"/>
                  <a:pt x="2301090" y="171160"/>
                  <a:pt x="2296018" y="171160"/>
                </a:cubicBezTo>
                <a:cubicBezTo>
                  <a:pt x="2287223" y="171160"/>
                  <a:pt x="2279516" y="169930"/>
                  <a:pt x="2272900" y="167472"/>
                </a:cubicBezTo>
                <a:cubicBezTo>
                  <a:pt x="2266283" y="165013"/>
                  <a:pt x="2260717" y="161364"/>
                  <a:pt x="2256200" y="156525"/>
                </a:cubicBezTo>
                <a:cubicBezTo>
                  <a:pt x="2251683" y="151687"/>
                  <a:pt x="2248276" y="145618"/>
                  <a:pt x="2245978" y="138321"/>
                </a:cubicBezTo>
                <a:cubicBezTo>
                  <a:pt x="2243680" y="131023"/>
                  <a:pt x="2242531" y="122536"/>
                  <a:pt x="2242531" y="112859"/>
                </a:cubicBezTo>
                <a:cubicBezTo>
                  <a:pt x="2242531" y="103657"/>
                  <a:pt x="2243719" y="95387"/>
                  <a:pt x="2246097" y="88050"/>
                </a:cubicBezTo>
                <a:cubicBezTo>
                  <a:pt x="2248474" y="80713"/>
                  <a:pt x="2251901" y="74486"/>
                  <a:pt x="2256378" y="69370"/>
                </a:cubicBezTo>
                <a:cubicBezTo>
                  <a:pt x="2260855" y="64254"/>
                  <a:pt x="2266263" y="60328"/>
                  <a:pt x="2272603" y="57592"/>
                </a:cubicBezTo>
                <a:cubicBezTo>
                  <a:pt x="2278942" y="54856"/>
                  <a:pt x="2286034" y="53487"/>
                  <a:pt x="2293879" y="53487"/>
                </a:cubicBezTo>
                <a:cubicBezTo>
                  <a:pt x="2302278" y="53487"/>
                  <a:pt x="2309430" y="54835"/>
                  <a:pt x="2315333" y="57529"/>
                </a:cubicBezTo>
                <a:cubicBezTo>
                  <a:pt x="2321237" y="60223"/>
                  <a:pt x="2326090" y="63848"/>
                  <a:pt x="2329894" y="68405"/>
                </a:cubicBezTo>
                <a:cubicBezTo>
                  <a:pt x="2333697" y="72961"/>
                  <a:pt x="2336490" y="78310"/>
                  <a:pt x="2338273" y="84451"/>
                </a:cubicBezTo>
                <a:cubicBezTo>
                  <a:pt x="2340056" y="90592"/>
                  <a:pt x="2340948" y="97149"/>
                  <a:pt x="2340948" y="104122"/>
                </a:cubicBezTo>
                <a:lnTo>
                  <a:pt x="2340948" y="107688"/>
                </a:lnTo>
                <a:moveTo>
                  <a:pt x="2321217" y="101745"/>
                </a:moveTo>
                <a:cubicBezTo>
                  <a:pt x="2321455" y="91518"/>
                  <a:pt x="2319176" y="83494"/>
                  <a:pt x="2314382" y="77672"/>
                </a:cubicBezTo>
                <a:cubicBezTo>
                  <a:pt x="2309588" y="71850"/>
                  <a:pt x="2302476" y="68939"/>
                  <a:pt x="2293047" y="68939"/>
                </a:cubicBezTo>
                <a:cubicBezTo>
                  <a:pt x="2288213" y="68939"/>
                  <a:pt x="2283974" y="69844"/>
                  <a:pt x="2280329" y="71655"/>
                </a:cubicBezTo>
                <a:cubicBezTo>
                  <a:pt x="2276684" y="73462"/>
                  <a:pt x="2273633" y="75862"/>
                  <a:pt x="2271176" y="78853"/>
                </a:cubicBezTo>
                <a:cubicBezTo>
                  <a:pt x="2268720" y="81842"/>
                  <a:pt x="2266818" y="85324"/>
                  <a:pt x="2265471" y="89298"/>
                </a:cubicBezTo>
                <a:cubicBezTo>
                  <a:pt x="2264124" y="93270"/>
                  <a:pt x="2263371" y="97419"/>
                  <a:pt x="2263213" y="101745"/>
                </a:cubicBezTo>
                <a:lnTo>
                  <a:pt x="2321217" y="101745"/>
                </a:lnTo>
                <a:close/>
                <a:moveTo>
                  <a:pt x="2595434" y="165692"/>
                </a:moveTo>
                <a:cubicBezTo>
                  <a:pt x="2595434" y="166326"/>
                  <a:pt x="2595275" y="166881"/>
                  <a:pt x="2594958" y="167356"/>
                </a:cubicBezTo>
                <a:cubicBezTo>
                  <a:pt x="2594641" y="167832"/>
                  <a:pt x="2594087" y="168208"/>
                  <a:pt x="2593294" y="168486"/>
                </a:cubicBezTo>
                <a:cubicBezTo>
                  <a:pt x="2592502" y="168763"/>
                  <a:pt x="2591492" y="169001"/>
                  <a:pt x="2590263" y="169199"/>
                </a:cubicBezTo>
                <a:cubicBezTo>
                  <a:pt x="2589035" y="169397"/>
                  <a:pt x="2587430" y="169496"/>
                  <a:pt x="2585449" y="169496"/>
                </a:cubicBezTo>
                <a:cubicBezTo>
                  <a:pt x="2583627" y="169496"/>
                  <a:pt x="2582062" y="169397"/>
                  <a:pt x="2580754" y="169199"/>
                </a:cubicBezTo>
                <a:cubicBezTo>
                  <a:pt x="2579447" y="169001"/>
                  <a:pt x="2578417" y="168763"/>
                  <a:pt x="2577664" y="168486"/>
                </a:cubicBezTo>
                <a:cubicBezTo>
                  <a:pt x="2576911" y="168208"/>
                  <a:pt x="2576376" y="167832"/>
                  <a:pt x="2576059" y="167356"/>
                </a:cubicBezTo>
                <a:cubicBezTo>
                  <a:pt x="2575742" y="166881"/>
                  <a:pt x="2575584" y="166326"/>
                  <a:pt x="2575584" y="165692"/>
                </a:cubicBezTo>
                <a:lnTo>
                  <a:pt x="2575584" y="31736"/>
                </a:lnTo>
                <a:lnTo>
                  <a:pt x="2575346" y="31736"/>
                </a:lnTo>
                <a:lnTo>
                  <a:pt x="2520551" y="166287"/>
                </a:lnTo>
                <a:cubicBezTo>
                  <a:pt x="2520314" y="166841"/>
                  <a:pt x="2519977" y="167317"/>
                  <a:pt x="2519541" y="167713"/>
                </a:cubicBezTo>
                <a:cubicBezTo>
                  <a:pt x="2519105" y="168109"/>
                  <a:pt x="2518471" y="168446"/>
                  <a:pt x="2517639" y="168723"/>
                </a:cubicBezTo>
                <a:cubicBezTo>
                  <a:pt x="2516807" y="169001"/>
                  <a:pt x="2515817" y="169199"/>
                  <a:pt x="2514668" y="169318"/>
                </a:cubicBezTo>
                <a:cubicBezTo>
                  <a:pt x="2513519" y="169436"/>
                  <a:pt x="2512152" y="169496"/>
                  <a:pt x="2510567" y="169496"/>
                </a:cubicBezTo>
                <a:cubicBezTo>
                  <a:pt x="2508903" y="169496"/>
                  <a:pt x="2507477" y="169417"/>
                  <a:pt x="2506288" y="169258"/>
                </a:cubicBezTo>
                <a:cubicBezTo>
                  <a:pt x="2505099" y="169100"/>
                  <a:pt x="2504109" y="168882"/>
                  <a:pt x="2503316" y="168604"/>
                </a:cubicBezTo>
                <a:cubicBezTo>
                  <a:pt x="2502524" y="168327"/>
                  <a:pt x="2501910" y="167990"/>
                  <a:pt x="2501474" y="167594"/>
                </a:cubicBezTo>
                <a:cubicBezTo>
                  <a:pt x="2501038" y="167198"/>
                  <a:pt x="2500741" y="166762"/>
                  <a:pt x="2500583" y="166287"/>
                </a:cubicBezTo>
                <a:lnTo>
                  <a:pt x="2448165" y="31736"/>
                </a:lnTo>
                <a:lnTo>
                  <a:pt x="2448046" y="31736"/>
                </a:lnTo>
                <a:lnTo>
                  <a:pt x="2448046" y="165692"/>
                </a:lnTo>
                <a:cubicBezTo>
                  <a:pt x="2448046" y="166326"/>
                  <a:pt x="2447888" y="166881"/>
                  <a:pt x="2447571" y="167356"/>
                </a:cubicBezTo>
                <a:cubicBezTo>
                  <a:pt x="2447254" y="167832"/>
                  <a:pt x="2446699" y="168208"/>
                  <a:pt x="2445907" y="168486"/>
                </a:cubicBezTo>
                <a:cubicBezTo>
                  <a:pt x="2445114" y="168763"/>
                  <a:pt x="2444084" y="169001"/>
                  <a:pt x="2442816" y="169199"/>
                </a:cubicBezTo>
                <a:cubicBezTo>
                  <a:pt x="2441548" y="169397"/>
                  <a:pt x="2439924" y="169496"/>
                  <a:pt x="2437943" y="169496"/>
                </a:cubicBezTo>
                <a:cubicBezTo>
                  <a:pt x="2436041" y="169496"/>
                  <a:pt x="2434456" y="169397"/>
                  <a:pt x="2433188" y="169199"/>
                </a:cubicBezTo>
                <a:cubicBezTo>
                  <a:pt x="2431921" y="169001"/>
                  <a:pt x="2430910" y="168763"/>
                  <a:pt x="2430157" y="168486"/>
                </a:cubicBezTo>
                <a:cubicBezTo>
                  <a:pt x="2429405" y="168208"/>
                  <a:pt x="2428890" y="167832"/>
                  <a:pt x="2428612" y="167356"/>
                </a:cubicBezTo>
                <a:cubicBezTo>
                  <a:pt x="2428335" y="166881"/>
                  <a:pt x="2428196" y="166326"/>
                  <a:pt x="2428196" y="165692"/>
                </a:cubicBezTo>
                <a:lnTo>
                  <a:pt x="2428196" y="24248"/>
                </a:lnTo>
                <a:cubicBezTo>
                  <a:pt x="2428196" y="20920"/>
                  <a:pt x="2429068" y="18542"/>
                  <a:pt x="2430811" y="17116"/>
                </a:cubicBezTo>
                <a:cubicBezTo>
                  <a:pt x="2432555" y="15690"/>
                  <a:pt x="2434496" y="14976"/>
                  <a:pt x="2436635" y="14976"/>
                </a:cubicBezTo>
                <a:lnTo>
                  <a:pt x="2448997" y="14976"/>
                </a:lnTo>
                <a:cubicBezTo>
                  <a:pt x="2451533" y="14976"/>
                  <a:pt x="2453751" y="15214"/>
                  <a:pt x="2455653" y="15690"/>
                </a:cubicBezTo>
                <a:cubicBezTo>
                  <a:pt x="2457555" y="16165"/>
                  <a:pt x="2459219" y="16918"/>
                  <a:pt x="2460645" y="17948"/>
                </a:cubicBezTo>
                <a:cubicBezTo>
                  <a:pt x="2462072" y="18978"/>
                  <a:pt x="2463260" y="20286"/>
                  <a:pt x="2464211" y="21870"/>
                </a:cubicBezTo>
                <a:cubicBezTo>
                  <a:pt x="2465162" y="23455"/>
                  <a:pt x="2465994" y="25317"/>
                  <a:pt x="2466707" y="27457"/>
                </a:cubicBezTo>
                <a:lnTo>
                  <a:pt x="2511280" y="138830"/>
                </a:lnTo>
                <a:lnTo>
                  <a:pt x="2511874" y="138830"/>
                </a:lnTo>
                <a:lnTo>
                  <a:pt x="2558230" y="27813"/>
                </a:lnTo>
                <a:cubicBezTo>
                  <a:pt x="2559102" y="25436"/>
                  <a:pt x="2560053" y="23416"/>
                  <a:pt x="2561083" y="21752"/>
                </a:cubicBezTo>
                <a:cubicBezTo>
                  <a:pt x="2562113" y="20088"/>
                  <a:pt x="2563242" y="18760"/>
                  <a:pt x="2564470" y="17770"/>
                </a:cubicBezTo>
                <a:cubicBezTo>
                  <a:pt x="2565699" y="16779"/>
                  <a:pt x="2567066" y="16066"/>
                  <a:pt x="2568571" y="15630"/>
                </a:cubicBezTo>
                <a:cubicBezTo>
                  <a:pt x="2570077" y="15194"/>
                  <a:pt x="2571820" y="14976"/>
                  <a:pt x="2573801" y="14976"/>
                </a:cubicBezTo>
                <a:lnTo>
                  <a:pt x="2586757" y="14976"/>
                </a:lnTo>
                <a:cubicBezTo>
                  <a:pt x="2587946" y="14976"/>
                  <a:pt x="2589075" y="15155"/>
                  <a:pt x="2590144" y="15511"/>
                </a:cubicBezTo>
                <a:cubicBezTo>
                  <a:pt x="2591214" y="15868"/>
                  <a:pt x="2592125" y="16423"/>
                  <a:pt x="2592878" y="17175"/>
                </a:cubicBezTo>
                <a:cubicBezTo>
                  <a:pt x="2593631" y="17928"/>
                  <a:pt x="2594245" y="18879"/>
                  <a:pt x="2594721" y="20028"/>
                </a:cubicBezTo>
                <a:cubicBezTo>
                  <a:pt x="2595196" y="21177"/>
                  <a:pt x="2595434" y="22584"/>
                  <a:pt x="2595434" y="24248"/>
                </a:cubicBezTo>
                <a:lnTo>
                  <a:pt x="2595434" y="165692"/>
                </a:lnTo>
                <a:close/>
                <a:moveTo>
                  <a:pt x="2726311" y="107688"/>
                </a:moveTo>
                <a:cubicBezTo>
                  <a:pt x="2726311" y="110779"/>
                  <a:pt x="2725539" y="112977"/>
                  <a:pt x="2723994" y="114285"/>
                </a:cubicBezTo>
                <a:cubicBezTo>
                  <a:pt x="2722448" y="115592"/>
                  <a:pt x="2720685" y="116246"/>
                  <a:pt x="2718704" y="116246"/>
                </a:cubicBezTo>
                <a:lnTo>
                  <a:pt x="2648576" y="116246"/>
                </a:lnTo>
                <a:cubicBezTo>
                  <a:pt x="2648576" y="122206"/>
                  <a:pt x="2649171" y="127571"/>
                  <a:pt x="2650359" y="132341"/>
                </a:cubicBezTo>
                <a:cubicBezTo>
                  <a:pt x="2651548" y="137110"/>
                  <a:pt x="2653529" y="141203"/>
                  <a:pt x="2656302" y="144620"/>
                </a:cubicBezTo>
                <a:cubicBezTo>
                  <a:pt x="2659076" y="148038"/>
                  <a:pt x="2662681" y="150661"/>
                  <a:pt x="2667119" y="152491"/>
                </a:cubicBezTo>
                <a:cubicBezTo>
                  <a:pt x="2671556" y="154319"/>
                  <a:pt x="2676984" y="155233"/>
                  <a:pt x="2683402" y="155233"/>
                </a:cubicBezTo>
                <a:cubicBezTo>
                  <a:pt x="2688474" y="155233"/>
                  <a:pt x="2692991" y="154817"/>
                  <a:pt x="2696953" y="153984"/>
                </a:cubicBezTo>
                <a:cubicBezTo>
                  <a:pt x="2700915" y="153152"/>
                  <a:pt x="2704342" y="152221"/>
                  <a:pt x="2707234" y="151191"/>
                </a:cubicBezTo>
                <a:cubicBezTo>
                  <a:pt x="2710126" y="150161"/>
                  <a:pt x="2712504" y="149230"/>
                  <a:pt x="2714366" y="148398"/>
                </a:cubicBezTo>
                <a:cubicBezTo>
                  <a:pt x="2716228" y="147566"/>
                  <a:pt x="2717634" y="147150"/>
                  <a:pt x="2718585" y="147150"/>
                </a:cubicBezTo>
                <a:cubicBezTo>
                  <a:pt x="2719140" y="147150"/>
                  <a:pt x="2719635" y="147289"/>
                  <a:pt x="2720071" y="147566"/>
                </a:cubicBezTo>
                <a:cubicBezTo>
                  <a:pt x="2720507" y="147843"/>
                  <a:pt x="2720844" y="148259"/>
                  <a:pt x="2721081" y="148814"/>
                </a:cubicBezTo>
                <a:cubicBezTo>
                  <a:pt x="2721319" y="149369"/>
                  <a:pt x="2721497" y="150141"/>
                  <a:pt x="2721616" y="151132"/>
                </a:cubicBezTo>
                <a:cubicBezTo>
                  <a:pt x="2721735" y="152122"/>
                  <a:pt x="2721795" y="153331"/>
                  <a:pt x="2721795" y="154757"/>
                </a:cubicBezTo>
                <a:cubicBezTo>
                  <a:pt x="2721795" y="155787"/>
                  <a:pt x="2721755" y="156679"/>
                  <a:pt x="2721676" y="157431"/>
                </a:cubicBezTo>
                <a:cubicBezTo>
                  <a:pt x="2721597" y="158184"/>
                  <a:pt x="2721497" y="158858"/>
                  <a:pt x="2721379" y="159452"/>
                </a:cubicBezTo>
                <a:cubicBezTo>
                  <a:pt x="2721260" y="160046"/>
                  <a:pt x="2721062" y="160581"/>
                  <a:pt x="2720784" y="161057"/>
                </a:cubicBezTo>
                <a:cubicBezTo>
                  <a:pt x="2720507" y="161532"/>
                  <a:pt x="2720150" y="161988"/>
                  <a:pt x="2719715" y="162424"/>
                </a:cubicBezTo>
                <a:cubicBezTo>
                  <a:pt x="2719279" y="162859"/>
                  <a:pt x="2717991" y="163573"/>
                  <a:pt x="2715852" y="164563"/>
                </a:cubicBezTo>
                <a:cubicBezTo>
                  <a:pt x="2713712" y="165554"/>
                  <a:pt x="2710939" y="166524"/>
                  <a:pt x="2707531" y="167475"/>
                </a:cubicBezTo>
                <a:cubicBezTo>
                  <a:pt x="2704124" y="168426"/>
                  <a:pt x="2700182" y="169278"/>
                  <a:pt x="2695705" y="170031"/>
                </a:cubicBezTo>
                <a:cubicBezTo>
                  <a:pt x="2691228" y="170784"/>
                  <a:pt x="2686453" y="171160"/>
                  <a:pt x="2681382" y="171160"/>
                </a:cubicBezTo>
                <a:cubicBezTo>
                  <a:pt x="2672586" y="171160"/>
                  <a:pt x="2664880" y="169930"/>
                  <a:pt x="2658263" y="167472"/>
                </a:cubicBezTo>
                <a:cubicBezTo>
                  <a:pt x="2651647" y="165013"/>
                  <a:pt x="2646080" y="161364"/>
                  <a:pt x="2641563" y="156525"/>
                </a:cubicBezTo>
                <a:cubicBezTo>
                  <a:pt x="2637047" y="151687"/>
                  <a:pt x="2633639" y="145618"/>
                  <a:pt x="2631341" y="138321"/>
                </a:cubicBezTo>
                <a:cubicBezTo>
                  <a:pt x="2629043" y="131023"/>
                  <a:pt x="2627894" y="122536"/>
                  <a:pt x="2627894" y="112859"/>
                </a:cubicBezTo>
                <a:cubicBezTo>
                  <a:pt x="2627894" y="103657"/>
                  <a:pt x="2629083" y="95387"/>
                  <a:pt x="2631460" y="88050"/>
                </a:cubicBezTo>
                <a:cubicBezTo>
                  <a:pt x="2633837" y="80713"/>
                  <a:pt x="2637265" y="74486"/>
                  <a:pt x="2641742" y="69370"/>
                </a:cubicBezTo>
                <a:cubicBezTo>
                  <a:pt x="2646219" y="64254"/>
                  <a:pt x="2651627" y="60328"/>
                  <a:pt x="2657966" y="57592"/>
                </a:cubicBezTo>
                <a:cubicBezTo>
                  <a:pt x="2664305" y="54856"/>
                  <a:pt x="2671398" y="53487"/>
                  <a:pt x="2679242" y="53487"/>
                </a:cubicBezTo>
                <a:cubicBezTo>
                  <a:pt x="2687642" y="53487"/>
                  <a:pt x="2694793" y="54835"/>
                  <a:pt x="2700697" y="57529"/>
                </a:cubicBezTo>
                <a:cubicBezTo>
                  <a:pt x="2706600" y="60223"/>
                  <a:pt x="2711454" y="63848"/>
                  <a:pt x="2715257" y="68405"/>
                </a:cubicBezTo>
                <a:cubicBezTo>
                  <a:pt x="2719061" y="72961"/>
                  <a:pt x="2721854" y="78310"/>
                  <a:pt x="2723637" y="84451"/>
                </a:cubicBezTo>
                <a:cubicBezTo>
                  <a:pt x="2725420" y="90592"/>
                  <a:pt x="2726311" y="97149"/>
                  <a:pt x="2726311" y="104122"/>
                </a:cubicBezTo>
                <a:lnTo>
                  <a:pt x="2726311" y="107688"/>
                </a:lnTo>
                <a:moveTo>
                  <a:pt x="2706580" y="101745"/>
                </a:moveTo>
                <a:cubicBezTo>
                  <a:pt x="2706818" y="91518"/>
                  <a:pt x="2704540" y="83494"/>
                  <a:pt x="2699746" y="77672"/>
                </a:cubicBezTo>
                <a:cubicBezTo>
                  <a:pt x="2694952" y="71850"/>
                  <a:pt x="2687840" y="68939"/>
                  <a:pt x="2678410" y="68939"/>
                </a:cubicBezTo>
                <a:cubicBezTo>
                  <a:pt x="2673577" y="68939"/>
                  <a:pt x="2669337" y="69844"/>
                  <a:pt x="2665692" y="71655"/>
                </a:cubicBezTo>
                <a:cubicBezTo>
                  <a:pt x="2662047" y="73462"/>
                  <a:pt x="2658996" y="75862"/>
                  <a:pt x="2656540" y="78853"/>
                </a:cubicBezTo>
                <a:cubicBezTo>
                  <a:pt x="2654083" y="81842"/>
                  <a:pt x="2652182" y="85324"/>
                  <a:pt x="2650835" y="89298"/>
                </a:cubicBezTo>
                <a:cubicBezTo>
                  <a:pt x="2649487" y="93270"/>
                  <a:pt x="2648735" y="97419"/>
                  <a:pt x="2648576" y="101745"/>
                </a:cubicBezTo>
                <a:lnTo>
                  <a:pt x="2706580" y="101745"/>
                </a:lnTo>
                <a:close/>
                <a:moveTo>
                  <a:pt x="2811986" y="157992"/>
                </a:moveTo>
                <a:cubicBezTo>
                  <a:pt x="2811986" y="160308"/>
                  <a:pt x="2811827" y="162144"/>
                  <a:pt x="2811510" y="163501"/>
                </a:cubicBezTo>
                <a:cubicBezTo>
                  <a:pt x="2811193" y="164858"/>
                  <a:pt x="2810718" y="165856"/>
                  <a:pt x="2810084" y="166495"/>
                </a:cubicBezTo>
                <a:cubicBezTo>
                  <a:pt x="2809450" y="167131"/>
                  <a:pt x="2808499" y="167729"/>
                  <a:pt x="2807231" y="168289"/>
                </a:cubicBezTo>
                <a:cubicBezTo>
                  <a:pt x="2805963" y="168848"/>
                  <a:pt x="2804517" y="169308"/>
                  <a:pt x="2802893" y="169667"/>
                </a:cubicBezTo>
                <a:cubicBezTo>
                  <a:pt x="2801268" y="170026"/>
                  <a:pt x="2799545" y="170324"/>
                  <a:pt x="2797722" y="170562"/>
                </a:cubicBezTo>
                <a:cubicBezTo>
                  <a:pt x="2795900" y="170802"/>
                  <a:pt x="2794077" y="170922"/>
                  <a:pt x="2792255" y="170922"/>
                </a:cubicBezTo>
                <a:cubicBezTo>
                  <a:pt x="2786708" y="170922"/>
                  <a:pt x="2781953" y="170189"/>
                  <a:pt x="2777991" y="168723"/>
                </a:cubicBezTo>
                <a:cubicBezTo>
                  <a:pt x="2774029" y="167255"/>
                  <a:pt x="2770780" y="165034"/>
                  <a:pt x="2768245" y="162060"/>
                </a:cubicBezTo>
                <a:cubicBezTo>
                  <a:pt x="2765709" y="159083"/>
                  <a:pt x="2763867" y="155314"/>
                  <a:pt x="2762718" y="150753"/>
                </a:cubicBezTo>
                <a:cubicBezTo>
                  <a:pt x="2761569" y="146189"/>
                  <a:pt x="2760994" y="140813"/>
                  <a:pt x="2760994" y="134625"/>
                </a:cubicBezTo>
                <a:lnTo>
                  <a:pt x="2760994" y="72030"/>
                </a:lnTo>
                <a:lnTo>
                  <a:pt x="2746018" y="72030"/>
                </a:lnTo>
                <a:cubicBezTo>
                  <a:pt x="2744829" y="72030"/>
                  <a:pt x="2743878" y="71392"/>
                  <a:pt x="2743165" y="70117"/>
                </a:cubicBezTo>
                <a:cubicBezTo>
                  <a:pt x="2742452" y="68839"/>
                  <a:pt x="2742095" y="66763"/>
                  <a:pt x="2742095" y="63888"/>
                </a:cubicBezTo>
                <a:cubicBezTo>
                  <a:pt x="2742095" y="62372"/>
                  <a:pt x="2742194" y="61096"/>
                  <a:pt x="2742392" y="60058"/>
                </a:cubicBezTo>
                <a:cubicBezTo>
                  <a:pt x="2742591" y="59021"/>
                  <a:pt x="2742848" y="58163"/>
                  <a:pt x="2743165" y="57484"/>
                </a:cubicBezTo>
                <a:cubicBezTo>
                  <a:pt x="2743482" y="56806"/>
                  <a:pt x="2743898" y="56327"/>
                  <a:pt x="2744413" y="56047"/>
                </a:cubicBezTo>
                <a:cubicBezTo>
                  <a:pt x="2744928" y="55767"/>
                  <a:pt x="2745503" y="55627"/>
                  <a:pt x="2746137" y="55627"/>
                </a:cubicBezTo>
                <a:lnTo>
                  <a:pt x="2760994" y="55627"/>
                </a:lnTo>
                <a:lnTo>
                  <a:pt x="2760994" y="30191"/>
                </a:lnTo>
                <a:cubicBezTo>
                  <a:pt x="2760994" y="29636"/>
                  <a:pt x="2761133" y="29121"/>
                  <a:pt x="2761410" y="28646"/>
                </a:cubicBezTo>
                <a:cubicBezTo>
                  <a:pt x="2761688" y="28170"/>
                  <a:pt x="2762203" y="27754"/>
                  <a:pt x="2762955" y="27397"/>
                </a:cubicBezTo>
                <a:cubicBezTo>
                  <a:pt x="2763708" y="27041"/>
                  <a:pt x="2764719" y="26783"/>
                  <a:pt x="2765986" y="26625"/>
                </a:cubicBezTo>
                <a:cubicBezTo>
                  <a:pt x="2767254" y="26466"/>
                  <a:pt x="2768839" y="26387"/>
                  <a:pt x="2770741" y="26387"/>
                </a:cubicBezTo>
                <a:cubicBezTo>
                  <a:pt x="2772722" y="26387"/>
                  <a:pt x="2774346" y="26466"/>
                  <a:pt x="2775614" y="26625"/>
                </a:cubicBezTo>
                <a:cubicBezTo>
                  <a:pt x="2776882" y="26783"/>
                  <a:pt x="2777872" y="27041"/>
                  <a:pt x="2778586" y="27397"/>
                </a:cubicBezTo>
                <a:cubicBezTo>
                  <a:pt x="2779299" y="27754"/>
                  <a:pt x="2779814" y="28170"/>
                  <a:pt x="2780131" y="28646"/>
                </a:cubicBezTo>
                <a:cubicBezTo>
                  <a:pt x="2780448" y="29121"/>
                  <a:pt x="2780606" y="29636"/>
                  <a:pt x="2780606" y="30191"/>
                </a:cubicBezTo>
                <a:lnTo>
                  <a:pt x="2780606" y="55627"/>
                </a:lnTo>
                <a:lnTo>
                  <a:pt x="2808063" y="55627"/>
                </a:lnTo>
                <a:cubicBezTo>
                  <a:pt x="2808697" y="55627"/>
                  <a:pt x="2809252" y="55767"/>
                  <a:pt x="2809727" y="56047"/>
                </a:cubicBezTo>
                <a:cubicBezTo>
                  <a:pt x="2810203" y="56327"/>
                  <a:pt x="2810619" y="56806"/>
                  <a:pt x="2810975" y="57484"/>
                </a:cubicBezTo>
                <a:cubicBezTo>
                  <a:pt x="2811332" y="58163"/>
                  <a:pt x="2811589" y="59021"/>
                  <a:pt x="2811748" y="60058"/>
                </a:cubicBezTo>
                <a:cubicBezTo>
                  <a:pt x="2811906" y="61096"/>
                  <a:pt x="2811986" y="62372"/>
                  <a:pt x="2811986" y="63888"/>
                </a:cubicBezTo>
                <a:cubicBezTo>
                  <a:pt x="2811986" y="66763"/>
                  <a:pt x="2811629" y="68839"/>
                  <a:pt x="2810916" y="70117"/>
                </a:cubicBezTo>
                <a:cubicBezTo>
                  <a:pt x="2810203" y="71392"/>
                  <a:pt x="2809252" y="72030"/>
                  <a:pt x="2808063" y="72030"/>
                </a:cubicBezTo>
                <a:lnTo>
                  <a:pt x="2780606" y="72030"/>
                </a:lnTo>
                <a:lnTo>
                  <a:pt x="2780606" y="131698"/>
                </a:lnTo>
                <a:cubicBezTo>
                  <a:pt x="2780606" y="139067"/>
                  <a:pt x="2781696" y="144634"/>
                  <a:pt x="2783875" y="148398"/>
                </a:cubicBezTo>
                <a:cubicBezTo>
                  <a:pt x="2786054" y="152162"/>
                  <a:pt x="2789957" y="154044"/>
                  <a:pt x="2795583" y="154044"/>
                </a:cubicBezTo>
                <a:cubicBezTo>
                  <a:pt x="2797405" y="154044"/>
                  <a:pt x="2799030" y="153866"/>
                  <a:pt x="2800456" y="153509"/>
                </a:cubicBezTo>
                <a:cubicBezTo>
                  <a:pt x="2801882" y="153152"/>
                  <a:pt x="2803150" y="152776"/>
                  <a:pt x="2804260" y="152380"/>
                </a:cubicBezTo>
                <a:cubicBezTo>
                  <a:pt x="2805369" y="151984"/>
                  <a:pt x="2806320" y="151607"/>
                  <a:pt x="2807112" y="151251"/>
                </a:cubicBezTo>
                <a:cubicBezTo>
                  <a:pt x="2807905" y="150894"/>
                  <a:pt x="2808618" y="150716"/>
                  <a:pt x="2809252" y="150716"/>
                </a:cubicBezTo>
                <a:cubicBezTo>
                  <a:pt x="2809648" y="150716"/>
                  <a:pt x="2810024" y="150815"/>
                  <a:pt x="2810381" y="151013"/>
                </a:cubicBezTo>
                <a:cubicBezTo>
                  <a:pt x="2810738" y="151211"/>
                  <a:pt x="2811015" y="151587"/>
                  <a:pt x="2811213" y="152142"/>
                </a:cubicBezTo>
                <a:cubicBezTo>
                  <a:pt x="2811411" y="152697"/>
                  <a:pt x="2811589" y="153452"/>
                  <a:pt x="2811748" y="154408"/>
                </a:cubicBezTo>
                <a:cubicBezTo>
                  <a:pt x="2811906" y="155361"/>
                  <a:pt x="2811986" y="156556"/>
                  <a:pt x="2811986" y="157992"/>
                </a:cubicBezTo>
                <a:close/>
                <a:moveTo>
                  <a:pt x="2930127" y="165811"/>
                </a:moveTo>
                <a:cubicBezTo>
                  <a:pt x="2930127" y="166445"/>
                  <a:pt x="2929969" y="166980"/>
                  <a:pt x="2929652" y="167416"/>
                </a:cubicBezTo>
                <a:cubicBezTo>
                  <a:pt x="2929335" y="167852"/>
                  <a:pt x="2928820" y="168228"/>
                  <a:pt x="2928107" y="168545"/>
                </a:cubicBezTo>
                <a:cubicBezTo>
                  <a:pt x="2927394" y="168862"/>
                  <a:pt x="2926403" y="169100"/>
                  <a:pt x="2925135" y="169258"/>
                </a:cubicBezTo>
                <a:cubicBezTo>
                  <a:pt x="2923867" y="169417"/>
                  <a:pt x="2922282" y="169496"/>
                  <a:pt x="2920381" y="169496"/>
                </a:cubicBezTo>
                <a:cubicBezTo>
                  <a:pt x="2918400" y="169496"/>
                  <a:pt x="2916775" y="169417"/>
                  <a:pt x="2915507" y="169258"/>
                </a:cubicBezTo>
                <a:cubicBezTo>
                  <a:pt x="2914240" y="169100"/>
                  <a:pt x="2913249" y="168862"/>
                  <a:pt x="2912536" y="168545"/>
                </a:cubicBezTo>
                <a:cubicBezTo>
                  <a:pt x="2911823" y="168228"/>
                  <a:pt x="2911308" y="167853"/>
                  <a:pt x="2910991" y="167420"/>
                </a:cubicBezTo>
                <a:cubicBezTo>
                  <a:pt x="2910674" y="166984"/>
                  <a:pt x="2910515" y="166449"/>
                  <a:pt x="2910515" y="165815"/>
                </a:cubicBezTo>
                <a:lnTo>
                  <a:pt x="2910515" y="103249"/>
                </a:lnTo>
                <a:cubicBezTo>
                  <a:pt x="2910515" y="97155"/>
                  <a:pt x="2910040" y="92249"/>
                  <a:pt x="2909089" y="88529"/>
                </a:cubicBezTo>
                <a:cubicBezTo>
                  <a:pt x="2908138" y="84810"/>
                  <a:pt x="2906751" y="81606"/>
                  <a:pt x="2904929" y="78916"/>
                </a:cubicBezTo>
                <a:cubicBezTo>
                  <a:pt x="2903106" y="76225"/>
                  <a:pt x="2900749" y="74167"/>
                  <a:pt x="2897857" y="72743"/>
                </a:cubicBezTo>
                <a:cubicBezTo>
                  <a:pt x="2894964" y="71317"/>
                  <a:pt x="2891616" y="70603"/>
                  <a:pt x="2887813" y="70603"/>
                </a:cubicBezTo>
                <a:cubicBezTo>
                  <a:pt x="2882900" y="70603"/>
                  <a:pt x="2877987" y="72346"/>
                  <a:pt x="2873074" y="75830"/>
                </a:cubicBezTo>
                <a:cubicBezTo>
                  <a:pt x="2868161" y="79311"/>
                  <a:pt x="2863010" y="84415"/>
                  <a:pt x="2857622" y="91140"/>
                </a:cubicBezTo>
                <a:lnTo>
                  <a:pt x="2857622" y="165815"/>
                </a:lnTo>
                <a:cubicBezTo>
                  <a:pt x="2857622" y="166449"/>
                  <a:pt x="2857464" y="166984"/>
                  <a:pt x="2857147" y="167420"/>
                </a:cubicBezTo>
                <a:cubicBezTo>
                  <a:pt x="2856830" y="167853"/>
                  <a:pt x="2856315" y="168228"/>
                  <a:pt x="2855601" y="168545"/>
                </a:cubicBezTo>
                <a:cubicBezTo>
                  <a:pt x="2854888" y="168862"/>
                  <a:pt x="2853898" y="169100"/>
                  <a:pt x="2852630" y="169258"/>
                </a:cubicBezTo>
                <a:cubicBezTo>
                  <a:pt x="2851362" y="169417"/>
                  <a:pt x="2849738" y="169496"/>
                  <a:pt x="2847757" y="169496"/>
                </a:cubicBezTo>
                <a:cubicBezTo>
                  <a:pt x="2845855" y="169496"/>
                  <a:pt x="2844270" y="169417"/>
                  <a:pt x="2843002" y="169258"/>
                </a:cubicBezTo>
                <a:cubicBezTo>
                  <a:pt x="2841734" y="169100"/>
                  <a:pt x="2840724" y="168862"/>
                  <a:pt x="2839971" y="168545"/>
                </a:cubicBezTo>
                <a:cubicBezTo>
                  <a:pt x="2839218" y="168228"/>
                  <a:pt x="2838703" y="167852"/>
                  <a:pt x="2838426" y="167416"/>
                </a:cubicBezTo>
                <a:cubicBezTo>
                  <a:pt x="2838149" y="166977"/>
                  <a:pt x="2838010" y="166441"/>
                  <a:pt x="2838010" y="165807"/>
                </a:cubicBezTo>
                <a:lnTo>
                  <a:pt x="2838010" y="6898"/>
                </a:lnTo>
                <a:cubicBezTo>
                  <a:pt x="2838010" y="6264"/>
                  <a:pt x="2838149" y="5709"/>
                  <a:pt x="2838426" y="5234"/>
                </a:cubicBezTo>
                <a:cubicBezTo>
                  <a:pt x="2838703" y="4756"/>
                  <a:pt x="2839218" y="4358"/>
                  <a:pt x="2839971" y="4041"/>
                </a:cubicBezTo>
                <a:cubicBezTo>
                  <a:pt x="2840724" y="3724"/>
                  <a:pt x="2841734" y="3487"/>
                  <a:pt x="2843002" y="3328"/>
                </a:cubicBezTo>
                <a:cubicBezTo>
                  <a:pt x="2844270" y="3170"/>
                  <a:pt x="2845855" y="3090"/>
                  <a:pt x="2847757" y="3090"/>
                </a:cubicBezTo>
                <a:cubicBezTo>
                  <a:pt x="2849738" y="3090"/>
                  <a:pt x="2851362" y="3170"/>
                  <a:pt x="2852630" y="3328"/>
                </a:cubicBezTo>
                <a:cubicBezTo>
                  <a:pt x="2853898" y="3487"/>
                  <a:pt x="2854888" y="3726"/>
                  <a:pt x="2855601" y="4045"/>
                </a:cubicBezTo>
                <a:cubicBezTo>
                  <a:pt x="2856315" y="4362"/>
                  <a:pt x="2856830" y="4758"/>
                  <a:pt x="2857147" y="5234"/>
                </a:cubicBezTo>
                <a:cubicBezTo>
                  <a:pt x="2857464" y="5709"/>
                  <a:pt x="2857622" y="6265"/>
                  <a:pt x="2857622" y="6901"/>
                </a:cubicBezTo>
                <a:lnTo>
                  <a:pt x="2857622" y="71079"/>
                </a:lnTo>
                <a:cubicBezTo>
                  <a:pt x="2863248" y="65136"/>
                  <a:pt x="2868914" y="60718"/>
                  <a:pt x="2874619" y="57826"/>
                </a:cubicBezTo>
                <a:cubicBezTo>
                  <a:pt x="2880325" y="54934"/>
                  <a:pt x="2886069" y="53487"/>
                  <a:pt x="2891854" y="53487"/>
                </a:cubicBezTo>
                <a:cubicBezTo>
                  <a:pt x="2898986" y="53487"/>
                  <a:pt x="2904988" y="54696"/>
                  <a:pt x="2909861" y="57113"/>
                </a:cubicBezTo>
                <a:cubicBezTo>
                  <a:pt x="2914735" y="59530"/>
                  <a:pt x="2918677" y="62759"/>
                  <a:pt x="2921688" y="66800"/>
                </a:cubicBezTo>
                <a:cubicBezTo>
                  <a:pt x="2924699" y="70841"/>
                  <a:pt x="2926859" y="75576"/>
                  <a:pt x="2928166" y="81004"/>
                </a:cubicBezTo>
                <a:cubicBezTo>
                  <a:pt x="2929474" y="86432"/>
                  <a:pt x="2930127" y="92989"/>
                  <a:pt x="2930127" y="100675"/>
                </a:cubicBezTo>
                <a:lnTo>
                  <a:pt x="2930127" y="165811"/>
                </a:lnTo>
                <a:close/>
                <a:moveTo>
                  <a:pt x="3065696" y="111195"/>
                </a:moveTo>
                <a:cubicBezTo>
                  <a:pt x="3065696" y="119918"/>
                  <a:pt x="3064547" y="127949"/>
                  <a:pt x="3062249" y="135286"/>
                </a:cubicBezTo>
                <a:cubicBezTo>
                  <a:pt x="3059951" y="142623"/>
                  <a:pt x="3056524" y="148950"/>
                  <a:pt x="3051968" y="154267"/>
                </a:cubicBezTo>
                <a:cubicBezTo>
                  <a:pt x="3047412" y="159581"/>
                  <a:pt x="3041706" y="163725"/>
                  <a:pt x="3034852" y="166699"/>
                </a:cubicBezTo>
                <a:cubicBezTo>
                  <a:pt x="3027998" y="169673"/>
                  <a:pt x="3020054" y="171160"/>
                  <a:pt x="3011020" y="171160"/>
                </a:cubicBezTo>
                <a:cubicBezTo>
                  <a:pt x="3002225" y="171160"/>
                  <a:pt x="2994558" y="169851"/>
                  <a:pt x="2988021" y="167234"/>
                </a:cubicBezTo>
                <a:cubicBezTo>
                  <a:pt x="2981483" y="164616"/>
                  <a:pt x="2976036" y="160809"/>
                  <a:pt x="2971677" y="155812"/>
                </a:cubicBezTo>
                <a:cubicBezTo>
                  <a:pt x="2967319" y="150815"/>
                  <a:pt x="2964070" y="144747"/>
                  <a:pt x="2961931" y="137608"/>
                </a:cubicBezTo>
                <a:cubicBezTo>
                  <a:pt x="2959791" y="130469"/>
                  <a:pt x="2958721" y="122377"/>
                  <a:pt x="2958721" y="113334"/>
                </a:cubicBezTo>
                <a:cubicBezTo>
                  <a:pt x="2958721" y="104610"/>
                  <a:pt x="2959851" y="96580"/>
                  <a:pt x="2962109" y="89242"/>
                </a:cubicBezTo>
                <a:cubicBezTo>
                  <a:pt x="2964367" y="81905"/>
                  <a:pt x="2967775" y="75580"/>
                  <a:pt x="2972331" y="70265"/>
                </a:cubicBezTo>
                <a:cubicBezTo>
                  <a:pt x="2976887" y="64949"/>
                  <a:pt x="2982573" y="60823"/>
                  <a:pt x="2989388" y="57889"/>
                </a:cubicBezTo>
                <a:cubicBezTo>
                  <a:pt x="2996202" y="54955"/>
                  <a:pt x="3004166" y="53487"/>
                  <a:pt x="3013279" y="53487"/>
                </a:cubicBezTo>
                <a:cubicBezTo>
                  <a:pt x="3022074" y="53487"/>
                  <a:pt x="3029741" y="54796"/>
                  <a:pt x="3036278" y="57414"/>
                </a:cubicBezTo>
                <a:cubicBezTo>
                  <a:pt x="3042816" y="60031"/>
                  <a:pt x="3048263" y="63838"/>
                  <a:pt x="3052622" y="68835"/>
                </a:cubicBezTo>
                <a:cubicBezTo>
                  <a:pt x="3056980" y="73833"/>
                  <a:pt x="3060249" y="79901"/>
                  <a:pt x="3062428" y="87040"/>
                </a:cubicBezTo>
                <a:cubicBezTo>
                  <a:pt x="3064607" y="94179"/>
                  <a:pt x="3065696" y="102230"/>
                  <a:pt x="3065696" y="111195"/>
                </a:cubicBezTo>
                <a:moveTo>
                  <a:pt x="3045015" y="112443"/>
                </a:moveTo>
                <a:cubicBezTo>
                  <a:pt x="3045015" y="106658"/>
                  <a:pt x="3044480" y="101190"/>
                  <a:pt x="3043410" y="96040"/>
                </a:cubicBezTo>
                <a:cubicBezTo>
                  <a:pt x="3042340" y="90889"/>
                  <a:pt x="3040577" y="86372"/>
                  <a:pt x="3038121" y="82490"/>
                </a:cubicBezTo>
                <a:cubicBezTo>
                  <a:pt x="3035664" y="78607"/>
                  <a:pt x="3032336" y="75536"/>
                  <a:pt x="3028136" y="73278"/>
                </a:cubicBezTo>
                <a:cubicBezTo>
                  <a:pt x="3023937" y="71019"/>
                  <a:pt x="3018707" y="69890"/>
                  <a:pt x="3012447" y="69890"/>
                </a:cubicBezTo>
                <a:cubicBezTo>
                  <a:pt x="3006662" y="69890"/>
                  <a:pt x="3001690" y="70920"/>
                  <a:pt x="2997530" y="72981"/>
                </a:cubicBezTo>
                <a:cubicBezTo>
                  <a:pt x="2993369" y="75041"/>
                  <a:pt x="2989942" y="77953"/>
                  <a:pt x="2987248" y="81717"/>
                </a:cubicBezTo>
                <a:cubicBezTo>
                  <a:pt x="2984554" y="85481"/>
                  <a:pt x="2982553" y="89938"/>
                  <a:pt x="2981246" y="95089"/>
                </a:cubicBezTo>
                <a:cubicBezTo>
                  <a:pt x="2979938" y="100239"/>
                  <a:pt x="2979284" y="105866"/>
                  <a:pt x="2979284" y="111967"/>
                </a:cubicBezTo>
                <a:cubicBezTo>
                  <a:pt x="2979284" y="117831"/>
                  <a:pt x="2979819" y="123338"/>
                  <a:pt x="2980889" y="128489"/>
                </a:cubicBezTo>
                <a:cubicBezTo>
                  <a:pt x="2981959" y="133639"/>
                  <a:pt x="2983742" y="138136"/>
                  <a:pt x="2986238" y="141980"/>
                </a:cubicBezTo>
                <a:cubicBezTo>
                  <a:pt x="2988734" y="145823"/>
                  <a:pt x="2992082" y="148873"/>
                  <a:pt x="2996282" y="151132"/>
                </a:cubicBezTo>
                <a:cubicBezTo>
                  <a:pt x="3000481" y="153390"/>
                  <a:pt x="3005711" y="154519"/>
                  <a:pt x="3011971" y="154519"/>
                </a:cubicBezTo>
                <a:cubicBezTo>
                  <a:pt x="3017677" y="154519"/>
                  <a:pt x="3022629" y="153489"/>
                  <a:pt x="3026829" y="151429"/>
                </a:cubicBezTo>
                <a:cubicBezTo>
                  <a:pt x="3031029" y="149369"/>
                  <a:pt x="3034476" y="146476"/>
                  <a:pt x="3037170" y="142752"/>
                </a:cubicBezTo>
                <a:cubicBezTo>
                  <a:pt x="3039864" y="139028"/>
                  <a:pt x="3041845" y="134590"/>
                  <a:pt x="3043113" y="129440"/>
                </a:cubicBezTo>
                <a:cubicBezTo>
                  <a:pt x="3044381" y="124289"/>
                  <a:pt x="3045015" y="118623"/>
                  <a:pt x="3045015" y="112443"/>
                </a:cubicBezTo>
                <a:close/>
                <a:moveTo>
                  <a:pt x="3186815" y="165807"/>
                </a:moveTo>
                <a:cubicBezTo>
                  <a:pt x="3186815" y="166441"/>
                  <a:pt x="3186676" y="166997"/>
                  <a:pt x="3186399" y="167475"/>
                </a:cubicBezTo>
                <a:cubicBezTo>
                  <a:pt x="3186122" y="167951"/>
                  <a:pt x="3185646" y="168327"/>
                  <a:pt x="3184973" y="168604"/>
                </a:cubicBezTo>
                <a:cubicBezTo>
                  <a:pt x="3184299" y="168882"/>
                  <a:pt x="3183408" y="169100"/>
                  <a:pt x="3182298" y="169258"/>
                </a:cubicBezTo>
                <a:cubicBezTo>
                  <a:pt x="3181189" y="169417"/>
                  <a:pt x="3179842" y="169496"/>
                  <a:pt x="3178257" y="169496"/>
                </a:cubicBezTo>
                <a:cubicBezTo>
                  <a:pt x="3176593" y="169496"/>
                  <a:pt x="3175206" y="169417"/>
                  <a:pt x="3174097" y="169258"/>
                </a:cubicBezTo>
                <a:cubicBezTo>
                  <a:pt x="3172987" y="169102"/>
                  <a:pt x="3172076" y="168887"/>
                  <a:pt x="3171363" y="168612"/>
                </a:cubicBezTo>
                <a:cubicBezTo>
                  <a:pt x="3170650" y="168334"/>
                  <a:pt x="3170135" y="167959"/>
                  <a:pt x="3169818" y="167486"/>
                </a:cubicBezTo>
                <a:cubicBezTo>
                  <a:pt x="3169501" y="167013"/>
                  <a:pt x="3169342" y="166462"/>
                  <a:pt x="3169342" y="165833"/>
                </a:cubicBezTo>
                <a:lnTo>
                  <a:pt x="3169342" y="151767"/>
                </a:lnTo>
                <a:cubicBezTo>
                  <a:pt x="3163716" y="157873"/>
                  <a:pt x="3157872" y="162633"/>
                  <a:pt x="3151810" y="166045"/>
                </a:cubicBezTo>
                <a:cubicBezTo>
                  <a:pt x="3145748" y="169455"/>
                  <a:pt x="3139112" y="171160"/>
                  <a:pt x="3131901" y="171160"/>
                </a:cubicBezTo>
                <a:cubicBezTo>
                  <a:pt x="3124056" y="171160"/>
                  <a:pt x="3117360" y="169633"/>
                  <a:pt x="3111814" y="166580"/>
                </a:cubicBezTo>
                <a:cubicBezTo>
                  <a:pt x="3106267" y="163527"/>
                  <a:pt x="3101770" y="159403"/>
                  <a:pt x="3098323" y="154207"/>
                </a:cubicBezTo>
                <a:cubicBezTo>
                  <a:pt x="3094876" y="149010"/>
                  <a:pt x="3092360" y="142902"/>
                  <a:pt x="3090775" y="135884"/>
                </a:cubicBezTo>
                <a:cubicBezTo>
                  <a:pt x="3089190" y="128864"/>
                  <a:pt x="3088398" y="121466"/>
                  <a:pt x="3088398" y="113691"/>
                </a:cubicBezTo>
                <a:cubicBezTo>
                  <a:pt x="3088398" y="104491"/>
                  <a:pt x="3089388" y="96183"/>
                  <a:pt x="3091369" y="88767"/>
                </a:cubicBezTo>
                <a:cubicBezTo>
                  <a:pt x="3093350" y="81350"/>
                  <a:pt x="3096282" y="75025"/>
                  <a:pt x="3100165" y="69790"/>
                </a:cubicBezTo>
                <a:cubicBezTo>
                  <a:pt x="3104048" y="64553"/>
                  <a:pt x="3108862" y="60526"/>
                  <a:pt x="3114607" y="57711"/>
                </a:cubicBezTo>
                <a:cubicBezTo>
                  <a:pt x="3120352" y="54895"/>
                  <a:pt x="3126988" y="53487"/>
                  <a:pt x="3134516" y="53487"/>
                </a:cubicBezTo>
                <a:cubicBezTo>
                  <a:pt x="3140776" y="53487"/>
                  <a:pt x="3146501" y="54856"/>
                  <a:pt x="3151691" y="57592"/>
                </a:cubicBezTo>
                <a:cubicBezTo>
                  <a:pt x="3156882" y="60328"/>
                  <a:pt x="3162013" y="64353"/>
                  <a:pt x="3167084" y="69667"/>
                </a:cubicBezTo>
                <a:lnTo>
                  <a:pt x="3167084" y="7377"/>
                </a:lnTo>
                <a:cubicBezTo>
                  <a:pt x="3167084" y="6822"/>
                  <a:pt x="3167223" y="6287"/>
                  <a:pt x="3167500" y="5772"/>
                </a:cubicBezTo>
                <a:cubicBezTo>
                  <a:pt x="3167777" y="5255"/>
                  <a:pt x="3168312" y="4857"/>
                  <a:pt x="3169105" y="4580"/>
                </a:cubicBezTo>
                <a:cubicBezTo>
                  <a:pt x="3169897" y="4300"/>
                  <a:pt x="3170907" y="4061"/>
                  <a:pt x="3172136" y="3863"/>
                </a:cubicBezTo>
                <a:cubicBezTo>
                  <a:pt x="3173364" y="3665"/>
                  <a:pt x="3174929" y="3566"/>
                  <a:pt x="3176831" y="3566"/>
                </a:cubicBezTo>
                <a:cubicBezTo>
                  <a:pt x="3178812" y="3566"/>
                  <a:pt x="3180436" y="3665"/>
                  <a:pt x="3181704" y="3863"/>
                </a:cubicBezTo>
                <a:cubicBezTo>
                  <a:pt x="3182972" y="4061"/>
                  <a:pt x="3183962" y="4299"/>
                  <a:pt x="3184675" y="4576"/>
                </a:cubicBezTo>
                <a:cubicBezTo>
                  <a:pt x="3185389" y="4854"/>
                  <a:pt x="3185923" y="5251"/>
                  <a:pt x="3186280" y="5768"/>
                </a:cubicBezTo>
                <a:cubicBezTo>
                  <a:pt x="3186637" y="6284"/>
                  <a:pt x="3186815" y="6818"/>
                  <a:pt x="3186815" y="7373"/>
                </a:cubicBezTo>
                <a:lnTo>
                  <a:pt x="3186815" y="165807"/>
                </a:lnTo>
                <a:moveTo>
                  <a:pt x="3167084" y="90609"/>
                </a:moveTo>
                <a:cubicBezTo>
                  <a:pt x="3161775" y="84020"/>
                  <a:pt x="3156644" y="78999"/>
                  <a:pt x="3151691" y="75547"/>
                </a:cubicBezTo>
                <a:cubicBezTo>
                  <a:pt x="3146739" y="72093"/>
                  <a:pt x="3141568" y="70366"/>
                  <a:pt x="3136180" y="70366"/>
                </a:cubicBezTo>
                <a:cubicBezTo>
                  <a:pt x="3131188" y="70366"/>
                  <a:pt x="3126949" y="71554"/>
                  <a:pt x="3123462" y="73932"/>
                </a:cubicBezTo>
                <a:cubicBezTo>
                  <a:pt x="3119975" y="76309"/>
                  <a:pt x="3117142" y="79439"/>
                  <a:pt x="3114963" y="83322"/>
                </a:cubicBezTo>
                <a:cubicBezTo>
                  <a:pt x="3112784" y="87204"/>
                  <a:pt x="3111199" y="91602"/>
                  <a:pt x="3110209" y="96515"/>
                </a:cubicBezTo>
                <a:cubicBezTo>
                  <a:pt x="3109218" y="101428"/>
                  <a:pt x="3108723" y="106420"/>
                  <a:pt x="3108723" y="111492"/>
                </a:cubicBezTo>
                <a:cubicBezTo>
                  <a:pt x="3108723" y="116880"/>
                  <a:pt x="3109139" y="122150"/>
                  <a:pt x="3109971" y="127300"/>
                </a:cubicBezTo>
                <a:cubicBezTo>
                  <a:pt x="3110803" y="132451"/>
                  <a:pt x="3112249" y="137027"/>
                  <a:pt x="3114310" y="141029"/>
                </a:cubicBezTo>
                <a:cubicBezTo>
                  <a:pt x="3116370" y="145030"/>
                  <a:pt x="3119104" y="148240"/>
                  <a:pt x="3122511" y="150656"/>
                </a:cubicBezTo>
                <a:cubicBezTo>
                  <a:pt x="3125918" y="153073"/>
                  <a:pt x="3130197" y="154282"/>
                  <a:pt x="3135348" y="154282"/>
                </a:cubicBezTo>
                <a:cubicBezTo>
                  <a:pt x="3137963" y="154282"/>
                  <a:pt x="3140479" y="153926"/>
                  <a:pt x="3142896" y="153216"/>
                </a:cubicBezTo>
                <a:cubicBezTo>
                  <a:pt x="3145313" y="152505"/>
                  <a:pt x="3147789" y="151321"/>
                  <a:pt x="3150325" y="149665"/>
                </a:cubicBezTo>
                <a:cubicBezTo>
                  <a:pt x="3152860" y="148006"/>
                  <a:pt x="3155515" y="145855"/>
                  <a:pt x="3158288" y="143213"/>
                </a:cubicBezTo>
                <a:cubicBezTo>
                  <a:pt x="3161062" y="140568"/>
                  <a:pt x="3163994" y="137312"/>
                  <a:pt x="3167084" y="133444"/>
                </a:cubicBezTo>
                <a:lnTo>
                  <a:pt x="3167084" y="90609"/>
                </a:lnTo>
                <a:close/>
                <a:moveTo>
                  <a:pt x="3290530" y="136776"/>
                </a:moveTo>
                <a:cubicBezTo>
                  <a:pt x="3290530" y="142248"/>
                  <a:pt x="3289519" y="147126"/>
                  <a:pt x="3287499" y="151410"/>
                </a:cubicBezTo>
                <a:cubicBezTo>
                  <a:pt x="3285478" y="155692"/>
                  <a:pt x="3282605" y="159301"/>
                  <a:pt x="3278881" y="162238"/>
                </a:cubicBezTo>
                <a:cubicBezTo>
                  <a:pt x="3275157" y="165172"/>
                  <a:pt x="3270719" y="167392"/>
                  <a:pt x="3265569" y="168898"/>
                </a:cubicBezTo>
                <a:cubicBezTo>
                  <a:pt x="3260418" y="170406"/>
                  <a:pt x="3254752" y="171160"/>
                  <a:pt x="3248572" y="171160"/>
                </a:cubicBezTo>
                <a:cubicBezTo>
                  <a:pt x="3244768" y="171160"/>
                  <a:pt x="3241143" y="170866"/>
                  <a:pt x="3237696" y="170280"/>
                </a:cubicBezTo>
                <a:cubicBezTo>
                  <a:pt x="3234249" y="169693"/>
                  <a:pt x="3231158" y="168950"/>
                  <a:pt x="3228425" y="168051"/>
                </a:cubicBezTo>
                <a:cubicBezTo>
                  <a:pt x="3225691" y="167150"/>
                  <a:pt x="3223373" y="166210"/>
                  <a:pt x="3221471" y="165232"/>
                </a:cubicBezTo>
                <a:cubicBezTo>
                  <a:pt x="3219569" y="164251"/>
                  <a:pt x="3218183" y="163370"/>
                  <a:pt x="3217311" y="162587"/>
                </a:cubicBezTo>
                <a:cubicBezTo>
                  <a:pt x="3216439" y="161805"/>
                  <a:pt x="3215806" y="160695"/>
                  <a:pt x="3215409" y="159259"/>
                </a:cubicBezTo>
                <a:cubicBezTo>
                  <a:pt x="3215013" y="157820"/>
                  <a:pt x="3214815" y="155864"/>
                  <a:pt x="3214815" y="153390"/>
                </a:cubicBezTo>
                <a:cubicBezTo>
                  <a:pt x="3214815" y="151875"/>
                  <a:pt x="3214894" y="150598"/>
                  <a:pt x="3215053" y="149561"/>
                </a:cubicBezTo>
                <a:cubicBezTo>
                  <a:pt x="3215211" y="148521"/>
                  <a:pt x="3215409" y="147682"/>
                  <a:pt x="3215647" y="147046"/>
                </a:cubicBezTo>
                <a:cubicBezTo>
                  <a:pt x="3215885" y="146407"/>
                  <a:pt x="3216222" y="145948"/>
                  <a:pt x="3216657" y="145668"/>
                </a:cubicBezTo>
                <a:cubicBezTo>
                  <a:pt x="3217093" y="145388"/>
                  <a:pt x="3217588" y="145248"/>
                  <a:pt x="3218143" y="145248"/>
                </a:cubicBezTo>
                <a:cubicBezTo>
                  <a:pt x="3219015" y="145248"/>
                  <a:pt x="3220302" y="145783"/>
                  <a:pt x="3222006" y="146853"/>
                </a:cubicBezTo>
                <a:cubicBezTo>
                  <a:pt x="3223710" y="147923"/>
                  <a:pt x="3225810" y="149091"/>
                  <a:pt x="3228306" y="150359"/>
                </a:cubicBezTo>
                <a:cubicBezTo>
                  <a:pt x="3230802" y="151627"/>
                  <a:pt x="3233754" y="152796"/>
                  <a:pt x="3237161" y="153866"/>
                </a:cubicBezTo>
                <a:cubicBezTo>
                  <a:pt x="3240568" y="154935"/>
                  <a:pt x="3244491" y="155470"/>
                  <a:pt x="3248928" y="155470"/>
                </a:cubicBezTo>
                <a:cubicBezTo>
                  <a:pt x="3252256" y="155470"/>
                  <a:pt x="3255267" y="155114"/>
                  <a:pt x="3257962" y="154401"/>
                </a:cubicBezTo>
                <a:cubicBezTo>
                  <a:pt x="3260656" y="153685"/>
                  <a:pt x="3262993" y="152632"/>
                  <a:pt x="3264974" y="151243"/>
                </a:cubicBezTo>
                <a:cubicBezTo>
                  <a:pt x="3266955" y="149854"/>
                  <a:pt x="3268481" y="148087"/>
                  <a:pt x="3269551" y="145943"/>
                </a:cubicBezTo>
                <a:cubicBezTo>
                  <a:pt x="3270620" y="143798"/>
                  <a:pt x="3271155" y="141258"/>
                  <a:pt x="3271155" y="138321"/>
                </a:cubicBezTo>
                <a:cubicBezTo>
                  <a:pt x="3271155" y="135307"/>
                  <a:pt x="3270383" y="132769"/>
                  <a:pt x="3268837" y="130706"/>
                </a:cubicBezTo>
                <a:cubicBezTo>
                  <a:pt x="3267292" y="128644"/>
                  <a:pt x="3265252" y="126820"/>
                  <a:pt x="3262716" y="125235"/>
                </a:cubicBezTo>
                <a:cubicBezTo>
                  <a:pt x="3260180" y="123648"/>
                  <a:pt x="3257328" y="122240"/>
                  <a:pt x="3254158" y="121012"/>
                </a:cubicBezTo>
                <a:cubicBezTo>
                  <a:pt x="3250988" y="119781"/>
                  <a:pt x="3247720" y="118492"/>
                  <a:pt x="3244352" y="117145"/>
                </a:cubicBezTo>
                <a:cubicBezTo>
                  <a:pt x="3240984" y="115795"/>
                  <a:pt x="3237696" y="114268"/>
                  <a:pt x="3234487" y="112561"/>
                </a:cubicBezTo>
                <a:cubicBezTo>
                  <a:pt x="3231277" y="110855"/>
                  <a:pt x="3228405" y="108773"/>
                  <a:pt x="3225869" y="106314"/>
                </a:cubicBezTo>
                <a:cubicBezTo>
                  <a:pt x="3223333" y="103855"/>
                  <a:pt x="3221293" y="100920"/>
                  <a:pt x="3219748" y="97511"/>
                </a:cubicBezTo>
                <a:cubicBezTo>
                  <a:pt x="3218203" y="94101"/>
                  <a:pt x="3217430" y="90016"/>
                  <a:pt x="3217430" y="85257"/>
                </a:cubicBezTo>
                <a:cubicBezTo>
                  <a:pt x="3217430" y="81052"/>
                  <a:pt x="3218242" y="77027"/>
                  <a:pt x="3219867" y="73181"/>
                </a:cubicBezTo>
                <a:cubicBezTo>
                  <a:pt x="3221491" y="69333"/>
                  <a:pt x="3223928" y="65962"/>
                  <a:pt x="3227177" y="63067"/>
                </a:cubicBezTo>
                <a:cubicBezTo>
                  <a:pt x="3230425" y="60170"/>
                  <a:pt x="3234487" y="57849"/>
                  <a:pt x="3239360" y="56106"/>
                </a:cubicBezTo>
                <a:cubicBezTo>
                  <a:pt x="3244233" y="54360"/>
                  <a:pt x="3249919" y="53487"/>
                  <a:pt x="3256416" y="53487"/>
                </a:cubicBezTo>
                <a:cubicBezTo>
                  <a:pt x="3259269" y="53487"/>
                  <a:pt x="3262122" y="53729"/>
                  <a:pt x="3264974" y="54212"/>
                </a:cubicBezTo>
                <a:cubicBezTo>
                  <a:pt x="3267827" y="54695"/>
                  <a:pt x="3270402" y="55298"/>
                  <a:pt x="3272700" y="56021"/>
                </a:cubicBezTo>
                <a:cubicBezTo>
                  <a:pt x="3274998" y="56744"/>
                  <a:pt x="3276960" y="57528"/>
                  <a:pt x="3278584" y="58372"/>
                </a:cubicBezTo>
                <a:cubicBezTo>
                  <a:pt x="3280208" y="59216"/>
                  <a:pt x="3281437" y="59960"/>
                  <a:pt x="3282269" y="60604"/>
                </a:cubicBezTo>
                <a:cubicBezTo>
                  <a:pt x="3283101" y="61248"/>
                  <a:pt x="3283655" y="61808"/>
                  <a:pt x="3283933" y="62283"/>
                </a:cubicBezTo>
                <a:cubicBezTo>
                  <a:pt x="3284210" y="62759"/>
                  <a:pt x="3284408" y="63294"/>
                  <a:pt x="3284527" y="63888"/>
                </a:cubicBezTo>
                <a:cubicBezTo>
                  <a:pt x="3284646" y="64482"/>
                  <a:pt x="3284765" y="65215"/>
                  <a:pt x="3284884" y="66087"/>
                </a:cubicBezTo>
                <a:cubicBezTo>
                  <a:pt x="3285002" y="66958"/>
                  <a:pt x="3285062" y="68028"/>
                  <a:pt x="3285062" y="69296"/>
                </a:cubicBezTo>
                <a:cubicBezTo>
                  <a:pt x="3285062" y="70643"/>
                  <a:pt x="3285002" y="71812"/>
                  <a:pt x="3284884" y="72802"/>
                </a:cubicBezTo>
                <a:cubicBezTo>
                  <a:pt x="3284765" y="73793"/>
                  <a:pt x="3284567" y="74605"/>
                  <a:pt x="3284289" y="75239"/>
                </a:cubicBezTo>
                <a:cubicBezTo>
                  <a:pt x="3284012" y="75873"/>
                  <a:pt x="3283675" y="76329"/>
                  <a:pt x="3283279" y="76606"/>
                </a:cubicBezTo>
                <a:cubicBezTo>
                  <a:pt x="3282883" y="76883"/>
                  <a:pt x="3282447" y="77022"/>
                  <a:pt x="3281972" y="77022"/>
                </a:cubicBezTo>
                <a:cubicBezTo>
                  <a:pt x="3281258" y="77022"/>
                  <a:pt x="3280228" y="76580"/>
                  <a:pt x="3278881" y="75696"/>
                </a:cubicBezTo>
                <a:cubicBezTo>
                  <a:pt x="3277534" y="74812"/>
                  <a:pt x="3275791" y="73867"/>
                  <a:pt x="3273651" y="72862"/>
                </a:cubicBezTo>
                <a:cubicBezTo>
                  <a:pt x="3271512" y="71856"/>
                  <a:pt x="3268996" y="70912"/>
                  <a:pt x="3266104" y="70028"/>
                </a:cubicBezTo>
                <a:cubicBezTo>
                  <a:pt x="3263211" y="69144"/>
                  <a:pt x="3259903" y="68702"/>
                  <a:pt x="3256179" y="68702"/>
                </a:cubicBezTo>
                <a:cubicBezTo>
                  <a:pt x="3252851" y="68702"/>
                  <a:pt x="3249919" y="69079"/>
                  <a:pt x="3247383" y="69835"/>
                </a:cubicBezTo>
                <a:cubicBezTo>
                  <a:pt x="3244847" y="70587"/>
                  <a:pt x="3242767" y="71658"/>
                  <a:pt x="3241143" y="73048"/>
                </a:cubicBezTo>
                <a:cubicBezTo>
                  <a:pt x="3239518" y="74437"/>
                  <a:pt x="3238290" y="76085"/>
                  <a:pt x="3237458" y="77991"/>
                </a:cubicBezTo>
                <a:cubicBezTo>
                  <a:pt x="3236626" y="79896"/>
                  <a:pt x="3236210" y="81960"/>
                  <a:pt x="3236210" y="84183"/>
                </a:cubicBezTo>
                <a:cubicBezTo>
                  <a:pt x="3236210" y="87276"/>
                  <a:pt x="3237002" y="89874"/>
                  <a:pt x="3238587" y="91976"/>
                </a:cubicBezTo>
                <a:cubicBezTo>
                  <a:pt x="3240172" y="94079"/>
                  <a:pt x="3242232" y="95923"/>
                  <a:pt x="3244768" y="97511"/>
                </a:cubicBezTo>
                <a:cubicBezTo>
                  <a:pt x="3247304" y="99095"/>
                  <a:pt x="3250196" y="100523"/>
                  <a:pt x="3253445" y="101793"/>
                </a:cubicBezTo>
                <a:cubicBezTo>
                  <a:pt x="3256694" y="103061"/>
                  <a:pt x="3260002" y="104370"/>
                  <a:pt x="3263370" y="105719"/>
                </a:cubicBezTo>
                <a:cubicBezTo>
                  <a:pt x="3266737" y="107067"/>
                  <a:pt x="3270066" y="108573"/>
                  <a:pt x="3273354" y="110240"/>
                </a:cubicBezTo>
                <a:cubicBezTo>
                  <a:pt x="3276643" y="111906"/>
                  <a:pt x="3279555" y="113930"/>
                  <a:pt x="3282090" y="116309"/>
                </a:cubicBezTo>
                <a:cubicBezTo>
                  <a:pt x="3284626" y="118689"/>
                  <a:pt x="3286667" y="121545"/>
                  <a:pt x="3288212" y="124878"/>
                </a:cubicBezTo>
                <a:cubicBezTo>
                  <a:pt x="3289757" y="128209"/>
                  <a:pt x="3290530" y="132175"/>
                  <a:pt x="3290530" y="136776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" name="Text Onlyfocusonimportanttokens">
            <a:extLst xmlns:a="http://schemas.openxmlformats.org/drawingml/2006/main">
              <a:ext uri="{FF2B5EF4-FFF2-40B4-BE49-F238E27FC236}">
                <a16:creationId xmlns:a16="http://schemas.microsoft.com/office/drawing/2014/main" id="{C89D6314-1355-4F1D-8361-8A623D70E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06146" y="4313088"/>
            <a:ext cx="2654260" cy="196020"/>
          </a:xfrm>
          <a:custGeom xmlns:a="http://schemas.openxmlformats.org/drawingml/2006/main">
            <a:pathLst>
              <a:path w="2654260" h="196020">
                <a:moveTo>
                  <a:pt x="61346" y="149519"/>
                </a:moveTo>
                <a:cubicBezTo>
                  <a:pt x="44534" y="149519"/>
                  <a:pt x="30285" y="144475"/>
                  <a:pt x="18600" y="134387"/>
                </a:cubicBezTo>
                <a:cubicBezTo>
                  <a:pt x="6200" y="123642"/>
                  <a:pt x="0" y="109794"/>
                  <a:pt x="0" y="92840"/>
                </a:cubicBezTo>
                <a:cubicBezTo>
                  <a:pt x="0" y="72187"/>
                  <a:pt x="6111" y="53414"/>
                  <a:pt x="18332" y="36522"/>
                </a:cubicBezTo>
                <a:cubicBezTo>
                  <a:pt x="31984" y="17778"/>
                  <a:pt x="49005" y="8406"/>
                  <a:pt x="69394" y="8406"/>
                </a:cubicBezTo>
                <a:cubicBezTo>
                  <a:pt x="89008" y="8406"/>
                  <a:pt x="103584" y="12823"/>
                  <a:pt x="113123" y="21658"/>
                </a:cubicBezTo>
                <a:cubicBezTo>
                  <a:pt x="123079" y="30850"/>
                  <a:pt x="128057" y="45355"/>
                  <a:pt x="128057" y="65174"/>
                </a:cubicBezTo>
                <a:cubicBezTo>
                  <a:pt x="128057" y="85828"/>
                  <a:pt x="122453" y="104451"/>
                  <a:pt x="111245" y="121045"/>
                </a:cubicBezTo>
                <a:cubicBezTo>
                  <a:pt x="98368" y="140028"/>
                  <a:pt x="81735" y="149519"/>
                  <a:pt x="61346" y="149519"/>
                </a:cubicBezTo>
                <a:moveTo>
                  <a:pt x="69394" y="26828"/>
                </a:moveTo>
                <a:cubicBezTo>
                  <a:pt x="54788" y="26828"/>
                  <a:pt x="42417" y="34101"/>
                  <a:pt x="32283" y="48647"/>
                </a:cubicBezTo>
                <a:cubicBezTo>
                  <a:pt x="22923" y="62001"/>
                  <a:pt x="18243" y="76727"/>
                  <a:pt x="18243" y="92823"/>
                </a:cubicBezTo>
                <a:cubicBezTo>
                  <a:pt x="18243" y="104329"/>
                  <a:pt x="22505" y="113689"/>
                  <a:pt x="31031" y="120903"/>
                </a:cubicBezTo>
                <a:cubicBezTo>
                  <a:pt x="39198" y="127699"/>
                  <a:pt x="49303" y="131097"/>
                  <a:pt x="61346" y="131097"/>
                </a:cubicBezTo>
                <a:cubicBezTo>
                  <a:pt x="75833" y="131097"/>
                  <a:pt x="87786" y="123794"/>
                  <a:pt x="97205" y="109188"/>
                </a:cubicBezTo>
                <a:cubicBezTo>
                  <a:pt x="105611" y="96132"/>
                  <a:pt x="109814" y="81466"/>
                  <a:pt x="109814" y="65191"/>
                </a:cubicBezTo>
                <a:cubicBezTo>
                  <a:pt x="109814" y="50943"/>
                  <a:pt x="106625" y="40927"/>
                  <a:pt x="100246" y="35144"/>
                </a:cubicBezTo>
                <a:cubicBezTo>
                  <a:pt x="94165" y="29600"/>
                  <a:pt x="83881" y="26828"/>
                  <a:pt x="69394" y="26828"/>
                </a:cubicBezTo>
                <a:close/>
                <a:moveTo>
                  <a:pt x="217160" y="150413"/>
                </a:moveTo>
                <a:cubicBezTo>
                  <a:pt x="212033" y="150413"/>
                  <a:pt x="209142" y="147606"/>
                  <a:pt x="208486" y="141991"/>
                </a:cubicBezTo>
                <a:lnTo>
                  <a:pt x="205982" y="122364"/>
                </a:lnTo>
                <a:cubicBezTo>
                  <a:pt x="205147" y="115374"/>
                  <a:pt x="204730" y="108832"/>
                  <a:pt x="204730" y="102738"/>
                </a:cubicBezTo>
                <a:cubicBezTo>
                  <a:pt x="204730" y="101065"/>
                  <a:pt x="204834" y="98228"/>
                  <a:pt x="205043" y="94226"/>
                </a:cubicBezTo>
                <a:cubicBezTo>
                  <a:pt x="205252" y="90223"/>
                  <a:pt x="205356" y="87384"/>
                  <a:pt x="205356" y="85711"/>
                </a:cubicBezTo>
                <a:cubicBezTo>
                  <a:pt x="205356" y="72806"/>
                  <a:pt x="202971" y="66354"/>
                  <a:pt x="198202" y="66354"/>
                </a:cubicBezTo>
                <a:cubicBezTo>
                  <a:pt x="191525" y="66354"/>
                  <a:pt x="185146" y="70323"/>
                  <a:pt x="179065" y="78261"/>
                </a:cubicBezTo>
                <a:cubicBezTo>
                  <a:pt x="173580" y="85482"/>
                  <a:pt x="169288" y="94613"/>
                  <a:pt x="166188" y="105653"/>
                </a:cubicBezTo>
                <a:cubicBezTo>
                  <a:pt x="166069" y="107982"/>
                  <a:pt x="165800" y="110907"/>
                  <a:pt x="165383" y="114428"/>
                </a:cubicBezTo>
                <a:cubicBezTo>
                  <a:pt x="165025" y="117413"/>
                  <a:pt x="164846" y="120307"/>
                  <a:pt x="164846" y="123111"/>
                </a:cubicBezTo>
                <a:cubicBezTo>
                  <a:pt x="164846" y="124901"/>
                  <a:pt x="165025" y="127587"/>
                  <a:pt x="165383" y="131167"/>
                </a:cubicBezTo>
                <a:cubicBezTo>
                  <a:pt x="165741" y="134748"/>
                  <a:pt x="165920" y="137434"/>
                  <a:pt x="165920" y="139224"/>
                </a:cubicBezTo>
                <a:cubicBezTo>
                  <a:pt x="165920" y="141910"/>
                  <a:pt x="165100" y="144089"/>
                  <a:pt x="163460" y="145760"/>
                </a:cubicBezTo>
                <a:cubicBezTo>
                  <a:pt x="161821" y="147431"/>
                  <a:pt x="159719" y="148267"/>
                  <a:pt x="157156" y="148267"/>
                </a:cubicBezTo>
                <a:cubicBezTo>
                  <a:pt x="154533" y="148267"/>
                  <a:pt x="152416" y="147431"/>
                  <a:pt x="150807" y="145758"/>
                </a:cubicBezTo>
                <a:cubicBezTo>
                  <a:pt x="149197" y="144086"/>
                  <a:pt x="148392" y="141907"/>
                  <a:pt x="148392" y="139218"/>
                </a:cubicBezTo>
                <a:cubicBezTo>
                  <a:pt x="148392" y="137428"/>
                  <a:pt x="148198" y="134741"/>
                  <a:pt x="147811" y="131159"/>
                </a:cubicBezTo>
                <a:cubicBezTo>
                  <a:pt x="147423" y="127574"/>
                  <a:pt x="147230" y="124886"/>
                  <a:pt x="147230" y="123094"/>
                </a:cubicBezTo>
                <a:cubicBezTo>
                  <a:pt x="147230" y="116942"/>
                  <a:pt x="147662" y="108417"/>
                  <a:pt x="148526" y="97518"/>
                </a:cubicBezTo>
                <a:cubicBezTo>
                  <a:pt x="149391" y="86620"/>
                  <a:pt x="149823" y="78094"/>
                  <a:pt x="149823" y="71943"/>
                </a:cubicBezTo>
                <a:cubicBezTo>
                  <a:pt x="149823" y="70031"/>
                  <a:pt x="149719" y="67195"/>
                  <a:pt x="149510" y="63433"/>
                </a:cubicBezTo>
                <a:cubicBezTo>
                  <a:pt x="149301" y="59670"/>
                  <a:pt x="149197" y="56833"/>
                  <a:pt x="149197" y="54924"/>
                </a:cubicBezTo>
                <a:cubicBezTo>
                  <a:pt x="149197" y="52355"/>
                  <a:pt x="150047" y="50250"/>
                  <a:pt x="151746" y="48608"/>
                </a:cubicBezTo>
                <a:cubicBezTo>
                  <a:pt x="153445" y="46965"/>
                  <a:pt x="155546" y="46143"/>
                  <a:pt x="158050" y="46143"/>
                </a:cubicBezTo>
                <a:cubicBezTo>
                  <a:pt x="163535" y="46143"/>
                  <a:pt x="166546" y="50034"/>
                  <a:pt x="167082" y="57816"/>
                </a:cubicBezTo>
                <a:lnTo>
                  <a:pt x="167350" y="68321"/>
                </a:lnTo>
                <a:cubicBezTo>
                  <a:pt x="177366" y="54967"/>
                  <a:pt x="187650" y="48290"/>
                  <a:pt x="198202" y="48290"/>
                </a:cubicBezTo>
                <a:cubicBezTo>
                  <a:pt x="207741" y="48290"/>
                  <a:pt x="214388" y="52500"/>
                  <a:pt x="218144" y="60921"/>
                </a:cubicBezTo>
                <a:cubicBezTo>
                  <a:pt x="220707" y="66534"/>
                  <a:pt x="222108" y="74836"/>
                  <a:pt x="222347" y="85826"/>
                </a:cubicBezTo>
                <a:lnTo>
                  <a:pt x="222347" y="94872"/>
                </a:lnTo>
                <a:lnTo>
                  <a:pt x="222257" y="103202"/>
                </a:lnTo>
                <a:cubicBezTo>
                  <a:pt x="222257" y="108160"/>
                  <a:pt x="222898" y="114566"/>
                  <a:pt x="224180" y="122420"/>
                </a:cubicBezTo>
                <a:cubicBezTo>
                  <a:pt x="225462" y="130273"/>
                  <a:pt x="226103" y="136647"/>
                  <a:pt x="226103" y="141543"/>
                </a:cubicBezTo>
                <a:cubicBezTo>
                  <a:pt x="226103" y="144172"/>
                  <a:pt x="225253" y="146307"/>
                  <a:pt x="223554" y="147948"/>
                </a:cubicBezTo>
                <a:cubicBezTo>
                  <a:pt x="221855" y="149592"/>
                  <a:pt x="219724" y="150413"/>
                  <a:pt x="217160" y="150413"/>
                </a:cubicBezTo>
                <a:close/>
                <a:moveTo>
                  <a:pt x="267435" y="73686"/>
                </a:moveTo>
                <a:lnTo>
                  <a:pt x="266094" y="118184"/>
                </a:lnTo>
                <a:cubicBezTo>
                  <a:pt x="266094" y="122899"/>
                  <a:pt x="265856" y="129823"/>
                  <a:pt x="265379" y="138956"/>
                </a:cubicBezTo>
                <a:cubicBezTo>
                  <a:pt x="264782" y="144925"/>
                  <a:pt x="261861" y="147909"/>
                  <a:pt x="256615" y="147909"/>
                </a:cubicBezTo>
                <a:cubicBezTo>
                  <a:pt x="250773" y="147909"/>
                  <a:pt x="247851" y="144865"/>
                  <a:pt x="247851" y="138777"/>
                </a:cubicBezTo>
                <a:cubicBezTo>
                  <a:pt x="247851" y="131554"/>
                  <a:pt x="248179" y="120705"/>
                  <a:pt x="248835" y="106232"/>
                </a:cubicBezTo>
                <a:cubicBezTo>
                  <a:pt x="249491" y="91758"/>
                  <a:pt x="249819" y="80909"/>
                  <a:pt x="249819" y="73686"/>
                </a:cubicBezTo>
                <a:cubicBezTo>
                  <a:pt x="249819" y="64256"/>
                  <a:pt x="249968" y="53467"/>
                  <a:pt x="250266" y="41320"/>
                </a:cubicBezTo>
                <a:cubicBezTo>
                  <a:pt x="250564" y="29173"/>
                  <a:pt x="250713" y="18384"/>
                  <a:pt x="250713" y="8954"/>
                </a:cubicBezTo>
                <a:cubicBezTo>
                  <a:pt x="250713" y="2985"/>
                  <a:pt x="253634" y="0"/>
                  <a:pt x="259477" y="0"/>
                </a:cubicBezTo>
                <a:cubicBezTo>
                  <a:pt x="265379" y="0"/>
                  <a:pt x="268330" y="2985"/>
                  <a:pt x="268330" y="8954"/>
                </a:cubicBezTo>
                <a:cubicBezTo>
                  <a:pt x="268330" y="18384"/>
                  <a:pt x="268181" y="29173"/>
                  <a:pt x="267883" y="41320"/>
                </a:cubicBezTo>
                <a:cubicBezTo>
                  <a:pt x="267584" y="53467"/>
                  <a:pt x="267435" y="64256"/>
                  <a:pt x="267435" y="73686"/>
                </a:cubicBezTo>
                <a:close/>
                <a:moveTo>
                  <a:pt x="373064" y="64193"/>
                </a:moveTo>
                <a:lnTo>
                  <a:pt x="342123" y="131092"/>
                </a:lnTo>
                <a:cubicBezTo>
                  <a:pt x="334492" y="147369"/>
                  <a:pt x="328650" y="160992"/>
                  <a:pt x="324596" y="171962"/>
                </a:cubicBezTo>
                <a:lnTo>
                  <a:pt x="318694" y="189313"/>
                </a:lnTo>
                <a:cubicBezTo>
                  <a:pt x="317144" y="193665"/>
                  <a:pt x="314461" y="195841"/>
                  <a:pt x="310646" y="195841"/>
                </a:cubicBezTo>
                <a:cubicBezTo>
                  <a:pt x="308142" y="195841"/>
                  <a:pt x="305981" y="195017"/>
                  <a:pt x="304162" y="193368"/>
                </a:cubicBezTo>
                <a:cubicBezTo>
                  <a:pt x="302344" y="191721"/>
                  <a:pt x="301435" y="189669"/>
                  <a:pt x="301435" y="187212"/>
                </a:cubicBezTo>
                <a:cubicBezTo>
                  <a:pt x="301435" y="181220"/>
                  <a:pt x="307873" y="163981"/>
                  <a:pt x="320751" y="135493"/>
                </a:cubicBezTo>
                <a:lnTo>
                  <a:pt x="288736" y="73795"/>
                </a:lnTo>
                <a:lnTo>
                  <a:pt x="284712" y="67256"/>
                </a:lnTo>
                <a:cubicBezTo>
                  <a:pt x="283103" y="64510"/>
                  <a:pt x="282298" y="62212"/>
                  <a:pt x="282298" y="60362"/>
                </a:cubicBezTo>
                <a:cubicBezTo>
                  <a:pt x="282298" y="57918"/>
                  <a:pt x="283237" y="55772"/>
                  <a:pt x="285115" y="53923"/>
                </a:cubicBezTo>
                <a:cubicBezTo>
                  <a:pt x="286993" y="52075"/>
                  <a:pt x="289094" y="51151"/>
                  <a:pt x="291419" y="51151"/>
                </a:cubicBezTo>
                <a:cubicBezTo>
                  <a:pt x="294162" y="51151"/>
                  <a:pt x="296278" y="52195"/>
                  <a:pt x="297768" y="54281"/>
                </a:cubicBezTo>
                <a:cubicBezTo>
                  <a:pt x="307903" y="68371"/>
                  <a:pt x="318783" y="88431"/>
                  <a:pt x="330409" y="114462"/>
                </a:cubicBezTo>
                <a:lnTo>
                  <a:pt x="343644" y="83515"/>
                </a:lnTo>
                <a:cubicBezTo>
                  <a:pt x="348413" y="72838"/>
                  <a:pt x="353003" y="63660"/>
                  <a:pt x="357415" y="55980"/>
                </a:cubicBezTo>
                <a:cubicBezTo>
                  <a:pt x="359323" y="52642"/>
                  <a:pt x="361827" y="50972"/>
                  <a:pt x="364927" y="50972"/>
                </a:cubicBezTo>
                <a:cubicBezTo>
                  <a:pt x="367371" y="50972"/>
                  <a:pt x="369532" y="51836"/>
                  <a:pt x="371410" y="53563"/>
                </a:cubicBezTo>
                <a:cubicBezTo>
                  <a:pt x="373288" y="55290"/>
                  <a:pt x="374227" y="57345"/>
                  <a:pt x="374227" y="59728"/>
                </a:cubicBezTo>
                <a:cubicBezTo>
                  <a:pt x="374227" y="61037"/>
                  <a:pt x="373839" y="62526"/>
                  <a:pt x="373064" y="64193"/>
                </a:cubicBezTo>
                <a:close/>
                <a:moveTo>
                  <a:pt x="505509" y="18243"/>
                </a:moveTo>
                <a:cubicBezTo>
                  <a:pt x="491082" y="18243"/>
                  <a:pt x="483004" y="28208"/>
                  <a:pt x="481275" y="48139"/>
                </a:cubicBezTo>
                <a:lnTo>
                  <a:pt x="481007" y="53655"/>
                </a:lnTo>
                <a:cubicBezTo>
                  <a:pt x="491142" y="52940"/>
                  <a:pt x="497700" y="52582"/>
                  <a:pt x="500680" y="52582"/>
                </a:cubicBezTo>
                <a:cubicBezTo>
                  <a:pt x="510159" y="52582"/>
                  <a:pt x="514899" y="55577"/>
                  <a:pt x="514899" y="61566"/>
                </a:cubicBezTo>
                <a:cubicBezTo>
                  <a:pt x="514899" y="65941"/>
                  <a:pt x="512574" y="68547"/>
                  <a:pt x="507924" y="69386"/>
                </a:cubicBezTo>
                <a:cubicBezTo>
                  <a:pt x="505897" y="69745"/>
                  <a:pt x="503527" y="69880"/>
                  <a:pt x="500815" y="69791"/>
                </a:cubicBezTo>
                <a:cubicBezTo>
                  <a:pt x="498102" y="69701"/>
                  <a:pt x="491231" y="70106"/>
                  <a:pt x="480202" y="71004"/>
                </a:cubicBezTo>
                <a:lnTo>
                  <a:pt x="479487" y="91412"/>
                </a:lnTo>
                <a:cubicBezTo>
                  <a:pt x="479487" y="95114"/>
                  <a:pt x="479606" y="100665"/>
                  <a:pt x="479844" y="108065"/>
                </a:cubicBezTo>
                <a:cubicBezTo>
                  <a:pt x="480083" y="115465"/>
                  <a:pt x="480202" y="120985"/>
                  <a:pt x="480202" y="124625"/>
                </a:cubicBezTo>
                <a:cubicBezTo>
                  <a:pt x="480202" y="135964"/>
                  <a:pt x="479546" y="144795"/>
                  <a:pt x="478235" y="151120"/>
                </a:cubicBezTo>
                <a:cubicBezTo>
                  <a:pt x="477221" y="155895"/>
                  <a:pt x="474449" y="158283"/>
                  <a:pt x="469918" y="158283"/>
                </a:cubicBezTo>
                <a:cubicBezTo>
                  <a:pt x="467474" y="158283"/>
                  <a:pt x="465387" y="157492"/>
                  <a:pt x="463658" y="155910"/>
                </a:cubicBezTo>
                <a:cubicBezTo>
                  <a:pt x="461929" y="154328"/>
                  <a:pt x="461065" y="152344"/>
                  <a:pt x="461065" y="149958"/>
                </a:cubicBezTo>
                <a:cubicBezTo>
                  <a:pt x="461065" y="149481"/>
                  <a:pt x="461125" y="148884"/>
                  <a:pt x="461244" y="148166"/>
                </a:cubicBezTo>
                <a:cubicBezTo>
                  <a:pt x="462496" y="140409"/>
                  <a:pt x="463122" y="131965"/>
                  <a:pt x="463122" y="122834"/>
                </a:cubicBezTo>
                <a:lnTo>
                  <a:pt x="462854" y="98396"/>
                </a:lnTo>
                <a:lnTo>
                  <a:pt x="462854" y="72434"/>
                </a:lnTo>
                <a:cubicBezTo>
                  <a:pt x="455401" y="73031"/>
                  <a:pt x="450692" y="73329"/>
                  <a:pt x="448724" y="73329"/>
                </a:cubicBezTo>
                <a:cubicBezTo>
                  <a:pt x="442703" y="73329"/>
                  <a:pt x="439692" y="70437"/>
                  <a:pt x="439692" y="64654"/>
                </a:cubicBezTo>
                <a:cubicBezTo>
                  <a:pt x="439692" y="58752"/>
                  <a:pt x="444909" y="55652"/>
                  <a:pt x="455342" y="55354"/>
                </a:cubicBezTo>
                <a:lnTo>
                  <a:pt x="463927" y="55086"/>
                </a:lnTo>
                <a:cubicBezTo>
                  <a:pt x="464105" y="51747"/>
                  <a:pt x="464553" y="47217"/>
                  <a:pt x="465268" y="41493"/>
                </a:cubicBezTo>
                <a:cubicBezTo>
                  <a:pt x="466818" y="28258"/>
                  <a:pt x="470157" y="18511"/>
                  <a:pt x="475284" y="12251"/>
                </a:cubicBezTo>
                <a:cubicBezTo>
                  <a:pt x="481484" y="4680"/>
                  <a:pt x="491172" y="894"/>
                  <a:pt x="504347" y="894"/>
                </a:cubicBezTo>
                <a:cubicBezTo>
                  <a:pt x="512872" y="894"/>
                  <a:pt x="517135" y="3801"/>
                  <a:pt x="517135" y="9613"/>
                </a:cubicBezTo>
                <a:cubicBezTo>
                  <a:pt x="517135" y="15366"/>
                  <a:pt x="513260" y="18243"/>
                  <a:pt x="505509" y="18243"/>
                </a:cubicBezTo>
                <a:close/>
                <a:moveTo>
                  <a:pt x="572048" y="149340"/>
                </a:moveTo>
                <a:cubicBezTo>
                  <a:pt x="562032" y="149340"/>
                  <a:pt x="553417" y="145637"/>
                  <a:pt x="546204" y="138232"/>
                </a:cubicBezTo>
                <a:cubicBezTo>
                  <a:pt x="538156" y="129990"/>
                  <a:pt x="533923" y="118910"/>
                  <a:pt x="533505" y="104994"/>
                </a:cubicBezTo>
                <a:cubicBezTo>
                  <a:pt x="533148" y="91496"/>
                  <a:pt x="536546" y="79611"/>
                  <a:pt x="543700" y="69338"/>
                </a:cubicBezTo>
                <a:cubicBezTo>
                  <a:pt x="552046" y="57214"/>
                  <a:pt x="563672" y="51151"/>
                  <a:pt x="578576" y="51151"/>
                </a:cubicBezTo>
                <a:cubicBezTo>
                  <a:pt x="590499" y="51151"/>
                  <a:pt x="599531" y="56616"/>
                  <a:pt x="605672" y="67547"/>
                </a:cubicBezTo>
                <a:cubicBezTo>
                  <a:pt x="610560" y="76385"/>
                  <a:pt x="612915" y="87015"/>
                  <a:pt x="612736" y="99438"/>
                </a:cubicBezTo>
                <a:cubicBezTo>
                  <a:pt x="612557" y="112697"/>
                  <a:pt x="609100" y="124016"/>
                  <a:pt x="602363" y="133395"/>
                </a:cubicBezTo>
                <a:cubicBezTo>
                  <a:pt x="594732" y="144025"/>
                  <a:pt x="584627" y="149340"/>
                  <a:pt x="572048" y="149340"/>
                </a:cubicBezTo>
                <a:moveTo>
                  <a:pt x="577413" y="69394"/>
                </a:moveTo>
                <a:cubicBezTo>
                  <a:pt x="568650" y="69334"/>
                  <a:pt x="561823" y="73513"/>
                  <a:pt x="556935" y="81930"/>
                </a:cubicBezTo>
                <a:cubicBezTo>
                  <a:pt x="553060" y="88678"/>
                  <a:pt x="551122" y="96380"/>
                  <a:pt x="551122" y="105036"/>
                </a:cubicBezTo>
                <a:cubicBezTo>
                  <a:pt x="551122" y="113693"/>
                  <a:pt x="553477" y="120440"/>
                  <a:pt x="558187" y="125276"/>
                </a:cubicBezTo>
                <a:cubicBezTo>
                  <a:pt x="562122" y="129276"/>
                  <a:pt x="566742" y="131276"/>
                  <a:pt x="572048" y="131276"/>
                </a:cubicBezTo>
                <a:cubicBezTo>
                  <a:pt x="578248" y="131276"/>
                  <a:pt x="583584" y="129007"/>
                  <a:pt x="588055" y="124469"/>
                </a:cubicBezTo>
                <a:cubicBezTo>
                  <a:pt x="593122" y="119455"/>
                  <a:pt x="595805" y="112680"/>
                  <a:pt x="596103" y="104141"/>
                </a:cubicBezTo>
                <a:cubicBezTo>
                  <a:pt x="596938" y="81036"/>
                  <a:pt x="590708" y="69454"/>
                  <a:pt x="577413" y="69394"/>
                </a:cubicBezTo>
                <a:close/>
                <a:moveTo>
                  <a:pt x="675083" y="149698"/>
                </a:moveTo>
                <a:cubicBezTo>
                  <a:pt x="662862" y="149698"/>
                  <a:pt x="652667" y="145995"/>
                  <a:pt x="644500" y="138590"/>
                </a:cubicBezTo>
                <a:cubicBezTo>
                  <a:pt x="635915" y="130826"/>
                  <a:pt x="631623" y="120583"/>
                  <a:pt x="631623" y="107861"/>
                </a:cubicBezTo>
                <a:cubicBezTo>
                  <a:pt x="631623" y="95738"/>
                  <a:pt x="635647" y="83227"/>
                  <a:pt x="643695" y="70327"/>
                </a:cubicBezTo>
                <a:cubicBezTo>
                  <a:pt x="652637" y="55993"/>
                  <a:pt x="662713" y="48826"/>
                  <a:pt x="673921" y="48826"/>
                </a:cubicBezTo>
                <a:cubicBezTo>
                  <a:pt x="679763" y="48826"/>
                  <a:pt x="686291" y="50202"/>
                  <a:pt x="693505" y="52954"/>
                </a:cubicBezTo>
                <a:cubicBezTo>
                  <a:pt x="702626" y="56484"/>
                  <a:pt x="707187" y="60791"/>
                  <a:pt x="707187" y="65876"/>
                </a:cubicBezTo>
                <a:cubicBezTo>
                  <a:pt x="707187" y="68149"/>
                  <a:pt x="706442" y="70168"/>
                  <a:pt x="704951" y="71934"/>
                </a:cubicBezTo>
                <a:cubicBezTo>
                  <a:pt x="703461" y="73699"/>
                  <a:pt x="701613" y="74581"/>
                  <a:pt x="699407" y="74581"/>
                </a:cubicBezTo>
                <a:cubicBezTo>
                  <a:pt x="697678" y="74581"/>
                  <a:pt x="696173" y="74054"/>
                  <a:pt x="694891" y="73002"/>
                </a:cubicBezTo>
                <a:cubicBezTo>
                  <a:pt x="693609" y="71947"/>
                  <a:pt x="692372" y="70908"/>
                  <a:pt x="691180" y="69883"/>
                </a:cubicBezTo>
                <a:cubicBezTo>
                  <a:pt x="687662" y="67053"/>
                  <a:pt x="681909" y="65638"/>
                  <a:pt x="673921" y="65638"/>
                </a:cubicBezTo>
                <a:cubicBezTo>
                  <a:pt x="667840" y="65638"/>
                  <a:pt x="661818" y="71078"/>
                  <a:pt x="655857" y="81958"/>
                </a:cubicBezTo>
                <a:cubicBezTo>
                  <a:pt x="650432" y="91940"/>
                  <a:pt x="647719" y="100577"/>
                  <a:pt x="647719" y="107869"/>
                </a:cubicBezTo>
                <a:cubicBezTo>
                  <a:pt x="647719" y="115759"/>
                  <a:pt x="650402" y="121976"/>
                  <a:pt x="655767" y="126520"/>
                </a:cubicBezTo>
                <a:cubicBezTo>
                  <a:pt x="660775" y="130764"/>
                  <a:pt x="667214" y="132886"/>
                  <a:pt x="675083" y="132886"/>
                </a:cubicBezTo>
                <a:cubicBezTo>
                  <a:pt x="678660" y="132886"/>
                  <a:pt x="682476" y="131932"/>
                  <a:pt x="686530" y="130024"/>
                </a:cubicBezTo>
                <a:lnTo>
                  <a:pt x="696903" y="124480"/>
                </a:lnTo>
                <a:cubicBezTo>
                  <a:pt x="698691" y="123526"/>
                  <a:pt x="699973" y="123049"/>
                  <a:pt x="700748" y="123049"/>
                </a:cubicBezTo>
                <a:cubicBezTo>
                  <a:pt x="702954" y="123049"/>
                  <a:pt x="704862" y="123928"/>
                  <a:pt x="706471" y="125687"/>
                </a:cubicBezTo>
                <a:cubicBezTo>
                  <a:pt x="708081" y="127446"/>
                  <a:pt x="708886" y="129458"/>
                  <a:pt x="708886" y="131723"/>
                </a:cubicBezTo>
                <a:cubicBezTo>
                  <a:pt x="708886" y="136075"/>
                  <a:pt x="704295" y="140278"/>
                  <a:pt x="695114" y="144332"/>
                </a:cubicBezTo>
                <a:cubicBezTo>
                  <a:pt x="687066" y="147909"/>
                  <a:pt x="680389" y="149698"/>
                  <a:pt x="675083" y="149698"/>
                </a:cubicBezTo>
                <a:close/>
                <a:moveTo>
                  <a:pt x="801495" y="91750"/>
                </a:moveTo>
                <a:cubicBezTo>
                  <a:pt x="801495" y="96043"/>
                  <a:pt x="801525" y="102481"/>
                  <a:pt x="801584" y="111066"/>
                </a:cubicBezTo>
                <a:cubicBezTo>
                  <a:pt x="801644" y="119651"/>
                  <a:pt x="801674" y="126090"/>
                  <a:pt x="801674" y="130382"/>
                </a:cubicBezTo>
                <a:cubicBezTo>
                  <a:pt x="801674" y="131694"/>
                  <a:pt x="801778" y="133691"/>
                  <a:pt x="801987" y="136373"/>
                </a:cubicBezTo>
                <a:cubicBezTo>
                  <a:pt x="802195" y="139056"/>
                  <a:pt x="802300" y="141053"/>
                  <a:pt x="802300" y="142365"/>
                </a:cubicBezTo>
                <a:cubicBezTo>
                  <a:pt x="802300" y="144928"/>
                  <a:pt x="801435" y="147030"/>
                  <a:pt x="799706" y="148669"/>
                </a:cubicBezTo>
                <a:cubicBezTo>
                  <a:pt x="797977" y="150309"/>
                  <a:pt x="795861" y="151129"/>
                  <a:pt x="793357" y="151129"/>
                </a:cubicBezTo>
                <a:cubicBezTo>
                  <a:pt x="788767" y="151129"/>
                  <a:pt x="785845" y="148297"/>
                  <a:pt x="784593" y="142633"/>
                </a:cubicBezTo>
                <a:cubicBezTo>
                  <a:pt x="777141" y="146508"/>
                  <a:pt x="768557" y="148446"/>
                  <a:pt x="758839" y="148446"/>
                </a:cubicBezTo>
                <a:cubicBezTo>
                  <a:pt x="751029" y="148446"/>
                  <a:pt x="744561" y="146717"/>
                  <a:pt x="739434" y="143259"/>
                </a:cubicBezTo>
                <a:cubicBezTo>
                  <a:pt x="733770" y="139444"/>
                  <a:pt x="730402" y="133870"/>
                  <a:pt x="729329" y="126537"/>
                </a:cubicBezTo>
                <a:cubicBezTo>
                  <a:pt x="727004" y="110738"/>
                  <a:pt x="725841" y="96669"/>
                  <a:pt x="725841" y="84328"/>
                </a:cubicBezTo>
                <a:cubicBezTo>
                  <a:pt x="725841" y="76160"/>
                  <a:pt x="726735" y="66860"/>
                  <a:pt x="728524" y="56427"/>
                </a:cubicBezTo>
                <a:cubicBezTo>
                  <a:pt x="729358" y="51241"/>
                  <a:pt x="732190" y="48647"/>
                  <a:pt x="737019" y="48647"/>
                </a:cubicBezTo>
                <a:cubicBezTo>
                  <a:pt x="739583" y="48647"/>
                  <a:pt x="741729" y="49466"/>
                  <a:pt x="743458" y="51104"/>
                </a:cubicBezTo>
                <a:cubicBezTo>
                  <a:pt x="745187" y="52741"/>
                  <a:pt x="746051" y="54841"/>
                  <a:pt x="746051" y="57403"/>
                </a:cubicBezTo>
                <a:cubicBezTo>
                  <a:pt x="746051" y="60141"/>
                  <a:pt x="745619" y="64518"/>
                  <a:pt x="744755" y="70534"/>
                </a:cubicBezTo>
                <a:cubicBezTo>
                  <a:pt x="743890" y="76548"/>
                  <a:pt x="743458" y="81133"/>
                  <a:pt x="743458" y="84289"/>
                </a:cubicBezTo>
                <a:cubicBezTo>
                  <a:pt x="743458" y="94234"/>
                  <a:pt x="743786" y="102750"/>
                  <a:pt x="744442" y="109837"/>
                </a:cubicBezTo>
                <a:cubicBezTo>
                  <a:pt x="745097" y="116923"/>
                  <a:pt x="746081" y="122610"/>
                  <a:pt x="747393" y="126897"/>
                </a:cubicBezTo>
                <a:cubicBezTo>
                  <a:pt x="749360" y="127970"/>
                  <a:pt x="751297" y="128790"/>
                  <a:pt x="753205" y="129356"/>
                </a:cubicBezTo>
                <a:cubicBezTo>
                  <a:pt x="755113" y="129921"/>
                  <a:pt x="756991" y="130203"/>
                  <a:pt x="758839" y="130203"/>
                </a:cubicBezTo>
                <a:cubicBezTo>
                  <a:pt x="766828" y="130203"/>
                  <a:pt x="775263" y="128923"/>
                  <a:pt x="784146" y="126363"/>
                </a:cubicBezTo>
                <a:lnTo>
                  <a:pt x="784057" y="108230"/>
                </a:lnTo>
                <a:lnTo>
                  <a:pt x="783878" y="90901"/>
                </a:lnTo>
                <a:cubicBezTo>
                  <a:pt x="783878" y="78037"/>
                  <a:pt x="784444" y="66871"/>
                  <a:pt x="785577" y="57403"/>
                </a:cubicBezTo>
                <a:cubicBezTo>
                  <a:pt x="786233" y="51923"/>
                  <a:pt x="789124" y="49184"/>
                  <a:pt x="794251" y="49184"/>
                </a:cubicBezTo>
                <a:cubicBezTo>
                  <a:pt x="796815" y="49184"/>
                  <a:pt x="798961" y="50019"/>
                  <a:pt x="800690" y="51688"/>
                </a:cubicBezTo>
                <a:cubicBezTo>
                  <a:pt x="802419" y="53357"/>
                  <a:pt x="803224" y="55444"/>
                  <a:pt x="803105" y="57948"/>
                </a:cubicBezTo>
                <a:lnTo>
                  <a:pt x="801495" y="91750"/>
                </a:lnTo>
                <a:close/>
                <a:moveTo>
                  <a:pt x="884273" y="75117"/>
                </a:moveTo>
                <a:cubicBezTo>
                  <a:pt x="880994" y="75117"/>
                  <a:pt x="878698" y="74022"/>
                  <a:pt x="877387" y="71831"/>
                </a:cubicBezTo>
                <a:cubicBezTo>
                  <a:pt x="876493" y="70292"/>
                  <a:pt x="875718" y="67095"/>
                  <a:pt x="875062" y="62240"/>
                </a:cubicBezTo>
                <a:cubicBezTo>
                  <a:pt x="870591" y="63371"/>
                  <a:pt x="863705" y="65455"/>
                  <a:pt x="854405" y="68491"/>
                </a:cubicBezTo>
                <a:cubicBezTo>
                  <a:pt x="844806" y="72303"/>
                  <a:pt x="839977" y="77007"/>
                  <a:pt x="839918" y="82604"/>
                </a:cubicBezTo>
                <a:cubicBezTo>
                  <a:pt x="841706" y="83260"/>
                  <a:pt x="843465" y="83736"/>
                  <a:pt x="845194" y="84035"/>
                </a:cubicBezTo>
                <a:cubicBezTo>
                  <a:pt x="858906" y="86475"/>
                  <a:pt x="869100" y="89840"/>
                  <a:pt x="875777" y="94128"/>
                </a:cubicBezTo>
                <a:cubicBezTo>
                  <a:pt x="885495" y="100383"/>
                  <a:pt x="890354" y="109436"/>
                  <a:pt x="890354" y="121289"/>
                </a:cubicBezTo>
                <a:cubicBezTo>
                  <a:pt x="890354" y="130997"/>
                  <a:pt x="886151" y="138322"/>
                  <a:pt x="877745" y="143265"/>
                </a:cubicBezTo>
                <a:cubicBezTo>
                  <a:pt x="870769" y="147315"/>
                  <a:pt x="861946" y="149340"/>
                  <a:pt x="851275" y="149340"/>
                </a:cubicBezTo>
                <a:cubicBezTo>
                  <a:pt x="843465" y="149340"/>
                  <a:pt x="836013" y="148029"/>
                  <a:pt x="828918" y="145405"/>
                </a:cubicBezTo>
                <a:cubicBezTo>
                  <a:pt x="819737" y="142067"/>
                  <a:pt x="815147" y="137417"/>
                  <a:pt x="815147" y="131455"/>
                </a:cubicBezTo>
                <a:cubicBezTo>
                  <a:pt x="815147" y="129070"/>
                  <a:pt x="816086" y="126984"/>
                  <a:pt x="817964" y="125195"/>
                </a:cubicBezTo>
                <a:cubicBezTo>
                  <a:pt x="819842" y="123407"/>
                  <a:pt x="821973" y="122513"/>
                  <a:pt x="824358" y="122513"/>
                </a:cubicBezTo>
                <a:cubicBezTo>
                  <a:pt x="826206" y="122513"/>
                  <a:pt x="828591" y="123943"/>
                  <a:pt x="831512" y="126805"/>
                </a:cubicBezTo>
                <a:cubicBezTo>
                  <a:pt x="832943" y="128176"/>
                  <a:pt x="836162" y="129309"/>
                  <a:pt x="841170" y="130203"/>
                </a:cubicBezTo>
                <a:cubicBezTo>
                  <a:pt x="845164" y="130919"/>
                  <a:pt x="848532" y="131276"/>
                  <a:pt x="851275" y="131276"/>
                </a:cubicBezTo>
                <a:cubicBezTo>
                  <a:pt x="856283" y="131276"/>
                  <a:pt x="860694" y="130681"/>
                  <a:pt x="864510" y="129491"/>
                </a:cubicBezTo>
                <a:cubicBezTo>
                  <a:pt x="870054" y="127764"/>
                  <a:pt x="872826" y="125025"/>
                  <a:pt x="872826" y="121275"/>
                </a:cubicBezTo>
                <a:cubicBezTo>
                  <a:pt x="872826" y="113176"/>
                  <a:pt x="867163" y="107698"/>
                  <a:pt x="855835" y="104840"/>
                </a:cubicBezTo>
                <a:lnTo>
                  <a:pt x="846535" y="102783"/>
                </a:lnTo>
                <a:cubicBezTo>
                  <a:pt x="838606" y="101052"/>
                  <a:pt x="832972" y="99024"/>
                  <a:pt x="829634" y="96697"/>
                </a:cubicBezTo>
                <a:cubicBezTo>
                  <a:pt x="824805" y="93356"/>
                  <a:pt x="822390" y="88317"/>
                  <a:pt x="822390" y="81578"/>
                </a:cubicBezTo>
                <a:cubicBezTo>
                  <a:pt x="822390" y="69111"/>
                  <a:pt x="828263" y="60222"/>
                  <a:pt x="840007" y="54913"/>
                </a:cubicBezTo>
                <a:cubicBezTo>
                  <a:pt x="843584" y="53303"/>
                  <a:pt x="849307" y="51380"/>
                  <a:pt x="857177" y="49145"/>
                </a:cubicBezTo>
                <a:cubicBezTo>
                  <a:pt x="865046" y="46907"/>
                  <a:pt x="870680" y="45013"/>
                  <a:pt x="874078" y="43461"/>
                </a:cubicBezTo>
                <a:cubicBezTo>
                  <a:pt x="876522" y="42388"/>
                  <a:pt x="879175" y="41851"/>
                  <a:pt x="882037" y="41851"/>
                </a:cubicBezTo>
                <a:cubicBezTo>
                  <a:pt x="884601" y="41851"/>
                  <a:pt x="886702" y="42686"/>
                  <a:pt x="888341" y="44355"/>
                </a:cubicBezTo>
                <a:cubicBezTo>
                  <a:pt x="889981" y="46024"/>
                  <a:pt x="890801" y="48200"/>
                  <a:pt x="890801" y="50883"/>
                </a:cubicBezTo>
                <a:cubicBezTo>
                  <a:pt x="890801" y="52612"/>
                  <a:pt x="891173" y="55146"/>
                  <a:pt x="891919" y="58484"/>
                </a:cubicBezTo>
                <a:cubicBezTo>
                  <a:pt x="892664" y="61823"/>
                  <a:pt x="893036" y="64356"/>
                  <a:pt x="893036" y="66085"/>
                </a:cubicBezTo>
                <a:cubicBezTo>
                  <a:pt x="893036" y="68768"/>
                  <a:pt x="892217" y="70944"/>
                  <a:pt x="890577" y="72613"/>
                </a:cubicBezTo>
                <a:cubicBezTo>
                  <a:pt x="888938" y="74283"/>
                  <a:pt x="886836" y="75117"/>
                  <a:pt x="884273" y="75117"/>
                </a:cubicBezTo>
                <a:close/>
                <a:moveTo>
                  <a:pt x="1001670" y="149340"/>
                </a:moveTo>
                <a:cubicBezTo>
                  <a:pt x="991655" y="149340"/>
                  <a:pt x="983040" y="145637"/>
                  <a:pt x="975826" y="138232"/>
                </a:cubicBezTo>
                <a:cubicBezTo>
                  <a:pt x="967778" y="129990"/>
                  <a:pt x="963545" y="118910"/>
                  <a:pt x="963128" y="104994"/>
                </a:cubicBezTo>
                <a:cubicBezTo>
                  <a:pt x="962770" y="91496"/>
                  <a:pt x="966168" y="79611"/>
                  <a:pt x="973322" y="69338"/>
                </a:cubicBezTo>
                <a:cubicBezTo>
                  <a:pt x="981669" y="57214"/>
                  <a:pt x="993294" y="51151"/>
                  <a:pt x="1008198" y="51151"/>
                </a:cubicBezTo>
                <a:cubicBezTo>
                  <a:pt x="1020122" y="51151"/>
                  <a:pt x="1029154" y="56616"/>
                  <a:pt x="1035294" y="67547"/>
                </a:cubicBezTo>
                <a:cubicBezTo>
                  <a:pt x="1040183" y="76385"/>
                  <a:pt x="1042538" y="87015"/>
                  <a:pt x="1042359" y="99438"/>
                </a:cubicBezTo>
                <a:cubicBezTo>
                  <a:pt x="1042180" y="112697"/>
                  <a:pt x="1038722" y="124016"/>
                  <a:pt x="1031985" y="133395"/>
                </a:cubicBezTo>
                <a:cubicBezTo>
                  <a:pt x="1024354" y="144025"/>
                  <a:pt x="1014249" y="149340"/>
                  <a:pt x="1001670" y="149340"/>
                </a:cubicBezTo>
                <a:moveTo>
                  <a:pt x="1007036" y="69394"/>
                </a:moveTo>
                <a:cubicBezTo>
                  <a:pt x="998272" y="69334"/>
                  <a:pt x="991446" y="73513"/>
                  <a:pt x="986557" y="81930"/>
                </a:cubicBezTo>
                <a:cubicBezTo>
                  <a:pt x="982682" y="88678"/>
                  <a:pt x="980745" y="96380"/>
                  <a:pt x="980745" y="105036"/>
                </a:cubicBezTo>
                <a:cubicBezTo>
                  <a:pt x="980745" y="113693"/>
                  <a:pt x="983100" y="120440"/>
                  <a:pt x="987809" y="125276"/>
                </a:cubicBezTo>
                <a:cubicBezTo>
                  <a:pt x="991744" y="129276"/>
                  <a:pt x="996364" y="131276"/>
                  <a:pt x="1001670" y="131276"/>
                </a:cubicBezTo>
                <a:cubicBezTo>
                  <a:pt x="1007870" y="131276"/>
                  <a:pt x="1013206" y="129007"/>
                  <a:pt x="1017677" y="124469"/>
                </a:cubicBezTo>
                <a:cubicBezTo>
                  <a:pt x="1022745" y="119455"/>
                  <a:pt x="1025428" y="112680"/>
                  <a:pt x="1025726" y="104141"/>
                </a:cubicBezTo>
                <a:cubicBezTo>
                  <a:pt x="1026560" y="81036"/>
                  <a:pt x="1020330" y="69454"/>
                  <a:pt x="1007036" y="69394"/>
                </a:cubicBezTo>
                <a:close/>
                <a:moveTo>
                  <a:pt x="1132875" y="150413"/>
                </a:moveTo>
                <a:cubicBezTo>
                  <a:pt x="1127748" y="150413"/>
                  <a:pt x="1124857" y="147606"/>
                  <a:pt x="1124201" y="141991"/>
                </a:cubicBezTo>
                <a:lnTo>
                  <a:pt x="1121697" y="122364"/>
                </a:lnTo>
                <a:cubicBezTo>
                  <a:pt x="1120862" y="115374"/>
                  <a:pt x="1120445" y="108832"/>
                  <a:pt x="1120445" y="102738"/>
                </a:cubicBezTo>
                <a:cubicBezTo>
                  <a:pt x="1120445" y="101065"/>
                  <a:pt x="1120549" y="98228"/>
                  <a:pt x="1120758" y="94226"/>
                </a:cubicBezTo>
                <a:cubicBezTo>
                  <a:pt x="1120967" y="90223"/>
                  <a:pt x="1121071" y="87384"/>
                  <a:pt x="1121071" y="85711"/>
                </a:cubicBezTo>
                <a:cubicBezTo>
                  <a:pt x="1121071" y="72806"/>
                  <a:pt x="1118686" y="66354"/>
                  <a:pt x="1113917" y="66354"/>
                </a:cubicBezTo>
                <a:cubicBezTo>
                  <a:pt x="1107240" y="66354"/>
                  <a:pt x="1100861" y="70323"/>
                  <a:pt x="1094780" y="78261"/>
                </a:cubicBezTo>
                <a:cubicBezTo>
                  <a:pt x="1089295" y="85482"/>
                  <a:pt x="1085003" y="94613"/>
                  <a:pt x="1081903" y="105653"/>
                </a:cubicBezTo>
                <a:cubicBezTo>
                  <a:pt x="1081784" y="107982"/>
                  <a:pt x="1081515" y="110907"/>
                  <a:pt x="1081098" y="114428"/>
                </a:cubicBezTo>
                <a:cubicBezTo>
                  <a:pt x="1080740" y="117413"/>
                  <a:pt x="1080562" y="120307"/>
                  <a:pt x="1080562" y="123111"/>
                </a:cubicBezTo>
                <a:cubicBezTo>
                  <a:pt x="1080562" y="124901"/>
                  <a:pt x="1080740" y="127587"/>
                  <a:pt x="1081098" y="131167"/>
                </a:cubicBezTo>
                <a:cubicBezTo>
                  <a:pt x="1081456" y="134748"/>
                  <a:pt x="1081635" y="137434"/>
                  <a:pt x="1081635" y="139224"/>
                </a:cubicBezTo>
                <a:cubicBezTo>
                  <a:pt x="1081635" y="141910"/>
                  <a:pt x="1080815" y="144089"/>
                  <a:pt x="1079175" y="145760"/>
                </a:cubicBezTo>
                <a:cubicBezTo>
                  <a:pt x="1077536" y="147431"/>
                  <a:pt x="1075434" y="148267"/>
                  <a:pt x="1072871" y="148267"/>
                </a:cubicBezTo>
                <a:cubicBezTo>
                  <a:pt x="1070248" y="148267"/>
                  <a:pt x="1068131" y="147431"/>
                  <a:pt x="1066522" y="145758"/>
                </a:cubicBezTo>
                <a:cubicBezTo>
                  <a:pt x="1064912" y="144086"/>
                  <a:pt x="1064107" y="141907"/>
                  <a:pt x="1064107" y="139218"/>
                </a:cubicBezTo>
                <a:cubicBezTo>
                  <a:pt x="1064107" y="137428"/>
                  <a:pt x="1063914" y="134741"/>
                  <a:pt x="1063526" y="131159"/>
                </a:cubicBezTo>
                <a:cubicBezTo>
                  <a:pt x="1063138" y="127574"/>
                  <a:pt x="1062945" y="124886"/>
                  <a:pt x="1062945" y="123094"/>
                </a:cubicBezTo>
                <a:cubicBezTo>
                  <a:pt x="1062945" y="116942"/>
                  <a:pt x="1063377" y="108417"/>
                  <a:pt x="1064241" y="97518"/>
                </a:cubicBezTo>
                <a:cubicBezTo>
                  <a:pt x="1065106" y="86620"/>
                  <a:pt x="1065538" y="78094"/>
                  <a:pt x="1065538" y="71943"/>
                </a:cubicBezTo>
                <a:cubicBezTo>
                  <a:pt x="1065538" y="70031"/>
                  <a:pt x="1065434" y="67195"/>
                  <a:pt x="1065225" y="63433"/>
                </a:cubicBezTo>
                <a:cubicBezTo>
                  <a:pt x="1065016" y="59670"/>
                  <a:pt x="1064912" y="56833"/>
                  <a:pt x="1064912" y="54924"/>
                </a:cubicBezTo>
                <a:cubicBezTo>
                  <a:pt x="1064912" y="52355"/>
                  <a:pt x="1065762" y="50250"/>
                  <a:pt x="1067461" y="48608"/>
                </a:cubicBezTo>
                <a:cubicBezTo>
                  <a:pt x="1069160" y="46965"/>
                  <a:pt x="1071261" y="46143"/>
                  <a:pt x="1073765" y="46143"/>
                </a:cubicBezTo>
                <a:cubicBezTo>
                  <a:pt x="1079250" y="46143"/>
                  <a:pt x="1082261" y="50034"/>
                  <a:pt x="1082797" y="57816"/>
                </a:cubicBezTo>
                <a:lnTo>
                  <a:pt x="1083065" y="68321"/>
                </a:lnTo>
                <a:cubicBezTo>
                  <a:pt x="1093081" y="54967"/>
                  <a:pt x="1103365" y="48290"/>
                  <a:pt x="1113917" y="48290"/>
                </a:cubicBezTo>
                <a:cubicBezTo>
                  <a:pt x="1123456" y="48290"/>
                  <a:pt x="1130103" y="52500"/>
                  <a:pt x="1133859" y="60921"/>
                </a:cubicBezTo>
                <a:cubicBezTo>
                  <a:pt x="1136422" y="66534"/>
                  <a:pt x="1137823" y="74836"/>
                  <a:pt x="1138062" y="85826"/>
                </a:cubicBezTo>
                <a:lnTo>
                  <a:pt x="1138062" y="94872"/>
                </a:lnTo>
                <a:lnTo>
                  <a:pt x="1137973" y="103202"/>
                </a:lnTo>
                <a:cubicBezTo>
                  <a:pt x="1137973" y="108160"/>
                  <a:pt x="1138613" y="114566"/>
                  <a:pt x="1139895" y="122420"/>
                </a:cubicBezTo>
                <a:cubicBezTo>
                  <a:pt x="1141177" y="130273"/>
                  <a:pt x="1141818" y="136647"/>
                  <a:pt x="1141818" y="141543"/>
                </a:cubicBezTo>
                <a:cubicBezTo>
                  <a:pt x="1141818" y="144172"/>
                  <a:pt x="1140968" y="146307"/>
                  <a:pt x="1139269" y="147948"/>
                </a:cubicBezTo>
                <a:cubicBezTo>
                  <a:pt x="1137570" y="149592"/>
                  <a:pt x="1135439" y="150413"/>
                  <a:pt x="1132875" y="150413"/>
                </a:cubicBezTo>
                <a:close/>
                <a:moveTo>
                  <a:pt x="1232460" y="30762"/>
                </a:moveTo>
                <a:cubicBezTo>
                  <a:pt x="1229598" y="30762"/>
                  <a:pt x="1227124" y="29749"/>
                  <a:pt x="1225037" y="27722"/>
                </a:cubicBezTo>
                <a:cubicBezTo>
                  <a:pt x="1222951" y="25695"/>
                  <a:pt x="1221907" y="23251"/>
                  <a:pt x="1221907" y="20389"/>
                </a:cubicBezTo>
                <a:cubicBezTo>
                  <a:pt x="1221907" y="17527"/>
                  <a:pt x="1222951" y="15083"/>
                  <a:pt x="1225037" y="13056"/>
                </a:cubicBezTo>
                <a:cubicBezTo>
                  <a:pt x="1227124" y="11029"/>
                  <a:pt x="1229598" y="10016"/>
                  <a:pt x="1232460" y="10016"/>
                </a:cubicBezTo>
                <a:cubicBezTo>
                  <a:pt x="1235321" y="10016"/>
                  <a:pt x="1237780" y="11029"/>
                  <a:pt x="1239837" y="13056"/>
                </a:cubicBezTo>
                <a:cubicBezTo>
                  <a:pt x="1241894" y="15083"/>
                  <a:pt x="1242922" y="17527"/>
                  <a:pt x="1242922" y="20389"/>
                </a:cubicBezTo>
                <a:cubicBezTo>
                  <a:pt x="1242922" y="23251"/>
                  <a:pt x="1241894" y="25695"/>
                  <a:pt x="1239837" y="27722"/>
                </a:cubicBezTo>
                <a:cubicBezTo>
                  <a:pt x="1237780" y="29749"/>
                  <a:pt x="1235321" y="30762"/>
                  <a:pt x="1232460" y="30762"/>
                </a:cubicBezTo>
                <a:moveTo>
                  <a:pt x="1236484" y="103426"/>
                </a:moveTo>
                <a:cubicBezTo>
                  <a:pt x="1236484" y="107007"/>
                  <a:pt x="1236588" y="112363"/>
                  <a:pt x="1236797" y="119494"/>
                </a:cubicBezTo>
                <a:cubicBezTo>
                  <a:pt x="1237005" y="126624"/>
                  <a:pt x="1237110" y="131980"/>
                  <a:pt x="1237110" y="135560"/>
                </a:cubicBezTo>
                <a:cubicBezTo>
                  <a:pt x="1237110" y="138185"/>
                  <a:pt x="1236305" y="140333"/>
                  <a:pt x="1234695" y="142004"/>
                </a:cubicBezTo>
                <a:cubicBezTo>
                  <a:pt x="1233085" y="143676"/>
                  <a:pt x="1230969" y="144511"/>
                  <a:pt x="1228346" y="144511"/>
                </a:cubicBezTo>
                <a:cubicBezTo>
                  <a:pt x="1225782" y="144511"/>
                  <a:pt x="1223681" y="143676"/>
                  <a:pt x="1222041" y="142004"/>
                </a:cubicBezTo>
                <a:cubicBezTo>
                  <a:pt x="1220402" y="140333"/>
                  <a:pt x="1219582" y="138185"/>
                  <a:pt x="1219582" y="135560"/>
                </a:cubicBezTo>
                <a:cubicBezTo>
                  <a:pt x="1219582" y="131980"/>
                  <a:pt x="1219478" y="126624"/>
                  <a:pt x="1219269" y="119494"/>
                </a:cubicBezTo>
                <a:cubicBezTo>
                  <a:pt x="1219061" y="112363"/>
                  <a:pt x="1218956" y="107007"/>
                  <a:pt x="1218956" y="103426"/>
                </a:cubicBezTo>
                <a:cubicBezTo>
                  <a:pt x="1218956" y="97816"/>
                  <a:pt x="1219254" y="90820"/>
                  <a:pt x="1219851" y="82436"/>
                </a:cubicBezTo>
                <a:cubicBezTo>
                  <a:pt x="1220447" y="74051"/>
                  <a:pt x="1220745" y="67053"/>
                  <a:pt x="1220745" y="61444"/>
                </a:cubicBezTo>
                <a:cubicBezTo>
                  <a:pt x="1220745" y="58759"/>
                  <a:pt x="1221565" y="56581"/>
                  <a:pt x="1223204" y="54910"/>
                </a:cubicBezTo>
                <a:cubicBezTo>
                  <a:pt x="1224843" y="53239"/>
                  <a:pt x="1226945" y="52403"/>
                  <a:pt x="1229508" y="52403"/>
                </a:cubicBezTo>
                <a:cubicBezTo>
                  <a:pt x="1232072" y="52403"/>
                  <a:pt x="1234173" y="53239"/>
                  <a:pt x="1235813" y="54910"/>
                </a:cubicBezTo>
                <a:cubicBezTo>
                  <a:pt x="1237452" y="56581"/>
                  <a:pt x="1238272" y="58759"/>
                  <a:pt x="1238272" y="61444"/>
                </a:cubicBezTo>
                <a:cubicBezTo>
                  <a:pt x="1238272" y="67053"/>
                  <a:pt x="1237974" y="74051"/>
                  <a:pt x="1237378" y="82436"/>
                </a:cubicBezTo>
                <a:cubicBezTo>
                  <a:pt x="1236782" y="90820"/>
                  <a:pt x="1236484" y="97816"/>
                  <a:pt x="1236484" y="103426"/>
                </a:cubicBezTo>
                <a:close/>
                <a:moveTo>
                  <a:pt x="1380077" y="151486"/>
                </a:moveTo>
                <a:cubicBezTo>
                  <a:pt x="1375188" y="151486"/>
                  <a:pt x="1372326" y="148887"/>
                  <a:pt x="1371492" y="143690"/>
                </a:cubicBezTo>
                <a:cubicBezTo>
                  <a:pt x="1370419" y="137117"/>
                  <a:pt x="1369346" y="127857"/>
                  <a:pt x="1368272" y="115909"/>
                </a:cubicBezTo>
                <a:lnTo>
                  <a:pt x="1365232" y="88126"/>
                </a:lnTo>
                <a:cubicBezTo>
                  <a:pt x="1364636" y="84005"/>
                  <a:pt x="1363622" y="79972"/>
                  <a:pt x="1362192" y="76028"/>
                </a:cubicBezTo>
                <a:cubicBezTo>
                  <a:pt x="1360165" y="70652"/>
                  <a:pt x="1357959" y="67963"/>
                  <a:pt x="1355574" y="67963"/>
                </a:cubicBezTo>
                <a:cubicBezTo>
                  <a:pt x="1353368" y="67963"/>
                  <a:pt x="1349255" y="69843"/>
                  <a:pt x="1343233" y="73603"/>
                </a:cubicBezTo>
                <a:cubicBezTo>
                  <a:pt x="1337510" y="77064"/>
                  <a:pt x="1333754" y="79839"/>
                  <a:pt x="1331966" y="81927"/>
                </a:cubicBezTo>
                <a:cubicBezTo>
                  <a:pt x="1331906" y="87537"/>
                  <a:pt x="1332055" y="93147"/>
                  <a:pt x="1332413" y="98756"/>
                </a:cubicBezTo>
                <a:lnTo>
                  <a:pt x="1335096" y="122658"/>
                </a:lnTo>
                <a:cubicBezTo>
                  <a:pt x="1336228" y="132087"/>
                  <a:pt x="1336795" y="139875"/>
                  <a:pt x="1336795" y="146023"/>
                </a:cubicBezTo>
                <a:cubicBezTo>
                  <a:pt x="1336795" y="148648"/>
                  <a:pt x="1335975" y="150811"/>
                  <a:pt x="1334336" y="152512"/>
                </a:cubicBezTo>
                <a:cubicBezTo>
                  <a:pt x="1332696" y="154213"/>
                  <a:pt x="1330595" y="155063"/>
                  <a:pt x="1328031" y="155063"/>
                </a:cubicBezTo>
                <a:cubicBezTo>
                  <a:pt x="1325468" y="155063"/>
                  <a:pt x="1323366" y="154213"/>
                  <a:pt x="1321727" y="152512"/>
                </a:cubicBezTo>
                <a:cubicBezTo>
                  <a:pt x="1320087" y="150811"/>
                  <a:pt x="1319267" y="148648"/>
                  <a:pt x="1319267" y="146023"/>
                </a:cubicBezTo>
                <a:cubicBezTo>
                  <a:pt x="1319267" y="138802"/>
                  <a:pt x="1318537" y="128134"/>
                  <a:pt x="1317077" y="114020"/>
                </a:cubicBezTo>
                <a:cubicBezTo>
                  <a:pt x="1315616" y="99906"/>
                  <a:pt x="1314886" y="89238"/>
                  <a:pt x="1314886" y="82017"/>
                </a:cubicBezTo>
                <a:cubicBezTo>
                  <a:pt x="1314886" y="75692"/>
                  <a:pt x="1313991" y="70769"/>
                  <a:pt x="1312203" y="67248"/>
                </a:cubicBezTo>
                <a:cubicBezTo>
                  <a:pt x="1308030" y="69159"/>
                  <a:pt x="1303797" y="72266"/>
                  <a:pt x="1299504" y="76568"/>
                </a:cubicBezTo>
                <a:lnTo>
                  <a:pt x="1288952" y="88400"/>
                </a:lnTo>
                <a:cubicBezTo>
                  <a:pt x="1287998" y="89832"/>
                  <a:pt x="1286478" y="91714"/>
                  <a:pt x="1284392" y="94045"/>
                </a:cubicBezTo>
                <a:cubicBezTo>
                  <a:pt x="1284392" y="97629"/>
                  <a:pt x="1284064" y="102917"/>
                  <a:pt x="1283408" y="109909"/>
                </a:cubicBezTo>
                <a:cubicBezTo>
                  <a:pt x="1282752" y="116899"/>
                  <a:pt x="1282424" y="122067"/>
                  <a:pt x="1282424" y="125413"/>
                </a:cubicBezTo>
                <a:cubicBezTo>
                  <a:pt x="1282424" y="127206"/>
                  <a:pt x="1282707" y="129715"/>
                  <a:pt x="1283274" y="132942"/>
                </a:cubicBezTo>
                <a:cubicBezTo>
                  <a:pt x="1283840" y="136167"/>
                  <a:pt x="1284123" y="138496"/>
                  <a:pt x="1284123" y="139931"/>
                </a:cubicBezTo>
                <a:cubicBezTo>
                  <a:pt x="1284123" y="142381"/>
                  <a:pt x="1283214" y="144442"/>
                  <a:pt x="1281396" y="146115"/>
                </a:cubicBezTo>
                <a:cubicBezTo>
                  <a:pt x="1279578" y="147788"/>
                  <a:pt x="1277446" y="148625"/>
                  <a:pt x="1275002" y="148625"/>
                </a:cubicBezTo>
                <a:cubicBezTo>
                  <a:pt x="1268265" y="148625"/>
                  <a:pt x="1264897" y="140957"/>
                  <a:pt x="1264897" y="125623"/>
                </a:cubicBezTo>
                <a:cubicBezTo>
                  <a:pt x="1264897" y="122042"/>
                  <a:pt x="1265225" y="116702"/>
                  <a:pt x="1265881" y="109602"/>
                </a:cubicBezTo>
                <a:cubicBezTo>
                  <a:pt x="1266536" y="102502"/>
                  <a:pt x="1266864" y="97161"/>
                  <a:pt x="1266864" y="93581"/>
                </a:cubicBezTo>
                <a:cubicBezTo>
                  <a:pt x="1266864" y="90419"/>
                  <a:pt x="1266581" y="85676"/>
                  <a:pt x="1266015" y="79351"/>
                </a:cubicBezTo>
                <a:cubicBezTo>
                  <a:pt x="1265448" y="73026"/>
                  <a:pt x="1265165" y="68252"/>
                  <a:pt x="1265165" y="65029"/>
                </a:cubicBezTo>
                <a:cubicBezTo>
                  <a:pt x="1265165" y="51485"/>
                  <a:pt x="1268206" y="44713"/>
                  <a:pt x="1274287" y="44713"/>
                </a:cubicBezTo>
                <a:cubicBezTo>
                  <a:pt x="1276612" y="44713"/>
                  <a:pt x="1278743" y="45711"/>
                  <a:pt x="1280680" y="47708"/>
                </a:cubicBezTo>
                <a:cubicBezTo>
                  <a:pt x="1282618" y="49706"/>
                  <a:pt x="1283587" y="51896"/>
                  <a:pt x="1283587" y="54281"/>
                </a:cubicBezTo>
                <a:cubicBezTo>
                  <a:pt x="1283587" y="55414"/>
                  <a:pt x="1283438" y="57173"/>
                  <a:pt x="1283140" y="59557"/>
                </a:cubicBezTo>
                <a:cubicBezTo>
                  <a:pt x="1282842" y="61942"/>
                  <a:pt x="1282692" y="63760"/>
                  <a:pt x="1282692" y="65012"/>
                </a:cubicBezTo>
                <a:lnTo>
                  <a:pt x="1282871" y="74402"/>
                </a:lnTo>
                <a:cubicBezTo>
                  <a:pt x="1285971" y="68023"/>
                  <a:pt x="1290532" y="62255"/>
                  <a:pt x="1296553" y="57098"/>
                </a:cubicBezTo>
                <a:cubicBezTo>
                  <a:pt x="1302575" y="51941"/>
                  <a:pt x="1307702" y="49363"/>
                  <a:pt x="1311935" y="49363"/>
                </a:cubicBezTo>
                <a:cubicBezTo>
                  <a:pt x="1321294" y="49363"/>
                  <a:pt x="1327733" y="54013"/>
                  <a:pt x="1331250" y="63313"/>
                </a:cubicBezTo>
                <a:cubicBezTo>
                  <a:pt x="1334529" y="58961"/>
                  <a:pt x="1338434" y="55697"/>
                  <a:pt x="1342965" y="53521"/>
                </a:cubicBezTo>
                <a:cubicBezTo>
                  <a:pt x="1347496" y="51345"/>
                  <a:pt x="1352683" y="50257"/>
                  <a:pt x="1358525" y="50257"/>
                </a:cubicBezTo>
                <a:cubicBezTo>
                  <a:pt x="1368481" y="50257"/>
                  <a:pt x="1375277" y="55632"/>
                  <a:pt x="1378914" y="66381"/>
                </a:cubicBezTo>
                <a:cubicBezTo>
                  <a:pt x="1379629" y="68531"/>
                  <a:pt x="1380852" y="76922"/>
                  <a:pt x="1382580" y="91555"/>
                </a:cubicBezTo>
                <a:cubicBezTo>
                  <a:pt x="1384250" y="101827"/>
                  <a:pt x="1386396" y="118938"/>
                  <a:pt x="1389019" y="142888"/>
                </a:cubicBezTo>
                <a:cubicBezTo>
                  <a:pt x="1389198" y="145276"/>
                  <a:pt x="1388393" y="147306"/>
                  <a:pt x="1386605" y="148977"/>
                </a:cubicBezTo>
                <a:cubicBezTo>
                  <a:pt x="1384816" y="150650"/>
                  <a:pt x="1382640" y="151486"/>
                  <a:pt x="1380077" y="151486"/>
                </a:cubicBezTo>
                <a:close/>
                <a:moveTo>
                  <a:pt x="1446448" y="147194"/>
                </a:moveTo>
                <a:cubicBezTo>
                  <a:pt x="1440486" y="147194"/>
                  <a:pt x="1433928" y="146240"/>
                  <a:pt x="1426774" y="144332"/>
                </a:cubicBezTo>
                <a:lnTo>
                  <a:pt x="1426596" y="187078"/>
                </a:lnTo>
                <a:cubicBezTo>
                  <a:pt x="1426596" y="189701"/>
                  <a:pt x="1425776" y="191847"/>
                  <a:pt x="1424136" y="193516"/>
                </a:cubicBezTo>
                <a:cubicBezTo>
                  <a:pt x="1422497" y="195185"/>
                  <a:pt x="1420395" y="196020"/>
                  <a:pt x="1417832" y="196020"/>
                </a:cubicBezTo>
                <a:cubicBezTo>
                  <a:pt x="1415268" y="196020"/>
                  <a:pt x="1413167" y="195185"/>
                  <a:pt x="1411527" y="193513"/>
                </a:cubicBezTo>
                <a:cubicBezTo>
                  <a:pt x="1409888" y="191842"/>
                  <a:pt x="1409068" y="189693"/>
                  <a:pt x="1409068" y="187066"/>
                </a:cubicBezTo>
                <a:lnTo>
                  <a:pt x="1409337" y="151254"/>
                </a:lnTo>
                <a:lnTo>
                  <a:pt x="1409337" y="115532"/>
                </a:lnTo>
                <a:cubicBezTo>
                  <a:pt x="1409158" y="102459"/>
                  <a:pt x="1408711" y="90551"/>
                  <a:pt x="1407995" y="79809"/>
                </a:cubicBezTo>
                <a:lnTo>
                  <a:pt x="1406654" y="61634"/>
                </a:lnTo>
                <a:cubicBezTo>
                  <a:pt x="1406654" y="57395"/>
                  <a:pt x="1407429" y="53813"/>
                  <a:pt x="1408979" y="50889"/>
                </a:cubicBezTo>
                <a:cubicBezTo>
                  <a:pt x="1410767" y="47367"/>
                  <a:pt x="1413361" y="45607"/>
                  <a:pt x="1416759" y="45607"/>
                </a:cubicBezTo>
                <a:cubicBezTo>
                  <a:pt x="1419084" y="45607"/>
                  <a:pt x="1421036" y="46439"/>
                  <a:pt x="1422616" y="48102"/>
                </a:cubicBezTo>
                <a:cubicBezTo>
                  <a:pt x="1424196" y="49766"/>
                  <a:pt x="1424986" y="51796"/>
                  <a:pt x="1424986" y="54192"/>
                </a:cubicBezTo>
                <a:cubicBezTo>
                  <a:pt x="1424986" y="54728"/>
                  <a:pt x="1424897" y="55712"/>
                  <a:pt x="1424718" y="57143"/>
                </a:cubicBezTo>
                <a:cubicBezTo>
                  <a:pt x="1424420" y="58991"/>
                  <a:pt x="1424211" y="60690"/>
                  <a:pt x="1424092" y="62240"/>
                </a:cubicBezTo>
                <a:cubicBezTo>
                  <a:pt x="1429219" y="58723"/>
                  <a:pt x="1434167" y="56085"/>
                  <a:pt x="1438936" y="54326"/>
                </a:cubicBezTo>
                <a:cubicBezTo>
                  <a:pt x="1443706" y="52567"/>
                  <a:pt x="1448266" y="51688"/>
                  <a:pt x="1452618" y="51688"/>
                </a:cubicBezTo>
                <a:cubicBezTo>
                  <a:pt x="1464840" y="51688"/>
                  <a:pt x="1473782" y="57118"/>
                  <a:pt x="1479446" y="67977"/>
                </a:cubicBezTo>
                <a:cubicBezTo>
                  <a:pt x="1483917" y="76571"/>
                  <a:pt x="1486153" y="87939"/>
                  <a:pt x="1486153" y="102082"/>
                </a:cubicBezTo>
                <a:cubicBezTo>
                  <a:pt x="1486153" y="114970"/>
                  <a:pt x="1482695" y="125592"/>
                  <a:pt x="1475779" y="133948"/>
                </a:cubicBezTo>
                <a:cubicBezTo>
                  <a:pt x="1468447" y="142779"/>
                  <a:pt x="1458669" y="147194"/>
                  <a:pt x="1446448" y="147194"/>
                </a:cubicBezTo>
                <a:moveTo>
                  <a:pt x="1452618" y="69573"/>
                </a:moveTo>
                <a:cubicBezTo>
                  <a:pt x="1447134" y="69573"/>
                  <a:pt x="1442185" y="70795"/>
                  <a:pt x="1437774" y="73239"/>
                </a:cubicBezTo>
                <a:cubicBezTo>
                  <a:pt x="1434614" y="74968"/>
                  <a:pt x="1430620" y="78128"/>
                  <a:pt x="1425791" y="82718"/>
                </a:cubicBezTo>
                <a:cubicBezTo>
                  <a:pt x="1426566" y="96251"/>
                  <a:pt x="1426953" y="110470"/>
                  <a:pt x="1426953" y="125374"/>
                </a:cubicBezTo>
                <a:cubicBezTo>
                  <a:pt x="1433452" y="127878"/>
                  <a:pt x="1439950" y="129130"/>
                  <a:pt x="1446448" y="129130"/>
                </a:cubicBezTo>
                <a:cubicBezTo>
                  <a:pt x="1453900" y="129130"/>
                  <a:pt x="1459594" y="126358"/>
                  <a:pt x="1463528" y="120813"/>
                </a:cubicBezTo>
                <a:cubicBezTo>
                  <a:pt x="1466926" y="115985"/>
                  <a:pt x="1468625" y="109725"/>
                  <a:pt x="1468625" y="102034"/>
                </a:cubicBezTo>
                <a:cubicBezTo>
                  <a:pt x="1468625" y="91184"/>
                  <a:pt x="1467299" y="83061"/>
                  <a:pt x="1464646" y="77666"/>
                </a:cubicBezTo>
                <a:cubicBezTo>
                  <a:pt x="1461993" y="72270"/>
                  <a:pt x="1457984" y="69573"/>
                  <a:pt x="1452618" y="69573"/>
                </a:cubicBezTo>
                <a:close/>
                <a:moveTo>
                  <a:pt x="1539653" y="149340"/>
                </a:moveTo>
                <a:cubicBezTo>
                  <a:pt x="1529638" y="149340"/>
                  <a:pt x="1521023" y="145637"/>
                  <a:pt x="1513809" y="138232"/>
                </a:cubicBezTo>
                <a:cubicBezTo>
                  <a:pt x="1505761" y="129990"/>
                  <a:pt x="1501528" y="118910"/>
                  <a:pt x="1501111" y="104994"/>
                </a:cubicBezTo>
                <a:cubicBezTo>
                  <a:pt x="1500753" y="91496"/>
                  <a:pt x="1504151" y="79611"/>
                  <a:pt x="1511305" y="69338"/>
                </a:cubicBezTo>
                <a:cubicBezTo>
                  <a:pt x="1519652" y="57214"/>
                  <a:pt x="1531277" y="51151"/>
                  <a:pt x="1546181" y="51151"/>
                </a:cubicBezTo>
                <a:cubicBezTo>
                  <a:pt x="1558105" y="51151"/>
                  <a:pt x="1567137" y="56616"/>
                  <a:pt x="1573277" y="67547"/>
                </a:cubicBezTo>
                <a:cubicBezTo>
                  <a:pt x="1578166" y="76385"/>
                  <a:pt x="1580520" y="87015"/>
                  <a:pt x="1580342" y="99438"/>
                </a:cubicBezTo>
                <a:cubicBezTo>
                  <a:pt x="1580163" y="112697"/>
                  <a:pt x="1576705" y="124016"/>
                  <a:pt x="1569968" y="133395"/>
                </a:cubicBezTo>
                <a:cubicBezTo>
                  <a:pt x="1562337" y="144025"/>
                  <a:pt x="1552232" y="149340"/>
                  <a:pt x="1539653" y="149340"/>
                </a:cubicBezTo>
                <a:moveTo>
                  <a:pt x="1545019" y="69394"/>
                </a:moveTo>
                <a:cubicBezTo>
                  <a:pt x="1536255" y="69334"/>
                  <a:pt x="1529429" y="73513"/>
                  <a:pt x="1524540" y="81930"/>
                </a:cubicBezTo>
                <a:cubicBezTo>
                  <a:pt x="1520665" y="88678"/>
                  <a:pt x="1518728" y="96380"/>
                  <a:pt x="1518728" y="105036"/>
                </a:cubicBezTo>
                <a:cubicBezTo>
                  <a:pt x="1518728" y="113693"/>
                  <a:pt x="1521083" y="120440"/>
                  <a:pt x="1525792" y="125276"/>
                </a:cubicBezTo>
                <a:cubicBezTo>
                  <a:pt x="1529727" y="129276"/>
                  <a:pt x="1534347" y="131276"/>
                  <a:pt x="1539653" y="131276"/>
                </a:cubicBezTo>
                <a:cubicBezTo>
                  <a:pt x="1545853" y="131276"/>
                  <a:pt x="1551189" y="129007"/>
                  <a:pt x="1555660" y="124469"/>
                </a:cubicBezTo>
                <a:cubicBezTo>
                  <a:pt x="1560728" y="119455"/>
                  <a:pt x="1563410" y="112680"/>
                  <a:pt x="1563709" y="104141"/>
                </a:cubicBezTo>
                <a:cubicBezTo>
                  <a:pt x="1564543" y="81036"/>
                  <a:pt x="1558313" y="69454"/>
                  <a:pt x="1545019" y="69394"/>
                </a:cubicBezTo>
                <a:close/>
                <a:moveTo>
                  <a:pt x="1671841" y="77711"/>
                </a:moveTo>
                <a:cubicBezTo>
                  <a:pt x="1671424" y="85163"/>
                  <a:pt x="1668443" y="88889"/>
                  <a:pt x="1662899" y="88889"/>
                </a:cubicBezTo>
                <a:cubicBezTo>
                  <a:pt x="1657772" y="88889"/>
                  <a:pt x="1655208" y="85950"/>
                  <a:pt x="1655208" y="80072"/>
                </a:cubicBezTo>
                <a:cubicBezTo>
                  <a:pt x="1655208" y="78943"/>
                  <a:pt x="1655119" y="76864"/>
                  <a:pt x="1654940" y="73835"/>
                </a:cubicBezTo>
                <a:lnTo>
                  <a:pt x="1654672" y="66354"/>
                </a:lnTo>
                <a:cubicBezTo>
                  <a:pt x="1645252" y="67488"/>
                  <a:pt x="1637711" y="70147"/>
                  <a:pt x="1632047" y="74329"/>
                </a:cubicBezTo>
                <a:cubicBezTo>
                  <a:pt x="1626741" y="78214"/>
                  <a:pt x="1622330" y="84069"/>
                  <a:pt x="1618812" y="91896"/>
                </a:cubicBezTo>
                <a:lnTo>
                  <a:pt x="1618991" y="141004"/>
                </a:lnTo>
                <a:cubicBezTo>
                  <a:pt x="1618991" y="147038"/>
                  <a:pt x="1616040" y="150056"/>
                  <a:pt x="1610138" y="150056"/>
                </a:cubicBezTo>
                <a:cubicBezTo>
                  <a:pt x="1604892" y="150056"/>
                  <a:pt x="1602268" y="147039"/>
                  <a:pt x="1602268" y="141007"/>
                </a:cubicBezTo>
                <a:lnTo>
                  <a:pt x="1602268" y="78116"/>
                </a:lnTo>
                <a:cubicBezTo>
                  <a:pt x="1602268" y="76145"/>
                  <a:pt x="1602343" y="73189"/>
                  <a:pt x="1602492" y="69249"/>
                </a:cubicBezTo>
                <a:cubicBezTo>
                  <a:pt x="1602641" y="65307"/>
                  <a:pt x="1602716" y="62350"/>
                  <a:pt x="1602716" y="60379"/>
                </a:cubicBezTo>
                <a:cubicBezTo>
                  <a:pt x="1602716" y="54346"/>
                  <a:pt x="1605339" y="51330"/>
                  <a:pt x="1610585" y="51330"/>
                </a:cubicBezTo>
                <a:cubicBezTo>
                  <a:pt x="1616427" y="51330"/>
                  <a:pt x="1619379" y="56278"/>
                  <a:pt x="1619438" y="66175"/>
                </a:cubicBezTo>
                <a:cubicBezTo>
                  <a:pt x="1630885" y="55086"/>
                  <a:pt x="1643583" y="49542"/>
                  <a:pt x="1657533" y="49542"/>
                </a:cubicBezTo>
                <a:cubicBezTo>
                  <a:pt x="1662362" y="49542"/>
                  <a:pt x="1665969" y="51360"/>
                  <a:pt x="1668354" y="54997"/>
                </a:cubicBezTo>
                <a:cubicBezTo>
                  <a:pt x="1670738" y="58633"/>
                  <a:pt x="1671931" y="64118"/>
                  <a:pt x="1671931" y="71451"/>
                </a:cubicBezTo>
                <a:cubicBezTo>
                  <a:pt x="1671931" y="74551"/>
                  <a:pt x="1671901" y="76637"/>
                  <a:pt x="1671841" y="77711"/>
                </a:cubicBezTo>
                <a:close/>
                <a:moveTo>
                  <a:pt x="1749850" y="67863"/>
                </a:moveTo>
                <a:cubicBezTo>
                  <a:pt x="1748598" y="67863"/>
                  <a:pt x="1747122" y="67803"/>
                  <a:pt x="1745423" y="67684"/>
                </a:cubicBezTo>
                <a:cubicBezTo>
                  <a:pt x="1743724" y="67563"/>
                  <a:pt x="1742249" y="67502"/>
                  <a:pt x="1740997" y="67502"/>
                </a:cubicBezTo>
                <a:cubicBezTo>
                  <a:pt x="1739626" y="67502"/>
                  <a:pt x="1735572" y="67954"/>
                  <a:pt x="1728835" y="68857"/>
                </a:cubicBezTo>
                <a:lnTo>
                  <a:pt x="1730534" y="121649"/>
                </a:lnTo>
                <a:lnTo>
                  <a:pt x="1730623" y="125581"/>
                </a:lnTo>
                <a:lnTo>
                  <a:pt x="1730713" y="130136"/>
                </a:lnTo>
                <a:cubicBezTo>
                  <a:pt x="1730951" y="143177"/>
                  <a:pt x="1727821" y="149698"/>
                  <a:pt x="1721323" y="149698"/>
                </a:cubicBezTo>
                <a:cubicBezTo>
                  <a:pt x="1718938" y="149698"/>
                  <a:pt x="1716867" y="148924"/>
                  <a:pt x="1715108" y="147376"/>
                </a:cubicBezTo>
                <a:cubicBezTo>
                  <a:pt x="1713349" y="145827"/>
                  <a:pt x="1712470" y="143892"/>
                  <a:pt x="1712470" y="141569"/>
                </a:cubicBezTo>
                <a:cubicBezTo>
                  <a:pt x="1712470" y="139307"/>
                  <a:pt x="1712559" y="135913"/>
                  <a:pt x="1712738" y="131388"/>
                </a:cubicBezTo>
                <a:cubicBezTo>
                  <a:pt x="1712917" y="126861"/>
                  <a:pt x="1713007" y="123466"/>
                  <a:pt x="1713007" y="121202"/>
                </a:cubicBezTo>
                <a:lnTo>
                  <a:pt x="1711218" y="69036"/>
                </a:lnTo>
                <a:cubicBezTo>
                  <a:pt x="1706866" y="68857"/>
                  <a:pt x="1700249" y="68348"/>
                  <a:pt x="1691366" y="67508"/>
                </a:cubicBezTo>
                <a:cubicBezTo>
                  <a:pt x="1686060" y="66789"/>
                  <a:pt x="1683407" y="63824"/>
                  <a:pt x="1683407" y="58613"/>
                </a:cubicBezTo>
                <a:cubicBezTo>
                  <a:pt x="1683407" y="55976"/>
                  <a:pt x="1684212" y="53791"/>
                  <a:pt x="1685821" y="52057"/>
                </a:cubicBezTo>
                <a:cubicBezTo>
                  <a:pt x="1687431" y="50320"/>
                  <a:pt x="1689488" y="49452"/>
                  <a:pt x="1691992" y="49452"/>
                </a:cubicBezTo>
                <a:lnTo>
                  <a:pt x="1710771" y="50972"/>
                </a:lnTo>
                <a:cubicBezTo>
                  <a:pt x="1710771" y="47923"/>
                  <a:pt x="1710637" y="43843"/>
                  <a:pt x="1710369" y="38732"/>
                </a:cubicBezTo>
                <a:cubicBezTo>
                  <a:pt x="1710100" y="33620"/>
                  <a:pt x="1709966" y="29929"/>
                  <a:pt x="1709966" y="27658"/>
                </a:cubicBezTo>
                <a:cubicBezTo>
                  <a:pt x="1709966" y="25146"/>
                  <a:pt x="1710831" y="23069"/>
                  <a:pt x="1712559" y="21426"/>
                </a:cubicBezTo>
                <a:cubicBezTo>
                  <a:pt x="1714288" y="19781"/>
                  <a:pt x="1716405" y="18958"/>
                  <a:pt x="1718909" y="18958"/>
                </a:cubicBezTo>
                <a:cubicBezTo>
                  <a:pt x="1724274" y="18958"/>
                  <a:pt x="1727404" y="23340"/>
                  <a:pt x="1728298" y="32104"/>
                </a:cubicBezTo>
                <a:cubicBezTo>
                  <a:pt x="1728477" y="34309"/>
                  <a:pt x="1728567" y="36962"/>
                  <a:pt x="1728567" y="40063"/>
                </a:cubicBezTo>
                <a:lnTo>
                  <a:pt x="1728388" y="45249"/>
                </a:lnTo>
                <a:lnTo>
                  <a:pt x="1728298" y="50794"/>
                </a:lnTo>
                <a:cubicBezTo>
                  <a:pt x="1735691" y="49840"/>
                  <a:pt x="1739924" y="49363"/>
                  <a:pt x="1740997" y="49363"/>
                </a:cubicBezTo>
                <a:cubicBezTo>
                  <a:pt x="1747197" y="49363"/>
                  <a:pt x="1751251" y="49661"/>
                  <a:pt x="1753159" y="50257"/>
                </a:cubicBezTo>
                <a:cubicBezTo>
                  <a:pt x="1756795" y="51457"/>
                  <a:pt x="1758613" y="54285"/>
                  <a:pt x="1758613" y="58741"/>
                </a:cubicBezTo>
                <a:cubicBezTo>
                  <a:pt x="1758613" y="61390"/>
                  <a:pt x="1757794" y="63573"/>
                  <a:pt x="1756154" y="65289"/>
                </a:cubicBezTo>
                <a:cubicBezTo>
                  <a:pt x="1754515" y="67005"/>
                  <a:pt x="1752413" y="67863"/>
                  <a:pt x="1749850" y="67863"/>
                </a:cubicBezTo>
                <a:close/>
                <a:moveTo>
                  <a:pt x="1846095" y="149877"/>
                </a:moveTo>
                <a:cubicBezTo>
                  <a:pt x="1844962" y="149877"/>
                  <a:pt x="1842906" y="148554"/>
                  <a:pt x="1839925" y="145908"/>
                </a:cubicBezTo>
                <a:cubicBezTo>
                  <a:pt x="1837242" y="143444"/>
                  <a:pt x="1835245" y="141249"/>
                  <a:pt x="1833933" y="139325"/>
                </a:cubicBezTo>
                <a:cubicBezTo>
                  <a:pt x="1828210" y="142454"/>
                  <a:pt x="1823172" y="144817"/>
                  <a:pt x="1818820" y="146411"/>
                </a:cubicBezTo>
                <a:cubicBezTo>
                  <a:pt x="1814468" y="148006"/>
                  <a:pt x="1810832" y="148804"/>
                  <a:pt x="1807910" y="148804"/>
                </a:cubicBezTo>
                <a:cubicBezTo>
                  <a:pt x="1793960" y="148804"/>
                  <a:pt x="1783795" y="144869"/>
                  <a:pt x="1777416" y="136999"/>
                </a:cubicBezTo>
                <a:cubicBezTo>
                  <a:pt x="1771395" y="129607"/>
                  <a:pt x="1768385" y="118280"/>
                  <a:pt x="1768385" y="103018"/>
                </a:cubicBezTo>
                <a:cubicBezTo>
                  <a:pt x="1768385" y="88591"/>
                  <a:pt x="1773348" y="76250"/>
                  <a:pt x="1783274" y="65996"/>
                </a:cubicBezTo>
                <a:cubicBezTo>
                  <a:pt x="1793200" y="55742"/>
                  <a:pt x="1805049" y="50615"/>
                  <a:pt x="1818820" y="50615"/>
                </a:cubicBezTo>
                <a:cubicBezTo>
                  <a:pt x="1824007" y="50615"/>
                  <a:pt x="1829820" y="51956"/>
                  <a:pt x="1836258" y="54639"/>
                </a:cubicBezTo>
                <a:cubicBezTo>
                  <a:pt x="1844366" y="57977"/>
                  <a:pt x="1848420" y="62001"/>
                  <a:pt x="1848420" y="66711"/>
                </a:cubicBezTo>
                <a:cubicBezTo>
                  <a:pt x="1848420" y="68321"/>
                  <a:pt x="1847824" y="69752"/>
                  <a:pt x="1846632" y="71004"/>
                </a:cubicBezTo>
                <a:cubicBezTo>
                  <a:pt x="1846035" y="73269"/>
                  <a:pt x="1845573" y="76995"/>
                  <a:pt x="1845246" y="82182"/>
                </a:cubicBezTo>
                <a:cubicBezTo>
                  <a:pt x="1844918" y="87368"/>
                  <a:pt x="1844724" y="94016"/>
                  <a:pt x="1844664" y="102124"/>
                </a:cubicBezTo>
                <a:cubicBezTo>
                  <a:pt x="1844605" y="109516"/>
                  <a:pt x="1845111" y="115359"/>
                  <a:pt x="1846184" y="119651"/>
                </a:cubicBezTo>
                <a:cubicBezTo>
                  <a:pt x="1846781" y="122274"/>
                  <a:pt x="1848659" y="127520"/>
                  <a:pt x="1851818" y="135390"/>
                </a:cubicBezTo>
                <a:cubicBezTo>
                  <a:pt x="1852236" y="136463"/>
                  <a:pt x="1852921" y="138043"/>
                  <a:pt x="1853875" y="140129"/>
                </a:cubicBezTo>
                <a:lnTo>
                  <a:pt x="1854412" y="141650"/>
                </a:lnTo>
                <a:cubicBezTo>
                  <a:pt x="1854412" y="144034"/>
                  <a:pt x="1853577" y="146002"/>
                  <a:pt x="1851908" y="147552"/>
                </a:cubicBezTo>
                <a:cubicBezTo>
                  <a:pt x="1850238" y="149102"/>
                  <a:pt x="1848301" y="149877"/>
                  <a:pt x="1846095" y="149877"/>
                </a:cubicBezTo>
                <a:moveTo>
                  <a:pt x="1827495" y="87760"/>
                </a:moveTo>
                <a:cubicBezTo>
                  <a:pt x="1827495" y="85202"/>
                  <a:pt x="1827659" y="82422"/>
                  <a:pt x="1827986" y="79421"/>
                </a:cubicBezTo>
                <a:cubicBezTo>
                  <a:pt x="1828314" y="76418"/>
                  <a:pt x="1828806" y="73222"/>
                  <a:pt x="1829462" y="69833"/>
                </a:cubicBezTo>
                <a:cubicBezTo>
                  <a:pt x="1827256" y="68702"/>
                  <a:pt x="1825363" y="67869"/>
                  <a:pt x="1823783" y="67334"/>
                </a:cubicBezTo>
                <a:cubicBezTo>
                  <a:pt x="1822204" y="66800"/>
                  <a:pt x="1820937" y="66532"/>
                  <a:pt x="1819983" y="66532"/>
                </a:cubicBezTo>
                <a:cubicBezTo>
                  <a:pt x="1810742" y="66532"/>
                  <a:pt x="1802769" y="70293"/>
                  <a:pt x="1796062" y="77814"/>
                </a:cubicBezTo>
                <a:cubicBezTo>
                  <a:pt x="1789355" y="85335"/>
                  <a:pt x="1786001" y="94001"/>
                  <a:pt x="1786001" y="103812"/>
                </a:cubicBezTo>
                <a:cubicBezTo>
                  <a:pt x="1786001" y="113563"/>
                  <a:pt x="1787730" y="120876"/>
                  <a:pt x="1791188" y="125751"/>
                </a:cubicBezTo>
                <a:cubicBezTo>
                  <a:pt x="1794646" y="130627"/>
                  <a:pt x="1799832" y="133065"/>
                  <a:pt x="1806748" y="133065"/>
                </a:cubicBezTo>
                <a:cubicBezTo>
                  <a:pt x="1812471" y="133065"/>
                  <a:pt x="1817330" y="132024"/>
                  <a:pt x="1821324" y="129943"/>
                </a:cubicBezTo>
                <a:cubicBezTo>
                  <a:pt x="1823470" y="128814"/>
                  <a:pt x="1826481" y="126555"/>
                  <a:pt x="1830356" y="123166"/>
                </a:cubicBezTo>
                <a:cubicBezTo>
                  <a:pt x="1828448" y="107409"/>
                  <a:pt x="1827495" y="95607"/>
                  <a:pt x="1827495" y="87760"/>
                </a:cubicBezTo>
                <a:close/>
                <a:moveTo>
                  <a:pt x="1938704" y="150413"/>
                </a:moveTo>
                <a:cubicBezTo>
                  <a:pt x="1933577" y="150413"/>
                  <a:pt x="1930685" y="147606"/>
                  <a:pt x="1930029" y="141991"/>
                </a:cubicBezTo>
                <a:lnTo>
                  <a:pt x="1927526" y="122364"/>
                </a:lnTo>
                <a:cubicBezTo>
                  <a:pt x="1926691" y="115374"/>
                  <a:pt x="1926274" y="108832"/>
                  <a:pt x="1926274" y="102738"/>
                </a:cubicBezTo>
                <a:cubicBezTo>
                  <a:pt x="1926274" y="101065"/>
                  <a:pt x="1926378" y="98228"/>
                  <a:pt x="1926587" y="94226"/>
                </a:cubicBezTo>
                <a:cubicBezTo>
                  <a:pt x="1926795" y="90223"/>
                  <a:pt x="1926900" y="87384"/>
                  <a:pt x="1926900" y="85711"/>
                </a:cubicBezTo>
                <a:cubicBezTo>
                  <a:pt x="1926900" y="72806"/>
                  <a:pt x="1924515" y="66354"/>
                  <a:pt x="1919746" y="66354"/>
                </a:cubicBezTo>
                <a:cubicBezTo>
                  <a:pt x="1913068" y="66354"/>
                  <a:pt x="1906689" y="70323"/>
                  <a:pt x="1900609" y="78261"/>
                </a:cubicBezTo>
                <a:cubicBezTo>
                  <a:pt x="1895124" y="85482"/>
                  <a:pt x="1890831" y="94613"/>
                  <a:pt x="1887731" y="105653"/>
                </a:cubicBezTo>
                <a:cubicBezTo>
                  <a:pt x="1887612" y="107982"/>
                  <a:pt x="1887344" y="110907"/>
                  <a:pt x="1886926" y="114428"/>
                </a:cubicBezTo>
                <a:cubicBezTo>
                  <a:pt x="1886569" y="117413"/>
                  <a:pt x="1886390" y="120307"/>
                  <a:pt x="1886390" y="123111"/>
                </a:cubicBezTo>
                <a:cubicBezTo>
                  <a:pt x="1886390" y="124901"/>
                  <a:pt x="1886569" y="127587"/>
                  <a:pt x="1886926" y="131167"/>
                </a:cubicBezTo>
                <a:cubicBezTo>
                  <a:pt x="1887284" y="134748"/>
                  <a:pt x="1887463" y="137434"/>
                  <a:pt x="1887463" y="139224"/>
                </a:cubicBezTo>
                <a:cubicBezTo>
                  <a:pt x="1887463" y="141910"/>
                  <a:pt x="1886643" y="144089"/>
                  <a:pt x="1885004" y="145760"/>
                </a:cubicBezTo>
                <a:cubicBezTo>
                  <a:pt x="1883364" y="147431"/>
                  <a:pt x="1881263" y="148267"/>
                  <a:pt x="1878699" y="148267"/>
                </a:cubicBezTo>
                <a:cubicBezTo>
                  <a:pt x="1876076" y="148267"/>
                  <a:pt x="1873960" y="147431"/>
                  <a:pt x="1872350" y="145758"/>
                </a:cubicBezTo>
                <a:cubicBezTo>
                  <a:pt x="1870741" y="144086"/>
                  <a:pt x="1869936" y="141907"/>
                  <a:pt x="1869936" y="139218"/>
                </a:cubicBezTo>
                <a:cubicBezTo>
                  <a:pt x="1869936" y="137428"/>
                  <a:pt x="1869742" y="134741"/>
                  <a:pt x="1869354" y="131159"/>
                </a:cubicBezTo>
                <a:cubicBezTo>
                  <a:pt x="1868967" y="127574"/>
                  <a:pt x="1868773" y="124886"/>
                  <a:pt x="1868773" y="123094"/>
                </a:cubicBezTo>
                <a:cubicBezTo>
                  <a:pt x="1868773" y="116942"/>
                  <a:pt x="1869205" y="108417"/>
                  <a:pt x="1870070" y="97518"/>
                </a:cubicBezTo>
                <a:cubicBezTo>
                  <a:pt x="1870934" y="86620"/>
                  <a:pt x="1871366" y="78094"/>
                  <a:pt x="1871366" y="71943"/>
                </a:cubicBezTo>
                <a:cubicBezTo>
                  <a:pt x="1871366" y="70031"/>
                  <a:pt x="1871262" y="67195"/>
                  <a:pt x="1871054" y="63433"/>
                </a:cubicBezTo>
                <a:cubicBezTo>
                  <a:pt x="1870845" y="59670"/>
                  <a:pt x="1870741" y="56833"/>
                  <a:pt x="1870741" y="54924"/>
                </a:cubicBezTo>
                <a:cubicBezTo>
                  <a:pt x="1870741" y="52355"/>
                  <a:pt x="1871590" y="50250"/>
                  <a:pt x="1873289" y="48608"/>
                </a:cubicBezTo>
                <a:cubicBezTo>
                  <a:pt x="1874988" y="46965"/>
                  <a:pt x="1877090" y="46143"/>
                  <a:pt x="1879594" y="46143"/>
                </a:cubicBezTo>
                <a:cubicBezTo>
                  <a:pt x="1885078" y="46143"/>
                  <a:pt x="1888089" y="50034"/>
                  <a:pt x="1888626" y="57816"/>
                </a:cubicBezTo>
                <a:lnTo>
                  <a:pt x="1888894" y="68321"/>
                </a:lnTo>
                <a:cubicBezTo>
                  <a:pt x="1898909" y="54967"/>
                  <a:pt x="1909193" y="48290"/>
                  <a:pt x="1919746" y="48290"/>
                </a:cubicBezTo>
                <a:cubicBezTo>
                  <a:pt x="1929284" y="48290"/>
                  <a:pt x="1935932" y="52500"/>
                  <a:pt x="1939687" y="60921"/>
                </a:cubicBezTo>
                <a:cubicBezTo>
                  <a:pt x="1942251" y="66534"/>
                  <a:pt x="1943652" y="74836"/>
                  <a:pt x="1943890" y="85826"/>
                </a:cubicBezTo>
                <a:lnTo>
                  <a:pt x="1943890" y="94872"/>
                </a:lnTo>
                <a:lnTo>
                  <a:pt x="1943801" y="103202"/>
                </a:lnTo>
                <a:cubicBezTo>
                  <a:pt x="1943801" y="108160"/>
                  <a:pt x="1944442" y="114566"/>
                  <a:pt x="1945724" y="122420"/>
                </a:cubicBezTo>
                <a:cubicBezTo>
                  <a:pt x="1947005" y="130273"/>
                  <a:pt x="1947646" y="136647"/>
                  <a:pt x="1947646" y="141543"/>
                </a:cubicBezTo>
                <a:cubicBezTo>
                  <a:pt x="1947646" y="144172"/>
                  <a:pt x="1946797" y="146307"/>
                  <a:pt x="1945098" y="147948"/>
                </a:cubicBezTo>
                <a:cubicBezTo>
                  <a:pt x="1943399" y="149592"/>
                  <a:pt x="1941267" y="150413"/>
                  <a:pt x="1938704" y="150413"/>
                </a:cubicBezTo>
                <a:close/>
                <a:moveTo>
                  <a:pt x="2026090" y="67863"/>
                </a:moveTo>
                <a:cubicBezTo>
                  <a:pt x="2024838" y="67863"/>
                  <a:pt x="2023363" y="67803"/>
                  <a:pt x="2021663" y="67684"/>
                </a:cubicBezTo>
                <a:cubicBezTo>
                  <a:pt x="2019964" y="67563"/>
                  <a:pt x="2018489" y="67502"/>
                  <a:pt x="2017237" y="67502"/>
                </a:cubicBezTo>
                <a:cubicBezTo>
                  <a:pt x="2015866" y="67502"/>
                  <a:pt x="2011812" y="67954"/>
                  <a:pt x="2005075" y="68857"/>
                </a:cubicBezTo>
                <a:lnTo>
                  <a:pt x="2006774" y="121649"/>
                </a:lnTo>
                <a:lnTo>
                  <a:pt x="2006864" y="125581"/>
                </a:lnTo>
                <a:lnTo>
                  <a:pt x="2006953" y="130136"/>
                </a:lnTo>
                <a:cubicBezTo>
                  <a:pt x="2007192" y="143177"/>
                  <a:pt x="2004062" y="149698"/>
                  <a:pt x="1997563" y="149698"/>
                </a:cubicBezTo>
                <a:cubicBezTo>
                  <a:pt x="1995179" y="149698"/>
                  <a:pt x="1993107" y="148924"/>
                  <a:pt x="1991348" y="147376"/>
                </a:cubicBezTo>
                <a:cubicBezTo>
                  <a:pt x="1989590" y="145827"/>
                  <a:pt x="1988710" y="143892"/>
                  <a:pt x="1988710" y="141569"/>
                </a:cubicBezTo>
                <a:cubicBezTo>
                  <a:pt x="1988710" y="139307"/>
                  <a:pt x="1988800" y="135913"/>
                  <a:pt x="1988979" y="131388"/>
                </a:cubicBezTo>
                <a:cubicBezTo>
                  <a:pt x="1989157" y="126861"/>
                  <a:pt x="1989247" y="123466"/>
                  <a:pt x="1989247" y="121202"/>
                </a:cubicBezTo>
                <a:lnTo>
                  <a:pt x="1987458" y="69036"/>
                </a:lnTo>
                <a:cubicBezTo>
                  <a:pt x="1983106" y="68857"/>
                  <a:pt x="1976489" y="68348"/>
                  <a:pt x="1967606" y="67508"/>
                </a:cubicBezTo>
                <a:cubicBezTo>
                  <a:pt x="1962300" y="66789"/>
                  <a:pt x="1959647" y="63824"/>
                  <a:pt x="1959647" y="58613"/>
                </a:cubicBezTo>
                <a:cubicBezTo>
                  <a:pt x="1959647" y="55976"/>
                  <a:pt x="1960452" y="53791"/>
                  <a:pt x="1962062" y="52057"/>
                </a:cubicBezTo>
                <a:cubicBezTo>
                  <a:pt x="1963671" y="50320"/>
                  <a:pt x="1965728" y="49452"/>
                  <a:pt x="1968232" y="49452"/>
                </a:cubicBezTo>
                <a:lnTo>
                  <a:pt x="1987011" y="50972"/>
                </a:lnTo>
                <a:cubicBezTo>
                  <a:pt x="1987011" y="47923"/>
                  <a:pt x="1986877" y="43843"/>
                  <a:pt x="1986609" y="38732"/>
                </a:cubicBezTo>
                <a:cubicBezTo>
                  <a:pt x="1986341" y="33620"/>
                  <a:pt x="1986206" y="29929"/>
                  <a:pt x="1986206" y="27658"/>
                </a:cubicBezTo>
                <a:cubicBezTo>
                  <a:pt x="1986206" y="25146"/>
                  <a:pt x="1987071" y="23069"/>
                  <a:pt x="1988800" y="21426"/>
                </a:cubicBezTo>
                <a:cubicBezTo>
                  <a:pt x="1990529" y="19781"/>
                  <a:pt x="1992645" y="18958"/>
                  <a:pt x="1995149" y="18958"/>
                </a:cubicBezTo>
                <a:cubicBezTo>
                  <a:pt x="2000514" y="18958"/>
                  <a:pt x="2003644" y="23340"/>
                  <a:pt x="2004539" y="32104"/>
                </a:cubicBezTo>
                <a:cubicBezTo>
                  <a:pt x="2004717" y="34309"/>
                  <a:pt x="2004807" y="36962"/>
                  <a:pt x="2004807" y="40063"/>
                </a:cubicBezTo>
                <a:lnTo>
                  <a:pt x="2004628" y="45249"/>
                </a:lnTo>
                <a:lnTo>
                  <a:pt x="2004539" y="50794"/>
                </a:lnTo>
                <a:cubicBezTo>
                  <a:pt x="2011931" y="49840"/>
                  <a:pt x="2016164" y="49363"/>
                  <a:pt x="2017237" y="49363"/>
                </a:cubicBezTo>
                <a:cubicBezTo>
                  <a:pt x="2023437" y="49363"/>
                  <a:pt x="2027491" y="49661"/>
                  <a:pt x="2029399" y="50257"/>
                </a:cubicBezTo>
                <a:cubicBezTo>
                  <a:pt x="2033035" y="51457"/>
                  <a:pt x="2034854" y="54285"/>
                  <a:pt x="2034854" y="58741"/>
                </a:cubicBezTo>
                <a:cubicBezTo>
                  <a:pt x="2034854" y="61390"/>
                  <a:pt x="2034034" y="63573"/>
                  <a:pt x="2032395" y="65289"/>
                </a:cubicBezTo>
                <a:cubicBezTo>
                  <a:pt x="2030755" y="67005"/>
                  <a:pt x="2028654" y="67863"/>
                  <a:pt x="2026090" y="67863"/>
                </a:cubicBezTo>
                <a:close/>
                <a:moveTo>
                  <a:pt x="2167263" y="67863"/>
                </a:moveTo>
                <a:cubicBezTo>
                  <a:pt x="2166011" y="67863"/>
                  <a:pt x="2164535" y="67803"/>
                  <a:pt x="2162836" y="67684"/>
                </a:cubicBezTo>
                <a:cubicBezTo>
                  <a:pt x="2161137" y="67563"/>
                  <a:pt x="2159661" y="67502"/>
                  <a:pt x="2158409" y="67502"/>
                </a:cubicBezTo>
                <a:cubicBezTo>
                  <a:pt x="2157038" y="67502"/>
                  <a:pt x="2152984" y="67954"/>
                  <a:pt x="2146248" y="68857"/>
                </a:cubicBezTo>
                <a:lnTo>
                  <a:pt x="2147947" y="121649"/>
                </a:lnTo>
                <a:lnTo>
                  <a:pt x="2148036" y="125581"/>
                </a:lnTo>
                <a:lnTo>
                  <a:pt x="2148126" y="130136"/>
                </a:lnTo>
                <a:cubicBezTo>
                  <a:pt x="2148364" y="143177"/>
                  <a:pt x="2145234" y="149698"/>
                  <a:pt x="2138736" y="149698"/>
                </a:cubicBezTo>
                <a:cubicBezTo>
                  <a:pt x="2136351" y="149698"/>
                  <a:pt x="2134280" y="148924"/>
                  <a:pt x="2132521" y="147376"/>
                </a:cubicBezTo>
                <a:cubicBezTo>
                  <a:pt x="2130762" y="145827"/>
                  <a:pt x="2129883" y="143892"/>
                  <a:pt x="2129883" y="141569"/>
                </a:cubicBezTo>
                <a:cubicBezTo>
                  <a:pt x="2129883" y="139307"/>
                  <a:pt x="2129972" y="135913"/>
                  <a:pt x="2130151" y="131388"/>
                </a:cubicBezTo>
                <a:cubicBezTo>
                  <a:pt x="2130330" y="126861"/>
                  <a:pt x="2130419" y="123466"/>
                  <a:pt x="2130419" y="121202"/>
                </a:cubicBezTo>
                <a:lnTo>
                  <a:pt x="2128631" y="69036"/>
                </a:lnTo>
                <a:cubicBezTo>
                  <a:pt x="2124279" y="68857"/>
                  <a:pt x="2117661" y="68348"/>
                  <a:pt x="2108778" y="67508"/>
                </a:cubicBezTo>
                <a:cubicBezTo>
                  <a:pt x="2103473" y="66789"/>
                  <a:pt x="2100820" y="63824"/>
                  <a:pt x="2100820" y="58613"/>
                </a:cubicBezTo>
                <a:cubicBezTo>
                  <a:pt x="2100820" y="55976"/>
                  <a:pt x="2101624" y="53791"/>
                  <a:pt x="2103234" y="52057"/>
                </a:cubicBezTo>
                <a:cubicBezTo>
                  <a:pt x="2104844" y="50320"/>
                  <a:pt x="2106901" y="49452"/>
                  <a:pt x="2109404" y="49452"/>
                </a:cubicBezTo>
                <a:lnTo>
                  <a:pt x="2128184" y="50972"/>
                </a:lnTo>
                <a:cubicBezTo>
                  <a:pt x="2128184" y="47923"/>
                  <a:pt x="2128050" y="43843"/>
                  <a:pt x="2127781" y="38732"/>
                </a:cubicBezTo>
                <a:cubicBezTo>
                  <a:pt x="2127513" y="33620"/>
                  <a:pt x="2127379" y="29929"/>
                  <a:pt x="2127379" y="27658"/>
                </a:cubicBezTo>
                <a:cubicBezTo>
                  <a:pt x="2127379" y="25146"/>
                  <a:pt x="2128243" y="23069"/>
                  <a:pt x="2129972" y="21426"/>
                </a:cubicBezTo>
                <a:cubicBezTo>
                  <a:pt x="2131701" y="19781"/>
                  <a:pt x="2133818" y="18958"/>
                  <a:pt x="2136321" y="18958"/>
                </a:cubicBezTo>
                <a:cubicBezTo>
                  <a:pt x="2141687" y="18958"/>
                  <a:pt x="2144817" y="23340"/>
                  <a:pt x="2145711" y="32104"/>
                </a:cubicBezTo>
                <a:cubicBezTo>
                  <a:pt x="2145890" y="34309"/>
                  <a:pt x="2145979" y="36962"/>
                  <a:pt x="2145979" y="40063"/>
                </a:cubicBezTo>
                <a:lnTo>
                  <a:pt x="2145800" y="45249"/>
                </a:lnTo>
                <a:lnTo>
                  <a:pt x="2145711" y="50794"/>
                </a:lnTo>
                <a:cubicBezTo>
                  <a:pt x="2153104" y="49840"/>
                  <a:pt x="2157336" y="49363"/>
                  <a:pt x="2158409" y="49363"/>
                </a:cubicBezTo>
                <a:cubicBezTo>
                  <a:pt x="2164610" y="49363"/>
                  <a:pt x="2168664" y="49661"/>
                  <a:pt x="2170571" y="50257"/>
                </a:cubicBezTo>
                <a:cubicBezTo>
                  <a:pt x="2174208" y="51457"/>
                  <a:pt x="2176026" y="54285"/>
                  <a:pt x="2176026" y="58741"/>
                </a:cubicBezTo>
                <a:cubicBezTo>
                  <a:pt x="2176026" y="61390"/>
                  <a:pt x="2175206" y="63573"/>
                  <a:pt x="2173567" y="65289"/>
                </a:cubicBezTo>
                <a:cubicBezTo>
                  <a:pt x="2171928" y="67005"/>
                  <a:pt x="2169826" y="67863"/>
                  <a:pt x="2167263" y="67863"/>
                </a:cubicBezTo>
                <a:close/>
                <a:moveTo>
                  <a:pt x="2227201" y="149340"/>
                </a:moveTo>
                <a:cubicBezTo>
                  <a:pt x="2217186" y="149340"/>
                  <a:pt x="2208571" y="145637"/>
                  <a:pt x="2201357" y="138232"/>
                </a:cubicBezTo>
                <a:cubicBezTo>
                  <a:pt x="2193309" y="129990"/>
                  <a:pt x="2189076" y="118910"/>
                  <a:pt x="2188659" y="104994"/>
                </a:cubicBezTo>
                <a:cubicBezTo>
                  <a:pt x="2188301" y="91496"/>
                  <a:pt x="2191699" y="79611"/>
                  <a:pt x="2198853" y="69338"/>
                </a:cubicBezTo>
                <a:cubicBezTo>
                  <a:pt x="2207200" y="57214"/>
                  <a:pt x="2218825" y="51151"/>
                  <a:pt x="2233729" y="51151"/>
                </a:cubicBezTo>
                <a:cubicBezTo>
                  <a:pt x="2245653" y="51151"/>
                  <a:pt x="2254685" y="56616"/>
                  <a:pt x="2260825" y="67547"/>
                </a:cubicBezTo>
                <a:cubicBezTo>
                  <a:pt x="2265714" y="76385"/>
                  <a:pt x="2268068" y="87015"/>
                  <a:pt x="2267890" y="99438"/>
                </a:cubicBezTo>
                <a:cubicBezTo>
                  <a:pt x="2267711" y="112697"/>
                  <a:pt x="2264253" y="124016"/>
                  <a:pt x="2257516" y="133395"/>
                </a:cubicBezTo>
                <a:cubicBezTo>
                  <a:pt x="2249885" y="144025"/>
                  <a:pt x="2239780" y="149340"/>
                  <a:pt x="2227201" y="149340"/>
                </a:cubicBezTo>
                <a:moveTo>
                  <a:pt x="2232567" y="69394"/>
                </a:moveTo>
                <a:cubicBezTo>
                  <a:pt x="2223803" y="69334"/>
                  <a:pt x="2216977" y="73513"/>
                  <a:pt x="2212088" y="81930"/>
                </a:cubicBezTo>
                <a:cubicBezTo>
                  <a:pt x="2208213" y="88678"/>
                  <a:pt x="2206276" y="96380"/>
                  <a:pt x="2206276" y="105036"/>
                </a:cubicBezTo>
                <a:cubicBezTo>
                  <a:pt x="2206276" y="113693"/>
                  <a:pt x="2208631" y="120440"/>
                  <a:pt x="2213340" y="125276"/>
                </a:cubicBezTo>
                <a:cubicBezTo>
                  <a:pt x="2217275" y="129276"/>
                  <a:pt x="2221895" y="131276"/>
                  <a:pt x="2227201" y="131276"/>
                </a:cubicBezTo>
                <a:cubicBezTo>
                  <a:pt x="2233401" y="131276"/>
                  <a:pt x="2238737" y="129007"/>
                  <a:pt x="2243208" y="124469"/>
                </a:cubicBezTo>
                <a:cubicBezTo>
                  <a:pt x="2248276" y="119455"/>
                  <a:pt x="2250958" y="112680"/>
                  <a:pt x="2251257" y="104141"/>
                </a:cubicBezTo>
                <a:cubicBezTo>
                  <a:pt x="2252091" y="81036"/>
                  <a:pt x="2245861" y="69454"/>
                  <a:pt x="2232567" y="69394"/>
                </a:cubicBezTo>
                <a:close/>
                <a:moveTo>
                  <a:pt x="2364308" y="147552"/>
                </a:moveTo>
                <a:cubicBezTo>
                  <a:pt x="2361029" y="147552"/>
                  <a:pt x="2358495" y="145823"/>
                  <a:pt x="2356707" y="142365"/>
                </a:cubicBezTo>
                <a:cubicBezTo>
                  <a:pt x="2353607" y="136340"/>
                  <a:pt x="2348927" y="129211"/>
                  <a:pt x="2342667" y="120978"/>
                </a:cubicBezTo>
                <a:lnTo>
                  <a:pt x="2326839" y="99413"/>
                </a:lnTo>
                <a:cubicBezTo>
                  <a:pt x="2323381" y="102157"/>
                  <a:pt x="2318015" y="106005"/>
                  <a:pt x="2310742" y="110957"/>
                </a:cubicBezTo>
                <a:cubicBezTo>
                  <a:pt x="2310086" y="120203"/>
                  <a:pt x="2309759" y="129210"/>
                  <a:pt x="2309759" y="137978"/>
                </a:cubicBezTo>
                <a:cubicBezTo>
                  <a:pt x="2309759" y="140662"/>
                  <a:pt x="2308939" y="142839"/>
                  <a:pt x="2307299" y="144508"/>
                </a:cubicBezTo>
                <a:cubicBezTo>
                  <a:pt x="2305660" y="146180"/>
                  <a:pt x="2303558" y="147015"/>
                  <a:pt x="2300995" y="147015"/>
                </a:cubicBezTo>
                <a:cubicBezTo>
                  <a:pt x="2294974" y="147015"/>
                  <a:pt x="2291963" y="142958"/>
                  <a:pt x="2291963" y="134845"/>
                </a:cubicBezTo>
                <a:cubicBezTo>
                  <a:pt x="2291963" y="129895"/>
                  <a:pt x="2292306" y="122484"/>
                  <a:pt x="2292991" y="112612"/>
                </a:cubicBezTo>
                <a:cubicBezTo>
                  <a:pt x="2293677" y="102737"/>
                  <a:pt x="2294020" y="95325"/>
                  <a:pt x="2294020" y="90375"/>
                </a:cubicBezTo>
                <a:cubicBezTo>
                  <a:pt x="2294020" y="81308"/>
                  <a:pt x="2294154" y="70943"/>
                  <a:pt x="2294422" y="59281"/>
                </a:cubicBezTo>
                <a:cubicBezTo>
                  <a:pt x="2294690" y="47618"/>
                  <a:pt x="2294825" y="37313"/>
                  <a:pt x="2294825" y="28365"/>
                </a:cubicBezTo>
                <a:cubicBezTo>
                  <a:pt x="2294825" y="25680"/>
                  <a:pt x="2294690" y="22518"/>
                  <a:pt x="2294422" y="18880"/>
                </a:cubicBezTo>
                <a:cubicBezTo>
                  <a:pt x="2294154" y="15241"/>
                  <a:pt x="2294020" y="12080"/>
                  <a:pt x="2294020" y="9395"/>
                </a:cubicBezTo>
                <a:cubicBezTo>
                  <a:pt x="2294020" y="6711"/>
                  <a:pt x="2294839" y="4534"/>
                  <a:pt x="2296479" y="2864"/>
                </a:cubicBezTo>
                <a:cubicBezTo>
                  <a:pt x="2298118" y="1193"/>
                  <a:pt x="2300220" y="358"/>
                  <a:pt x="2302783" y="358"/>
                </a:cubicBezTo>
                <a:cubicBezTo>
                  <a:pt x="2305347" y="358"/>
                  <a:pt x="2307448" y="1193"/>
                  <a:pt x="2309088" y="2864"/>
                </a:cubicBezTo>
                <a:cubicBezTo>
                  <a:pt x="2310727" y="4534"/>
                  <a:pt x="2311547" y="6711"/>
                  <a:pt x="2311547" y="9395"/>
                </a:cubicBezTo>
                <a:cubicBezTo>
                  <a:pt x="2311547" y="12139"/>
                  <a:pt x="2311696" y="15376"/>
                  <a:pt x="2311994" y="19106"/>
                </a:cubicBezTo>
                <a:cubicBezTo>
                  <a:pt x="2312292" y="22834"/>
                  <a:pt x="2312441" y="26069"/>
                  <a:pt x="2312441" y="28812"/>
                </a:cubicBezTo>
                <a:lnTo>
                  <a:pt x="2311815" y="57626"/>
                </a:lnTo>
                <a:cubicBezTo>
                  <a:pt x="2311517" y="68005"/>
                  <a:pt x="2311428" y="78385"/>
                  <a:pt x="2311547" y="88766"/>
                </a:cubicBezTo>
                <a:cubicBezTo>
                  <a:pt x="2319655" y="82562"/>
                  <a:pt x="2327465" y="75761"/>
                  <a:pt x="2334976" y="68363"/>
                </a:cubicBezTo>
                <a:lnTo>
                  <a:pt x="2354650" y="48052"/>
                </a:lnTo>
                <a:cubicBezTo>
                  <a:pt x="2356617" y="46025"/>
                  <a:pt x="2358734" y="45012"/>
                  <a:pt x="2360999" y="45012"/>
                </a:cubicBezTo>
                <a:cubicBezTo>
                  <a:pt x="2363324" y="45012"/>
                  <a:pt x="2365426" y="45936"/>
                  <a:pt x="2367304" y="47784"/>
                </a:cubicBezTo>
                <a:cubicBezTo>
                  <a:pt x="2369182" y="49632"/>
                  <a:pt x="2370121" y="51779"/>
                  <a:pt x="2370121" y="54225"/>
                </a:cubicBezTo>
                <a:cubicBezTo>
                  <a:pt x="2370121" y="56254"/>
                  <a:pt x="2369256" y="58252"/>
                  <a:pt x="2367527" y="60220"/>
                </a:cubicBezTo>
                <a:cubicBezTo>
                  <a:pt x="2360194" y="68797"/>
                  <a:pt x="2351162" y="77999"/>
                  <a:pt x="2340431" y="87827"/>
                </a:cubicBezTo>
                <a:lnTo>
                  <a:pt x="2359926" y="114448"/>
                </a:lnTo>
                <a:cubicBezTo>
                  <a:pt x="2369047" y="126915"/>
                  <a:pt x="2373608" y="135027"/>
                  <a:pt x="2373608" y="138785"/>
                </a:cubicBezTo>
                <a:cubicBezTo>
                  <a:pt x="2373608" y="141172"/>
                  <a:pt x="2372669" y="143229"/>
                  <a:pt x="2370791" y="144958"/>
                </a:cubicBezTo>
                <a:cubicBezTo>
                  <a:pt x="2368913" y="146687"/>
                  <a:pt x="2366752" y="147552"/>
                  <a:pt x="2364308" y="147552"/>
                </a:cubicBezTo>
                <a:close/>
                <a:moveTo>
                  <a:pt x="2430781" y="148088"/>
                </a:moveTo>
                <a:cubicBezTo>
                  <a:pt x="2417308" y="148088"/>
                  <a:pt x="2406398" y="144717"/>
                  <a:pt x="2398051" y="137975"/>
                </a:cubicBezTo>
                <a:cubicBezTo>
                  <a:pt x="2388930" y="130515"/>
                  <a:pt x="2384369" y="120072"/>
                  <a:pt x="2384369" y="106645"/>
                </a:cubicBezTo>
                <a:cubicBezTo>
                  <a:pt x="2384369" y="91132"/>
                  <a:pt x="2388125" y="78124"/>
                  <a:pt x="2395637" y="67622"/>
                </a:cubicBezTo>
                <a:cubicBezTo>
                  <a:pt x="2403804" y="56165"/>
                  <a:pt x="2414714" y="50436"/>
                  <a:pt x="2428367" y="50436"/>
                </a:cubicBezTo>
                <a:cubicBezTo>
                  <a:pt x="2438263" y="50436"/>
                  <a:pt x="2446341" y="52105"/>
                  <a:pt x="2452601" y="55444"/>
                </a:cubicBezTo>
                <a:cubicBezTo>
                  <a:pt x="2460291" y="59557"/>
                  <a:pt x="2464137" y="65877"/>
                  <a:pt x="2464137" y="74402"/>
                </a:cubicBezTo>
                <a:cubicBezTo>
                  <a:pt x="2464137" y="80363"/>
                  <a:pt x="2460768" y="85789"/>
                  <a:pt x="2454032" y="90677"/>
                </a:cubicBezTo>
                <a:cubicBezTo>
                  <a:pt x="2451051" y="92823"/>
                  <a:pt x="2444731" y="96162"/>
                  <a:pt x="2435073" y="100693"/>
                </a:cubicBezTo>
                <a:lnTo>
                  <a:pt x="2400913" y="116879"/>
                </a:lnTo>
                <a:cubicBezTo>
                  <a:pt x="2404251" y="121827"/>
                  <a:pt x="2408410" y="125553"/>
                  <a:pt x="2413388" y="128057"/>
                </a:cubicBezTo>
                <a:cubicBezTo>
                  <a:pt x="2418366" y="130561"/>
                  <a:pt x="2424164" y="131813"/>
                  <a:pt x="2430781" y="131813"/>
                </a:cubicBezTo>
                <a:cubicBezTo>
                  <a:pt x="2434895" y="131813"/>
                  <a:pt x="2439724" y="131038"/>
                  <a:pt x="2445268" y="129488"/>
                </a:cubicBezTo>
                <a:cubicBezTo>
                  <a:pt x="2452303" y="127520"/>
                  <a:pt x="2456834" y="124942"/>
                  <a:pt x="2458861" y="121752"/>
                </a:cubicBezTo>
                <a:cubicBezTo>
                  <a:pt x="2460887" y="118563"/>
                  <a:pt x="2463063" y="116968"/>
                  <a:pt x="2465389" y="116968"/>
                </a:cubicBezTo>
                <a:cubicBezTo>
                  <a:pt x="2467475" y="116968"/>
                  <a:pt x="2469338" y="117761"/>
                  <a:pt x="2470978" y="119346"/>
                </a:cubicBezTo>
                <a:cubicBezTo>
                  <a:pt x="2472617" y="120930"/>
                  <a:pt x="2473437" y="122768"/>
                  <a:pt x="2473437" y="124860"/>
                </a:cubicBezTo>
                <a:cubicBezTo>
                  <a:pt x="2473437" y="131496"/>
                  <a:pt x="2468101" y="137206"/>
                  <a:pt x="2457430" y="141991"/>
                </a:cubicBezTo>
                <a:cubicBezTo>
                  <a:pt x="2448308" y="146056"/>
                  <a:pt x="2439425" y="148088"/>
                  <a:pt x="2430781" y="148088"/>
                </a:cubicBezTo>
                <a:moveTo>
                  <a:pt x="2428367" y="66532"/>
                </a:moveTo>
                <a:cubicBezTo>
                  <a:pt x="2421093" y="66532"/>
                  <a:pt x="2415042" y="69349"/>
                  <a:pt x="2410213" y="74983"/>
                </a:cubicBezTo>
                <a:cubicBezTo>
                  <a:pt x="2405384" y="80617"/>
                  <a:pt x="2401777" y="89097"/>
                  <a:pt x="2399393" y="100425"/>
                </a:cubicBezTo>
                <a:lnTo>
                  <a:pt x="2426846" y="87368"/>
                </a:lnTo>
                <a:cubicBezTo>
                  <a:pt x="2437637" y="82122"/>
                  <a:pt x="2445327" y="77561"/>
                  <a:pt x="2449918" y="73686"/>
                </a:cubicBezTo>
                <a:cubicBezTo>
                  <a:pt x="2444791" y="68917"/>
                  <a:pt x="2437607" y="66532"/>
                  <a:pt x="2428367" y="66532"/>
                </a:cubicBezTo>
                <a:close/>
                <a:moveTo>
                  <a:pt x="2557573" y="150413"/>
                </a:moveTo>
                <a:cubicBezTo>
                  <a:pt x="2552446" y="150413"/>
                  <a:pt x="2549555" y="147606"/>
                  <a:pt x="2548899" y="141991"/>
                </a:cubicBezTo>
                <a:lnTo>
                  <a:pt x="2546395" y="122364"/>
                </a:lnTo>
                <a:cubicBezTo>
                  <a:pt x="2545561" y="115374"/>
                  <a:pt x="2545143" y="108832"/>
                  <a:pt x="2545143" y="102738"/>
                </a:cubicBezTo>
                <a:cubicBezTo>
                  <a:pt x="2545143" y="101065"/>
                  <a:pt x="2545248" y="98228"/>
                  <a:pt x="2545456" y="94226"/>
                </a:cubicBezTo>
                <a:cubicBezTo>
                  <a:pt x="2545665" y="90223"/>
                  <a:pt x="2545769" y="87384"/>
                  <a:pt x="2545769" y="85711"/>
                </a:cubicBezTo>
                <a:cubicBezTo>
                  <a:pt x="2545769" y="72806"/>
                  <a:pt x="2543385" y="66354"/>
                  <a:pt x="2538615" y="66354"/>
                </a:cubicBezTo>
                <a:cubicBezTo>
                  <a:pt x="2531938" y="66354"/>
                  <a:pt x="2525559" y="70323"/>
                  <a:pt x="2519478" y="78261"/>
                </a:cubicBezTo>
                <a:cubicBezTo>
                  <a:pt x="2513993" y="85482"/>
                  <a:pt x="2509701" y="94613"/>
                  <a:pt x="2506601" y="105653"/>
                </a:cubicBezTo>
                <a:cubicBezTo>
                  <a:pt x="2506482" y="107982"/>
                  <a:pt x="2506213" y="110907"/>
                  <a:pt x="2505796" y="114428"/>
                </a:cubicBezTo>
                <a:cubicBezTo>
                  <a:pt x="2505438" y="117413"/>
                  <a:pt x="2505260" y="120307"/>
                  <a:pt x="2505260" y="123111"/>
                </a:cubicBezTo>
                <a:cubicBezTo>
                  <a:pt x="2505260" y="124901"/>
                  <a:pt x="2505438" y="127587"/>
                  <a:pt x="2505796" y="131167"/>
                </a:cubicBezTo>
                <a:cubicBezTo>
                  <a:pt x="2506154" y="134748"/>
                  <a:pt x="2506333" y="137434"/>
                  <a:pt x="2506333" y="139224"/>
                </a:cubicBezTo>
                <a:cubicBezTo>
                  <a:pt x="2506333" y="141910"/>
                  <a:pt x="2505513" y="144089"/>
                  <a:pt x="2503873" y="145760"/>
                </a:cubicBezTo>
                <a:cubicBezTo>
                  <a:pt x="2502234" y="147431"/>
                  <a:pt x="2500133" y="148267"/>
                  <a:pt x="2497569" y="148267"/>
                </a:cubicBezTo>
                <a:cubicBezTo>
                  <a:pt x="2494946" y="148267"/>
                  <a:pt x="2492829" y="147431"/>
                  <a:pt x="2491220" y="145758"/>
                </a:cubicBezTo>
                <a:cubicBezTo>
                  <a:pt x="2489610" y="144086"/>
                  <a:pt x="2488805" y="141907"/>
                  <a:pt x="2488805" y="139218"/>
                </a:cubicBezTo>
                <a:cubicBezTo>
                  <a:pt x="2488805" y="137428"/>
                  <a:pt x="2488612" y="134741"/>
                  <a:pt x="2488224" y="131159"/>
                </a:cubicBezTo>
                <a:cubicBezTo>
                  <a:pt x="2487837" y="127574"/>
                  <a:pt x="2487643" y="124886"/>
                  <a:pt x="2487643" y="123094"/>
                </a:cubicBezTo>
                <a:cubicBezTo>
                  <a:pt x="2487643" y="116942"/>
                  <a:pt x="2488075" y="108417"/>
                  <a:pt x="2488939" y="97518"/>
                </a:cubicBezTo>
                <a:cubicBezTo>
                  <a:pt x="2489804" y="86620"/>
                  <a:pt x="2490236" y="78094"/>
                  <a:pt x="2490236" y="71943"/>
                </a:cubicBezTo>
                <a:cubicBezTo>
                  <a:pt x="2490236" y="70031"/>
                  <a:pt x="2490132" y="67195"/>
                  <a:pt x="2489923" y="63433"/>
                </a:cubicBezTo>
                <a:cubicBezTo>
                  <a:pt x="2489714" y="59670"/>
                  <a:pt x="2489610" y="56833"/>
                  <a:pt x="2489610" y="54924"/>
                </a:cubicBezTo>
                <a:cubicBezTo>
                  <a:pt x="2489610" y="52355"/>
                  <a:pt x="2490460" y="50250"/>
                  <a:pt x="2492159" y="48608"/>
                </a:cubicBezTo>
                <a:cubicBezTo>
                  <a:pt x="2493858" y="46965"/>
                  <a:pt x="2495959" y="46143"/>
                  <a:pt x="2498463" y="46143"/>
                </a:cubicBezTo>
                <a:cubicBezTo>
                  <a:pt x="2503948" y="46143"/>
                  <a:pt x="2506959" y="50034"/>
                  <a:pt x="2507495" y="57816"/>
                </a:cubicBezTo>
                <a:lnTo>
                  <a:pt x="2507763" y="68321"/>
                </a:lnTo>
                <a:cubicBezTo>
                  <a:pt x="2517779" y="54967"/>
                  <a:pt x="2528063" y="48290"/>
                  <a:pt x="2538615" y="48290"/>
                </a:cubicBezTo>
                <a:cubicBezTo>
                  <a:pt x="2548154" y="48290"/>
                  <a:pt x="2554801" y="52500"/>
                  <a:pt x="2558557" y="60921"/>
                </a:cubicBezTo>
                <a:cubicBezTo>
                  <a:pt x="2561121" y="66534"/>
                  <a:pt x="2562522" y="74836"/>
                  <a:pt x="2562760" y="85826"/>
                </a:cubicBezTo>
                <a:lnTo>
                  <a:pt x="2562760" y="94872"/>
                </a:lnTo>
                <a:lnTo>
                  <a:pt x="2562671" y="103202"/>
                </a:lnTo>
                <a:cubicBezTo>
                  <a:pt x="2562671" y="108160"/>
                  <a:pt x="2563311" y="114566"/>
                  <a:pt x="2564593" y="122420"/>
                </a:cubicBezTo>
                <a:cubicBezTo>
                  <a:pt x="2565875" y="130273"/>
                  <a:pt x="2566516" y="136647"/>
                  <a:pt x="2566516" y="141543"/>
                </a:cubicBezTo>
                <a:cubicBezTo>
                  <a:pt x="2566516" y="144172"/>
                  <a:pt x="2565666" y="146307"/>
                  <a:pt x="2563967" y="147948"/>
                </a:cubicBezTo>
                <a:cubicBezTo>
                  <a:pt x="2562268" y="149592"/>
                  <a:pt x="2560137" y="150413"/>
                  <a:pt x="2557573" y="150413"/>
                </a:cubicBezTo>
                <a:close/>
                <a:moveTo>
                  <a:pt x="2645496" y="75117"/>
                </a:moveTo>
                <a:cubicBezTo>
                  <a:pt x="2642217" y="75117"/>
                  <a:pt x="2639922" y="74022"/>
                  <a:pt x="2638610" y="71831"/>
                </a:cubicBezTo>
                <a:cubicBezTo>
                  <a:pt x="2637716" y="70292"/>
                  <a:pt x="2636941" y="67095"/>
                  <a:pt x="2636285" y="62240"/>
                </a:cubicBezTo>
                <a:cubicBezTo>
                  <a:pt x="2631814" y="63371"/>
                  <a:pt x="2624928" y="65455"/>
                  <a:pt x="2615628" y="68491"/>
                </a:cubicBezTo>
                <a:cubicBezTo>
                  <a:pt x="2606030" y="72303"/>
                  <a:pt x="2601201" y="77007"/>
                  <a:pt x="2601141" y="82604"/>
                </a:cubicBezTo>
                <a:cubicBezTo>
                  <a:pt x="2602930" y="83260"/>
                  <a:pt x="2604689" y="83736"/>
                  <a:pt x="2606417" y="84035"/>
                </a:cubicBezTo>
                <a:cubicBezTo>
                  <a:pt x="2620129" y="86475"/>
                  <a:pt x="2630324" y="89840"/>
                  <a:pt x="2637001" y="94128"/>
                </a:cubicBezTo>
                <a:cubicBezTo>
                  <a:pt x="2646718" y="100383"/>
                  <a:pt x="2651577" y="109436"/>
                  <a:pt x="2651577" y="121289"/>
                </a:cubicBezTo>
                <a:cubicBezTo>
                  <a:pt x="2651577" y="130997"/>
                  <a:pt x="2647374" y="138322"/>
                  <a:pt x="2638968" y="143265"/>
                </a:cubicBezTo>
                <a:cubicBezTo>
                  <a:pt x="2631993" y="147315"/>
                  <a:pt x="2623170" y="149340"/>
                  <a:pt x="2612498" y="149340"/>
                </a:cubicBezTo>
                <a:cubicBezTo>
                  <a:pt x="2604689" y="149340"/>
                  <a:pt x="2597236" y="148029"/>
                  <a:pt x="2590142" y="145405"/>
                </a:cubicBezTo>
                <a:cubicBezTo>
                  <a:pt x="2580961" y="142067"/>
                  <a:pt x="2576371" y="137417"/>
                  <a:pt x="2576371" y="131455"/>
                </a:cubicBezTo>
                <a:cubicBezTo>
                  <a:pt x="2576371" y="129070"/>
                  <a:pt x="2577309" y="126984"/>
                  <a:pt x="2579187" y="125195"/>
                </a:cubicBezTo>
                <a:cubicBezTo>
                  <a:pt x="2581065" y="123407"/>
                  <a:pt x="2583197" y="122513"/>
                  <a:pt x="2585581" y="122513"/>
                </a:cubicBezTo>
                <a:cubicBezTo>
                  <a:pt x="2587429" y="122513"/>
                  <a:pt x="2589814" y="123943"/>
                  <a:pt x="2592735" y="126805"/>
                </a:cubicBezTo>
                <a:cubicBezTo>
                  <a:pt x="2594166" y="128176"/>
                  <a:pt x="2597385" y="129309"/>
                  <a:pt x="2602393" y="130203"/>
                </a:cubicBezTo>
                <a:cubicBezTo>
                  <a:pt x="2606388" y="130919"/>
                  <a:pt x="2609756" y="131276"/>
                  <a:pt x="2612498" y="131276"/>
                </a:cubicBezTo>
                <a:cubicBezTo>
                  <a:pt x="2617506" y="131276"/>
                  <a:pt x="2621918" y="130681"/>
                  <a:pt x="2625733" y="129491"/>
                </a:cubicBezTo>
                <a:cubicBezTo>
                  <a:pt x="2631278" y="127764"/>
                  <a:pt x="2634050" y="125025"/>
                  <a:pt x="2634050" y="121275"/>
                </a:cubicBezTo>
                <a:cubicBezTo>
                  <a:pt x="2634050" y="113176"/>
                  <a:pt x="2628386" y="107698"/>
                  <a:pt x="2617059" y="104840"/>
                </a:cubicBezTo>
                <a:lnTo>
                  <a:pt x="2607759" y="102783"/>
                </a:lnTo>
                <a:cubicBezTo>
                  <a:pt x="2599830" y="101052"/>
                  <a:pt x="2594196" y="99024"/>
                  <a:pt x="2590857" y="96697"/>
                </a:cubicBezTo>
                <a:cubicBezTo>
                  <a:pt x="2586028" y="93356"/>
                  <a:pt x="2583614" y="88317"/>
                  <a:pt x="2583614" y="81578"/>
                </a:cubicBezTo>
                <a:cubicBezTo>
                  <a:pt x="2583614" y="69111"/>
                  <a:pt x="2589486" y="60222"/>
                  <a:pt x="2601231" y="54913"/>
                </a:cubicBezTo>
                <a:cubicBezTo>
                  <a:pt x="2604808" y="53303"/>
                  <a:pt x="2610531" y="51380"/>
                  <a:pt x="2618400" y="49145"/>
                </a:cubicBezTo>
                <a:cubicBezTo>
                  <a:pt x="2626270" y="46907"/>
                  <a:pt x="2631904" y="45013"/>
                  <a:pt x="2635302" y="43461"/>
                </a:cubicBezTo>
                <a:cubicBezTo>
                  <a:pt x="2637746" y="42388"/>
                  <a:pt x="2640399" y="41851"/>
                  <a:pt x="2643261" y="41851"/>
                </a:cubicBezTo>
                <a:cubicBezTo>
                  <a:pt x="2645824" y="41851"/>
                  <a:pt x="2647926" y="42686"/>
                  <a:pt x="2649565" y="44355"/>
                </a:cubicBezTo>
                <a:cubicBezTo>
                  <a:pt x="2651205" y="46024"/>
                  <a:pt x="2652024" y="48200"/>
                  <a:pt x="2652024" y="50883"/>
                </a:cubicBezTo>
                <a:cubicBezTo>
                  <a:pt x="2652024" y="52612"/>
                  <a:pt x="2652397" y="55146"/>
                  <a:pt x="2653142" y="58484"/>
                </a:cubicBezTo>
                <a:cubicBezTo>
                  <a:pt x="2653887" y="61823"/>
                  <a:pt x="2654260" y="64356"/>
                  <a:pt x="2654260" y="66085"/>
                </a:cubicBezTo>
                <a:cubicBezTo>
                  <a:pt x="2654260" y="68768"/>
                  <a:pt x="2653440" y="70944"/>
                  <a:pt x="2651801" y="72613"/>
                </a:cubicBezTo>
                <a:cubicBezTo>
                  <a:pt x="2650161" y="74283"/>
                  <a:pt x="2648060" y="75117"/>
                  <a:pt x="2645496" y="751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d1fa25dbd14e84"/>
          <a:stretch xmlns:a="http://schemas.openxmlformats.org/drawingml/2006/main"/>
        </p:blipFill>
        <p:spPr>
          <a:xfrm xmlns:a="http://schemas.openxmlformats.org/drawingml/2006/main">
            <a:off x="169290" y="2674929"/>
            <a:ext cx="1069527" cy="847952"/>
          </a:xfrm>
          <a:prstGeom xmlns:a="http://schemas.openxmlformats.org/drawingml/2006/main" prst="rect">
            <a:avLst/>
          </a:prstGeom>
        </p:spPr>
      </p:pic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73716-C650-4299-A7EA-66DAAF97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265" y="5002676"/>
            <a:ext cx="5836917" cy="1307945"/>
          </a:xfrm>
          <a:custGeom xmlns:a="http://schemas.openxmlformats.org/drawingml/2006/main">
            <a:pathLst>
              <a:path w="5836917" h="1307945">
                <a:moveTo>
                  <a:pt x="0" y="43954"/>
                </a:moveTo>
                <a:cubicBezTo>
                  <a:pt x="763" y="20085"/>
                  <a:pt x="20848" y="0"/>
                  <a:pt x="45786" y="0"/>
                </a:cubicBezTo>
                <a:lnTo>
                  <a:pt x="5792810" y="0"/>
                </a:lnTo>
                <a:cubicBezTo>
                  <a:pt x="5816832" y="0"/>
                  <a:pt x="5836917" y="20085"/>
                  <a:pt x="5836764" y="43954"/>
                </a:cubicBezTo>
                <a:lnTo>
                  <a:pt x="5836764" y="1263686"/>
                </a:lnTo>
                <a:cubicBezTo>
                  <a:pt x="5836917" y="1287861"/>
                  <a:pt x="5816832" y="1307945"/>
                  <a:pt x="5792810" y="1307640"/>
                </a:cubicBezTo>
                <a:lnTo>
                  <a:pt x="45786" y="1307640"/>
                </a:lnTo>
                <a:cubicBezTo>
                  <a:pt x="20848" y="1307945"/>
                  <a:pt x="763" y="1287861"/>
                  <a:pt x="0" y="1263686"/>
                </a:cubicBezTo>
                <a:lnTo>
                  <a:pt x="0" y="43954"/>
                </a:lnTo>
              </a:path>
            </a:pathLst>
          </a:custGeom>
          <a:solidFill xmlns:a="http://schemas.openxmlformats.org/drawingml/2006/main">
            <a:srgbClr val="FCEFE3">
              <a:alpha val="7880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C31199-5560-476E-A2F1-5D1D7CA63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81" y="4991229"/>
            <a:ext cx="5859046" cy="1330838"/>
          </a:xfrm>
          <a:custGeom xmlns:a="http://schemas.openxmlformats.org/drawingml/2006/main">
            <a:pathLst>
              <a:path w="5859046" h="1330838">
                <a:moveTo>
                  <a:pt x="366" y="1280856"/>
                </a:moveTo>
                <a:lnTo>
                  <a:pt x="1038" y="1285312"/>
                </a:lnTo>
                <a:lnTo>
                  <a:pt x="1267" y="1286426"/>
                </a:lnTo>
                <a:lnTo>
                  <a:pt x="2381" y="1290730"/>
                </a:lnTo>
                <a:lnTo>
                  <a:pt x="2717" y="1291814"/>
                </a:lnTo>
                <a:lnTo>
                  <a:pt x="4228" y="1295934"/>
                </a:lnTo>
                <a:lnTo>
                  <a:pt x="4655" y="1296972"/>
                </a:lnTo>
                <a:lnTo>
                  <a:pt x="6547" y="1300894"/>
                </a:lnTo>
                <a:lnTo>
                  <a:pt x="7082" y="1301856"/>
                </a:lnTo>
                <a:lnTo>
                  <a:pt x="9325" y="1305565"/>
                </a:lnTo>
                <a:lnTo>
                  <a:pt x="9936" y="1306465"/>
                </a:lnTo>
                <a:lnTo>
                  <a:pt x="12515" y="1309930"/>
                </a:lnTo>
                <a:lnTo>
                  <a:pt x="13217" y="1310769"/>
                </a:lnTo>
                <a:lnTo>
                  <a:pt x="16117" y="1313959"/>
                </a:lnTo>
                <a:lnTo>
                  <a:pt x="16880" y="1314722"/>
                </a:lnTo>
                <a:lnTo>
                  <a:pt x="20069" y="1317622"/>
                </a:lnTo>
                <a:lnTo>
                  <a:pt x="20909" y="1318324"/>
                </a:lnTo>
                <a:lnTo>
                  <a:pt x="24358" y="1320903"/>
                </a:lnTo>
                <a:lnTo>
                  <a:pt x="25274" y="1321513"/>
                </a:lnTo>
                <a:lnTo>
                  <a:pt x="28982" y="1323757"/>
                </a:lnTo>
                <a:lnTo>
                  <a:pt x="29944" y="1324291"/>
                </a:lnTo>
                <a:lnTo>
                  <a:pt x="33866" y="1326183"/>
                </a:lnTo>
                <a:lnTo>
                  <a:pt x="34904" y="1326611"/>
                </a:lnTo>
                <a:lnTo>
                  <a:pt x="39025" y="1328122"/>
                </a:lnTo>
                <a:lnTo>
                  <a:pt x="40108" y="1328457"/>
                </a:lnTo>
                <a:lnTo>
                  <a:pt x="44412" y="1329572"/>
                </a:lnTo>
                <a:lnTo>
                  <a:pt x="45526" y="1329801"/>
                </a:lnTo>
                <a:lnTo>
                  <a:pt x="49983" y="1330472"/>
                </a:lnTo>
                <a:lnTo>
                  <a:pt x="51127" y="1330594"/>
                </a:lnTo>
                <a:lnTo>
                  <a:pt x="55721" y="1330823"/>
                </a:lnTo>
                <a:lnTo>
                  <a:pt x="56301" y="1330838"/>
                </a:lnTo>
                <a:lnTo>
                  <a:pt x="5802745" y="1330838"/>
                </a:lnTo>
                <a:lnTo>
                  <a:pt x="5803325" y="1330823"/>
                </a:lnTo>
                <a:lnTo>
                  <a:pt x="5807919" y="1330594"/>
                </a:lnTo>
                <a:lnTo>
                  <a:pt x="5809064" y="1330472"/>
                </a:lnTo>
                <a:lnTo>
                  <a:pt x="5813520" y="1329801"/>
                </a:lnTo>
                <a:lnTo>
                  <a:pt x="5814634" y="1329572"/>
                </a:lnTo>
                <a:lnTo>
                  <a:pt x="5818938" y="1328457"/>
                </a:lnTo>
                <a:lnTo>
                  <a:pt x="5820022" y="1328122"/>
                </a:lnTo>
                <a:lnTo>
                  <a:pt x="5824142" y="1326611"/>
                </a:lnTo>
                <a:lnTo>
                  <a:pt x="5825180" y="1326183"/>
                </a:lnTo>
                <a:lnTo>
                  <a:pt x="5829102" y="1324291"/>
                </a:lnTo>
                <a:lnTo>
                  <a:pt x="5830064" y="1323757"/>
                </a:lnTo>
                <a:lnTo>
                  <a:pt x="5833773" y="1321513"/>
                </a:lnTo>
                <a:lnTo>
                  <a:pt x="5834673" y="1320903"/>
                </a:lnTo>
                <a:lnTo>
                  <a:pt x="5838137" y="1318324"/>
                </a:lnTo>
                <a:lnTo>
                  <a:pt x="5838977" y="1317622"/>
                </a:lnTo>
                <a:lnTo>
                  <a:pt x="5842167" y="1314722"/>
                </a:lnTo>
                <a:lnTo>
                  <a:pt x="5842930" y="1313959"/>
                </a:lnTo>
                <a:lnTo>
                  <a:pt x="5845829" y="1310769"/>
                </a:lnTo>
                <a:lnTo>
                  <a:pt x="5846532" y="1309930"/>
                </a:lnTo>
                <a:lnTo>
                  <a:pt x="5849111" y="1306465"/>
                </a:lnTo>
                <a:lnTo>
                  <a:pt x="5849721" y="1305565"/>
                </a:lnTo>
                <a:lnTo>
                  <a:pt x="5851965" y="1301856"/>
                </a:lnTo>
                <a:lnTo>
                  <a:pt x="5852499" y="1300894"/>
                </a:lnTo>
                <a:lnTo>
                  <a:pt x="5854391" y="1296972"/>
                </a:lnTo>
                <a:lnTo>
                  <a:pt x="5854819" y="1295934"/>
                </a:lnTo>
                <a:lnTo>
                  <a:pt x="5856330" y="1291814"/>
                </a:lnTo>
                <a:lnTo>
                  <a:pt x="5856665" y="1290730"/>
                </a:lnTo>
                <a:lnTo>
                  <a:pt x="5857780" y="1286426"/>
                </a:lnTo>
                <a:lnTo>
                  <a:pt x="5858008" y="1285312"/>
                </a:lnTo>
                <a:lnTo>
                  <a:pt x="5858680" y="1280856"/>
                </a:lnTo>
                <a:lnTo>
                  <a:pt x="5858802" y="1279711"/>
                </a:lnTo>
                <a:lnTo>
                  <a:pt x="5859031" y="1275117"/>
                </a:lnTo>
                <a:lnTo>
                  <a:pt x="5859046" y="1274537"/>
                </a:lnTo>
                <a:lnTo>
                  <a:pt x="5859046" y="56301"/>
                </a:lnTo>
                <a:lnTo>
                  <a:pt x="5859031" y="55721"/>
                </a:lnTo>
                <a:lnTo>
                  <a:pt x="5858802" y="51127"/>
                </a:lnTo>
                <a:lnTo>
                  <a:pt x="5858680" y="49983"/>
                </a:lnTo>
                <a:lnTo>
                  <a:pt x="5858008" y="45526"/>
                </a:lnTo>
                <a:lnTo>
                  <a:pt x="5857780" y="44412"/>
                </a:lnTo>
                <a:lnTo>
                  <a:pt x="5856665" y="40108"/>
                </a:lnTo>
                <a:lnTo>
                  <a:pt x="5856330" y="39025"/>
                </a:lnTo>
                <a:lnTo>
                  <a:pt x="5854819" y="34904"/>
                </a:lnTo>
                <a:lnTo>
                  <a:pt x="5854391" y="33866"/>
                </a:lnTo>
                <a:lnTo>
                  <a:pt x="5852499" y="29944"/>
                </a:lnTo>
                <a:lnTo>
                  <a:pt x="5851965" y="28967"/>
                </a:lnTo>
                <a:lnTo>
                  <a:pt x="5849721" y="25274"/>
                </a:lnTo>
                <a:lnTo>
                  <a:pt x="5849111" y="24358"/>
                </a:lnTo>
                <a:lnTo>
                  <a:pt x="5846532" y="20909"/>
                </a:lnTo>
                <a:lnTo>
                  <a:pt x="5845829" y="20069"/>
                </a:lnTo>
                <a:lnTo>
                  <a:pt x="5842930" y="16880"/>
                </a:lnTo>
                <a:lnTo>
                  <a:pt x="5842167" y="16117"/>
                </a:lnTo>
                <a:lnTo>
                  <a:pt x="5838977" y="13217"/>
                </a:lnTo>
                <a:lnTo>
                  <a:pt x="5838137" y="12515"/>
                </a:lnTo>
                <a:lnTo>
                  <a:pt x="5834673" y="9936"/>
                </a:lnTo>
                <a:lnTo>
                  <a:pt x="5833773" y="9325"/>
                </a:lnTo>
                <a:lnTo>
                  <a:pt x="5830064" y="7082"/>
                </a:lnTo>
                <a:lnTo>
                  <a:pt x="5829102" y="6547"/>
                </a:lnTo>
                <a:lnTo>
                  <a:pt x="5825180" y="4655"/>
                </a:lnTo>
                <a:lnTo>
                  <a:pt x="5824142" y="4228"/>
                </a:lnTo>
                <a:lnTo>
                  <a:pt x="5820022" y="2717"/>
                </a:lnTo>
                <a:lnTo>
                  <a:pt x="5818938" y="2381"/>
                </a:lnTo>
                <a:lnTo>
                  <a:pt x="5814634" y="1267"/>
                </a:lnTo>
                <a:lnTo>
                  <a:pt x="5813520" y="1038"/>
                </a:lnTo>
                <a:lnTo>
                  <a:pt x="5809064" y="366"/>
                </a:lnTo>
                <a:lnTo>
                  <a:pt x="5807919" y="244"/>
                </a:lnTo>
                <a:lnTo>
                  <a:pt x="5803325" y="15"/>
                </a:lnTo>
                <a:lnTo>
                  <a:pt x="5802745" y="0"/>
                </a:lnTo>
                <a:lnTo>
                  <a:pt x="56301" y="0"/>
                </a:lnTo>
                <a:lnTo>
                  <a:pt x="55721" y="15"/>
                </a:lnTo>
                <a:lnTo>
                  <a:pt x="51127" y="244"/>
                </a:lnTo>
                <a:lnTo>
                  <a:pt x="49983" y="366"/>
                </a:lnTo>
                <a:lnTo>
                  <a:pt x="45526" y="1038"/>
                </a:lnTo>
                <a:lnTo>
                  <a:pt x="44412" y="1267"/>
                </a:lnTo>
                <a:lnTo>
                  <a:pt x="40108" y="2381"/>
                </a:lnTo>
                <a:lnTo>
                  <a:pt x="39025" y="2717"/>
                </a:lnTo>
                <a:lnTo>
                  <a:pt x="34904" y="4228"/>
                </a:lnTo>
                <a:lnTo>
                  <a:pt x="33866" y="4655"/>
                </a:lnTo>
                <a:lnTo>
                  <a:pt x="29944" y="6547"/>
                </a:lnTo>
                <a:lnTo>
                  <a:pt x="28982" y="7082"/>
                </a:lnTo>
                <a:lnTo>
                  <a:pt x="25274" y="9325"/>
                </a:lnTo>
                <a:lnTo>
                  <a:pt x="24358" y="9936"/>
                </a:lnTo>
                <a:lnTo>
                  <a:pt x="20909" y="12515"/>
                </a:lnTo>
                <a:lnTo>
                  <a:pt x="20069" y="13217"/>
                </a:lnTo>
                <a:lnTo>
                  <a:pt x="16880" y="16117"/>
                </a:lnTo>
                <a:lnTo>
                  <a:pt x="16117" y="16880"/>
                </a:lnTo>
                <a:lnTo>
                  <a:pt x="13217" y="20069"/>
                </a:lnTo>
                <a:lnTo>
                  <a:pt x="12515" y="20909"/>
                </a:lnTo>
                <a:lnTo>
                  <a:pt x="9936" y="24358"/>
                </a:lnTo>
                <a:lnTo>
                  <a:pt x="9325" y="25274"/>
                </a:lnTo>
                <a:lnTo>
                  <a:pt x="7082" y="28967"/>
                </a:lnTo>
                <a:lnTo>
                  <a:pt x="6547" y="29944"/>
                </a:lnTo>
                <a:lnTo>
                  <a:pt x="4655" y="33866"/>
                </a:lnTo>
                <a:lnTo>
                  <a:pt x="4228" y="34904"/>
                </a:lnTo>
                <a:lnTo>
                  <a:pt x="2717" y="39025"/>
                </a:lnTo>
                <a:lnTo>
                  <a:pt x="2381" y="40108"/>
                </a:lnTo>
                <a:lnTo>
                  <a:pt x="1267" y="44412"/>
                </a:lnTo>
                <a:lnTo>
                  <a:pt x="1038" y="45526"/>
                </a:lnTo>
                <a:lnTo>
                  <a:pt x="366" y="49983"/>
                </a:lnTo>
                <a:lnTo>
                  <a:pt x="244" y="51127"/>
                </a:lnTo>
                <a:lnTo>
                  <a:pt x="15" y="55721"/>
                </a:lnTo>
                <a:lnTo>
                  <a:pt x="0" y="56301"/>
                </a:lnTo>
                <a:lnTo>
                  <a:pt x="0" y="1274537"/>
                </a:lnTo>
                <a:lnTo>
                  <a:pt x="15" y="1275117"/>
                </a:lnTo>
                <a:lnTo>
                  <a:pt x="244" y="1279711"/>
                </a:lnTo>
                <a:lnTo>
                  <a:pt x="366" y="1280856"/>
                </a:lnTo>
                <a:close/>
                <a:moveTo>
                  <a:pt x="23590" y="49529"/>
                </a:moveTo>
                <a:lnTo>
                  <a:pt x="24398" y="46374"/>
                </a:lnTo>
                <a:lnTo>
                  <a:pt x="25513" y="43334"/>
                </a:lnTo>
                <a:lnTo>
                  <a:pt x="26890" y="40457"/>
                </a:lnTo>
                <a:lnTo>
                  <a:pt x="28569" y="37692"/>
                </a:lnTo>
                <a:lnTo>
                  <a:pt x="30577" y="35008"/>
                </a:lnTo>
                <a:lnTo>
                  <a:pt x="32687" y="32687"/>
                </a:lnTo>
                <a:lnTo>
                  <a:pt x="35018" y="30567"/>
                </a:lnTo>
                <a:lnTo>
                  <a:pt x="37598" y="28626"/>
                </a:lnTo>
                <a:lnTo>
                  <a:pt x="40457" y="26890"/>
                </a:lnTo>
                <a:lnTo>
                  <a:pt x="43334" y="25513"/>
                </a:lnTo>
                <a:lnTo>
                  <a:pt x="46374" y="24398"/>
                </a:lnTo>
                <a:lnTo>
                  <a:pt x="49529" y="23590"/>
                </a:lnTo>
                <a:lnTo>
                  <a:pt x="52942" y="23074"/>
                </a:lnTo>
                <a:lnTo>
                  <a:pt x="56561" y="22893"/>
                </a:lnTo>
                <a:lnTo>
                  <a:pt x="5802486" y="22893"/>
                </a:lnTo>
                <a:lnTo>
                  <a:pt x="5806104" y="23074"/>
                </a:lnTo>
                <a:lnTo>
                  <a:pt x="5809517" y="23590"/>
                </a:lnTo>
                <a:lnTo>
                  <a:pt x="5812673" y="24398"/>
                </a:lnTo>
                <a:lnTo>
                  <a:pt x="5815713" y="25513"/>
                </a:lnTo>
                <a:lnTo>
                  <a:pt x="5818589" y="26890"/>
                </a:lnTo>
                <a:lnTo>
                  <a:pt x="5821448" y="28626"/>
                </a:lnTo>
                <a:lnTo>
                  <a:pt x="5824028" y="30567"/>
                </a:lnTo>
                <a:lnTo>
                  <a:pt x="5826360" y="32687"/>
                </a:lnTo>
                <a:lnTo>
                  <a:pt x="5828470" y="35008"/>
                </a:lnTo>
                <a:lnTo>
                  <a:pt x="5830477" y="37692"/>
                </a:lnTo>
                <a:lnTo>
                  <a:pt x="5832157" y="40457"/>
                </a:lnTo>
                <a:lnTo>
                  <a:pt x="5833533" y="43334"/>
                </a:lnTo>
                <a:lnTo>
                  <a:pt x="5834602" y="46249"/>
                </a:lnTo>
                <a:lnTo>
                  <a:pt x="5835459" y="49548"/>
                </a:lnTo>
                <a:lnTo>
                  <a:pt x="5835972" y="52942"/>
                </a:lnTo>
                <a:lnTo>
                  <a:pt x="5836153" y="56561"/>
                </a:lnTo>
                <a:lnTo>
                  <a:pt x="5836153" y="1274263"/>
                </a:lnTo>
                <a:lnTo>
                  <a:pt x="5835972" y="1277898"/>
                </a:lnTo>
                <a:lnTo>
                  <a:pt x="5835459" y="1281290"/>
                </a:lnTo>
                <a:lnTo>
                  <a:pt x="5834602" y="1284589"/>
                </a:lnTo>
                <a:lnTo>
                  <a:pt x="5833533" y="1287505"/>
                </a:lnTo>
                <a:lnTo>
                  <a:pt x="5832157" y="1290381"/>
                </a:lnTo>
                <a:lnTo>
                  <a:pt x="5830477" y="1293146"/>
                </a:lnTo>
                <a:lnTo>
                  <a:pt x="5828470" y="1295831"/>
                </a:lnTo>
                <a:lnTo>
                  <a:pt x="5826360" y="1298152"/>
                </a:lnTo>
                <a:lnTo>
                  <a:pt x="5824039" y="1300262"/>
                </a:lnTo>
                <a:lnTo>
                  <a:pt x="5821354" y="1302269"/>
                </a:lnTo>
                <a:lnTo>
                  <a:pt x="5818589" y="1303949"/>
                </a:lnTo>
                <a:lnTo>
                  <a:pt x="5815713" y="1305325"/>
                </a:lnTo>
                <a:lnTo>
                  <a:pt x="5812673" y="1306440"/>
                </a:lnTo>
                <a:lnTo>
                  <a:pt x="5809517" y="1307249"/>
                </a:lnTo>
                <a:lnTo>
                  <a:pt x="5806104" y="1307765"/>
                </a:lnTo>
                <a:lnTo>
                  <a:pt x="5802486" y="1307945"/>
                </a:lnTo>
                <a:lnTo>
                  <a:pt x="56561" y="1307945"/>
                </a:lnTo>
                <a:lnTo>
                  <a:pt x="52942" y="1307765"/>
                </a:lnTo>
                <a:lnTo>
                  <a:pt x="49529" y="1307249"/>
                </a:lnTo>
                <a:lnTo>
                  <a:pt x="46374" y="1306440"/>
                </a:lnTo>
                <a:lnTo>
                  <a:pt x="43334" y="1305325"/>
                </a:lnTo>
                <a:lnTo>
                  <a:pt x="40457" y="1303949"/>
                </a:lnTo>
                <a:lnTo>
                  <a:pt x="37692" y="1302269"/>
                </a:lnTo>
                <a:lnTo>
                  <a:pt x="35008" y="1300262"/>
                </a:lnTo>
                <a:lnTo>
                  <a:pt x="32687" y="1298152"/>
                </a:lnTo>
                <a:lnTo>
                  <a:pt x="30577" y="1295831"/>
                </a:lnTo>
                <a:lnTo>
                  <a:pt x="28569" y="1293146"/>
                </a:lnTo>
                <a:lnTo>
                  <a:pt x="26890" y="1290381"/>
                </a:lnTo>
                <a:lnTo>
                  <a:pt x="25513" y="1287505"/>
                </a:lnTo>
                <a:lnTo>
                  <a:pt x="24398" y="1284465"/>
                </a:lnTo>
                <a:lnTo>
                  <a:pt x="23590" y="1281309"/>
                </a:lnTo>
                <a:lnTo>
                  <a:pt x="23074" y="1277898"/>
                </a:lnTo>
                <a:lnTo>
                  <a:pt x="22893" y="1274263"/>
                </a:lnTo>
                <a:lnTo>
                  <a:pt x="22893" y="56561"/>
                </a:lnTo>
                <a:lnTo>
                  <a:pt x="23074" y="52942"/>
                </a:lnTo>
                <a:lnTo>
                  <a:pt x="23590" y="49529"/>
                </a:lnTo>
                <a:close/>
              </a:path>
            </a:pathLst>
          </a:custGeom>
          <a:solidFill xmlns:a="http://schemas.openxmlformats.org/drawingml/2006/main">
            <a:srgbClr val="984807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" name="Text Commontokens">
            <a:extLst xmlns:a="http://schemas.openxmlformats.org/drawingml/2006/main">
              <a:ext uri="{FF2B5EF4-FFF2-40B4-BE49-F238E27FC236}">
                <a16:creationId xmlns:a16="http://schemas.microsoft.com/office/drawing/2014/main" id="{34B8527F-AACC-4AFD-A1AA-028AFEDB0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244" y="6016072"/>
            <a:ext cx="1421352" cy="148258"/>
          </a:xfrm>
          <a:custGeom xmlns:a="http://schemas.openxmlformats.org/drawingml/2006/main">
            <a:pathLst>
              <a:path w="1421352" h="148258">
                <a:moveTo>
                  <a:pt x="100200" y="125119"/>
                </a:moveTo>
                <a:cubicBezTo>
                  <a:pt x="100200" y="126864"/>
                  <a:pt x="100148" y="128347"/>
                  <a:pt x="100043" y="129569"/>
                </a:cubicBezTo>
                <a:cubicBezTo>
                  <a:pt x="99938" y="130790"/>
                  <a:pt x="99781" y="131837"/>
                  <a:pt x="99572" y="132710"/>
                </a:cubicBezTo>
                <a:cubicBezTo>
                  <a:pt x="99362" y="133582"/>
                  <a:pt x="99083" y="134333"/>
                  <a:pt x="98734" y="134961"/>
                </a:cubicBezTo>
                <a:cubicBezTo>
                  <a:pt x="98385" y="135589"/>
                  <a:pt x="97827" y="136312"/>
                  <a:pt x="97059" y="137130"/>
                </a:cubicBezTo>
                <a:cubicBezTo>
                  <a:pt x="96291" y="137946"/>
                  <a:pt x="94808" y="138993"/>
                  <a:pt x="92609" y="140271"/>
                </a:cubicBezTo>
                <a:cubicBezTo>
                  <a:pt x="90410" y="141550"/>
                  <a:pt x="87723" y="142775"/>
                  <a:pt x="84547" y="143949"/>
                </a:cubicBezTo>
                <a:cubicBezTo>
                  <a:pt x="81371" y="145120"/>
                  <a:pt x="77741" y="146096"/>
                  <a:pt x="73658" y="146877"/>
                </a:cubicBezTo>
                <a:cubicBezTo>
                  <a:pt x="69575" y="147658"/>
                  <a:pt x="65160" y="148049"/>
                  <a:pt x="60413" y="148049"/>
                </a:cubicBezTo>
                <a:cubicBezTo>
                  <a:pt x="51130" y="148049"/>
                  <a:pt x="42753" y="146616"/>
                  <a:pt x="35285" y="143749"/>
                </a:cubicBezTo>
                <a:cubicBezTo>
                  <a:pt x="27816" y="140883"/>
                  <a:pt x="21464" y="136601"/>
                  <a:pt x="16229" y="130904"/>
                </a:cubicBezTo>
                <a:cubicBezTo>
                  <a:pt x="10994" y="125206"/>
                  <a:pt x="6980" y="118094"/>
                  <a:pt x="4188" y="109567"/>
                </a:cubicBezTo>
                <a:cubicBezTo>
                  <a:pt x="1396" y="101039"/>
                  <a:pt x="0" y="91112"/>
                  <a:pt x="0" y="79786"/>
                </a:cubicBezTo>
                <a:cubicBezTo>
                  <a:pt x="0" y="68252"/>
                  <a:pt x="1536" y="58010"/>
                  <a:pt x="4607" y="49063"/>
                </a:cubicBezTo>
                <a:cubicBezTo>
                  <a:pt x="7678" y="40115"/>
                  <a:pt x="11971" y="32601"/>
                  <a:pt x="17485" y="26519"/>
                </a:cubicBezTo>
                <a:cubicBezTo>
                  <a:pt x="23000" y="20435"/>
                  <a:pt x="29613" y="15821"/>
                  <a:pt x="37326" y="12675"/>
                </a:cubicBezTo>
                <a:cubicBezTo>
                  <a:pt x="45039" y="9530"/>
                  <a:pt x="53538" y="7957"/>
                  <a:pt x="62821" y="7957"/>
                </a:cubicBezTo>
                <a:cubicBezTo>
                  <a:pt x="66591" y="7957"/>
                  <a:pt x="70220" y="8277"/>
                  <a:pt x="73710" y="8916"/>
                </a:cubicBezTo>
                <a:cubicBezTo>
                  <a:pt x="77200" y="9555"/>
                  <a:pt x="80429" y="10391"/>
                  <a:pt x="83395" y="11422"/>
                </a:cubicBezTo>
                <a:cubicBezTo>
                  <a:pt x="86362" y="12452"/>
                  <a:pt x="89032" y="13642"/>
                  <a:pt x="91405" y="14992"/>
                </a:cubicBezTo>
                <a:cubicBezTo>
                  <a:pt x="93778" y="16342"/>
                  <a:pt x="95436" y="17497"/>
                  <a:pt x="96378" y="18457"/>
                </a:cubicBezTo>
                <a:cubicBezTo>
                  <a:pt x="97321" y="19415"/>
                  <a:pt x="97966" y="20207"/>
                  <a:pt x="98315" y="20836"/>
                </a:cubicBezTo>
                <a:cubicBezTo>
                  <a:pt x="98664" y="21464"/>
                  <a:pt x="98943" y="22267"/>
                  <a:pt x="99153" y="23244"/>
                </a:cubicBezTo>
                <a:cubicBezTo>
                  <a:pt x="99362" y="24221"/>
                  <a:pt x="99519" y="25373"/>
                  <a:pt x="99624" y="26699"/>
                </a:cubicBezTo>
                <a:cubicBezTo>
                  <a:pt x="99729" y="28025"/>
                  <a:pt x="99781" y="29666"/>
                  <a:pt x="99781" y="31620"/>
                </a:cubicBezTo>
                <a:cubicBezTo>
                  <a:pt x="99781" y="33714"/>
                  <a:pt x="99711" y="35494"/>
                  <a:pt x="99572" y="36960"/>
                </a:cubicBezTo>
                <a:cubicBezTo>
                  <a:pt x="99432" y="38426"/>
                  <a:pt x="99188" y="39612"/>
                  <a:pt x="98839" y="40520"/>
                </a:cubicBezTo>
                <a:cubicBezTo>
                  <a:pt x="98490" y="41427"/>
                  <a:pt x="98071" y="42090"/>
                  <a:pt x="97582" y="42509"/>
                </a:cubicBezTo>
                <a:cubicBezTo>
                  <a:pt x="97094" y="42928"/>
                  <a:pt x="96535" y="43137"/>
                  <a:pt x="95907" y="43137"/>
                </a:cubicBezTo>
                <a:cubicBezTo>
                  <a:pt x="94860" y="43137"/>
                  <a:pt x="93534" y="42521"/>
                  <a:pt x="91928" y="41289"/>
                </a:cubicBezTo>
                <a:cubicBezTo>
                  <a:pt x="90323" y="40056"/>
                  <a:pt x="88246" y="38683"/>
                  <a:pt x="85699" y="37169"/>
                </a:cubicBezTo>
                <a:cubicBezTo>
                  <a:pt x="83151" y="35655"/>
                  <a:pt x="80115" y="34282"/>
                  <a:pt x="76590" y="33050"/>
                </a:cubicBezTo>
                <a:cubicBezTo>
                  <a:pt x="73065" y="31817"/>
                  <a:pt x="68859" y="31201"/>
                  <a:pt x="63973" y="31201"/>
                </a:cubicBezTo>
                <a:cubicBezTo>
                  <a:pt x="58598" y="31201"/>
                  <a:pt x="53799" y="32301"/>
                  <a:pt x="49576" y="34499"/>
                </a:cubicBezTo>
                <a:cubicBezTo>
                  <a:pt x="45353" y="36698"/>
                  <a:pt x="41759" y="39839"/>
                  <a:pt x="38792" y="43923"/>
                </a:cubicBezTo>
                <a:cubicBezTo>
                  <a:pt x="35826" y="48006"/>
                  <a:pt x="33574" y="52944"/>
                  <a:pt x="32039" y="58738"/>
                </a:cubicBezTo>
                <a:cubicBezTo>
                  <a:pt x="30503" y="64531"/>
                  <a:pt x="29735" y="71058"/>
                  <a:pt x="29735" y="78317"/>
                </a:cubicBezTo>
                <a:cubicBezTo>
                  <a:pt x="29735" y="86274"/>
                  <a:pt x="30556" y="93167"/>
                  <a:pt x="32196" y="98996"/>
                </a:cubicBezTo>
                <a:cubicBezTo>
                  <a:pt x="33836" y="104824"/>
                  <a:pt x="36175" y="109623"/>
                  <a:pt x="39211" y="113392"/>
                </a:cubicBezTo>
                <a:cubicBezTo>
                  <a:pt x="42247" y="117162"/>
                  <a:pt x="45912" y="119971"/>
                  <a:pt x="50205" y="121821"/>
                </a:cubicBezTo>
                <a:cubicBezTo>
                  <a:pt x="54497" y="123671"/>
                  <a:pt x="59331" y="124595"/>
                  <a:pt x="64706" y="124595"/>
                </a:cubicBezTo>
                <a:cubicBezTo>
                  <a:pt x="69592" y="124595"/>
                  <a:pt x="73815" y="124014"/>
                  <a:pt x="77375" y="122851"/>
                </a:cubicBezTo>
                <a:cubicBezTo>
                  <a:pt x="80935" y="121689"/>
                  <a:pt x="83988" y="120403"/>
                  <a:pt x="86536" y="118994"/>
                </a:cubicBezTo>
                <a:cubicBezTo>
                  <a:pt x="89084" y="117585"/>
                  <a:pt x="91178" y="116316"/>
                  <a:pt x="92818" y="115189"/>
                </a:cubicBezTo>
                <a:cubicBezTo>
                  <a:pt x="94459" y="114061"/>
                  <a:pt x="95733" y="113497"/>
                  <a:pt x="96640" y="113497"/>
                </a:cubicBezTo>
                <a:cubicBezTo>
                  <a:pt x="97338" y="113497"/>
                  <a:pt x="97896" y="113637"/>
                  <a:pt x="98315" y="113916"/>
                </a:cubicBezTo>
                <a:cubicBezTo>
                  <a:pt x="98734" y="114195"/>
                  <a:pt x="99083" y="114753"/>
                  <a:pt x="99362" y="115591"/>
                </a:cubicBezTo>
                <a:cubicBezTo>
                  <a:pt x="99641" y="116429"/>
                  <a:pt x="99851" y="117598"/>
                  <a:pt x="99990" y="119099"/>
                </a:cubicBezTo>
                <a:cubicBezTo>
                  <a:pt x="100130" y="120599"/>
                  <a:pt x="100200" y="122606"/>
                  <a:pt x="100200" y="125119"/>
                </a:cubicBezTo>
                <a:close/>
                <a:moveTo>
                  <a:pt x="213826" y="94543"/>
                </a:moveTo>
                <a:cubicBezTo>
                  <a:pt x="213826" y="102517"/>
                  <a:pt x="212779" y="109792"/>
                  <a:pt x="210685" y="116367"/>
                </a:cubicBezTo>
                <a:cubicBezTo>
                  <a:pt x="208591" y="122941"/>
                  <a:pt x="205415" y="128606"/>
                  <a:pt x="201157" y="133361"/>
                </a:cubicBezTo>
                <a:cubicBezTo>
                  <a:pt x="196900" y="138116"/>
                  <a:pt x="191560" y="141788"/>
                  <a:pt x="185138" y="144378"/>
                </a:cubicBezTo>
                <a:cubicBezTo>
                  <a:pt x="178716" y="146965"/>
                  <a:pt x="171213" y="148258"/>
                  <a:pt x="162627" y="148258"/>
                </a:cubicBezTo>
                <a:cubicBezTo>
                  <a:pt x="154321" y="148258"/>
                  <a:pt x="147096" y="147104"/>
                  <a:pt x="140954" y="144796"/>
                </a:cubicBezTo>
                <a:cubicBezTo>
                  <a:pt x="134811" y="142489"/>
                  <a:pt x="129716" y="139132"/>
                  <a:pt x="125667" y="134725"/>
                </a:cubicBezTo>
                <a:cubicBezTo>
                  <a:pt x="121619" y="130319"/>
                  <a:pt x="118617" y="124899"/>
                  <a:pt x="116663" y="118464"/>
                </a:cubicBezTo>
                <a:cubicBezTo>
                  <a:pt x="114708" y="112029"/>
                  <a:pt x="113731" y="104686"/>
                  <a:pt x="113731" y="96434"/>
                </a:cubicBezTo>
                <a:cubicBezTo>
                  <a:pt x="113731" y="88459"/>
                  <a:pt x="114796" y="81167"/>
                  <a:pt x="116925" y="74558"/>
                </a:cubicBezTo>
                <a:cubicBezTo>
                  <a:pt x="119054" y="67948"/>
                  <a:pt x="122247" y="62284"/>
                  <a:pt x="126505" y="57563"/>
                </a:cubicBezTo>
                <a:cubicBezTo>
                  <a:pt x="130763" y="52843"/>
                  <a:pt x="136085" y="49189"/>
                  <a:pt x="142472" y="46602"/>
                </a:cubicBezTo>
                <a:cubicBezTo>
                  <a:pt x="148859" y="44013"/>
                  <a:pt x="156345" y="42718"/>
                  <a:pt x="164930" y="42718"/>
                </a:cubicBezTo>
                <a:cubicBezTo>
                  <a:pt x="173307" y="42718"/>
                  <a:pt x="180566" y="43855"/>
                  <a:pt x="186709" y="46128"/>
                </a:cubicBezTo>
                <a:cubicBezTo>
                  <a:pt x="192851" y="48401"/>
                  <a:pt x="197929" y="51740"/>
                  <a:pt x="201943" y="56146"/>
                </a:cubicBezTo>
                <a:cubicBezTo>
                  <a:pt x="205956" y="60553"/>
                  <a:pt x="208940" y="65973"/>
                  <a:pt x="210895" y="72408"/>
                </a:cubicBezTo>
                <a:cubicBezTo>
                  <a:pt x="212849" y="78843"/>
                  <a:pt x="213826" y="86221"/>
                  <a:pt x="213826" y="94543"/>
                </a:cubicBezTo>
                <a:moveTo>
                  <a:pt x="186709" y="95593"/>
                </a:moveTo>
                <a:cubicBezTo>
                  <a:pt x="186709" y="90986"/>
                  <a:pt x="186342" y="86746"/>
                  <a:pt x="185609" y="82872"/>
                </a:cubicBezTo>
                <a:cubicBezTo>
                  <a:pt x="184876" y="78998"/>
                  <a:pt x="183637" y="75630"/>
                  <a:pt x="181892" y="72768"/>
                </a:cubicBezTo>
                <a:cubicBezTo>
                  <a:pt x="180147" y="69906"/>
                  <a:pt x="177826" y="67672"/>
                  <a:pt x="174930" y="66067"/>
                </a:cubicBezTo>
                <a:cubicBezTo>
                  <a:pt x="172033" y="64462"/>
                  <a:pt x="168386" y="63659"/>
                  <a:pt x="163988" y="63659"/>
                </a:cubicBezTo>
                <a:cubicBezTo>
                  <a:pt x="160079" y="63659"/>
                  <a:pt x="156659" y="64374"/>
                  <a:pt x="153727" y="65805"/>
                </a:cubicBezTo>
                <a:cubicBezTo>
                  <a:pt x="150796" y="67236"/>
                  <a:pt x="148388" y="69330"/>
                  <a:pt x="146503" y="72087"/>
                </a:cubicBezTo>
                <a:cubicBezTo>
                  <a:pt x="144618" y="74845"/>
                  <a:pt x="143205" y="78160"/>
                  <a:pt x="142263" y="82034"/>
                </a:cubicBezTo>
                <a:cubicBezTo>
                  <a:pt x="141320" y="85908"/>
                  <a:pt x="140849" y="90323"/>
                  <a:pt x="140849" y="95279"/>
                </a:cubicBezTo>
                <a:cubicBezTo>
                  <a:pt x="140849" y="99886"/>
                  <a:pt x="141233" y="104126"/>
                  <a:pt x="142001" y="108000"/>
                </a:cubicBezTo>
                <a:cubicBezTo>
                  <a:pt x="142769" y="111874"/>
                  <a:pt x="144008" y="115242"/>
                  <a:pt x="145718" y="118104"/>
                </a:cubicBezTo>
                <a:cubicBezTo>
                  <a:pt x="147428" y="120966"/>
                  <a:pt x="149749" y="123182"/>
                  <a:pt x="152680" y="124752"/>
                </a:cubicBezTo>
                <a:cubicBezTo>
                  <a:pt x="155612" y="126323"/>
                  <a:pt x="159242" y="127108"/>
                  <a:pt x="163569" y="127108"/>
                </a:cubicBezTo>
                <a:cubicBezTo>
                  <a:pt x="167548" y="127108"/>
                  <a:pt x="171003" y="126393"/>
                  <a:pt x="173935" y="124962"/>
                </a:cubicBezTo>
                <a:cubicBezTo>
                  <a:pt x="176867" y="123531"/>
                  <a:pt x="179275" y="121454"/>
                  <a:pt x="181159" y="118732"/>
                </a:cubicBezTo>
                <a:cubicBezTo>
                  <a:pt x="183044" y="116010"/>
                  <a:pt x="184440" y="112712"/>
                  <a:pt x="185347" y="108838"/>
                </a:cubicBezTo>
                <a:cubicBezTo>
                  <a:pt x="186255" y="104964"/>
                  <a:pt x="186709" y="100549"/>
                  <a:pt x="186709" y="95593"/>
                </a:cubicBezTo>
                <a:close/>
                <a:moveTo>
                  <a:pt x="381659" y="142182"/>
                </a:moveTo>
                <a:cubicBezTo>
                  <a:pt x="381659" y="142880"/>
                  <a:pt x="381449" y="143492"/>
                  <a:pt x="381030" y="144018"/>
                </a:cubicBezTo>
                <a:cubicBezTo>
                  <a:pt x="380612" y="144541"/>
                  <a:pt x="379914" y="144977"/>
                  <a:pt x="378936" y="145326"/>
                </a:cubicBezTo>
                <a:cubicBezTo>
                  <a:pt x="377959" y="145675"/>
                  <a:pt x="376633" y="145937"/>
                  <a:pt x="374958" y="146112"/>
                </a:cubicBezTo>
                <a:cubicBezTo>
                  <a:pt x="373283" y="146286"/>
                  <a:pt x="371154" y="146373"/>
                  <a:pt x="368571" y="146373"/>
                </a:cubicBezTo>
                <a:cubicBezTo>
                  <a:pt x="365918" y="146373"/>
                  <a:pt x="363755" y="146286"/>
                  <a:pt x="362079" y="146112"/>
                </a:cubicBezTo>
                <a:cubicBezTo>
                  <a:pt x="360404" y="145937"/>
                  <a:pt x="359060" y="145675"/>
                  <a:pt x="358048" y="145326"/>
                </a:cubicBezTo>
                <a:cubicBezTo>
                  <a:pt x="357036" y="144977"/>
                  <a:pt x="356338" y="144541"/>
                  <a:pt x="355954" y="144018"/>
                </a:cubicBezTo>
                <a:cubicBezTo>
                  <a:pt x="355570" y="143494"/>
                  <a:pt x="355378" y="142883"/>
                  <a:pt x="355378" y="142185"/>
                </a:cubicBezTo>
                <a:lnTo>
                  <a:pt x="355378" y="86798"/>
                </a:lnTo>
                <a:cubicBezTo>
                  <a:pt x="355378" y="83657"/>
                  <a:pt x="355082" y="80795"/>
                  <a:pt x="354488" y="78212"/>
                </a:cubicBezTo>
                <a:cubicBezTo>
                  <a:pt x="353895" y="75630"/>
                  <a:pt x="352988" y="73414"/>
                  <a:pt x="351766" y="71564"/>
                </a:cubicBezTo>
                <a:cubicBezTo>
                  <a:pt x="350545" y="69714"/>
                  <a:pt x="349009" y="68283"/>
                  <a:pt x="347159" y="67271"/>
                </a:cubicBezTo>
                <a:cubicBezTo>
                  <a:pt x="345310" y="66259"/>
                  <a:pt x="343093" y="65753"/>
                  <a:pt x="340511" y="65753"/>
                </a:cubicBezTo>
                <a:cubicBezTo>
                  <a:pt x="337370" y="65753"/>
                  <a:pt x="334194" y="66974"/>
                  <a:pt x="330983" y="69417"/>
                </a:cubicBezTo>
                <a:cubicBezTo>
                  <a:pt x="327772" y="71861"/>
                  <a:pt x="324282" y="75420"/>
                  <a:pt x="320513" y="80097"/>
                </a:cubicBezTo>
                <a:lnTo>
                  <a:pt x="320513" y="142185"/>
                </a:lnTo>
                <a:cubicBezTo>
                  <a:pt x="320513" y="142883"/>
                  <a:pt x="320303" y="143494"/>
                  <a:pt x="319884" y="144018"/>
                </a:cubicBezTo>
                <a:cubicBezTo>
                  <a:pt x="319466" y="144541"/>
                  <a:pt x="318750" y="144977"/>
                  <a:pt x="317738" y="145326"/>
                </a:cubicBezTo>
                <a:cubicBezTo>
                  <a:pt x="316726" y="145675"/>
                  <a:pt x="315382" y="145937"/>
                  <a:pt x="313707" y="146112"/>
                </a:cubicBezTo>
                <a:cubicBezTo>
                  <a:pt x="312032" y="146286"/>
                  <a:pt x="309938" y="146373"/>
                  <a:pt x="307425" y="146373"/>
                </a:cubicBezTo>
                <a:cubicBezTo>
                  <a:pt x="304842" y="146373"/>
                  <a:pt x="302713" y="146286"/>
                  <a:pt x="301038" y="146112"/>
                </a:cubicBezTo>
                <a:cubicBezTo>
                  <a:pt x="299363" y="145937"/>
                  <a:pt x="298019" y="145675"/>
                  <a:pt x="297007" y="145326"/>
                </a:cubicBezTo>
                <a:cubicBezTo>
                  <a:pt x="295995" y="144977"/>
                  <a:pt x="295279" y="144541"/>
                  <a:pt x="294861" y="144018"/>
                </a:cubicBezTo>
                <a:cubicBezTo>
                  <a:pt x="294442" y="143494"/>
                  <a:pt x="294232" y="142883"/>
                  <a:pt x="294232" y="142185"/>
                </a:cubicBezTo>
                <a:lnTo>
                  <a:pt x="294232" y="86798"/>
                </a:lnTo>
                <a:cubicBezTo>
                  <a:pt x="294232" y="83657"/>
                  <a:pt x="293936" y="80795"/>
                  <a:pt x="293342" y="78212"/>
                </a:cubicBezTo>
                <a:cubicBezTo>
                  <a:pt x="292749" y="75630"/>
                  <a:pt x="291859" y="73414"/>
                  <a:pt x="290673" y="71564"/>
                </a:cubicBezTo>
                <a:cubicBezTo>
                  <a:pt x="289486" y="69714"/>
                  <a:pt x="287950" y="68283"/>
                  <a:pt x="286066" y="67271"/>
                </a:cubicBezTo>
                <a:cubicBezTo>
                  <a:pt x="284181" y="66259"/>
                  <a:pt x="281982" y="65753"/>
                  <a:pt x="279469" y="65753"/>
                </a:cubicBezTo>
                <a:cubicBezTo>
                  <a:pt x="276259" y="65753"/>
                  <a:pt x="273048" y="66974"/>
                  <a:pt x="269837" y="69417"/>
                </a:cubicBezTo>
                <a:cubicBezTo>
                  <a:pt x="266626" y="71861"/>
                  <a:pt x="263171" y="75420"/>
                  <a:pt x="259471" y="80097"/>
                </a:cubicBezTo>
                <a:lnTo>
                  <a:pt x="259471" y="142185"/>
                </a:lnTo>
                <a:cubicBezTo>
                  <a:pt x="259471" y="142883"/>
                  <a:pt x="259262" y="143494"/>
                  <a:pt x="258843" y="144018"/>
                </a:cubicBezTo>
                <a:cubicBezTo>
                  <a:pt x="258424" y="144541"/>
                  <a:pt x="257709" y="144977"/>
                  <a:pt x="256697" y="145326"/>
                </a:cubicBezTo>
                <a:cubicBezTo>
                  <a:pt x="255685" y="145675"/>
                  <a:pt x="254341" y="145937"/>
                  <a:pt x="252666" y="146112"/>
                </a:cubicBezTo>
                <a:cubicBezTo>
                  <a:pt x="250991" y="146286"/>
                  <a:pt x="248862" y="146373"/>
                  <a:pt x="246279" y="146373"/>
                </a:cubicBezTo>
                <a:cubicBezTo>
                  <a:pt x="243696" y="146373"/>
                  <a:pt x="241567" y="146286"/>
                  <a:pt x="239892" y="146112"/>
                </a:cubicBezTo>
                <a:cubicBezTo>
                  <a:pt x="238217" y="145937"/>
                  <a:pt x="236873" y="145675"/>
                  <a:pt x="235861" y="145326"/>
                </a:cubicBezTo>
                <a:cubicBezTo>
                  <a:pt x="234849" y="144977"/>
                  <a:pt x="234133" y="144541"/>
                  <a:pt x="233715" y="144018"/>
                </a:cubicBezTo>
                <a:cubicBezTo>
                  <a:pt x="233296" y="143494"/>
                  <a:pt x="233086" y="142883"/>
                  <a:pt x="233086" y="142185"/>
                </a:cubicBezTo>
                <a:lnTo>
                  <a:pt x="233086" y="48791"/>
                </a:lnTo>
                <a:cubicBezTo>
                  <a:pt x="233086" y="48093"/>
                  <a:pt x="233261" y="47482"/>
                  <a:pt x="233610" y="46959"/>
                </a:cubicBezTo>
                <a:cubicBezTo>
                  <a:pt x="233959" y="46435"/>
                  <a:pt x="234587" y="45999"/>
                  <a:pt x="235495" y="45650"/>
                </a:cubicBezTo>
                <a:cubicBezTo>
                  <a:pt x="236402" y="45301"/>
                  <a:pt x="237571" y="45039"/>
                  <a:pt x="239002" y="44865"/>
                </a:cubicBezTo>
                <a:cubicBezTo>
                  <a:pt x="240433" y="44690"/>
                  <a:pt x="242230" y="44603"/>
                  <a:pt x="244394" y="44603"/>
                </a:cubicBezTo>
                <a:cubicBezTo>
                  <a:pt x="246628" y="44603"/>
                  <a:pt x="248478" y="44690"/>
                  <a:pt x="249943" y="44865"/>
                </a:cubicBezTo>
                <a:cubicBezTo>
                  <a:pt x="251409" y="45039"/>
                  <a:pt x="252544" y="45301"/>
                  <a:pt x="253346" y="45650"/>
                </a:cubicBezTo>
                <a:cubicBezTo>
                  <a:pt x="254149" y="45999"/>
                  <a:pt x="254725" y="46435"/>
                  <a:pt x="255074" y="46959"/>
                </a:cubicBezTo>
                <a:cubicBezTo>
                  <a:pt x="255423" y="47482"/>
                  <a:pt x="255597" y="48093"/>
                  <a:pt x="255597" y="48791"/>
                </a:cubicBezTo>
                <a:lnTo>
                  <a:pt x="255597" y="59575"/>
                </a:lnTo>
                <a:cubicBezTo>
                  <a:pt x="260763" y="53956"/>
                  <a:pt x="265911" y="49742"/>
                  <a:pt x="271041" y="46933"/>
                </a:cubicBezTo>
                <a:cubicBezTo>
                  <a:pt x="276171" y="44123"/>
                  <a:pt x="281529" y="42718"/>
                  <a:pt x="287113" y="42718"/>
                </a:cubicBezTo>
                <a:cubicBezTo>
                  <a:pt x="290952" y="42718"/>
                  <a:pt x="294407" y="43123"/>
                  <a:pt x="297478" y="43932"/>
                </a:cubicBezTo>
                <a:cubicBezTo>
                  <a:pt x="300549" y="44739"/>
                  <a:pt x="303289" y="45898"/>
                  <a:pt x="305697" y="47407"/>
                </a:cubicBezTo>
                <a:cubicBezTo>
                  <a:pt x="308105" y="48917"/>
                  <a:pt x="310182" y="50725"/>
                  <a:pt x="311927" y="52832"/>
                </a:cubicBezTo>
                <a:cubicBezTo>
                  <a:pt x="313672" y="54939"/>
                  <a:pt x="315138" y="57292"/>
                  <a:pt x="316325" y="59890"/>
                </a:cubicBezTo>
                <a:cubicBezTo>
                  <a:pt x="319117" y="56871"/>
                  <a:pt x="321856" y="54273"/>
                  <a:pt x="324544" y="52096"/>
                </a:cubicBezTo>
                <a:cubicBezTo>
                  <a:pt x="327231" y="49917"/>
                  <a:pt x="329884" y="48143"/>
                  <a:pt x="332501" y="46776"/>
                </a:cubicBezTo>
                <a:cubicBezTo>
                  <a:pt x="335119" y="45406"/>
                  <a:pt x="337736" y="44387"/>
                  <a:pt x="340354" y="43720"/>
                </a:cubicBezTo>
                <a:cubicBezTo>
                  <a:pt x="342971" y="43052"/>
                  <a:pt x="345641" y="42718"/>
                  <a:pt x="348363" y="42718"/>
                </a:cubicBezTo>
                <a:cubicBezTo>
                  <a:pt x="354576" y="42718"/>
                  <a:pt x="359811" y="43767"/>
                  <a:pt x="364069" y="45863"/>
                </a:cubicBezTo>
                <a:cubicBezTo>
                  <a:pt x="368327" y="47959"/>
                  <a:pt x="371764" y="50807"/>
                  <a:pt x="374382" y="54406"/>
                </a:cubicBezTo>
                <a:cubicBezTo>
                  <a:pt x="376999" y="58003"/>
                  <a:pt x="378867" y="62213"/>
                  <a:pt x="379983" y="67035"/>
                </a:cubicBezTo>
                <a:cubicBezTo>
                  <a:pt x="381100" y="71856"/>
                  <a:pt x="381659" y="76956"/>
                  <a:pt x="381659" y="82335"/>
                </a:cubicBezTo>
                <a:lnTo>
                  <a:pt x="381659" y="142182"/>
                </a:lnTo>
                <a:close/>
                <a:moveTo>
                  <a:pt x="553355" y="142182"/>
                </a:moveTo>
                <a:cubicBezTo>
                  <a:pt x="553355" y="142880"/>
                  <a:pt x="553146" y="143492"/>
                  <a:pt x="552727" y="144018"/>
                </a:cubicBezTo>
                <a:cubicBezTo>
                  <a:pt x="552308" y="144541"/>
                  <a:pt x="551610" y="144977"/>
                  <a:pt x="550633" y="145326"/>
                </a:cubicBezTo>
                <a:cubicBezTo>
                  <a:pt x="549656" y="145675"/>
                  <a:pt x="548329" y="145937"/>
                  <a:pt x="546654" y="146112"/>
                </a:cubicBezTo>
                <a:cubicBezTo>
                  <a:pt x="544979" y="146286"/>
                  <a:pt x="542850" y="146373"/>
                  <a:pt x="540267" y="146373"/>
                </a:cubicBezTo>
                <a:cubicBezTo>
                  <a:pt x="537615" y="146373"/>
                  <a:pt x="535451" y="146286"/>
                  <a:pt x="533776" y="146112"/>
                </a:cubicBezTo>
                <a:cubicBezTo>
                  <a:pt x="532100" y="145937"/>
                  <a:pt x="530757" y="145675"/>
                  <a:pt x="529745" y="145326"/>
                </a:cubicBezTo>
                <a:cubicBezTo>
                  <a:pt x="528733" y="144977"/>
                  <a:pt x="528035" y="144541"/>
                  <a:pt x="527651" y="144018"/>
                </a:cubicBezTo>
                <a:cubicBezTo>
                  <a:pt x="527267" y="143494"/>
                  <a:pt x="527075" y="142883"/>
                  <a:pt x="527075" y="142185"/>
                </a:cubicBezTo>
                <a:lnTo>
                  <a:pt x="527075" y="86798"/>
                </a:lnTo>
                <a:cubicBezTo>
                  <a:pt x="527075" y="83657"/>
                  <a:pt x="526778" y="80795"/>
                  <a:pt x="526185" y="78212"/>
                </a:cubicBezTo>
                <a:cubicBezTo>
                  <a:pt x="525591" y="75630"/>
                  <a:pt x="524684" y="73414"/>
                  <a:pt x="523463" y="71564"/>
                </a:cubicBezTo>
                <a:cubicBezTo>
                  <a:pt x="522241" y="69714"/>
                  <a:pt x="520705" y="68283"/>
                  <a:pt x="518856" y="67271"/>
                </a:cubicBezTo>
                <a:cubicBezTo>
                  <a:pt x="517006" y="66259"/>
                  <a:pt x="514790" y="65753"/>
                  <a:pt x="512207" y="65753"/>
                </a:cubicBezTo>
                <a:cubicBezTo>
                  <a:pt x="509066" y="65753"/>
                  <a:pt x="505890" y="66974"/>
                  <a:pt x="502679" y="69417"/>
                </a:cubicBezTo>
                <a:cubicBezTo>
                  <a:pt x="499468" y="71861"/>
                  <a:pt x="495978" y="75420"/>
                  <a:pt x="492209" y="80097"/>
                </a:cubicBezTo>
                <a:lnTo>
                  <a:pt x="492209" y="142185"/>
                </a:lnTo>
                <a:cubicBezTo>
                  <a:pt x="492209" y="142883"/>
                  <a:pt x="492000" y="143494"/>
                  <a:pt x="491581" y="144018"/>
                </a:cubicBezTo>
                <a:cubicBezTo>
                  <a:pt x="491162" y="144541"/>
                  <a:pt x="490447" y="144977"/>
                  <a:pt x="489434" y="145326"/>
                </a:cubicBezTo>
                <a:cubicBezTo>
                  <a:pt x="488422" y="145675"/>
                  <a:pt x="487079" y="145937"/>
                  <a:pt x="485403" y="146112"/>
                </a:cubicBezTo>
                <a:cubicBezTo>
                  <a:pt x="483728" y="146286"/>
                  <a:pt x="481634" y="146373"/>
                  <a:pt x="479121" y="146373"/>
                </a:cubicBezTo>
                <a:cubicBezTo>
                  <a:pt x="476539" y="146373"/>
                  <a:pt x="474410" y="146286"/>
                  <a:pt x="472734" y="146112"/>
                </a:cubicBezTo>
                <a:cubicBezTo>
                  <a:pt x="471059" y="145937"/>
                  <a:pt x="469715" y="145675"/>
                  <a:pt x="468703" y="145326"/>
                </a:cubicBezTo>
                <a:cubicBezTo>
                  <a:pt x="467691" y="144977"/>
                  <a:pt x="466976" y="144541"/>
                  <a:pt x="466557" y="144018"/>
                </a:cubicBezTo>
                <a:cubicBezTo>
                  <a:pt x="466138" y="143494"/>
                  <a:pt x="465929" y="142883"/>
                  <a:pt x="465929" y="142185"/>
                </a:cubicBezTo>
                <a:lnTo>
                  <a:pt x="465929" y="86798"/>
                </a:lnTo>
                <a:cubicBezTo>
                  <a:pt x="465929" y="83657"/>
                  <a:pt x="465632" y="80795"/>
                  <a:pt x="465039" y="78212"/>
                </a:cubicBezTo>
                <a:cubicBezTo>
                  <a:pt x="464445" y="75630"/>
                  <a:pt x="463556" y="73414"/>
                  <a:pt x="462369" y="71564"/>
                </a:cubicBezTo>
                <a:cubicBezTo>
                  <a:pt x="461182" y="69714"/>
                  <a:pt x="459647" y="68283"/>
                  <a:pt x="457762" y="67271"/>
                </a:cubicBezTo>
                <a:cubicBezTo>
                  <a:pt x="455877" y="66259"/>
                  <a:pt x="453679" y="65753"/>
                  <a:pt x="451166" y="65753"/>
                </a:cubicBezTo>
                <a:cubicBezTo>
                  <a:pt x="447955" y="65753"/>
                  <a:pt x="444744" y="66974"/>
                  <a:pt x="441533" y="69417"/>
                </a:cubicBezTo>
                <a:cubicBezTo>
                  <a:pt x="438322" y="71861"/>
                  <a:pt x="434867" y="75420"/>
                  <a:pt x="431168" y="80097"/>
                </a:cubicBezTo>
                <a:lnTo>
                  <a:pt x="431168" y="142185"/>
                </a:lnTo>
                <a:cubicBezTo>
                  <a:pt x="431168" y="142883"/>
                  <a:pt x="430958" y="143494"/>
                  <a:pt x="430539" y="144018"/>
                </a:cubicBezTo>
                <a:cubicBezTo>
                  <a:pt x="430121" y="144541"/>
                  <a:pt x="429405" y="144977"/>
                  <a:pt x="428393" y="145326"/>
                </a:cubicBezTo>
                <a:cubicBezTo>
                  <a:pt x="427381" y="145675"/>
                  <a:pt x="426037" y="145937"/>
                  <a:pt x="424362" y="146112"/>
                </a:cubicBezTo>
                <a:cubicBezTo>
                  <a:pt x="422687" y="146286"/>
                  <a:pt x="420558" y="146373"/>
                  <a:pt x="417975" y="146373"/>
                </a:cubicBezTo>
                <a:cubicBezTo>
                  <a:pt x="415393" y="146373"/>
                  <a:pt x="413264" y="146286"/>
                  <a:pt x="411588" y="146112"/>
                </a:cubicBezTo>
                <a:cubicBezTo>
                  <a:pt x="409913" y="145937"/>
                  <a:pt x="408569" y="145675"/>
                  <a:pt x="407557" y="145326"/>
                </a:cubicBezTo>
                <a:cubicBezTo>
                  <a:pt x="406545" y="144977"/>
                  <a:pt x="405830" y="144541"/>
                  <a:pt x="405411" y="144018"/>
                </a:cubicBezTo>
                <a:cubicBezTo>
                  <a:pt x="404992" y="143494"/>
                  <a:pt x="404783" y="142883"/>
                  <a:pt x="404783" y="142185"/>
                </a:cubicBezTo>
                <a:lnTo>
                  <a:pt x="404783" y="48791"/>
                </a:lnTo>
                <a:cubicBezTo>
                  <a:pt x="404783" y="48093"/>
                  <a:pt x="404957" y="47482"/>
                  <a:pt x="405306" y="46959"/>
                </a:cubicBezTo>
                <a:cubicBezTo>
                  <a:pt x="405655" y="46435"/>
                  <a:pt x="406284" y="45999"/>
                  <a:pt x="407191" y="45650"/>
                </a:cubicBezTo>
                <a:cubicBezTo>
                  <a:pt x="408098" y="45301"/>
                  <a:pt x="409268" y="45039"/>
                  <a:pt x="410698" y="44865"/>
                </a:cubicBezTo>
                <a:cubicBezTo>
                  <a:pt x="412129" y="44690"/>
                  <a:pt x="413927" y="44603"/>
                  <a:pt x="416091" y="44603"/>
                </a:cubicBezTo>
                <a:cubicBezTo>
                  <a:pt x="418324" y="44603"/>
                  <a:pt x="420174" y="44690"/>
                  <a:pt x="421640" y="44865"/>
                </a:cubicBezTo>
                <a:cubicBezTo>
                  <a:pt x="423106" y="45039"/>
                  <a:pt x="424240" y="45301"/>
                  <a:pt x="425043" y="45650"/>
                </a:cubicBezTo>
                <a:cubicBezTo>
                  <a:pt x="425845" y="45999"/>
                  <a:pt x="426421" y="46435"/>
                  <a:pt x="426770" y="46959"/>
                </a:cubicBezTo>
                <a:cubicBezTo>
                  <a:pt x="427119" y="47482"/>
                  <a:pt x="427294" y="48093"/>
                  <a:pt x="427294" y="48791"/>
                </a:cubicBezTo>
                <a:lnTo>
                  <a:pt x="427294" y="59575"/>
                </a:lnTo>
                <a:cubicBezTo>
                  <a:pt x="432459" y="53956"/>
                  <a:pt x="437607" y="49742"/>
                  <a:pt x="442737" y="46933"/>
                </a:cubicBezTo>
                <a:cubicBezTo>
                  <a:pt x="447868" y="44123"/>
                  <a:pt x="453225" y="42718"/>
                  <a:pt x="458809" y="42718"/>
                </a:cubicBezTo>
                <a:cubicBezTo>
                  <a:pt x="462648" y="42718"/>
                  <a:pt x="466103" y="43123"/>
                  <a:pt x="469175" y="43932"/>
                </a:cubicBezTo>
                <a:cubicBezTo>
                  <a:pt x="472246" y="44739"/>
                  <a:pt x="474986" y="45898"/>
                  <a:pt x="477394" y="47407"/>
                </a:cubicBezTo>
                <a:cubicBezTo>
                  <a:pt x="479802" y="48917"/>
                  <a:pt x="481878" y="50725"/>
                  <a:pt x="483623" y="52832"/>
                </a:cubicBezTo>
                <a:cubicBezTo>
                  <a:pt x="485368" y="54939"/>
                  <a:pt x="486834" y="57292"/>
                  <a:pt x="488021" y="59890"/>
                </a:cubicBezTo>
                <a:cubicBezTo>
                  <a:pt x="490813" y="56871"/>
                  <a:pt x="493553" y="54273"/>
                  <a:pt x="496240" y="52096"/>
                </a:cubicBezTo>
                <a:cubicBezTo>
                  <a:pt x="498927" y="49917"/>
                  <a:pt x="501580" y="48143"/>
                  <a:pt x="504197" y="46776"/>
                </a:cubicBezTo>
                <a:cubicBezTo>
                  <a:pt x="506815" y="45406"/>
                  <a:pt x="509432" y="44387"/>
                  <a:pt x="512050" y="43720"/>
                </a:cubicBezTo>
                <a:cubicBezTo>
                  <a:pt x="514668" y="43052"/>
                  <a:pt x="517337" y="42718"/>
                  <a:pt x="520060" y="42718"/>
                </a:cubicBezTo>
                <a:cubicBezTo>
                  <a:pt x="526272" y="42718"/>
                  <a:pt x="531507" y="43767"/>
                  <a:pt x="535765" y="45863"/>
                </a:cubicBezTo>
                <a:cubicBezTo>
                  <a:pt x="540023" y="47959"/>
                  <a:pt x="543461" y="50807"/>
                  <a:pt x="546078" y="54406"/>
                </a:cubicBezTo>
                <a:cubicBezTo>
                  <a:pt x="548696" y="58003"/>
                  <a:pt x="550563" y="62213"/>
                  <a:pt x="551680" y="67035"/>
                </a:cubicBezTo>
                <a:cubicBezTo>
                  <a:pt x="552797" y="71856"/>
                  <a:pt x="553355" y="76956"/>
                  <a:pt x="553355" y="82335"/>
                </a:cubicBezTo>
                <a:lnTo>
                  <a:pt x="553355" y="142182"/>
                </a:lnTo>
                <a:close/>
                <a:moveTo>
                  <a:pt x="670921" y="94543"/>
                </a:moveTo>
                <a:cubicBezTo>
                  <a:pt x="670921" y="102517"/>
                  <a:pt x="669874" y="109792"/>
                  <a:pt x="667780" y="116367"/>
                </a:cubicBezTo>
                <a:cubicBezTo>
                  <a:pt x="665686" y="122941"/>
                  <a:pt x="662510" y="128606"/>
                  <a:pt x="658252" y="133361"/>
                </a:cubicBezTo>
                <a:cubicBezTo>
                  <a:pt x="653994" y="138116"/>
                  <a:pt x="648654" y="141788"/>
                  <a:pt x="642232" y="144378"/>
                </a:cubicBezTo>
                <a:cubicBezTo>
                  <a:pt x="635811" y="146965"/>
                  <a:pt x="628307" y="148258"/>
                  <a:pt x="619721" y="148258"/>
                </a:cubicBezTo>
                <a:cubicBezTo>
                  <a:pt x="611415" y="148258"/>
                  <a:pt x="604191" y="147104"/>
                  <a:pt x="598048" y="144796"/>
                </a:cubicBezTo>
                <a:cubicBezTo>
                  <a:pt x="591905" y="142489"/>
                  <a:pt x="586810" y="139132"/>
                  <a:pt x="582761" y="134725"/>
                </a:cubicBezTo>
                <a:cubicBezTo>
                  <a:pt x="578713" y="130319"/>
                  <a:pt x="575712" y="124899"/>
                  <a:pt x="573757" y="118464"/>
                </a:cubicBezTo>
                <a:cubicBezTo>
                  <a:pt x="571803" y="112029"/>
                  <a:pt x="570825" y="104686"/>
                  <a:pt x="570825" y="96434"/>
                </a:cubicBezTo>
                <a:cubicBezTo>
                  <a:pt x="570825" y="88459"/>
                  <a:pt x="571890" y="81167"/>
                  <a:pt x="574019" y="74558"/>
                </a:cubicBezTo>
                <a:cubicBezTo>
                  <a:pt x="576148" y="67948"/>
                  <a:pt x="579341" y="62284"/>
                  <a:pt x="583599" y="57563"/>
                </a:cubicBezTo>
                <a:cubicBezTo>
                  <a:pt x="587857" y="52843"/>
                  <a:pt x="593179" y="49189"/>
                  <a:pt x="599566" y="46602"/>
                </a:cubicBezTo>
                <a:cubicBezTo>
                  <a:pt x="605953" y="44013"/>
                  <a:pt x="613439" y="42718"/>
                  <a:pt x="622025" y="42718"/>
                </a:cubicBezTo>
                <a:cubicBezTo>
                  <a:pt x="630401" y="42718"/>
                  <a:pt x="637660" y="43855"/>
                  <a:pt x="643803" y="46128"/>
                </a:cubicBezTo>
                <a:cubicBezTo>
                  <a:pt x="649945" y="48401"/>
                  <a:pt x="655023" y="51740"/>
                  <a:pt x="659037" y="56146"/>
                </a:cubicBezTo>
                <a:cubicBezTo>
                  <a:pt x="663051" y="60553"/>
                  <a:pt x="666035" y="65973"/>
                  <a:pt x="667989" y="72408"/>
                </a:cubicBezTo>
                <a:cubicBezTo>
                  <a:pt x="669943" y="78843"/>
                  <a:pt x="670921" y="86221"/>
                  <a:pt x="670921" y="94543"/>
                </a:cubicBezTo>
                <a:moveTo>
                  <a:pt x="643803" y="95593"/>
                </a:moveTo>
                <a:cubicBezTo>
                  <a:pt x="643803" y="90986"/>
                  <a:pt x="643436" y="86746"/>
                  <a:pt x="642703" y="82872"/>
                </a:cubicBezTo>
                <a:cubicBezTo>
                  <a:pt x="641971" y="78998"/>
                  <a:pt x="640732" y="75630"/>
                  <a:pt x="638987" y="72768"/>
                </a:cubicBezTo>
                <a:cubicBezTo>
                  <a:pt x="637241" y="69906"/>
                  <a:pt x="634921" y="67672"/>
                  <a:pt x="632024" y="66067"/>
                </a:cubicBezTo>
                <a:cubicBezTo>
                  <a:pt x="629127" y="64462"/>
                  <a:pt x="625480" y="63659"/>
                  <a:pt x="621082" y="63659"/>
                </a:cubicBezTo>
                <a:cubicBezTo>
                  <a:pt x="617174" y="63659"/>
                  <a:pt x="613753" y="64374"/>
                  <a:pt x="610822" y="65805"/>
                </a:cubicBezTo>
                <a:cubicBezTo>
                  <a:pt x="607890" y="67236"/>
                  <a:pt x="605482" y="69330"/>
                  <a:pt x="603597" y="72087"/>
                </a:cubicBezTo>
                <a:cubicBezTo>
                  <a:pt x="601713" y="74845"/>
                  <a:pt x="600299" y="78160"/>
                  <a:pt x="599357" y="82034"/>
                </a:cubicBezTo>
                <a:cubicBezTo>
                  <a:pt x="598414" y="85908"/>
                  <a:pt x="597943" y="90323"/>
                  <a:pt x="597943" y="95279"/>
                </a:cubicBezTo>
                <a:cubicBezTo>
                  <a:pt x="597943" y="99886"/>
                  <a:pt x="598327" y="104126"/>
                  <a:pt x="599095" y="108000"/>
                </a:cubicBezTo>
                <a:cubicBezTo>
                  <a:pt x="599863" y="111874"/>
                  <a:pt x="601102" y="115242"/>
                  <a:pt x="602812" y="118104"/>
                </a:cubicBezTo>
                <a:cubicBezTo>
                  <a:pt x="604522" y="120966"/>
                  <a:pt x="606843" y="123182"/>
                  <a:pt x="609775" y="124752"/>
                </a:cubicBezTo>
                <a:cubicBezTo>
                  <a:pt x="612706" y="126323"/>
                  <a:pt x="616336" y="127108"/>
                  <a:pt x="620664" y="127108"/>
                </a:cubicBezTo>
                <a:cubicBezTo>
                  <a:pt x="624642" y="127108"/>
                  <a:pt x="628097" y="126393"/>
                  <a:pt x="631029" y="124962"/>
                </a:cubicBezTo>
                <a:cubicBezTo>
                  <a:pt x="633961" y="123531"/>
                  <a:pt x="636369" y="121454"/>
                  <a:pt x="638254" y="118732"/>
                </a:cubicBezTo>
                <a:cubicBezTo>
                  <a:pt x="640138" y="116010"/>
                  <a:pt x="641534" y="112712"/>
                  <a:pt x="642442" y="108838"/>
                </a:cubicBezTo>
                <a:cubicBezTo>
                  <a:pt x="643349" y="104964"/>
                  <a:pt x="643803" y="100549"/>
                  <a:pt x="643803" y="95593"/>
                </a:cubicBezTo>
                <a:close/>
                <a:moveTo>
                  <a:pt x="779387" y="142182"/>
                </a:moveTo>
                <a:cubicBezTo>
                  <a:pt x="779387" y="142880"/>
                  <a:pt x="779177" y="143492"/>
                  <a:pt x="778758" y="144018"/>
                </a:cubicBezTo>
                <a:cubicBezTo>
                  <a:pt x="778340" y="144541"/>
                  <a:pt x="777642" y="144977"/>
                  <a:pt x="776664" y="145326"/>
                </a:cubicBezTo>
                <a:cubicBezTo>
                  <a:pt x="775687" y="145675"/>
                  <a:pt x="774343" y="145937"/>
                  <a:pt x="772633" y="146112"/>
                </a:cubicBezTo>
                <a:cubicBezTo>
                  <a:pt x="770923" y="146286"/>
                  <a:pt x="768812" y="146373"/>
                  <a:pt x="766299" y="146373"/>
                </a:cubicBezTo>
                <a:cubicBezTo>
                  <a:pt x="763716" y="146373"/>
                  <a:pt x="761570" y="146286"/>
                  <a:pt x="759860" y="146112"/>
                </a:cubicBezTo>
                <a:cubicBezTo>
                  <a:pt x="758150" y="145937"/>
                  <a:pt x="756806" y="145675"/>
                  <a:pt x="755829" y="145326"/>
                </a:cubicBezTo>
                <a:cubicBezTo>
                  <a:pt x="754851" y="144977"/>
                  <a:pt x="754153" y="144541"/>
                  <a:pt x="753735" y="144018"/>
                </a:cubicBezTo>
                <a:cubicBezTo>
                  <a:pt x="753316" y="143494"/>
                  <a:pt x="753106" y="142883"/>
                  <a:pt x="753106" y="142185"/>
                </a:cubicBezTo>
                <a:lnTo>
                  <a:pt x="753106" y="88892"/>
                </a:lnTo>
                <a:cubicBezTo>
                  <a:pt x="753106" y="84355"/>
                  <a:pt x="752775" y="80795"/>
                  <a:pt x="752112" y="78212"/>
                </a:cubicBezTo>
                <a:cubicBezTo>
                  <a:pt x="751449" y="75630"/>
                  <a:pt x="750489" y="73414"/>
                  <a:pt x="749232" y="71564"/>
                </a:cubicBezTo>
                <a:cubicBezTo>
                  <a:pt x="747976" y="69714"/>
                  <a:pt x="746353" y="68283"/>
                  <a:pt x="744364" y="67271"/>
                </a:cubicBezTo>
                <a:cubicBezTo>
                  <a:pt x="742374" y="66259"/>
                  <a:pt x="740054" y="65753"/>
                  <a:pt x="737401" y="65753"/>
                </a:cubicBezTo>
                <a:cubicBezTo>
                  <a:pt x="734051" y="65753"/>
                  <a:pt x="730665" y="66974"/>
                  <a:pt x="727245" y="69417"/>
                </a:cubicBezTo>
                <a:cubicBezTo>
                  <a:pt x="723825" y="71861"/>
                  <a:pt x="720265" y="75420"/>
                  <a:pt x="716565" y="80097"/>
                </a:cubicBezTo>
                <a:lnTo>
                  <a:pt x="716565" y="142185"/>
                </a:lnTo>
                <a:cubicBezTo>
                  <a:pt x="716565" y="142883"/>
                  <a:pt x="716356" y="143494"/>
                  <a:pt x="715937" y="144018"/>
                </a:cubicBezTo>
                <a:cubicBezTo>
                  <a:pt x="715518" y="144541"/>
                  <a:pt x="714803" y="144977"/>
                  <a:pt x="713791" y="145326"/>
                </a:cubicBezTo>
                <a:cubicBezTo>
                  <a:pt x="712779" y="145675"/>
                  <a:pt x="711435" y="145937"/>
                  <a:pt x="709760" y="146112"/>
                </a:cubicBezTo>
                <a:cubicBezTo>
                  <a:pt x="708084" y="146286"/>
                  <a:pt x="705956" y="146373"/>
                  <a:pt x="703373" y="146373"/>
                </a:cubicBezTo>
                <a:cubicBezTo>
                  <a:pt x="700790" y="146373"/>
                  <a:pt x="698661" y="146286"/>
                  <a:pt x="696986" y="146112"/>
                </a:cubicBezTo>
                <a:cubicBezTo>
                  <a:pt x="695311" y="145937"/>
                  <a:pt x="693967" y="145675"/>
                  <a:pt x="692955" y="145326"/>
                </a:cubicBezTo>
                <a:cubicBezTo>
                  <a:pt x="691943" y="144977"/>
                  <a:pt x="691227" y="144541"/>
                  <a:pt x="690809" y="144018"/>
                </a:cubicBezTo>
                <a:cubicBezTo>
                  <a:pt x="690390" y="143494"/>
                  <a:pt x="690180" y="142883"/>
                  <a:pt x="690180" y="142185"/>
                </a:cubicBezTo>
                <a:lnTo>
                  <a:pt x="690180" y="48791"/>
                </a:lnTo>
                <a:cubicBezTo>
                  <a:pt x="690180" y="48093"/>
                  <a:pt x="690355" y="47482"/>
                  <a:pt x="690704" y="46959"/>
                </a:cubicBezTo>
                <a:cubicBezTo>
                  <a:pt x="691053" y="46435"/>
                  <a:pt x="691681" y="45999"/>
                  <a:pt x="692589" y="45650"/>
                </a:cubicBezTo>
                <a:cubicBezTo>
                  <a:pt x="693496" y="45301"/>
                  <a:pt x="694665" y="45039"/>
                  <a:pt x="696096" y="44865"/>
                </a:cubicBezTo>
                <a:cubicBezTo>
                  <a:pt x="697527" y="44690"/>
                  <a:pt x="699324" y="44603"/>
                  <a:pt x="701488" y="44603"/>
                </a:cubicBezTo>
                <a:cubicBezTo>
                  <a:pt x="703722" y="44603"/>
                  <a:pt x="705572" y="44690"/>
                  <a:pt x="707037" y="44865"/>
                </a:cubicBezTo>
                <a:cubicBezTo>
                  <a:pt x="708503" y="45039"/>
                  <a:pt x="709638" y="45301"/>
                  <a:pt x="710440" y="45650"/>
                </a:cubicBezTo>
                <a:cubicBezTo>
                  <a:pt x="711243" y="45999"/>
                  <a:pt x="711819" y="46435"/>
                  <a:pt x="712168" y="46959"/>
                </a:cubicBezTo>
                <a:cubicBezTo>
                  <a:pt x="712517" y="47482"/>
                  <a:pt x="712691" y="48093"/>
                  <a:pt x="712691" y="48791"/>
                </a:cubicBezTo>
                <a:lnTo>
                  <a:pt x="712691" y="59575"/>
                </a:lnTo>
                <a:cubicBezTo>
                  <a:pt x="717857" y="53956"/>
                  <a:pt x="723109" y="49742"/>
                  <a:pt x="728449" y="46933"/>
                </a:cubicBezTo>
                <a:cubicBezTo>
                  <a:pt x="733789" y="44123"/>
                  <a:pt x="739356" y="42718"/>
                  <a:pt x="745149" y="42718"/>
                </a:cubicBezTo>
                <a:cubicBezTo>
                  <a:pt x="751501" y="42718"/>
                  <a:pt x="756858" y="43767"/>
                  <a:pt x="761221" y="45863"/>
                </a:cubicBezTo>
                <a:cubicBezTo>
                  <a:pt x="765583" y="47959"/>
                  <a:pt x="769108" y="50807"/>
                  <a:pt x="771796" y="54406"/>
                </a:cubicBezTo>
                <a:cubicBezTo>
                  <a:pt x="774483" y="58003"/>
                  <a:pt x="776420" y="62213"/>
                  <a:pt x="777607" y="67035"/>
                </a:cubicBezTo>
                <a:cubicBezTo>
                  <a:pt x="778793" y="71856"/>
                  <a:pt x="779387" y="77655"/>
                  <a:pt x="779387" y="84432"/>
                </a:cubicBezTo>
                <a:lnTo>
                  <a:pt x="779387" y="142182"/>
                </a:lnTo>
                <a:close/>
                <a:moveTo>
                  <a:pt x="907239" y="132900"/>
                </a:moveTo>
                <a:cubicBezTo>
                  <a:pt x="907239" y="135986"/>
                  <a:pt x="907047" y="138354"/>
                  <a:pt x="906663" y="140003"/>
                </a:cubicBezTo>
                <a:cubicBezTo>
                  <a:pt x="906279" y="141650"/>
                  <a:pt x="905773" y="142807"/>
                  <a:pt x="905145" y="143475"/>
                </a:cubicBezTo>
                <a:cubicBezTo>
                  <a:pt x="904517" y="144140"/>
                  <a:pt x="903592" y="144735"/>
                  <a:pt x="902370" y="145261"/>
                </a:cubicBezTo>
                <a:cubicBezTo>
                  <a:pt x="901149" y="145787"/>
                  <a:pt x="899718" y="146243"/>
                  <a:pt x="898078" y="146629"/>
                </a:cubicBezTo>
                <a:cubicBezTo>
                  <a:pt x="896437" y="147015"/>
                  <a:pt x="894657" y="147313"/>
                  <a:pt x="892738" y="147522"/>
                </a:cubicBezTo>
                <a:cubicBezTo>
                  <a:pt x="890818" y="147734"/>
                  <a:pt x="888881" y="147839"/>
                  <a:pt x="886927" y="147839"/>
                </a:cubicBezTo>
                <a:cubicBezTo>
                  <a:pt x="881692" y="147839"/>
                  <a:pt x="877155" y="147176"/>
                  <a:pt x="873316" y="145850"/>
                </a:cubicBezTo>
                <a:cubicBezTo>
                  <a:pt x="869477" y="144524"/>
                  <a:pt x="866301" y="142482"/>
                  <a:pt x="863788" y="139725"/>
                </a:cubicBezTo>
                <a:cubicBezTo>
                  <a:pt x="861275" y="136968"/>
                  <a:pt x="859425" y="133495"/>
                  <a:pt x="858238" y="129307"/>
                </a:cubicBezTo>
                <a:cubicBezTo>
                  <a:pt x="857052" y="125119"/>
                  <a:pt x="856459" y="120163"/>
                  <a:pt x="856459" y="114439"/>
                </a:cubicBezTo>
                <a:lnTo>
                  <a:pt x="856459" y="66591"/>
                </a:lnTo>
                <a:lnTo>
                  <a:pt x="845255" y="66591"/>
                </a:lnTo>
                <a:cubicBezTo>
                  <a:pt x="843929" y="66591"/>
                  <a:pt x="842917" y="65770"/>
                  <a:pt x="842219" y="64130"/>
                </a:cubicBezTo>
                <a:cubicBezTo>
                  <a:pt x="841521" y="62490"/>
                  <a:pt x="841172" y="59750"/>
                  <a:pt x="841172" y="55911"/>
                </a:cubicBezTo>
                <a:cubicBezTo>
                  <a:pt x="841172" y="53887"/>
                  <a:pt x="841259" y="52177"/>
                  <a:pt x="841434" y="50780"/>
                </a:cubicBezTo>
                <a:cubicBezTo>
                  <a:pt x="841608" y="49384"/>
                  <a:pt x="841870" y="48285"/>
                  <a:pt x="842219" y="47482"/>
                </a:cubicBezTo>
                <a:cubicBezTo>
                  <a:pt x="842568" y="46680"/>
                  <a:pt x="843004" y="46104"/>
                  <a:pt x="843528" y="45755"/>
                </a:cubicBezTo>
                <a:cubicBezTo>
                  <a:pt x="844051" y="45406"/>
                  <a:pt x="844662" y="45231"/>
                  <a:pt x="845360" y="45231"/>
                </a:cubicBezTo>
                <a:lnTo>
                  <a:pt x="856459" y="45231"/>
                </a:lnTo>
                <a:lnTo>
                  <a:pt x="856459" y="24311"/>
                </a:lnTo>
                <a:cubicBezTo>
                  <a:pt x="856459" y="23608"/>
                  <a:pt x="856651" y="22977"/>
                  <a:pt x="857034" y="22416"/>
                </a:cubicBezTo>
                <a:cubicBezTo>
                  <a:pt x="857418" y="21855"/>
                  <a:pt x="858116" y="21383"/>
                  <a:pt x="859128" y="20999"/>
                </a:cubicBezTo>
                <a:cubicBezTo>
                  <a:pt x="860141" y="20613"/>
                  <a:pt x="861502" y="20333"/>
                  <a:pt x="863212" y="20158"/>
                </a:cubicBezTo>
                <a:cubicBezTo>
                  <a:pt x="864922" y="19982"/>
                  <a:pt x="867033" y="19893"/>
                  <a:pt x="869546" y="19893"/>
                </a:cubicBezTo>
                <a:cubicBezTo>
                  <a:pt x="872129" y="19893"/>
                  <a:pt x="874275" y="19982"/>
                  <a:pt x="875985" y="20158"/>
                </a:cubicBezTo>
                <a:cubicBezTo>
                  <a:pt x="877696" y="20333"/>
                  <a:pt x="879039" y="20613"/>
                  <a:pt x="880017" y="20999"/>
                </a:cubicBezTo>
                <a:cubicBezTo>
                  <a:pt x="880994" y="21383"/>
                  <a:pt x="881692" y="21855"/>
                  <a:pt x="882111" y="22416"/>
                </a:cubicBezTo>
                <a:cubicBezTo>
                  <a:pt x="882529" y="22977"/>
                  <a:pt x="882739" y="23608"/>
                  <a:pt x="882739" y="24311"/>
                </a:cubicBezTo>
                <a:lnTo>
                  <a:pt x="882739" y="45231"/>
                </a:lnTo>
                <a:lnTo>
                  <a:pt x="903051" y="45231"/>
                </a:lnTo>
                <a:cubicBezTo>
                  <a:pt x="903749" y="45231"/>
                  <a:pt x="904360" y="45406"/>
                  <a:pt x="904883" y="45755"/>
                </a:cubicBezTo>
                <a:cubicBezTo>
                  <a:pt x="905407" y="46104"/>
                  <a:pt x="905843" y="46680"/>
                  <a:pt x="906192" y="47482"/>
                </a:cubicBezTo>
                <a:cubicBezTo>
                  <a:pt x="906541" y="48285"/>
                  <a:pt x="906803" y="49384"/>
                  <a:pt x="906977" y="50780"/>
                </a:cubicBezTo>
                <a:cubicBezTo>
                  <a:pt x="907152" y="52177"/>
                  <a:pt x="907239" y="53887"/>
                  <a:pt x="907239" y="55911"/>
                </a:cubicBezTo>
                <a:cubicBezTo>
                  <a:pt x="907239" y="59750"/>
                  <a:pt x="906890" y="62490"/>
                  <a:pt x="906192" y="64130"/>
                </a:cubicBezTo>
                <a:cubicBezTo>
                  <a:pt x="905494" y="65770"/>
                  <a:pt x="904482" y="66591"/>
                  <a:pt x="903156" y="66591"/>
                </a:cubicBezTo>
                <a:lnTo>
                  <a:pt x="882739" y="66591"/>
                </a:lnTo>
                <a:lnTo>
                  <a:pt x="882739" y="110382"/>
                </a:lnTo>
                <a:cubicBezTo>
                  <a:pt x="882739" y="115469"/>
                  <a:pt x="883541" y="119284"/>
                  <a:pt x="885147" y="121827"/>
                </a:cubicBezTo>
                <a:cubicBezTo>
                  <a:pt x="886752" y="124371"/>
                  <a:pt x="889614" y="125642"/>
                  <a:pt x="893732" y="125642"/>
                </a:cubicBezTo>
                <a:cubicBezTo>
                  <a:pt x="895129" y="125642"/>
                  <a:pt x="896385" y="125520"/>
                  <a:pt x="897502" y="125276"/>
                </a:cubicBezTo>
                <a:cubicBezTo>
                  <a:pt x="898619" y="125032"/>
                  <a:pt x="899613" y="124752"/>
                  <a:pt x="900486" y="124438"/>
                </a:cubicBezTo>
                <a:cubicBezTo>
                  <a:pt x="901358" y="124124"/>
                  <a:pt x="902091" y="123845"/>
                  <a:pt x="902685" y="123601"/>
                </a:cubicBezTo>
                <a:cubicBezTo>
                  <a:pt x="903278" y="123356"/>
                  <a:pt x="903819" y="123234"/>
                  <a:pt x="904307" y="123234"/>
                </a:cubicBezTo>
                <a:cubicBezTo>
                  <a:pt x="904726" y="123234"/>
                  <a:pt x="905128" y="123356"/>
                  <a:pt x="905511" y="123601"/>
                </a:cubicBezTo>
                <a:cubicBezTo>
                  <a:pt x="905895" y="123845"/>
                  <a:pt x="906192" y="124335"/>
                  <a:pt x="906401" y="125070"/>
                </a:cubicBezTo>
                <a:cubicBezTo>
                  <a:pt x="906611" y="125803"/>
                  <a:pt x="906803" y="126801"/>
                  <a:pt x="906977" y="128064"/>
                </a:cubicBezTo>
                <a:cubicBezTo>
                  <a:pt x="907152" y="129324"/>
                  <a:pt x="907239" y="130936"/>
                  <a:pt x="907239" y="132900"/>
                </a:cubicBezTo>
                <a:close/>
                <a:moveTo>
                  <a:pt x="1018892" y="94543"/>
                </a:moveTo>
                <a:cubicBezTo>
                  <a:pt x="1018892" y="102517"/>
                  <a:pt x="1017845" y="109792"/>
                  <a:pt x="1015751" y="116367"/>
                </a:cubicBezTo>
                <a:cubicBezTo>
                  <a:pt x="1013657" y="122941"/>
                  <a:pt x="1010481" y="128606"/>
                  <a:pt x="1006223" y="133361"/>
                </a:cubicBezTo>
                <a:cubicBezTo>
                  <a:pt x="1001965" y="138116"/>
                  <a:pt x="996625" y="141788"/>
                  <a:pt x="990203" y="144378"/>
                </a:cubicBezTo>
                <a:cubicBezTo>
                  <a:pt x="983782" y="146965"/>
                  <a:pt x="976278" y="148258"/>
                  <a:pt x="967692" y="148258"/>
                </a:cubicBezTo>
                <a:cubicBezTo>
                  <a:pt x="959386" y="148258"/>
                  <a:pt x="952162" y="147104"/>
                  <a:pt x="946019" y="144796"/>
                </a:cubicBezTo>
                <a:cubicBezTo>
                  <a:pt x="939877" y="142489"/>
                  <a:pt x="934781" y="139132"/>
                  <a:pt x="930733" y="134725"/>
                </a:cubicBezTo>
                <a:cubicBezTo>
                  <a:pt x="926684" y="130319"/>
                  <a:pt x="923683" y="124899"/>
                  <a:pt x="921728" y="118464"/>
                </a:cubicBezTo>
                <a:cubicBezTo>
                  <a:pt x="919774" y="112029"/>
                  <a:pt x="918797" y="104686"/>
                  <a:pt x="918797" y="96434"/>
                </a:cubicBezTo>
                <a:cubicBezTo>
                  <a:pt x="918797" y="88459"/>
                  <a:pt x="919861" y="81167"/>
                  <a:pt x="921990" y="74558"/>
                </a:cubicBezTo>
                <a:cubicBezTo>
                  <a:pt x="924119" y="67948"/>
                  <a:pt x="927312" y="62284"/>
                  <a:pt x="931570" y="57563"/>
                </a:cubicBezTo>
                <a:cubicBezTo>
                  <a:pt x="935828" y="52843"/>
                  <a:pt x="941150" y="49189"/>
                  <a:pt x="947537" y="46602"/>
                </a:cubicBezTo>
                <a:cubicBezTo>
                  <a:pt x="953924" y="44013"/>
                  <a:pt x="961410" y="42718"/>
                  <a:pt x="969996" y="42718"/>
                </a:cubicBezTo>
                <a:cubicBezTo>
                  <a:pt x="978372" y="42718"/>
                  <a:pt x="985631" y="43855"/>
                  <a:pt x="991774" y="46128"/>
                </a:cubicBezTo>
                <a:cubicBezTo>
                  <a:pt x="997916" y="48401"/>
                  <a:pt x="1002994" y="51740"/>
                  <a:pt x="1007008" y="56146"/>
                </a:cubicBezTo>
                <a:cubicBezTo>
                  <a:pt x="1011022" y="60553"/>
                  <a:pt x="1014006" y="65973"/>
                  <a:pt x="1015960" y="72408"/>
                </a:cubicBezTo>
                <a:cubicBezTo>
                  <a:pt x="1017915" y="78843"/>
                  <a:pt x="1018892" y="86221"/>
                  <a:pt x="1018892" y="94543"/>
                </a:cubicBezTo>
                <a:moveTo>
                  <a:pt x="991774" y="95593"/>
                </a:moveTo>
                <a:cubicBezTo>
                  <a:pt x="991774" y="90986"/>
                  <a:pt x="991407" y="86746"/>
                  <a:pt x="990675" y="82872"/>
                </a:cubicBezTo>
                <a:cubicBezTo>
                  <a:pt x="989942" y="78998"/>
                  <a:pt x="988703" y="75630"/>
                  <a:pt x="986958" y="72768"/>
                </a:cubicBezTo>
                <a:cubicBezTo>
                  <a:pt x="985213" y="69906"/>
                  <a:pt x="982892" y="67672"/>
                  <a:pt x="979995" y="66067"/>
                </a:cubicBezTo>
                <a:cubicBezTo>
                  <a:pt x="977098" y="64462"/>
                  <a:pt x="973451" y="63659"/>
                  <a:pt x="969054" y="63659"/>
                </a:cubicBezTo>
                <a:cubicBezTo>
                  <a:pt x="965145" y="63659"/>
                  <a:pt x="961724" y="64374"/>
                  <a:pt x="958793" y="65805"/>
                </a:cubicBezTo>
                <a:cubicBezTo>
                  <a:pt x="955861" y="67236"/>
                  <a:pt x="953453" y="69330"/>
                  <a:pt x="951568" y="72087"/>
                </a:cubicBezTo>
                <a:cubicBezTo>
                  <a:pt x="949684" y="74845"/>
                  <a:pt x="948270" y="78160"/>
                  <a:pt x="947328" y="82034"/>
                </a:cubicBezTo>
                <a:cubicBezTo>
                  <a:pt x="946386" y="85908"/>
                  <a:pt x="945914" y="90323"/>
                  <a:pt x="945914" y="95279"/>
                </a:cubicBezTo>
                <a:cubicBezTo>
                  <a:pt x="945914" y="99886"/>
                  <a:pt x="946298" y="104126"/>
                  <a:pt x="947066" y="108000"/>
                </a:cubicBezTo>
                <a:cubicBezTo>
                  <a:pt x="947834" y="111874"/>
                  <a:pt x="949073" y="115242"/>
                  <a:pt x="950783" y="118104"/>
                </a:cubicBezTo>
                <a:cubicBezTo>
                  <a:pt x="952493" y="120966"/>
                  <a:pt x="954814" y="123182"/>
                  <a:pt x="957746" y="124752"/>
                </a:cubicBezTo>
                <a:cubicBezTo>
                  <a:pt x="960677" y="126323"/>
                  <a:pt x="964307" y="127108"/>
                  <a:pt x="968635" y="127108"/>
                </a:cubicBezTo>
                <a:cubicBezTo>
                  <a:pt x="972613" y="127108"/>
                  <a:pt x="976069" y="126393"/>
                  <a:pt x="979000" y="124962"/>
                </a:cubicBezTo>
                <a:cubicBezTo>
                  <a:pt x="981932" y="123531"/>
                  <a:pt x="984340" y="121454"/>
                  <a:pt x="986225" y="118732"/>
                </a:cubicBezTo>
                <a:cubicBezTo>
                  <a:pt x="988109" y="116010"/>
                  <a:pt x="989505" y="112712"/>
                  <a:pt x="990413" y="108838"/>
                </a:cubicBezTo>
                <a:cubicBezTo>
                  <a:pt x="991320" y="104964"/>
                  <a:pt x="991774" y="100549"/>
                  <a:pt x="991774" y="95593"/>
                </a:cubicBezTo>
                <a:close/>
                <a:moveTo>
                  <a:pt x="1124950" y="142290"/>
                </a:moveTo>
                <a:cubicBezTo>
                  <a:pt x="1124950" y="142988"/>
                  <a:pt x="1124758" y="143599"/>
                  <a:pt x="1124374" y="144122"/>
                </a:cubicBezTo>
                <a:cubicBezTo>
                  <a:pt x="1123990" y="144646"/>
                  <a:pt x="1123292" y="145065"/>
                  <a:pt x="1122280" y="145379"/>
                </a:cubicBezTo>
                <a:cubicBezTo>
                  <a:pt x="1121268" y="145693"/>
                  <a:pt x="1119889" y="145937"/>
                  <a:pt x="1118144" y="146112"/>
                </a:cubicBezTo>
                <a:cubicBezTo>
                  <a:pt x="1116399" y="146286"/>
                  <a:pt x="1114130" y="146373"/>
                  <a:pt x="1111338" y="146373"/>
                </a:cubicBezTo>
                <a:cubicBezTo>
                  <a:pt x="1108477" y="146373"/>
                  <a:pt x="1106156" y="146304"/>
                  <a:pt x="1104376" y="146164"/>
                </a:cubicBezTo>
                <a:cubicBezTo>
                  <a:pt x="1102596" y="146024"/>
                  <a:pt x="1101130" y="145798"/>
                  <a:pt x="1099978" y="145483"/>
                </a:cubicBezTo>
                <a:cubicBezTo>
                  <a:pt x="1098826" y="145169"/>
                  <a:pt x="1097937" y="144733"/>
                  <a:pt x="1097308" y="144175"/>
                </a:cubicBezTo>
                <a:cubicBezTo>
                  <a:pt x="1096680" y="143616"/>
                  <a:pt x="1096122" y="142883"/>
                  <a:pt x="1095633" y="141976"/>
                </a:cubicBezTo>
                <a:lnTo>
                  <a:pt x="1064537" y="92766"/>
                </a:lnTo>
                <a:lnTo>
                  <a:pt x="1064537" y="142185"/>
                </a:lnTo>
                <a:cubicBezTo>
                  <a:pt x="1064537" y="142883"/>
                  <a:pt x="1064327" y="143494"/>
                  <a:pt x="1063908" y="144018"/>
                </a:cubicBezTo>
                <a:cubicBezTo>
                  <a:pt x="1063490" y="144541"/>
                  <a:pt x="1062774" y="144977"/>
                  <a:pt x="1061762" y="145326"/>
                </a:cubicBezTo>
                <a:cubicBezTo>
                  <a:pt x="1060750" y="145675"/>
                  <a:pt x="1059406" y="145937"/>
                  <a:pt x="1057731" y="146112"/>
                </a:cubicBezTo>
                <a:cubicBezTo>
                  <a:pt x="1056056" y="146286"/>
                  <a:pt x="1053927" y="146373"/>
                  <a:pt x="1051344" y="146373"/>
                </a:cubicBezTo>
                <a:cubicBezTo>
                  <a:pt x="1048761" y="146373"/>
                  <a:pt x="1046633" y="146286"/>
                  <a:pt x="1044957" y="146112"/>
                </a:cubicBezTo>
                <a:cubicBezTo>
                  <a:pt x="1043282" y="145937"/>
                  <a:pt x="1041938" y="145675"/>
                  <a:pt x="1040926" y="145326"/>
                </a:cubicBezTo>
                <a:cubicBezTo>
                  <a:pt x="1039914" y="144977"/>
                  <a:pt x="1039199" y="144541"/>
                  <a:pt x="1038780" y="144018"/>
                </a:cubicBezTo>
                <a:cubicBezTo>
                  <a:pt x="1038361" y="143494"/>
                  <a:pt x="1038152" y="142883"/>
                  <a:pt x="1038152" y="142185"/>
                </a:cubicBezTo>
                <a:lnTo>
                  <a:pt x="1038152" y="4502"/>
                </a:lnTo>
                <a:cubicBezTo>
                  <a:pt x="1038152" y="3804"/>
                  <a:pt x="1038361" y="3176"/>
                  <a:pt x="1038780" y="2618"/>
                </a:cubicBezTo>
                <a:cubicBezTo>
                  <a:pt x="1039199" y="2059"/>
                  <a:pt x="1039914" y="1588"/>
                  <a:pt x="1040926" y="1204"/>
                </a:cubicBezTo>
                <a:cubicBezTo>
                  <a:pt x="1041938" y="820"/>
                  <a:pt x="1043282" y="524"/>
                  <a:pt x="1044957" y="314"/>
                </a:cubicBezTo>
                <a:cubicBezTo>
                  <a:pt x="1046633" y="105"/>
                  <a:pt x="1048761" y="0"/>
                  <a:pt x="1051344" y="0"/>
                </a:cubicBezTo>
                <a:cubicBezTo>
                  <a:pt x="1053927" y="0"/>
                  <a:pt x="1056056" y="105"/>
                  <a:pt x="1057731" y="314"/>
                </a:cubicBezTo>
                <a:cubicBezTo>
                  <a:pt x="1059406" y="524"/>
                  <a:pt x="1060750" y="820"/>
                  <a:pt x="1061762" y="1204"/>
                </a:cubicBezTo>
                <a:cubicBezTo>
                  <a:pt x="1062774" y="1588"/>
                  <a:pt x="1063490" y="2059"/>
                  <a:pt x="1063908" y="2618"/>
                </a:cubicBezTo>
                <a:cubicBezTo>
                  <a:pt x="1064327" y="3176"/>
                  <a:pt x="1064537" y="3804"/>
                  <a:pt x="1064537" y="4502"/>
                </a:cubicBezTo>
                <a:lnTo>
                  <a:pt x="1064537" y="86484"/>
                </a:lnTo>
                <a:lnTo>
                  <a:pt x="1092178" y="49315"/>
                </a:lnTo>
                <a:cubicBezTo>
                  <a:pt x="1092736" y="48477"/>
                  <a:pt x="1093365" y="47744"/>
                  <a:pt x="1094063" y="47116"/>
                </a:cubicBezTo>
                <a:cubicBezTo>
                  <a:pt x="1094761" y="46488"/>
                  <a:pt x="1095685" y="45999"/>
                  <a:pt x="1096837" y="45650"/>
                </a:cubicBezTo>
                <a:cubicBezTo>
                  <a:pt x="1097989" y="45301"/>
                  <a:pt x="1099420" y="45039"/>
                  <a:pt x="1101130" y="44865"/>
                </a:cubicBezTo>
                <a:cubicBezTo>
                  <a:pt x="1102840" y="44690"/>
                  <a:pt x="1105021" y="44603"/>
                  <a:pt x="1107674" y="44603"/>
                </a:cubicBezTo>
                <a:cubicBezTo>
                  <a:pt x="1110256" y="44603"/>
                  <a:pt x="1112438" y="44690"/>
                  <a:pt x="1114218" y="44865"/>
                </a:cubicBezTo>
                <a:cubicBezTo>
                  <a:pt x="1115998" y="45039"/>
                  <a:pt x="1117429" y="45301"/>
                  <a:pt x="1118510" y="45650"/>
                </a:cubicBezTo>
                <a:cubicBezTo>
                  <a:pt x="1119592" y="45999"/>
                  <a:pt x="1120343" y="46435"/>
                  <a:pt x="1120762" y="46959"/>
                </a:cubicBezTo>
                <a:cubicBezTo>
                  <a:pt x="1121180" y="47482"/>
                  <a:pt x="1121390" y="48128"/>
                  <a:pt x="1121390" y="48896"/>
                </a:cubicBezTo>
                <a:cubicBezTo>
                  <a:pt x="1121390" y="49943"/>
                  <a:pt x="1121128" y="51060"/>
                  <a:pt x="1120605" y="52246"/>
                </a:cubicBezTo>
                <a:cubicBezTo>
                  <a:pt x="1120081" y="53433"/>
                  <a:pt x="1119296" y="54689"/>
                  <a:pt x="1118249" y="56016"/>
                </a:cubicBezTo>
                <a:lnTo>
                  <a:pt x="1090921" y="87007"/>
                </a:lnTo>
                <a:lnTo>
                  <a:pt x="1122542" y="135903"/>
                </a:lnTo>
                <a:cubicBezTo>
                  <a:pt x="1123379" y="137299"/>
                  <a:pt x="1123990" y="138503"/>
                  <a:pt x="1124374" y="139515"/>
                </a:cubicBezTo>
                <a:cubicBezTo>
                  <a:pt x="1124758" y="140528"/>
                  <a:pt x="1124950" y="141452"/>
                  <a:pt x="1124950" y="142290"/>
                </a:cubicBezTo>
                <a:close/>
                <a:moveTo>
                  <a:pt x="1222103" y="92750"/>
                </a:moveTo>
                <a:cubicBezTo>
                  <a:pt x="1222103" y="95967"/>
                  <a:pt x="1221387" y="98345"/>
                  <a:pt x="1219956" y="99882"/>
                </a:cubicBezTo>
                <a:cubicBezTo>
                  <a:pt x="1218525" y="101420"/>
                  <a:pt x="1216553" y="102189"/>
                  <a:pt x="1214041" y="102189"/>
                </a:cubicBezTo>
                <a:lnTo>
                  <a:pt x="1157187" y="102189"/>
                </a:lnTo>
                <a:cubicBezTo>
                  <a:pt x="1157187" y="106183"/>
                  <a:pt x="1157659" y="109810"/>
                  <a:pt x="1158601" y="113068"/>
                </a:cubicBezTo>
                <a:cubicBezTo>
                  <a:pt x="1159543" y="116327"/>
                  <a:pt x="1161044" y="119096"/>
                  <a:pt x="1163103" y="121376"/>
                </a:cubicBezTo>
                <a:cubicBezTo>
                  <a:pt x="1165162" y="123653"/>
                  <a:pt x="1167815" y="125387"/>
                  <a:pt x="1171060" y="126578"/>
                </a:cubicBezTo>
                <a:cubicBezTo>
                  <a:pt x="1174306" y="127769"/>
                  <a:pt x="1178198" y="128365"/>
                  <a:pt x="1182735" y="128365"/>
                </a:cubicBezTo>
                <a:cubicBezTo>
                  <a:pt x="1187342" y="128365"/>
                  <a:pt x="1191390" y="128028"/>
                  <a:pt x="1194880" y="127354"/>
                </a:cubicBezTo>
                <a:cubicBezTo>
                  <a:pt x="1198370" y="126680"/>
                  <a:pt x="1201389" y="125935"/>
                  <a:pt x="1203937" y="125119"/>
                </a:cubicBezTo>
                <a:cubicBezTo>
                  <a:pt x="1206485" y="124303"/>
                  <a:pt x="1208596" y="123558"/>
                  <a:pt x="1210271" y="122884"/>
                </a:cubicBezTo>
                <a:cubicBezTo>
                  <a:pt x="1211947" y="122210"/>
                  <a:pt x="1213308" y="121873"/>
                  <a:pt x="1214355" y="121873"/>
                </a:cubicBezTo>
                <a:cubicBezTo>
                  <a:pt x="1214983" y="121873"/>
                  <a:pt x="1215506" y="121996"/>
                  <a:pt x="1215925" y="122243"/>
                </a:cubicBezTo>
                <a:cubicBezTo>
                  <a:pt x="1216344" y="122487"/>
                  <a:pt x="1216693" y="122926"/>
                  <a:pt x="1216972" y="123558"/>
                </a:cubicBezTo>
                <a:cubicBezTo>
                  <a:pt x="1217251" y="124189"/>
                  <a:pt x="1217443" y="125083"/>
                  <a:pt x="1217548" y="126241"/>
                </a:cubicBezTo>
                <a:cubicBezTo>
                  <a:pt x="1217653" y="127399"/>
                  <a:pt x="1217705" y="128856"/>
                  <a:pt x="1217705" y="130609"/>
                </a:cubicBezTo>
                <a:cubicBezTo>
                  <a:pt x="1217705" y="132154"/>
                  <a:pt x="1217670" y="133470"/>
                  <a:pt x="1217600" y="134558"/>
                </a:cubicBezTo>
                <a:cubicBezTo>
                  <a:pt x="1217531" y="135645"/>
                  <a:pt x="1217426" y="136574"/>
                  <a:pt x="1217286" y="137346"/>
                </a:cubicBezTo>
                <a:cubicBezTo>
                  <a:pt x="1217147" y="138118"/>
                  <a:pt x="1216937" y="138768"/>
                  <a:pt x="1216658" y="139296"/>
                </a:cubicBezTo>
                <a:cubicBezTo>
                  <a:pt x="1216379" y="139822"/>
                  <a:pt x="1216012" y="140330"/>
                  <a:pt x="1215559" y="140821"/>
                </a:cubicBezTo>
                <a:cubicBezTo>
                  <a:pt x="1215105" y="141312"/>
                  <a:pt x="1213866" y="141976"/>
                  <a:pt x="1211842" y="142814"/>
                </a:cubicBezTo>
                <a:cubicBezTo>
                  <a:pt x="1209818" y="143651"/>
                  <a:pt x="1207235" y="144471"/>
                  <a:pt x="1204094" y="145274"/>
                </a:cubicBezTo>
                <a:cubicBezTo>
                  <a:pt x="1200953" y="146077"/>
                  <a:pt x="1197358" y="146775"/>
                  <a:pt x="1193310" y="147368"/>
                </a:cubicBezTo>
                <a:cubicBezTo>
                  <a:pt x="1189261" y="147961"/>
                  <a:pt x="1184933" y="148258"/>
                  <a:pt x="1180327" y="148258"/>
                </a:cubicBezTo>
                <a:cubicBezTo>
                  <a:pt x="1172020" y="148258"/>
                  <a:pt x="1164743" y="147209"/>
                  <a:pt x="1158496" y="145110"/>
                </a:cubicBezTo>
                <a:cubicBezTo>
                  <a:pt x="1152249" y="143012"/>
                  <a:pt x="1147031" y="139830"/>
                  <a:pt x="1142843" y="135563"/>
                </a:cubicBezTo>
                <a:cubicBezTo>
                  <a:pt x="1138655" y="131296"/>
                  <a:pt x="1135531" y="125912"/>
                  <a:pt x="1133472" y="119409"/>
                </a:cubicBezTo>
                <a:cubicBezTo>
                  <a:pt x="1131413" y="112905"/>
                  <a:pt x="1130384" y="105281"/>
                  <a:pt x="1130384" y="96539"/>
                </a:cubicBezTo>
                <a:cubicBezTo>
                  <a:pt x="1130384" y="88215"/>
                  <a:pt x="1131466" y="80713"/>
                  <a:pt x="1133629" y="74034"/>
                </a:cubicBezTo>
                <a:cubicBezTo>
                  <a:pt x="1135793" y="67355"/>
                  <a:pt x="1138934" y="61690"/>
                  <a:pt x="1143053" y="57040"/>
                </a:cubicBezTo>
                <a:cubicBezTo>
                  <a:pt x="1147171" y="52387"/>
                  <a:pt x="1152179" y="48837"/>
                  <a:pt x="1158077" y="46390"/>
                </a:cubicBezTo>
                <a:cubicBezTo>
                  <a:pt x="1163976" y="43942"/>
                  <a:pt x="1170624" y="42718"/>
                  <a:pt x="1178023" y="42718"/>
                </a:cubicBezTo>
                <a:cubicBezTo>
                  <a:pt x="1185841" y="42718"/>
                  <a:pt x="1192524" y="43872"/>
                  <a:pt x="1198074" y="46180"/>
                </a:cubicBezTo>
                <a:cubicBezTo>
                  <a:pt x="1203623" y="48488"/>
                  <a:pt x="1208177" y="51687"/>
                  <a:pt x="1211737" y="55777"/>
                </a:cubicBezTo>
                <a:cubicBezTo>
                  <a:pt x="1215297" y="59867"/>
                  <a:pt x="1217915" y="64709"/>
                  <a:pt x="1219590" y="70304"/>
                </a:cubicBezTo>
                <a:cubicBezTo>
                  <a:pt x="1221265" y="75897"/>
                  <a:pt x="1222103" y="81981"/>
                  <a:pt x="1222103" y="88555"/>
                </a:cubicBezTo>
                <a:lnTo>
                  <a:pt x="1222103" y="92750"/>
                </a:lnTo>
                <a:moveTo>
                  <a:pt x="1196555" y="85227"/>
                </a:moveTo>
                <a:cubicBezTo>
                  <a:pt x="1196765" y="77796"/>
                  <a:pt x="1195281" y="71960"/>
                  <a:pt x="1192105" y="67719"/>
                </a:cubicBezTo>
                <a:cubicBezTo>
                  <a:pt x="1188930" y="63477"/>
                  <a:pt x="1184026" y="61355"/>
                  <a:pt x="1177395" y="61355"/>
                </a:cubicBezTo>
                <a:cubicBezTo>
                  <a:pt x="1174044" y="61355"/>
                  <a:pt x="1171130" y="61987"/>
                  <a:pt x="1168652" y="63250"/>
                </a:cubicBezTo>
                <a:cubicBezTo>
                  <a:pt x="1166174" y="64511"/>
                  <a:pt x="1164115" y="66211"/>
                  <a:pt x="1162475" y="68351"/>
                </a:cubicBezTo>
                <a:cubicBezTo>
                  <a:pt x="1160834" y="70488"/>
                  <a:pt x="1159578" y="73012"/>
                  <a:pt x="1158706" y="75922"/>
                </a:cubicBezTo>
                <a:cubicBezTo>
                  <a:pt x="1157833" y="78830"/>
                  <a:pt x="1157327" y="81932"/>
                  <a:pt x="1157187" y="85227"/>
                </a:cubicBezTo>
                <a:lnTo>
                  <a:pt x="1196555" y="85227"/>
                </a:lnTo>
                <a:close/>
                <a:moveTo>
                  <a:pt x="1331867" y="142182"/>
                </a:moveTo>
                <a:cubicBezTo>
                  <a:pt x="1331867" y="142880"/>
                  <a:pt x="1331658" y="143492"/>
                  <a:pt x="1331239" y="144018"/>
                </a:cubicBezTo>
                <a:cubicBezTo>
                  <a:pt x="1330820" y="144541"/>
                  <a:pt x="1330122" y="144977"/>
                  <a:pt x="1329145" y="145326"/>
                </a:cubicBezTo>
                <a:cubicBezTo>
                  <a:pt x="1328168" y="145675"/>
                  <a:pt x="1326824" y="145937"/>
                  <a:pt x="1325114" y="146112"/>
                </a:cubicBezTo>
                <a:cubicBezTo>
                  <a:pt x="1323404" y="146286"/>
                  <a:pt x="1321292" y="146373"/>
                  <a:pt x="1318780" y="146373"/>
                </a:cubicBezTo>
                <a:cubicBezTo>
                  <a:pt x="1316197" y="146373"/>
                  <a:pt x="1314051" y="146286"/>
                  <a:pt x="1312340" y="146112"/>
                </a:cubicBezTo>
                <a:cubicBezTo>
                  <a:pt x="1310630" y="145937"/>
                  <a:pt x="1309287" y="145675"/>
                  <a:pt x="1308309" y="145326"/>
                </a:cubicBezTo>
                <a:cubicBezTo>
                  <a:pt x="1307332" y="144977"/>
                  <a:pt x="1306634" y="144541"/>
                  <a:pt x="1306215" y="144018"/>
                </a:cubicBezTo>
                <a:cubicBezTo>
                  <a:pt x="1305797" y="143494"/>
                  <a:pt x="1305587" y="142883"/>
                  <a:pt x="1305587" y="142185"/>
                </a:cubicBezTo>
                <a:lnTo>
                  <a:pt x="1305587" y="88892"/>
                </a:lnTo>
                <a:cubicBezTo>
                  <a:pt x="1305587" y="84355"/>
                  <a:pt x="1305256" y="80795"/>
                  <a:pt x="1304592" y="78212"/>
                </a:cubicBezTo>
                <a:cubicBezTo>
                  <a:pt x="1303929" y="75630"/>
                  <a:pt x="1302970" y="73414"/>
                  <a:pt x="1301713" y="71564"/>
                </a:cubicBezTo>
                <a:cubicBezTo>
                  <a:pt x="1300457" y="69714"/>
                  <a:pt x="1298834" y="68283"/>
                  <a:pt x="1296845" y="67271"/>
                </a:cubicBezTo>
                <a:cubicBezTo>
                  <a:pt x="1294855" y="66259"/>
                  <a:pt x="1292534" y="65753"/>
                  <a:pt x="1289882" y="65753"/>
                </a:cubicBezTo>
                <a:cubicBezTo>
                  <a:pt x="1286531" y="65753"/>
                  <a:pt x="1283146" y="66974"/>
                  <a:pt x="1279726" y="69417"/>
                </a:cubicBezTo>
                <a:cubicBezTo>
                  <a:pt x="1276305" y="71861"/>
                  <a:pt x="1272746" y="75420"/>
                  <a:pt x="1269046" y="80097"/>
                </a:cubicBezTo>
                <a:lnTo>
                  <a:pt x="1269046" y="142185"/>
                </a:lnTo>
                <a:cubicBezTo>
                  <a:pt x="1269046" y="142883"/>
                  <a:pt x="1268837" y="143494"/>
                  <a:pt x="1268418" y="144018"/>
                </a:cubicBezTo>
                <a:cubicBezTo>
                  <a:pt x="1267999" y="144541"/>
                  <a:pt x="1267284" y="144977"/>
                  <a:pt x="1266272" y="145326"/>
                </a:cubicBezTo>
                <a:cubicBezTo>
                  <a:pt x="1265259" y="145675"/>
                  <a:pt x="1263916" y="145937"/>
                  <a:pt x="1262240" y="146112"/>
                </a:cubicBezTo>
                <a:cubicBezTo>
                  <a:pt x="1260565" y="146286"/>
                  <a:pt x="1258436" y="146373"/>
                  <a:pt x="1255854" y="146373"/>
                </a:cubicBezTo>
                <a:cubicBezTo>
                  <a:pt x="1253271" y="146373"/>
                  <a:pt x="1251142" y="146286"/>
                  <a:pt x="1249467" y="146112"/>
                </a:cubicBezTo>
                <a:cubicBezTo>
                  <a:pt x="1247792" y="145937"/>
                  <a:pt x="1246448" y="145675"/>
                  <a:pt x="1245436" y="145326"/>
                </a:cubicBezTo>
                <a:cubicBezTo>
                  <a:pt x="1244424" y="144977"/>
                  <a:pt x="1243708" y="144541"/>
                  <a:pt x="1243289" y="144018"/>
                </a:cubicBezTo>
                <a:cubicBezTo>
                  <a:pt x="1242871" y="143494"/>
                  <a:pt x="1242661" y="142883"/>
                  <a:pt x="1242661" y="142185"/>
                </a:cubicBezTo>
                <a:lnTo>
                  <a:pt x="1242661" y="48791"/>
                </a:lnTo>
                <a:cubicBezTo>
                  <a:pt x="1242661" y="48093"/>
                  <a:pt x="1242836" y="47482"/>
                  <a:pt x="1243185" y="46959"/>
                </a:cubicBezTo>
                <a:cubicBezTo>
                  <a:pt x="1243534" y="46435"/>
                  <a:pt x="1244162" y="45999"/>
                  <a:pt x="1245069" y="45650"/>
                </a:cubicBezTo>
                <a:cubicBezTo>
                  <a:pt x="1245977" y="45301"/>
                  <a:pt x="1247146" y="45039"/>
                  <a:pt x="1248577" y="44865"/>
                </a:cubicBezTo>
                <a:cubicBezTo>
                  <a:pt x="1250008" y="44690"/>
                  <a:pt x="1251805" y="44603"/>
                  <a:pt x="1253969" y="44603"/>
                </a:cubicBezTo>
                <a:cubicBezTo>
                  <a:pt x="1256203" y="44603"/>
                  <a:pt x="1258052" y="44690"/>
                  <a:pt x="1259518" y="44865"/>
                </a:cubicBezTo>
                <a:cubicBezTo>
                  <a:pt x="1260984" y="45039"/>
                  <a:pt x="1262118" y="45301"/>
                  <a:pt x="1262921" y="45650"/>
                </a:cubicBezTo>
                <a:cubicBezTo>
                  <a:pt x="1263724" y="45999"/>
                  <a:pt x="1264300" y="46435"/>
                  <a:pt x="1264649" y="46959"/>
                </a:cubicBezTo>
                <a:cubicBezTo>
                  <a:pt x="1264998" y="47482"/>
                  <a:pt x="1265172" y="48093"/>
                  <a:pt x="1265172" y="48791"/>
                </a:cubicBezTo>
                <a:lnTo>
                  <a:pt x="1265172" y="59575"/>
                </a:lnTo>
                <a:cubicBezTo>
                  <a:pt x="1270337" y="53956"/>
                  <a:pt x="1275590" y="49742"/>
                  <a:pt x="1280930" y="46933"/>
                </a:cubicBezTo>
                <a:cubicBezTo>
                  <a:pt x="1286270" y="44123"/>
                  <a:pt x="1291836" y="42718"/>
                  <a:pt x="1297630" y="42718"/>
                </a:cubicBezTo>
                <a:cubicBezTo>
                  <a:pt x="1303982" y="42718"/>
                  <a:pt x="1309339" y="43767"/>
                  <a:pt x="1313702" y="45863"/>
                </a:cubicBezTo>
                <a:cubicBezTo>
                  <a:pt x="1318064" y="47959"/>
                  <a:pt x="1321589" y="50807"/>
                  <a:pt x="1324276" y="54406"/>
                </a:cubicBezTo>
                <a:cubicBezTo>
                  <a:pt x="1326964" y="58003"/>
                  <a:pt x="1328901" y="62213"/>
                  <a:pt x="1330087" y="67035"/>
                </a:cubicBezTo>
                <a:cubicBezTo>
                  <a:pt x="1331274" y="71856"/>
                  <a:pt x="1331867" y="77655"/>
                  <a:pt x="1331867" y="84432"/>
                </a:cubicBezTo>
                <a:lnTo>
                  <a:pt x="1331867" y="142182"/>
                </a:lnTo>
                <a:close/>
                <a:moveTo>
                  <a:pt x="1421352" y="115840"/>
                </a:moveTo>
                <a:cubicBezTo>
                  <a:pt x="1421352" y="121156"/>
                  <a:pt x="1420357" y="125842"/>
                  <a:pt x="1418368" y="129899"/>
                </a:cubicBezTo>
                <a:cubicBezTo>
                  <a:pt x="1416379" y="133954"/>
                  <a:pt x="1413569" y="137346"/>
                  <a:pt x="1409939" y="140075"/>
                </a:cubicBezTo>
                <a:cubicBezTo>
                  <a:pt x="1406310" y="142802"/>
                  <a:pt x="1402017" y="144847"/>
                  <a:pt x="1397061" y="146210"/>
                </a:cubicBezTo>
                <a:cubicBezTo>
                  <a:pt x="1392105" y="147575"/>
                  <a:pt x="1386730" y="148258"/>
                  <a:pt x="1380937" y="148258"/>
                </a:cubicBezTo>
                <a:cubicBezTo>
                  <a:pt x="1377447" y="148258"/>
                  <a:pt x="1374114" y="147993"/>
                  <a:pt x="1370938" y="147463"/>
                </a:cubicBezTo>
                <a:cubicBezTo>
                  <a:pt x="1367762" y="146933"/>
                  <a:pt x="1364918" y="146262"/>
                  <a:pt x="1362405" y="145451"/>
                </a:cubicBezTo>
                <a:cubicBezTo>
                  <a:pt x="1359892" y="144637"/>
                  <a:pt x="1357798" y="143807"/>
                  <a:pt x="1356123" y="142961"/>
                </a:cubicBezTo>
                <a:cubicBezTo>
                  <a:pt x="1354447" y="142112"/>
                  <a:pt x="1353226" y="141317"/>
                  <a:pt x="1352458" y="140576"/>
                </a:cubicBezTo>
                <a:cubicBezTo>
                  <a:pt x="1351690" y="139834"/>
                  <a:pt x="1351097" y="138674"/>
                  <a:pt x="1350678" y="137094"/>
                </a:cubicBezTo>
                <a:cubicBezTo>
                  <a:pt x="1350259" y="135515"/>
                  <a:pt x="1350050" y="133181"/>
                  <a:pt x="1350050" y="130092"/>
                </a:cubicBezTo>
                <a:cubicBezTo>
                  <a:pt x="1350050" y="128057"/>
                  <a:pt x="1350120" y="126426"/>
                  <a:pt x="1350259" y="125197"/>
                </a:cubicBezTo>
                <a:cubicBezTo>
                  <a:pt x="1350399" y="123969"/>
                  <a:pt x="1350608" y="122987"/>
                  <a:pt x="1350887" y="122249"/>
                </a:cubicBezTo>
                <a:cubicBezTo>
                  <a:pt x="1351167" y="121512"/>
                  <a:pt x="1351516" y="121021"/>
                  <a:pt x="1351934" y="120777"/>
                </a:cubicBezTo>
                <a:cubicBezTo>
                  <a:pt x="1352353" y="120531"/>
                  <a:pt x="1352877" y="120407"/>
                  <a:pt x="1353505" y="120407"/>
                </a:cubicBezTo>
                <a:cubicBezTo>
                  <a:pt x="1354273" y="120407"/>
                  <a:pt x="1355407" y="120849"/>
                  <a:pt x="1356908" y="121732"/>
                </a:cubicBezTo>
                <a:cubicBezTo>
                  <a:pt x="1358409" y="122616"/>
                  <a:pt x="1360276" y="123588"/>
                  <a:pt x="1362509" y="124648"/>
                </a:cubicBezTo>
                <a:cubicBezTo>
                  <a:pt x="1364743" y="125708"/>
                  <a:pt x="1367343" y="126697"/>
                  <a:pt x="1370310" y="127615"/>
                </a:cubicBezTo>
                <a:cubicBezTo>
                  <a:pt x="1373276" y="128534"/>
                  <a:pt x="1376644" y="128993"/>
                  <a:pt x="1380413" y="128993"/>
                </a:cubicBezTo>
                <a:cubicBezTo>
                  <a:pt x="1382787" y="128993"/>
                  <a:pt x="1384898" y="128750"/>
                  <a:pt x="1386748" y="128263"/>
                </a:cubicBezTo>
                <a:cubicBezTo>
                  <a:pt x="1388598" y="127777"/>
                  <a:pt x="1390203" y="127082"/>
                  <a:pt x="1391564" y="126179"/>
                </a:cubicBezTo>
                <a:cubicBezTo>
                  <a:pt x="1392925" y="125274"/>
                  <a:pt x="1393955" y="124126"/>
                  <a:pt x="1394653" y="122737"/>
                </a:cubicBezTo>
                <a:cubicBezTo>
                  <a:pt x="1395351" y="121347"/>
                  <a:pt x="1395700" y="119749"/>
                  <a:pt x="1395700" y="117940"/>
                </a:cubicBezTo>
                <a:cubicBezTo>
                  <a:pt x="1395700" y="115842"/>
                  <a:pt x="1395054" y="114041"/>
                  <a:pt x="1393763" y="112538"/>
                </a:cubicBezTo>
                <a:cubicBezTo>
                  <a:pt x="1392472" y="111033"/>
                  <a:pt x="1390761" y="109721"/>
                  <a:pt x="1388633" y="108602"/>
                </a:cubicBezTo>
                <a:cubicBezTo>
                  <a:pt x="1386504" y="107483"/>
                  <a:pt x="1384095" y="106434"/>
                  <a:pt x="1381408" y="105455"/>
                </a:cubicBezTo>
                <a:cubicBezTo>
                  <a:pt x="1378721" y="104475"/>
                  <a:pt x="1375964" y="103391"/>
                  <a:pt x="1373137" y="102202"/>
                </a:cubicBezTo>
                <a:cubicBezTo>
                  <a:pt x="1370310" y="101013"/>
                  <a:pt x="1367553" y="99650"/>
                  <a:pt x="1364865" y="98112"/>
                </a:cubicBezTo>
                <a:cubicBezTo>
                  <a:pt x="1362178" y="96572"/>
                  <a:pt x="1359770" y="94683"/>
                  <a:pt x="1357641" y="92445"/>
                </a:cubicBezTo>
                <a:cubicBezTo>
                  <a:pt x="1355512" y="90207"/>
                  <a:pt x="1353802" y="87516"/>
                  <a:pt x="1352510" y="84370"/>
                </a:cubicBezTo>
                <a:cubicBezTo>
                  <a:pt x="1351219" y="81223"/>
                  <a:pt x="1350573" y="77446"/>
                  <a:pt x="1350573" y="73039"/>
                </a:cubicBezTo>
                <a:cubicBezTo>
                  <a:pt x="1350573" y="68561"/>
                  <a:pt x="1351446" y="64452"/>
                  <a:pt x="1353191" y="60711"/>
                </a:cubicBezTo>
                <a:cubicBezTo>
                  <a:pt x="1354936" y="56970"/>
                  <a:pt x="1357449" y="53771"/>
                  <a:pt x="1360729" y="51114"/>
                </a:cubicBezTo>
                <a:cubicBezTo>
                  <a:pt x="1364010" y="48455"/>
                  <a:pt x="1368006" y="46392"/>
                  <a:pt x="1372718" y="44924"/>
                </a:cubicBezTo>
                <a:cubicBezTo>
                  <a:pt x="1377429" y="43454"/>
                  <a:pt x="1382717" y="42718"/>
                  <a:pt x="1388580" y="42718"/>
                </a:cubicBezTo>
                <a:cubicBezTo>
                  <a:pt x="1391512" y="42718"/>
                  <a:pt x="1394356" y="42928"/>
                  <a:pt x="1397113" y="43347"/>
                </a:cubicBezTo>
                <a:cubicBezTo>
                  <a:pt x="1399871" y="43765"/>
                  <a:pt x="1402366" y="44289"/>
                  <a:pt x="1404600" y="44917"/>
                </a:cubicBezTo>
                <a:cubicBezTo>
                  <a:pt x="1406833" y="45545"/>
                  <a:pt x="1408718" y="46226"/>
                  <a:pt x="1410254" y="46959"/>
                </a:cubicBezTo>
                <a:cubicBezTo>
                  <a:pt x="1411789" y="47692"/>
                  <a:pt x="1412889" y="48320"/>
                  <a:pt x="1413552" y="48844"/>
                </a:cubicBezTo>
                <a:cubicBezTo>
                  <a:pt x="1414215" y="49367"/>
                  <a:pt x="1414686" y="49891"/>
                  <a:pt x="1414965" y="50414"/>
                </a:cubicBezTo>
                <a:cubicBezTo>
                  <a:pt x="1415244" y="50938"/>
                  <a:pt x="1415454" y="51566"/>
                  <a:pt x="1415593" y="52299"/>
                </a:cubicBezTo>
                <a:cubicBezTo>
                  <a:pt x="1415733" y="53032"/>
                  <a:pt x="1415855" y="53939"/>
                  <a:pt x="1415960" y="55021"/>
                </a:cubicBezTo>
                <a:cubicBezTo>
                  <a:pt x="1416064" y="56103"/>
                  <a:pt x="1416117" y="57447"/>
                  <a:pt x="1416117" y="59052"/>
                </a:cubicBezTo>
                <a:cubicBezTo>
                  <a:pt x="1416117" y="60937"/>
                  <a:pt x="1416064" y="62472"/>
                  <a:pt x="1415960" y="63659"/>
                </a:cubicBezTo>
                <a:cubicBezTo>
                  <a:pt x="1415855" y="64845"/>
                  <a:pt x="1415681" y="65788"/>
                  <a:pt x="1415436" y="66486"/>
                </a:cubicBezTo>
                <a:cubicBezTo>
                  <a:pt x="1415192" y="67184"/>
                  <a:pt x="1414860" y="67655"/>
                  <a:pt x="1414442" y="67899"/>
                </a:cubicBezTo>
                <a:cubicBezTo>
                  <a:pt x="1414023" y="68144"/>
                  <a:pt x="1413534" y="68266"/>
                  <a:pt x="1412976" y="68266"/>
                </a:cubicBezTo>
                <a:cubicBezTo>
                  <a:pt x="1412348" y="68266"/>
                  <a:pt x="1411370" y="67899"/>
                  <a:pt x="1410044" y="67166"/>
                </a:cubicBezTo>
                <a:cubicBezTo>
                  <a:pt x="1408718" y="66433"/>
                  <a:pt x="1407060" y="65648"/>
                  <a:pt x="1405071" y="64811"/>
                </a:cubicBezTo>
                <a:cubicBezTo>
                  <a:pt x="1403081" y="63973"/>
                  <a:pt x="1400778" y="63188"/>
                  <a:pt x="1398160" y="62455"/>
                </a:cubicBezTo>
                <a:cubicBezTo>
                  <a:pt x="1395543" y="61722"/>
                  <a:pt x="1392559" y="61355"/>
                  <a:pt x="1389208" y="61355"/>
                </a:cubicBezTo>
                <a:cubicBezTo>
                  <a:pt x="1386835" y="61355"/>
                  <a:pt x="1384776" y="61602"/>
                  <a:pt x="1383031" y="62095"/>
                </a:cubicBezTo>
                <a:cubicBezTo>
                  <a:pt x="1381286" y="62586"/>
                  <a:pt x="1379855" y="63287"/>
                  <a:pt x="1378738" y="64199"/>
                </a:cubicBezTo>
                <a:cubicBezTo>
                  <a:pt x="1377621" y="65110"/>
                  <a:pt x="1376784" y="66180"/>
                  <a:pt x="1376225" y="67408"/>
                </a:cubicBezTo>
                <a:cubicBezTo>
                  <a:pt x="1375667" y="68637"/>
                  <a:pt x="1375388" y="69953"/>
                  <a:pt x="1375388" y="71358"/>
                </a:cubicBezTo>
                <a:cubicBezTo>
                  <a:pt x="1375388" y="73526"/>
                  <a:pt x="1376051" y="75345"/>
                  <a:pt x="1377377" y="76815"/>
                </a:cubicBezTo>
                <a:cubicBezTo>
                  <a:pt x="1378703" y="78283"/>
                  <a:pt x="1380448" y="79577"/>
                  <a:pt x="1382612" y="80696"/>
                </a:cubicBezTo>
                <a:cubicBezTo>
                  <a:pt x="1384776" y="81815"/>
                  <a:pt x="1387237" y="82864"/>
                  <a:pt x="1389994" y="83843"/>
                </a:cubicBezTo>
                <a:cubicBezTo>
                  <a:pt x="1392751" y="84823"/>
                  <a:pt x="1395543" y="85889"/>
                  <a:pt x="1398370" y="87043"/>
                </a:cubicBezTo>
                <a:cubicBezTo>
                  <a:pt x="1401197" y="88197"/>
                  <a:pt x="1403989" y="89543"/>
                  <a:pt x="1406746" y="91081"/>
                </a:cubicBezTo>
                <a:cubicBezTo>
                  <a:pt x="1409503" y="92619"/>
                  <a:pt x="1411964" y="94508"/>
                  <a:pt x="1414127" y="96748"/>
                </a:cubicBezTo>
                <a:cubicBezTo>
                  <a:pt x="1416291" y="98986"/>
                  <a:pt x="1418036" y="101661"/>
                  <a:pt x="1419363" y="104774"/>
                </a:cubicBezTo>
                <a:cubicBezTo>
                  <a:pt x="1420689" y="107885"/>
                  <a:pt x="1421352" y="111573"/>
                  <a:pt x="1421352" y="115840"/>
                </a:cubicBezTo>
                <a:close/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Text Initiating">
            <a:extLst xmlns:a="http://schemas.openxmlformats.org/drawingml/2006/main">
              <a:ext uri="{FF2B5EF4-FFF2-40B4-BE49-F238E27FC236}">
                <a16:creationId xmlns:a16="http://schemas.microsoft.com/office/drawing/2014/main" id="{8BB83968-6388-4255-9AFA-C2D396E95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5915" y="5964069"/>
            <a:ext cx="651271" cy="154169"/>
          </a:xfrm>
          <a:custGeom xmlns:a="http://schemas.openxmlformats.org/drawingml/2006/main">
            <a:pathLst>
              <a:path w="651271" h="154169">
                <a:moveTo>
                  <a:pt x="23608" y="118220"/>
                </a:moveTo>
                <a:cubicBezTo>
                  <a:pt x="23608" y="118816"/>
                  <a:pt x="23415" y="119353"/>
                  <a:pt x="23027" y="119830"/>
                </a:cubicBezTo>
                <a:cubicBezTo>
                  <a:pt x="22639" y="120307"/>
                  <a:pt x="21999" y="120694"/>
                  <a:pt x="21104" y="120992"/>
                </a:cubicBezTo>
                <a:cubicBezTo>
                  <a:pt x="20210" y="121290"/>
                  <a:pt x="19018" y="121529"/>
                  <a:pt x="17527" y="121708"/>
                </a:cubicBezTo>
                <a:cubicBezTo>
                  <a:pt x="16037" y="121887"/>
                  <a:pt x="14129" y="121976"/>
                  <a:pt x="11804" y="121976"/>
                </a:cubicBezTo>
                <a:cubicBezTo>
                  <a:pt x="9539" y="121976"/>
                  <a:pt x="7646" y="121887"/>
                  <a:pt x="6126" y="121708"/>
                </a:cubicBezTo>
                <a:cubicBezTo>
                  <a:pt x="4605" y="121529"/>
                  <a:pt x="3398" y="121290"/>
                  <a:pt x="2504" y="120992"/>
                </a:cubicBezTo>
                <a:cubicBezTo>
                  <a:pt x="1610" y="120694"/>
                  <a:pt x="969" y="120307"/>
                  <a:pt x="581" y="119830"/>
                </a:cubicBezTo>
                <a:cubicBezTo>
                  <a:pt x="194" y="119353"/>
                  <a:pt x="0" y="118816"/>
                  <a:pt x="0" y="118220"/>
                </a:cubicBezTo>
                <a:lnTo>
                  <a:pt x="0" y="8943"/>
                </a:lnTo>
                <a:cubicBezTo>
                  <a:pt x="0" y="8346"/>
                  <a:pt x="194" y="7810"/>
                  <a:pt x="581" y="7333"/>
                </a:cubicBezTo>
                <a:cubicBezTo>
                  <a:pt x="969" y="6856"/>
                  <a:pt x="1625" y="6468"/>
                  <a:pt x="2549" y="6170"/>
                </a:cubicBezTo>
                <a:cubicBezTo>
                  <a:pt x="3473" y="5872"/>
                  <a:pt x="4680" y="5634"/>
                  <a:pt x="6170" y="5455"/>
                </a:cubicBezTo>
                <a:cubicBezTo>
                  <a:pt x="7661" y="5276"/>
                  <a:pt x="9539" y="5187"/>
                  <a:pt x="11804" y="5187"/>
                </a:cubicBezTo>
                <a:cubicBezTo>
                  <a:pt x="14129" y="5187"/>
                  <a:pt x="16037" y="5276"/>
                  <a:pt x="17527" y="5455"/>
                </a:cubicBezTo>
                <a:cubicBezTo>
                  <a:pt x="19018" y="5634"/>
                  <a:pt x="20210" y="5872"/>
                  <a:pt x="21104" y="6170"/>
                </a:cubicBezTo>
                <a:cubicBezTo>
                  <a:pt x="21999" y="6468"/>
                  <a:pt x="22639" y="6856"/>
                  <a:pt x="23027" y="7333"/>
                </a:cubicBezTo>
                <a:cubicBezTo>
                  <a:pt x="23415" y="7810"/>
                  <a:pt x="23608" y="8346"/>
                  <a:pt x="23608" y="8943"/>
                </a:cubicBezTo>
                <a:lnTo>
                  <a:pt x="23608" y="118220"/>
                </a:lnTo>
                <a:close/>
                <a:moveTo>
                  <a:pt x="121398" y="118396"/>
                </a:moveTo>
                <a:cubicBezTo>
                  <a:pt x="121398" y="118992"/>
                  <a:pt x="121219" y="119515"/>
                  <a:pt x="120861" y="119964"/>
                </a:cubicBezTo>
                <a:cubicBezTo>
                  <a:pt x="120503" y="120411"/>
                  <a:pt x="119907" y="120784"/>
                  <a:pt x="119073" y="121082"/>
                </a:cubicBezTo>
                <a:cubicBezTo>
                  <a:pt x="118238" y="121380"/>
                  <a:pt x="117090" y="121603"/>
                  <a:pt x="115630" y="121752"/>
                </a:cubicBezTo>
                <a:cubicBezTo>
                  <a:pt x="114169" y="121902"/>
                  <a:pt x="112366" y="121976"/>
                  <a:pt x="110219" y="121976"/>
                </a:cubicBezTo>
                <a:cubicBezTo>
                  <a:pt x="108014" y="121976"/>
                  <a:pt x="106180" y="121902"/>
                  <a:pt x="104720" y="121752"/>
                </a:cubicBezTo>
                <a:cubicBezTo>
                  <a:pt x="103259" y="121603"/>
                  <a:pt x="102112" y="121380"/>
                  <a:pt x="101277" y="121082"/>
                </a:cubicBezTo>
                <a:cubicBezTo>
                  <a:pt x="100442" y="120784"/>
                  <a:pt x="99846" y="120411"/>
                  <a:pt x="99488" y="119964"/>
                </a:cubicBezTo>
                <a:cubicBezTo>
                  <a:pt x="99131" y="119517"/>
                  <a:pt x="98952" y="118995"/>
                  <a:pt x="98952" y="118399"/>
                </a:cubicBezTo>
                <a:lnTo>
                  <a:pt x="98952" y="72882"/>
                </a:lnTo>
                <a:cubicBezTo>
                  <a:pt x="98952" y="69006"/>
                  <a:pt x="98669" y="65966"/>
                  <a:pt x="98102" y="63760"/>
                </a:cubicBezTo>
                <a:cubicBezTo>
                  <a:pt x="97536" y="61554"/>
                  <a:pt x="96716" y="59662"/>
                  <a:pt x="95643" y="58082"/>
                </a:cubicBezTo>
                <a:cubicBezTo>
                  <a:pt x="94570" y="56502"/>
                  <a:pt x="93184" y="55280"/>
                  <a:pt x="91485" y="54415"/>
                </a:cubicBezTo>
                <a:cubicBezTo>
                  <a:pt x="89786" y="53551"/>
                  <a:pt x="87804" y="53119"/>
                  <a:pt x="85538" y="53119"/>
                </a:cubicBezTo>
                <a:cubicBezTo>
                  <a:pt x="82676" y="53119"/>
                  <a:pt x="79785" y="54162"/>
                  <a:pt x="76864" y="56248"/>
                </a:cubicBezTo>
                <a:cubicBezTo>
                  <a:pt x="73943" y="58335"/>
                  <a:pt x="70902" y="61376"/>
                  <a:pt x="67742" y="65370"/>
                </a:cubicBezTo>
                <a:lnTo>
                  <a:pt x="67742" y="118399"/>
                </a:lnTo>
                <a:cubicBezTo>
                  <a:pt x="67742" y="118995"/>
                  <a:pt x="67564" y="119517"/>
                  <a:pt x="67206" y="119964"/>
                </a:cubicBezTo>
                <a:cubicBezTo>
                  <a:pt x="66848" y="120411"/>
                  <a:pt x="66237" y="120784"/>
                  <a:pt x="65373" y="121082"/>
                </a:cubicBezTo>
                <a:cubicBezTo>
                  <a:pt x="64508" y="121380"/>
                  <a:pt x="63361" y="121603"/>
                  <a:pt x="61930" y="121752"/>
                </a:cubicBezTo>
                <a:cubicBezTo>
                  <a:pt x="60499" y="121902"/>
                  <a:pt x="58681" y="121976"/>
                  <a:pt x="56475" y="121976"/>
                </a:cubicBezTo>
                <a:cubicBezTo>
                  <a:pt x="54269" y="121976"/>
                  <a:pt x="52451" y="121902"/>
                  <a:pt x="51020" y="121752"/>
                </a:cubicBezTo>
                <a:cubicBezTo>
                  <a:pt x="49589" y="121603"/>
                  <a:pt x="48442" y="121380"/>
                  <a:pt x="47577" y="121082"/>
                </a:cubicBezTo>
                <a:cubicBezTo>
                  <a:pt x="46713" y="120784"/>
                  <a:pt x="46102" y="120411"/>
                  <a:pt x="45744" y="119964"/>
                </a:cubicBezTo>
                <a:cubicBezTo>
                  <a:pt x="45386" y="119517"/>
                  <a:pt x="45207" y="118995"/>
                  <a:pt x="45207" y="118399"/>
                </a:cubicBezTo>
                <a:lnTo>
                  <a:pt x="45207" y="38632"/>
                </a:lnTo>
                <a:cubicBezTo>
                  <a:pt x="45207" y="38036"/>
                  <a:pt x="45356" y="37514"/>
                  <a:pt x="45654" y="37067"/>
                </a:cubicBezTo>
                <a:cubicBezTo>
                  <a:pt x="45953" y="36620"/>
                  <a:pt x="46489" y="36247"/>
                  <a:pt x="47264" y="35949"/>
                </a:cubicBezTo>
                <a:cubicBezTo>
                  <a:pt x="48039" y="35651"/>
                  <a:pt x="49038" y="35427"/>
                  <a:pt x="50260" y="35278"/>
                </a:cubicBezTo>
                <a:cubicBezTo>
                  <a:pt x="51482" y="35129"/>
                  <a:pt x="53017" y="35055"/>
                  <a:pt x="54865" y="35055"/>
                </a:cubicBezTo>
                <a:cubicBezTo>
                  <a:pt x="56773" y="35055"/>
                  <a:pt x="58353" y="35129"/>
                  <a:pt x="59605" y="35278"/>
                </a:cubicBezTo>
                <a:cubicBezTo>
                  <a:pt x="60857" y="35427"/>
                  <a:pt x="61825" y="35651"/>
                  <a:pt x="62511" y="35949"/>
                </a:cubicBezTo>
                <a:cubicBezTo>
                  <a:pt x="63197" y="36247"/>
                  <a:pt x="63689" y="36620"/>
                  <a:pt x="63987" y="37067"/>
                </a:cubicBezTo>
                <a:cubicBezTo>
                  <a:pt x="64285" y="37514"/>
                  <a:pt x="64434" y="38036"/>
                  <a:pt x="64434" y="38632"/>
                </a:cubicBezTo>
                <a:lnTo>
                  <a:pt x="64434" y="47843"/>
                </a:lnTo>
                <a:cubicBezTo>
                  <a:pt x="68845" y="43043"/>
                  <a:pt x="73332" y="39444"/>
                  <a:pt x="77892" y="37044"/>
                </a:cubicBezTo>
                <a:cubicBezTo>
                  <a:pt x="82453" y="34645"/>
                  <a:pt x="87207" y="33445"/>
                  <a:pt x="92156" y="33445"/>
                </a:cubicBezTo>
                <a:cubicBezTo>
                  <a:pt x="97581" y="33445"/>
                  <a:pt x="102156" y="34340"/>
                  <a:pt x="105882" y="36131"/>
                </a:cubicBezTo>
                <a:cubicBezTo>
                  <a:pt x="109608" y="37921"/>
                  <a:pt x="112619" y="40353"/>
                  <a:pt x="114914" y="43427"/>
                </a:cubicBezTo>
                <a:cubicBezTo>
                  <a:pt x="117210" y="46499"/>
                  <a:pt x="118864" y="50095"/>
                  <a:pt x="119877" y="54214"/>
                </a:cubicBezTo>
                <a:cubicBezTo>
                  <a:pt x="120891" y="58331"/>
                  <a:pt x="121398" y="63284"/>
                  <a:pt x="121398" y="69073"/>
                </a:cubicBezTo>
                <a:lnTo>
                  <a:pt x="121398" y="118396"/>
                </a:lnTo>
                <a:close/>
                <a:moveTo>
                  <a:pt x="164656" y="118399"/>
                </a:moveTo>
                <a:cubicBezTo>
                  <a:pt x="164656" y="118995"/>
                  <a:pt x="164477" y="119517"/>
                  <a:pt x="164119" y="119964"/>
                </a:cubicBezTo>
                <a:cubicBezTo>
                  <a:pt x="163761" y="120411"/>
                  <a:pt x="163150" y="120784"/>
                  <a:pt x="162286" y="121082"/>
                </a:cubicBezTo>
                <a:cubicBezTo>
                  <a:pt x="161421" y="121380"/>
                  <a:pt x="160274" y="121603"/>
                  <a:pt x="158843" y="121752"/>
                </a:cubicBezTo>
                <a:cubicBezTo>
                  <a:pt x="157412" y="121902"/>
                  <a:pt x="155594" y="121976"/>
                  <a:pt x="153388" y="121976"/>
                </a:cubicBezTo>
                <a:cubicBezTo>
                  <a:pt x="151182" y="121976"/>
                  <a:pt x="149364" y="121902"/>
                  <a:pt x="147933" y="121752"/>
                </a:cubicBezTo>
                <a:cubicBezTo>
                  <a:pt x="146502" y="121603"/>
                  <a:pt x="145355" y="121380"/>
                  <a:pt x="144490" y="121082"/>
                </a:cubicBezTo>
                <a:cubicBezTo>
                  <a:pt x="143626" y="120784"/>
                  <a:pt x="143015" y="120411"/>
                  <a:pt x="142657" y="119964"/>
                </a:cubicBezTo>
                <a:cubicBezTo>
                  <a:pt x="142299" y="119517"/>
                  <a:pt x="142121" y="118995"/>
                  <a:pt x="142121" y="118399"/>
                </a:cubicBezTo>
                <a:lnTo>
                  <a:pt x="142121" y="38811"/>
                </a:lnTo>
                <a:cubicBezTo>
                  <a:pt x="142121" y="38214"/>
                  <a:pt x="142299" y="37693"/>
                  <a:pt x="142657" y="37246"/>
                </a:cubicBezTo>
                <a:cubicBezTo>
                  <a:pt x="143015" y="36798"/>
                  <a:pt x="143626" y="36411"/>
                  <a:pt x="144490" y="36083"/>
                </a:cubicBezTo>
                <a:cubicBezTo>
                  <a:pt x="145355" y="35755"/>
                  <a:pt x="146502" y="35502"/>
                  <a:pt x="147933" y="35323"/>
                </a:cubicBezTo>
                <a:cubicBezTo>
                  <a:pt x="149364" y="35144"/>
                  <a:pt x="151182" y="35055"/>
                  <a:pt x="153388" y="35055"/>
                </a:cubicBezTo>
                <a:cubicBezTo>
                  <a:pt x="155594" y="35055"/>
                  <a:pt x="157412" y="35144"/>
                  <a:pt x="158843" y="35323"/>
                </a:cubicBezTo>
                <a:cubicBezTo>
                  <a:pt x="160274" y="35502"/>
                  <a:pt x="161421" y="35755"/>
                  <a:pt x="162286" y="36083"/>
                </a:cubicBezTo>
                <a:cubicBezTo>
                  <a:pt x="163150" y="36411"/>
                  <a:pt x="163761" y="36798"/>
                  <a:pt x="164119" y="37246"/>
                </a:cubicBezTo>
                <a:cubicBezTo>
                  <a:pt x="164477" y="37693"/>
                  <a:pt x="164656" y="38214"/>
                  <a:pt x="164656" y="38811"/>
                </a:cubicBezTo>
                <a:lnTo>
                  <a:pt x="164656" y="118399"/>
                </a:lnTo>
                <a:moveTo>
                  <a:pt x="166355" y="11625"/>
                </a:moveTo>
                <a:cubicBezTo>
                  <a:pt x="166355" y="16156"/>
                  <a:pt x="165431" y="19286"/>
                  <a:pt x="163583" y="21015"/>
                </a:cubicBezTo>
                <a:cubicBezTo>
                  <a:pt x="161734" y="22744"/>
                  <a:pt x="158307" y="23608"/>
                  <a:pt x="153299" y="23608"/>
                </a:cubicBezTo>
                <a:cubicBezTo>
                  <a:pt x="148231" y="23608"/>
                  <a:pt x="144818" y="22774"/>
                  <a:pt x="143060" y="21104"/>
                </a:cubicBezTo>
                <a:cubicBezTo>
                  <a:pt x="141301" y="19435"/>
                  <a:pt x="140421" y="16424"/>
                  <a:pt x="140421" y="12072"/>
                </a:cubicBezTo>
                <a:cubicBezTo>
                  <a:pt x="140421" y="7542"/>
                  <a:pt x="141331" y="4397"/>
                  <a:pt x="143149" y="2638"/>
                </a:cubicBezTo>
                <a:cubicBezTo>
                  <a:pt x="144967" y="879"/>
                  <a:pt x="148410" y="0"/>
                  <a:pt x="153478" y="0"/>
                </a:cubicBezTo>
                <a:cubicBezTo>
                  <a:pt x="158485" y="0"/>
                  <a:pt x="161884" y="850"/>
                  <a:pt x="163672" y="2549"/>
                </a:cubicBezTo>
                <a:cubicBezTo>
                  <a:pt x="165461" y="4248"/>
                  <a:pt x="166355" y="7273"/>
                  <a:pt x="166355" y="11625"/>
                </a:cubicBezTo>
                <a:close/>
                <a:moveTo>
                  <a:pt x="232070" y="110468"/>
                </a:moveTo>
                <a:cubicBezTo>
                  <a:pt x="232070" y="113104"/>
                  <a:pt x="231906" y="115127"/>
                  <a:pt x="231578" y="116535"/>
                </a:cubicBezTo>
                <a:cubicBezTo>
                  <a:pt x="231250" y="117942"/>
                  <a:pt x="230818" y="118930"/>
                  <a:pt x="230282" y="119500"/>
                </a:cubicBezTo>
                <a:cubicBezTo>
                  <a:pt x="229745" y="120068"/>
                  <a:pt x="228955" y="120577"/>
                  <a:pt x="227912" y="121026"/>
                </a:cubicBezTo>
                <a:cubicBezTo>
                  <a:pt x="226869" y="121475"/>
                  <a:pt x="225646" y="121864"/>
                  <a:pt x="224245" y="122194"/>
                </a:cubicBezTo>
                <a:cubicBezTo>
                  <a:pt x="222844" y="122524"/>
                  <a:pt x="221324" y="122778"/>
                  <a:pt x="219685" y="122957"/>
                </a:cubicBezTo>
                <a:cubicBezTo>
                  <a:pt x="218045" y="123138"/>
                  <a:pt x="216391" y="123228"/>
                  <a:pt x="214722" y="123228"/>
                </a:cubicBezTo>
                <a:cubicBezTo>
                  <a:pt x="210250" y="123228"/>
                  <a:pt x="206375" y="122662"/>
                  <a:pt x="203096" y="121529"/>
                </a:cubicBezTo>
                <a:cubicBezTo>
                  <a:pt x="199817" y="120396"/>
                  <a:pt x="197105" y="118652"/>
                  <a:pt x="194959" y="116298"/>
                </a:cubicBezTo>
                <a:cubicBezTo>
                  <a:pt x="192812" y="113943"/>
                  <a:pt x="191233" y="110977"/>
                  <a:pt x="190219" y="107400"/>
                </a:cubicBezTo>
                <a:cubicBezTo>
                  <a:pt x="189206" y="103823"/>
                  <a:pt x="188699" y="99590"/>
                  <a:pt x="188699" y="94701"/>
                </a:cubicBezTo>
                <a:lnTo>
                  <a:pt x="188699" y="53834"/>
                </a:lnTo>
                <a:lnTo>
                  <a:pt x="179130" y="53834"/>
                </a:lnTo>
                <a:cubicBezTo>
                  <a:pt x="177998" y="53834"/>
                  <a:pt x="177133" y="53134"/>
                  <a:pt x="176537" y="51733"/>
                </a:cubicBezTo>
                <a:cubicBezTo>
                  <a:pt x="175941" y="50332"/>
                  <a:pt x="175643" y="47992"/>
                  <a:pt x="175643" y="44713"/>
                </a:cubicBezTo>
                <a:cubicBezTo>
                  <a:pt x="175643" y="42984"/>
                  <a:pt x="175717" y="41523"/>
                  <a:pt x="175866" y="40331"/>
                </a:cubicBezTo>
                <a:cubicBezTo>
                  <a:pt x="176015" y="39138"/>
                  <a:pt x="176239" y="38199"/>
                  <a:pt x="176537" y="37514"/>
                </a:cubicBezTo>
                <a:cubicBezTo>
                  <a:pt x="176835" y="36828"/>
                  <a:pt x="177208" y="36336"/>
                  <a:pt x="177655" y="36038"/>
                </a:cubicBezTo>
                <a:cubicBezTo>
                  <a:pt x="178102" y="35740"/>
                  <a:pt x="178624" y="35591"/>
                  <a:pt x="179220" y="35591"/>
                </a:cubicBezTo>
                <a:lnTo>
                  <a:pt x="188699" y="35591"/>
                </a:lnTo>
                <a:lnTo>
                  <a:pt x="188699" y="17723"/>
                </a:lnTo>
                <a:cubicBezTo>
                  <a:pt x="188699" y="17123"/>
                  <a:pt x="188863" y="16584"/>
                  <a:pt x="189191" y="16105"/>
                </a:cubicBezTo>
                <a:cubicBezTo>
                  <a:pt x="189519" y="15626"/>
                  <a:pt x="190115" y="15223"/>
                  <a:pt x="190979" y="14895"/>
                </a:cubicBezTo>
                <a:cubicBezTo>
                  <a:pt x="191844" y="14565"/>
                  <a:pt x="193006" y="14326"/>
                  <a:pt x="194467" y="14177"/>
                </a:cubicBezTo>
                <a:cubicBezTo>
                  <a:pt x="195927" y="14026"/>
                  <a:pt x="197731" y="13950"/>
                  <a:pt x="199877" y="13950"/>
                </a:cubicBezTo>
                <a:cubicBezTo>
                  <a:pt x="202083" y="13950"/>
                  <a:pt x="203916" y="14026"/>
                  <a:pt x="205377" y="14177"/>
                </a:cubicBezTo>
                <a:cubicBezTo>
                  <a:pt x="206837" y="14326"/>
                  <a:pt x="207985" y="14565"/>
                  <a:pt x="208820" y="14895"/>
                </a:cubicBezTo>
                <a:cubicBezTo>
                  <a:pt x="209654" y="15223"/>
                  <a:pt x="210250" y="15626"/>
                  <a:pt x="210608" y="16105"/>
                </a:cubicBezTo>
                <a:cubicBezTo>
                  <a:pt x="210966" y="16584"/>
                  <a:pt x="211145" y="17123"/>
                  <a:pt x="211145" y="17723"/>
                </a:cubicBezTo>
                <a:lnTo>
                  <a:pt x="211145" y="35591"/>
                </a:lnTo>
                <a:lnTo>
                  <a:pt x="228493" y="35591"/>
                </a:lnTo>
                <a:cubicBezTo>
                  <a:pt x="229089" y="35591"/>
                  <a:pt x="229611" y="35740"/>
                  <a:pt x="230058" y="36038"/>
                </a:cubicBezTo>
                <a:cubicBezTo>
                  <a:pt x="230505" y="36336"/>
                  <a:pt x="230878" y="36828"/>
                  <a:pt x="231176" y="37514"/>
                </a:cubicBezTo>
                <a:cubicBezTo>
                  <a:pt x="231474" y="38199"/>
                  <a:pt x="231698" y="39138"/>
                  <a:pt x="231847" y="40331"/>
                </a:cubicBezTo>
                <a:cubicBezTo>
                  <a:pt x="231996" y="41523"/>
                  <a:pt x="232070" y="42984"/>
                  <a:pt x="232070" y="44713"/>
                </a:cubicBezTo>
                <a:cubicBezTo>
                  <a:pt x="232070" y="47992"/>
                  <a:pt x="231772" y="50332"/>
                  <a:pt x="231176" y="51733"/>
                </a:cubicBezTo>
                <a:cubicBezTo>
                  <a:pt x="230580" y="53134"/>
                  <a:pt x="229715" y="53834"/>
                  <a:pt x="228583" y="53834"/>
                </a:cubicBezTo>
                <a:lnTo>
                  <a:pt x="211145" y="53834"/>
                </a:lnTo>
                <a:lnTo>
                  <a:pt x="211145" y="91236"/>
                </a:lnTo>
                <a:cubicBezTo>
                  <a:pt x="211145" y="95581"/>
                  <a:pt x="211830" y="98839"/>
                  <a:pt x="213201" y="101011"/>
                </a:cubicBezTo>
                <a:cubicBezTo>
                  <a:pt x="214573" y="103184"/>
                  <a:pt x="217017" y="104270"/>
                  <a:pt x="220534" y="104270"/>
                </a:cubicBezTo>
                <a:cubicBezTo>
                  <a:pt x="221727" y="104270"/>
                  <a:pt x="222800" y="104166"/>
                  <a:pt x="223754" y="103957"/>
                </a:cubicBezTo>
                <a:cubicBezTo>
                  <a:pt x="224707" y="103748"/>
                  <a:pt x="225557" y="103510"/>
                  <a:pt x="226302" y="103241"/>
                </a:cubicBezTo>
                <a:cubicBezTo>
                  <a:pt x="227047" y="102973"/>
                  <a:pt x="227673" y="102735"/>
                  <a:pt x="228180" y="102526"/>
                </a:cubicBezTo>
                <a:cubicBezTo>
                  <a:pt x="228687" y="102317"/>
                  <a:pt x="229149" y="102213"/>
                  <a:pt x="229566" y="102213"/>
                </a:cubicBezTo>
                <a:cubicBezTo>
                  <a:pt x="229924" y="102213"/>
                  <a:pt x="230267" y="102317"/>
                  <a:pt x="230595" y="102526"/>
                </a:cubicBezTo>
                <a:cubicBezTo>
                  <a:pt x="230923" y="102735"/>
                  <a:pt x="231176" y="103153"/>
                  <a:pt x="231355" y="103781"/>
                </a:cubicBezTo>
                <a:cubicBezTo>
                  <a:pt x="231534" y="104407"/>
                  <a:pt x="231698" y="105259"/>
                  <a:pt x="231847" y="106338"/>
                </a:cubicBezTo>
                <a:cubicBezTo>
                  <a:pt x="231996" y="107415"/>
                  <a:pt x="232070" y="108791"/>
                  <a:pt x="232070" y="110468"/>
                </a:cubicBezTo>
                <a:close/>
                <a:moveTo>
                  <a:pt x="269199" y="118399"/>
                </a:moveTo>
                <a:cubicBezTo>
                  <a:pt x="269199" y="118995"/>
                  <a:pt x="269020" y="119517"/>
                  <a:pt x="268663" y="119964"/>
                </a:cubicBezTo>
                <a:cubicBezTo>
                  <a:pt x="268305" y="120411"/>
                  <a:pt x="267694" y="120784"/>
                  <a:pt x="266830" y="121082"/>
                </a:cubicBezTo>
                <a:cubicBezTo>
                  <a:pt x="265965" y="121380"/>
                  <a:pt x="264818" y="121603"/>
                  <a:pt x="263387" y="121752"/>
                </a:cubicBezTo>
                <a:cubicBezTo>
                  <a:pt x="261956" y="121902"/>
                  <a:pt x="260138" y="121976"/>
                  <a:pt x="257932" y="121976"/>
                </a:cubicBezTo>
                <a:cubicBezTo>
                  <a:pt x="255726" y="121976"/>
                  <a:pt x="253908" y="121902"/>
                  <a:pt x="252477" y="121752"/>
                </a:cubicBezTo>
                <a:cubicBezTo>
                  <a:pt x="251046" y="121603"/>
                  <a:pt x="249898" y="121380"/>
                  <a:pt x="249034" y="121082"/>
                </a:cubicBezTo>
                <a:cubicBezTo>
                  <a:pt x="248170" y="120784"/>
                  <a:pt x="247558" y="120411"/>
                  <a:pt x="247201" y="119964"/>
                </a:cubicBezTo>
                <a:cubicBezTo>
                  <a:pt x="246843" y="119517"/>
                  <a:pt x="246664" y="118995"/>
                  <a:pt x="246664" y="118399"/>
                </a:cubicBezTo>
                <a:lnTo>
                  <a:pt x="246664" y="38811"/>
                </a:lnTo>
                <a:cubicBezTo>
                  <a:pt x="246664" y="38214"/>
                  <a:pt x="246843" y="37693"/>
                  <a:pt x="247201" y="37246"/>
                </a:cubicBezTo>
                <a:cubicBezTo>
                  <a:pt x="247558" y="36798"/>
                  <a:pt x="248170" y="36411"/>
                  <a:pt x="249034" y="36083"/>
                </a:cubicBezTo>
                <a:cubicBezTo>
                  <a:pt x="249898" y="35755"/>
                  <a:pt x="251046" y="35502"/>
                  <a:pt x="252477" y="35323"/>
                </a:cubicBezTo>
                <a:cubicBezTo>
                  <a:pt x="253908" y="35144"/>
                  <a:pt x="255726" y="35055"/>
                  <a:pt x="257932" y="35055"/>
                </a:cubicBezTo>
                <a:cubicBezTo>
                  <a:pt x="260138" y="35055"/>
                  <a:pt x="261956" y="35144"/>
                  <a:pt x="263387" y="35323"/>
                </a:cubicBezTo>
                <a:cubicBezTo>
                  <a:pt x="264818" y="35502"/>
                  <a:pt x="265965" y="35755"/>
                  <a:pt x="266830" y="36083"/>
                </a:cubicBezTo>
                <a:cubicBezTo>
                  <a:pt x="267694" y="36411"/>
                  <a:pt x="268305" y="36798"/>
                  <a:pt x="268663" y="37246"/>
                </a:cubicBezTo>
                <a:cubicBezTo>
                  <a:pt x="269020" y="37693"/>
                  <a:pt x="269199" y="38214"/>
                  <a:pt x="269199" y="38811"/>
                </a:cubicBezTo>
                <a:lnTo>
                  <a:pt x="269199" y="118399"/>
                </a:lnTo>
                <a:moveTo>
                  <a:pt x="270898" y="11625"/>
                </a:moveTo>
                <a:cubicBezTo>
                  <a:pt x="270898" y="16156"/>
                  <a:pt x="269974" y="19286"/>
                  <a:pt x="268126" y="21015"/>
                </a:cubicBezTo>
                <a:cubicBezTo>
                  <a:pt x="266278" y="22744"/>
                  <a:pt x="262850" y="23608"/>
                  <a:pt x="257842" y="23608"/>
                </a:cubicBezTo>
                <a:cubicBezTo>
                  <a:pt x="252775" y="23608"/>
                  <a:pt x="249362" y="22774"/>
                  <a:pt x="247603" y="21104"/>
                </a:cubicBezTo>
                <a:cubicBezTo>
                  <a:pt x="245844" y="19435"/>
                  <a:pt x="244965" y="16424"/>
                  <a:pt x="244965" y="12072"/>
                </a:cubicBezTo>
                <a:cubicBezTo>
                  <a:pt x="244965" y="7542"/>
                  <a:pt x="245874" y="4397"/>
                  <a:pt x="247693" y="2638"/>
                </a:cubicBezTo>
                <a:cubicBezTo>
                  <a:pt x="249511" y="879"/>
                  <a:pt x="252954" y="0"/>
                  <a:pt x="258021" y="0"/>
                </a:cubicBezTo>
                <a:cubicBezTo>
                  <a:pt x="263029" y="0"/>
                  <a:pt x="266427" y="850"/>
                  <a:pt x="268216" y="2549"/>
                </a:cubicBezTo>
                <a:cubicBezTo>
                  <a:pt x="270004" y="4248"/>
                  <a:pt x="270898" y="7273"/>
                  <a:pt x="270898" y="11625"/>
                </a:cubicBezTo>
                <a:close/>
                <a:moveTo>
                  <a:pt x="357360" y="118665"/>
                </a:moveTo>
                <a:cubicBezTo>
                  <a:pt x="357360" y="119499"/>
                  <a:pt x="357062" y="120156"/>
                  <a:pt x="356466" y="120635"/>
                </a:cubicBezTo>
                <a:cubicBezTo>
                  <a:pt x="355870" y="121112"/>
                  <a:pt x="354931" y="121454"/>
                  <a:pt x="353649" y="121663"/>
                </a:cubicBezTo>
                <a:cubicBezTo>
                  <a:pt x="352368" y="121872"/>
                  <a:pt x="350475" y="121976"/>
                  <a:pt x="347971" y="121976"/>
                </a:cubicBezTo>
                <a:cubicBezTo>
                  <a:pt x="345288" y="121976"/>
                  <a:pt x="343336" y="121872"/>
                  <a:pt x="342113" y="121663"/>
                </a:cubicBezTo>
                <a:cubicBezTo>
                  <a:pt x="340891" y="121454"/>
                  <a:pt x="340027" y="121112"/>
                  <a:pt x="339520" y="120635"/>
                </a:cubicBezTo>
                <a:cubicBezTo>
                  <a:pt x="339013" y="120158"/>
                  <a:pt x="338760" y="119502"/>
                  <a:pt x="338760" y="118667"/>
                </a:cubicBezTo>
                <a:lnTo>
                  <a:pt x="338760" y="112318"/>
                </a:lnTo>
                <a:cubicBezTo>
                  <a:pt x="335481" y="115835"/>
                  <a:pt x="331740" y="118593"/>
                  <a:pt x="327537" y="120590"/>
                </a:cubicBezTo>
                <a:cubicBezTo>
                  <a:pt x="323334" y="122587"/>
                  <a:pt x="318669" y="123586"/>
                  <a:pt x="313542" y="123586"/>
                </a:cubicBezTo>
                <a:cubicBezTo>
                  <a:pt x="309309" y="123586"/>
                  <a:pt x="305419" y="123032"/>
                  <a:pt x="301872" y="121926"/>
                </a:cubicBezTo>
                <a:cubicBezTo>
                  <a:pt x="298325" y="120819"/>
                  <a:pt x="295255" y="119174"/>
                  <a:pt x="292661" y="116991"/>
                </a:cubicBezTo>
                <a:cubicBezTo>
                  <a:pt x="290068" y="114807"/>
                  <a:pt x="288056" y="112101"/>
                  <a:pt x="286625" y="108872"/>
                </a:cubicBezTo>
                <a:cubicBezTo>
                  <a:pt x="285194" y="105642"/>
                  <a:pt x="284479" y="101873"/>
                  <a:pt x="284479" y="97566"/>
                </a:cubicBezTo>
                <a:cubicBezTo>
                  <a:pt x="284479" y="92899"/>
                  <a:pt x="285388" y="88846"/>
                  <a:pt x="287206" y="85407"/>
                </a:cubicBezTo>
                <a:cubicBezTo>
                  <a:pt x="289025" y="81968"/>
                  <a:pt x="291737" y="79126"/>
                  <a:pt x="295344" y="76883"/>
                </a:cubicBezTo>
                <a:cubicBezTo>
                  <a:pt x="298951" y="74640"/>
                  <a:pt x="303437" y="72980"/>
                  <a:pt x="308803" y="71903"/>
                </a:cubicBezTo>
                <a:cubicBezTo>
                  <a:pt x="314168" y="70827"/>
                  <a:pt x="320398" y="70288"/>
                  <a:pt x="327492" y="70288"/>
                </a:cubicBezTo>
                <a:lnTo>
                  <a:pt x="335272" y="70288"/>
                </a:lnTo>
                <a:lnTo>
                  <a:pt x="335272" y="65482"/>
                </a:lnTo>
                <a:cubicBezTo>
                  <a:pt x="335272" y="62989"/>
                  <a:pt x="335019" y="60808"/>
                  <a:pt x="334512" y="58940"/>
                </a:cubicBezTo>
                <a:cubicBezTo>
                  <a:pt x="334006" y="57069"/>
                  <a:pt x="333171" y="55511"/>
                  <a:pt x="332008" y="54264"/>
                </a:cubicBezTo>
                <a:cubicBezTo>
                  <a:pt x="330846" y="53018"/>
                  <a:pt x="329296" y="52099"/>
                  <a:pt x="327358" y="51506"/>
                </a:cubicBezTo>
                <a:cubicBezTo>
                  <a:pt x="325421" y="50912"/>
                  <a:pt x="323021" y="50615"/>
                  <a:pt x="320160" y="50615"/>
                </a:cubicBezTo>
                <a:cubicBezTo>
                  <a:pt x="316404" y="50615"/>
                  <a:pt x="313050" y="51032"/>
                  <a:pt x="310099" y="51867"/>
                </a:cubicBezTo>
                <a:cubicBezTo>
                  <a:pt x="307148" y="52701"/>
                  <a:pt x="304540" y="53625"/>
                  <a:pt x="302274" y="54639"/>
                </a:cubicBezTo>
                <a:cubicBezTo>
                  <a:pt x="300009" y="55652"/>
                  <a:pt x="298116" y="56576"/>
                  <a:pt x="296596" y="57411"/>
                </a:cubicBezTo>
                <a:cubicBezTo>
                  <a:pt x="295076" y="58246"/>
                  <a:pt x="293839" y="58663"/>
                  <a:pt x="292885" y="58663"/>
                </a:cubicBezTo>
                <a:cubicBezTo>
                  <a:pt x="292229" y="58663"/>
                  <a:pt x="291648" y="58453"/>
                  <a:pt x="291141" y="58034"/>
                </a:cubicBezTo>
                <a:cubicBezTo>
                  <a:pt x="290634" y="57615"/>
                  <a:pt x="290217" y="57016"/>
                  <a:pt x="289889" y="56237"/>
                </a:cubicBezTo>
                <a:cubicBezTo>
                  <a:pt x="289561" y="55459"/>
                  <a:pt x="289308" y="54500"/>
                  <a:pt x="289129" y="53362"/>
                </a:cubicBezTo>
                <a:cubicBezTo>
                  <a:pt x="288950" y="52222"/>
                  <a:pt x="288861" y="50963"/>
                  <a:pt x="288861" y="49586"/>
                </a:cubicBezTo>
                <a:cubicBezTo>
                  <a:pt x="288861" y="47729"/>
                  <a:pt x="289010" y="46261"/>
                  <a:pt x="289308" y="45182"/>
                </a:cubicBezTo>
                <a:cubicBezTo>
                  <a:pt x="289606" y="44103"/>
                  <a:pt x="290172" y="43130"/>
                  <a:pt x="291007" y="42262"/>
                </a:cubicBezTo>
                <a:cubicBezTo>
                  <a:pt x="291842" y="41392"/>
                  <a:pt x="293302" y="40435"/>
                  <a:pt x="295389" y="39392"/>
                </a:cubicBezTo>
                <a:cubicBezTo>
                  <a:pt x="297475" y="38349"/>
                  <a:pt x="299920" y="37380"/>
                  <a:pt x="302722" y="36485"/>
                </a:cubicBezTo>
                <a:cubicBezTo>
                  <a:pt x="305524" y="35591"/>
                  <a:pt x="308579" y="34861"/>
                  <a:pt x="311888" y="34295"/>
                </a:cubicBezTo>
                <a:cubicBezTo>
                  <a:pt x="315196" y="33728"/>
                  <a:pt x="318609" y="33445"/>
                  <a:pt x="322127" y="33445"/>
                </a:cubicBezTo>
                <a:cubicBezTo>
                  <a:pt x="328387" y="33445"/>
                  <a:pt x="333737" y="34057"/>
                  <a:pt x="338179" y="35281"/>
                </a:cubicBezTo>
                <a:cubicBezTo>
                  <a:pt x="342620" y="36503"/>
                  <a:pt x="346272" y="38383"/>
                  <a:pt x="349133" y="40920"/>
                </a:cubicBezTo>
                <a:cubicBezTo>
                  <a:pt x="351995" y="43456"/>
                  <a:pt x="354081" y="46723"/>
                  <a:pt x="355393" y="50721"/>
                </a:cubicBezTo>
                <a:cubicBezTo>
                  <a:pt x="356705" y="54719"/>
                  <a:pt x="357360" y="59463"/>
                  <a:pt x="357360" y="64953"/>
                </a:cubicBezTo>
                <a:lnTo>
                  <a:pt x="357360" y="118665"/>
                </a:lnTo>
                <a:moveTo>
                  <a:pt x="335272" y="84417"/>
                </a:moveTo>
                <a:lnTo>
                  <a:pt x="326688" y="84417"/>
                </a:lnTo>
                <a:cubicBezTo>
                  <a:pt x="323051" y="84417"/>
                  <a:pt x="319951" y="84688"/>
                  <a:pt x="317387" y="85228"/>
                </a:cubicBezTo>
                <a:cubicBezTo>
                  <a:pt x="314824" y="85768"/>
                  <a:pt x="312737" y="86579"/>
                  <a:pt x="311128" y="87662"/>
                </a:cubicBezTo>
                <a:cubicBezTo>
                  <a:pt x="309518" y="88742"/>
                  <a:pt x="308340" y="90049"/>
                  <a:pt x="307595" y="91583"/>
                </a:cubicBezTo>
                <a:cubicBezTo>
                  <a:pt x="306850" y="93114"/>
                  <a:pt x="306477" y="94871"/>
                  <a:pt x="306477" y="96853"/>
                </a:cubicBezTo>
                <a:cubicBezTo>
                  <a:pt x="306477" y="100218"/>
                  <a:pt x="307536" y="102861"/>
                  <a:pt x="309652" y="104784"/>
                </a:cubicBezTo>
                <a:cubicBezTo>
                  <a:pt x="311768" y="106707"/>
                  <a:pt x="314705" y="107668"/>
                  <a:pt x="318460" y="107668"/>
                </a:cubicBezTo>
                <a:cubicBezTo>
                  <a:pt x="321620" y="107668"/>
                  <a:pt x="324526" y="106858"/>
                  <a:pt x="327179" y="105237"/>
                </a:cubicBezTo>
                <a:cubicBezTo>
                  <a:pt x="329832" y="103614"/>
                  <a:pt x="332530" y="101241"/>
                  <a:pt x="335272" y="98116"/>
                </a:cubicBezTo>
                <a:lnTo>
                  <a:pt x="335272" y="84417"/>
                </a:lnTo>
                <a:close/>
                <a:moveTo>
                  <a:pt x="425133" y="110468"/>
                </a:moveTo>
                <a:cubicBezTo>
                  <a:pt x="425133" y="113104"/>
                  <a:pt x="424969" y="115127"/>
                  <a:pt x="424641" y="116535"/>
                </a:cubicBezTo>
                <a:cubicBezTo>
                  <a:pt x="424313" y="117942"/>
                  <a:pt x="423881" y="118930"/>
                  <a:pt x="423344" y="119500"/>
                </a:cubicBezTo>
                <a:cubicBezTo>
                  <a:pt x="422807" y="120068"/>
                  <a:pt x="422018" y="120577"/>
                  <a:pt x="420974" y="121026"/>
                </a:cubicBezTo>
                <a:cubicBezTo>
                  <a:pt x="419931" y="121475"/>
                  <a:pt x="418709" y="121864"/>
                  <a:pt x="417308" y="122194"/>
                </a:cubicBezTo>
                <a:cubicBezTo>
                  <a:pt x="415907" y="122524"/>
                  <a:pt x="414387" y="122778"/>
                  <a:pt x="412747" y="122957"/>
                </a:cubicBezTo>
                <a:cubicBezTo>
                  <a:pt x="411108" y="123138"/>
                  <a:pt x="409453" y="123228"/>
                  <a:pt x="407784" y="123228"/>
                </a:cubicBezTo>
                <a:cubicBezTo>
                  <a:pt x="403313" y="123228"/>
                  <a:pt x="399438" y="122662"/>
                  <a:pt x="396159" y="121529"/>
                </a:cubicBezTo>
                <a:cubicBezTo>
                  <a:pt x="392880" y="120396"/>
                  <a:pt x="390167" y="118652"/>
                  <a:pt x="388021" y="116298"/>
                </a:cubicBezTo>
                <a:cubicBezTo>
                  <a:pt x="385875" y="113943"/>
                  <a:pt x="384295" y="110977"/>
                  <a:pt x="383282" y="107400"/>
                </a:cubicBezTo>
                <a:cubicBezTo>
                  <a:pt x="382268" y="103823"/>
                  <a:pt x="381761" y="99590"/>
                  <a:pt x="381761" y="94701"/>
                </a:cubicBezTo>
                <a:lnTo>
                  <a:pt x="381761" y="53834"/>
                </a:lnTo>
                <a:lnTo>
                  <a:pt x="372193" y="53834"/>
                </a:lnTo>
                <a:cubicBezTo>
                  <a:pt x="371060" y="53834"/>
                  <a:pt x="370196" y="53134"/>
                  <a:pt x="369599" y="51733"/>
                </a:cubicBezTo>
                <a:cubicBezTo>
                  <a:pt x="369003" y="50332"/>
                  <a:pt x="368705" y="47992"/>
                  <a:pt x="368705" y="44713"/>
                </a:cubicBezTo>
                <a:cubicBezTo>
                  <a:pt x="368705" y="42984"/>
                  <a:pt x="368780" y="41523"/>
                  <a:pt x="368929" y="40331"/>
                </a:cubicBezTo>
                <a:cubicBezTo>
                  <a:pt x="369078" y="39138"/>
                  <a:pt x="369301" y="38199"/>
                  <a:pt x="369599" y="37514"/>
                </a:cubicBezTo>
                <a:cubicBezTo>
                  <a:pt x="369898" y="36828"/>
                  <a:pt x="370270" y="36336"/>
                  <a:pt x="370717" y="36038"/>
                </a:cubicBezTo>
                <a:cubicBezTo>
                  <a:pt x="371164" y="35740"/>
                  <a:pt x="371686" y="35591"/>
                  <a:pt x="372282" y="35591"/>
                </a:cubicBezTo>
                <a:lnTo>
                  <a:pt x="381761" y="35591"/>
                </a:lnTo>
                <a:lnTo>
                  <a:pt x="381761" y="17723"/>
                </a:lnTo>
                <a:cubicBezTo>
                  <a:pt x="381761" y="17123"/>
                  <a:pt x="381925" y="16584"/>
                  <a:pt x="382253" y="16105"/>
                </a:cubicBezTo>
                <a:cubicBezTo>
                  <a:pt x="382581" y="15626"/>
                  <a:pt x="383177" y="15223"/>
                  <a:pt x="384042" y="14895"/>
                </a:cubicBezTo>
                <a:cubicBezTo>
                  <a:pt x="384906" y="14565"/>
                  <a:pt x="386069" y="14326"/>
                  <a:pt x="387529" y="14177"/>
                </a:cubicBezTo>
                <a:cubicBezTo>
                  <a:pt x="388990" y="14026"/>
                  <a:pt x="390793" y="13950"/>
                  <a:pt x="392939" y="13950"/>
                </a:cubicBezTo>
                <a:cubicBezTo>
                  <a:pt x="395145" y="13950"/>
                  <a:pt x="396979" y="14026"/>
                  <a:pt x="398439" y="14177"/>
                </a:cubicBezTo>
                <a:cubicBezTo>
                  <a:pt x="399900" y="14326"/>
                  <a:pt x="401047" y="14565"/>
                  <a:pt x="401882" y="14895"/>
                </a:cubicBezTo>
                <a:cubicBezTo>
                  <a:pt x="402717" y="15223"/>
                  <a:pt x="403313" y="15626"/>
                  <a:pt x="403670" y="16105"/>
                </a:cubicBezTo>
                <a:cubicBezTo>
                  <a:pt x="404028" y="16584"/>
                  <a:pt x="404207" y="17123"/>
                  <a:pt x="404207" y="17723"/>
                </a:cubicBezTo>
                <a:lnTo>
                  <a:pt x="404207" y="35591"/>
                </a:lnTo>
                <a:lnTo>
                  <a:pt x="421556" y="35591"/>
                </a:lnTo>
                <a:cubicBezTo>
                  <a:pt x="422152" y="35591"/>
                  <a:pt x="422673" y="35740"/>
                  <a:pt x="423120" y="36038"/>
                </a:cubicBezTo>
                <a:cubicBezTo>
                  <a:pt x="423568" y="36336"/>
                  <a:pt x="423940" y="36828"/>
                  <a:pt x="424238" y="37514"/>
                </a:cubicBezTo>
                <a:cubicBezTo>
                  <a:pt x="424536" y="38199"/>
                  <a:pt x="424760" y="39138"/>
                  <a:pt x="424909" y="40331"/>
                </a:cubicBezTo>
                <a:cubicBezTo>
                  <a:pt x="425058" y="41523"/>
                  <a:pt x="425133" y="42984"/>
                  <a:pt x="425133" y="44713"/>
                </a:cubicBezTo>
                <a:cubicBezTo>
                  <a:pt x="425133" y="47992"/>
                  <a:pt x="424834" y="50332"/>
                  <a:pt x="424238" y="51733"/>
                </a:cubicBezTo>
                <a:cubicBezTo>
                  <a:pt x="423642" y="53134"/>
                  <a:pt x="422778" y="53834"/>
                  <a:pt x="421645" y="53834"/>
                </a:cubicBezTo>
                <a:lnTo>
                  <a:pt x="404207" y="53834"/>
                </a:lnTo>
                <a:lnTo>
                  <a:pt x="404207" y="91236"/>
                </a:lnTo>
                <a:cubicBezTo>
                  <a:pt x="404207" y="95581"/>
                  <a:pt x="404893" y="98839"/>
                  <a:pt x="406264" y="101011"/>
                </a:cubicBezTo>
                <a:cubicBezTo>
                  <a:pt x="407635" y="103184"/>
                  <a:pt x="410079" y="104270"/>
                  <a:pt x="413597" y="104270"/>
                </a:cubicBezTo>
                <a:cubicBezTo>
                  <a:pt x="414789" y="104270"/>
                  <a:pt x="415862" y="104166"/>
                  <a:pt x="416816" y="103957"/>
                </a:cubicBezTo>
                <a:cubicBezTo>
                  <a:pt x="417770" y="103748"/>
                  <a:pt x="418619" y="103510"/>
                  <a:pt x="419365" y="103241"/>
                </a:cubicBezTo>
                <a:cubicBezTo>
                  <a:pt x="420110" y="102973"/>
                  <a:pt x="420736" y="102735"/>
                  <a:pt x="421243" y="102526"/>
                </a:cubicBezTo>
                <a:cubicBezTo>
                  <a:pt x="421749" y="102317"/>
                  <a:pt x="422211" y="102213"/>
                  <a:pt x="422629" y="102213"/>
                </a:cubicBezTo>
                <a:cubicBezTo>
                  <a:pt x="422986" y="102213"/>
                  <a:pt x="423329" y="102317"/>
                  <a:pt x="423657" y="102526"/>
                </a:cubicBezTo>
                <a:cubicBezTo>
                  <a:pt x="423985" y="102735"/>
                  <a:pt x="424238" y="103153"/>
                  <a:pt x="424417" y="103781"/>
                </a:cubicBezTo>
                <a:cubicBezTo>
                  <a:pt x="424596" y="104407"/>
                  <a:pt x="424760" y="105259"/>
                  <a:pt x="424909" y="106338"/>
                </a:cubicBezTo>
                <a:cubicBezTo>
                  <a:pt x="425058" y="107415"/>
                  <a:pt x="425133" y="108791"/>
                  <a:pt x="425133" y="110468"/>
                </a:cubicBezTo>
                <a:close/>
                <a:moveTo>
                  <a:pt x="462262" y="118399"/>
                </a:moveTo>
                <a:cubicBezTo>
                  <a:pt x="462262" y="118995"/>
                  <a:pt x="462083" y="119517"/>
                  <a:pt x="461725" y="119964"/>
                </a:cubicBezTo>
                <a:cubicBezTo>
                  <a:pt x="461368" y="120411"/>
                  <a:pt x="460757" y="120784"/>
                  <a:pt x="459892" y="121082"/>
                </a:cubicBezTo>
                <a:cubicBezTo>
                  <a:pt x="459028" y="121380"/>
                  <a:pt x="457880" y="121603"/>
                  <a:pt x="456449" y="121752"/>
                </a:cubicBezTo>
                <a:cubicBezTo>
                  <a:pt x="455019" y="121902"/>
                  <a:pt x="453200" y="121976"/>
                  <a:pt x="450994" y="121976"/>
                </a:cubicBezTo>
                <a:cubicBezTo>
                  <a:pt x="448789" y="121976"/>
                  <a:pt x="446970" y="121902"/>
                  <a:pt x="445540" y="121752"/>
                </a:cubicBezTo>
                <a:cubicBezTo>
                  <a:pt x="444109" y="121603"/>
                  <a:pt x="442961" y="121380"/>
                  <a:pt x="442097" y="121082"/>
                </a:cubicBezTo>
                <a:cubicBezTo>
                  <a:pt x="441232" y="120784"/>
                  <a:pt x="440621" y="120411"/>
                  <a:pt x="440263" y="119964"/>
                </a:cubicBezTo>
                <a:cubicBezTo>
                  <a:pt x="439906" y="119517"/>
                  <a:pt x="439727" y="118995"/>
                  <a:pt x="439727" y="118399"/>
                </a:cubicBezTo>
                <a:lnTo>
                  <a:pt x="439727" y="38811"/>
                </a:lnTo>
                <a:cubicBezTo>
                  <a:pt x="439727" y="38214"/>
                  <a:pt x="439906" y="37693"/>
                  <a:pt x="440263" y="37246"/>
                </a:cubicBezTo>
                <a:cubicBezTo>
                  <a:pt x="440621" y="36798"/>
                  <a:pt x="441232" y="36411"/>
                  <a:pt x="442097" y="36083"/>
                </a:cubicBezTo>
                <a:cubicBezTo>
                  <a:pt x="442961" y="35755"/>
                  <a:pt x="444109" y="35502"/>
                  <a:pt x="445540" y="35323"/>
                </a:cubicBezTo>
                <a:cubicBezTo>
                  <a:pt x="446970" y="35144"/>
                  <a:pt x="448789" y="35055"/>
                  <a:pt x="450994" y="35055"/>
                </a:cubicBezTo>
                <a:cubicBezTo>
                  <a:pt x="453200" y="35055"/>
                  <a:pt x="455019" y="35144"/>
                  <a:pt x="456449" y="35323"/>
                </a:cubicBezTo>
                <a:cubicBezTo>
                  <a:pt x="457880" y="35502"/>
                  <a:pt x="459028" y="35755"/>
                  <a:pt x="459892" y="36083"/>
                </a:cubicBezTo>
                <a:cubicBezTo>
                  <a:pt x="460757" y="36411"/>
                  <a:pt x="461368" y="36798"/>
                  <a:pt x="461725" y="37246"/>
                </a:cubicBezTo>
                <a:cubicBezTo>
                  <a:pt x="462083" y="37693"/>
                  <a:pt x="462262" y="38214"/>
                  <a:pt x="462262" y="38811"/>
                </a:cubicBezTo>
                <a:lnTo>
                  <a:pt x="462262" y="118399"/>
                </a:lnTo>
                <a:moveTo>
                  <a:pt x="463961" y="11625"/>
                </a:moveTo>
                <a:cubicBezTo>
                  <a:pt x="463961" y="16156"/>
                  <a:pt x="463037" y="19286"/>
                  <a:pt x="461189" y="21015"/>
                </a:cubicBezTo>
                <a:cubicBezTo>
                  <a:pt x="459341" y="22744"/>
                  <a:pt x="455913" y="23608"/>
                  <a:pt x="450905" y="23608"/>
                </a:cubicBezTo>
                <a:cubicBezTo>
                  <a:pt x="445838" y="23608"/>
                  <a:pt x="442425" y="22774"/>
                  <a:pt x="440666" y="21104"/>
                </a:cubicBezTo>
                <a:cubicBezTo>
                  <a:pt x="438907" y="19435"/>
                  <a:pt x="438028" y="16424"/>
                  <a:pt x="438028" y="12072"/>
                </a:cubicBezTo>
                <a:cubicBezTo>
                  <a:pt x="438028" y="7542"/>
                  <a:pt x="438937" y="4397"/>
                  <a:pt x="440755" y="2638"/>
                </a:cubicBezTo>
                <a:cubicBezTo>
                  <a:pt x="442574" y="879"/>
                  <a:pt x="446016" y="0"/>
                  <a:pt x="451084" y="0"/>
                </a:cubicBezTo>
                <a:cubicBezTo>
                  <a:pt x="456092" y="0"/>
                  <a:pt x="459490" y="850"/>
                  <a:pt x="461278" y="2549"/>
                </a:cubicBezTo>
                <a:cubicBezTo>
                  <a:pt x="463067" y="4248"/>
                  <a:pt x="463961" y="7273"/>
                  <a:pt x="463961" y="11625"/>
                </a:cubicBezTo>
                <a:close/>
                <a:moveTo>
                  <a:pt x="558650" y="118396"/>
                </a:moveTo>
                <a:cubicBezTo>
                  <a:pt x="558650" y="118992"/>
                  <a:pt x="558471" y="119515"/>
                  <a:pt x="558114" y="119964"/>
                </a:cubicBezTo>
                <a:cubicBezTo>
                  <a:pt x="557756" y="120411"/>
                  <a:pt x="557160" y="120784"/>
                  <a:pt x="556325" y="121082"/>
                </a:cubicBezTo>
                <a:cubicBezTo>
                  <a:pt x="555491" y="121380"/>
                  <a:pt x="554343" y="121603"/>
                  <a:pt x="552882" y="121752"/>
                </a:cubicBezTo>
                <a:cubicBezTo>
                  <a:pt x="551422" y="121902"/>
                  <a:pt x="549618" y="121976"/>
                  <a:pt x="547472" y="121976"/>
                </a:cubicBezTo>
                <a:cubicBezTo>
                  <a:pt x="545266" y="121976"/>
                  <a:pt x="543433" y="121902"/>
                  <a:pt x="541972" y="121752"/>
                </a:cubicBezTo>
                <a:cubicBezTo>
                  <a:pt x="540512" y="121603"/>
                  <a:pt x="539364" y="121380"/>
                  <a:pt x="538530" y="121082"/>
                </a:cubicBezTo>
                <a:cubicBezTo>
                  <a:pt x="537695" y="120784"/>
                  <a:pt x="537099" y="120411"/>
                  <a:pt x="536741" y="119964"/>
                </a:cubicBezTo>
                <a:cubicBezTo>
                  <a:pt x="536383" y="119517"/>
                  <a:pt x="536205" y="118995"/>
                  <a:pt x="536205" y="118399"/>
                </a:cubicBezTo>
                <a:lnTo>
                  <a:pt x="536205" y="72882"/>
                </a:lnTo>
                <a:cubicBezTo>
                  <a:pt x="536205" y="69006"/>
                  <a:pt x="535921" y="65966"/>
                  <a:pt x="535355" y="63760"/>
                </a:cubicBezTo>
                <a:cubicBezTo>
                  <a:pt x="534789" y="61554"/>
                  <a:pt x="533969" y="59662"/>
                  <a:pt x="532896" y="58082"/>
                </a:cubicBezTo>
                <a:cubicBezTo>
                  <a:pt x="531823" y="56502"/>
                  <a:pt x="530437" y="55280"/>
                  <a:pt x="528738" y="54415"/>
                </a:cubicBezTo>
                <a:cubicBezTo>
                  <a:pt x="527038" y="53551"/>
                  <a:pt x="525056" y="53119"/>
                  <a:pt x="522791" y="53119"/>
                </a:cubicBezTo>
                <a:cubicBezTo>
                  <a:pt x="519929" y="53119"/>
                  <a:pt x="517038" y="54162"/>
                  <a:pt x="514116" y="56248"/>
                </a:cubicBezTo>
                <a:cubicBezTo>
                  <a:pt x="511195" y="58335"/>
                  <a:pt x="508155" y="61376"/>
                  <a:pt x="504995" y="65370"/>
                </a:cubicBezTo>
                <a:lnTo>
                  <a:pt x="504995" y="118399"/>
                </a:lnTo>
                <a:cubicBezTo>
                  <a:pt x="504995" y="118995"/>
                  <a:pt x="504816" y="119517"/>
                  <a:pt x="504459" y="119964"/>
                </a:cubicBezTo>
                <a:cubicBezTo>
                  <a:pt x="504101" y="120411"/>
                  <a:pt x="503490" y="120784"/>
                  <a:pt x="502625" y="121082"/>
                </a:cubicBezTo>
                <a:cubicBezTo>
                  <a:pt x="501761" y="121380"/>
                  <a:pt x="500613" y="121603"/>
                  <a:pt x="499182" y="121752"/>
                </a:cubicBezTo>
                <a:cubicBezTo>
                  <a:pt x="497752" y="121902"/>
                  <a:pt x="495933" y="121976"/>
                  <a:pt x="493728" y="121976"/>
                </a:cubicBezTo>
                <a:cubicBezTo>
                  <a:pt x="491522" y="121976"/>
                  <a:pt x="489703" y="121902"/>
                  <a:pt x="488273" y="121752"/>
                </a:cubicBezTo>
                <a:cubicBezTo>
                  <a:pt x="486842" y="121603"/>
                  <a:pt x="485694" y="121380"/>
                  <a:pt x="484830" y="121082"/>
                </a:cubicBezTo>
                <a:cubicBezTo>
                  <a:pt x="483965" y="120784"/>
                  <a:pt x="483354" y="120411"/>
                  <a:pt x="482996" y="119964"/>
                </a:cubicBezTo>
                <a:cubicBezTo>
                  <a:pt x="482639" y="119517"/>
                  <a:pt x="482460" y="118995"/>
                  <a:pt x="482460" y="118399"/>
                </a:cubicBezTo>
                <a:lnTo>
                  <a:pt x="482460" y="38632"/>
                </a:lnTo>
                <a:cubicBezTo>
                  <a:pt x="482460" y="38036"/>
                  <a:pt x="482609" y="37514"/>
                  <a:pt x="482907" y="37067"/>
                </a:cubicBezTo>
                <a:cubicBezTo>
                  <a:pt x="483205" y="36620"/>
                  <a:pt x="483742" y="36247"/>
                  <a:pt x="484517" y="35949"/>
                </a:cubicBezTo>
                <a:cubicBezTo>
                  <a:pt x="485292" y="35651"/>
                  <a:pt x="486290" y="35427"/>
                  <a:pt x="487512" y="35278"/>
                </a:cubicBezTo>
                <a:cubicBezTo>
                  <a:pt x="488735" y="35129"/>
                  <a:pt x="490270" y="35055"/>
                  <a:pt x="492118" y="35055"/>
                </a:cubicBezTo>
                <a:cubicBezTo>
                  <a:pt x="494026" y="35055"/>
                  <a:pt x="495605" y="35129"/>
                  <a:pt x="496857" y="35278"/>
                </a:cubicBezTo>
                <a:cubicBezTo>
                  <a:pt x="498109" y="35427"/>
                  <a:pt x="499078" y="35651"/>
                  <a:pt x="499764" y="35949"/>
                </a:cubicBezTo>
                <a:cubicBezTo>
                  <a:pt x="500449" y="36247"/>
                  <a:pt x="500941" y="36620"/>
                  <a:pt x="501239" y="37067"/>
                </a:cubicBezTo>
                <a:cubicBezTo>
                  <a:pt x="501537" y="37514"/>
                  <a:pt x="501686" y="38036"/>
                  <a:pt x="501686" y="38632"/>
                </a:cubicBezTo>
                <a:lnTo>
                  <a:pt x="501686" y="47843"/>
                </a:lnTo>
                <a:cubicBezTo>
                  <a:pt x="506098" y="43043"/>
                  <a:pt x="510584" y="39444"/>
                  <a:pt x="515145" y="37044"/>
                </a:cubicBezTo>
                <a:cubicBezTo>
                  <a:pt x="519706" y="34645"/>
                  <a:pt x="524460" y="33445"/>
                  <a:pt x="529408" y="33445"/>
                </a:cubicBezTo>
                <a:cubicBezTo>
                  <a:pt x="534833" y="33445"/>
                  <a:pt x="539409" y="34340"/>
                  <a:pt x="543135" y="36131"/>
                </a:cubicBezTo>
                <a:cubicBezTo>
                  <a:pt x="546861" y="37921"/>
                  <a:pt x="549872" y="40353"/>
                  <a:pt x="552167" y="43427"/>
                </a:cubicBezTo>
                <a:cubicBezTo>
                  <a:pt x="554462" y="46499"/>
                  <a:pt x="556117" y="50095"/>
                  <a:pt x="557130" y="54214"/>
                </a:cubicBezTo>
                <a:cubicBezTo>
                  <a:pt x="558144" y="58331"/>
                  <a:pt x="558650" y="63284"/>
                  <a:pt x="558650" y="69073"/>
                </a:cubicBezTo>
                <a:lnTo>
                  <a:pt x="558650" y="118396"/>
                </a:lnTo>
                <a:close/>
                <a:moveTo>
                  <a:pt x="651271" y="44176"/>
                </a:moveTo>
                <a:cubicBezTo>
                  <a:pt x="651271" y="47038"/>
                  <a:pt x="650943" y="49154"/>
                  <a:pt x="650287" y="50525"/>
                </a:cubicBezTo>
                <a:cubicBezTo>
                  <a:pt x="649632" y="51896"/>
                  <a:pt x="648827" y="52582"/>
                  <a:pt x="647873" y="52582"/>
                </a:cubicBezTo>
                <a:lnTo>
                  <a:pt x="638483" y="52582"/>
                </a:lnTo>
                <a:cubicBezTo>
                  <a:pt x="639795" y="54000"/>
                  <a:pt x="640734" y="55610"/>
                  <a:pt x="641300" y="57414"/>
                </a:cubicBezTo>
                <a:cubicBezTo>
                  <a:pt x="641867" y="59217"/>
                  <a:pt x="642150" y="61094"/>
                  <a:pt x="642150" y="63045"/>
                </a:cubicBezTo>
                <a:cubicBezTo>
                  <a:pt x="642150" y="67695"/>
                  <a:pt x="641375" y="71823"/>
                  <a:pt x="639825" y="75430"/>
                </a:cubicBezTo>
                <a:cubicBezTo>
                  <a:pt x="638275" y="79037"/>
                  <a:pt x="636054" y="82077"/>
                  <a:pt x="633162" y="84552"/>
                </a:cubicBezTo>
                <a:cubicBezTo>
                  <a:pt x="630271" y="87026"/>
                  <a:pt x="626783" y="88904"/>
                  <a:pt x="622700" y="90185"/>
                </a:cubicBezTo>
                <a:cubicBezTo>
                  <a:pt x="618616" y="91467"/>
                  <a:pt x="614070" y="92108"/>
                  <a:pt x="609062" y="92108"/>
                </a:cubicBezTo>
                <a:cubicBezTo>
                  <a:pt x="606499" y="92108"/>
                  <a:pt x="604055" y="91795"/>
                  <a:pt x="601730" y="91169"/>
                </a:cubicBezTo>
                <a:cubicBezTo>
                  <a:pt x="599404" y="90543"/>
                  <a:pt x="597616" y="89813"/>
                  <a:pt x="596364" y="88978"/>
                </a:cubicBezTo>
                <a:cubicBezTo>
                  <a:pt x="595649" y="89753"/>
                  <a:pt x="595008" y="90677"/>
                  <a:pt x="594441" y="91750"/>
                </a:cubicBezTo>
                <a:cubicBezTo>
                  <a:pt x="593875" y="92823"/>
                  <a:pt x="593592" y="94016"/>
                  <a:pt x="593592" y="95327"/>
                </a:cubicBezTo>
                <a:cubicBezTo>
                  <a:pt x="593592" y="97056"/>
                  <a:pt x="594352" y="98472"/>
                  <a:pt x="595872" y="99575"/>
                </a:cubicBezTo>
                <a:cubicBezTo>
                  <a:pt x="597392" y="100678"/>
                  <a:pt x="599524" y="101289"/>
                  <a:pt x="602266" y="101408"/>
                </a:cubicBezTo>
                <a:lnTo>
                  <a:pt x="621671" y="102126"/>
                </a:lnTo>
                <a:cubicBezTo>
                  <a:pt x="626202" y="102305"/>
                  <a:pt x="630241" y="102948"/>
                  <a:pt x="633788" y="104055"/>
                </a:cubicBezTo>
                <a:cubicBezTo>
                  <a:pt x="637336" y="105161"/>
                  <a:pt x="640316" y="106717"/>
                  <a:pt x="642731" y="108722"/>
                </a:cubicBezTo>
                <a:cubicBezTo>
                  <a:pt x="645145" y="110726"/>
                  <a:pt x="646994" y="113134"/>
                  <a:pt x="648275" y="115945"/>
                </a:cubicBezTo>
                <a:cubicBezTo>
                  <a:pt x="649557" y="118757"/>
                  <a:pt x="650198" y="121956"/>
                  <a:pt x="650198" y="125545"/>
                </a:cubicBezTo>
                <a:cubicBezTo>
                  <a:pt x="650198" y="129492"/>
                  <a:pt x="649334" y="133216"/>
                  <a:pt x="647605" y="136714"/>
                </a:cubicBezTo>
                <a:cubicBezTo>
                  <a:pt x="645876" y="140215"/>
                  <a:pt x="643282" y="143252"/>
                  <a:pt x="639825" y="145825"/>
                </a:cubicBezTo>
                <a:cubicBezTo>
                  <a:pt x="636367" y="148397"/>
                  <a:pt x="632030" y="150431"/>
                  <a:pt x="626813" y="151925"/>
                </a:cubicBezTo>
                <a:cubicBezTo>
                  <a:pt x="621597" y="153421"/>
                  <a:pt x="615501" y="154169"/>
                  <a:pt x="608526" y="154169"/>
                </a:cubicBezTo>
                <a:cubicBezTo>
                  <a:pt x="601730" y="154169"/>
                  <a:pt x="595932" y="153632"/>
                  <a:pt x="591133" y="152557"/>
                </a:cubicBezTo>
                <a:cubicBezTo>
                  <a:pt x="586333" y="151482"/>
                  <a:pt x="582399" y="149988"/>
                  <a:pt x="579328" y="148077"/>
                </a:cubicBezTo>
                <a:cubicBezTo>
                  <a:pt x="576258" y="146167"/>
                  <a:pt x="574023" y="143884"/>
                  <a:pt x="572622" y="141228"/>
                </a:cubicBezTo>
                <a:cubicBezTo>
                  <a:pt x="571221" y="138571"/>
                  <a:pt x="570520" y="135661"/>
                  <a:pt x="570520" y="132497"/>
                </a:cubicBezTo>
                <a:cubicBezTo>
                  <a:pt x="570520" y="130526"/>
                  <a:pt x="570773" y="128645"/>
                  <a:pt x="571280" y="126852"/>
                </a:cubicBezTo>
                <a:cubicBezTo>
                  <a:pt x="571787" y="125062"/>
                  <a:pt x="572532" y="123345"/>
                  <a:pt x="573516" y="121702"/>
                </a:cubicBezTo>
                <a:cubicBezTo>
                  <a:pt x="574500" y="120061"/>
                  <a:pt x="575707" y="118494"/>
                  <a:pt x="577138" y="117002"/>
                </a:cubicBezTo>
                <a:cubicBezTo>
                  <a:pt x="578568" y="115509"/>
                  <a:pt x="580208" y="114077"/>
                  <a:pt x="582056" y="112704"/>
                </a:cubicBezTo>
                <a:cubicBezTo>
                  <a:pt x="579492" y="111327"/>
                  <a:pt x="577510" y="109457"/>
                  <a:pt x="576109" y="107095"/>
                </a:cubicBezTo>
                <a:cubicBezTo>
                  <a:pt x="574708" y="104731"/>
                  <a:pt x="574008" y="102142"/>
                  <a:pt x="574008" y="99329"/>
                </a:cubicBezTo>
                <a:cubicBezTo>
                  <a:pt x="574008" y="95799"/>
                  <a:pt x="574813" y="92582"/>
                  <a:pt x="576422" y="89680"/>
                </a:cubicBezTo>
                <a:cubicBezTo>
                  <a:pt x="578032" y="86777"/>
                  <a:pt x="580118" y="84158"/>
                  <a:pt x="582682" y="81824"/>
                </a:cubicBezTo>
                <a:cubicBezTo>
                  <a:pt x="580595" y="79738"/>
                  <a:pt x="578926" y="77234"/>
                  <a:pt x="577674" y="74312"/>
                </a:cubicBezTo>
                <a:cubicBezTo>
                  <a:pt x="576422" y="71391"/>
                  <a:pt x="575796" y="67755"/>
                  <a:pt x="575796" y="63402"/>
                </a:cubicBezTo>
                <a:cubicBezTo>
                  <a:pt x="575796" y="58752"/>
                  <a:pt x="576616" y="54594"/>
                  <a:pt x="578255" y="50928"/>
                </a:cubicBezTo>
                <a:cubicBezTo>
                  <a:pt x="579895" y="47261"/>
                  <a:pt x="582175" y="44161"/>
                  <a:pt x="585096" y="41627"/>
                </a:cubicBezTo>
                <a:cubicBezTo>
                  <a:pt x="588018" y="39094"/>
                  <a:pt x="591505" y="37156"/>
                  <a:pt x="595559" y="35815"/>
                </a:cubicBezTo>
                <a:cubicBezTo>
                  <a:pt x="599613" y="34473"/>
                  <a:pt x="604084" y="33803"/>
                  <a:pt x="608973" y="33803"/>
                </a:cubicBezTo>
                <a:cubicBezTo>
                  <a:pt x="611477" y="33803"/>
                  <a:pt x="613876" y="33960"/>
                  <a:pt x="616172" y="34275"/>
                </a:cubicBezTo>
                <a:cubicBezTo>
                  <a:pt x="618467" y="34588"/>
                  <a:pt x="620598" y="35027"/>
                  <a:pt x="622566" y="35591"/>
                </a:cubicBezTo>
                <a:lnTo>
                  <a:pt x="647873" y="35591"/>
                </a:lnTo>
                <a:cubicBezTo>
                  <a:pt x="648886" y="35591"/>
                  <a:pt x="649706" y="36247"/>
                  <a:pt x="650332" y="37559"/>
                </a:cubicBezTo>
                <a:cubicBezTo>
                  <a:pt x="650958" y="38870"/>
                  <a:pt x="651271" y="41076"/>
                  <a:pt x="651271" y="44176"/>
                </a:cubicBezTo>
                <a:moveTo>
                  <a:pt x="622387" y="62911"/>
                </a:moveTo>
                <a:cubicBezTo>
                  <a:pt x="622387" y="58633"/>
                  <a:pt x="621194" y="55306"/>
                  <a:pt x="618810" y="52929"/>
                </a:cubicBezTo>
                <a:cubicBezTo>
                  <a:pt x="616425" y="50551"/>
                  <a:pt x="613057" y="49363"/>
                  <a:pt x="608705" y="49363"/>
                </a:cubicBezTo>
                <a:cubicBezTo>
                  <a:pt x="606499" y="49363"/>
                  <a:pt x="604561" y="49734"/>
                  <a:pt x="602892" y="50478"/>
                </a:cubicBezTo>
                <a:cubicBezTo>
                  <a:pt x="601223" y="51219"/>
                  <a:pt x="599837" y="52229"/>
                  <a:pt x="598734" y="53507"/>
                </a:cubicBezTo>
                <a:cubicBezTo>
                  <a:pt x="597631" y="54785"/>
                  <a:pt x="596811" y="56271"/>
                  <a:pt x="596275" y="57964"/>
                </a:cubicBezTo>
                <a:cubicBezTo>
                  <a:pt x="595738" y="59658"/>
                  <a:pt x="595470" y="61426"/>
                  <a:pt x="595470" y="63268"/>
                </a:cubicBezTo>
                <a:cubicBezTo>
                  <a:pt x="595470" y="67307"/>
                  <a:pt x="596662" y="70501"/>
                  <a:pt x="599047" y="72848"/>
                </a:cubicBezTo>
                <a:cubicBezTo>
                  <a:pt x="601431" y="75195"/>
                  <a:pt x="604740" y="76369"/>
                  <a:pt x="608973" y="76369"/>
                </a:cubicBezTo>
                <a:cubicBezTo>
                  <a:pt x="611238" y="76369"/>
                  <a:pt x="613206" y="76013"/>
                  <a:pt x="614875" y="75302"/>
                </a:cubicBezTo>
                <a:cubicBezTo>
                  <a:pt x="616544" y="74588"/>
                  <a:pt x="617930" y="73607"/>
                  <a:pt x="619033" y="72359"/>
                </a:cubicBezTo>
                <a:cubicBezTo>
                  <a:pt x="620136" y="71111"/>
                  <a:pt x="620971" y="69670"/>
                  <a:pt x="621537" y="68036"/>
                </a:cubicBezTo>
                <a:cubicBezTo>
                  <a:pt x="622104" y="66402"/>
                  <a:pt x="622387" y="64694"/>
                  <a:pt x="622387" y="62911"/>
                </a:cubicBezTo>
                <a:moveTo>
                  <a:pt x="627663" y="126702"/>
                </a:moveTo>
                <a:cubicBezTo>
                  <a:pt x="627663" y="123996"/>
                  <a:pt x="626590" y="121923"/>
                  <a:pt x="624444" y="120481"/>
                </a:cubicBezTo>
                <a:cubicBezTo>
                  <a:pt x="622297" y="119037"/>
                  <a:pt x="619346" y="118255"/>
                  <a:pt x="615590" y="118134"/>
                </a:cubicBezTo>
                <a:lnTo>
                  <a:pt x="599583" y="117684"/>
                </a:lnTo>
                <a:cubicBezTo>
                  <a:pt x="598033" y="118826"/>
                  <a:pt x="596796" y="119923"/>
                  <a:pt x="595872" y="120976"/>
                </a:cubicBezTo>
                <a:cubicBezTo>
                  <a:pt x="594948" y="122028"/>
                  <a:pt x="594203" y="123035"/>
                  <a:pt x="593637" y="123996"/>
                </a:cubicBezTo>
                <a:cubicBezTo>
                  <a:pt x="593070" y="124960"/>
                  <a:pt x="592698" y="125892"/>
                  <a:pt x="592519" y="126794"/>
                </a:cubicBezTo>
                <a:cubicBezTo>
                  <a:pt x="592340" y="127696"/>
                  <a:pt x="592250" y="128627"/>
                  <a:pt x="592250" y="129588"/>
                </a:cubicBezTo>
                <a:cubicBezTo>
                  <a:pt x="592250" y="132595"/>
                  <a:pt x="593756" y="134880"/>
                  <a:pt x="596766" y="136443"/>
                </a:cubicBezTo>
                <a:cubicBezTo>
                  <a:pt x="599777" y="138006"/>
                  <a:pt x="604025" y="138788"/>
                  <a:pt x="609510" y="138788"/>
                </a:cubicBezTo>
                <a:cubicBezTo>
                  <a:pt x="612908" y="138788"/>
                  <a:pt x="615769" y="138442"/>
                  <a:pt x="618094" y="137751"/>
                </a:cubicBezTo>
                <a:cubicBezTo>
                  <a:pt x="620419" y="137060"/>
                  <a:pt x="622297" y="136142"/>
                  <a:pt x="623728" y="134999"/>
                </a:cubicBezTo>
                <a:cubicBezTo>
                  <a:pt x="625159" y="133857"/>
                  <a:pt x="626172" y="132579"/>
                  <a:pt x="626769" y="131164"/>
                </a:cubicBezTo>
                <a:cubicBezTo>
                  <a:pt x="627365" y="129752"/>
                  <a:pt x="627663" y="128265"/>
                  <a:pt x="627663" y="126702"/>
                </a:cubicBez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" name="Text token">
            <a:extLst xmlns:a="http://schemas.openxmlformats.org/drawingml/2006/main">
              <a:ext uri="{FF2B5EF4-FFF2-40B4-BE49-F238E27FC236}">
                <a16:creationId xmlns:a16="http://schemas.microsoft.com/office/drawing/2014/main" id="{D61F2F55-D311-4915-9A35-CEAA136F3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2879" y="6125857"/>
            <a:ext cx="420400" cy="126626"/>
          </a:xfrm>
          <a:custGeom xmlns:a="http://schemas.openxmlformats.org/drawingml/2006/main">
            <a:pathLst>
              <a:path w="420400" h="126626">
                <a:moveTo>
                  <a:pt x="56427" y="113509"/>
                </a:moveTo>
                <a:cubicBezTo>
                  <a:pt x="56427" y="116145"/>
                  <a:pt x="56263" y="118167"/>
                  <a:pt x="55935" y="119576"/>
                </a:cubicBezTo>
                <a:cubicBezTo>
                  <a:pt x="55608" y="120982"/>
                  <a:pt x="55175" y="121970"/>
                  <a:pt x="54639" y="122541"/>
                </a:cubicBezTo>
                <a:cubicBezTo>
                  <a:pt x="54102" y="123109"/>
                  <a:pt x="53312" y="123617"/>
                  <a:pt x="52269" y="124066"/>
                </a:cubicBezTo>
                <a:cubicBezTo>
                  <a:pt x="51226" y="124515"/>
                  <a:pt x="50004" y="124905"/>
                  <a:pt x="48603" y="125234"/>
                </a:cubicBezTo>
                <a:cubicBezTo>
                  <a:pt x="47202" y="125564"/>
                  <a:pt x="45681" y="125819"/>
                  <a:pt x="44042" y="125997"/>
                </a:cubicBezTo>
                <a:cubicBezTo>
                  <a:pt x="42402" y="126178"/>
                  <a:pt x="40748" y="126268"/>
                  <a:pt x="39079" y="126268"/>
                </a:cubicBezTo>
                <a:cubicBezTo>
                  <a:pt x="34608" y="126268"/>
                  <a:pt x="30732" y="125702"/>
                  <a:pt x="27454" y="124569"/>
                </a:cubicBezTo>
                <a:cubicBezTo>
                  <a:pt x="24175" y="123437"/>
                  <a:pt x="21462" y="121693"/>
                  <a:pt x="19316" y="119338"/>
                </a:cubicBezTo>
                <a:cubicBezTo>
                  <a:pt x="17170" y="116983"/>
                  <a:pt x="15590" y="114017"/>
                  <a:pt x="14576" y="110440"/>
                </a:cubicBezTo>
                <a:cubicBezTo>
                  <a:pt x="13563" y="106863"/>
                  <a:pt x="13056" y="102630"/>
                  <a:pt x="13056" y="97742"/>
                </a:cubicBezTo>
                <a:lnTo>
                  <a:pt x="13056" y="56874"/>
                </a:lnTo>
                <a:lnTo>
                  <a:pt x="3488" y="56874"/>
                </a:lnTo>
                <a:cubicBezTo>
                  <a:pt x="2355" y="56874"/>
                  <a:pt x="1490" y="56174"/>
                  <a:pt x="894" y="54773"/>
                </a:cubicBezTo>
                <a:cubicBezTo>
                  <a:pt x="298" y="53372"/>
                  <a:pt x="0" y="51032"/>
                  <a:pt x="0" y="47753"/>
                </a:cubicBezTo>
                <a:cubicBezTo>
                  <a:pt x="0" y="46024"/>
                  <a:pt x="75" y="44564"/>
                  <a:pt x="224" y="43371"/>
                </a:cubicBezTo>
                <a:cubicBezTo>
                  <a:pt x="373" y="42179"/>
                  <a:pt x="596" y="41240"/>
                  <a:pt x="894" y="40554"/>
                </a:cubicBezTo>
                <a:cubicBezTo>
                  <a:pt x="1192" y="39869"/>
                  <a:pt x="1565" y="39377"/>
                  <a:pt x="2012" y="39079"/>
                </a:cubicBezTo>
                <a:cubicBezTo>
                  <a:pt x="2459" y="38781"/>
                  <a:pt x="2981" y="38632"/>
                  <a:pt x="3577" y="38632"/>
                </a:cubicBezTo>
                <a:lnTo>
                  <a:pt x="13056" y="38632"/>
                </a:lnTo>
                <a:lnTo>
                  <a:pt x="13056" y="20763"/>
                </a:lnTo>
                <a:cubicBezTo>
                  <a:pt x="13056" y="20164"/>
                  <a:pt x="13220" y="19624"/>
                  <a:pt x="13548" y="19145"/>
                </a:cubicBezTo>
                <a:cubicBezTo>
                  <a:pt x="13876" y="18667"/>
                  <a:pt x="14472" y="18263"/>
                  <a:pt x="15336" y="17935"/>
                </a:cubicBezTo>
                <a:cubicBezTo>
                  <a:pt x="16201" y="17606"/>
                  <a:pt x="17363" y="17366"/>
                  <a:pt x="18824" y="17217"/>
                </a:cubicBezTo>
                <a:cubicBezTo>
                  <a:pt x="20285" y="17066"/>
                  <a:pt x="22088" y="16991"/>
                  <a:pt x="24234" y="16991"/>
                </a:cubicBezTo>
                <a:cubicBezTo>
                  <a:pt x="26440" y="16991"/>
                  <a:pt x="28273" y="17066"/>
                  <a:pt x="29734" y="17217"/>
                </a:cubicBezTo>
                <a:cubicBezTo>
                  <a:pt x="31195" y="17366"/>
                  <a:pt x="32342" y="17606"/>
                  <a:pt x="33177" y="17935"/>
                </a:cubicBezTo>
                <a:cubicBezTo>
                  <a:pt x="34011" y="18263"/>
                  <a:pt x="34608" y="18667"/>
                  <a:pt x="34965" y="19145"/>
                </a:cubicBezTo>
                <a:cubicBezTo>
                  <a:pt x="35323" y="19624"/>
                  <a:pt x="35502" y="20164"/>
                  <a:pt x="35502" y="20763"/>
                </a:cubicBezTo>
                <a:lnTo>
                  <a:pt x="35502" y="38632"/>
                </a:lnTo>
                <a:lnTo>
                  <a:pt x="52850" y="38632"/>
                </a:lnTo>
                <a:cubicBezTo>
                  <a:pt x="53446" y="38632"/>
                  <a:pt x="53968" y="38781"/>
                  <a:pt x="54415" y="39079"/>
                </a:cubicBezTo>
                <a:cubicBezTo>
                  <a:pt x="54862" y="39377"/>
                  <a:pt x="55235" y="39869"/>
                  <a:pt x="55533" y="40554"/>
                </a:cubicBezTo>
                <a:cubicBezTo>
                  <a:pt x="55831" y="41240"/>
                  <a:pt x="56055" y="42179"/>
                  <a:pt x="56204" y="43371"/>
                </a:cubicBezTo>
                <a:cubicBezTo>
                  <a:pt x="56353" y="44564"/>
                  <a:pt x="56427" y="46024"/>
                  <a:pt x="56427" y="47753"/>
                </a:cubicBezTo>
                <a:cubicBezTo>
                  <a:pt x="56427" y="51032"/>
                  <a:pt x="56129" y="53372"/>
                  <a:pt x="55533" y="54773"/>
                </a:cubicBezTo>
                <a:cubicBezTo>
                  <a:pt x="54937" y="56174"/>
                  <a:pt x="54072" y="56874"/>
                  <a:pt x="52940" y="56874"/>
                </a:cubicBezTo>
                <a:lnTo>
                  <a:pt x="35502" y="56874"/>
                </a:lnTo>
                <a:lnTo>
                  <a:pt x="35502" y="94277"/>
                </a:lnTo>
                <a:cubicBezTo>
                  <a:pt x="35502" y="98621"/>
                  <a:pt x="36187" y="101880"/>
                  <a:pt x="37559" y="104052"/>
                </a:cubicBezTo>
                <a:cubicBezTo>
                  <a:pt x="38930" y="106224"/>
                  <a:pt x="41374" y="107310"/>
                  <a:pt x="44891" y="107310"/>
                </a:cubicBezTo>
                <a:cubicBezTo>
                  <a:pt x="46084" y="107310"/>
                  <a:pt x="47157" y="107206"/>
                  <a:pt x="48111" y="106997"/>
                </a:cubicBezTo>
                <a:cubicBezTo>
                  <a:pt x="49065" y="106789"/>
                  <a:pt x="49914" y="106550"/>
                  <a:pt x="50659" y="106282"/>
                </a:cubicBezTo>
                <a:cubicBezTo>
                  <a:pt x="51405" y="106014"/>
                  <a:pt x="52031" y="105775"/>
                  <a:pt x="52537" y="105566"/>
                </a:cubicBezTo>
                <a:cubicBezTo>
                  <a:pt x="53044" y="105358"/>
                  <a:pt x="53506" y="105254"/>
                  <a:pt x="53923" y="105254"/>
                </a:cubicBezTo>
                <a:cubicBezTo>
                  <a:pt x="54281" y="105254"/>
                  <a:pt x="54624" y="105358"/>
                  <a:pt x="54952" y="105566"/>
                </a:cubicBezTo>
                <a:cubicBezTo>
                  <a:pt x="55280" y="105775"/>
                  <a:pt x="55533" y="106193"/>
                  <a:pt x="55712" y="106821"/>
                </a:cubicBezTo>
                <a:cubicBezTo>
                  <a:pt x="55891" y="107447"/>
                  <a:pt x="56055" y="108300"/>
                  <a:pt x="56204" y="109378"/>
                </a:cubicBezTo>
                <a:cubicBezTo>
                  <a:pt x="56353" y="110455"/>
                  <a:pt x="56427" y="111832"/>
                  <a:pt x="56427" y="113509"/>
                </a:cubicBezTo>
                <a:close/>
                <a:moveTo>
                  <a:pt x="151683" y="80748"/>
                </a:moveTo>
                <a:cubicBezTo>
                  <a:pt x="151683" y="87559"/>
                  <a:pt x="150789" y="93773"/>
                  <a:pt x="149000" y="99388"/>
                </a:cubicBezTo>
                <a:cubicBezTo>
                  <a:pt x="147212" y="105003"/>
                  <a:pt x="144499" y="109841"/>
                  <a:pt x="140862" y="113903"/>
                </a:cubicBezTo>
                <a:cubicBezTo>
                  <a:pt x="137226" y="117964"/>
                  <a:pt x="132665" y="121100"/>
                  <a:pt x="127180" y="123312"/>
                </a:cubicBezTo>
                <a:cubicBezTo>
                  <a:pt x="121696" y="125521"/>
                  <a:pt x="115287" y="126626"/>
                  <a:pt x="107954" y="126626"/>
                </a:cubicBezTo>
                <a:cubicBezTo>
                  <a:pt x="100860" y="126626"/>
                  <a:pt x="94689" y="125641"/>
                  <a:pt x="89443" y="123670"/>
                </a:cubicBezTo>
                <a:cubicBezTo>
                  <a:pt x="84197" y="121698"/>
                  <a:pt x="79845" y="118831"/>
                  <a:pt x="76387" y="115068"/>
                </a:cubicBezTo>
                <a:cubicBezTo>
                  <a:pt x="72929" y="111305"/>
                  <a:pt x="70366" y="106675"/>
                  <a:pt x="68696" y="101179"/>
                </a:cubicBezTo>
                <a:cubicBezTo>
                  <a:pt x="67027" y="95683"/>
                  <a:pt x="66192" y="89411"/>
                  <a:pt x="66192" y="82363"/>
                </a:cubicBezTo>
                <a:cubicBezTo>
                  <a:pt x="66192" y="75552"/>
                  <a:pt x="67102" y="69324"/>
                  <a:pt x="68920" y="63679"/>
                </a:cubicBezTo>
                <a:cubicBezTo>
                  <a:pt x="70738" y="58034"/>
                  <a:pt x="73466" y="53196"/>
                  <a:pt x="77102" y="49164"/>
                </a:cubicBezTo>
                <a:cubicBezTo>
                  <a:pt x="80739" y="45133"/>
                  <a:pt x="85285" y="42012"/>
                  <a:pt x="90740" y="39803"/>
                </a:cubicBezTo>
                <a:cubicBezTo>
                  <a:pt x="96195" y="37591"/>
                  <a:pt x="102588" y="36485"/>
                  <a:pt x="109921" y="36485"/>
                </a:cubicBezTo>
                <a:cubicBezTo>
                  <a:pt x="117075" y="36485"/>
                  <a:pt x="123276" y="37456"/>
                  <a:pt x="128522" y="39397"/>
                </a:cubicBezTo>
                <a:cubicBezTo>
                  <a:pt x="133768" y="41339"/>
                  <a:pt x="138105" y="44191"/>
                  <a:pt x="141533" y="47954"/>
                </a:cubicBezTo>
                <a:cubicBezTo>
                  <a:pt x="144961" y="51718"/>
                  <a:pt x="147510" y="56347"/>
                  <a:pt x="149179" y="61843"/>
                </a:cubicBezTo>
                <a:cubicBezTo>
                  <a:pt x="150848" y="67339"/>
                  <a:pt x="151683" y="73641"/>
                  <a:pt x="151683" y="80748"/>
                </a:cubicBezTo>
                <a:moveTo>
                  <a:pt x="128522" y="81645"/>
                </a:moveTo>
                <a:cubicBezTo>
                  <a:pt x="128522" y="77711"/>
                  <a:pt x="128209" y="74089"/>
                  <a:pt x="127583" y="70780"/>
                </a:cubicBezTo>
                <a:cubicBezTo>
                  <a:pt x="126957" y="67471"/>
                  <a:pt x="125899" y="64595"/>
                  <a:pt x="124408" y="62151"/>
                </a:cubicBezTo>
                <a:cubicBezTo>
                  <a:pt x="122918" y="59706"/>
                  <a:pt x="120936" y="57799"/>
                  <a:pt x="118461" y="56427"/>
                </a:cubicBezTo>
                <a:cubicBezTo>
                  <a:pt x="115987" y="55056"/>
                  <a:pt x="112872" y="54371"/>
                  <a:pt x="109117" y="54371"/>
                </a:cubicBezTo>
                <a:cubicBezTo>
                  <a:pt x="105778" y="54371"/>
                  <a:pt x="102857" y="54982"/>
                  <a:pt x="100353" y="56204"/>
                </a:cubicBezTo>
                <a:cubicBezTo>
                  <a:pt x="97849" y="57426"/>
                  <a:pt x="95792" y="59214"/>
                  <a:pt x="94183" y="61569"/>
                </a:cubicBezTo>
                <a:cubicBezTo>
                  <a:pt x="92573" y="63924"/>
                  <a:pt x="91366" y="66756"/>
                  <a:pt x="90561" y="70065"/>
                </a:cubicBezTo>
                <a:cubicBezTo>
                  <a:pt x="89756" y="73373"/>
                  <a:pt x="89354" y="77144"/>
                  <a:pt x="89354" y="81377"/>
                </a:cubicBezTo>
                <a:cubicBezTo>
                  <a:pt x="89354" y="85312"/>
                  <a:pt x="89681" y="88933"/>
                  <a:pt x="90337" y="92242"/>
                </a:cubicBezTo>
                <a:cubicBezTo>
                  <a:pt x="90993" y="95551"/>
                  <a:pt x="92051" y="98427"/>
                  <a:pt x="93512" y="100872"/>
                </a:cubicBezTo>
                <a:cubicBezTo>
                  <a:pt x="94972" y="103316"/>
                  <a:pt x="96955" y="105209"/>
                  <a:pt x="99459" y="106550"/>
                </a:cubicBezTo>
                <a:cubicBezTo>
                  <a:pt x="101963" y="107892"/>
                  <a:pt x="105063" y="108562"/>
                  <a:pt x="108759" y="108562"/>
                </a:cubicBezTo>
                <a:cubicBezTo>
                  <a:pt x="112157" y="108562"/>
                  <a:pt x="115108" y="107951"/>
                  <a:pt x="117612" y="106729"/>
                </a:cubicBezTo>
                <a:cubicBezTo>
                  <a:pt x="120116" y="105507"/>
                  <a:pt x="122173" y="103733"/>
                  <a:pt x="123782" y="101408"/>
                </a:cubicBezTo>
                <a:cubicBezTo>
                  <a:pt x="125392" y="99083"/>
                  <a:pt x="126584" y="96266"/>
                  <a:pt x="127359" y="92958"/>
                </a:cubicBezTo>
                <a:cubicBezTo>
                  <a:pt x="128134" y="89649"/>
                  <a:pt x="128522" y="85878"/>
                  <a:pt x="128522" y="81645"/>
                </a:cubicBezTo>
                <a:close/>
                <a:moveTo>
                  <a:pt x="242831" y="121529"/>
                </a:moveTo>
                <a:cubicBezTo>
                  <a:pt x="242831" y="122125"/>
                  <a:pt x="242667" y="122647"/>
                  <a:pt x="242339" y="123094"/>
                </a:cubicBezTo>
                <a:cubicBezTo>
                  <a:pt x="242011" y="123541"/>
                  <a:pt x="241415" y="123899"/>
                  <a:pt x="240551" y="124167"/>
                </a:cubicBezTo>
                <a:cubicBezTo>
                  <a:pt x="239686" y="124435"/>
                  <a:pt x="238509" y="124644"/>
                  <a:pt x="237018" y="124793"/>
                </a:cubicBezTo>
                <a:cubicBezTo>
                  <a:pt x="235528" y="124942"/>
                  <a:pt x="233591" y="125016"/>
                  <a:pt x="231206" y="125016"/>
                </a:cubicBezTo>
                <a:cubicBezTo>
                  <a:pt x="228762" y="125016"/>
                  <a:pt x="226779" y="124957"/>
                  <a:pt x="225259" y="124838"/>
                </a:cubicBezTo>
                <a:cubicBezTo>
                  <a:pt x="223739" y="124718"/>
                  <a:pt x="222487" y="124525"/>
                  <a:pt x="221503" y="124256"/>
                </a:cubicBezTo>
                <a:cubicBezTo>
                  <a:pt x="220520" y="123988"/>
                  <a:pt x="219759" y="123615"/>
                  <a:pt x="219223" y="123139"/>
                </a:cubicBezTo>
                <a:cubicBezTo>
                  <a:pt x="218686" y="122662"/>
                  <a:pt x="218209" y="122036"/>
                  <a:pt x="217792" y="121261"/>
                </a:cubicBezTo>
                <a:lnTo>
                  <a:pt x="191233" y="79231"/>
                </a:lnTo>
                <a:lnTo>
                  <a:pt x="191233" y="121439"/>
                </a:lnTo>
                <a:cubicBezTo>
                  <a:pt x="191233" y="122036"/>
                  <a:pt x="191054" y="122557"/>
                  <a:pt x="190696" y="123004"/>
                </a:cubicBezTo>
                <a:cubicBezTo>
                  <a:pt x="190338" y="123452"/>
                  <a:pt x="189727" y="123824"/>
                  <a:pt x="188863" y="124122"/>
                </a:cubicBezTo>
                <a:cubicBezTo>
                  <a:pt x="187999" y="124420"/>
                  <a:pt x="186851" y="124644"/>
                  <a:pt x="185420" y="124793"/>
                </a:cubicBezTo>
                <a:cubicBezTo>
                  <a:pt x="183989" y="124942"/>
                  <a:pt x="182171" y="125016"/>
                  <a:pt x="179965" y="125016"/>
                </a:cubicBezTo>
                <a:cubicBezTo>
                  <a:pt x="177759" y="125016"/>
                  <a:pt x="175941" y="124942"/>
                  <a:pt x="174510" y="124793"/>
                </a:cubicBezTo>
                <a:cubicBezTo>
                  <a:pt x="173079" y="124644"/>
                  <a:pt x="171932" y="124420"/>
                  <a:pt x="171067" y="124122"/>
                </a:cubicBezTo>
                <a:cubicBezTo>
                  <a:pt x="170203" y="123824"/>
                  <a:pt x="169592" y="123452"/>
                  <a:pt x="169234" y="123004"/>
                </a:cubicBezTo>
                <a:cubicBezTo>
                  <a:pt x="168876" y="122557"/>
                  <a:pt x="168698" y="122036"/>
                  <a:pt x="168698" y="121439"/>
                </a:cubicBezTo>
                <a:lnTo>
                  <a:pt x="168698" y="3845"/>
                </a:lnTo>
                <a:cubicBezTo>
                  <a:pt x="168698" y="3249"/>
                  <a:pt x="168876" y="2713"/>
                  <a:pt x="169234" y="2236"/>
                </a:cubicBezTo>
                <a:cubicBezTo>
                  <a:pt x="169592" y="1759"/>
                  <a:pt x="170203" y="1356"/>
                  <a:pt x="171067" y="1028"/>
                </a:cubicBezTo>
                <a:cubicBezTo>
                  <a:pt x="171932" y="701"/>
                  <a:pt x="173079" y="447"/>
                  <a:pt x="174510" y="268"/>
                </a:cubicBezTo>
                <a:cubicBezTo>
                  <a:pt x="175941" y="89"/>
                  <a:pt x="177759" y="0"/>
                  <a:pt x="179965" y="0"/>
                </a:cubicBezTo>
                <a:cubicBezTo>
                  <a:pt x="182171" y="0"/>
                  <a:pt x="183989" y="89"/>
                  <a:pt x="185420" y="268"/>
                </a:cubicBezTo>
                <a:cubicBezTo>
                  <a:pt x="186851" y="447"/>
                  <a:pt x="187999" y="701"/>
                  <a:pt x="188863" y="1028"/>
                </a:cubicBezTo>
                <a:cubicBezTo>
                  <a:pt x="189727" y="1356"/>
                  <a:pt x="190338" y="1759"/>
                  <a:pt x="190696" y="2236"/>
                </a:cubicBezTo>
                <a:cubicBezTo>
                  <a:pt x="191054" y="2713"/>
                  <a:pt x="191233" y="3249"/>
                  <a:pt x="191233" y="3845"/>
                </a:cubicBezTo>
                <a:lnTo>
                  <a:pt x="191233" y="73865"/>
                </a:lnTo>
                <a:lnTo>
                  <a:pt x="214841" y="42119"/>
                </a:lnTo>
                <a:cubicBezTo>
                  <a:pt x="215318" y="41404"/>
                  <a:pt x="215854" y="40778"/>
                  <a:pt x="216451" y="40241"/>
                </a:cubicBezTo>
                <a:cubicBezTo>
                  <a:pt x="217047" y="39705"/>
                  <a:pt x="217837" y="39287"/>
                  <a:pt x="218820" y="38989"/>
                </a:cubicBezTo>
                <a:cubicBezTo>
                  <a:pt x="219804" y="38691"/>
                  <a:pt x="221026" y="38468"/>
                  <a:pt x="222487" y="38319"/>
                </a:cubicBezTo>
                <a:cubicBezTo>
                  <a:pt x="223947" y="38170"/>
                  <a:pt x="225811" y="38095"/>
                  <a:pt x="228076" y="38095"/>
                </a:cubicBezTo>
                <a:cubicBezTo>
                  <a:pt x="230282" y="38095"/>
                  <a:pt x="232145" y="38170"/>
                  <a:pt x="233665" y="38319"/>
                </a:cubicBezTo>
                <a:cubicBezTo>
                  <a:pt x="235185" y="38468"/>
                  <a:pt x="236407" y="38691"/>
                  <a:pt x="237331" y="38989"/>
                </a:cubicBezTo>
                <a:cubicBezTo>
                  <a:pt x="238256" y="39287"/>
                  <a:pt x="238896" y="39660"/>
                  <a:pt x="239254" y="40107"/>
                </a:cubicBezTo>
                <a:cubicBezTo>
                  <a:pt x="239612" y="40554"/>
                  <a:pt x="239791" y="41106"/>
                  <a:pt x="239791" y="41762"/>
                </a:cubicBezTo>
                <a:cubicBezTo>
                  <a:pt x="239791" y="42656"/>
                  <a:pt x="239567" y="43610"/>
                  <a:pt x="239120" y="44623"/>
                </a:cubicBezTo>
                <a:cubicBezTo>
                  <a:pt x="238673" y="45637"/>
                  <a:pt x="238002" y="46710"/>
                  <a:pt x="237108" y="47843"/>
                </a:cubicBezTo>
                <a:lnTo>
                  <a:pt x="213768" y="74312"/>
                </a:lnTo>
                <a:lnTo>
                  <a:pt x="240774" y="116074"/>
                </a:lnTo>
                <a:cubicBezTo>
                  <a:pt x="241490" y="117266"/>
                  <a:pt x="242011" y="118295"/>
                  <a:pt x="242339" y="119159"/>
                </a:cubicBezTo>
                <a:cubicBezTo>
                  <a:pt x="242667" y="120024"/>
                  <a:pt x="242831" y="120813"/>
                  <a:pt x="242831" y="121529"/>
                </a:cubicBezTo>
                <a:close/>
                <a:moveTo>
                  <a:pt x="326324" y="79217"/>
                </a:moveTo>
                <a:cubicBezTo>
                  <a:pt x="326324" y="81965"/>
                  <a:pt x="325713" y="83995"/>
                  <a:pt x="324491" y="85309"/>
                </a:cubicBezTo>
                <a:cubicBezTo>
                  <a:pt x="323269" y="86622"/>
                  <a:pt x="321585" y="87279"/>
                  <a:pt x="319439" y="87279"/>
                </a:cubicBezTo>
                <a:lnTo>
                  <a:pt x="270881" y="87279"/>
                </a:lnTo>
                <a:cubicBezTo>
                  <a:pt x="270881" y="90690"/>
                  <a:pt x="271283" y="93788"/>
                  <a:pt x="272088" y="96571"/>
                </a:cubicBezTo>
                <a:cubicBezTo>
                  <a:pt x="272893" y="99354"/>
                  <a:pt x="274175" y="101719"/>
                  <a:pt x="275933" y="103666"/>
                </a:cubicBezTo>
                <a:cubicBezTo>
                  <a:pt x="277692" y="105611"/>
                  <a:pt x="279957" y="107092"/>
                  <a:pt x="282730" y="108110"/>
                </a:cubicBezTo>
                <a:cubicBezTo>
                  <a:pt x="285502" y="109127"/>
                  <a:pt x="288825" y="109635"/>
                  <a:pt x="292701" y="109635"/>
                </a:cubicBezTo>
                <a:cubicBezTo>
                  <a:pt x="296635" y="109635"/>
                  <a:pt x="300093" y="109348"/>
                  <a:pt x="303074" y="108772"/>
                </a:cubicBezTo>
                <a:cubicBezTo>
                  <a:pt x="306055" y="108196"/>
                  <a:pt x="308633" y="107560"/>
                  <a:pt x="310809" y="106863"/>
                </a:cubicBezTo>
                <a:cubicBezTo>
                  <a:pt x="312985" y="106166"/>
                  <a:pt x="314789" y="105530"/>
                  <a:pt x="316219" y="104954"/>
                </a:cubicBezTo>
                <a:cubicBezTo>
                  <a:pt x="317650" y="104379"/>
                  <a:pt x="318813" y="104091"/>
                  <a:pt x="319707" y="104091"/>
                </a:cubicBezTo>
                <a:cubicBezTo>
                  <a:pt x="320244" y="104091"/>
                  <a:pt x="320691" y="104196"/>
                  <a:pt x="321048" y="104407"/>
                </a:cubicBezTo>
                <a:cubicBezTo>
                  <a:pt x="321406" y="104615"/>
                  <a:pt x="321704" y="104990"/>
                  <a:pt x="321943" y="105530"/>
                </a:cubicBezTo>
                <a:cubicBezTo>
                  <a:pt x="322181" y="106069"/>
                  <a:pt x="322345" y="106832"/>
                  <a:pt x="322434" y="107822"/>
                </a:cubicBezTo>
                <a:cubicBezTo>
                  <a:pt x="322524" y="108811"/>
                  <a:pt x="322569" y="110055"/>
                  <a:pt x="322569" y="111552"/>
                </a:cubicBezTo>
                <a:cubicBezTo>
                  <a:pt x="322569" y="112871"/>
                  <a:pt x="322539" y="113996"/>
                  <a:pt x="322479" y="114925"/>
                </a:cubicBezTo>
                <a:cubicBezTo>
                  <a:pt x="322420" y="115853"/>
                  <a:pt x="322330" y="116647"/>
                  <a:pt x="322211" y="117306"/>
                </a:cubicBezTo>
                <a:cubicBezTo>
                  <a:pt x="322092" y="117966"/>
                  <a:pt x="321913" y="118521"/>
                  <a:pt x="321674" y="118972"/>
                </a:cubicBezTo>
                <a:cubicBezTo>
                  <a:pt x="321436" y="119421"/>
                  <a:pt x="321123" y="119855"/>
                  <a:pt x="320735" y="120274"/>
                </a:cubicBezTo>
                <a:cubicBezTo>
                  <a:pt x="320348" y="120693"/>
                  <a:pt x="319290" y="121261"/>
                  <a:pt x="317561" y="121976"/>
                </a:cubicBezTo>
                <a:cubicBezTo>
                  <a:pt x="315832" y="122691"/>
                  <a:pt x="313626" y="123392"/>
                  <a:pt x="310943" y="124078"/>
                </a:cubicBezTo>
                <a:cubicBezTo>
                  <a:pt x="308261" y="124763"/>
                  <a:pt x="305190" y="125359"/>
                  <a:pt x="301733" y="125866"/>
                </a:cubicBezTo>
                <a:cubicBezTo>
                  <a:pt x="298275" y="126373"/>
                  <a:pt x="294579" y="126626"/>
                  <a:pt x="290644" y="126626"/>
                </a:cubicBezTo>
                <a:cubicBezTo>
                  <a:pt x="283549" y="126626"/>
                  <a:pt x="277334" y="125730"/>
                  <a:pt x="271999" y="123938"/>
                </a:cubicBezTo>
                <a:cubicBezTo>
                  <a:pt x="266663" y="122146"/>
                  <a:pt x="262207" y="119427"/>
                  <a:pt x="258630" y="115783"/>
                </a:cubicBezTo>
                <a:cubicBezTo>
                  <a:pt x="255053" y="112139"/>
                  <a:pt x="252385" y="107540"/>
                  <a:pt x="250626" y="101987"/>
                </a:cubicBezTo>
                <a:cubicBezTo>
                  <a:pt x="248867" y="96431"/>
                  <a:pt x="247988" y="89920"/>
                  <a:pt x="247988" y="82453"/>
                </a:cubicBezTo>
                <a:cubicBezTo>
                  <a:pt x="247988" y="75344"/>
                  <a:pt x="248912" y="68937"/>
                  <a:pt x="250760" y="63232"/>
                </a:cubicBezTo>
                <a:cubicBezTo>
                  <a:pt x="252608" y="57527"/>
                  <a:pt x="255291" y="52689"/>
                  <a:pt x="258808" y="48717"/>
                </a:cubicBezTo>
                <a:cubicBezTo>
                  <a:pt x="262326" y="44743"/>
                  <a:pt x="266603" y="41711"/>
                  <a:pt x="271641" y="39621"/>
                </a:cubicBezTo>
                <a:cubicBezTo>
                  <a:pt x="276679" y="37531"/>
                  <a:pt x="282357" y="36485"/>
                  <a:pt x="288676" y="36485"/>
                </a:cubicBezTo>
                <a:cubicBezTo>
                  <a:pt x="295354" y="36485"/>
                  <a:pt x="301062" y="37471"/>
                  <a:pt x="305801" y="39442"/>
                </a:cubicBezTo>
                <a:cubicBezTo>
                  <a:pt x="310541" y="41413"/>
                  <a:pt x="314431" y="44145"/>
                  <a:pt x="317471" y="47638"/>
                </a:cubicBezTo>
                <a:cubicBezTo>
                  <a:pt x="320512" y="51132"/>
                  <a:pt x="322747" y="55268"/>
                  <a:pt x="324178" y="60046"/>
                </a:cubicBezTo>
                <a:cubicBezTo>
                  <a:pt x="325609" y="64823"/>
                  <a:pt x="326324" y="70019"/>
                  <a:pt x="326324" y="75634"/>
                </a:cubicBezTo>
                <a:lnTo>
                  <a:pt x="326324" y="79217"/>
                </a:lnTo>
                <a:moveTo>
                  <a:pt x="304505" y="72792"/>
                </a:moveTo>
                <a:cubicBezTo>
                  <a:pt x="304684" y="66445"/>
                  <a:pt x="303417" y="61460"/>
                  <a:pt x="300704" y="57839"/>
                </a:cubicBezTo>
                <a:cubicBezTo>
                  <a:pt x="297992" y="54215"/>
                  <a:pt x="293803" y="52403"/>
                  <a:pt x="288140" y="52403"/>
                </a:cubicBezTo>
                <a:cubicBezTo>
                  <a:pt x="285278" y="52403"/>
                  <a:pt x="282789" y="52943"/>
                  <a:pt x="280673" y="54021"/>
                </a:cubicBezTo>
                <a:cubicBezTo>
                  <a:pt x="278556" y="55098"/>
                  <a:pt x="276798" y="56550"/>
                  <a:pt x="275397" y="58378"/>
                </a:cubicBezTo>
                <a:cubicBezTo>
                  <a:pt x="273996" y="60204"/>
                  <a:pt x="272923" y="62359"/>
                  <a:pt x="272177" y="64844"/>
                </a:cubicBezTo>
                <a:cubicBezTo>
                  <a:pt x="271432" y="67328"/>
                  <a:pt x="271000" y="69977"/>
                  <a:pt x="270881" y="72792"/>
                </a:cubicBezTo>
                <a:lnTo>
                  <a:pt x="304505" y="72792"/>
                </a:lnTo>
                <a:close/>
                <a:moveTo>
                  <a:pt x="420400" y="121437"/>
                </a:moveTo>
                <a:cubicBezTo>
                  <a:pt x="420400" y="122033"/>
                  <a:pt x="420221" y="122555"/>
                  <a:pt x="419864" y="123004"/>
                </a:cubicBezTo>
                <a:cubicBezTo>
                  <a:pt x="419506" y="123452"/>
                  <a:pt x="418910" y="123824"/>
                  <a:pt x="418075" y="124122"/>
                </a:cubicBezTo>
                <a:cubicBezTo>
                  <a:pt x="417240" y="124420"/>
                  <a:pt x="416093" y="124644"/>
                  <a:pt x="414632" y="124793"/>
                </a:cubicBezTo>
                <a:cubicBezTo>
                  <a:pt x="413172" y="124942"/>
                  <a:pt x="411368" y="125016"/>
                  <a:pt x="409222" y="125016"/>
                </a:cubicBezTo>
                <a:cubicBezTo>
                  <a:pt x="407016" y="125016"/>
                  <a:pt x="405183" y="124942"/>
                  <a:pt x="403722" y="124793"/>
                </a:cubicBezTo>
                <a:cubicBezTo>
                  <a:pt x="402262" y="124644"/>
                  <a:pt x="401114" y="124420"/>
                  <a:pt x="400279" y="124122"/>
                </a:cubicBezTo>
                <a:cubicBezTo>
                  <a:pt x="399445" y="123824"/>
                  <a:pt x="398849" y="123452"/>
                  <a:pt x="398491" y="123004"/>
                </a:cubicBezTo>
                <a:cubicBezTo>
                  <a:pt x="398133" y="122557"/>
                  <a:pt x="397954" y="122036"/>
                  <a:pt x="397954" y="121439"/>
                </a:cubicBezTo>
                <a:lnTo>
                  <a:pt x="397954" y="75922"/>
                </a:lnTo>
                <a:cubicBezTo>
                  <a:pt x="397954" y="72047"/>
                  <a:pt x="397671" y="69006"/>
                  <a:pt x="397105" y="66801"/>
                </a:cubicBezTo>
                <a:cubicBezTo>
                  <a:pt x="396538" y="64595"/>
                  <a:pt x="395719" y="62702"/>
                  <a:pt x="394646" y="61122"/>
                </a:cubicBezTo>
                <a:cubicBezTo>
                  <a:pt x="393573" y="59542"/>
                  <a:pt x="392186" y="58320"/>
                  <a:pt x="390487" y="57456"/>
                </a:cubicBezTo>
                <a:cubicBezTo>
                  <a:pt x="388788" y="56591"/>
                  <a:pt x="386806" y="56159"/>
                  <a:pt x="384541" y="56159"/>
                </a:cubicBezTo>
                <a:cubicBezTo>
                  <a:pt x="381679" y="56159"/>
                  <a:pt x="378788" y="57202"/>
                  <a:pt x="375866" y="59289"/>
                </a:cubicBezTo>
                <a:cubicBezTo>
                  <a:pt x="372945" y="61376"/>
                  <a:pt x="369905" y="64416"/>
                  <a:pt x="366745" y="68410"/>
                </a:cubicBezTo>
                <a:lnTo>
                  <a:pt x="366745" y="121439"/>
                </a:lnTo>
                <a:cubicBezTo>
                  <a:pt x="366745" y="122036"/>
                  <a:pt x="366566" y="122557"/>
                  <a:pt x="366208" y="123004"/>
                </a:cubicBezTo>
                <a:cubicBezTo>
                  <a:pt x="365851" y="123452"/>
                  <a:pt x="365240" y="123824"/>
                  <a:pt x="364375" y="124122"/>
                </a:cubicBezTo>
                <a:cubicBezTo>
                  <a:pt x="363511" y="124420"/>
                  <a:pt x="362363" y="124644"/>
                  <a:pt x="360932" y="124793"/>
                </a:cubicBezTo>
                <a:cubicBezTo>
                  <a:pt x="359502" y="124942"/>
                  <a:pt x="357683" y="125016"/>
                  <a:pt x="355477" y="125016"/>
                </a:cubicBezTo>
                <a:cubicBezTo>
                  <a:pt x="353272" y="125016"/>
                  <a:pt x="351453" y="124942"/>
                  <a:pt x="350022" y="124793"/>
                </a:cubicBezTo>
                <a:cubicBezTo>
                  <a:pt x="348592" y="124644"/>
                  <a:pt x="347444" y="124420"/>
                  <a:pt x="346580" y="124122"/>
                </a:cubicBezTo>
                <a:cubicBezTo>
                  <a:pt x="345715" y="123824"/>
                  <a:pt x="345104" y="123452"/>
                  <a:pt x="344746" y="123004"/>
                </a:cubicBezTo>
                <a:cubicBezTo>
                  <a:pt x="344389" y="122557"/>
                  <a:pt x="344210" y="122036"/>
                  <a:pt x="344210" y="121439"/>
                </a:cubicBezTo>
                <a:lnTo>
                  <a:pt x="344210" y="41672"/>
                </a:lnTo>
                <a:cubicBezTo>
                  <a:pt x="344210" y="41076"/>
                  <a:pt x="344359" y="40554"/>
                  <a:pt x="344657" y="40107"/>
                </a:cubicBezTo>
                <a:cubicBezTo>
                  <a:pt x="344955" y="39660"/>
                  <a:pt x="345492" y="39287"/>
                  <a:pt x="346267" y="38989"/>
                </a:cubicBezTo>
                <a:cubicBezTo>
                  <a:pt x="347042" y="38691"/>
                  <a:pt x="348040" y="38468"/>
                  <a:pt x="349262" y="38319"/>
                </a:cubicBezTo>
                <a:cubicBezTo>
                  <a:pt x="350484" y="38170"/>
                  <a:pt x="352020" y="38095"/>
                  <a:pt x="353868" y="38095"/>
                </a:cubicBezTo>
                <a:cubicBezTo>
                  <a:pt x="355775" y="38095"/>
                  <a:pt x="357355" y="38170"/>
                  <a:pt x="358607" y="38319"/>
                </a:cubicBezTo>
                <a:cubicBezTo>
                  <a:pt x="359859" y="38468"/>
                  <a:pt x="360828" y="38691"/>
                  <a:pt x="361514" y="38989"/>
                </a:cubicBezTo>
                <a:cubicBezTo>
                  <a:pt x="362199" y="39287"/>
                  <a:pt x="362691" y="39660"/>
                  <a:pt x="362989" y="40107"/>
                </a:cubicBezTo>
                <a:cubicBezTo>
                  <a:pt x="363287" y="40554"/>
                  <a:pt x="363436" y="41076"/>
                  <a:pt x="363436" y="41672"/>
                </a:cubicBezTo>
                <a:lnTo>
                  <a:pt x="363436" y="50883"/>
                </a:lnTo>
                <a:cubicBezTo>
                  <a:pt x="367848" y="46084"/>
                  <a:pt x="372334" y="42484"/>
                  <a:pt x="376895" y="40085"/>
                </a:cubicBezTo>
                <a:cubicBezTo>
                  <a:pt x="381455" y="37685"/>
                  <a:pt x="386210" y="36485"/>
                  <a:pt x="391158" y="36485"/>
                </a:cubicBezTo>
                <a:cubicBezTo>
                  <a:pt x="396583" y="36485"/>
                  <a:pt x="401159" y="37381"/>
                  <a:pt x="404885" y="39171"/>
                </a:cubicBezTo>
                <a:cubicBezTo>
                  <a:pt x="408611" y="40961"/>
                  <a:pt x="411622" y="43394"/>
                  <a:pt x="413917" y="46468"/>
                </a:cubicBezTo>
                <a:cubicBezTo>
                  <a:pt x="416212" y="49540"/>
                  <a:pt x="417866" y="53135"/>
                  <a:pt x="418880" y="57255"/>
                </a:cubicBezTo>
                <a:cubicBezTo>
                  <a:pt x="419893" y="61372"/>
                  <a:pt x="420400" y="66325"/>
                  <a:pt x="420400" y="72113"/>
                </a:cubicBezTo>
                <a:lnTo>
                  <a:pt x="420400" y="121437"/>
                </a:lnTo>
                <a:close/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D0B078-C110-4598-B35E-B6ED40558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813" y="5557599"/>
            <a:ext cx="421229" cy="347971"/>
          </a:xfrm>
          <a:custGeom xmlns:a="http://schemas.openxmlformats.org/drawingml/2006/main">
            <a:pathLst>
              <a:path w="421229" h="347971">
                <a:moveTo>
                  <a:pt x="0" y="58606"/>
                </a:moveTo>
                <a:cubicBezTo>
                  <a:pt x="153" y="26464"/>
                  <a:pt x="26006" y="610"/>
                  <a:pt x="58606" y="0"/>
                </a:cubicBezTo>
                <a:lnTo>
                  <a:pt x="362623" y="0"/>
                </a:lnTo>
                <a:cubicBezTo>
                  <a:pt x="394764" y="610"/>
                  <a:pt x="420618" y="26464"/>
                  <a:pt x="421229" y="58606"/>
                </a:cubicBezTo>
                <a:lnTo>
                  <a:pt x="421229" y="289366"/>
                </a:lnTo>
                <a:cubicBezTo>
                  <a:pt x="420618" y="321202"/>
                  <a:pt x="394764" y="347056"/>
                  <a:pt x="362623" y="347971"/>
                </a:cubicBezTo>
                <a:lnTo>
                  <a:pt x="58606" y="347971"/>
                </a:lnTo>
                <a:cubicBezTo>
                  <a:pt x="26006" y="347056"/>
                  <a:pt x="153" y="321202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9852B5-8518-458B-890B-AD24063A2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335" y="5550578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20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15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Text He">
            <a:extLst xmlns:a="http://schemas.openxmlformats.org/drawingml/2006/main">
              <a:ext uri="{FF2B5EF4-FFF2-40B4-BE49-F238E27FC236}">
                <a16:creationId xmlns:a16="http://schemas.microsoft.com/office/drawing/2014/main" id="{1965A59E-775D-46EC-A49A-FED76026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020" y="5657130"/>
            <a:ext cx="211200" cy="138207"/>
          </a:xfrm>
          <a:custGeom xmlns:a="http://schemas.openxmlformats.org/drawingml/2006/main">
            <a:pathLst>
              <a:path w="211200" h="138207">
                <a:moveTo>
                  <a:pt x="97582" y="133390"/>
                </a:moveTo>
                <a:cubicBezTo>
                  <a:pt x="97582" y="133949"/>
                  <a:pt x="97443" y="134437"/>
                  <a:pt x="97164" y="134856"/>
                </a:cubicBezTo>
                <a:cubicBezTo>
                  <a:pt x="96884" y="135275"/>
                  <a:pt x="96396" y="135607"/>
                  <a:pt x="95698" y="135851"/>
                </a:cubicBezTo>
                <a:cubicBezTo>
                  <a:pt x="95000" y="136095"/>
                  <a:pt x="94075" y="136305"/>
                  <a:pt x="92923" y="136479"/>
                </a:cubicBezTo>
                <a:cubicBezTo>
                  <a:pt x="91771" y="136654"/>
                  <a:pt x="90358" y="136741"/>
                  <a:pt x="88683" y="136741"/>
                </a:cubicBezTo>
                <a:cubicBezTo>
                  <a:pt x="86868" y="136741"/>
                  <a:pt x="85402" y="136654"/>
                  <a:pt x="84285" y="136479"/>
                </a:cubicBezTo>
                <a:cubicBezTo>
                  <a:pt x="83168" y="136305"/>
                  <a:pt x="82261" y="136095"/>
                  <a:pt x="81563" y="135851"/>
                </a:cubicBezTo>
                <a:cubicBezTo>
                  <a:pt x="80865" y="135607"/>
                  <a:pt x="80376" y="135275"/>
                  <a:pt x="80097" y="134856"/>
                </a:cubicBezTo>
                <a:cubicBezTo>
                  <a:pt x="79818" y="134437"/>
                  <a:pt x="79678" y="133949"/>
                  <a:pt x="79678" y="133390"/>
                </a:cubicBezTo>
                <a:lnTo>
                  <a:pt x="79678" y="73291"/>
                </a:lnTo>
                <a:lnTo>
                  <a:pt x="18009" y="73291"/>
                </a:lnTo>
                <a:lnTo>
                  <a:pt x="18009" y="133390"/>
                </a:lnTo>
                <a:cubicBezTo>
                  <a:pt x="18009" y="133949"/>
                  <a:pt x="17869" y="134437"/>
                  <a:pt x="17590" y="134856"/>
                </a:cubicBezTo>
                <a:cubicBezTo>
                  <a:pt x="17311" y="135275"/>
                  <a:pt x="16822" y="135607"/>
                  <a:pt x="16124" y="135851"/>
                </a:cubicBezTo>
                <a:cubicBezTo>
                  <a:pt x="15426" y="136095"/>
                  <a:pt x="14501" y="136305"/>
                  <a:pt x="13350" y="136479"/>
                </a:cubicBezTo>
                <a:cubicBezTo>
                  <a:pt x="12198" y="136654"/>
                  <a:pt x="10749" y="136741"/>
                  <a:pt x="9004" y="136741"/>
                </a:cubicBezTo>
                <a:cubicBezTo>
                  <a:pt x="7329" y="136741"/>
                  <a:pt x="5898" y="136654"/>
                  <a:pt x="4712" y="136479"/>
                </a:cubicBezTo>
                <a:cubicBezTo>
                  <a:pt x="3525" y="136305"/>
                  <a:pt x="2583" y="136095"/>
                  <a:pt x="1885" y="135851"/>
                </a:cubicBezTo>
                <a:cubicBezTo>
                  <a:pt x="1187" y="135607"/>
                  <a:pt x="698" y="135275"/>
                  <a:pt x="419" y="134856"/>
                </a:cubicBezTo>
                <a:cubicBezTo>
                  <a:pt x="140" y="134437"/>
                  <a:pt x="0" y="133949"/>
                  <a:pt x="0" y="133390"/>
                </a:cubicBezTo>
                <a:lnTo>
                  <a:pt x="0" y="3350"/>
                </a:lnTo>
                <a:cubicBezTo>
                  <a:pt x="0" y="2792"/>
                  <a:pt x="140" y="2303"/>
                  <a:pt x="419" y="1885"/>
                </a:cubicBezTo>
                <a:cubicBezTo>
                  <a:pt x="698" y="1466"/>
                  <a:pt x="1187" y="1134"/>
                  <a:pt x="1885" y="890"/>
                </a:cubicBezTo>
                <a:cubicBezTo>
                  <a:pt x="2583" y="646"/>
                  <a:pt x="3525" y="436"/>
                  <a:pt x="4712" y="262"/>
                </a:cubicBezTo>
                <a:cubicBezTo>
                  <a:pt x="5898" y="87"/>
                  <a:pt x="7329" y="0"/>
                  <a:pt x="9004" y="0"/>
                </a:cubicBezTo>
                <a:cubicBezTo>
                  <a:pt x="10749" y="0"/>
                  <a:pt x="12198" y="87"/>
                  <a:pt x="13350" y="262"/>
                </a:cubicBezTo>
                <a:cubicBezTo>
                  <a:pt x="14501" y="436"/>
                  <a:pt x="15426" y="646"/>
                  <a:pt x="16124" y="890"/>
                </a:cubicBezTo>
                <a:cubicBezTo>
                  <a:pt x="16822" y="1134"/>
                  <a:pt x="17311" y="1466"/>
                  <a:pt x="17590" y="1885"/>
                </a:cubicBezTo>
                <a:cubicBezTo>
                  <a:pt x="17869" y="2303"/>
                  <a:pt x="18009" y="2792"/>
                  <a:pt x="18009" y="3350"/>
                </a:cubicBezTo>
                <a:lnTo>
                  <a:pt x="18009" y="57586"/>
                </a:lnTo>
                <a:lnTo>
                  <a:pt x="79678" y="57586"/>
                </a:lnTo>
                <a:lnTo>
                  <a:pt x="79678" y="3350"/>
                </a:lnTo>
                <a:cubicBezTo>
                  <a:pt x="79678" y="2792"/>
                  <a:pt x="79818" y="2303"/>
                  <a:pt x="80097" y="1885"/>
                </a:cubicBezTo>
                <a:cubicBezTo>
                  <a:pt x="80376" y="1466"/>
                  <a:pt x="80865" y="1134"/>
                  <a:pt x="81563" y="890"/>
                </a:cubicBezTo>
                <a:cubicBezTo>
                  <a:pt x="82261" y="646"/>
                  <a:pt x="83168" y="436"/>
                  <a:pt x="84285" y="262"/>
                </a:cubicBezTo>
                <a:cubicBezTo>
                  <a:pt x="85402" y="87"/>
                  <a:pt x="86868" y="0"/>
                  <a:pt x="88683" y="0"/>
                </a:cubicBezTo>
                <a:cubicBezTo>
                  <a:pt x="90358" y="0"/>
                  <a:pt x="91771" y="87"/>
                  <a:pt x="92923" y="262"/>
                </a:cubicBezTo>
                <a:cubicBezTo>
                  <a:pt x="94075" y="436"/>
                  <a:pt x="95000" y="646"/>
                  <a:pt x="95698" y="890"/>
                </a:cubicBezTo>
                <a:cubicBezTo>
                  <a:pt x="96396" y="1134"/>
                  <a:pt x="96884" y="1466"/>
                  <a:pt x="97164" y="1885"/>
                </a:cubicBezTo>
                <a:cubicBezTo>
                  <a:pt x="97443" y="2303"/>
                  <a:pt x="97582" y="2792"/>
                  <a:pt x="97582" y="3350"/>
                </a:cubicBezTo>
                <a:lnTo>
                  <a:pt x="97582" y="133390"/>
                </a:lnTo>
                <a:close/>
                <a:moveTo>
                  <a:pt x="211200" y="82296"/>
                </a:moveTo>
                <a:cubicBezTo>
                  <a:pt x="211200" y="85018"/>
                  <a:pt x="210520" y="86955"/>
                  <a:pt x="209159" y="88107"/>
                </a:cubicBezTo>
                <a:cubicBezTo>
                  <a:pt x="207798" y="89258"/>
                  <a:pt x="206245" y="89834"/>
                  <a:pt x="204500" y="89834"/>
                </a:cubicBezTo>
                <a:lnTo>
                  <a:pt x="142725" y="89834"/>
                </a:lnTo>
                <a:cubicBezTo>
                  <a:pt x="142725" y="95085"/>
                  <a:pt x="143249" y="99810"/>
                  <a:pt x="144296" y="104012"/>
                </a:cubicBezTo>
                <a:cubicBezTo>
                  <a:pt x="145343" y="108213"/>
                  <a:pt x="147088" y="111819"/>
                  <a:pt x="149531" y="114829"/>
                </a:cubicBezTo>
                <a:cubicBezTo>
                  <a:pt x="151974" y="117839"/>
                  <a:pt x="155150" y="120150"/>
                  <a:pt x="159059" y="121762"/>
                </a:cubicBezTo>
                <a:cubicBezTo>
                  <a:pt x="162968" y="123372"/>
                  <a:pt x="167749" y="124177"/>
                  <a:pt x="173403" y="124177"/>
                </a:cubicBezTo>
                <a:cubicBezTo>
                  <a:pt x="177870" y="124177"/>
                  <a:pt x="181849" y="123810"/>
                  <a:pt x="185339" y="123077"/>
                </a:cubicBezTo>
                <a:cubicBezTo>
                  <a:pt x="188829" y="122344"/>
                  <a:pt x="191848" y="121524"/>
                  <a:pt x="194396" y="120617"/>
                </a:cubicBezTo>
                <a:cubicBezTo>
                  <a:pt x="196944" y="119709"/>
                  <a:pt x="199038" y="118889"/>
                  <a:pt x="200678" y="118156"/>
                </a:cubicBezTo>
                <a:cubicBezTo>
                  <a:pt x="202318" y="117423"/>
                  <a:pt x="203557" y="117057"/>
                  <a:pt x="204395" y="117057"/>
                </a:cubicBezTo>
                <a:cubicBezTo>
                  <a:pt x="204883" y="117057"/>
                  <a:pt x="205320" y="117179"/>
                  <a:pt x="205704" y="117423"/>
                </a:cubicBezTo>
                <a:cubicBezTo>
                  <a:pt x="206088" y="117668"/>
                  <a:pt x="206384" y="118034"/>
                  <a:pt x="206594" y="118523"/>
                </a:cubicBezTo>
                <a:cubicBezTo>
                  <a:pt x="206803" y="119011"/>
                  <a:pt x="206960" y="119692"/>
                  <a:pt x="207065" y="120564"/>
                </a:cubicBezTo>
                <a:cubicBezTo>
                  <a:pt x="207169" y="121437"/>
                  <a:pt x="207222" y="122501"/>
                  <a:pt x="207222" y="123758"/>
                </a:cubicBezTo>
                <a:cubicBezTo>
                  <a:pt x="207222" y="124665"/>
                  <a:pt x="207187" y="125451"/>
                  <a:pt x="207117" y="126114"/>
                </a:cubicBezTo>
                <a:cubicBezTo>
                  <a:pt x="207047" y="126777"/>
                  <a:pt x="206960" y="127370"/>
                  <a:pt x="206855" y="127894"/>
                </a:cubicBezTo>
                <a:cubicBezTo>
                  <a:pt x="206751" y="128417"/>
                  <a:pt x="206576" y="128888"/>
                  <a:pt x="206332" y="129307"/>
                </a:cubicBezTo>
                <a:cubicBezTo>
                  <a:pt x="206088" y="129726"/>
                  <a:pt x="205773" y="130127"/>
                  <a:pt x="205390" y="130511"/>
                </a:cubicBezTo>
                <a:cubicBezTo>
                  <a:pt x="205006" y="130895"/>
                  <a:pt x="203871" y="131523"/>
                  <a:pt x="201987" y="132396"/>
                </a:cubicBezTo>
                <a:cubicBezTo>
                  <a:pt x="200102" y="133268"/>
                  <a:pt x="197659" y="134123"/>
                  <a:pt x="194658" y="134961"/>
                </a:cubicBezTo>
                <a:cubicBezTo>
                  <a:pt x="191656" y="135799"/>
                  <a:pt x="188183" y="136549"/>
                  <a:pt x="184240" y="137212"/>
                </a:cubicBezTo>
                <a:cubicBezTo>
                  <a:pt x="180296" y="137875"/>
                  <a:pt x="176090" y="138207"/>
                  <a:pt x="171623" y="138207"/>
                </a:cubicBezTo>
                <a:cubicBezTo>
                  <a:pt x="163875" y="138207"/>
                  <a:pt x="157087" y="137124"/>
                  <a:pt x="151259" y="134958"/>
                </a:cubicBezTo>
                <a:cubicBezTo>
                  <a:pt x="145430" y="132792"/>
                  <a:pt x="140527" y="129578"/>
                  <a:pt x="136548" y="125315"/>
                </a:cubicBezTo>
                <a:cubicBezTo>
                  <a:pt x="132569" y="121053"/>
                  <a:pt x="129568" y="115708"/>
                  <a:pt x="127544" y="109279"/>
                </a:cubicBezTo>
                <a:cubicBezTo>
                  <a:pt x="125519" y="102851"/>
                  <a:pt x="124507" y="95375"/>
                  <a:pt x="124507" y="86850"/>
                </a:cubicBezTo>
                <a:cubicBezTo>
                  <a:pt x="124507" y="78745"/>
                  <a:pt x="125554" y="71460"/>
                  <a:pt x="127648" y="64997"/>
                </a:cubicBezTo>
                <a:cubicBezTo>
                  <a:pt x="129742" y="58534"/>
                  <a:pt x="132761" y="53049"/>
                  <a:pt x="136705" y="48542"/>
                </a:cubicBezTo>
                <a:cubicBezTo>
                  <a:pt x="140649" y="44036"/>
                  <a:pt x="145413" y="40577"/>
                  <a:pt x="150997" y="38167"/>
                </a:cubicBezTo>
                <a:cubicBezTo>
                  <a:pt x="156581" y="35757"/>
                  <a:pt x="162828" y="34552"/>
                  <a:pt x="169738" y="34552"/>
                </a:cubicBezTo>
                <a:cubicBezTo>
                  <a:pt x="177137" y="34552"/>
                  <a:pt x="183437" y="35738"/>
                  <a:pt x="188637" y="38112"/>
                </a:cubicBezTo>
                <a:cubicBezTo>
                  <a:pt x="193837" y="40485"/>
                  <a:pt x="198113" y="43678"/>
                  <a:pt x="201463" y="47692"/>
                </a:cubicBezTo>
                <a:cubicBezTo>
                  <a:pt x="204814" y="51705"/>
                  <a:pt x="207274" y="56417"/>
                  <a:pt x="208845" y="61827"/>
                </a:cubicBezTo>
                <a:cubicBezTo>
                  <a:pt x="210415" y="67236"/>
                  <a:pt x="211200" y="73012"/>
                  <a:pt x="211200" y="79155"/>
                </a:cubicBezTo>
                <a:lnTo>
                  <a:pt x="211200" y="82296"/>
                </a:lnTo>
                <a:moveTo>
                  <a:pt x="193820" y="77061"/>
                </a:moveTo>
                <a:cubicBezTo>
                  <a:pt x="194029" y="68052"/>
                  <a:pt x="192023" y="60983"/>
                  <a:pt x="187800" y="55855"/>
                </a:cubicBezTo>
                <a:cubicBezTo>
                  <a:pt x="183577" y="50727"/>
                  <a:pt x="177312" y="48163"/>
                  <a:pt x="169006" y="48163"/>
                </a:cubicBezTo>
                <a:cubicBezTo>
                  <a:pt x="164748" y="48163"/>
                  <a:pt x="161013" y="48960"/>
                  <a:pt x="157802" y="50555"/>
                </a:cubicBezTo>
                <a:cubicBezTo>
                  <a:pt x="154592" y="52147"/>
                  <a:pt x="151904" y="54261"/>
                  <a:pt x="149740" y="56896"/>
                </a:cubicBezTo>
                <a:cubicBezTo>
                  <a:pt x="147577" y="59529"/>
                  <a:pt x="145901" y="62595"/>
                  <a:pt x="144715" y="66096"/>
                </a:cubicBezTo>
                <a:cubicBezTo>
                  <a:pt x="143528" y="69595"/>
                  <a:pt x="142865" y="73250"/>
                  <a:pt x="142725" y="77061"/>
                </a:cubicBezTo>
                <a:lnTo>
                  <a:pt x="193820" y="770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1D3E09-4794-43F8-ABF9-F487D35DA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288" y="5556683"/>
            <a:ext cx="421229" cy="347056"/>
          </a:xfrm>
          <a:custGeom xmlns:a="http://schemas.openxmlformats.org/drawingml/2006/main">
            <a:pathLst>
              <a:path w="421229" h="347056">
                <a:moveTo>
                  <a:pt x="0" y="57690"/>
                </a:moveTo>
                <a:cubicBezTo>
                  <a:pt x="610" y="25854"/>
                  <a:pt x="26464" y="0"/>
                  <a:pt x="58606" y="916"/>
                </a:cubicBezTo>
                <a:lnTo>
                  <a:pt x="362623" y="916"/>
                </a:lnTo>
                <a:cubicBezTo>
                  <a:pt x="395222" y="0"/>
                  <a:pt x="421076" y="25854"/>
                  <a:pt x="421229" y="57690"/>
                </a:cubicBezTo>
                <a:lnTo>
                  <a:pt x="421229" y="288450"/>
                </a:lnTo>
                <a:cubicBezTo>
                  <a:pt x="421076" y="320592"/>
                  <a:pt x="395222" y="346445"/>
                  <a:pt x="362623" y="347056"/>
                </a:cubicBezTo>
                <a:lnTo>
                  <a:pt x="58606" y="347056"/>
                </a:lnTo>
                <a:cubicBezTo>
                  <a:pt x="26464" y="346445"/>
                  <a:pt x="610" y="320592"/>
                  <a:pt x="0" y="288450"/>
                </a:cubicBezTo>
                <a:lnTo>
                  <a:pt x="0" y="57690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0BB28C-898A-4FF8-A03F-1C8CCD41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267" y="5549052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50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55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35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30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55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50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F86062-B339-46BD-99E0-02BFF6F15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153" y="5535622"/>
            <a:ext cx="479834" cy="369949"/>
          </a:xfrm>
          <a:custGeom xmlns:a="http://schemas.openxmlformats.org/drawingml/2006/main">
            <a:pathLst>
              <a:path w="479834" h="369949">
                <a:moveTo>
                  <a:pt x="0" y="0"/>
                </a:moveTo>
                <a:lnTo>
                  <a:pt x="479834" y="0"/>
                </a:lnTo>
                <a:lnTo>
                  <a:pt x="479834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Text is">
            <a:extLst xmlns:a="http://schemas.openxmlformats.org/drawingml/2006/main">
              <a:ext uri="{FF2B5EF4-FFF2-40B4-BE49-F238E27FC236}">
                <a16:creationId xmlns:a16="http://schemas.microsoft.com/office/drawing/2014/main" id="{F075B0A1-1384-461E-A2A5-6C6E3A609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996" y="5654198"/>
            <a:ext cx="110089" cy="141138"/>
          </a:xfrm>
          <a:custGeom xmlns:a="http://schemas.openxmlformats.org/drawingml/2006/main">
            <a:pathLst>
              <a:path w="110089" h="141138">
                <a:moveTo>
                  <a:pt x="19370" y="136427"/>
                </a:moveTo>
                <a:cubicBezTo>
                  <a:pt x="19370" y="136985"/>
                  <a:pt x="19230" y="137456"/>
                  <a:pt x="18951" y="137840"/>
                </a:cubicBezTo>
                <a:cubicBezTo>
                  <a:pt x="18672" y="138224"/>
                  <a:pt x="18218" y="138556"/>
                  <a:pt x="17590" y="138835"/>
                </a:cubicBezTo>
                <a:cubicBezTo>
                  <a:pt x="16962" y="139114"/>
                  <a:pt x="16089" y="139324"/>
                  <a:pt x="14972" y="139463"/>
                </a:cubicBezTo>
                <a:cubicBezTo>
                  <a:pt x="13856" y="139603"/>
                  <a:pt x="12425" y="139673"/>
                  <a:pt x="10680" y="139673"/>
                </a:cubicBezTo>
                <a:cubicBezTo>
                  <a:pt x="9004" y="139673"/>
                  <a:pt x="7608" y="139603"/>
                  <a:pt x="6492" y="139463"/>
                </a:cubicBezTo>
                <a:cubicBezTo>
                  <a:pt x="5375" y="139324"/>
                  <a:pt x="4485" y="139114"/>
                  <a:pt x="3822" y="138835"/>
                </a:cubicBezTo>
                <a:cubicBezTo>
                  <a:pt x="3159" y="138556"/>
                  <a:pt x="2705" y="138224"/>
                  <a:pt x="2460" y="137840"/>
                </a:cubicBezTo>
                <a:cubicBezTo>
                  <a:pt x="2216" y="137456"/>
                  <a:pt x="2094" y="136985"/>
                  <a:pt x="2094" y="136427"/>
                </a:cubicBezTo>
                <a:lnTo>
                  <a:pt x="2094" y="42195"/>
                </a:lnTo>
                <a:cubicBezTo>
                  <a:pt x="2094" y="41706"/>
                  <a:pt x="2216" y="41253"/>
                  <a:pt x="2460" y="40834"/>
                </a:cubicBezTo>
                <a:cubicBezTo>
                  <a:pt x="2705" y="40415"/>
                  <a:pt x="3159" y="40066"/>
                  <a:pt x="3822" y="39787"/>
                </a:cubicBezTo>
                <a:cubicBezTo>
                  <a:pt x="4485" y="39508"/>
                  <a:pt x="5375" y="39298"/>
                  <a:pt x="6492" y="39159"/>
                </a:cubicBezTo>
                <a:cubicBezTo>
                  <a:pt x="7608" y="39019"/>
                  <a:pt x="9004" y="38949"/>
                  <a:pt x="10680" y="38949"/>
                </a:cubicBezTo>
                <a:cubicBezTo>
                  <a:pt x="12425" y="38949"/>
                  <a:pt x="13856" y="39019"/>
                  <a:pt x="14972" y="39159"/>
                </a:cubicBezTo>
                <a:cubicBezTo>
                  <a:pt x="16089" y="39298"/>
                  <a:pt x="16962" y="39508"/>
                  <a:pt x="17590" y="39787"/>
                </a:cubicBezTo>
                <a:cubicBezTo>
                  <a:pt x="18218" y="40066"/>
                  <a:pt x="18672" y="40415"/>
                  <a:pt x="18951" y="40834"/>
                </a:cubicBezTo>
                <a:cubicBezTo>
                  <a:pt x="19230" y="41253"/>
                  <a:pt x="19370" y="41706"/>
                  <a:pt x="19370" y="42195"/>
                </a:cubicBezTo>
                <a:lnTo>
                  <a:pt x="19370" y="136427"/>
                </a:lnTo>
                <a:moveTo>
                  <a:pt x="21359" y="10261"/>
                </a:moveTo>
                <a:cubicBezTo>
                  <a:pt x="21359" y="14309"/>
                  <a:pt x="20591" y="17066"/>
                  <a:pt x="19056" y="18532"/>
                </a:cubicBezTo>
                <a:cubicBezTo>
                  <a:pt x="17520" y="19998"/>
                  <a:pt x="14693" y="20731"/>
                  <a:pt x="10575" y="20731"/>
                </a:cubicBezTo>
                <a:cubicBezTo>
                  <a:pt x="6526" y="20731"/>
                  <a:pt x="3752" y="20016"/>
                  <a:pt x="2251" y="18585"/>
                </a:cubicBezTo>
                <a:cubicBezTo>
                  <a:pt x="750" y="17154"/>
                  <a:pt x="0" y="14449"/>
                  <a:pt x="0" y="10470"/>
                </a:cubicBezTo>
                <a:cubicBezTo>
                  <a:pt x="0" y="6422"/>
                  <a:pt x="768" y="3665"/>
                  <a:pt x="2303" y="2199"/>
                </a:cubicBezTo>
                <a:cubicBezTo>
                  <a:pt x="3839" y="733"/>
                  <a:pt x="6666" y="0"/>
                  <a:pt x="10784" y="0"/>
                </a:cubicBezTo>
                <a:cubicBezTo>
                  <a:pt x="14833" y="0"/>
                  <a:pt x="17607" y="715"/>
                  <a:pt x="19108" y="2146"/>
                </a:cubicBezTo>
                <a:cubicBezTo>
                  <a:pt x="20609" y="3577"/>
                  <a:pt x="21359" y="6282"/>
                  <a:pt x="21359" y="10261"/>
                </a:cubicBezTo>
                <a:close/>
                <a:moveTo>
                  <a:pt x="110089" y="110850"/>
                </a:moveTo>
                <a:cubicBezTo>
                  <a:pt x="110089" y="115671"/>
                  <a:pt x="109199" y="119968"/>
                  <a:pt x="107419" y="123741"/>
                </a:cubicBezTo>
                <a:cubicBezTo>
                  <a:pt x="105639" y="127513"/>
                  <a:pt x="103109" y="130692"/>
                  <a:pt x="99828" y="133279"/>
                </a:cubicBezTo>
                <a:cubicBezTo>
                  <a:pt x="96547" y="135864"/>
                  <a:pt x="92638" y="137820"/>
                  <a:pt x="88101" y="139146"/>
                </a:cubicBezTo>
                <a:cubicBezTo>
                  <a:pt x="83564" y="140474"/>
                  <a:pt x="78573" y="141138"/>
                  <a:pt x="73129" y="141138"/>
                </a:cubicBezTo>
                <a:cubicBezTo>
                  <a:pt x="69778" y="141138"/>
                  <a:pt x="66585" y="140880"/>
                  <a:pt x="63549" y="140363"/>
                </a:cubicBezTo>
                <a:cubicBezTo>
                  <a:pt x="60512" y="139846"/>
                  <a:pt x="57790" y="139192"/>
                  <a:pt x="55382" y="138400"/>
                </a:cubicBezTo>
                <a:cubicBezTo>
                  <a:pt x="52974" y="137606"/>
                  <a:pt x="50932" y="136778"/>
                  <a:pt x="49257" y="135916"/>
                </a:cubicBezTo>
                <a:cubicBezTo>
                  <a:pt x="47582" y="135053"/>
                  <a:pt x="46360" y="134276"/>
                  <a:pt x="45592" y="133587"/>
                </a:cubicBezTo>
                <a:cubicBezTo>
                  <a:pt x="44824" y="132897"/>
                  <a:pt x="44266" y="131920"/>
                  <a:pt x="43917" y="130655"/>
                </a:cubicBezTo>
                <a:cubicBezTo>
                  <a:pt x="43568" y="129388"/>
                  <a:pt x="43394" y="127665"/>
                  <a:pt x="43394" y="125485"/>
                </a:cubicBezTo>
                <a:cubicBezTo>
                  <a:pt x="43394" y="124150"/>
                  <a:pt x="43463" y="123026"/>
                  <a:pt x="43603" y="122112"/>
                </a:cubicBezTo>
                <a:cubicBezTo>
                  <a:pt x="43743" y="121196"/>
                  <a:pt x="43917" y="120458"/>
                  <a:pt x="44126" y="119897"/>
                </a:cubicBezTo>
                <a:cubicBezTo>
                  <a:pt x="44336" y="119334"/>
                  <a:pt x="44633" y="118930"/>
                  <a:pt x="45016" y="118683"/>
                </a:cubicBezTo>
                <a:cubicBezTo>
                  <a:pt x="45400" y="118437"/>
                  <a:pt x="45837" y="118313"/>
                  <a:pt x="46325" y="118313"/>
                </a:cubicBezTo>
                <a:cubicBezTo>
                  <a:pt x="47093" y="118313"/>
                  <a:pt x="48227" y="118784"/>
                  <a:pt x="49728" y="119727"/>
                </a:cubicBezTo>
                <a:cubicBezTo>
                  <a:pt x="51229" y="120669"/>
                  <a:pt x="53078" y="121699"/>
                  <a:pt x="55277" y="122816"/>
                </a:cubicBezTo>
                <a:cubicBezTo>
                  <a:pt x="57476" y="123932"/>
                  <a:pt x="60076" y="124962"/>
                  <a:pt x="63078" y="125904"/>
                </a:cubicBezTo>
                <a:cubicBezTo>
                  <a:pt x="66079" y="126847"/>
                  <a:pt x="69534" y="127318"/>
                  <a:pt x="73443" y="127318"/>
                </a:cubicBezTo>
                <a:cubicBezTo>
                  <a:pt x="76375" y="127318"/>
                  <a:pt x="79027" y="127004"/>
                  <a:pt x="81400" y="126375"/>
                </a:cubicBezTo>
                <a:cubicBezTo>
                  <a:pt x="83774" y="125745"/>
                  <a:pt x="85833" y="124818"/>
                  <a:pt x="87578" y="123594"/>
                </a:cubicBezTo>
                <a:cubicBezTo>
                  <a:pt x="89323" y="122371"/>
                  <a:pt x="90667" y="120814"/>
                  <a:pt x="91609" y="118925"/>
                </a:cubicBezTo>
                <a:cubicBezTo>
                  <a:pt x="92551" y="117036"/>
                  <a:pt x="93022" y="114798"/>
                  <a:pt x="93022" y="112211"/>
                </a:cubicBezTo>
                <a:cubicBezTo>
                  <a:pt x="93022" y="109557"/>
                  <a:pt x="92342" y="107321"/>
                  <a:pt x="90981" y="105504"/>
                </a:cubicBezTo>
                <a:cubicBezTo>
                  <a:pt x="89619" y="103687"/>
                  <a:pt x="87822" y="102080"/>
                  <a:pt x="85588" y="100684"/>
                </a:cubicBezTo>
                <a:cubicBezTo>
                  <a:pt x="83355" y="99286"/>
                  <a:pt x="80842" y="98046"/>
                  <a:pt x="78050" y="96964"/>
                </a:cubicBezTo>
                <a:cubicBezTo>
                  <a:pt x="75258" y="95880"/>
                  <a:pt x="72379" y="94744"/>
                  <a:pt x="69412" y="93558"/>
                </a:cubicBezTo>
                <a:cubicBezTo>
                  <a:pt x="66445" y="92369"/>
                  <a:pt x="63549" y="91023"/>
                  <a:pt x="60722" y="89520"/>
                </a:cubicBezTo>
                <a:cubicBezTo>
                  <a:pt x="57895" y="88017"/>
                  <a:pt x="55364" y="86183"/>
                  <a:pt x="53131" y="84017"/>
                </a:cubicBezTo>
                <a:cubicBezTo>
                  <a:pt x="50897" y="81851"/>
                  <a:pt x="49100" y="79266"/>
                  <a:pt x="47739" y="76262"/>
                </a:cubicBezTo>
                <a:cubicBezTo>
                  <a:pt x="46378" y="73259"/>
                  <a:pt x="45697" y="69661"/>
                  <a:pt x="45697" y="65468"/>
                </a:cubicBezTo>
                <a:cubicBezTo>
                  <a:pt x="45697" y="61764"/>
                  <a:pt x="46412" y="58219"/>
                  <a:pt x="47843" y="54831"/>
                </a:cubicBezTo>
                <a:cubicBezTo>
                  <a:pt x="49274" y="51441"/>
                  <a:pt x="51421" y="48472"/>
                  <a:pt x="54283" y="45922"/>
                </a:cubicBezTo>
                <a:cubicBezTo>
                  <a:pt x="57144" y="43370"/>
                  <a:pt x="60722" y="41326"/>
                  <a:pt x="65015" y="39790"/>
                </a:cubicBezTo>
                <a:cubicBezTo>
                  <a:pt x="69307" y="38252"/>
                  <a:pt x="74316" y="37483"/>
                  <a:pt x="80039" y="37483"/>
                </a:cubicBezTo>
                <a:cubicBezTo>
                  <a:pt x="82552" y="37483"/>
                  <a:pt x="85065" y="37696"/>
                  <a:pt x="87578" y="38121"/>
                </a:cubicBezTo>
                <a:cubicBezTo>
                  <a:pt x="90091" y="38547"/>
                  <a:pt x="92359" y="39078"/>
                  <a:pt x="94383" y="39715"/>
                </a:cubicBezTo>
                <a:cubicBezTo>
                  <a:pt x="96408" y="40352"/>
                  <a:pt x="98135" y="41042"/>
                  <a:pt x="99566" y="41786"/>
                </a:cubicBezTo>
                <a:cubicBezTo>
                  <a:pt x="100997" y="42530"/>
                  <a:pt x="102079" y="43185"/>
                  <a:pt x="102812" y="43752"/>
                </a:cubicBezTo>
                <a:cubicBezTo>
                  <a:pt x="103545" y="44320"/>
                  <a:pt x="104033" y="44812"/>
                  <a:pt x="104278" y="45231"/>
                </a:cubicBezTo>
                <a:cubicBezTo>
                  <a:pt x="104522" y="45650"/>
                  <a:pt x="104697" y="46121"/>
                  <a:pt x="104801" y="46645"/>
                </a:cubicBezTo>
                <a:cubicBezTo>
                  <a:pt x="104906" y="47168"/>
                  <a:pt x="105011" y="47814"/>
                  <a:pt x="105115" y="48582"/>
                </a:cubicBezTo>
                <a:cubicBezTo>
                  <a:pt x="105220" y="49350"/>
                  <a:pt x="105272" y="50292"/>
                  <a:pt x="105272" y="51409"/>
                </a:cubicBezTo>
                <a:cubicBezTo>
                  <a:pt x="105272" y="52595"/>
                  <a:pt x="105220" y="53625"/>
                  <a:pt x="105115" y="54497"/>
                </a:cubicBezTo>
                <a:cubicBezTo>
                  <a:pt x="105011" y="55370"/>
                  <a:pt x="104836" y="56085"/>
                  <a:pt x="104592" y="56644"/>
                </a:cubicBezTo>
                <a:cubicBezTo>
                  <a:pt x="104348" y="57202"/>
                  <a:pt x="104051" y="57604"/>
                  <a:pt x="103702" y="57848"/>
                </a:cubicBezTo>
                <a:cubicBezTo>
                  <a:pt x="103353" y="58092"/>
                  <a:pt x="102969" y="58214"/>
                  <a:pt x="102550" y="58214"/>
                </a:cubicBezTo>
                <a:cubicBezTo>
                  <a:pt x="101922" y="58214"/>
                  <a:pt x="101015" y="57825"/>
                  <a:pt x="99828" y="57046"/>
                </a:cubicBezTo>
                <a:cubicBezTo>
                  <a:pt x="98641" y="56268"/>
                  <a:pt x="97106" y="55435"/>
                  <a:pt x="95221" y="54550"/>
                </a:cubicBezTo>
                <a:cubicBezTo>
                  <a:pt x="93336" y="53664"/>
                  <a:pt x="91120" y="52832"/>
                  <a:pt x="88572" y="52053"/>
                </a:cubicBezTo>
                <a:cubicBezTo>
                  <a:pt x="86025" y="51275"/>
                  <a:pt x="83111" y="50885"/>
                  <a:pt x="79830" y="50885"/>
                </a:cubicBezTo>
                <a:cubicBezTo>
                  <a:pt x="76898" y="50885"/>
                  <a:pt x="74316" y="51218"/>
                  <a:pt x="72082" y="51883"/>
                </a:cubicBezTo>
                <a:cubicBezTo>
                  <a:pt x="69848" y="52546"/>
                  <a:pt x="68016" y="53490"/>
                  <a:pt x="66585" y="54713"/>
                </a:cubicBezTo>
                <a:cubicBezTo>
                  <a:pt x="65154" y="55937"/>
                  <a:pt x="64072" y="57389"/>
                  <a:pt x="63339" y="59068"/>
                </a:cubicBezTo>
                <a:cubicBezTo>
                  <a:pt x="62606" y="60746"/>
                  <a:pt x="62240" y="62564"/>
                  <a:pt x="62240" y="64523"/>
                </a:cubicBezTo>
                <a:cubicBezTo>
                  <a:pt x="62240" y="67247"/>
                  <a:pt x="62938" y="69535"/>
                  <a:pt x="64334" y="71387"/>
                </a:cubicBezTo>
                <a:cubicBezTo>
                  <a:pt x="65730" y="73239"/>
                  <a:pt x="67545" y="74864"/>
                  <a:pt x="69778" y="76262"/>
                </a:cubicBezTo>
                <a:cubicBezTo>
                  <a:pt x="72012" y="77658"/>
                  <a:pt x="74560" y="78916"/>
                  <a:pt x="77422" y="80035"/>
                </a:cubicBezTo>
                <a:cubicBezTo>
                  <a:pt x="80284" y="81152"/>
                  <a:pt x="83198" y="82305"/>
                  <a:pt x="86164" y="83493"/>
                </a:cubicBezTo>
                <a:cubicBezTo>
                  <a:pt x="89131" y="84680"/>
                  <a:pt x="92063" y="86007"/>
                  <a:pt x="94959" y="87475"/>
                </a:cubicBezTo>
                <a:cubicBezTo>
                  <a:pt x="97856" y="88943"/>
                  <a:pt x="100421" y="90725"/>
                  <a:pt x="102655" y="92822"/>
                </a:cubicBezTo>
                <a:cubicBezTo>
                  <a:pt x="104889" y="94918"/>
                  <a:pt x="106686" y="97434"/>
                  <a:pt x="108047" y="100370"/>
                </a:cubicBezTo>
                <a:cubicBezTo>
                  <a:pt x="109408" y="103304"/>
                  <a:pt x="110089" y="106797"/>
                  <a:pt x="110089" y="1108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A9F65E-1B0C-42D7-AD75-F36F75D2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7728" y="5557599"/>
            <a:ext cx="670303" cy="347971"/>
          </a:xfrm>
          <a:custGeom xmlns:a="http://schemas.openxmlformats.org/drawingml/2006/main">
            <a:pathLst>
              <a:path w="670303" h="347971">
                <a:moveTo>
                  <a:pt x="0" y="58606"/>
                </a:moveTo>
                <a:cubicBezTo>
                  <a:pt x="153" y="26464"/>
                  <a:pt x="26006" y="610"/>
                  <a:pt x="58606" y="0"/>
                </a:cubicBezTo>
                <a:lnTo>
                  <a:pt x="611697" y="0"/>
                </a:lnTo>
                <a:cubicBezTo>
                  <a:pt x="643534" y="610"/>
                  <a:pt x="669387" y="26464"/>
                  <a:pt x="670303" y="58606"/>
                </a:cubicBezTo>
                <a:lnTo>
                  <a:pt x="670303" y="289366"/>
                </a:lnTo>
                <a:cubicBezTo>
                  <a:pt x="669387" y="321202"/>
                  <a:pt x="643534" y="347056"/>
                  <a:pt x="611697" y="347971"/>
                </a:cubicBezTo>
                <a:lnTo>
                  <a:pt x="58606" y="347971"/>
                </a:lnTo>
                <a:cubicBezTo>
                  <a:pt x="26006" y="347056"/>
                  <a:pt x="153" y="321202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15FC2B-7EBF-4AD4-8F0F-DA6EA1768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0249" y="5550578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19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20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15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19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027" y="23756"/>
                </a:lnTo>
                <a:lnTo>
                  <a:pt x="650955" y="26676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5" y="335032"/>
                </a:lnTo>
                <a:lnTo>
                  <a:pt x="647027" y="337951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FEF2D-2285-4A33-97CD-479F83A1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1796" y="5535622"/>
            <a:ext cx="800334" cy="369949"/>
          </a:xfrm>
          <a:custGeom xmlns:a="http://schemas.openxmlformats.org/drawingml/2006/main">
            <a:pathLst>
              <a:path w="800334" h="369949">
                <a:moveTo>
                  <a:pt x="0" y="0"/>
                </a:moveTo>
                <a:lnTo>
                  <a:pt x="800334" y="0"/>
                </a:lnTo>
                <a:lnTo>
                  <a:pt x="800334" y="369949"/>
                </a:lnTo>
                <a:lnTo>
                  <a:pt x="0" y="3699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47" name="Text noted">
            <a:extLst xmlns:a="http://schemas.openxmlformats.org/drawingml/2006/main">
              <a:ext uri="{FF2B5EF4-FFF2-40B4-BE49-F238E27FC236}">
                <a16:creationId xmlns:a16="http://schemas.microsoft.com/office/drawing/2014/main" id="{60032C05-FBA5-4FC4-A563-194118E5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210" y="5647707"/>
            <a:ext cx="483639" cy="147630"/>
          </a:xfrm>
          <a:custGeom xmlns:a="http://schemas.openxmlformats.org/drawingml/2006/main">
            <a:pathLst>
              <a:path w="483639" h="147630">
                <a:moveTo>
                  <a:pt x="81144" y="142918"/>
                </a:moveTo>
                <a:cubicBezTo>
                  <a:pt x="81144" y="143477"/>
                  <a:pt x="81004" y="143948"/>
                  <a:pt x="80725" y="144332"/>
                </a:cubicBezTo>
                <a:cubicBezTo>
                  <a:pt x="80446" y="144716"/>
                  <a:pt x="79992" y="145047"/>
                  <a:pt x="79364" y="145326"/>
                </a:cubicBezTo>
                <a:cubicBezTo>
                  <a:pt x="78736" y="145606"/>
                  <a:pt x="77863" y="145815"/>
                  <a:pt x="76747" y="145955"/>
                </a:cubicBezTo>
                <a:cubicBezTo>
                  <a:pt x="75630" y="146094"/>
                  <a:pt x="74234" y="146164"/>
                  <a:pt x="72559" y="146164"/>
                </a:cubicBezTo>
                <a:cubicBezTo>
                  <a:pt x="70813" y="146164"/>
                  <a:pt x="69383" y="146094"/>
                  <a:pt x="68266" y="145955"/>
                </a:cubicBezTo>
                <a:cubicBezTo>
                  <a:pt x="67149" y="145815"/>
                  <a:pt x="66276" y="145606"/>
                  <a:pt x="65648" y="145326"/>
                </a:cubicBezTo>
                <a:cubicBezTo>
                  <a:pt x="65020" y="145047"/>
                  <a:pt x="64566" y="144717"/>
                  <a:pt x="64287" y="144335"/>
                </a:cubicBezTo>
                <a:cubicBezTo>
                  <a:pt x="64008" y="143951"/>
                  <a:pt x="63868" y="143480"/>
                  <a:pt x="63868" y="142922"/>
                </a:cubicBezTo>
                <a:lnTo>
                  <a:pt x="63868" y="87809"/>
                </a:lnTo>
                <a:cubicBezTo>
                  <a:pt x="63868" y="82441"/>
                  <a:pt x="63449" y="78119"/>
                  <a:pt x="62612" y="74842"/>
                </a:cubicBezTo>
                <a:cubicBezTo>
                  <a:pt x="61774" y="71566"/>
                  <a:pt x="60553" y="68743"/>
                  <a:pt x="58947" y="66375"/>
                </a:cubicBezTo>
                <a:cubicBezTo>
                  <a:pt x="57342" y="64003"/>
                  <a:pt x="55265" y="62191"/>
                  <a:pt x="52717" y="60937"/>
                </a:cubicBezTo>
                <a:cubicBezTo>
                  <a:pt x="50170" y="59680"/>
                  <a:pt x="47221" y="59052"/>
                  <a:pt x="43870" y="59052"/>
                </a:cubicBezTo>
                <a:cubicBezTo>
                  <a:pt x="39542" y="59052"/>
                  <a:pt x="35215" y="60586"/>
                  <a:pt x="30887" y="63656"/>
                </a:cubicBezTo>
                <a:cubicBezTo>
                  <a:pt x="26559" y="66722"/>
                  <a:pt x="22022" y="71218"/>
                  <a:pt x="17276" y="77143"/>
                </a:cubicBezTo>
                <a:lnTo>
                  <a:pt x="17276" y="142922"/>
                </a:lnTo>
                <a:cubicBezTo>
                  <a:pt x="17276" y="143480"/>
                  <a:pt x="17136" y="143951"/>
                  <a:pt x="16857" y="144335"/>
                </a:cubicBezTo>
                <a:cubicBezTo>
                  <a:pt x="16578" y="144717"/>
                  <a:pt x="16124" y="145047"/>
                  <a:pt x="15496" y="145326"/>
                </a:cubicBezTo>
                <a:cubicBezTo>
                  <a:pt x="14868" y="145606"/>
                  <a:pt x="13995" y="145815"/>
                  <a:pt x="12878" y="145955"/>
                </a:cubicBezTo>
                <a:cubicBezTo>
                  <a:pt x="11762" y="146094"/>
                  <a:pt x="10331" y="146164"/>
                  <a:pt x="8586" y="146164"/>
                </a:cubicBezTo>
                <a:cubicBezTo>
                  <a:pt x="6910" y="146164"/>
                  <a:pt x="5514" y="146094"/>
                  <a:pt x="4397" y="145955"/>
                </a:cubicBezTo>
                <a:cubicBezTo>
                  <a:pt x="3281" y="145815"/>
                  <a:pt x="2391" y="145606"/>
                  <a:pt x="1728" y="145326"/>
                </a:cubicBezTo>
                <a:cubicBezTo>
                  <a:pt x="1064" y="145047"/>
                  <a:pt x="611" y="144716"/>
                  <a:pt x="366" y="144332"/>
                </a:cubicBezTo>
                <a:cubicBezTo>
                  <a:pt x="122" y="143948"/>
                  <a:pt x="0" y="143477"/>
                  <a:pt x="0" y="142918"/>
                </a:cubicBezTo>
                <a:lnTo>
                  <a:pt x="0" y="48686"/>
                </a:lnTo>
                <a:cubicBezTo>
                  <a:pt x="0" y="48128"/>
                  <a:pt x="105" y="47657"/>
                  <a:pt x="314" y="47273"/>
                </a:cubicBezTo>
                <a:cubicBezTo>
                  <a:pt x="524" y="46889"/>
                  <a:pt x="942" y="46540"/>
                  <a:pt x="1571" y="46226"/>
                </a:cubicBezTo>
                <a:cubicBezTo>
                  <a:pt x="2199" y="45912"/>
                  <a:pt x="3001" y="45702"/>
                  <a:pt x="3979" y="45598"/>
                </a:cubicBezTo>
                <a:cubicBezTo>
                  <a:pt x="4956" y="45493"/>
                  <a:pt x="6247" y="45441"/>
                  <a:pt x="7853" y="45441"/>
                </a:cubicBezTo>
                <a:cubicBezTo>
                  <a:pt x="9388" y="45441"/>
                  <a:pt x="10662" y="45493"/>
                  <a:pt x="11674" y="45598"/>
                </a:cubicBezTo>
                <a:cubicBezTo>
                  <a:pt x="12686" y="45702"/>
                  <a:pt x="13472" y="45912"/>
                  <a:pt x="14030" y="46226"/>
                </a:cubicBezTo>
                <a:cubicBezTo>
                  <a:pt x="14588" y="46540"/>
                  <a:pt x="14990" y="46889"/>
                  <a:pt x="15234" y="47273"/>
                </a:cubicBezTo>
                <a:cubicBezTo>
                  <a:pt x="15478" y="47657"/>
                  <a:pt x="15601" y="48128"/>
                  <a:pt x="15601" y="48686"/>
                </a:cubicBezTo>
                <a:lnTo>
                  <a:pt x="15601" y="61146"/>
                </a:lnTo>
                <a:cubicBezTo>
                  <a:pt x="20906" y="55213"/>
                  <a:pt x="26193" y="50868"/>
                  <a:pt x="31463" y="48111"/>
                </a:cubicBezTo>
                <a:cubicBezTo>
                  <a:pt x="36733" y="45353"/>
                  <a:pt x="42055" y="43975"/>
                  <a:pt x="47430" y="43975"/>
                </a:cubicBezTo>
                <a:cubicBezTo>
                  <a:pt x="53712" y="43975"/>
                  <a:pt x="59000" y="45039"/>
                  <a:pt x="63292" y="47168"/>
                </a:cubicBezTo>
                <a:cubicBezTo>
                  <a:pt x="67585" y="49297"/>
                  <a:pt x="71058" y="52142"/>
                  <a:pt x="73710" y="55701"/>
                </a:cubicBezTo>
                <a:cubicBezTo>
                  <a:pt x="76363" y="59261"/>
                  <a:pt x="78265" y="63432"/>
                  <a:pt x="79417" y="68213"/>
                </a:cubicBezTo>
                <a:cubicBezTo>
                  <a:pt x="80568" y="72995"/>
                  <a:pt x="81144" y="78736"/>
                  <a:pt x="81144" y="85437"/>
                </a:cubicBezTo>
                <a:lnTo>
                  <a:pt x="81144" y="142918"/>
                </a:lnTo>
                <a:close/>
                <a:moveTo>
                  <a:pt x="199811" y="94808"/>
                </a:moveTo>
                <a:cubicBezTo>
                  <a:pt x="199811" y="102492"/>
                  <a:pt x="198799" y="109566"/>
                  <a:pt x="196774" y="116030"/>
                </a:cubicBezTo>
                <a:cubicBezTo>
                  <a:pt x="194750" y="122493"/>
                  <a:pt x="191731" y="128066"/>
                  <a:pt x="187718" y="132749"/>
                </a:cubicBezTo>
                <a:cubicBezTo>
                  <a:pt x="183704" y="137430"/>
                  <a:pt x="178678" y="141081"/>
                  <a:pt x="172641" y="143700"/>
                </a:cubicBezTo>
                <a:cubicBezTo>
                  <a:pt x="166603" y="146320"/>
                  <a:pt x="159605" y="147630"/>
                  <a:pt x="151648" y="147630"/>
                </a:cubicBezTo>
                <a:cubicBezTo>
                  <a:pt x="143900" y="147630"/>
                  <a:pt x="137147" y="146477"/>
                  <a:pt x="131388" y="144171"/>
                </a:cubicBezTo>
                <a:cubicBezTo>
                  <a:pt x="125629" y="141866"/>
                  <a:pt x="120830" y="138512"/>
                  <a:pt x="116991" y="134110"/>
                </a:cubicBezTo>
                <a:cubicBezTo>
                  <a:pt x="113152" y="129708"/>
                  <a:pt x="110290" y="124363"/>
                  <a:pt x="108406" y="118074"/>
                </a:cubicBezTo>
                <a:cubicBezTo>
                  <a:pt x="106521" y="111786"/>
                  <a:pt x="105579" y="104658"/>
                  <a:pt x="105579" y="96692"/>
                </a:cubicBezTo>
                <a:cubicBezTo>
                  <a:pt x="105579" y="89008"/>
                  <a:pt x="106574" y="81934"/>
                  <a:pt x="108563" y="75471"/>
                </a:cubicBezTo>
                <a:cubicBezTo>
                  <a:pt x="110552" y="69007"/>
                  <a:pt x="113554" y="63435"/>
                  <a:pt x="117567" y="58754"/>
                </a:cubicBezTo>
                <a:cubicBezTo>
                  <a:pt x="121581" y="54071"/>
                  <a:pt x="126589" y="50437"/>
                  <a:pt x="132592" y="47852"/>
                </a:cubicBezTo>
                <a:cubicBezTo>
                  <a:pt x="138595" y="45267"/>
                  <a:pt x="145610" y="43975"/>
                  <a:pt x="153637" y="43975"/>
                </a:cubicBezTo>
                <a:cubicBezTo>
                  <a:pt x="161385" y="43975"/>
                  <a:pt x="168138" y="45128"/>
                  <a:pt x="173897" y="47433"/>
                </a:cubicBezTo>
                <a:cubicBezTo>
                  <a:pt x="179656" y="49739"/>
                  <a:pt x="184454" y="53093"/>
                  <a:pt x="188293" y="57495"/>
                </a:cubicBezTo>
                <a:cubicBezTo>
                  <a:pt x="192133" y="61896"/>
                  <a:pt x="195012" y="67242"/>
                  <a:pt x="196931" y="73530"/>
                </a:cubicBezTo>
                <a:cubicBezTo>
                  <a:pt x="198851" y="79819"/>
                  <a:pt x="199811" y="86911"/>
                  <a:pt x="199811" y="94808"/>
                </a:cubicBezTo>
                <a:moveTo>
                  <a:pt x="181593" y="95907"/>
                </a:moveTo>
                <a:cubicBezTo>
                  <a:pt x="181593" y="90812"/>
                  <a:pt x="181121" y="85995"/>
                  <a:pt x="180179" y="81458"/>
                </a:cubicBezTo>
                <a:cubicBezTo>
                  <a:pt x="179237" y="76921"/>
                  <a:pt x="177684" y="72942"/>
                  <a:pt x="175520" y="69522"/>
                </a:cubicBezTo>
                <a:cubicBezTo>
                  <a:pt x="173356" y="66102"/>
                  <a:pt x="170424" y="63397"/>
                  <a:pt x="166725" y="61408"/>
                </a:cubicBezTo>
                <a:cubicBezTo>
                  <a:pt x="163025" y="59418"/>
                  <a:pt x="158418" y="58424"/>
                  <a:pt x="152904" y="58424"/>
                </a:cubicBezTo>
                <a:cubicBezTo>
                  <a:pt x="147809" y="58424"/>
                  <a:pt x="143429" y="59331"/>
                  <a:pt x="139764" y="61146"/>
                </a:cubicBezTo>
                <a:cubicBezTo>
                  <a:pt x="136099" y="62961"/>
                  <a:pt x="133081" y="65526"/>
                  <a:pt x="130707" y="68842"/>
                </a:cubicBezTo>
                <a:cubicBezTo>
                  <a:pt x="128334" y="72157"/>
                  <a:pt x="126572" y="76083"/>
                  <a:pt x="125420" y="80621"/>
                </a:cubicBezTo>
                <a:cubicBezTo>
                  <a:pt x="124268" y="85158"/>
                  <a:pt x="123692" y="90114"/>
                  <a:pt x="123692" y="95488"/>
                </a:cubicBezTo>
                <a:cubicBezTo>
                  <a:pt x="123692" y="100654"/>
                  <a:pt x="124163" y="105505"/>
                  <a:pt x="125106" y="110042"/>
                </a:cubicBezTo>
                <a:cubicBezTo>
                  <a:pt x="126048" y="114579"/>
                  <a:pt x="127619" y="118540"/>
                  <a:pt x="129817" y="121926"/>
                </a:cubicBezTo>
                <a:cubicBezTo>
                  <a:pt x="132016" y="125311"/>
                  <a:pt x="134965" y="127998"/>
                  <a:pt x="138665" y="129988"/>
                </a:cubicBezTo>
                <a:cubicBezTo>
                  <a:pt x="142364" y="131977"/>
                  <a:pt x="146971" y="132972"/>
                  <a:pt x="152485" y="132972"/>
                </a:cubicBezTo>
                <a:cubicBezTo>
                  <a:pt x="157511" y="132972"/>
                  <a:pt x="161874" y="132064"/>
                  <a:pt x="165573" y="130249"/>
                </a:cubicBezTo>
                <a:cubicBezTo>
                  <a:pt x="169273" y="128435"/>
                  <a:pt x="172309" y="125887"/>
                  <a:pt x="174682" y="122606"/>
                </a:cubicBezTo>
                <a:cubicBezTo>
                  <a:pt x="177055" y="119325"/>
                  <a:pt x="178800" y="115417"/>
                  <a:pt x="179917" y="110879"/>
                </a:cubicBezTo>
                <a:cubicBezTo>
                  <a:pt x="181034" y="106342"/>
                  <a:pt x="181593" y="101352"/>
                  <a:pt x="181593" y="95907"/>
                </a:cubicBezTo>
                <a:close/>
                <a:moveTo>
                  <a:pt x="274114" y="136031"/>
                </a:moveTo>
                <a:cubicBezTo>
                  <a:pt x="274114" y="138070"/>
                  <a:pt x="273974" y="139688"/>
                  <a:pt x="273695" y="140883"/>
                </a:cubicBezTo>
                <a:cubicBezTo>
                  <a:pt x="273416" y="142079"/>
                  <a:pt x="272997" y="142958"/>
                  <a:pt x="272438" y="143520"/>
                </a:cubicBezTo>
                <a:cubicBezTo>
                  <a:pt x="271880" y="144081"/>
                  <a:pt x="271042" y="144608"/>
                  <a:pt x="269926" y="145101"/>
                </a:cubicBezTo>
                <a:cubicBezTo>
                  <a:pt x="268809" y="145594"/>
                  <a:pt x="267535" y="145998"/>
                  <a:pt x="266104" y="146315"/>
                </a:cubicBezTo>
                <a:cubicBezTo>
                  <a:pt x="264673" y="146631"/>
                  <a:pt x="263155" y="146894"/>
                  <a:pt x="261549" y="147103"/>
                </a:cubicBezTo>
                <a:cubicBezTo>
                  <a:pt x="259944" y="147315"/>
                  <a:pt x="258339" y="147420"/>
                  <a:pt x="256733" y="147420"/>
                </a:cubicBezTo>
                <a:cubicBezTo>
                  <a:pt x="251847" y="147420"/>
                  <a:pt x="247659" y="146775"/>
                  <a:pt x="244169" y="145484"/>
                </a:cubicBezTo>
                <a:cubicBezTo>
                  <a:pt x="240679" y="144190"/>
                  <a:pt x="237817" y="142233"/>
                  <a:pt x="235583" y="139614"/>
                </a:cubicBezTo>
                <a:cubicBezTo>
                  <a:pt x="233350" y="136992"/>
                  <a:pt x="231727" y="133672"/>
                  <a:pt x="230715" y="129654"/>
                </a:cubicBezTo>
                <a:cubicBezTo>
                  <a:pt x="229703" y="125634"/>
                  <a:pt x="229197" y="120898"/>
                  <a:pt x="229197" y="115447"/>
                </a:cubicBezTo>
                <a:lnTo>
                  <a:pt x="229197" y="60308"/>
                </a:lnTo>
                <a:lnTo>
                  <a:pt x="216004" y="60308"/>
                </a:lnTo>
                <a:cubicBezTo>
                  <a:pt x="214957" y="60308"/>
                  <a:pt x="214119" y="59747"/>
                  <a:pt x="213491" y="58623"/>
                </a:cubicBezTo>
                <a:cubicBezTo>
                  <a:pt x="212863" y="57498"/>
                  <a:pt x="212549" y="55669"/>
                  <a:pt x="212549" y="53136"/>
                </a:cubicBezTo>
                <a:cubicBezTo>
                  <a:pt x="212549" y="51801"/>
                  <a:pt x="212636" y="50677"/>
                  <a:pt x="212811" y="49763"/>
                </a:cubicBezTo>
                <a:cubicBezTo>
                  <a:pt x="212985" y="48849"/>
                  <a:pt x="213212" y="48093"/>
                  <a:pt x="213491" y="47495"/>
                </a:cubicBezTo>
                <a:cubicBezTo>
                  <a:pt x="213770" y="46898"/>
                  <a:pt x="214137" y="46476"/>
                  <a:pt x="214591" y="46229"/>
                </a:cubicBezTo>
                <a:cubicBezTo>
                  <a:pt x="215044" y="45983"/>
                  <a:pt x="215550" y="45860"/>
                  <a:pt x="216109" y="45860"/>
                </a:cubicBezTo>
                <a:lnTo>
                  <a:pt x="229197" y="45860"/>
                </a:lnTo>
                <a:lnTo>
                  <a:pt x="229197" y="23453"/>
                </a:lnTo>
                <a:cubicBezTo>
                  <a:pt x="229197" y="22965"/>
                  <a:pt x="229319" y="22511"/>
                  <a:pt x="229563" y="22092"/>
                </a:cubicBezTo>
                <a:cubicBezTo>
                  <a:pt x="229807" y="21673"/>
                  <a:pt x="230261" y="21307"/>
                  <a:pt x="230924" y="20993"/>
                </a:cubicBezTo>
                <a:cubicBezTo>
                  <a:pt x="231587" y="20679"/>
                  <a:pt x="232477" y="20452"/>
                  <a:pt x="233594" y="20312"/>
                </a:cubicBezTo>
                <a:cubicBezTo>
                  <a:pt x="234711" y="20173"/>
                  <a:pt x="236107" y="20103"/>
                  <a:pt x="237782" y="20103"/>
                </a:cubicBezTo>
                <a:cubicBezTo>
                  <a:pt x="239527" y="20103"/>
                  <a:pt x="240958" y="20173"/>
                  <a:pt x="242075" y="20312"/>
                </a:cubicBezTo>
                <a:cubicBezTo>
                  <a:pt x="243192" y="20452"/>
                  <a:pt x="244064" y="20679"/>
                  <a:pt x="244692" y="20993"/>
                </a:cubicBezTo>
                <a:cubicBezTo>
                  <a:pt x="245321" y="21307"/>
                  <a:pt x="245774" y="21673"/>
                  <a:pt x="246054" y="22092"/>
                </a:cubicBezTo>
                <a:cubicBezTo>
                  <a:pt x="246333" y="22511"/>
                  <a:pt x="246472" y="22965"/>
                  <a:pt x="246472" y="23453"/>
                </a:cubicBezTo>
                <a:lnTo>
                  <a:pt x="246472" y="45860"/>
                </a:lnTo>
                <a:lnTo>
                  <a:pt x="270659" y="45860"/>
                </a:lnTo>
                <a:cubicBezTo>
                  <a:pt x="271217" y="45860"/>
                  <a:pt x="271706" y="45983"/>
                  <a:pt x="272124" y="46229"/>
                </a:cubicBezTo>
                <a:cubicBezTo>
                  <a:pt x="272543" y="46476"/>
                  <a:pt x="272910" y="46898"/>
                  <a:pt x="273224" y="47495"/>
                </a:cubicBezTo>
                <a:cubicBezTo>
                  <a:pt x="273538" y="48093"/>
                  <a:pt x="273765" y="48849"/>
                  <a:pt x="273904" y="49763"/>
                </a:cubicBezTo>
                <a:cubicBezTo>
                  <a:pt x="274044" y="50677"/>
                  <a:pt x="274114" y="51801"/>
                  <a:pt x="274114" y="53136"/>
                </a:cubicBezTo>
                <a:cubicBezTo>
                  <a:pt x="274114" y="55669"/>
                  <a:pt x="273800" y="57498"/>
                  <a:pt x="273171" y="58623"/>
                </a:cubicBezTo>
                <a:cubicBezTo>
                  <a:pt x="272543" y="59747"/>
                  <a:pt x="271706" y="60308"/>
                  <a:pt x="270659" y="60308"/>
                </a:cubicBezTo>
                <a:lnTo>
                  <a:pt x="246472" y="60308"/>
                </a:lnTo>
                <a:lnTo>
                  <a:pt x="246472" y="112869"/>
                </a:lnTo>
                <a:cubicBezTo>
                  <a:pt x="246472" y="119360"/>
                  <a:pt x="247432" y="124264"/>
                  <a:pt x="249352" y="127579"/>
                </a:cubicBezTo>
                <a:cubicBezTo>
                  <a:pt x="251271" y="130895"/>
                  <a:pt x="254709" y="132553"/>
                  <a:pt x="259665" y="132553"/>
                </a:cubicBezTo>
                <a:cubicBezTo>
                  <a:pt x="261270" y="132553"/>
                  <a:pt x="262701" y="132396"/>
                  <a:pt x="263958" y="132082"/>
                </a:cubicBezTo>
                <a:cubicBezTo>
                  <a:pt x="265214" y="131768"/>
                  <a:pt x="266331" y="131436"/>
                  <a:pt x="267308" y="131087"/>
                </a:cubicBezTo>
                <a:cubicBezTo>
                  <a:pt x="268285" y="130738"/>
                  <a:pt x="269123" y="130406"/>
                  <a:pt x="269821" y="130092"/>
                </a:cubicBezTo>
                <a:cubicBezTo>
                  <a:pt x="270519" y="129778"/>
                  <a:pt x="271147" y="129621"/>
                  <a:pt x="271706" y="129621"/>
                </a:cubicBezTo>
                <a:cubicBezTo>
                  <a:pt x="272055" y="129621"/>
                  <a:pt x="272386" y="129708"/>
                  <a:pt x="272700" y="129883"/>
                </a:cubicBezTo>
                <a:cubicBezTo>
                  <a:pt x="273014" y="130057"/>
                  <a:pt x="273259" y="130389"/>
                  <a:pt x="273433" y="130878"/>
                </a:cubicBezTo>
                <a:cubicBezTo>
                  <a:pt x="273608" y="131366"/>
                  <a:pt x="273765" y="132031"/>
                  <a:pt x="273904" y="132873"/>
                </a:cubicBezTo>
                <a:cubicBezTo>
                  <a:pt x="274044" y="133713"/>
                  <a:pt x="274114" y="134766"/>
                  <a:pt x="274114" y="136031"/>
                </a:cubicBezTo>
                <a:close/>
                <a:moveTo>
                  <a:pt x="377255" y="91719"/>
                </a:moveTo>
                <a:cubicBezTo>
                  <a:pt x="377255" y="94441"/>
                  <a:pt x="376574" y="96378"/>
                  <a:pt x="375213" y="97530"/>
                </a:cubicBezTo>
                <a:cubicBezTo>
                  <a:pt x="373852" y="98682"/>
                  <a:pt x="372299" y="99258"/>
                  <a:pt x="370554" y="99258"/>
                </a:cubicBezTo>
                <a:lnTo>
                  <a:pt x="308780" y="99258"/>
                </a:lnTo>
                <a:cubicBezTo>
                  <a:pt x="308780" y="104508"/>
                  <a:pt x="309303" y="109234"/>
                  <a:pt x="310350" y="113435"/>
                </a:cubicBezTo>
                <a:cubicBezTo>
                  <a:pt x="311397" y="117636"/>
                  <a:pt x="313142" y="121242"/>
                  <a:pt x="315586" y="124252"/>
                </a:cubicBezTo>
                <a:cubicBezTo>
                  <a:pt x="318029" y="127262"/>
                  <a:pt x="321205" y="129573"/>
                  <a:pt x="325113" y="131185"/>
                </a:cubicBezTo>
                <a:cubicBezTo>
                  <a:pt x="329022" y="132795"/>
                  <a:pt x="333804" y="133600"/>
                  <a:pt x="339458" y="133600"/>
                </a:cubicBezTo>
                <a:cubicBezTo>
                  <a:pt x="343925" y="133600"/>
                  <a:pt x="347904" y="133233"/>
                  <a:pt x="351394" y="132500"/>
                </a:cubicBezTo>
                <a:cubicBezTo>
                  <a:pt x="354884" y="131768"/>
                  <a:pt x="357903" y="130947"/>
                  <a:pt x="360450" y="130040"/>
                </a:cubicBezTo>
                <a:cubicBezTo>
                  <a:pt x="362998" y="129133"/>
                  <a:pt x="365092" y="128312"/>
                  <a:pt x="366732" y="127579"/>
                </a:cubicBezTo>
                <a:cubicBezTo>
                  <a:pt x="368373" y="126847"/>
                  <a:pt x="369612" y="126480"/>
                  <a:pt x="370449" y="126480"/>
                </a:cubicBezTo>
                <a:cubicBezTo>
                  <a:pt x="370938" y="126480"/>
                  <a:pt x="371374" y="126602"/>
                  <a:pt x="371758" y="126847"/>
                </a:cubicBezTo>
                <a:cubicBezTo>
                  <a:pt x="372142" y="127091"/>
                  <a:pt x="372439" y="127457"/>
                  <a:pt x="372648" y="127946"/>
                </a:cubicBezTo>
                <a:cubicBezTo>
                  <a:pt x="372858" y="128435"/>
                  <a:pt x="373015" y="129115"/>
                  <a:pt x="373119" y="129988"/>
                </a:cubicBezTo>
                <a:cubicBezTo>
                  <a:pt x="373224" y="130860"/>
                  <a:pt x="373276" y="131925"/>
                  <a:pt x="373276" y="133181"/>
                </a:cubicBezTo>
                <a:cubicBezTo>
                  <a:pt x="373276" y="134088"/>
                  <a:pt x="373241" y="134874"/>
                  <a:pt x="373172" y="135537"/>
                </a:cubicBezTo>
                <a:cubicBezTo>
                  <a:pt x="373102" y="136200"/>
                  <a:pt x="373015" y="136793"/>
                  <a:pt x="372910" y="137317"/>
                </a:cubicBezTo>
                <a:cubicBezTo>
                  <a:pt x="372805" y="137840"/>
                  <a:pt x="372631" y="138311"/>
                  <a:pt x="372386" y="138730"/>
                </a:cubicBezTo>
                <a:cubicBezTo>
                  <a:pt x="372142" y="139149"/>
                  <a:pt x="371828" y="139550"/>
                  <a:pt x="371444" y="139934"/>
                </a:cubicBezTo>
                <a:cubicBezTo>
                  <a:pt x="371060" y="140318"/>
                  <a:pt x="369926" y="140946"/>
                  <a:pt x="368041" y="141819"/>
                </a:cubicBezTo>
                <a:cubicBezTo>
                  <a:pt x="366157" y="142691"/>
                  <a:pt x="363714" y="143547"/>
                  <a:pt x="360712" y="144384"/>
                </a:cubicBezTo>
                <a:cubicBezTo>
                  <a:pt x="357711" y="145222"/>
                  <a:pt x="354238" y="145972"/>
                  <a:pt x="350294" y="146635"/>
                </a:cubicBezTo>
                <a:cubicBezTo>
                  <a:pt x="346350" y="147298"/>
                  <a:pt x="342145" y="147630"/>
                  <a:pt x="337678" y="147630"/>
                </a:cubicBezTo>
                <a:cubicBezTo>
                  <a:pt x="329930" y="147630"/>
                  <a:pt x="323142" y="146547"/>
                  <a:pt x="317313" y="144381"/>
                </a:cubicBezTo>
                <a:cubicBezTo>
                  <a:pt x="311485" y="142215"/>
                  <a:pt x="306581" y="139001"/>
                  <a:pt x="302602" y="134738"/>
                </a:cubicBezTo>
                <a:cubicBezTo>
                  <a:pt x="298624" y="130476"/>
                  <a:pt x="295622" y="125131"/>
                  <a:pt x="293598" y="118703"/>
                </a:cubicBezTo>
                <a:cubicBezTo>
                  <a:pt x="291574" y="112274"/>
                  <a:pt x="290562" y="104798"/>
                  <a:pt x="290562" y="96274"/>
                </a:cubicBezTo>
                <a:cubicBezTo>
                  <a:pt x="290562" y="88168"/>
                  <a:pt x="291609" y="80883"/>
                  <a:pt x="293703" y="74420"/>
                </a:cubicBezTo>
                <a:cubicBezTo>
                  <a:pt x="295797" y="67957"/>
                  <a:pt x="298816" y="62472"/>
                  <a:pt x="302760" y="57966"/>
                </a:cubicBezTo>
                <a:cubicBezTo>
                  <a:pt x="306703" y="53459"/>
                  <a:pt x="311467" y="50001"/>
                  <a:pt x="317051" y="47590"/>
                </a:cubicBezTo>
                <a:cubicBezTo>
                  <a:pt x="322635" y="45180"/>
                  <a:pt x="328883" y="43975"/>
                  <a:pt x="335793" y="43975"/>
                </a:cubicBezTo>
                <a:cubicBezTo>
                  <a:pt x="343192" y="43975"/>
                  <a:pt x="349492" y="45161"/>
                  <a:pt x="354692" y="47535"/>
                </a:cubicBezTo>
                <a:cubicBezTo>
                  <a:pt x="359892" y="49908"/>
                  <a:pt x="364167" y="53101"/>
                  <a:pt x="367518" y="57115"/>
                </a:cubicBezTo>
                <a:cubicBezTo>
                  <a:pt x="370868" y="61129"/>
                  <a:pt x="373329" y="65840"/>
                  <a:pt x="374899" y="71250"/>
                </a:cubicBezTo>
                <a:cubicBezTo>
                  <a:pt x="376470" y="76659"/>
                  <a:pt x="377255" y="82435"/>
                  <a:pt x="377255" y="88578"/>
                </a:cubicBezTo>
                <a:lnTo>
                  <a:pt x="377255" y="91719"/>
                </a:lnTo>
                <a:moveTo>
                  <a:pt x="359875" y="86484"/>
                </a:moveTo>
                <a:cubicBezTo>
                  <a:pt x="360084" y="77475"/>
                  <a:pt x="358077" y="70407"/>
                  <a:pt x="353854" y="65278"/>
                </a:cubicBezTo>
                <a:cubicBezTo>
                  <a:pt x="349631" y="60150"/>
                  <a:pt x="343366" y="57586"/>
                  <a:pt x="335060" y="57586"/>
                </a:cubicBezTo>
                <a:cubicBezTo>
                  <a:pt x="330802" y="57586"/>
                  <a:pt x="327068" y="58383"/>
                  <a:pt x="323857" y="59978"/>
                </a:cubicBezTo>
                <a:cubicBezTo>
                  <a:pt x="320646" y="61570"/>
                  <a:pt x="317959" y="63684"/>
                  <a:pt x="315795" y="66319"/>
                </a:cubicBezTo>
                <a:cubicBezTo>
                  <a:pt x="313631" y="68952"/>
                  <a:pt x="311956" y="72019"/>
                  <a:pt x="310769" y="75520"/>
                </a:cubicBezTo>
                <a:cubicBezTo>
                  <a:pt x="309583" y="79018"/>
                  <a:pt x="308920" y="82673"/>
                  <a:pt x="308780" y="86484"/>
                </a:cubicBezTo>
                <a:lnTo>
                  <a:pt x="359875" y="86484"/>
                </a:lnTo>
                <a:close/>
                <a:moveTo>
                  <a:pt x="483639" y="142915"/>
                </a:moveTo>
                <a:cubicBezTo>
                  <a:pt x="483639" y="143473"/>
                  <a:pt x="483517" y="143963"/>
                  <a:pt x="483273" y="144384"/>
                </a:cubicBezTo>
                <a:cubicBezTo>
                  <a:pt x="483029" y="144803"/>
                  <a:pt x="482610" y="145134"/>
                  <a:pt x="482017" y="145379"/>
                </a:cubicBezTo>
                <a:cubicBezTo>
                  <a:pt x="481423" y="145623"/>
                  <a:pt x="480638" y="145815"/>
                  <a:pt x="479661" y="145955"/>
                </a:cubicBezTo>
                <a:cubicBezTo>
                  <a:pt x="478684" y="146094"/>
                  <a:pt x="477497" y="146164"/>
                  <a:pt x="476101" y="146164"/>
                </a:cubicBezTo>
                <a:cubicBezTo>
                  <a:pt x="474635" y="146164"/>
                  <a:pt x="473414" y="146094"/>
                  <a:pt x="472436" y="145955"/>
                </a:cubicBezTo>
                <a:cubicBezTo>
                  <a:pt x="471459" y="145817"/>
                  <a:pt x="470656" y="145627"/>
                  <a:pt x="470028" y="145385"/>
                </a:cubicBezTo>
                <a:cubicBezTo>
                  <a:pt x="469400" y="145141"/>
                  <a:pt x="468946" y="144811"/>
                  <a:pt x="468667" y="144394"/>
                </a:cubicBezTo>
                <a:cubicBezTo>
                  <a:pt x="468388" y="143977"/>
                  <a:pt x="468248" y="143492"/>
                  <a:pt x="468248" y="142938"/>
                </a:cubicBezTo>
                <a:lnTo>
                  <a:pt x="468248" y="130547"/>
                </a:lnTo>
                <a:cubicBezTo>
                  <a:pt x="463292" y="135926"/>
                  <a:pt x="458145" y="140119"/>
                  <a:pt x="452805" y="143124"/>
                </a:cubicBezTo>
                <a:cubicBezTo>
                  <a:pt x="447465" y="146128"/>
                  <a:pt x="441619" y="147630"/>
                  <a:pt x="435267" y="147630"/>
                </a:cubicBezTo>
                <a:cubicBezTo>
                  <a:pt x="428357" y="147630"/>
                  <a:pt x="422459" y="146285"/>
                  <a:pt x="417573" y="143596"/>
                </a:cubicBezTo>
                <a:cubicBezTo>
                  <a:pt x="412686" y="140906"/>
                  <a:pt x="408725" y="137273"/>
                  <a:pt x="405689" y="132697"/>
                </a:cubicBezTo>
                <a:cubicBezTo>
                  <a:pt x="402652" y="128118"/>
                  <a:pt x="400436" y="122738"/>
                  <a:pt x="399040" y="116556"/>
                </a:cubicBezTo>
                <a:cubicBezTo>
                  <a:pt x="397644" y="110372"/>
                  <a:pt x="396946" y="103856"/>
                  <a:pt x="396946" y="97006"/>
                </a:cubicBezTo>
                <a:cubicBezTo>
                  <a:pt x="396946" y="88903"/>
                  <a:pt x="397819" y="81585"/>
                  <a:pt x="399564" y="75052"/>
                </a:cubicBezTo>
                <a:cubicBezTo>
                  <a:pt x="401309" y="68519"/>
                  <a:pt x="403891" y="62947"/>
                  <a:pt x="407312" y="58335"/>
                </a:cubicBezTo>
                <a:cubicBezTo>
                  <a:pt x="410732" y="53722"/>
                  <a:pt x="414972" y="50175"/>
                  <a:pt x="420033" y="47695"/>
                </a:cubicBezTo>
                <a:cubicBezTo>
                  <a:pt x="425094" y="45215"/>
                  <a:pt x="430939" y="43975"/>
                  <a:pt x="437571" y="43975"/>
                </a:cubicBezTo>
                <a:cubicBezTo>
                  <a:pt x="443085" y="43975"/>
                  <a:pt x="448128" y="45180"/>
                  <a:pt x="452700" y="47590"/>
                </a:cubicBezTo>
                <a:cubicBezTo>
                  <a:pt x="457272" y="50001"/>
                  <a:pt x="461792" y="53546"/>
                  <a:pt x="466259" y="58227"/>
                </a:cubicBezTo>
                <a:lnTo>
                  <a:pt x="466259" y="3357"/>
                </a:lnTo>
                <a:cubicBezTo>
                  <a:pt x="466259" y="2868"/>
                  <a:pt x="466381" y="2397"/>
                  <a:pt x="466625" y="1944"/>
                </a:cubicBezTo>
                <a:cubicBezTo>
                  <a:pt x="466870" y="1488"/>
                  <a:pt x="467341" y="1138"/>
                  <a:pt x="468039" y="893"/>
                </a:cubicBezTo>
                <a:cubicBezTo>
                  <a:pt x="468737" y="647"/>
                  <a:pt x="469627" y="436"/>
                  <a:pt x="470709" y="262"/>
                </a:cubicBezTo>
                <a:cubicBezTo>
                  <a:pt x="471791" y="87"/>
                  <a:pt x="473169" y="0"/>
                  <a:pt x="474845" y="0"/>
                </a:cubicBezTo>
                <a:cubicBezTo>
                  <a:pt x="476590" y="0"/>
                  <a:pt x="478020" y="87"/>
                  <a:pt x="479137" y="262"/>
                </a:cubicBezTo>
                <a:cubicBezTo>
                  <a:pt x="480254" y="436"/>
                  <a:pt x="481127" y="646"/>
                  <a:pt x="481755" y="890"/>
                </a:cubicBezTo>
                <a:cubicBezTo>
                  <a:pt x="482383" y="1134"/>
                  <a:pt x="482854" y="1484"/>
                  <a:pt x="483168" y="1940"/>
                </a:cubicBezTo>
                <a:cubicBezTo>
                  <a:pt x="483482" y="2394"/>
                  <a:pt x="483639" y="2865"/>
                  <a:pt x="483639" y="3354"/>
                </a:cubicBezTo>
                <a:lnTo>
                  <a:pt x="483639" y="142915"/>
                </a:lnTo>
                <a:moveTo>
                  <a:pt x="466259" y="76675"/>
                </a:moveTo>
                <a:cubicBezTo>
                  <a:pt x="461582" y="70870"/>
                  <a:pt x="457063" y="66448"/>
                  <a:pt x="452700" y="63407"/>
                </a:cubicBezTo>
                <a:cubicBezTo>
                  <a:pt x="448337" y="60364"/>
                  <a:pt x="443783" y="58843"/>
                  <a:pt x="439036" y="58843"/>
                </a:cubicBezTo>
                <a:cubicBezTo>
                  <a:pt x="434639" y="58843"/>
                  <a:pt x="430905" y="59890"/>
                  <a:pt x="427833" y="61984"/>
                </a:cubicBezTo>
                <a:cubicBezTo>
                  <a:pt x="424762" y="64078"/>
                  <a:pt x="422267" y="66835"/>
                  <a:pt x="420347" y="70255"/>
                </a:cubicBezTo>
                <a:cubicBezTo>
                  <a:pt x="418428" y="73675"/>
                  <a:pt x="417032" y="77549"/>
                  <a:pt x="416159" y="81877"/>
                </a:cubicBezTo>
                <a:cubicBezTo>
                  <a:pt x="415287" y="86205"/>
                  <a:pt x="414850" y="90602"/>
                  <a:pt x="414850" y="95069"/>
                </a:cubicBezTo>
                <a:cubicBezTo>
                  <a:pt x="414850" y="99816"/>
                  <a:pt x="415217" y="104458"/>
                  <a:pt x="415950" y="108995"/>
                </a:cubicBezTo>
                <a:cubicBezTo>
                  <a:pt x="416683" y="113532"/>
                  <a:pt x="417956" y="117563"/>
                  <a:pt x="419771" y="121088"/>
                </a:cubicBezTo>
                <a:cubicBezTo>
                  <a:pt x="421586" y="124613"/>
                  <a:pt x="423994" y="127440"/>
                  <a:pt x="426996" y="129569"/>
                </a:cubicBezTo>
                <a:cubicBezTo>
                  <a:pt x="429997" y="131698"/>
                  <a:pt x="433766" y="132762"/>
                  <a:pt x="438304" y="132762"/>
                </a:cubicBezTo>
                <a:cubicBezTo>
                  <a:pt x="440607" y="132762"/>
                  <a:pt x="442823" y="132449"/>
                  <a:pt x="444952" y="131823"/>
                </a:cubicBezTo>
                <a:cubicBezTo>
                  <a:pt x="447081" y="131197"/>
                  <a:pt x="449262" y="130154"/>
                  <a:pt x="451496" y="128695"/>
                </a:cubicBezTo>
                <a:cubicBezTo>
                  <a:pt x="453730" y="127234"/>
                  <a:pt x="456068" y="125339"/>
                  <a:pt x="458511" y="123012"/>
                </a:cubicBezTo>
                <a:cubicBezTo>
                  <a:pt x="460954" y="120682"/>
                  <a:pt x="463537" y="117814"/>
                  <a:pt x="466259" y="114407"/>
                </a:cubicBezTo>
                <a:lnTo>
                  <a:pt x="466259" y="7667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621A71-7788-47B2-9752-75C3E97EE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6921" y="5557599"/>
            <a:ext cx="421381" cy="347971"/>
          </a:xfrm>
          <a:custGeom xmlns:a="http://schemas.openxmlformats.org/drawingml/2006/main">
            <a:pathLst>
              <a:path w="421381" h="347971">
                <a:moveTo>
                  <a:pt x="153" y="58606"/>
                </a:moveTo>
                <a:cubicBezTo>
                  <a:pt x="0" y="26464"/>
                  <a:pt x="25854" y="610"/>
                  <a:pt x="56927" y="0"/>
                </a:cubicBezTo>
                <a:lnTo>
                  <a:pt x="362776" y="0"/>
                </a:lnTo>
                <a:cubicBezTo>
                  <a:pt x="394612" y="610"/>
                  <a:pt x="420466" y="26464"/>
                  <a:pt x="421381" y="58606"/>
                </a:cubicBezTo>
                <a:lnTo>
                  <a:pt x="421381" y="289366"/>
                </a:lnTo>
                <a:cubicBezTo>
                  <a:pt x="420466" y="321202"/>
                  <a:pt x="394612" y="347056"/>
                  <a:pt x="362776" y="347971"/>
                </a:cubicBezTo>
                <a:lnTo>
                  <a:pt x="56927" y="347971"/>
                </a:lnTo>
                <a:cubicBezTo>
                  <a:pt x="25854" y="347056"/>
                  <a:pt x="0" y="321202"/>
                  <a:pt x="153" y="289366"/>
                </a:cubicBezTo>
                <a:lnTo>
                  <a:pt x="153" y="58606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2EBDC-9EA1-4EA8-9497-05FB63811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9290" y="5550578"/>
            <a:ext cx="435727" cy="361707"/>
          </a:xfrm>
          <a:custGeom xmlns:a="http://schemas.openxmlformats.org/drawingml/2006/main">
            <a:pathLst>
              <a:path w="43572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03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370361" y="361707"/>
                </a:lnTo>
                <a:lnTo>
                  <a:pt x="370742" y="361692"/>
                </a:lnTo>
                <a:lnTo>
                  <a:pt x="376649" y="361402"/>
                </a:lnTo>
                <a:lnTo>
                  <a:pt x="377412" y="361326"/>
                </a:lnTo>
                <a:lnTo>
                  <a:pt x="383135" y="360440"/>
                </a:lnTo>
                <a:lnTo>
                  <a:pt x="383898" y="360288"/>
                </a:lnTo>
                <a:lnTo>
                  <a:pt x="389423" y="358868"/>
                </a:lnTo>
                <a:lnTo>
                  <a:pt x="390140" y="358640"/>
                </a:lnTo>
                <a:lnTo>
                  <a:pt x="395451" y="356701"/>
                </a:lnTo>
                <a:lnTo>
                  <a:pt x="396138" y="356411"/>
                </a:lnTo>
                <a:lnTo>
                  <a:pt x="401190" y="353985"/>
                </a:lnTo>
                <a:lnTo>
                  <a:pt x="401846" y="353634"/>
                </a:lnTo>
                <a:lnTo>
                  <a:pt x="406608" y="350734"/>
                </a:lnTo>
                <a:lnTo>
                  <a:pt x="407203" y="350322"/>
                </a:lnTo>
                <a:lnTo>
                  <a:pt x="411659" y="346995"/>
                </a:lnTo>
                <a:lnTo>
                  <a:pt x="412209" y="346537"/>
                </a:lnTo>
                <a:lnTo>
                  <a:pt x="416314" y="342813"/>
                </a:lnTo>
                <a:lnTo>
                  <a:pt x="416833" y="342294"/>
                </a:lnTo>
                <a:lnTo>
                  <a:pt x="420557" y="338189"/>
                </a:lnTo>
                <a:lnTo>
                  <a:pt x="421015" y="337639"/>
                </a:lnTo>
                <a:lnTo>
                  <a:pt x="424342" y="333183"/>
                </a:lnTo>
                <a:lnTo>
                  <a:pt x="424754" y="332587"/>
                </a:lnTo>
                <a:lnTo>
                  <a:pt x="427654" y="327826"/>
                </a:lnTo>
                <a:lnTo>
                  <a:pt x="428005" y="327170"/>
                </a:lnTo>
                <a:lnTo>
                  <a:pt x="430432" y="322118"/>
                </a:lnTo>
                <a:lnTo>
                  <a:pt x="430722" y="321431"/>
                </a:lnTo>
                <a:lnTo>
                  <a:pt x="432660" y="316120"/>
                </a:lnTo>
                <a:lnTo>
                  <a:pt x="432889" y="315403"/>
                </a:lnTo>
                <a:lnTo>
                  <a:pt x="434308" y="309878"/>
                </a:lnTo>
                <a:lnTo>
                  <a:pt x="434461" y="309115"/>
                </a:lnTo>
                <a:lnTo>
                  <a:pt x="435346" y="303391"/>
                </a:lnTo>
                <a:lnTo>
                  <a:pt x="435422" y="302628"/>
                </a:lnTo>
                <a:lnTo>
                  <a:pt x="435712" y="296722"/>
                </a:lnTo>
                <a:lnTo>
                  <a:pt x="435727" y="296340"/>
                </a:lnTo>
                <a:lnTo>
                  <a:pt x="435727" y="65367"/>
                </a:lnTo>
                <a:lnTo>
                  <a:pt x="435712" y="64985"/>
                </a:lnTo>
                <a:lnTo>
                  <a:pt x="435422" y="59079"/>
                </a:lnTo>
                <a:lnTo>
                  <a:pt x="435346" y="58316"/>
                </a:lnTo>
                <a:lnTo>
                  <a:pt x="434461" y="52577"/>
                </a:lnTo>
                <a:lnTo>
                  <a:pt x="434308" y="51829"/>
                </a:lnTo>
                <a:lnTo>
                  <a:pt x="432889" y="46305"/>
                </a:lnTo>
                <a:lnTo>
                  <a:pt x="432660" y="45572"/>
                </a:lnTo>
                <a:lnTo>
                  <a:pt x="430722" y="40276"/>
                </a:lnTo>
                <a:lnTo>
                  <a:pt x="430432" y="39589"/>
                </a:lnTo>
                <a:lnTo>
                  <a:pt x="428005" y="34538"/>
                </a:lnTo>
                <a:lnTo>
                  <a:pt x="427654" y="33881"/>
                </a:lnTo>
                <a:lnTo>
                  <a:pt x="424754" y="29120"/>
                </a:lnTo>
                <a:lnTo>
                  <a:pt x="424342" y="28525"/>
                </a:lnTo>
                <a:lnTo>
                  <a:pt x="421015" y="24068"/>
                </a:lnTo>
                <a:lnTo>
                  <a:pt x="420557" y="23519"/>
                </a:lnTo>
                <a:lnTo>
                  <a:pt x="416833" y="19413"/>
                </a:lnTo>
                <a:lnTo>
                  <a:pt x="416314" y="18894"/>
                </a:lnTo>
                <a:lnTo>
                  <a:pt x="412209" y="15170"/>
                </a:lnTo>
                <a:lnTo>
                  <a:pt x="411659" y="14712"/>
                </a:lnTo>
                <a:lnTo>
                  <a:pt x="407203" y="11385"/>
                </a:lnTo>
                <a:lnTo>
                  <a:pt x="406608" y="10973"/>
                </a:lnTo>
                <a:lnTo>
                  <a:pt x="401846" y="8074"/>
                </a:lnTo>
                <a:lnTo>
                  <a:pt x="401190" y="7723"/>
                </a:lnTo>
                <a:lnTo>
                  <a:pt x="396138" y="5296"/>
                </a:lnTo>
                <a:lnTo>
                  <a:pt x="395451" y="5006"/>
                </a:lnTo>
                <a:lnTo>
                  <a:pt x="390140" y="3068"/>
                </a:lnTo>
                <a:lnTo>
                  <a:pt x="389423" y="2839"/>
                </a:lnTo>
                <a:lnTo>
                  <a:pt x="383898" y="1419"/>
                </a:lnTo>
                <a:lnTo>
                  <a:pt x="383135" y="1267"/>
                </a:lnTo>
                <a:lnTo>
                  <a:pt x="377412" y="382"/>
                </a:lnTo>
                <a:lnTo>
                  <a:pt x="376649" y="305"/>
                </a:lnTo>
                <a:lnTo>
                  <a:pt x="370742" y="15"/>
                </a:lnTo>
                <a:lnTo>
                  <a:pt x="370361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03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370259" y="15262"/>
                </a:lnTo>
                <a:lnTo>
                  <a:pt x="375476" y="15532"/>
                </a:lnTo>
                <a:lnTo>
                  <a:pt x="380471" y="16289"/>
                </a:lnTo>
                <a:lnTo>
                  <a:pt x="385175" y="17497"/>
                </a:lnTo>
                <a:lnTo>
                  <a:pt x="389852" y="19209"/>
                </a:lnTo>
                <a:lnTo>
                  <a:pt x="394195" y="21295"/>
                </a:lnTo>
                <a:lnTo>
                  <a:pt x="398258" y="23756"/>
                </a:lnTo>
                <a:lnTo>
                  <a:pt x="402186" y="26676"/>
                </a:lnTo>
                <a:lnTo>
                  <a:pt x="405786" y="29941"/>
                </a:lnTo>
                <a:lnTo>
                  <a:pt x="409057" y="33547"/>
                </a:lnTo>
                <a:lnTo>
                  <a:pt x="411924" y="37392"/>
                </a:lnTo>
                <a:lnTo>
                  <a:pt x="414432" y="41532"/>
                </a:lnTo>
                <a:lnTo>
                  <a:pt x="416518" y="45875"/>
                </a:lnTo>
                <a:lnTo>
                  <a:pt x="418230" y="50553"/>
                </a:lnTo>
                <a:lnTo>
                  <a:pt x="419439" y="55257"/>
                </a:lnTo>
                <a:lnTo>
                  <a:pt x="420196" y="60251"/>
                </a:lnTo>
                <a:lnTo>
                  <a:pt x="420466" y="65468"/>
                </a:lnTo>
                <a:lnTo>
                  <a:pt x="420466" y="296239"/>
                </a:lnTo>
                <a:lnTo>
                  <a:pt x="420196" y="301456"/>
                </a:lnTo>
                <a:lnTo>
                  <a:pt x="419439" y="306450"/>
                </a:lnTo>
                <a:lnTo>
                  <a:pt x="418230" y="311154"/>
                </a:lnTo>
                <a:lnTo>
                  <a:pt x="416518" y="315832"/>
                </a:lnTo>
                <a:lnTo>
                  <a:pt x="414432" y="320175"/>
                </a:lnTo>
                <a:lnTo>
                  <a:pt x="411971" y="324237"/>
                </a:lnTo>
                <a:lnTo>
                  <a:pt x="409052" y="328166"/>
                </a:lnTo>
                <a:lnTo>
                  <a:pt x="405786" y="331766"/>
                </a:lnTo>
                <a:lnTo>
                  <a:pt x="402186" y="335032"/>
                </a:lnTo>
                <a:lnTo>
                  <a:pt x="398258" y="337951"/>
                </a:lnTo>
                <a:lnTo>
                  <a:pt x="394195" y="340412"/>
                </a:lnTo>
                <a:lnTo>
                  <a:pt x="389852" y="342498"/>
                </a:lnTo>
                <a:lnTo>
                  <a:pt x="385175" y="344210"/>
                </a:lnTo>
                <a:lnTo>
                  <a:pt x="380471" y="345419"/>
                </a:lnTo>
                <a:lnTo>
                  <a:pt x="375476" y="346176"/>
                </a:lnTo>
                <a:lnTo>
                  <a:pt x="370259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0" name="Text for">
            <a:extLst xmlns:a="http://schemas.openxmlformats.org/drawingml/2006/main">
              <a:ext uri="{FF2B5EF4-FFF2-40B4-BE49-F238E27FC236}">
                <a16:creationId xmlns:a16="http://schemas.microsoft.com/office/drawing/2014/main" id="{8DA915BA-6D13-445D-B6CE-690CA876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3972" y="5646660"/>
            <a:ext cx="245020" cy="148677"/>
          </a:xfrm>
          <a:custGeom xmlns:a="http://schemas.openxmlformats.org/drawingml/2006/main">
            <a:pathLst>
              <a:path w="245020" h="148677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164644" y="95855"/>
                </a:moveTo>
                <a:cubicBezTo>
                  <a:pt x="164644" y="103539"/>
                  <a:pt x="163632" y="110613"/>
                  <a:pt x="161607" y="117077"/>
                </a:cubicBezTo>
                <a:cubicBezTo>
                  <a:pt x="159583" y="123540"/>
                  <a:pt x="156564" y="129113"/>
                  <a:pt x="152551" y="133796"/>
                </a:cubicBezTo>
                <a:cubicBezTo>
                  <a:pt x="148537" y="138477"/>
                  <a:pt x="143511" y="142128"/>
                  <a:pt x="137474" y="144747"/>
                </a:cubicBezTo>
                <a:cubicBezTo>
                  <a:pt x="131436" y="147367"/>
                  <a:pt x="124438" y="148677"/>
                  <a:pt x="116481" y="148677"/>
                </a:cubicBezTo>
                <a:cubicBezTo>
                  <a:pt x="108733" y="148677"/>
                  <a:pt x="101980" y="147524"/>
                  <a:pt x="96221" y="145218"/>
                </a:cubicBezTo>
                <a:cubicBezTo>
                  <a:pt x="90462" y="142913"/>
                  <a:pt x="85663" y="139559"/>
                  <a:pt x="81824" y="135157"/>
                </a:cubicBezTo>
                <a:cubicBezTo>
                  <a:pt x="77985" y="130755"/>
                  <a:pt x="75123" y="125410"/>
                  <a:pt x="73239" y="119121"/>
                </a:cubicBezTo>
                <a:cubicBezTo>
                  <a:pt x="71354" y="112833"/>
                  <a:pt x="70412" y="105705"/>
                  <a:pt x="70412" y="97739"/>
                </a:cubicBezTo>
                <a:cubicBezTo>
                  <a:pt x="70412" y="90055"/>
                  <a:pt x="71407" y="82981"/>
                  <a:pt x="73396" y="76518"/>
                </a:cubicBezTo>
                <a:cubicBezTo>
                  <a:pt x="75385" y="70054"/>
                  <a:pt x="78387" y="64482"/>
                  <a:pt x="82400" y="59801"/>
                </a:cubicBezTo>
                <a:cubicBezTo>
                  <a:pt x="86414" y="55118"/>
                  <a:pt x="91422" y="51484"/>
                  <a:pt x="97425" y="48899"/>
                </a:cubicBezTo>
                <a:cubicBezTo>
                  <a:pt x="103428" y="46314"/>
                  <a:pt x="110443" y="45022"/>
                  <a:pt x="118470" y="45022"/>
                </a:cubicBezTo>
                <a:cubicBezTo>
                  <a:pt x="126218" y="45022"/>
                  <a:pt x="132971" y="46175"/>
                  <a:pt x="138730" y="48480"/>
                </a:cubicBezTo>
                <a:cubicBezTo>
                  <a:pt x="144489" y="50786"/>
                  <a:pt x="149287" y="54140"/>
                  <a:pt x="153127" y="58542"/>
                </a:cubicBezTo>
                <a:cubicBezTo>
                  <a:pt x="156966" y="62943"/>
                  <a:pt x="159845" y="68289"/>
                  <a:pt x="161764" y="74577"/>
                </a:cubicBezTo>
                <a:cubicBezTo>
                  <a:pt x="163684" y="80866"/>
                  <a:pt x="164644" y="87958"/>
                  <a:pt x="164644" y="95855"/>
                </a:cubicBezTo>
                <a:moveTo>
                  <a:pt x="146426" y="96954"/>
                </a:moveTo>
                <a:cubicBezTo>
                  <a:pt x="146426" y="91859"/>
                  <a:pt x="145954" y="87042"/>
                  <a:pt x="145012" y="82505"/>
                </a:cubicBezTo>
                <a:cubicBezTo>
                  <a:pt x="144070" y="77968"/>
                  <a:pt x="142517" y="73989"/>
                  <a:pt x="140353" y="70569"/>
                </a:cubicBezTo>
                <a:cubicBezTo>
                  <a:pt x="138189" y="67149"/>
                  <a:pt x="135257" y="64444"/>
                  <a:pt x="131558" y="62455"/>
                </a:cubicBezTo>
                <a:cubicBezTo>
                  <a:pt x="127858" y="60465"/>
                  <a:pt x="123252" y="59471"/>
                  <a:pt x="117737" y="59471"/>
                </a:cubicBezTo>
                <a:cubicBezTo>
                  <a:pt x="112642" y="59471"/>
                  <a:pt x="108262" y="60378"/>
                  <a:pt x="104597" y="62193"/>
                </a:cubicBezTo>
                <a:cubicBezTo>
                  <a:pt x="100933" y="64008"/>
                  <a:pt x="97914" y="66573"/>
                  <a:pt x="95540" y="69889"/>
                </a:cubicBezTo>
                <a:cubicBezTo>
                  <a:pt x="93167" y="73204"/>
                  <a:pt x="91405" y="77131"/>
                  <a:pt x="90253" y="81668"/>
                </a:cubicBezTo>
                <a:cubicBezTo>
                  <a:pt x="89101" y="86205"/>
                  <a:pt x="88525" y="91161"/>
                  <a:pt x="88525" y="96535"/>
                </a:cubicBezTo>
                <a:cubicBezTo>
                  <a:pt x="88525" y="101701"/>
                  <a:pt x="88997" y="106552"/>
                  <a:pt x="89939" y="111089"/>
                </a:cubicBezTo>
                <a:cubicBezTo>
                  <a:pt x="90881" y="115626"/>
                  <a:pt x="92452" y="119587"/>
                  <a:pt x="94650" y="122973"/>
                </a:cubicBezTo>
                <a:cubicBezTo>
                  <a:pt x="96849" y="126358"/>
                  <a:pt x="99798" y="129045"/>
                  <a:pt x="103498" y="131035"/>
                </a:cubicBezTo>
                <a:cubicBezTo>
                  <a:pt x="107197" y="133024"/>
                  <a:pt x="111804" y="134019"/>
                  <a:pt x="117318" y="134019"/>
                </a:cubicBezTo>
                <a:cubicBezTo>
                  <a:pt x="122344" y="134019"/>
                  <a:pt x="126707" y="133111"/>
                  <a:pt x="130406" y="131296"/>
                </a:cubicBezTo>
                <a:cubicBezTo>
                  <a:pt x="134106" y="129482"/>
                  <a:pt x="137142" y="126934"/>
                  <a:pt x="139515" y="123653"/>
                </a:cubicBezTo>
                <a:cubicBezTo>
                  <a:pt x="141888" y="120372"/>
                  <a:pt x="143634" y="116464"/>
                  <a:pt x="144750" y="111926"/>
                </a:cubicBezTo>
                <a:cubicBezTo>
                  <a:pt x="145867" y="107389"/>
                  <a:pt x="146426" y="102399"/>
                  <a:pt x="146426" y="96954"/>
                </a:cubicBezTo>
                <a:close/>
                <a:moveTo>
                  <a:pt x="245020" y="55911"/>
                </a:moveTo>
                <a:cubicBezTo>
                  <a:pt x="245020" y="57447"/>
                  <a:pt x="244985" y="58738"/>
                  <a:pt x="244915" y="59785"/>
                </a:cubicBezTo>
                <a:cubicBezTo>
                  <a:pt x="244845" y="60832"/>
                  <a:pt x="244706" y="61652"/>
                  <a:pt x="244496" y="62245"/>
                </a:cubicBezTo>
                <a:cubicBezTo>
                  <a:pt x="244287" y="62839"/>
                  <a:pt x="244025" y="63292"/>
                  <a:pt x="243711" y="63606"/>
                </a:cubicBezTo>
                <a:cubicBezTo>
                  <a:pt x="243397" y="63921"/>
                  <a:pt x="242961" y="64078"/>
                  <a:pt x="242402" y="64078"/>
                </a:cubicBezTo>
                <a:cubicBezTo>
                  <a:pt x="241844" y="64078"/>
                  <a:pt x="241163" y="63921"/>
                  <a:pt x="240361" y="63606"/>
                </a:cubicBezTo>
                <a:cubicBezTo>
                  <a:pt x="239558" y="63292"/>
                  <a:pt x="238650" y="62978"/>
                  <a:pt x="237638" y="62664"/>
                </a:cubicBezTo>
                <a:cubicBezTo>
                  <a:pt x="236626" y="62350"/>
                  <a:pt x="235492" y="62053"/>
                  <a:pt x="234235" y="61774"/>
                </a:cubicBezTo>
                <a:cubicBezTo>
                  <a:pt x="232979" y="61495"/>
                  <a:pt x="231618" y="61355"/>
                  <a:pt x="230152" y="61355"/>
                </a:cubicBezTo>
                <a:cubicBezTo>
                  <a:pt x="228407" y="61355"/>
                  <a:pt x="226697" y="61704"/>
                  <a:pt x="225022" y="62402"/>
                </a:cubicBezTo>
                <a:cubicBezTo>
                  <a:pt x="223346" y="63100"/>
                  <a:pt x="221584" y="64252"/>
                  <a:pt x="219734" y="65858"/>
                </a:cubicBezTo>
                <a:cubicBezTo>
                  <a:pt x="217885" y="67463"/>
                  <a:pt x="215948" y="69592"/>
                  <a:pt x="213923" y="72244"/>
                </a:cubicBezTo>
                <a:cubicBezTo>
                  <a:pt x="211899" y="74897"/>
                  <a:pt x="209665" y="78143"/>
                  <a:pt x="207222" y="81982"/>
                </a:cubicBezTo>
                <a:lnTo>
                  <a:pt x="207222" y="143965"/>
                </a:lnTo>
                <a:cubicBezTo>
                  <a:pt x="207222" y="144524"/>
                  <a:pt x="207083" y="144995"/>
                  <a:pt x="206804" y="145379"/>
                </a:cubicBezTo>
                <a:cubicBezTo>
                  <a:pt x="206524" y="145763"/>
                  <a:pt x="206071" y="146094"/>
                  <a:pt x="205442" y="146373"/>
                </a:cubicBezTo>
                <a:cubicBezTo>
                  <a:pt x="204814" y="146653"/>
                  <a:pt x="203942" y="146862"/>
                  <a:pt x="202825" y="147002"/>
                </a:cubicBezTo>
                <a:cubicBezTo>
                  <a:pt x="201708" y="147141"/>
                  <a:pt x="200277" y="147211"/>
                  <a:pt x="198532" y="147211"/>
                </a:cubicBezTo>
                <a:cubicBezTo>
                  <a:pt x="196857" y="147211"/>
                  <a:pt x="195461" y="147141"/>
                  <a:pt x="194344" y="147002"/>
                </a:cubicBezTo>
                <a:cubicBezTo>
                  <a:pt x="193227" y="146862"/>
                  <a:pt x="192337" y="146653"/>
                  <a:pt x="191674" y="146373"/>
                </a:cubicBezTo>
                <a:cubicBezTo>
                  <a:pt x="191011" y="146094"/>
                  <a:pt x="190557" y="145763"/>
                  <a:pt x="190313" y="145379"/>
                </a:cubicBezTo>
                <a:cubicBezTo>
                  <a:pt x="190069" y="144995"/>
                  <a:pt x="189947" y="144524"/>
                  <a:pt x="189947" y="143965"/>
                </a:cubicBezTo>
                <a:lnTo>
                  <a:pt x="189947" y="49733"/>
                </a:lnTo>
                <a:cubicBezTo>
                  <a:pt x="189947" y="49175"/>
                  <a:pt x="190051" y="48704"/>
                  <a:pt x="190261" y="48320"/>
                </a:cubicBezTo>
                <a:cubicBezTo>
                  <a:pt x="190470" y="47936"/>
                  <a:pt x="190889" y="47587"/>
                  <a:pt x="191517" y="47273"/>
                </a:cubicBezTo>
                <a:cubicBezTo>
                  <a:pt x="192145" y="46959"/>
                  <a:pt x="192948" y="46749"/>
                  <a:pt x="193925" y="46645"/>
                </a:cubicBezTo>
                <a:cubicBezTo>
                  <a:pt x="194902" y="46540"/>
                  <a:pt x="196194" y="46488"/>
                  <a:pt x="197799" y="46488"/>
                </a:cubicBezTo>
                <a:cubicBezTo>
                  <a:pt x="199335" y="46488"/>
                  <a:pt x="200609" y="46540"/>
                  <a:pt x="201621" y="46645"/>
                </a:cubicBezTo>
                <a:cubicBezTo>
                  <a:pt x="202633" y="46749"/>
                  <a:pt x="203418" y="46959"/>
                  <a:pt x="203977" y="47273"/>
                </a:cubicBezTo>
                <a:cubicBezTo>
                  <a:pt x="204535" y="47587"/>
                  <a:pt x="204936" y="47936"/>
                  <a:pt x="205181" y="48320"/>
                </a:cubicBezTo>
                <a:cubicBezTo>
                  <a:pt x="205425" y="48704"/>
                  <a:pt x="205547" y="49175"/>
                  <a:pt x="205547" y="49733"/>
                </a:cubicBezTo>
                <a:lnTo>
                  <a:pt x="205547" y="63449"/>
                </a:lnTo>
                <a:cubicBezTo>
                  <a:pt x="208130" y="59680"/>
                  <a:pt x="210555" y="56609"/>
                  <a:pt x="212824" y="54236"/>
                </a:cubicBezTo>
                <a:cubicBezTo>
                  <a:pt x="215092" y="51862"/>
                  <a:pt x="217239" y="49995"/>
                  <a:pt x="219263" y="48634"/>
                </a:cubicBezTo>
                <a:cubicBezTo>
                  <a:pt x="221287" y="47273"/>
                  <a:pt x="223294" y="46331"/>
                  <a:pt x="225283" y="45807"/>
                </a:cubicBezTo>
                <a:cubicBezTo>
                  <a:pt x="227273" y="45284"/>
                  <a:pt x="229280" y="45022"/>
                  <a:pt x="231304" y="45022"/>
                </a:cubicBezTo>
                <a:cubicBezTo>
                  <a:pt x="232211" y="45022"/>
                  <a:pt x="233241" y="45074"/>
                  <a:pt x="234393" y="45179"/>
                </a:cubicBezTo>
                <a:cubicBezTo>
                  <a:pt x="235544" y="45284"/>
                  <a:pt x="236748" y="45476"/>
                  <a:pt x="238005" y="45755"/>
                </a:cubicBezTo>
                <a:cubicBezTo>
                  <a:pt x="239261" y="46034"/>
                  <a:pt x="240395" y="46348"/>
                  <a:pt x="241408" y="46697"/>
                </a:cubicBezTo>
                <a:cubicBezTo>
                  <a:pt x="242420" y="47046"/>
                  <a:pt x="243135" y="47395"/>
                  <a:pt x="243554" y="47744"/>
                </a:cubicBezTo>
                <a:cubicBezTo>
                  <a:pt x="243973" y="48093"/>
                  <a:pt x="244252" y="48425"/>
                  <a:pt x="244392" y="48739"/>
                </a:cubicBezTo>
                <a:cubicBezTo>
                  <a:pt x="244531" y="49053"/>
                  <a:pt x="244653" y="49454"/>
                  <a:pt x="244758" y="49943"/>
                </a:cubicBezTo>
                <a:cubicBezTo>
                  <a:pt x="244863" y="50431"/>
                  <a:pt x="244933" y="51147"/>
                  <a:pt x="244967" y="52089"/>
                </a:cubicBezTo>
                <a:cubicBezTo>
                  <a:pt x="245002" y="53032"/>
                  <a:pt x="245020" y="54305"/>
                  <a:pt x="245020" y="5591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7C837-2714-4533-B001-F94D85631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2534" y="5557599"/>
            <a:ext cx="821091" cy="347971"/>
          </a:xfrm>
          <a:custGeom xmlns:a="http://schemas.openxmlformats.org/drawingml/2006/main">
            <a:pathLst>
              <a:path w="821091" h="347971">
                <a:moveTo>
                  <a:pt x="305" y="58606"/>
                </a:moveTo>
                <a:cubicBezTo>
                  <a:pt x="0" y="26464"/>
                  <a:pt x="25854" y="610"/>
                  <a:pt x="57080" y="0"/>
                </a:cubicBezTo>
                <a:lnTo>
                  <a:pt x="764011" y="0"/>
                </a:lnTo>
                <a:cubicBezTo>
                  <a:pt x="795237" y="610"/>
                  <a:pt x="821091" y="26464"/>
                  <a:pt x="820785" y="58606"/>
                </a:cubicBezTo>
                <a:lnTo>
                  <a:pt x="820785" y="289366"/>
                </a:lnTo>
                <a:cubicBezTo>
                  <a:pt x="821091" y="321202"/>
                  <a:pt x="795237" y="347056"/>
                  <a:pt x="764011" y="347971"/>
                </a:cubicBezTo>
                <a:lnTo>
                  <a:pt x="57080" y="347971"/>
                </a:lnTo>
                <a:cubicBezTo>
                  <a:pt x="25854" y="347056"/>
                  <a:pt x="0" y="321202"/>
                  <a:pt x="305" y="289366"/>
                </a:cubicBezTo>
                <a:lnTo>
                  <a:pt x="305" y="58606"/>
                </a:lnTo>
              </a:path>
            </a:pathLst>
          </a:custGeom>
          <a:solidFill xmlns:a="http://schemas.openxmlformats.org/drawingml/2006/main">
            <a:srgbClr val="77933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4FCBBB-9CC7-4B7B-817A-DEBB0B62C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4903" y="5550578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75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80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20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15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80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75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4F6228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Text shaping">
            <a:extLst xmlns:a="http://schemas.openxmlformats.org/drawingml/2006/main">
              <a:ext uri="{FF2B5EF4-FFF2-40B4-BE49-F238E27FC236}">
                <a16:creationId xmlns:a16="http://schemas.microsoft.com/office/drawing/2014/main" id="{712560E1-6EF3-46C3-8468-7DBEF3049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5036" y="5647288"/>
            <a:ext cx="657833" cy="184276"/>
          </a:xfrm>
          <a:custGeom xmlns:a="http://schemas.openxmlformats.org/drawingml/2006/main">
            <a:pathLst>
              <a:path w="657833" h="184276">
                <a:moveTo>
                  <a:pt x="66695" y="117760"/>
                </a:moveTo>
                <a:cubicBezTo>
                  <a:pt x="66695" y="122581"/>
                  <a:pt x="65805" y="126878"/>
                  <a:pt x="64025" y="130652"/>
                </a:cubicBezTo>
                <a:cubicBezTo>
                  <a:pt x="62245" y="134423"/>
                  <a:pt x="59715" y="137602"/>
                  <a:pt x="56434" y="140190"/>
                </a:cubicBezTo>
                <a:cubicBezTo>
                  <a:pt x="53154" y="142774"/>
                  <a:pt x="49245" y="144730"/>
                  <a:pt x="44708" y="146056"/>
                </a:cubicBezTo>
                <a:cubicBezTo>
                  <a:pt x="40171" y="147385"/>
                  <a:pt x="35180" y="148049"/>
                  <a:pt x="29735" y="148049"/>
                </a:cubicBezTo>
                <a:cubicBezTo>
                  <a:pt x="26385" y="148049"/>
                  <a:pt x="23192" y="147790"/>
                  <a:pt x="20155" y="147273"/>
                </a:cubicBezTo>
                <a:cubicBezTo>
                  <a:pt x="17119" y="146756"/>
                  <a:pt x="14397" y="146102"/>
                  <a:pt x="11988" y="145310"/>
                </a:cubicBezTo>
                <a:cubicBezTo>
                  <a:pt x="9580" y="144516"/>
                  <a:pt x="7539" y="143688"/>
                  <a:pt x="5863" y="142827"/>
                </a:cubicBezTo>
                <a:cubicBezTo>
                  <a:pt x="4188" y="141963"/>
                  <a:pt x="2967" y="141186"/>
                  <a:pt x="2199" y="140497"/>
                </a:cubicBezTo>
                <a:cubicBezTo>
                  <a:pt x="1431" y="139808"/>
                  <a:pt x="873" y="138831"/>
                  <a:pt x="524" y="137565"/>
                </a:cubicBezTo>
                <a:cubicBezTo>
                  <a:pt x="175" y="136298"/>
                  <a:pt x="0" y="134575"/>
                  <a:pt x="0" y="132396"/>
                </a:cubicBezTo>
                <a:cubicBezTo>
                  <a:pt x="0" y="131061"/>
                  <a:pt x="70" y="129936"/>
                  <a:pt x="209" y="129022"/>
                </a:cubicBezTo>
                <a:cubicBezTo>
                  <a:pt x="349" y="128106"/>
                  <a:pt x="524" y="127368"/>
                  <a:pt x="733" y="126807"/>
                </a:cubicBezTo>
                <a:cubicBezTo>
                  <a:pt x="942" y="126245"/>
                  <a:pt x="1239" y="125840"/>
                  <a:pt x="1623" y="125593"/>
                </a:cubicBezTo>
                <a:cubicBezTo>
                  <a:pt x="2007" y="125347"/>
                  <a:pt x="2443" y="125224"/>
                  <a:pt x="2932" y="125224"/>
                </a:cubicBezTo>
                <a:cubicBezTo>
                  <a:pt x="3699" y="125224"/>
                  <a:pt x="4834" y="125695"/>
                  <a:pt x="6334" y="126637"/>
                </a:cubicBezTo>
                <a:cubicBezTo>
                  <a:pt x="7835" y="127579"/>
                  <a:pt x="9685" y="128609"/>
                  <a:pt x="11884" y="129726"/>
                </a:cubicBezTo>
                <a:cubicBezTo>
                  <a:pt x="14082" y="130843"/>
                  <a:pt x="16683" y="131872"/>
                  <a:pt x="19684" y="132815"/>
                </a:cubicBezTo>
                <a:cubicBezTo>
                  <a:pt x="22685" y="133757"/>
                  <a:pt x="26141" y="134228"/>
                  <a:pt x="30049" y="134228"/>
                </a:cubicBezTo>
                <a:cubicBezTo>
                  <a:pt x="32981" y="134228"/>
                  <a:pt x="35634" y="133914"/>
                  <a:pt x="38007" y="133286"/>
                </a:cubicBezTo>
                <a:cubicBezTo>
                  <a:pt x="40380" y="132655"/>
                  <a:pt x="42439" y="131728"/>
                  <a:pt x="44184" y="130505"/>
                </a:cubicBezTo>
                <a:cubicBezTo>
                  <a:pt x="45929" y="129281"/>
                  <a:pt x="47273" y="127725"/>
                  <a:pt x="48215" y="125836"/>
                </a:cubicBezTo>
                <a:cubicBezTo>
                  <a:pt x="49158" y="123947"/>
                  <a:pt x="49629" y="121709"/>
                  <a:pt x="49629" y="119121"/>
                </a:cubicBezTo>
                <a:cubicBezTo>
                  <a:pt x="49629" y="116467"/>
                  <a:pt x="48948" y="114231"/>
                  <a:pt x="47587" y="112414"/>
                </a:cubicBezTo>
                <a:cubicBezTo>
                  <a:pt x="46226" y="110597"/>
                  <a:pt x="44429" y="108990"/>
                  <a:pt x="42195" y="107594"/>
                </a:cubicBezTo>
                <a:cubicBezTo>
                  <a:pt x="39961" y="106196"/>
                  <a:pt x="37448" y="104956"/>
                  <a:pt x="34656" y="103874"/>
                </a:cubicBezTo>
                <a:cubicBezTo>
                  <a:pt x="31864" y="102790"/>
                  <a:pt x="28985" y="101655"/>
                  <a:pt x="26018" y="100468"/>
                </a:cubicBezTo>
                <a:cubicBezTo>
                  <a:pt x="23052" y="99279"/>
                  <a:pt x="20155" y="97934"/>
                  <a:pt x="17328" y="96431"/>
                </a:cubicBezTo>
                <a:cubicBezTo>
                  <a:pt x="14501" y="94928"/>
                  <a:pt x="11971" y="93093"/>
                  <a:pt x="9737" y="90927"/>
                </a:cubicBezTo>
                <a:cubicBezTo>
                  <a:pt x="7504" y="88761"/>
                  <a:pt x="5706" y="86176"/>
                  <a:pt x="4345" y="83173"/>
                </a:cubicBezTo>
                <a:cubicBezTo>
                  <a:pt x="2984" y="80169"/>
                  <a:pt x="2303" y="76571"/>
                  <a:pt x="2303" y="72379"/>
                </a:cubicBezTo>
                <a:cubicBezTo>
                  <a:pt x="2303" y="68675"/>
                  <a:pt x="3019" y="65129"/>
                  <a:pt x="4450" y="61741"/>
                </a:cubicBezTo>
                <a:cubicBezTo>
                  <a:pt x="5881" y="58352"/>
                  <a:pt x="8027" y="55382"/>
                  <a:pt x="10889" y="52832"/>
                </a:cubicBezTo>
                <a:cubicBezTo>
                  <a:pt x="13751" y="50280"/>
                  <a:pt x="17328" y="48236"/>
                  <a:pt x="21621" y="46700"/>
                </a:cubicBezTo>
                <a:cubicBezTo>
                  <a:pt x="25914" y="45163"/>
                  <a:pt x="30922" y="44394"/>
                  <a:pt x="36646" y="44394"/>
                </a:cubicBezTo>
                <a:cubicBezTo>
                  <a:pt x="39159" y="44394"/>
                  <a:pt x="41671" y="44606"/>
                  <a:pt x="44184" y="45032"/>
                </a:cubicBezTo>
                <a:cubicBezTo>
                  <a:pt x="46697" y="45457"/>
                  <a:pt x="48966" y="45988"/>
                  <a:pt x="50990" y="46625"/>
                </a:cubicBezTo>
                <a:cubicBezTo>
                  <a:pt x="53014" y="47262"/>
                  <a:pt x="54742" y="47952"/>
                  <a:pt x="56173" y="48696"/>
                </a:cubicBezTo>
                <a:cubicBezTo>
                  <a:pt x="57604" y="49440"/>
                  <a:pt x="58686" y="50096"/>
                  <a:pt x="59418" y="50663"/>
                </a:cubicBezTo>
                <a:cubicBezTo>
                  <a:pt x="60151" y="51230"/>
                  <a:pt x="60640" y="51723"/>
                  <a:pt x="60884" y="52142"/>
                </a:cubicBezTo>
                <a:cubicBezTo>
                  <a:pt x="61129" y="52560"/>
                  <a:pt x="61303" y="53032"/>
                  <a:pt x="61408" y="53555"/>
                </a:cubicBezTo>
                <a:cubicBezTo>
                  <a:pt x="61512" y="54079"/>
                  <a:pt x="61617" y="54724"/>
                  <a:pt x="61722" y="55492"/>
                </a:cubicBezTo>
                <a:cubicBezTo>
                  <a:pt x="61827" y="56260"/>
                  <a:pt x="61879" y="57202"/>
                  <a:pt x="61879" y="58319"/>
                </a:cubicBezTo>
                <a:cubicBezTo>
                  <a:pt x="61879" y="59506"/>
                  <a:pt x="61827" y="60535"/>
                  <a:pt x="61722" y="61408"/>
                </a:cubicBezTo>
                <a:cubicBezTo>
                  <a:pt x="61617" y="62280"/>
                  <a:pt x="61443" y="62996"/>
                  <a:pt x="61198" y="63554"/>
                </a:cubicBezTo>
                <a:cubicBezTo>
                  <a:pt x="60954" y="64113"/>
                  <a:pt x="60657" y="64514"/>
                  <a:pt x="60308" y="64758"/>
                </a:cubicBezTo>
                <a:cubicBezTo>
                  <a:pt x="59959" y="65003"/>
                  <a:pt x="59575" y="65125"/>
                  <a:pt x="59157" y="65125"/>
                </a:cubicBezTo>
                <a:cubicBezTo>
                  <a:pt x="58528" y="65125"/>
                  <a:pt x="57621" y="64735"/>
                  <a:pt x="56434" y="63957"/>
                </a:cubicBezTo>
                <a:cubicBezTo>
                  <a:pt x="55248" y="63178"/>
                  <a:pt x="53712" y="62346"/>
                  <a:pt x="51828" y="61460"/>
                </a:cubicBezTo>
                <a:cubicBezTo>
                  <a:pt x="49943" y="60575"/>
                  <a:pt x="47727" y="59742"/>
                  <a:pt x="45179" y="58964"/>
                </a:cubicBezTo>
                <a:cubicBezTo>
                  <a:pt x="42631" y="58185"/>
                  <a:pt x="39717" y="57796"/>
                  <a:pt x="36436" y="57796"/>
                </a:cubicBezTo>
                <a:cubicBezTo>
                  <a:pt x="33505" y="57796"/>
                  <a:pt x="30922" y="58128"/>
                  <a:pt x="28688" y="58793"/>
                </a:cubicBezTo>
                <a:cubicBezTo>
                  <a:pt x="26455" y="59457"/>
                  <a:pt x="24622" y="60400"/>
                  <a:pt x="23192" y="61624"/>
                </a:cubicBezTo>
                <a:cubicBezTo>
                  <a:pt x="21761" y="62847"/>
                  <a:pt x="20679" y="64299"/>
                  <a:pt x="19946" y="65979"/>
                </a:cubicBezTo>
                <a:cubicBezTo>
                  <a:pt x="19213" y="67656"/>
                  <a:pt x="18846" y="69474"/>
                  <a:pt x="18846" y="71433"/>
                </a:cubicBezTo>
                <a:cubicBezTo>
                  <a:pt x="18846" y="74157"/>
                  <a:pt x="19544" y="76446"/>
                  <a:pt x="20940" y="78298"/>
                </a:cubicBezTo>
                <a:cubicBezTo>
                  <a:pt x="22336" y="80149"/>
                  <a:pt x="24151" y="81774"/>
                  <a:pt x="26385" y="83173"/>
                </a:cubicBezTo>
                <a:cubicBezTo>
                  <a:pt x="28619" y="84569"/>
                  <a:pt x="31166" y="85826"/>
                  <a:pt x="34028" y="86945"/>
                </a:cubicBezTo>
                <a:cubicBezTo>
                  <a:pt x="36890" y="88062"/>
                  <a:pt x="39804" y="89215"/>
                  <a:pt x="42771" y="90404"/>
                </a:cubicBezTo>
                <a:cubicBezTo>
                  <a:pt x="45737" y="91590"/>
                  <a:pt x="48669" y="92918"/>
                  <a:pt x="51566" y="94386"/>
                </a:cubicBezTo>
                <a:cubicBezTo>
                  <a:pt x="54463" y="95854"/>
                  <a:pt x="57028" y="97636"/>
                  <a:pt x="59261" y="99732"/>
                </a:cubicBezTo>
                <a:cubicBezTo>
                  <a:pt x="61495" y="101828"/>
                  <a:pt x="63292" y="104344"/>
                  <a:pt x="64654" y="107280"/>
                </a:cubicBezTo>
                <a:cubicBezTo>
                  <a:pt x="66015" y="110214"/>
                  <a:pt x="66695" y="113708"/>
                  <a:pt x="66695" y="117760"/>
                </a:cubicBezTo>
                <a:close/>
                <a:moveTo>
                  <a:pt x="172623" y="143337"/>
                </a:moveTo>
                <a:cubicBezTo>
                  <a:pt x="172623" y="143896"/>
                  <a:pt x="172484" y="144367"/>
                  <a:pt x="172204" y="144751"/>
                </a:cubicBezTo>
                <a:cubicBezTo>
                  <a:pt x="171925" y="145134"/>
                  <a:pt x="171471" y="145466"/>
                  <a:pt x="170843" y="145745"/>
                </a:cubicBezTo>
                <a:cubicBezTo>
                  <a:pt x="170215" y="146024"/>
                  <a:pt x="169342" y="146234"/>
                  <a:pt x="168226" y="146373"/>
                </a:cubicBezTo>
                <a:cubicBezTo>
                  <a:pt x="167109" y="146513"/>
                  <a:pt x="165713" y="146583"/>
                  <a:pt x="164038" y="146583"/>
                </a:cubicBezTo>
                <a:cubicBezTo>
                  <a:pt x="162293" y="146583"/>
                  <a:pt x="160862" y="146513"/>
                  <a:pt x="159745" y="146373"/>
                </a:cubicBezTo>
                <a:cubicBezTo>
                  <a:pt x="158628" y="146234"/>
                  <a:pt x="157755" y="146024"/>
                  <a:pt x="157127" y="145745"/>
                </a:cubicBezTo>
                <a:cubicBezTo>
                  <a:pt x="156499" y="145466"/>
                  <a:pt x="156045" y="145136"/>
                  <a:pt x="155766" y="144754"/>
                </a:cubicBezTo>
                <a:cubicBezTo>
                  <a:pt x="155487" y="144370"/>
                  <a:pt x="155347" y="143899"/>
                  <a:pt x="155347" y="143340"/>
                </a:cubicBezTo>
                <a:lnTo>
                  <a:pt x="155347" y="88228"/>
                </a:lnTo>
                <a:cubicBezTo>
                  <a:pt x="155347" y="82860"/>
                  <a:pt x="154928" y="78537"/>
                  <a:pt x="154091" y="75261"/>
                </a:cubicBezTo>
                <a:cubicBezTo>
                  <a:pt x="153253" y="71985"/>
                  <a:pt x="152032" y="69162"/>
                  <a:pt x="150426" y="66793"/>
                </a:cubicBezTo>
                <a:cubicBezTo>
                  <a:pt x="148821" y="64422"/>
                  <a:pt x="146744" y="62610"/>
                  <a:pt x="144197" y="61355"/>
                </a:cubicBezTo>
                <a:cubicBezTo>
                  <a:pt x="141649" y="60099"/>
                  <a:pt x="138700" y="59471"/>
                  <a:pt x="135349" y="59471"/>
                </a:cubicBezTo>
                <a:cubicBezTo>
                  <a:pt x="131022" y="59471"/>
                  <a:pt x="126694" y="61005"/>
                  <a:pt x="122366" y="64074"/>
                </a:cubicBezTo>
                <a:cubicBezTo>
                  <a:pt x="118038" y="67141"/>
                  <a:pt x="113501" y="71637"/>
                  <a:pt x="108755" y="77561"/>
                </a:cubicBezTo>
                <a:lnTo>
                  <a:pt x="108755" y="143340"/>
                </a:lnTo>
                <a:cubicBezTo>
                  <a:pt x="108755" y="143899"/>
                  <a:pt x="108615" y="144370"/>
                  <a:pt x="108336" y="144754"/>
                </a:cubicBezTo>
                <a:cubicBezTo>
                  <a:pt x="108057" y="145136"/>
                  <a:pt x="107603" y="145466"/>
                  <a:pt x="106975" y="145745"/>
                </a:cubicBezTo>
                <a:cubicBezTo>
                  <a:pt x="106347" y="146024"/>
                  <a:pt x="105474" y="146234"/>
                  <a:pt x="104357" y="146373"/>
                </a:cubicBezTo>
                <a:cubicBezTo>
                  <a:pt x="103241" y="146513"/>
                  <a:pt x="101810" y="146583"/>
                  <a:pt x="100065" y="146583"/>
                </a:cubicBezTo>
                <a:cubicBezTo>
                  <a:pt x="98389" y="146583"/>
                  <a:pt x="96993" y="146513"/>
                  <a:pt x="95877" y="146373"/>
                </a:cubicBezTo>
                <a:cubicBezTo>
                  <a:pt x="94760" y="146234"/>
                  <a:pt x="93870" y="146024"/>
                  <a:pt x="93207" y="145745"/>
                </a:cubicBezTo>
                <a:cubicBezTo>
                  <a:pt x="92544" y="145466"/>
                  <a:pt x="92090" y="145134"/>
                  <a:pt x="91845" y="144751"/>
                </a:cubicBezTo>
                <a:cubicBezTo>
                  <a:pt x="91601" y="144365"/>
                  <a:pt x="91479" y="143892"/>
                  <a:pt x="91479" y="143334"/>
                </a:cubicBezTo>
                <a:lnTo>
                  <a:pt x="91479" y="3354"/>
                </a:lnTo>
                <a:cubicBezTo>
                  <a:pt x="91479" y="2795"/>
                  <a:pt x="91601" y="2307"/>
                  <a:pt x="91845" y="1888"/>
                </a:cubicBezTo>
                <a:cubicBezTo>
                  <a:pt x="92090" y="1467"/>
                  <a:pt x="92544" y="1117"/>
                  <a:pt x="93207" y="838"/>
                </a:cubicBezTo>
                <a:cubicBezTo>
                  <a:pt x="93870" y="558"/>
                  <a:pt x="94760" y="349"/>
                  <a:pt x="95877" y="209"/>
                </a:cubicBezTo>
                <a:cubicBezTo>
                  <a:pt x="96993" y="70"/>
                  <a:pt x="98389" y="0"/>
                  <a:pt x="100065" y="0"/>
                </a:cubicBezTo>
                <a:cubicBezTo>
                  <a:pt x="101810" y="0"/>
                  <a:pt x="103241" y="70"/>
                  <a:pt x="104357" y="209"/>
                </a:cubicBezTo>
                <a:cubicBezTo>
                  <a:pt x="105474" y="349"/>
                  <a:pt x="106347" y="560"/>
                  <a:pt x="106975" y="841"/>
                </a:cubicBezTo>
                <a:cubicBezTo>
                  <a:pt x="107603" y="1120"/>
                  <a:pt x="108057" y="1469"/>
                  <a:pt x="108336" y="1888"/>
                </a:cubicBezTo>
                <a:cubicBezTo>
                  <a:pt x="108615" y="2307"/>
                  <a:pt x="108755" y="2796"/>
                  <a:pt x="108755" y="3357"/>
                </a:cubicBezTo>
                <a:lnTo>
                  <a:pt x="108755" y="59890"/>
                </a:lnTo>
                <a:cubicBezTo>
                  <a:pt x="113711" y="54654"/>
                  <a:pt x="118702" y="50763"/>
                  <a:pt x="123727" y="48215"/>
                </a:cubicBezTo>
                <a:cubicBezTo>
                  <a:pt x="128753" y="45668"/>
                  <a:pt x="133814" y="44394"/>
                  <a:pt x="138909" y="44394"/>
                </a:cubicBezTo>
                <a:cubicBezTo>
                  <a:pt x="145191" y="44394"/>
                  <a:pt x="150479" y="45458"/>
                  <a:pt x="154771" y="47587"/>
                </a:cubicBezTo>
                <a:cubicBezTo>
                  <a:pt x="159064" y="49716"/>
                  <a:pt x="162537" y="52560"/>
                  <a:pt x="165189" y="56120"/>
                </a:cubicBezTo>
                <a:cubicBezTo>
                  <a:pt x="167842" y="59680"/>
                  <a:pt x="169744" y="63851"/>
                  <a:pt x="170896" y="68632"/>
                </a:cubicBezTo>
                <a:cubicBezTo>
                  <a:pt x="172047" y="73414"/>
                  <a:pt x="172623" y="79190"/>
                  <a:pt x="172623" y="85960"/>
                </a:cubicBezTo>
                <a:lnTo>
                  <a:pt x="172623" y="143337"/>
                </a:lnTo>
                <a:close/>
                <a:moveTo>
                  <a:pt x="274642" y="143442"/>
                </a:moveTo>
                <a:cubicBezTo>
                  <a:pt x="274642" y="144279"/>
                  <a:pt x="274363" y="144908"/>
                  <a:pt x="273805" y="145326"/>
                </a:cubicBezTo>
                <a:cubicBezTo>
                  <a:pt x="273246" y="145745"/>
                  <a:pt x="272478" y="146059"/>
                  <a:pt x="271501" y="146269"/>
                </a:cubicBezTo>
                <a:cubicBezTo>
                  <a:pt x="270524" y="146478"/>
                  <a:pt x="269093" y="146583"/>
                  <a:pt x="267208" y="146583"/>
                </a:cubicBezTo>
                <a:cubicBezTo>
                  <a:pt x="265394" y="146583"/>
                  <a:pt x="263945" y="146478"/>
                  <a:pt x="262863" y="146269"/>
                </a:cubicBezTo>
                <a:cubicBezTo>
                  <a:pt x="261781" y="146059"/>
                  <a:pt x="260996" y="145745"/>
                  <a:pt x="260507" y="145326"/>
                </a:cubicBezTo>
                <a:cubicBezTo>
                  <a:pt x="260019" y="144908"/>
                  <a:pt x="259775" y="144279"/>
                  <a:pt x="259775" y="143442"/>
                </a:cubicBezTo>
                <a:lnTo>
                  <a:pt x="259775" y="134019"/>
                </a:lnTo>
                <a:cubicBezTo>
                  <a:pt x="255656" y="138416"/>
                  <a:pt x="251067" y="141854"/>
                  <a:pt x="246006" y="144332"/>
                </a:cubicBezTo>
                <a:cubicBezTo>
                  <a:pt x="240946" y="146810"/>
                  <a:pt x="235588" y="148049"/>
                  <a:pt x="229934" y="148049"/>
                </a:cubicBezTo>
                <a:cubicBezTo>
                  <a:pt x="224979" y="148049"/>
                  <a:pt x="220494" y="147400"/>
                  <a:pt x="216480" y="146102"/>
                </a:cubicBezTo>
                <a:cubicBezTo>
                  <a:pt x="212467" y="144804"/>
                  <a:pt x="209046" y="142927"/>
                  <a:pt x="206219" y="140471"/>
                </a:cubicBezTo>
                <a:cubicBezTo>
                  <a:pt x="203392" y="138015"/>
                  <a:pt x="201194" y="134998"/>
                  <a:pt x="199623" y="131421"/>
                </a:cubicBezTo>
                <a:cubicBezTo>
                  <a:pt x="198053" y="127841"/>
                  <a:pt x="197267" y="123771"/>
                  <a:pt x="197267" y="119210"/>
                </a:cubicBezTo>
                <a:cubicBezTo>
                  <a:pt x="197267" y="113877"/>
                  <a:pt x="198349" y="109246"/>
                  <a:pt x="200513" y="105317"/>
                </a:cubicBezTo>
                <a:cubicBezTo>
                  <a:pt x="202677" y="101389"/>
                  <a:pt x="205783" y="98127"/>
                  <a:pt x="209832" y="95531"/>
                </a:cubicBezTo>
                <a:cubicBezTo>
                  <a:pt x="213880" y="92933"/>
                  <a:pt x="218836" y="90985"/>
                  <a:pt x="224699" y="89687"/>
                </a:cubicBezTo>
                <a:cubicBezTo>
                  <a:pt x="230563" y="88389"/>
                  <a:pt x="237159" y="87740"/>
                  <a:pt x="244488" y="87740"/>
                </a:cubicBezTo>
                <a:lnTo>
                  <a:pt x="257471" y="87740"/>
                </a:lnTo>
                <a:lnTo>
                  <a:pt x="257471" y="80464"/>
                </a:lnTo>
                <a:cubicBezTo>
                  <a:pt x="257471" y="76860"/>
                  <a:pt x="257087" y="73672"/>
                  <a:pt x="256319" y="70900"/>
                </a:cubicBezTo>
                <a:cubicBezTo>
                  <a:pt x="255552" y="68127"/>
                  <a:pt x="254313" y="65823"/>
                  <a:pt x="252602" y="63986"/>
                </a:cubicBezTo>
                <a:cubicBezTo>
                  <a:pt x="250892" y="62149"/>
                  <a:pt x="248676" y="60763"/>
                  <a:pt x="245954" y="59827"/>
                </a:cubicBezTo>
                <a:cubicBezTo>
                  <a:pt x="243232" y="58892"/>
                  <a:pt x="239881" y="58424"/>
                  <a:pt x="235902" y="58424"/>
                </a:cubicBezTo>
                <a:cubicBezTo>
                  <a:pt x="231645" y="58424"/>
                  <a:pt x="227823" y="58924"/>
                  <a:pt x="224438" y="59926"/>
                </a:cubicBezTo>
                <a:cubicBezTo>
                  <a:pt x="221052" y="60927"/>
                  <a:pt x="218086" y="62032"/>
                  <a:pt x="215538" y="63240"/>
                </a:cubicBezTo>
                <a:cubicBezTo>
                  <a:pt x="212990" y="64448"/>
                  <a:pt x="210861" y="65553"/>
                  <a:pt x="209151" y="66555"/>
                </a:cubicBezTo>
                <a:cubicBezTo>
                  <a:pt x="207441" y="67556"/>
                  <a:pt x="206167" y="68056"/>
                  <a:pt x="205329" y="68056"/>
                </a:cubicBezTo>
                <a:cubicBezTo>
                  <a:pt x="204771" y="68056"/>
                  <a:pt x="204282" y="67917"/>
                  <a:pt x="203864" y="67638"/>
                </a:cubicBezTo>
                <a:cubicBezTo>
                  <a:pt x="203445" y="67358"/>
                  <a:pt x="203078" y="66940"/>
                  <a:pt x="202764" y="66381"/>
                </a:cubicBezTo>
                <a:cubicBezTo>
                  <a:pt x="202450" y="65823"/>
                  <a:pt x="202223" y="65107"/>
                  <a:pt x="202084" y="64235"/>
                </a:cubicBezTo>
                <a:cubicBezTo>
                  <a:pt x="201944" y="63362"/>
                  <a:pt x="201874" y="62402"/>
                  <a:pt x="201874" y="61355"/>
                </a:cubicBezTo>
                <a:cubicBezTo>
                  <a:pt x="201874" y="59610"/>
                  <a:pt x="201996" y="58232"/>
                  <a:pt x="202241" y="57220"/>
                </a:cubicBezTo>
                <a:cubicBezTo>
                  <a:pt x="202485" y="56208"/>
                  <a:pt x="203078" y="55248"/>
                  <a:pt x="204021" y="54340"/>
                </a:cubicBezTo>
                <a:cubicBezTo>
                  <a:pt x="204963" y="53433"/>
                  <a:pt x="206586" y="52376"/>
                  <a:pt x="208889" y="51170"/>
                </a:cubicBezTo>
                <a:cubicBezTo>
                  <a:pt x="211193" y="49961"/>
                  <a:pt x="213845" y="48858"/>
                  <a:pt x="216847" y="47859"/>
                </a:cubicBezTo>
                <a:cubicBezTo>
                  <a:pt x="219848" y="46860"/>
                  <a:pt x="223129" y="46033"/>
                  <a:pt x="226689" y="45379"/>
                </a:cubicBezTo>
                <a:cubicBezTo>
                  <a:pt x="230249" y="44722"/>
                  <a:pt x="233843" y="44394"/>
                  <a:pt x="237473" y="44394"/>
                </a:cubicBezTo>
                <a:cubicBezTo>
                  <a:pt x="244244" y="44394"/>
                  <a:pt x="250002" y="45161"/>
                  <a:pt x="254749" y="46697"/>
                </a:cubicBezTo>
                <a:cubicBezTo>
                  <a:pt x="259495" y="48233"/>
                  <a:pt x="263334" y="50484"/>
                  <a:pt x="266266" y="53450"/>
                </a:cubicBezTo>
                <a:cubicBezTo>
                  <a:pt x="269198" y="56417"/>
                  <a:pt x="271327" y="60099"/>
                  <a:pt x="272653" y="64496"/>
                </a:cubicBezTo>
                <a:cubicBezTo>
                  <a:pt x="273979" y="68894"/>
                  <a:pt x="274642" y="74024"/>
                  <a:pt x="274642" y="79888"/>
                </a:cubicBezTo>
                <a:lnTo>
                  <a:pt x="274642" y="143442"/>
                </a:lnTo>
                <a:moveTo>
                  <a:pt x="257471" y="100305"/>
                </a:moveTo>
                <a:lnTo>
                  <a:pt x="242708" y="100305"/>
                </a:lnTo>
                <a:cubicBezTo>
                  <a:pt x="237962" y="100305"/>
                  <a:pt x="233843" y="100707"/>
                  <a:pt x="230353" y="101512"/>
                </a:cubicBezTo>
                <a:cubicBezTo>
                  <a:pt x="226863" y="102317"/>
                  <a:pt x="223966" y="103508"/>
                  <a:pt x="221663" y="105085"/>
                </a:cubicBezTo>
                <a:cubicBezTo>
                  <a:pt x="219360" y="106660"/>
                  <a:pt x="217667" y="108550"/>
                  <a:pt x="216585" y="110755"/>
                </a:cubicBezTo>
                <a:cubicBezTo>
                  <a:pt x="215503" y="112960"/>
                  <a:pt x="214962" y="115498"/>
                  <a:pt x="214962" y="118369"/>
                </a:cubicBezTo>
                <a:cubicBezTo>
                  <a:pt x="214962" y="123270"/>
                  <a:pt x="216515" y="127174"/>
                  <a:pt x="219621" y="130079"/>
                </a:cubicBezTo>
                <a:cubicBezTo>
                  <a:pt x="222727" y="132985"/>
                  <a:pt x="227073" y="134437"/>
                  <a:pt x="232657" y="134437"/>
                </a:cubicBezTo>
                <a:cubicBezTo>
                  <a:pt x="237194" y="134437"/>
                  <a:pt x="241399" y="133282"/>
                  <a:pt x="245273" y="130972"/>
                </a:cubicBezTo>
                <a:cubicBezTo>
                  <a:pt x="249147" y="128662"/>
                  <a:pt x="253213" y="125127"/>
                  <a:pt x="257471" y="120365"/>
                </a:cubicBezTo>
                <a:lnTo>
                  <a:pt x="257471" y="100305"/>
                </a:lnTo>
                <a:close/>
                <a:moveTo>
                  <a:pt x="392602" y="94808"/>
                </a:moveTo>
                <a:cubicBezTo>
                  <a:pt x="392602" y="103051"/>
                  <a:pt x="391712" y="110456"/>
                  <a:pt x="389932" y="117024"/>
                </a:cubicBezTo>
                <a:cubicBezTo>
                  <a:pt x="388152" y="123592"/>
                  <a:pt x="385535" y="129165"/>
                  <a:pt x="382079" y="133744"/>
                </a:cubicBezTo>
                <a:cubicBezTo>
                  <a:pt x="378624" y="138320"/>
                  <a:pt x="374349" y="141848"/>
                  <a:pt x="369253" y="144329"/>
                </a:cubicBezTo>
                <a:cubicBezTo>
                  <a:pt x="364158" y="146809"/>
                  <a:pt x="358330" y="148049"/>
                  <a:pt x="351768" y="148049"/>
                </a:cubicBezTo>
                <a:cubicBezTo>
                  <a:pt x="348976" y="148049"/>
                  <a:pt x="346393" y="147770"/>
                  <a:pt x="344020" y="147211"/>
                </a:cubicBezTo>
                <a:cubicBezTo>
                  <a:pt x="341647" y="146653"/>
                  <a:pt x="339326" y="145780"/>
                  <a:pt x="337058" y="144594"/>
                </a:cubicBezTo>
                <a:cubicBezTo>
                  <a:pt x="334789" y="143405"/>
                  <a:pt x="332538" y="141902"/>
                  <a:pt x="330304" y="140085"/>
                </a:cubicBezTo>
                <a:cubicBezTo>
                  <a:pt x="328071" y="138268"/>
                  <a:pt x="325697" y="136137"/>
                  <a:pt x="323185" y="133691"/>
                </a:cubicBezTo>
                <a:lnTo>
                  <a:pt x="323185" y="180722"/>
                </a:lnTo>
                <a:cubicBezTo>
                  <a:pt x="323185" y="181279"/>
                  <a:pt x="323045" y="181766"/>
                  <a:pt x="322766" y="182185"/>
                </a:cubicBezTo>
                <a:cubicBezTo>
                  <a:pt x="322487" y="182604"/>
                  <a:pt x="322033" y="182952"/>
                  <a:pt x="321405" y="183229"/>
                </a:cubicBezTo>
                <a:cubicBezTo>
                  <a:pt x="320776" y="183508"/>
                  <a:pt x="319904" y="183717"/>
                  <a:pt x="318787" y="183857"/>
                </a:cubicBezTo>
                <a:cubicBezTo>
                  <a:pt x="317670" y="183996"/>
                  <a:pt x="316239" y="184066"/>
                  <a:pt x="314494" y="184066"/>
                </a:cubicBezTo>
                <a:cubicBezTo>
                  <a:pt x="312819" y="184066"/>
                  <a:pt x="311423" y="183996"/>
                  <a:pt x="310306" y="183857"/>
                </a:cubicBezTo>
                <a:cubicBezTo>
                  <a:pt x="309189" y="183717"/>
                  <a:pt x="308299" y="183508"/>
                  <a:pt x="307636" y="183229"/>
                </a:cubicBezTo>
                <a:cubicBezTo>
                  <a:pt x="306973" y="182949"/>
                  <a:pt x="306519" y="182600"/>
                  <a:pt x="306275" y="182182"/>
                </a:cubicBezTo>
                <a:cubicBezTo>
                  <a:pt x="306031" y="181763"/>
                  <a:pt x="305909" y="181274"/>
                  <a:pt x="305909" y="180716"/>
                </a:cubicBezTo>
                <a:lnTo>
                  <a:pt x="305909" y="49105"/>
                </a:lnTo>
                <a:cubicBezTo>
                  <a:pt x="305909" y="48477"/>
                  <a:pt x="306013" y="47971"/>
                  <a:pt x="306223" y="47587"/>
                </a:cubicBezTo>
                <a:cubicBezTo>
                  <a:pt x="306432" y="47203"/>
                  <a:pt x="306851" y="46872"/>
                  <a:pt x="307479" y="46592"/>
                </a:cubicBezTo>
                <a:cubicBezTo>
                  <a:pt x="308107" y="46313"/>
                  <a:pt x="308910" y="46121"/>
                  <a:pt x="309887" y="46017"/>
                </a:cubicBezTo>
                <a:cubicBezTo>
                  <a:pt x="310865" y="45912"/>
                  <a:pt x="312051" y="45860"/>
                  <a:pt x="313447" y="45860"/>
                </a:cubicBezTo>
                <a:cubicBezTo>
                  <a:pt x="314913" y="45860"/>
                  <a:pt x="316117" y="45912"/>
                  <a:pt x="317059" y="46017"/>
                </a:cubicBezTo>
                <a:cubicBezTo>
                  <a:pt x="318002" y="46121"/>
                  <a:pt x="318787" y="46313"/>
                  <a:pt x="319415" y="46592"/>
                </a:cubicBezTo>
                <a:cubicBezTo>
                  <a:pt x="320043" y="46872"/>
                  <a:pt x="320480" y="47204"/>
                  <a:pt x="320724" y="47590"/>
                </a:cubicBezTo>
                <a:cubicBezTo>
                  <a:pt x="320968" y="47974"/>
                  <a:pt x="321090" y="48480"/>
                  <a:pt x="321090" y="49109"/>
                </a:cubicBezTo>
                <a:lnTo>
                  <a:pt x="321090" y="61791"/>
                </a:lnTo>
                <a:cubicBezTo>
                  <a:pt x="323952" y="58857"/>
                  <a:pt x="326710" y="56307"/>
                  <a:pt x="329362" y="54141"/>
                </a:cubicBezTo>
                <a:cubicBezTo>
                  <a:pt x="332014" y="51975"/>
                  <a:pt x="334684" y="50176"/>
                  <a:pt x="337372" y="48745"/>
                </a:cubicBezTo>
                <a:cubicBezTo>
                  <a:pt x="340059" y="47312"/>
                  <a:pt x="342816" y="46229"/>
                  <a:pt x="345643" y="45496"/>
                </a:cubicBezTo>
                <a:cubicBezTo>
                  <a:pt x="348470" y="44761"/>
                  <a:pt x="351454" y="44394"/>
                  <a:pt x="354595" y="44394"/>
                </a:cubicBezTo>
                <a:cubicBezTo>
                  <a:pt x="361436" y="44394"/>
                  <a:pt x="367264" y="45721"/>
                  <a:pt x="372080" y="48376"/>
                </a:cubicBezTo>
                <a:cubicBezTo>
                  <a:pt x="376897" y="51030"/>
                  <a:pt x="380823" y="54664"/>
                  <a:pt x="383859" y="59278"/>
                </a:cubicBezTo>
                <a:cubicBezTo>
                  <a:pt x="386896" y="63889"/>
                  <a:pt x="389112" y="69252"/>
                  <a:pt x="390508" y="75366"/>
                </a:cubicBezTo>
                <a:cubicBezTo>
                  <a:pt x="391904" y="81478"/>
                  <a:pt x="392602" y="87958"/>
                  <a:pt x="392602" y="94808"/>
                </a:cubicBezTo>
                <a:moveTo>
                  <a:pt x="374384" y="96797"/>
                </a:moveTo>
                <a:cubicBezTo>
                  <a:pt x="374384" y="91974"/>
                  <a:pt x="374017" y="87308"/>
                  <a:pt x="373284" y="82800"/>
                </a:cubicBezTo>
                <a:cubicBezTo>
                  <a:pt x="372552" y="78291"/>
                  <a:pt x="371295" y="74289"/>
                  <a:pt x="369515" y="70795"/>
                </a:cubicBezTo>
                <a:cubicBezTo>
                  <a:pt x="367735" y="67301"/>
                  <a:pt x="365345" y="64505"/>
                  <a:pt x="362343" y="62409"/>
                </a:cubicBezTo>
                <a:cubicBezTo>
                  <a:pt x="359342" y="60311"/>
                  <a:pt x="355607" y="59261"/>
                  <a:pt x="351140" y="59261"/>
                </a:cubicBezTo>
                <a:cubicBezTo>
                  <a:pt x="348906" y="59261"/>
                  <a:pt x="346708" y="59594"/>
                  <a:pt x="344544" y="60259"/>
                </a:cubicBezTo>
                <a:cubicBezTo>
                  <a:pt x="342380" y="60922"/>
                  <a:pt x="340181" y="61971"/>
                  <a:pt x="337948" y="63404"/>
                </a:cubicBezTo>
                <a:cubicBezTo>
                  <a:pt x="335714" y="64837"/>
                  <a:pt x="333376" y="66725"/>
                  <a:pt x="330932" y="69067"/>
                </a:cubicBezTo>
                <a:cubicBezTo>
                  <a:pt x="328489" y="71410"/>
                  <a:pt x="325907" y="74295"/>
                  <a:pt x="323185" y="77722"/>
                </a:cubicBezTo>
                <a:lnTo>
                  <a:pt x="323185" y="115244"/>
                </a:lnTo>
                <a:cubicBezTo>
                  <a:pt x="327931" y="121049"/>
                  <a:pt x="332433" y="125490"/>
                  <a:pt x="336691" y="128568"/>
                </a:cubicBezTo>
                <a:cubicBezTo>
                  <a:pt x="340949" y="131643"/>
                  <a:pt x="345416" y="133181"/>
                  <a:pt x="350093" y="133181"/>
                </a:cubicBezTo>
                <a:cubicBezTo>
                  <a:pt x="354421" y="133181"/>
                  <a:pt x="358138" y="132133"/>
                  <a:pt x="361244" y="130037"/>
                </a:cubicBezTo>
                <a:cubicBezTo>
                  <a:pt x="364350" y="127938"/>
                  <a:pt x="366863" y="125142"/>
                  <a:pt x="368782" y="121647"/>
                </a:cubicBezTo>
                <a:cubicBezTo>
                  <a:pt x="370702" y="118153"/>
                  <a:pt x="372115" y="114239"/>
                  <a:pt x="373023" y="109904"/>
                </a:cubicBezTo>
                <a:cubicBezTo>
                  <a:pt x="373930" y="105570"/>
                  <a:pt x="374384" y="101201"/>
                  <a:pt x="374384" y="96797"/>
                </a:cubicBezTo>
                <a:close/>
                <a:moveTo>
                  <a:pt x="435360" y="143337"/>
                </a:moveTo>
                <a:cubicBezTo>
                  <a:pt x="435360" y="143896"/>
                  <a:pt x="435220" y="144367"/>
                  <a:pt x="434941" y="144751"/>
                </a:cubicBezTo>
                <a:cubicBezTo>
                  <a:pt x="434662" y="145134"/>
                  <a:pt x="434208" y="145466"/>
                  <a:pt x="433580" y="145745"/>
                </a:cubicBezTo>
                <a:cubicBezTo>
                  <a:pt x="432952" y="146024"/>
                  <a:pt x="432079" y="146234"/>
                  <a:pt x="430962" y="146373"/>
                </a:cubicBezTo>
                <a:cubicBezTo>
                  <a:pt x="429846" y="146513"/>
                  <a:pt x="428415" y="146583"/>
                  <a:pt x="426670" y="146583"/>
                </a:cubicBezTo>
                <a:cubicBezTo>
                  <a:pt x="424994" y="146583"/>
                  <a:pt x="423598" y="146513"/>
                  <a:pt x="422482" y="146373"/>
                </a:cubicBezTo>
                <a:cubicBezTo>
                  <a:pt x="421365" y="146234"/>
                  <a:pt x="420475" y="146024"/>
                  <a:pt x="419812" y="145745"/>
                </a:cubicBezTo>
                <a:cubicBezTo>
                  <a:pt x="419149" y="145466"/>
                  <a:pt x="418695" y="145134"/>
                  <a:pt x="418451" y="144751"/>
                </a:cubicBezTo>
                <a:cubicBezTo>
                  <a:pt x="418206" y="144367"/>
                  <a:pt x="418084" y="143896"/>
                  <a:pt x="418084" y="143337"/>
                </a:cubicBezTo>
                <a:lnTo>
                  <a:pt x="418084" y="49105"/>
                </a:lnTo>
                <a:cubicBezTo>
                  <a:pt x="418084" y="48617"/>
                  <a:pt x="418206" y="48163"/>
                  <a:pt x="418451" y="47744"/>
                </a:cubicBezTo>
                <a:cubicBezTo>
                  <a:pt x="418695" y="47325"/>
                  <a:pt x="419149" y="46976"/>
                  <a:pt x="419812" y="46697"/>
                </a:cubicBezTo>
                <a:cubicBezTo>
                  <a:pt x="420475" y="46418"/>
                  <a:pt x="421365" y="46209"/>
                  <a:pt x="422482" y="46069"/>
                </a:cubicBezTo>
                <a:cubicBezTo>
                  <a:pt x="423598" y="45929"/>
                  <a:pt x="424994" y="45860"/>
                  <a:pt x="426670" y="45860"/>
                </a:cubicBezTo>
                <a:cubicBezTo>
                  <a:pt x="428415" y="45860"/>
                  <a:pt x="429846" y="45929"/>
                  <a:pt x="430962" y="46069"/>
                </a:cubicBezTo>
                <a:cubicBezTo>
                  <a:pt x="432079" y="46209"/>
                  <a:pt x="432952" y="46418"/>
                  <a:pt x="433580" y="46697"/>
                </a:cubicBezTo>
                <a:cubicBezTo>
                  <a:pt x="434208" y="46976"/>
                  <a:pt x="434662" y="47325"/>
                  <a:pt x="434941" y="47744"/>
                </a:cubicBezTo>
                <a:cubicBezTo>
                  <a:pt x="435220" y="48163"/>
                  <a:pt x="435360" y="48617"/>
                  <a:pt x="435360" y="49105"/>
                </a:cubicBezTo>
                <a:lnTo>
                  <a:pt x="435360" y="143337"/>
                </a:lnTo>
                <a:moveTo>
                  <a:pt x="437349" y="17171"/>
                </a:moveTo>
                <a:cubicBezTo>
                  <a:pt x="437349" y="21220"/>
                  <a:pt x="436581" y="23977"/>
                  <a:pt x="435046" y="25443"/>
                </a:cubicBezTo>
                <a:cubicBezTo>
                  <a:pt x="433510" y="26908"/>
                  <a:pt x="430683" y="27641"/>
                  <a:pt x="426565" y="27641"/>
                </a:cubicBezTo>
                <a:cubicBezTo>
                  <a:pt x="422517" y="27641"/>
                  <a:pt x="419742" y="26926"/>
                  <a:pt x="418241" y="25495"/>
                </a:cubicBezTo>
                <a:cubicBezTo>
                  <a:pt x="416740" y="24064"/>
                  <a:pt x="415990" y="21359"/>
                  <a:pt x="415990" y="17381"/>
                </a:cubicBezTo>
                <a:cubicBezTo>
                  <a:pt x="415990" y="13332"/>
                  <a:pt x="416758" y="10575"/>
                  <a:pt x="418294" y="9109"/>
                </a:cubicBezTo>
                <a:cubicBezTo>
                  <a:pt x="419829" y="7643"/>
                  <a:pt x="422656" y="6910"/>
                  <a:pt x="426774" y="6910"/>
                </a:cubicBezTo>
                <a:cubicBezTo>
                  <a:pt x="430823" y="6910"/>
                  <a:pt x="433597" y="7626"/>
                  <a:pt x="435098" y="9057"/>
                </a:cubicBezTo>
                <a:cubicBezTo>
                  <a:pt x="436599" y="10488"/>
                  <a:pt x="437349" y="13192"/>
                  <a:pt x="437349" y="17171"/>
                </a:cubicBezTo>
                <a:close/>
                <a:moveTo>
                  <a:pt x="548066" y="143337"/>
                </a:moveTo>
                <a:cubicBezTo>
                  <a:pt x="548066" y="143896"/>
                  <a:pt x="547927" y="144367"/>
                  <a:pt x="547648" y="144751"/>
                </a:cubicBezTo>
                <a:cubicBezTo>
                  <a:pt x="547368" y="145134"/>
                  <a:pt x="546915" y="145466"/>
                  <a:pt x="546286" y="145745"/>
                </a:cubicBezTo>
                <a:cubicBezTo>
                  <a:pt x="545658" y="146024"/>
                  <a:pt x="544786" y="146234"/>
                  <a:pt x="543669" y="146373"/>
                </a:cubicBezTo>
                <a:cubicBezTo>
                  <a:pt x="542552" y="146513"/>
                  <a:pt x="541156" y="146583"/>
                  <a:pt x="539481" y="146583"/>
                </a:cubicBezTo>
                <a:cubicBezTo>
                  <a:pt x="537736" y="146583"/>
                  <a:pt x="536305" y="146513"/>
                  <a:pt x="535188" y="146373"/>
                </a:cubicBezTo>
                <a:cubicBezTo>
                  <a:pt x="534071" y="146234"/>
                  <a:pt x="533199" y="146024"/>
                  <a:pt x="532570" y="145745"/>
                </a:cubicBezTo>
                <a:cubicBezTo>
                  <a:pt x="531942" y="145466"/>
                  <a:pt x="531489" y="145136"/>
                  <a:pt x="531209" y="144754"/>
                </a:cubicBezTo>
                <a:cubicBezTo>
                  <a:pt x="530930" y="144370"/>
                  <a:pt x="530791" y="143899"/>
                  <a:pt x="530791" y="143340"/>
                </a:cubicBezTo>
                <a:lnTo>
                  <a:pt x="530791" y="88228"/>
                </a:lnTo>
                <a:cubicBezTo>
                  <a:pt x="530791" y="82860"/>
                  <a:pt x="530372" y="78537"/>
                  <a:pt x="529534" y="75261"/>
                </a:cubicBezTo>
                <a:cubicBezTo>
                  <a:pt x="528696" y="71985"/>
                  <a:pt x="527475" y="69162"/>
                  <a:pt x="525870" y="66793"/>
                </a:cubicBezTo>
                <a:cubicBezTo>
                  <a:pt x="524264" y="64422"/>
                  <a:pt x="522187" y="62610"/>
                  <a:pt x="519640" y="61355"/>
                </a:cubicBezTo>
                <a:cubicBezTo>
                  <a:pt x="517092" y="60099"/>
                  <a:pt x="514143" y="59471"/>
                  <a:pt x="510792" y="59471"/>
                </a:cubicBezTo>
                <a:cubicBezTo>
                  <a:pt x="506465" y="59471"/>
                  <a:pt x="502137" y="61005"/>
                  <a:pt x="497809" y="64074"/>
                </a:cubicBezTo>
                <a:cubicBezTo>
                  <a:pt x="493482" y="67141"/>
                  <a:pt x="488945" y="71637"/>
                  <a:pt x="484198" y="77561"/>
                </a:cubicBezTo>
                <a:lnTo>
                  <a:pt x="484198" y="143340"/>
                </a:lnTo>
                <a:cubicBezTo>
                  <a:pt x="484198" y="143899"/>
                  <a:pt x="484058" y="144370"/>
                  <a:pt x="483779" y="144754"/>
                </a:cubicBezTo>
                <a:cubicBezTo>
                  <a:pt x="483500" y="145136"/>
                  <a:pt x="483046" y="145466"/>
                  <a:pt x="482418" y="145745"/>
                </a:cubicBezTo>
                <a:cubicBezTo>
                  <a:pt x="481790" y="146024"/>
                  <a:pt x="480917" y="146234"/>
                  <a:pt x="479801" y="146373"/>
                </a:cubicBezTo>
                <a:cubicBezTo>
                  <a:pt x="478684" y="146513"/>
                  <a:pt x="477253" y="146583"/>
                  <a:pt x="475508" y="146583"/>
                </a:cubicBezTo>
                <a:cubicBezTo>
                  <a:pt x="473833" y="146583"/>
                  <a:pt x="472437" y="146513"/>
                  <a:pt x="471320" y="146373"/>
                </a:cubicBezTo>
                <a:cubicBezTo>
                  <a:pt x="470203" y="146234"/>
                  <a:pt x="469313" y="146024"/>
                  <a:pt x="468650" y="145745"/>
                </a:cubicBezTo>
                <a:cubicBezTo>
                  <a:pt x="467987" y="145466"/>
                  <a:pt x="467533" y="145134"/>
                  <a:pt x="467289" y="144751"/>
                </a:cubicBezTo>
                <a:cubicBezTo>
                  <a:pt x="467044" y="144367"/>
                  <a:pt x="466922" y="143896"/>
                  <a:pt x="466922" y="143337"/>
                </a:cubicBezTo>
                <a:lnTo>
                  <a:pt x="466922" y="49105"/>
                </a:lnTo>
                <a:cubicBezTo>
                  <a:pt x="466922" y="48547"/>
                  <a:pt x="467027" y="48076"/>
                  <a:pt x="467236" y="47692"/>
                </a:cubicBezTo>
                <a:cubicBezTo>
                  <a:pt x="467446" y="47308"/>
                  <a:pt x="467865" y="46959"/>
                  <a:pt x="468493" y="46645"/>
                </a:cubicBezTo>
                <a:cubicBezTo>
                  <a:pt x="469121" y="46331"/>
                  <a:pt x="469924" y="46121"/>
                  <a:pt x="470901" y="46017"/>
                </a:cubicBezTo>
                <a:cubicBezTo>
                  <a:pt x="471878" y="45912"/>
                  <a:pt x="473169" y="45860"/>
                  <a:pt x="474775" y="45860"/>
                </a:cubicBezTo>
                <a:cubicBezTo>
                  <a:pt x="476311" y="45860"/>
                  <a:pt x="477584" y="45912"/>
                  <a:pt x="478597" y="46017"/>
                </a:cubicBezTo>
                <a:cubicBezTo>
                  <a:pt x="479609" y="46121"/>
                  <a:pt x="480394" y="46331"/>
                  <a:pt x="480952" y="46645"/>
                </a:cubicBezTo>
                <a:cubicBezTo>
                  <a:pt x="481511" y="46959"/>
                  <a:pt x="481912" y="47308"/>
                  <a:pt x="482156" y="47692"/>
                </a:cubicBezTo>
                <a:cubicBezTo>
                  <a:pt x="482401" y="48076"/>
                  <a:pt x="482523" y="48547"/>
                  <a:pt x="482523" y="49105"/>
                </a:cubicBezTo>
                <a:lnTo>
                  <a:pt x="482523" y="61565"/>
                </a:lnTo>
                <a:cubicBezTo>
                  <a:pt x="487828" y="55632"/>
                  <a:pt x="493115" y="51287"/>
                  <a:pt x="498385" y="48529"/>
                </a:cubicBezTo>
                <a:cubicBezTo>
                  <a:pt x="503655" y="45772"/>
                  <a:pt x="508978" y="44394"/>
                  <a:pt x="514352" y="44394"/>
                </a:cubicBezTo>
                <a:cubicBezTo>
                  <a:pt x="520634" y="44394"/>
                  <a:pt x="525922" y="45458"/>
                  <a:pt x="530215" y="47587"/>
                </a:cubicBezTo>
                <a:cubicBezTo>
                  <a:pt x="534507" y="49716"/>
                  <a:pt x="537980" y="52560"/>
                  <a:pt x="540632" y="56120"/>
                </a:cubicBezTo>
                <a:cubicBezTo>
                  <a:pt x="543285" y="59680"/>
                  <a:pt x="545187" y="63851"/>
                  <a:pt x="546339" y="68632"/>
                </a:cubicBezTo>
                <a:cubicBezTo>
                  <a:pt x="547490" y="73414"/>
                  <a:pt x="548066" y="79155"/>
                  <a:pt x="548066" y="85856"/>
                </a:cubicBezTo>
                <a:lnTo>
                  <a:pt x="548066" y="143337"/>
                </a:lnTo>
                <a:close/>
                <a:moveTo>
                  <a:pt x="657833" y="53346"/>
                </a:moveTo>
                <a:cubicBezTo>
                  <a:pt x="657833" y="55808"/>
                  <a:pt x="657501" y="57585"/>
                  <a:pt x="656838" y="58676"/>
                </a:cubicBezTo>
                <a:cubicBezTo>
                  <a:pt x="656175" y="59764"/>
                  <a:pt x="655320" y="60308"/>
                  <a:pt x="654273" y="60308"/>
                </a:cubicBezTo>
                <a:lnTo>
                  <a:pt x="640767" y="60308"/>
                </a:lnTo>
                <a:cubicBezTo>
                  <a:pt x="643210" y="62815"/>
                  <a:pt x="644920" y="65582"/>
                  <a:pt x="645897" y="68609"/>
                </a:cubicBezTo>
                <a:cubicBezTo>
                  <a:pt x="646874" y="71635"/>
                  <a:pt x="647363" y="74783"/>
                  <a:pt x="647363" y="78055"/>
                </a:cubicBezTo>
                <a:cubicBezTo>
                  <a:pt x="647363" y="83491"/>
                  <a:pt x="646490" y="88300"/>
                  <a:pt x="644745" y="92481"/>
                </a:cubicBezTo>
                <a:cubicBezTo>
                  <a:pt x="643000" y="96663"/>
                  <a:pt x="640505" y="100200"/>
                  <a:pt x="637259" y="103092"/>
                </a:cubicBezTo>
                <a:cubicBezTo>
                  <a:pt x="634013" y="105985"/>
                  <a:pt x="630157" y="108198"/>
                  <a:pt x="625690" y="109731"/>
                </a:cubicBezTo>
                <a:cubicBezTo>
                  <a:pt x="621222" y="111264"/>
                  <a:pt x="616266" y="112031"/>
                  <a:pt x="610822" y="112031"/>
                </a:cubicBezTo>
                <a:cubicBezTo>
                  <a:pt x="606983" y="112031"/>
                  <a:pt x="603336" y="111526"/>
                  <a:pt x="599880" y="110516"/>
                </a:cubicBezTo>
                <a:cubicBezTo>
                  <a:pt x="596425" y="109506"/>
                  <a:pt x="593755" y="108235"/>
                  <a:pt x="591871" y="106701"/>
                </a:cubicBezTo>
                <a:cubicBezTo>
                  <a:pt x="590614" y="107958"/>
                  <a:pt x="589585" y="109389"/>
                  <a:pt x="588782" y="110994"/>
                </a:cubicBezTo>
                <a:cubicBezTo>
                  <a:pt x="587979" y="112597"/>
                  <a:pt x="587578" y="114445"/>
                  <a:pt x="587578" y="116537"/>
                </a:cubicBezTo>
                <a:cubicBezTo>
                  <a:pt x="587578" y="118980"/>
                  <a:pt x="588712" y="121004"/>
                  <a:pt x="590981" y="122609"/>
                </a:cubicBezTo>
                <a:cubicBezTo>
                  <a:pt x="593249" y="124213"/>
                  <a:pt x="596268" y="125084"/>
                  <a:pt x="600038" y="125224"/>
                </a:cubicBezTo>
                <a:lnTo>
                  <a:pt x="624642" y="126274"/>
                </a:lnTo>
                <a:cubicBezTo>
                  <a:pt x="629319" y="126414"/>
                  <a:pt x="633612" y="127061"/>
                  <a:pt x="637521" y="128217"/>
                </a:cubicBezTo>
                <a:cubicBezTo>
                  <a:pt x="641430" y="129374"/>
                  <a:pt x="644815" y="131020"/>
                  <a:pt x="647677" y="133158"/>
                </a:cubicBezTo>
                <a:cubicBezTo>
                  <a:pt x="650539" y="135294"/>
                  <a:pt x="652772" y="137920"/>
                  <a:pt x="654378" y="141037"/>
                </a:cubicBezTo>
                <a:cubicBezTo>
                  <a:pt x="655983" y="144154"/>
                  <a:pt x="656786" y="147779"/>
                  <a:pt x="656786" y="151913"/>
                </a:cubicBezTo>
                <a:cubicBezTo>
                  <a:pt x="656786" y="156256"/>
                  <a:pt x="655879" y="160388"/>
                  <a:pt x="654064" y="164310"/>
                </a:cubicBezTo>
                <a:cubicBezTo>
                  <a:pt x="652249" y="168234"/>
                  <a:pt x="649474" y="171684"/>
                  <a:pt x="645740" y="174659"/>
                </a:cubicBezTo>
                <a:cubicBezTo>
                  <a:pt x="642006" y="177637"/>
                  <a:pt x="637242" y="179984"/>
                  <a:pt x="631448" y="181701"/>
                </a:cubicBezTo>
                <a:cubicBezTo>
                  <a:pt x="625655" y="183417"/>
                  <a:pt x="618814" y="184276"/>
                  <a:pt x="610927" y="184276"/>
                </a:cubicBezTo>
                <a:cubicBezTo>
                  <a:pt x="603318" y="184276"/>
                  <a:pt x="596844" y="183629"/>
                  <a:pt x="591504" y="182335"/>
                </a:cubicBezTo>
                <a:cubicBezTo>
                  <a:pt x="586164" y="181044"/>
                  <a:pt x="581784" y="179280"/>
                  <a:pt x="578364" y="177045"/>
                </a:cubicBezTo>
                <a:cubicBezTo>
                  <a:pt x="574944" y="174811"/>
                  <a:pt x="572466" y="172140"/>
                  <a:pt x="570930" y="169032"/>
                </a:cubicBezTo>
                <a:cubicBezTo>
                  <a:pt x="569395" y="165923"/>
                  <a:pt x="568627" y="162552"/>
                  <a:pt x="568627" y="158918"/>
                </a:cubicBezTo>
                <a:cubicBezTo>
                  <a:pt x="568627" y="156615"/>
                  <a:pt x="568906" y="154380"/>
                  <a:pt x="569465" y="152214"/>
                </a:cubicBezTo>
                <a:cubicBezTo>
                  <a:pt x="570023" y="150048"/>
                  <a:pt x="570878" y="147987"/>
                  <a:pt x="572030" y="146030"/>
                </a:cubicBezTo>
                <a:cubicBezTo>
                  <a:pt x="573181" y="144075"/>
                  <a:pt x="574612" y="142208"/>
                  <a:pt x="576322" y="140428"/>
                </a:cubicBezTo>
                <a:cubicBezTo>
                  <a:pt x="578033" y="138646"/>
                  <a:pt x="580005" y="136882"/>
                  <a:pt x="582238" y="135134"/>
                </a:cubicBezTo>
                <a:cubicBezTo>
                  <a:pt x="578818" y="133383"/>
                  <a:pt x="576288" y="131175"/>
                  <a:pt x="574647" y="128512"/>
                </a:cubicBezTo>
                <a:cubicBezTo>
                  <a:pt x="573007" y="125846"/>
                  <a:pt x="572187" y="122971"/>
                  <a:pt x="572187" y="119887"/>
                </a:cubicBezTo>
                <a:cubicBezTo>
                  <a:pt x="572187" y="115612"/>
                  <a:pt x="573059" y="111791"/>
                  <a:pt x="574804" y="108426"/>
                </a:cubicBezTo>
                <a:cubicBezTo>
                  <a:pt x="576549" y="105060"/>
                  <a:pt x="578713" y="102045"/>
                  <a:pt x="581296" y="99382"/>
                </a:cubicBezTo>
                <a:cubicBezTo>
                  <a:pt x="579132" y="96804"/>
                  <a:pt x="577422" y="93894"/>
                  <a:pt x="576165" y="90652"/>
                </a:cubicBezTo>
                <a:cubicBezTo>
                  <a:pt x="574909" y="87411"/>
                  <a:pt x="574281" y="83491"/>
                  <a:pt x="574281" y="78893"/>
                </a:cubicBezTo>
                <a:cubicBezTo>
                  <a:pt x="574281" y="73527"/>
                  <a:pt x="575188" y="68718"/>
                  <a:pt x="577003" y="64467"/>
                </a:cubicBezTo>
                <a:cubicBezTo>
                  <a:pt x="578818" y="60216"/>
                  <a:pt x="581331" y="56626"/>
                  <a:pt x="584542" y="53699"/>
                </a:cubicBezTo>
                <a:cubicBezTo>
                  <a:pt x="587752" y="50772"/>
                  <a:pt x="591609" y="48524"/>
                  <a:pt x="596111" y="46956"/>
                </a:cubicBezTo>
                <a:cubicBezTo>
                  <a:pt x="600613" y="45387"/>
                  <a:pt x="605517" y="44603"/>
                  <a:pt x="610822" y="44603"/>
                </a:cubicBezTo>
                <a:cubicBezTo>
                  <a:pt x="613684" y="44603"/>
                  <a:pt x="616354" y="44751"/>
                  <a:pt x="618832" y="45048"/>
                </a:cubicBezTo>
                <a:cubicBezTo>
                  <a:pt x="621309" y="45343"/>
                  <a:pt x="623630" y="45753"/>
                  <a:pt x="625794" y="46278"/>
                </a:cubicBezTo>
                <a:lnTo>
                  <a:pt x="654273" y="46278"/>
                </a:lnTo>
                <a:cubicBezTo>
                  <a:pt x="655460" y="46278"/>
                  <a:pt x="656350" y="46859"/>
                  <a:pt x="656943" y="48019"/>
                </a:cubicBezTo>
                <a:cubicBezTo>
                  <a:pt x="657536" y="49179"/>
                  <a:pt x="657833" y="50955"/>
                  <a:pt x="657833" y="53346"/>
                </a:cubicBezTo>
                <a:moveTo>
                  <a:pt x="630820" y="78108"/>
                </a:moveTo>
                <a:cubicBezTo>
                  <a:pt x="630820" y="71719"/>
                  <a:pt x="629057" y="66737"/>
                  <a:pt x="625532" y="63162"/>
                </a:cubicBezTo>
                <a:cubicBezTo>
                  <a:pt x="622007" y="59584"/>
                  <a:pt x="616999" y="57796"/>
                  <a:pt x="610508" y="57796"/>
                </a:cubicBezTo>
                <a:cubicBezTo>
                  <a:pt x="607157" y="57796"/>
                  <a:pt x="604243" y="58352"/>
                  <a:pt x="601765" y="59464"/>
                </a:cubicBezTo>
                <a:cubicBezTo>
                  <a:pt x="599287" y="60575"/>
                  <a:pt x="597228" y="62103"/>
                  <a:pt x="595588" y="64048"/>
                </a:cubicBezTo>
                <a:cubicBezTo>
                  <a:pt x="593947" y="65992"/>
                  <a:pt x="592726" y="68231"/>
                  <a:pt x="591923" y="70766"/>
                </a:cubicBezTo>
                <a:cubicBezTo>
                  <a:pt x="591120" y="73300"/>
                  <a:pt x="590719" y="75956"/>
                  <a:pt x="590719" y="78733"/>
                </a:cubicBezTo>
                <a:cubicBezTo>
                  <a:pt x="590719" y="84914"/>
                  <a:pt x="592482" y="89777"/>
                  <a:pt x="596006" y="93319"/>
                </a:cubicBezTo>
                <a:cubicBezTo>
                  <a:pt x="599531" y="96859"/>
                  <a:pt x="604470" y="98629"/>
                  <a:pt x="610822" y="98629"/>
                </a:cubicBezTo>
                <a:cubicBezTo>
                  <a:pt x="614242" y="98629"/>
                  <a:pt x="617209" y="98092"/>
                  <a:pt x="619721" y="97016"/>
                </a:cubicBezTo>
                <a:cubicBezTo>
                  <a:pt x="622234" y="95939"/>
                  <a:pt x="624311" y="94446"/>
                  <a:pt x="625951" y="92537"/>
                </a:cubicBezTo>
                <a:cubicBezTo>
                  <a:pt x="627592" y="90626"/>
                  <a:pt x="628813" y="88421"/>
                  <a:pt x="629616" y="85921"/>
                </a:cubicBezTo>
                <a:cubicBezTo>
                  <a:pt x="630419" y="83421"/>
                  <a:pt x="630820" y="80817"/>
                  <a:pt x="630820" y="78108"/>
                </a:cubicBezTo>
                <a:moveTo>
                  <a:pt x="639510" y="152852"/>
                </a:moveTo>
                <a:cubicBezTo>
                  <a:pt x="639510" y="148775"/>
                  <a:pt x="637852" y="145631"/>
                  <a:pt x="634537" y="143419"/>
                </a:cubicBezTo>
                <a:cubicBezTo>
                  <a:pt x="631221" y="141205"/>
                  <a:pt x="626737" y="140028"/>
                  <a:pt x="621083" y="139888"/>
                </a:cubicBezTo>
                <a:lnTo>
                  <a:pt x="596687" y="139044"/>
                </a:lnTo>
                <a:cubicBezTo>
                  <a:pt x="594453" y="140800"/>
                  <a:pt x="592621" y="142469"/>
                  <a:pt x="591190" y="144050"/>
                </a:cubicBezTo>
                <a:cubicBezTo>
                  <a:pt x="589759" y="145632"/>
                  <a:pt x="588625" y="147142"/>
                  <a:pt x="587787" y="148582"/>
                </a:cubicBezTo>
                <a:cubicBezTo>
                  <a:pt x="586950" y="150022"/>
                  <a:pt x="586374" y="151444"/>
                  <a:pt x="586060" y="152849"/>
                </a:cubicBezTo>
                <a:cubicBezTo>
                  <a:pt x="585746" y="154256"/>
                  <a:pt x="585589" y="155696"/>
                  <a:pt x="585589" y="157171"/>
                </a:cubicBezTo>
                <a:cubicBezTo>
                  <a:pt x="585589" y="161738"/>
                  <a:pt x="587892" y="165199"/>
                  <a:pt x="592499" y="167553"/>
                </a:cubicBezTo>
                <a:cubicBezTo>
                  <a:pt x="597106" y="169906"/>
                  <a:pt x="603528" y="171083"/>
                  <a:pt x="611764" y="171083"/>
                </a:cubicBezTo>
                <a:cubicBezTo>
                  <a:pt x="616999" y="171083"/>
                  <a:pt x="621379" y="170574"/>
                  <a:pt x="624904" y="169555"/>
                </a:cubicBezTo>
                <a:cubicBezTo>
                  <a:pt x="628429" y="168536"/>
                  <a:pt x="631274" y="167184"/>
                  <a:pt x="633437" y="165498"/>
                </a:cubicBezTo>
                <a:cubicBezTo>
                  <a:pt x="635601" y="163812"/>
                  <a:pt x="637154" y="161879"/>
                  <a:pt x="638097" y="159700"/>
                </a:cubicBezTo>
                <a:cubicBezTo>
                  <a:pt x="639039" y="157523"/>
                  <a:pt x="639510" y="155240"/>
                  <a:pt x="639510" y="15285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CD854B-BF42-4A10-B9FD-DCDD1F1E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7160" y="5557599"/>
            <a:ext cx="479834" cy="347971"/>
          </a:xfrm>
          <a:custGeom xmlns:a="http://schemas.openxmlformats.org/drawingml/2006/main">
            <a:pathLst>
              <a:path w="479834" h="347971">
                <a:moveTo>
                  <a:pt x="0" y="58606"/>
                </a:moveTo>
                <a:cubicBezTo>
                  <a:pt x="610" y="26464"/>
                  <a:pt x="26464" y="610"/>
                  <a:pt x="58606" y="0"/>
                </a:cubicBezTo>
                <a:lnTo>
                  <a:pt x="421229" y="0"/>
                </a:lnTo>
                <a:cubicBezTo>
                  <a:pt x="453981" y="610"/>
                  <a:pt x="479834" y="26464"/>
                  <a:pt x="479834" y="58606"/>
                </a:cubicBezTo>
                <a:lnTo>
                  <a:pt x="479834" y="289366"/>
                </a:lnTo>
                <a:cubicBezTo>
                  <a:pt x="479834" y="321202"/>
                  <a:pt x="453981" y="347056"/>
                  <a:pt x="421229" y="347971"/>
                </a:cubicBezTo>
                <a:lnTo>
                  <a:pt x="58606" y="347971"/>
                </a:lnTo>
                <a:cubicBezTo>
                  <a:pt x="26464" y="347056"/>
                  <a:pt x="610" y="321202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3AD464-3D5C-4DEB-8704-2DFE36B07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0139" y="5550578"/>
            <a:ext cx="494486" cy="361707"/>
          </a:xfrm>
          <a:custGeom xmlns:a="http://schemas.openxmlformats.org/drawingml/2006/main">
            <a:pathLst>
              <a:path w="494486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429119" y="361707"/>
                </a:lnTo>
                <a:lnTo>
                  <a:pt x="429501" y="361692"/>
                </a:lnTo>
                <a:lnTo>
                  <a:pt x="435407" y="361402"/>
                </a:lnTo>
                <a:lnTo>
                  <a:pt x="436170" y="361326"/>
                </a:lnTo>
                <a:lnTo>
                  <a:pt x="441909" y="360440"/>
                </a:lnTo>
                <a:lnTo>
                  <a:pt x="442656" y="360288"/>
                </a:lnTo>
                <a:lnTo>
                  <a:pt x="448181" y="358868"/>
                </a:lnTo>
                <a:lnTo>
                  <a:pt x="448914" y="358640"/>
                </a:lnTo>
                <a:lnTo>
                  <a:pt x="454210" y="356701"/>
                </a:lnTo>
                <a:lnTo>
                  <a:pt x="454896" y="356411"/>
                </a:lnTo>
                <a:lnTo>
                  <a:pt x="459948" y="353985"/>
                </a:lnTo>
                <a:lnTo>
                  <a:pt x="460604" y="353634"/>
                </a:lnTo>
                <a:lnTo>
                  <a:pt x="465366" y="350734"/>
                </a:lnTo>
                <a:lnTo>
                  <a:pt x="465961" y="350322"/>
                </a:lnTo>
                <a:lnTo>
                  <a:pt x="470418" y="346995"/>
                </a:lnTo>
                <a:lnTo>
                  <a:pt x="470967" y="346537"/>
                </a:lnTo>
                <a:lnTo>
                  <a:pt x="475073" y="342813"/>
                </a:lnTo>
                <a:lnTo>
                  <a:pt x="475592" y="342294"/>
                </a:lnTo>
                <a:lnTo>
                  <a:pt x="479315" y="338189"/>
                </a:lnTo>
                <a:lnTo>
                  <a:pt x="479773" y="337639"/>
                </a:lnTo>
                <a:lnTo>
                  <a:pt x="483100" y="333183"/>
                </a:lnTo>
                <a:lnTo>
                  <a:pt x="483512" y="332587"/>
                </a:lnTo>
                <a:lnTo>
                  <a:pt x="486412" y="327826"/>
                </a:lnTo>
                <a:lnTo>
                  <a:pt x="486763" y="327170"/>
                </a:lnTo>
                <a:lnTo>
                  <a:pt x="489190" y="322118"/>
                </a:lnTo>
                <a:lnTo>
                  <a:pt x="489480" y="321431"/>
                </a:lnTo>
                <a:lnTo>
                  <a:pt x="491418" y="316120"/>
                </a:lnTo>
                <a:lnTo>
                  <a:pt x="491647" y="315403"/>
                </a:lnTo>
                <a:lnTo>
                  <a:pt x="493066" y="309878"/>
                </a:lnTo>
                <a:lnTo>
                  <a:pt x="493219" y="309115"/>
                </a:lnTo>
                <a:lnTo>
                  <a:pt x="494104" y="303391"/>
                </a:lnTo>
                <a:lnTo>
                  <a:pt x="494181" y="302628"/>
                </a:lnTo>
                <a:lnTo>
                  <a:pt x="494471" y="296722"/>
                </a:lnTo>
                <a:lnTo>
                  <a:pt x="494486" y="296340"/>
                </a:lnTo>
                <a:lnTo>
                  <a:pt x="494486" y="65367"/>
                </a:lnTo>
                <a:lnTo>
                  <a:pt x="494471" y="64985"/>
                </a:lnTo>
                <a:lnTo>
                  <a:pt x="494181" y="59079"/>
                </a:lnTo>
                <a:lnTo>
                  <a:pt x="494104" y="58316"/>
                </a:lnTo>
                <a:lnTo>
                  <a:pt x="493219" y="52577"/>
                </a:lnTo>
                <a:lnTo>
                  <a:pt x="493066" y="51829"/>
                </a:lnTo>
                <a:lnTo>
                  <a:pt x="491647" y="46305"/>
                </a:lnTo>
                <a:lnTo>
                  <a:pt x="491418" y="45572"/>
                </a:lnTo>
                <a:lnTo>
                  <a:pt x="489480" y="40276"/>
                </a:lnTo>
                <a:lnTo>
                  <a:pt x="489190" y="39589"/>
                </a:lnTo>
                <a:lnTo>
                  <a:pt x="486763" y="34538"/>
                </a:lnTo>
                <a:lnTo>
                  <a:pt x="486412" y="33881"/>
                </a:lnTo>
                <a:lnTo>
                  <a:pt x="483512" y="29120"/>
                </a:lnTo>
                <a:lnTo>
                  <a:pt x="483100" y="28525"/>
                </a:lnTo>
                <a:lnTo>
                  <a:pt x="479773" y="24068"/>
                </a:lnTo>
                <a:lnTo>
                  <a:pt x="479315" y="23519"/>
                </a:lnTo>
                <a:lnTo>
                  <a:pt x="475592" y="19413"/>
                </a:lnTo>
                <a:lnTo>
                  <a:pt x="475073" y="18894"/>
                </a:lnTo>
                <a:lnTo>
                  <a:pt x="470967" y="15170"/>
                </a:lnTo>
                <a:lnTo>
                  <a:pt x="470418" y="14712"/>
                </a:lnTo>
                <a:lnTo>
                  <a:pt x="465961" y="11385"/>
                </a:lnTo>
                <a:lnTo>
                  <a:pt x="465366" y="10973"/>
                </a:lnTo>
                <a:lnTo>
                  <a:pt x="460604" y="8074"/>
                </a:lnTo>
                <a:lnTo>
                  <a:pt x="459948" y="7723"/>
                </a:lnTo>
                <a:lnTo>
                  <a:pt x="454896" y="5296"/>
                </a:lnTo>
                <a:lnTo>
                  <a:pt x="454210" y="5006"/>
                </a:lnTo>
                <a:lnTo>
                  <a:pt x="448914" y="3068"/>
                </a:lnTo>
                <a:lnTo>
                  <a:pt x="448181" y="2839"/>
                </a:lnTo>
                <a:lnTo>
                  <a:pt x="442656" y="1419"/>
                </a:lnTo>
                <a:lnTo>
                  <a:pt x="441909" y="1267"/>
                </a:lnTo>
                <a:lnTo>
                  <a:pt x="436170" y="382"/>
                </a:lnTo>
                <a:lnTo>
                  <a:pt x="435407" y="305"/>
                </a:lnTo>
                <a:lnTo>
                  <a:pt x="429501" y="15"/>
                </a:lnTo>
                <a:lnTo>
                  <a:pt x="429119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429018" y="15262"/>
                </a:lnTo>
                <a:lnTo>
                  <a:pt x="434235" y="15532"/>
                </a:lnTo>
                <a:lnTo>
                  <a:pt x="439229" y="16289"/>
                </a:lnTo>
                <a:lnTo>
                  <a:pt x="443933" y="17497"/>
                </a:lnTo>
                <a:lnTo>
                  <a:pt x="448610" y="19209"/>
                </a:lnTo>
                <a:lnTo>
                  <a:pt x="452953" y="21295"/>
                </a:lnTo>
                <a:lnTo>
                  <a:pt x="457016" y="23756"/>
                </a:lnTo>
                <a:lnTo>
                  <a:pt x="460944" y="26676"/>
                </a:lnTo>
                <a:lnTo>
                  <a:pt x="464545" y="29941"/>
                </a:lnTo>
                <a:lnTo>
                  <a:pt x="467815" y="33547"/>
                </a:lnTo>
                <a:lnTo>
                  <a:pt x="470682" y="37392"/>
                </a:lnTo>
                <a:lnTo>
                  <a:pt x="473190" y="41532"/>
                </a:lnTo>
                <a:lnTo>
                  <a:pt x="475277" y="45875"/>
                </a:lnTo>
                <a:lnTo>
                  <a:pt x="476989" y="50553"/>
                </a:lnTo>
                <a:lnTo>
                  <a:pt x="478197" y="55257"/>
                </a:lnTo>
                <a:lnTo>
                  <a:pt x="478954" y="60251"/>
                </a:lnTo>
                <a:lnTo>
                  <a:pt x="479224" y="65468"/>
                </a:lnTo>
                <a:lnTo>
                  <a:pt x="479224" y="296239"/>
                </a:lnTo>
                <a:lnTo>
                  <a:pt x="478954" y="301456"/>
                </a:lnTo>
                <a:lnTo>
                  <a:pt x="478197" y="306450"/>
                </a:lnTo>
                <a:lnTo>
                  <a:pt x="476989" y="311154"/>
                </a:lnTo>
                <a:lnTo>
                  <a:pt x="475277" y="315832"/>
                </a:lnTo>
                <a:lnTo>
                  <a:pt x="473190" y="320175"/>
                </a:lnTo>
                <a:lnTo>
                  <a:pt x="470730" y="324237"/>
                </a:lnTo>
                <a:lnTo>
                  <a:pt x="467810" y="328166"/>
                </a:lnTo>
                <a:lnTo>
                  <a:pt x="464545" y="331766"/>
                </a:lnTo>
                <a:lnTo>
                  <a:pt x="460944" y="335032"/>
                </a:lnTo>
                <a:lnTo>
                  <a:pt x="457016" y="337951"/>
                </a:lnTo>
                <a:lnTo>
                  <a:pt x="452953" y="340412"/>
                </a:lnTo>
                <a:lnTo>
                  <a:pt x="448610" y="342498"/>
                </a:lnTo>
                <a:lnTo>
                  <a:pt x="443933" y="344210"/>
                </a:lnTo>
                <a:lnTo>
                  <a:pt x="439229" y="345419"/>
                </a:lnTo>
                <a:lnTo>
                  <a:pt x="434235" y="346176"/>
                </a:lnTo>
                <a:lnTo>
                  <a:pt x="42901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6" name="Text film">
            <a:extLst xmlns:a="http://schemas.openxmlformats.org/drawingml/2006/main">
              <a:ext uri="{FF2B5EF4-FFF2-40B4-BE49-F238E27FC236}">
                <a16:creationId xmlns:a16="http://schemas.microsoft.com/office/drawing/2014/main" id="{91898087-6472-46A7-B687-07838D24D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138" y="5646660"/>
            <a:ext cx="314462" cy="147211"/>
          </a:xfrm>
          <a:custGeom xmlns:a="http://schemas.openxmlformats.org/drawingml/2006/main">
            <a:pathLst>
              <a:path w="314462" h="147211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94284" y="143965"/>
                </a:moveTo>
                <a:cubicBezTo>
                  <a:pt x="94284" y="144524"/>
                  <a:pt x="94144" y="144995"/>
                  <a:pt x="93865" y="145379"/>
                </a:cubicBezTo>
                <a:cubicBezTo>
                  <a:pt x="93586" y="145763"/>
                  <a:pt x="93132" y="146094"/>
                  <a:pt x="92504" y="146373"/>
                </a:cubicBezTo>
                <a:cubicBezTo>
                  <a:pt x="91876" y="146653"/>
                  <a:pt x="91003" y="146862"/>
                  <a:pt x="89886" y="147002"/>
                </a:cubicBezTo>
                <a:cubicBezTo>
                  <a:pt x="88770" y="147141"/>
                  <a:pt x="87339" y="147211"/>
                  <a:pt x="85594" y="147211"/>
                </a:cubicBezTo>
                <a:cubicBezTo>
                  <a:pt x="83918" y="147211"/>
                  <a:pt x="82522" y="147141"/>
                  <a:pt x="81406" y="147002"/>
                </a:cubicBezTo>
                <a:cubicBezTo>
                  <a:pt x="80289" y="146862"/>
                  <a:pt x="79399" y="146653"/>
                  <a:pt x="78736" y="146373"/>
                </a:cubicBezTo>
                <a:cubicBezTo>
                  <a:pt x="78073" y="146094"/>
                  <a:pt x="77619" y="145763"/>
                  <a:pt x="77375" y="145379"/>
                </a:cubicBezTo>
                <a:cubicBezTo>
                  <a:pt x="77130" y="144995"/>
                  <a:pt x="77008" y="144524"/>
                  <a:pt x="77008" y="143965"/>
                </a:cubicBezTo>
                <a:lnTo>
                  <a:pt x="77008" y="49733"/>
                </a:lnTo>
                <a:cubicBezTo>
                  <a:pt x="77008" y="49245"/>
                  <a:pt x="77130" y="48791"/>
                  <a:pt x="77375" y="48372"/>
                </a:cubicBezTo>
                <a:cubicBezTo>
                  <a:pt x="77619" y="47954"/>
                  <a:pt x="78073" y="47605"/>
                  <a:pt x="78736" y="47325"/>
                </a:cubicBezTo>
                <a:cubicBezTo>
                  <a:pt x="79399" y="47046"/>
                  <a:pt x="80289" y="46837"/>
                  <a:pt x="81406" y="46697"/>
                </a:cubicBezTo>
                <a:cubicBezTo>
                  <a:pt x="82522" y="46558"/>
                  <a:pt x="83918" y="46488"/>
                  <a:pt x="85594" y="46488"/>
                </a:cubicBezTo>
                <a:cubicBezTo>
                  <a:pt x="87339" y="46488"/>
                  <a:pt x="88770" y="46558"/>
                  <a:pt x="89886" y="46697"/>
                </a:cubicBezTo>
                <a:cubicBezTo>
                  <a:pt x="91003" y="46837"/>
                  <a:pt x="91876" y="47046"/>
                  <a:pt x="92504" y="47325"/>
                </a:cubicBezTo>
                <a:cubicBezTo>
                  <a:pt x="93132" y="47605"/>
                  <a:pt x="93586" y="47954"/>
                  <a:pt x="93865" y="48372"/>
                </a:cubicBezTo>
                <a:cubicBezTo>
                  <a:pt x="94144" y="48791"/>
                  <a:pt x="94284" y="49245"/>
                  <a:pt x="94284" y="49733"/>
                </a:cubicBezTo>
                <a:lnTo>
                  <a:pt x="94284" y="143965"/>
                </a:lnTo>
                <a:moveTo>
                  <a:pt x="96273" y="17799"/>
                </a:moveTo>
                <a:cubicBezTo>
                  <a:pt x="96273" y="21848"/>
                  <a:pt x="95505" y="24605"/>
                  <a:pt x="93970" y="26071"/>
                </a:cubicBezTo>
                <a:cubicBezTo>
                  <a:pt x="92434" y="27537"/>
                  <a:pt x="89607" y="28270"/>
                  <a:pt x="85489" y="28270"/>
                </a:cubicBezTo>
                <a:cubicBezTo>
                  <a:pt x="81441" y="28270"/>
                  <a:pt x="78666" y="27554"/>
                  <a:pt x="77165" y="26123"/>
                </a:cubicBezTo>
                <a:cubicBezTo>
                  <a:pt x="75664" y="24692"/>
                  <a:pt x="74914" y="21987"/>
                  <a:pt x="74914" y="18009"/>
                </a:cubicBezTo>
                <a:cubicBezTo>
                  <a:pt x="74914" y="13960"/>
                  <a:pt x="75682" y="11203"/>
                  <a:pt x="77218" y="9737"/>
                </a:cubicBezTo>
                <a:cubicBezTo>
                  <a:pt x="78753" y="8271"/>
                  <a:pt x="81580" y="7539"/>
                  <a:pt x="85698" y="7539"/>
                </a:cubicBezTo>
                <a:cubicBezTo>
                  <a:pt x="89747" y="7539"/>
                  <a:pt x="92521" y="8254"/>
                  <a:pt x="94022" y="9685"/>
                </a:cubicBezTo>
                <a:cubicBezTo>
                  <a:pt x="95523" y="11116"/>
                  <a:pt x="96273" y="13821"/>
                  <a:pt x="96273" y="17799"/>
                </a:cubicBezTo>
                <a:close/>
                <a:moveTo>
                  <a:pt x="143123" y="143962"/>
                </a:moveTo>
                <a:cubicBezTo>
                  <a:pt x="143123" y="144520"/>
                  <a:pt x="142983" y="144993"/>
                  <a:pt x="142704" y="145379"/>
                </a:cubicBezTo>
                <a:cubicBezTo>
                  <a:pt x="142425" y="145763"/>
                  <a:pt x="141971" y="146094"/>
                  <a:pt x="141343" y="146373"/>
                </a:cubicBezTo>
                <a:cubicBezTo>
                  <a:pt x="140714" y="146653"/>
                  <a:pt x="139842" y="146862"/>
                  <a:pt x="138725" y="147002"/>
                </a:cubicBezTo>
                <a:cubicBezTo>
                  <a:pt x="137608" y="147141"/>
                  <a:pt x="136177" y="147211"/>
                  <a:pt x="134432" y="147211"/>
                </a:cubicBezTo>
                <a:cubicBezTo>
                  <a:pt x="132757" y="147211"/>
                  <a:pt x="131361" y="147141"/>
                  <a:pt x="130244" y="147002"/>
                </a:cubicBezTo>
                <a:cubicBezTo>
                  <a:pt x="129127" y="146862"/>
                  <a:pt x="128237" y="146653"/>
                  <a:pt x="127574" y="146373"/>
                </a:cubicBezTo>
                <a:cubicBezTo>
                  <a:pt x="126911" y="146094"/>
                  <a:pt x="126458" y="145763"/>
                  <a:pt x="126213" y="145379"/>
                </a:cubicBezTo>
                <a:cubicBezTo>
                  <a:pt x="125969" y="144993"/>
                  <a:pt x="125847" y="144520"/>
                  <a:pt x="125847" y="143962"/>
                </a:cubicBezTo>
                <a:lnTo>
                  <a:pt x="125847" y="3982"/>
                </a:lnTo>
                <a:cubicBezTo>
                  <a:pt x="125847" y="3424"/>
                  <a:pt x="125969" y="2935"/>
                  <a:pt x="126213" y="2516"/>
                </a:cubicBezTo>
                <a:cubicBezTo>
                  <a:pt x="126458" y="2095"/>
                  <a:pt x="126911" y="1745"/>
                  <a:pt x="127574" y="1466"/>
                </a:cubicBezTo>
                <a:cubicBezTo>
                  <a:pt x="128237" y="1187"/>
                  <a:pt x="129127" y="977"/>
                  <a:pt x="130244" y="838"/>
                </a:cubicBezTo>
                <a:cubicBezTo>
                  <a:pt x="131361" y="698"/>
                  <a:pt x="132757" y="628"/>
                  <a:pt x="134432" y="628"/>
                </a:cubicBezTo>
                <a:cubicBezTo>
                  <a:pt x="136177" y="628"/>
                  <a:pt x="137608" y="698"/>
                  <a:pt x="138725" y="838"/>
                </a:cubicBezTo>
                <a:cubicBezTo>
                  <a:pt x="139842" y="977"/>
                  <a:pt x="140714" y="1187"/>
                  <a:pt x="141343" y="1466"/>
                </a:cubicBezTo>
                <a:cubicBezTo>
                  <a:pt x="141971" y="1745"/>
                  <a:pt x="142425" y="2095"/>
                  <a:pt x="142704" y="2516"/>
                </a:cubicBezTo>
                <a:cubicBezTo>
                  <a:pt x="142983" y="2935"/>
                  <a:pt x="143123" y="3424"/>
                  <a:pt x="143123" y="3982"/>
                </a:cubicBezTo>
                <a:lnTo>
                  <a:pt x="143123" y="143962"/>
                </a:lnTo>
                <a:close/>
                <a:moveTo>
                  <a:pt x="314462" y="143965"/>
                </a:moveTo>
                <a:cubicBezTo>
                  <a:pt x="314462" y="144524"/>
                  <a:pt x="314323" y="144995"/>
                  <a:pt x="314043" y="145379"/>
                </a:cubicBezTo>
                <a:cubicBezTo>
                  <a:pt x="313764" y="145763"/>
                  <a:pt x="313310" y="146094"/>
                  <a:pt x="312682" y="146373"/>
                </a:cubicBezTo>
                <a:cubicBezTo>
                  <a:pt x="312054" y="146653"/>
                  <a:pt x="311181" y="146862"/>
                  <a:pt x="310065" y="147002"/>
                </a:cubicBezTo>
                <a:cubicBezTo>
                  <a:pt x="308948" y="147141"/>
                  <a:pt x="307552" y="147211"/>
                  <a:pt x="305877" y="147211"/>
                </a:cubicBezTo>
                <a:cubicBezTo>
                  <a:pt x="304132" y="147211"/>
                  <a:pt x="302701" y="147141"/>
                  <a:pt x="301584" y="147002"/>
                </a:cubicBezTo>
                <a:cubicBezTo>
                  <a:pt x="300467" y="146862"/>
                  <a:pt x="299577" y="146653"/>
                  <a:pt x="298914" y="146373"/>
                </a:cubicBezTo>
                <a:cubicBezTo>
                  <a:pt x="298251" y="146094"/>
                  <a:pt x="297780" y="145764"/>
                  <a:pt x="297500" y="145382"/>
                </a:cubicBezTo>
                <a:cubicBezTo>
                  <a:pt x="297221" y="144998"/>
                  <a:pt x="297082" y="144527"/>
                  <a:pt x="297082" y="143969"/>
                </a:cubicBezTo>
                <a:lnTo>
                  <a:pt x="297082" y="86765"/>
                </a:lnTo>
                <a:cubicBezTo>
                  <a:pt x="297082" y="82791"/>
                  <a:pt x="296733" y="79166"/>
                  <a:pt x="296035" y="75889"/>
                </a:cubicBezTo>
                <a:cubicBezTo>
                  <a:pt x="295337" y="72613"/>
                  <a:pt x="294220" y="69790"/>
                  <a:pt x="292684" y="67422"/>
                </a:cubicBezTo>
                <a:cubicBezTo>
                  <a:pt x="291148" y="65051"/>
                  <a:pt x="289194" y="63238"/>
                  <a:pt x="286821" y="61984"/>
                </a:cubicBezTo>
                <a:cubicBezTo>
                  <a:pt x="284448" y="60727"/>
                  <a:pt x="281655" y="60099"/>
                  <a:pt x="278445" y="60099"/>
                </a:cubicBezTo>
                <a:cubicBezTo>
                  <a:pt x="274466" y="60099"/>
                  <a:pt x="270470" y="61634"/>
                  <a:pt x="266456" y="64703"/>
                </a:cubicBezTo>
                <a:cubicBezTo>
                  <a:pt x="262443" y="67770"/>
                  <a:pt x="258028" y="72265"/>
                  <a:pt x="253211" y="78190"/>
                </a:cubicBezTo>
                <a:lnTo>
                  <a:pt x="253211" y="143969"/>
                </a:lnTo>
                <a:cubicBezTo>
                  <a:pt x="253211" y="144527"/>
                  <a:pt x="253072" y="144998"/>
                  <a:pt x="252793" y="145382"/>
                </a:cubicBezTo>
                <a:cubicBezTo>
                  <a:pt x="252513" y="145764"/>
                  <a:pt x="252042" y="146094"/>
                  <a:pt x="251379" y="146373"/>
                </a:cubicBezTo>
                <a:cubicBezTo>
                  <a:pt x="250716" y="146653"/>
                  <a:pt x="249826" y="146862"/>
                  <a:pt x="248709" y="147002"/>
                </a:cubicBezTo>
                <a:cubicBezTo>
                  <a:pt x="247592" y="147141"/>
                  <a:pt x="246196" y="147211"/>
                  <a:pt x="244521" y="147211"/>
                </a:cubicBezTo>
                <a:cubicBezTo>
                  <a:pt x="242916" y="147211"/>
                  <a:pt x="241537" y="147141"/>
                  <a:pt x="240385" y="147002"/>
                </a:cubicBezTo>
                <a:cubicBezTo>
                  <a:pt x="239234" y="146862"/>
                  <a:pt x="238326" y="146653"/>
                  <a:pt x="237663" y="146373"/>
                </a:cubicBezTo>
                <a:cubicBezTo>
                  <a:pt x="237000" y="146094"/>
                  <a:pt x="236546" y="145764"/>
                  <a:pt x="236302" y="145382"/>
                </a:cubicBezTo>
                <a:cubicBezTo>
                  <a:pt x="236058" y="144998"/>
                  <a:pt x="235936" y="144527"/>
                  <a:pt x="235936" y="143969"/>
                </a:cubicBezTo>
                <a:lnTo>
                  <a:pt x="235936" y="86765"/>
                </a:lnTo>
                <a:cubicBezTo>
                  <a:pt x="235936" y="82791"/>
                  <a:pt x="235552" y="79166"/>
                  <a:pt x="234784" y="75889"/>
                </a:cubicBezTo>
                <a:cubicBezTo>
                  <a:pt x="234016" y="72613"/>
                  <a:pt x="232864" y="69790"/>
                  <a:pt x="231329" y="67422"/>
                </a:cubicBezTo>
                <a:cubicBezTo>
                  <a:pt x="229793" y="65051"/>
                  <a:pt x="227856" y="63238"/>
                  <a:pt x="225518" y="61984"/>
                </a:cubicBezTo>
                <a:cubicBezTo>
                  <a:pt x="223179" y="60727"/>
                  <a:pt x="220405" y="60099"/>
                  <a:pt x="217194" y="60099"/>
                </a:cubicBezTo>
                <a:cubicBezTo>
                  <a:pt x="213215" y="60099"/>
                  <a:pt x="209202" y="61634"/>
                  <a:pt x="205153" y="64703"/>
                </a:cubicBezTo>
                <a:cubicBezTo>
                  <a:pt x="201105" y="67770"/>
                  <a:pt x="196707" y="72265"/>
                  <a:pt x="191961" y="78190"/>
                </a:cubicBezTo>
                <a:lnTo>
                  <a:pt x="191961" y="143969"/>
                </a:lnTo>
                <a:cubicBezTo>
                  <a:pt x="191961" y="144527"/>
                  <a:pt x="191821" y="144998"/>
                  <a:pt x="191542" y="145382"/>
                </a:cubicBezTo>
                <a:cubicBezTo>
                  <a:pt x="191263" y="145764"/>
                  <a:pt x="190809" y="146094"/>
                  <a:pt x="190181" y="146373"/>
                </a:cubicBezTo>
                <a:cubicBezTo>
                  <a:pt x="189553" y="146653"/>
                  <a:pt x="188680" y="146862"/>
                  <a:pt x="187563" y="147002"/>
                </a:cubicBezTo>
                <a:cubicBezTo>
                  <a:pt x="186446" y="147141"/>
                  <a:pt x="185015" y="147211"/>
                  <a:pt x="183270" y="147211"/>
                </a:cubicBezTo>
                <a:cubicBezTo>
                  <a:pt x="181595" y="147211"/>
                  <a:pt x="180199" y="147141"/>
                  <a:pt x="179082" y="147002"/>
                </a:cubicBezTo>
                <a:cubicBezTo>
                  <a:pt x="177966" y="146862"/>
                  <a:pt x="177076" y="146653"/>
                  <a:pt x="176412" y="146373"/>
                </a:cubicBezTo>
                <a:cubicBezTo>
                  <a:pt x="175749" y="146094"/>
                  <a:pt x="175296" y="145763"/>
                  <a:pt x="175051" y="145379"/>
                </a:cubicBezTo>
                <a:cubicBezTo>
                  <a:pt x="174807" y="144995"/>
                  <a:pt x="174685" y="144524"/>
                  <a:pt x="174685" y="143965"/>
                </a:cubicBezTo>
                <a:lnTo>
                  <a:pt x="174685" y="49733"/>
                </a:lnTo>
                <a:cubicBezTo>
                  <a:pt x="174685" y="49175"/>
                  <a:pt x="174790" y="48704"/>
                  <a:pt x="174999" y="48320"/>
                </a:cubicBezTo>
                <a:cubicBezTo>
                  <a:pt x="175208" y="47936"/>
                  <a:pt x="175627" y="47587"/>
                  <a:pt x="176255" y="47273"/>
                </a:cubicBezTo>
                <a:cubicBezTo>
                  <a:pt x="176884" y="46959"/>
                  <a:pt x="177686" y="46749"/>
                  <a:pt x="178664" y="46645"/>
                </a:cubicBezTo>
                <a:cubicBezTo>
                  <a:pt x="179641" y="46540"/>
                  <a:pt x="180932" y="46488"/>
                  <a:pt x="182538" y="46488"/>
                </a:cubicBezTo>
                <a:cubicBezTo>
                  <a:pt x="184073" y="46488"/>
                  <a:pt x="185347" y="46540"/>
                  <a:pt x="186359" y="46645"/>
                </a:cubicBezTo>
                <a:cubicBezTo>
                  <a:pt x="187371" y="46749"/>
                  <a:pt x="188157" y="46959"/>
                  <a:pt x="188715" y="47273"/>
                </a:cubicBezTo>
                <a:cubicBezTo>
                  <a:pt x="189273" y="47587"/>
                  <a:pt x="189675" y="47936"/>
                  <a:pt x="189919" y="48320"/>
                </a:cubicBezTo>
                <a:cubicBezTo>
                  <a:pt x="190163" y="48704"/>
                  <a:pt x="190286" y="49175"/>
                  <a:pt x="190286" y="49733"/>
                </a:cubicBezTo>
                <a:lnTo>
                  <a:pt x="190286" y="62193"/>
                </a:lnTo>
                <a:cubicBezTo>
                  <a:pt x="195590" y="56260"/>
                  <a:pt x="200738" y="51915"/>
                  <a:pt x="205729" y="49158"/>
                </a:cubicBezTo>
                <a:cubicBezTo>
                  <a:pt x="210720" y="46400"/>
                  <a:pt x="215763" y="45022"/>
                  <a:pt x="220859" y="45022"/>
                </a:cubicBezTo>
                <a:cubicBezTo>
                  <a:pt x="224767" y="45022"/>
                  <a:pt x="228275" y="45476"/>
                  <a:pt x="231381" y="46383"/>
                </a:cubicBezTo>
                <a:cubicBezTo>
                  <a:pt x="234487" y="47290"/>
                  <a:pt x="237227" y="48564"/>
                  <a:pt x="239600" y="50205"/>
                </a:cubicBezTo>
                <a:cubicBezTo>
                  <a:pt x="241973" y="51845"/>
                  <a:pt x="243998" y="53799"/>
                  <a:pt x="245673" y="56068"/>
                </a:cubicBezTo>
                <a:cubicBezTo>
                  <a:pt x="247348" y="58336"/>
                  <a:pt x="248744" y="60867"/>
                  <a:pt x="249861" y="63659"/>
                </a:cubicBezTo>
                <a:cubicBezTo>
                  <a:pt x="253002" y="60239"/>
                  <a:pt x="255986" y="57342"/>
                  <a:pt x="258813" y="54969"/>
                </a:cubicBezTo>
                <a:cubicBezTo>
                  <a:pt x="261640" y="52595"/>
                  <a:pt x="264362" y="50676"/>
                  <a:pt x="266980" y="49210"/>
                </a:cubicBezTo>
                <a:cubicBezTo>
                  <a:pt x="269597" y="47744"/>
                  <a:pt x="272145" y="46680"/>
                  <a:pt x="274623" y="46017"/>
                </a:cubicBezTo>
                <a:cubicBezTo>
                  <a:pt x="277101" y="45353"/>
                  <a:pt x="279596" y="45022"/>
                  <a:pt x="282109" y="45022"/>
                </a:cubicBezTo>
                <a:cubicBezTo>
                  <a:pt x="288182" y="45022"/>
                  <a:pt x="293277" y="46086"/>
                  <a:pt x="297396" y="48215"/>
                </a:cubicBezTo>
                <a:cubicBezTo>
                  <a:pt x="301514" y="50344"/>
                  <a:pt x="304847" y="53189"/>
                  <a:pt x="307395" y="56749"/>
                </a:cubicBezTo>
                <a:cubicBezTo>
                  <a:pt x="309943" y="60308"/>
                  <a:pt x="311757" y="64479"/>
                  <a:pt x="312839" y="69260"/>
                </a:cubicBezTo>
                <a:cubicBezTo>
                  <a:pt x="313921" y="74042"/>
                  <a:pt x="314462" y="79085"/>
                  <a:pt x="314462" y="84390"/>
                </a:cubicBezTo>
                <a:lnTo>
                  <a:pt x="314462" y="1439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3BFA2B-69B9-4459-979D-332B2B46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9003" y="5557599"/>
            <a:ext cx="822312" cy="347971"/>
          </a:xfrm>
          <a:custGeom xmlns:a="http://schemas.openxmlformats.org/drawingml/2006/main">
            <a:pathLst>
              <a:path w="822312" h="347971">
                <a:moveTo>
                  <a:pt x="0" y="58606"/>
                </a:moveTo>
                <a:cubicBezTo>
                  <a:pt x="610" y="26464"/>
                  <a:pt x="26464" y="610"/>
                  <a:pt x="58606" y="0"/>
                </a:cubicBezTo>
                <a:lnTo>
                  <a:pt x="763706" y="0"/>
                </a:lnTo>
                <a:cubicBezTo>
                  <a:pt x="795847" y="610"/>
                  <a:pt x="821701" y="26464"/>
                  <a:pt x="822312" y="58606"/>
                </a:cubicBezTo>
                <a:lnTo>
                  <a:pt x="822312" y="289366"/>
                </a:lnTo>
                <a:cubicBezTo>
                  <a:pt x="821701" y="321202"/>
                  <a:pt x="795847" y="347056"/>
                  <a:pt x="763706" y="347971"/>
                </a:cubicBezTo>
                <a:lnTo>
                  <a:pt x="58606" y="347971"/>
                </a:lnTo>
                <a:cubicBezTo>
                  <a:pt x="26464" y="347056"/>
                  <a:pt x="610" y="321202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6FD26-3E06-472B-A112-B55020D74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71982" y="5550578"/>
            <a:ext cx="836353" cy="361707"/>
          </a:xfrm>
          <a:custGeom xmlns:a="http://schemas.openxmlformats.org/drawingml/2006/main">
            <a:pathLst>
              <a:path w="836353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770986" y="361707"/>
                </a:lnTo>
                <a:lnTo>
                  <a:pt x="771367" y="361692"/>
                </a:lnTo>
                <a:lnTo>
                  <a:pt x="777274" y="361402"/>
                </a:lnTo>
                <a:lnTo>
                  <a:pt x="778037" y="361326"/>
                </a:lnTo>
                <a:lnTo>
                  <a:pt x="783775" y="360440"/>
                </a:lnTo>
                <a:lnTo>
                  <a:pt x="784523" y="360288"/>
                </a:lnTo>
                <a:lnTo>
                  <a:pt x="790048" y="358868"/>
                </a:lnTo>
                <a:lnTo>
                  <a:pt x="790765" y="358640"/>
                </a:lnTo>
                <a:lnTo>
                  <a:pt x="796076" y="356701"/>
                </a:lnTo>
                <a:lnTo>
                  <a:pt x="796763" y="356411"/>
                </a:lnTo>
                <a:lnTo>
                  <a:pt x="801815" y="353985"/>
                </a:lnTo>
                <a:lnTo>
                  <a:pt x="802471" y="353634"/>
                </a:lnTo>
                <a:lnTo>
                  <a:pt x="807233" y="350734"/>
                </a:lnTo>
                <a:lnTo>
                  <a:pt x="807828" y="350322"/>
                </a:lnTo>
                <a:lnTo>
                  <a:pt x="812285" y="346995"/>
                </a:lnTo>
                <a:lnTo>
                  <a:pt x="812834" y="346537"/>
                </a:lnTo>
                <a:lnTo>
                  <a:pt x="816939" y="342813"/>
                </a:lnTo>
                <a:lnTo>
                  <a:pt x="817458" y="342294"/>
                </a:lnTo>
                <a:lnTo>
                  <a:pt x="821182" y="338189"/>
                </a:lnTo>
                <a:lnTo>
                  <a:pt x="821640" y="337639"/>
                </a:lnTo>
                <a:lnTo>
                  <a:pt x="824967" y="333183"/>
                </a:lnTo>
                <a:lnTo>
                  <a:pt x="825379" y="332587"/>
                </a:lnTo>
                <a:lnTo>
                  <a:pt x="828279" y="327826"/>
                </a:lnTo>
                <a:lnTo>
                  <a:pt x="828630" y="327170"/>
                </a:lnTo>
                <a:lnTo>
                  <a:pt x="831057" y="322118"/>
                </a:lnTo>
                <a:lnTo>
                  <a:pt x="831347" y="321431"/>
                </a:lnTo>
                <a:lnTo>
                  <a:pt x="833285" y="316120"/>
                </a:lnTo>
                <a:lnTo>
                  <a:pt x="833514" y="315403"/>
                </a:lnTo>
                <a:lnTo>
                  <a:pt x="834933" y="309878"/>
                </a:lnTo>
                <a:lnTo>
                  <a:pt x="835086" y="309115"/>
                </a:lnTo>
                <a:lnTo>
                  <a:pt x="835971" y="303391"/>
                </a:lnTo>
                <a:lnTo>
                  <a:pt x="836047" y="302628"/>
                </a:lnTo>
                <a:lnTo>
                  <a:pt x="836337" y="296722"/>
                </a:lnTo>
                <a:lnTo>
                  <a:pt x="836353" y="296340"/>
                </a:lnTo>
                <a:lnTo>
                  <a:pt x="836353" y="65367"/>
                </a:lnTo>
                <a:lnTo>
                  <a:pt x="836337" y="64985"/>
                </a:lnTo>
                <a:lnTo>
                  <a:pt x="836047" y="59079"/>
                </a:lnTo>
                <a:lnTo>
                  <a:pt x="835971" y="58316"/>
                </a:lnTo>
                <a:lnTo>
                  <a:pt x="835086" y="52577"/>
                </a:lnTo>
                <a:lnTo>
                  <a:pt x="834933" y="51829"/>
                </a:lnTo>
                <a:lnTo>
                  <a:pt x="833514" y="46305"/>
                </a:lnTo>
                <a:lnTo>
                  <a:pt x="833285" y="45572"/>
                </a:lnTo>
                <a:lnTo>
                  <a:pt x="831347" y="40276"/>
                </a:lnTo>
                <a:lnTo>
                  <a:pt x="831057" y="39589"/>
                </a:lnTo>
                <a:lnTo>
                  <a:pt x="828630" y="34538"/>
                </a:lnTo>
                <a:lnTo>
                  <a:pt x="828279" y="33881"/>
                </a:lnTo>
                <a:lnTo>
                  <a:pt x="825379" y="29120"/>
                </a:lnTo>
                <a:lnTo>
                  <a:pt x="824967" y="28525"/>
                </a:lnTo>
                <a:lnTo>
                  <a:pt x="821640" y="24068"/>
                </a:lnTo>
                <a:lnTo>
                  <a:pt x="821182" y="23519"/>
                </a:lnTo>
                <a:lnTo>
                  <a:pt x="817458" y="19413"/>
                </a:lnTo>
                <a:lnTo>
                  <a:pt x="816939" y="18894"/>
                </a:lnTo>
                <a:lnTo>
                  <a:pt x="812834" y="15170"/>
                </a:lnTo>
                <a:lnTo>
                  <a:pt x="812285" y="14712"/>
                </a:lnTo>
                <a:lnTo>
                  <a:pt x="807828" y="11385"/>
                </a:lnTo>
                <a:lnTo>
                  <a:pt x="807233" y="10973"/>
                </a:lnTo>
                <a:lnTo>
                  <a:pt x="802471" y="8074"/>
                </a:lnTo>
                <a:lnTo>
                  <a:pt x="801815" y="7723"/>
                </a:lnTo>
                <a:lnTo>
                  <a:pt x="796763" y="5296"/>
                </a:lnTo>
                <a:lnTo>
                  <a:pt x="796076" y="5006"/>
                </a:lnTo>
                <a:lnTo>
                  <a:pt x="790765" y="3068"/>
                </a:lnTo>
                <a:lnTo>
                  <a:pt x="790048" y="2839"/>
                </a:lnTo>
                <a:lnTo>
                  <a:pt x="784523" y="1419"/>
                </a:lnTo>
                <a:lnTo>
                  <a:pt x="783775" y="1267"/>
                </a:lnTo>
                <a:lnTo>
                  <a:pt x="778037" y="382"/>
                </a:lnTo>
                <a:lnTo>
                  <a:pt x="777274" y="305"/>
                </a:lnTo>
                <a:lnTo>
                  <a:pt x="771367" y="15"/>
                </a:lnTo>
                <a:lnTo>
                  <a:pt x="770986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770884" y="15262"/>
                </a:lnTo>
                <a:lnTo>
                  <a:pt x="776101" y="15532"/>
                </a:lnTo>
                <a:lnTo>
                  <a:pt x="781096" y="16289"/>
                </a:lnTo>
                <a:lnTo>
                  <a:pt x="785800" y="17497"/>
                </a:lnTo>
                <a:lnTo>
                  <a:pt x="790477" y="19209"/>
                </a:lnTo>
                <a:lnTo>
                  <a:pt x="794820" y="21295"/>
                </a:lnTo>
                <a:lnTo>
                  <a:pt x="798883" y="23756"/>
                </a:lnTo>
                <a:lnTo>
                  <a:pt x="802811" y="26676"/>
                </a:lnTo>
                <a:lnTo>
                  <a:pt x="806411" y="29941"/>
                </a:lnTo>
                <a:lnTo>
                  <a:pt x="809682" y="33547"/>
                </a:lnTo>
                <a:lnTo>
                  <a:pt x="812549" y="37392"/>
                </a:lnTo>
                <a:lnTo>
                  <a:pt x="815057" y="41532"/>
                </a:lnTo>
                <a:lnTo>
                  <a:pt x="817143" y="45875"/>
                </a:lnTo>
                <a:lnTo>
                  <a:pt x="818855" y="50553"/>
                </a:lnTo>
                <a:lnTo>
                  <a:pt x="820064" y="55257"/>
                </a:lnTo>
                <a:lnTo>
                  <a:pt x="820821" y="60251"/>
                </a:lnTo>
                <a:lnTo>
                  <a:pt x="821091" y="65468"/>
                </a:lnTo>
                <a:lnTo>
                  <a:pt x="821091" y="296239"/>
                </a:lnTo>
                <a:lnTo>
                  <a:pt x="820821" y="301456"/>
                </a:lnTo>
                <a:lnTo>
                  <a:pt x="820064" y="306450"/>
                </a:lnTo>
                <a:lnTo>
                  <a:pt x="818855" y="311154"/>
                </a:lnTo>
                <a:lnTo>
                  <a:pt x="817143" y="315832"/>
                </a:lnTo>
                <a:lnTo>
                  <a:pt x="815057" y="320175"/>
                </a:lnTo>
                <a:lnTo>
                  <a:pt x="812596" y="324237"/>
                </a:lnTo>
                <a:lnTo>
                  <a:pt x="809677" y="328166"/>
                </a:lnTo>
                <a:lnTo>
                  <a:pt x="806411" y="331766"/>
                </a:lnTo>
                <a:lnTo>
                  <a:pt x="802811" y="335032"/>
                </a:lnTo>
                <a:lnTo>
                  <a:pt x="798883" y="337951"/>
                </a:lnTo>
                <a:lnTo>
                  <a:pt x="794820" y="340412"/>
                </a:lnTo>
                <a:lnTo>
                  <a:pt x="790477" y="342498"/>
                </a:lnTo>
                <a:lnTo>
                  <a:pt x="785800" y="344210"/>
                </a:lnTo>
                <a:lnTo>
                  <a:pt x="781096" y="345419"/>
                </a:lnTo>
                <a:lnTo>
                  <a:pt x="776101" y="346176"/>
                </a:lnTo>
                <a:lnTo>
                  <a:pt x="770884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Text literary">
            <a:extLst xmlns:a="http://schemas.openxmlformats.org/drawingml/2006/main">
              <a:ext uri="{FF2B5EF4-FFF2-40B4-BE49-F238E27FC236}">
                <a16:creationId xmlns:a16="http://schemas.microsoft.com/office/drawing/2014/main" id="{3D89F353-B0F6-401A-8572-293E2FCB8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94072" y="5647288"/>
            <a:ext cx="604674" cy="184066"/>
          </a:xfrm>
          <a:custGeom xmlns:a="http://schemas.openxmlformats.org/drawingml/2006/main">
            <a:pathLst>
              <a:path w="604674" h="184066">
                <a:moveTo>
                  <a:pt x="17276" y="143334"/>
                </a:moveTo>
                <a:cubicBezTo>
                  <a:pt x="17276" y="143892"/>
                  <a:pt x="17136" y="144365"/>
                  <a:pt x="16857" y="144751"/>
                </a:cubicBezTo>
                <a:cubicBezTo>
                  <a:pt x="16578" y="145134"/>
                  <a:pt x="16124" y="145466"/>
                  <a:pt x="15496" y="145745"/>
                </a:cubicBezTo>
                <a:cubicBezTo>
                  <a:pt x="14868" y="146024"/>
                  <a:pt x="13995" y="146234"/>
                  <a:pt x="12878" y="146373"/>
                </a:cubicBezTo>
                <a:cubicBezTo>
                  <a:pt x="11762" y="146513"/>
                  <a:pt x="10331" y="146583"/>
                  <a:pt x="8586" y="146583"/>
                </a:cubicBezTo>
                <a:cubicBezTo>
                  <a:pt x="6910" y="146583"/>
                  <a:pt x="5514" y="146513"/>
                  <a:pt x="4397" y="146373"/>
                </a:cubicBezTo>
                <a:cubicBezTo>
                  <a:pt x="3281" y="146234"/>
                  <a:pt x="2391" y="146024"/>
                  <a:pt x="1728" y="145745"/>
                </a:cubicBezTo>
                <a:cubicBezTo>
                  <a:pt x="1064" y="145466"/>
                  <a:pt x="611" y="145134"/>
                  <a:pt x="366" y="144751"/>
                </a:cubicBezTo>
                <a:cubicBezTo>
                  <a:pt x="122" y="144365"/>
                  <a:pt x="0" y="143892"/>
                  <a:pt x="0" y="143334"/>
                </a:cubicBezTo>
                <a:lnTo>
                  <a:pt x="0" y="3354"/>
                </a:lnTo>
                <a:cubicBezTo>
                  <a:pt x="0" y="2795"/>
                  <a:pt x="122" y="2307"/>
                  <a:pt x="366" y="1888"/>
                </a:cubicBezTo>
                <a:cubicBezTo>
                  <a:pt x="611" y="1467"/>
                  <a:pt x="1064" y="1117"/>
                  <a:pt x="1728" y="838"/>
                </a:cubicBezTo>
                <a:cubicBezTo>
                  <a:pt x="2391" y="558"/>
                  <a:pt x="3281" y="349"/>
                  <a:pt x="4397" y="209"/>
                </a:cubicBezTo>
                <a:cubicBezTo>
                  <a:pt x="5514" y="70"/>
                  <a:pt x="6910" y="0"/>
                  <a:pt x="8586" y="0"/>
                </a:cubicBezTo>
                <a:cubicBezTo>
                  <a:pt x="10331" y="0"/>
                  <a:pt x="11762" y="70"/>
                  <a:pt x="12878" y="209"/>
                </a:cubicBezTo>
                <a:cubicBezTo>
                  <a:pt x="13995" y="349"/>
                  <a:pt x="14868" y="558"/>
                  <a:pt x="15496" y="838"/>
                </a:cubicBezTo>
                <a:cubicBezTo>
                  <a:pt x="16124" y="1117"/>
                  <a:pt x="16578" y="1467"/>
                  <a:pt x="16857" y="1888"/>
                </a:cubicBezTo>
                <a:cubicBezTo>
                  <a:pt x="17136" y="2307"/>
                  <a:pt x="17276" y="2795"/>
                  <a:pt x="17276" y="3354"/>
                </a:cubicBezTo>
                <a:lnTo>
                  <a:pt x="17276" y="143334"/>
                </a:lnTo>
                <a:close/>
                <a:moveTo>
                  <a:pt x="66114" y="143337"/>
                </a:moveTo>
                <a:cubicBezTo>
                  <a:pt x="66114" y="143896"/>
                  <a:pt x="65975" y="144367"/>
                  <a:pt x="65695" y="144751"/>
                </a:cubicBezTo>
                <a:cubicBezTo>
                  <a:pt x="65416" y="145134"/>
                  <a:pt x="64963" y="145466"/>
                  <a:pt x="64334" y="145745"/>
                </a:cubicBezTo>
                <a:cubicBezTo>
                  <a:pt x="63706" y="146024"/>
                  <a:pt x="62834" y="146234"/>
                  <a:pt x="61717" y="146373"/>
                </a:cubicBezTo>
                <a:cubicBezTo>
                  <a:pt x="60600" y="146513"/>
                  <a:pt x="59169" y="146583"/>
                  <a:pt x="57424" y="146583"/>
                </a:cubicBezTo>
                <a:cubicBezTo>
                  <a:pt x="55749" y="146583"/>
                  <a:pt x="54353" y="146513"/>
                  <a:pt x="53236" y="146373"/>
                </a:cubicBezTo>
                <a:cubicBezTo>
                  <a:pt x="52119" y="146234"/>
                  <a:pt x="51229" y="146024"/>
                  <a:pt x="50566" y="145745"/>
                </a:cubicBezTo>
                <a:cubicBezTo>
                  <a:pt x="49903" y="145466"/>
                  <a:pt x="49449" y="145134"/>
                  <a:pt x="49205" y="144751"/>
                </a:cubicBezTo>
                <a:cubicBezTo>
                  <a:pt x="48961" y="144367"/>
                  <a:pt x="48838" y="143896"/>
                  <a:pt x="48838" y="143337"/>
                </a:cubicBezTo>
                <a:lnTo>
                  <a:pt x="48838" y="49105"/>
                </a:lnTo>
                <a:cubicBezTo>
                  <a:pt x="48838" y="48617"/>
                  <a:pt x="48961" y="48163"/>
                  <a:pt x="49205" y="47744"/>
                </a:cubicBezTo>
                <a:cubicBezTo>
                  <a:pt x="49449" y="47325"/>
                  <a:pt x="49903" y="46976"/>
                  <a:pt x="50566" y="46697"/>
                </a:cubicBezTo>
                <a:cubicBezTo>
                  <a:pt x="51229" y="46418"/>
                  <a:pt x="52119" y="46209"/>
                  <a:pt x="53236" y="46069"/>
                </a:cubicBezTo>
                <a:cubicBezTo>
                  <a:pt x="54353" y="45929"/>
                  <a:pt x="55749" y="45860"/>
                  <a:pt x="57424" y="45860"/>
                </a:cubicBezTo>
                <a:cubicBezTo>
                  <a:pt x="59169" y="45860"/>
                  <a:pt x="60600" y="45929"/>
                  <a:pt x="61717" y="46069"/>
                </a:cubicBezTo>
                <a:cubicBezTo>
                  <a:pt x="62834" y="46209"/>
                  <a:pt x="63706" y="46418"/>
                  <a:pt x="64334" y="46697"/>
                </a:cubicBezTo>
                <a:cubicBezTo>
                  <a:pt x="64963" y="46976"/>
                  <a:pt x="65416" y="47325"/>
                  <a:pt x="65695" y="47744"/>
                </a:cubicBezTo>
                <a:cubicBezTo>
                  <a:pt x="65975" y="48163"/>
                  <a:pt x="66114" y="48617"/>
                  <a:pt x="66114" y="49105"/>
                </a:cubicBezTo>
                <a:lnTo>
                  <a:pt x="66114" y="143337"/>
                </a:lnTo>
                <a:moveTo>
                  <a:pt x="68104" y="17171"/>
                </a:moveTo>
                <a:cubicBezTo>
                  <a:pt x="68104" y="21220"/>
                  <a:pt x="67336" y="23977"/>
                  <a:pt x="65800" y="25443"/>
                </a:cubicBezTo>
                <a:cubicBezTo>
                  <a:pt x="64264" y="26908"/>
                  <a:pt x="61438" y="27641"/>
                  <a:pt x="57319" y="27641"/>
                </a:cubicBezTo>
                <a:cubicBezTo>
                  <a:pt x="53271" y="27641"/>
                  <a:pt x="50496" y="26926"/>
                  <a:pt x="48995" y="25495"/>
                </a:cubicBezTo>
                <a:cubicBezTo>
                  <a:pt x="47495" y="24064"/>
                  <a:pt x="46744" y="21359"/>
                  <a:pt x="46744" y="17381"/>
                </a:cubicBezTo>
                <a:cubicBezTo>
                  <a:pt x="46744" y="13332"/>
                  <a:pt x="47512" y="10575"/>
                  <a:pt x="49048" y="9109"/>
                </a:cubicBezTo>
                <a:cubicBezTo>
                  <a:pt x="50583" y="7643"/>
                  <a:pt x="53410" y="6910"/>
                  <a:pt x="57529" y="6910"/>
                </a:cubicBezTo>
                <a:cubicBezTo>
                  <a:pt x="61577" y="6910"/>
                  <a:pt x="64352" y="7626"/>
                  <a:pt x="65852" y="9057"/>
                </a:cubicBezTo>
                <a:cubicBezTo>
                  <a:pt x="67353" y="10488"/>
                  <a:pt x="68104" y="13192"/>
                  <a:pt x="68104" y="17171"/>
                </a:cubicBezTo>
                <a:close/>
                <a:moveTo>
                  <a:pt x="146677" y="136450"/>
                </a:moveTo>
                <a:cubicBezTo>
                  <a:pt x="146677" y="138489"/>
                  <a:pt x="146537" y="140107"/>
                  <a:pt x="146258" y="141302"/>
                </a:cubicBezTo>
                <a:cubicBezTo>
                  <a:pt x="145979" y="142497"/>
                  <a:pt x="145560" y="143376"/>
                  <a:pt x="145002" y="143939"/>
                </a:cubicBezTo>
                <a:cubicBezTo>
                  <a:pt x="144443" y="144500"/>
                  <a:pt x="143606" y="145027"/>
                  <a:pt x="142489" y="145519"/>
                </a:cubicBezTo>
                <a:cubicBezTo>
                  <a:pt x="141372" y="146012"/>
                  <a:pt x="140098" y="146417"/>
                  <a:pt x="138667" y="146733"/>
                </a:cubicBezTo>
                <a:cubicBezTo>
                  <a:pt x="137236" y="147050"/>
                  <a:pt x="135718" y="147313"/>
                  <a:pt x="134113" y="147522"/>
                </a:cubicBezTo>
                <a:cubicBezTo>
                  <a:pt x="132507" y="147734"/>
                  <a:pt x="130902" y="147839"/>
                  <a:pt x="129297" y="147839"/>
                </a:cubicBezTo>
                <a:cubicBezTo>
                  <a:pt x="124410" y="147839"/>
                  <a:pt x="120222" y="147194"/>
                  <a:pt x="116732" y="145902"/>
                </a:cubicBezTo>
                <a:cubicBezTo>
                  <a:pt x="113242" y="144609"/>
                  <a:pt x="110380" y="142652"/>
                  <a:pt x="108147" y="140032"/>
                </a:cubicBezTo>
                <a:cubicBezTo>
                  <a:pt x="105913" y="137411"/>
                  <a:pt x="104290" y="134091"/>
                  <a:pt x="103278" y="130073"/>
                </a:cubicBezTo>
                <a:cubicBezTo>
                  <a:pt x="102266" y="126053"/>
                  <a:pt x="101760" y="121317"/>
                  <a:pt x="101760" y="115866"/>
                </a:cubicBezTo>
                <a:lnTo>
                  <a:pt x="101760" y="60727"/>
                </a:lnTo>
                <a:lnTo>
                  <a:pt x="88567" y="60727"/>
                </a:lnTo>
                <a:cubicBezTo>
                  <a:pt x="87520" y="60727"/>
                  <a:pt x="86683" y="60166"/>
                  <a:pt x="86055" y="59042"/>
                </a:cubicBezTo>
                <a:cubicBezTo>
                  <a:pt x="85426" y="57917"/>
                  <a:pt x="85112" y="56088"/>
                  <a:pt x="85112" y="53555"/>
                </a:cubicBezTo>
                <a:cubicBezTo>
                  <a:pt x="85112" y="52220"/>
                  <a:pt x="85199" y="51096"/>
                  <a:pt x="85374" y="50182"/>
                </a:cubicBezTo>
                <a:cubicBezTo>
                  <a:pt x="85549" y="49268"/>
                  <a:pt x="85775" y="48512"/>
                  <a:pt x="86055" y="47914"/>
                </a:cubicBezTo>
                <a:cubicBezTo>
                  <a:pt x="86334" y="47317"/>
                  <a:pt x="86700" y="46895"/>
                  <a:pt x="87154" y="46648"/>
                </a:cubicBezTo>
                <a:cubicBezTo>
                  <a:pt x="87608" y="46402"/>
                  <a:pt x="88114" y="46278"/>
                  <a:pt x="88672" y="46278"/>
                </a:cubicBezTo>
                <a:lnTo>
                  <a:pt x="101760" y="46278"/>
                </a:lnTo>
                <a:lnTo>
                  <a:pt x="101760" y="23872"/>
                </a:lnTo>
                <a:cubicBezTo>
                  <a:pt x="101760" y="23383"/>
                  <a:pt x="101882" y="22930"/>
                  <a:pt x="102126" y="22511"/>
                </a:cubicBezTo>
                <a:cubicBezTo>
                  <a:pt x="102371" y="22092"/>
                  <a:pt x="102824" y="21726"/>
                  <a:pt x="103487" y="21412"/>
                </a:cubicBezTo>
                <a:cubicBezTo>
                  <a:pt x="104151" y="21097"/>
                  <a:pt x="105041" y="20871"/>
                  <a:pt x="106157" y="20731"/>
                </a:cubicBezTo>
                <a:cubicBezTo>
                  <a:pt x="107274" y="20591"/>
                  <a:pt x="108670" y="20522"/>
                  <a:pt x="110345" y="20522"/>
                </a:cubicBezTo>
                <a:cubicBezTo>
                  <a:pt x="112090" y="20522"/>
                  <a:pt x="113521" y="20591"/>
                  <a:pt x="114638" y="20731"/>
                </a:cubicBezTo>
                <a:cubicBezTo>
                  <a:pt x="115755" y="20871"/>
                  <a:pt x="116628" y="21097"/>
                  <a:pt x="117256" y="21412"/>
                </a:cubicBezTo>
                <a:cubicBezTo>
                  <a:pt x="117884" y="21726"/>
                  <a:pt x="118338" y="22092"/>
                  <a:pt x="118617" y="22511"/>
                </a:cubicBezTo>
                <a:cubicBezTo>
                  <a:pt x="118896" y="22930"/>
                  <a:pt x="119036" y="23383"/>
                  <a:pt x="119036" y="23872"/>
                </a:cubicBezTo>
                <a:lnTo>
                  <a:pt x="119036" y="46278"/>
                </a:lnTo>
                <a:lnTo>
                  <a:pt x="143222" y="46278"/>
                </a:lnTo>
                <a:cubicBezTo>
                  <a:pt x="143780" y="46278"/>
                  <a:pt x="144269" y="46402"/>
                  <a:pt x="144688" y="46648"/>
                </a:cubicBezTo>
                <a:cubicBezTo>
                  <a:pt x="145107" y="46895"/>
                  <a:pt x="145473" y="47317"/>
                  <a:pt x="145787" y="47914"/>
                </a:cubicBezTo>
                <a:cubicBezTo>
                  <a:pt x="146101" y="48512"/>
                  <a:pt x="146328" y="49268"/>
                  <a:pt x="146468" y="50182"/>
                </a:cubicBezTo>
                <a:cubicBezTo>
                  <a:pt x="146607" y="51096"/>
                  <a:pt x="146677" y="52220"/>
                  <a:pt x="146677" y="53555"/>
                </a:cubicBezTo>
                <a:cubicBezTo>
                  <a:pt x="146677" y="56088"/>
                  <a:pt x="146363" y="57917"/>
                  <a:pt x="145735" y="59042"/>
                </a:cubicBezTo>
                <a:cubicBezTo>
                  <a:pt x="145107" y="60166"/>
                  <a:pt x="144269" y="60727"/>
                  <a:pt x="143222" y="60727"/>
                </a:cubicBezTo>
                <a:lnTo>
                  <a:pt x="119036" y="60727"/>
                </a:lnTo>
                <a:lnTo>
                  <a:pt x="119036" y="113288"/>
                </a:lnTo>
                <a:cubicBezTo>
                  <a:pt x="119036" y="119779"/>
                  <a:pt x="119995" y="124683"/>
                  <a:pt x="121915" y="127998"/>
                </a:cubicBezTo>
                <a:cubicBezTo>
                  <a:pt x="123835" y="131314"/>
                  <a:pt x="127272" y="132972"/>
                  <a:pt x="132228" y="132972"/>
                </a:cubicBezTo>
                <a:cubicBezTo>
                  <a:pt x="133834" y="132972"/>
                  <a:pt x="135265" y="132815"/>
                  <a:pt x="136521" y="132500"/>
                </a:cubicBezTo>
                <a:cubicBezTo>
                  <a:pt x="137777" y="132186"/>
                  <a:pt x="138894" y="131855"/>
                  <a:pt x="139871" y="131506"/>
                </a:cubicBezTo>
                <a:cubicBezTo>
                  <a:pt x="140849" y="131157"/>
                  <a:pt x="141686" y="130825"/>
                  <a:pt x="142384" y="130511"/>
                </a:cubicBezTo>
                <a:cubicBezTo>
                  <a:pt x="143082" y="130197"/>
                  <a:pt x="143710" y="130040"/>
                  <a:pt x="144269" y="130040"/>
                </a:cubicBezTo>
                <a:cubicBezTo>
                  <a:pt x="144618" y="130040"/>
                  <a:pt x="144949" y="130127"/>
                  <a:pt x="145264" y="130302"/>
                </a:cubicBezTo>
                <a:cubicBezTo>
                  <a:pt x="145578" y="130476"/>
                  <a:pt x="145822" y="130808"/>
                  <a:pt x="145996" y="131296"/>
                </a:cubicBezTo>
                <a:cubicBezTo>
                  <a:pt x="146171" y="131785"/>
                  <a:pt x="146328" y="132450"/>
                  <a:pt x="146468" y="133292"/>
                </a:cubicBezTo>
                <a:cubicBezTo>
                  <a:pt x="146607" y="134132"/>
                  <a:pt x="146677" y="135185"/>
                  <a:pt x="146677" y="136450"/>
                </a:cubicBezTo>
                <a:close/>
                <a:moveTo>
                  <a:pt x="249819" y="92138"/>
                </a:moveTo>
                <a:cubicBezTo>
                  <a:pt x="249819" y="94860"/>
                  <a:pt x="249138" y="96797"/>
                  <a:pt x="247777" y="97949"/>
                </a:cubicBezTo>
                <a:cubicBezTo>
                  <a:pt x="246416" y="99100"/>
                  <a:pt x="244863" y="99676"/>
                  <a:pt x="243118" y="99676"/>
                </a:cubicBezTo>
                <a:lnTo>
                  <a:pt x="181344" y="99676"/>
                </a:lnTo>
                <a:cubicBezTo>
                  <a:pt x="181344" y="104927"/>
                  <a:pt x="181867" y="109652"/>
                  <a:pt x="182914" y="113854"/>
                </a:cubicBezTo>
                <a:cubicBezTo>
                  <a:pt x="183961" y="118055"/>
                  <a:pt x="185706" y="121661"/>
                  <a:pt x="188149" y="124671"/>
                </a:cubicBezTo>
                <a:cubicBezTo>
                  <a:pt x="190592" y="127681"/>
                  <a:pt x="193768" y="129992"/>
                  <a:pt x="197677" y="131604"/>
                </a:cubicBezTo>
                <a:cubicBezTo>
                  <a:pt x="201586" y="133214"/>
                  <a:pt x="206368" y="134019"/>
                  <a:pt x="212021" y="134019"/>
                </a:cubicBezTo>
                <a:cubicBezTo>
                  <a:pt x="216489" y="134019"/>
                  <a:pt x="220467" y="133652"/>
                  <a:pt x="223958" y="132919"/>
                </a:cubicBezTo>
                <a:cubicBezTo>
                  <a:pt x="227448" y="132186"/>
                  <a:pt x="230466" y="131366"/>
                  <a:pt x="233014" y="130459"/>
                </a:cubicBezTo>
                <a:cubicBezTo>
                  <a:pt x="235562" y="129551"/>
                  <a:pt x="237656" y="128731"/>
                  <a:pt x="239296" y="127998"/>
                </a:cubicBezTo>
                <a:cubicBezTo>
                  <a:pt x="240937" y="127265"/>
                  <a:pt x="242176" y="126899"/>
                  <a:pt x="243013" y="126899"/>
                </a:cubicBezTo>
                <a:cubicBezTo>
                  <a:pt x="243502" y="126899"/>
                  <a:pt x="243938" y="127021"/>
                  <a:pt x="244322" y="127265"/>
                </a:cubicBezTo>
                <a:cubicBezTo>
                  <a:pt x="244706" y="127510"/>
                  <a:pt x="245003" y="127876"/>
                  <a:pt x="245212" y="128365"/>
                </a:cubicBezTo>
                <a:cubicBezTo>
                  <a:pt x="245421" y="128853"/>
                  <a:pt x="245578" y="129534"/>
                  <a:pt x="245683" y="130406"/>
                </a:cubicBezTo>
                <a:cubicBezTo>
                  <a:pt x="245788" y="131279"/>
                  <a:pt x="245840" y="132343"/>
                  <a:pt x="245840" y="133600"/>
                </a:cubicBezTo>
                <a:cubicBezTo>
                  <a:pt x="245840" y="134507"/>
                  <a:pt x="245805" y="135293"/>
                  <a:pt x="245736" y="135956"/>
                </a:cubicBezTo>
                <a:cubicBezTo>
                  <a:pt x="245666" y="136619"/>
                  <a:pt x="245578" y="137212"/>
                  <a:pt x="245474" y="137736"/>
                </a:cubicBezTo>
                <a:cubicBezTo>
                  <a:pt x="245369" y="138259"/>
                  <a:pt x="245195" y="138730"/>
                  <a:pt x="244950" y="139149"/>
                </a:cubicBezTo>
                <a:cubicBezTo>
                  <a:pt x="244706" y="139568"/>
                  <a:pt x="244392" y="139969"/>
                  <a:pt x="244008" y="140353"/>
                </a:cubicBezTo>
                <a:cubicBezTo>
                  <a:pt x="243624" y="140737"/>
                  <a:pt x="242490" y="141365"/>
                  <a:pt x="240605" y="142238"/>
                </a:cubicBezTo>
                <a:cubicBezTo>
                  <a:pt x="238721" y="143110"/>
                  <a:pt x="236277" y="143965"/>
                  <a:pt x="233276" y="144803"/>
                </a:cubicBezTo>
                <a:cubicBezTo>
                  <a:pt x="230275" y="145641"/>
                  <a:pt x="226802" y="146391"/>
                  <a:pt x="222858" y="147054"/>
                </a:cubicBezTo>
                <a:cubicBezTo>
                  <a:pt x="218914" y="147717"/>
                  <a:pt x="214709" y="148049"/>
                  <a:pt x="210242" y="148049"/>
                </a:cubicBezTo>
                <a:cubicBezTo>
                  <a:pt x="202494" y="148049"/>
                  <a:pt x="195705" y="146966"/>
                  <a:pt x="189877" y="144800"/>
                </a:cubicBezTo>
                <a:cubicBezTo>
                  <a:pt x="184049" y="142634"/>
                  <a:pt x="179145" y="139420"/>
                  <a:pt x="175166" y="135157"/>
                </a:cubicBezTo>
                <a:cubicBezTo>
                  <a:pt x="171188" y="130895"/>
                  <a:pt x="168186" y="125550"/>
                  <a:pt x="166162" y="119121"/>
                </a:cubicBezTo>
                <a:cubicBezTo>
                  <a:pt x="164138" y="112693"/>
                  <a:pt x="163126" y="105217"/>
                  <a:pt x="163126" y="96692"/>
                </a:cubicBezTo>
                <a:cubicBezTo>
                  <a:pt x="163126" y="88587"/>
                  <a:pt x="164173" y="81302"/>
                  <a:pt x="166267" y="74839"/>
                </a:cubicBezTo>
                <a:cubicBezTo>
                  <a:pt x="168361" y="68376"/>
                  <a:pt x="171380" y="62891"/>
                  <a:pt x="175323" y="58384"/>
                </a:cubicBezTo>
                <a:cubicBezTo>
                  <a:pt x="179267" y="53878"/>
                  <a:pt x="184031" y="50419"/>
                  <a:pt x="189615" y="48009"/>
                </a:cubicBezTo>
                <a:cubicBezTo>
                  <a:pt x="195199" y="45599"/>
                  <a:pt x="201447" y="44394"/>
                  <a:pt x="208357" y="44394"/>
                </a:cubicBezTo>
                <a:cubicBezTo>
                  <a:pt x="215756" y="44394"/>
                  <a:pt x="222055" y="45580"/>
                  <a:pt x="227256" y="47954"/>
                </a:cubicBezTo>
                <a:cubicBezTo>
                  <a:pt x="232456" y="50327"/>
                  <a:pt x="236731" y="53520"/>
                  <a:pt x="240082" y="57534"/>
                </a:cubicBezTo>
                <a:cubicBezTo>
                  <a:pt x="243432" y="61547"/>
                  <a:pt x="245893" y="66259"/>
                  <a:pt x="247463" y="71669"/>
                </a:cubicBezTo>
                <a:cubicBezTo>
                  <a:pt x="249034" y="77078"/>
                  <a:pt x="249819" y="82854"/>
                  <a:pt x="249819" y="88997"/>
                </a:cubicBezTo>
                <a:lnTo>
                  <a:pt x="249819" y="92138"/>
                </a:lnTo>
                <a:moveTo>
                  <a:pt x="232438" y="86903"/>
                </a:moveTo>
                <a:cubicBezTo>
                  <a:pt x="232648" y="77894"/>
                  <a:pt x="230641" y="70825"/>
                  <a:pt x="226418" y="65697"/>
                </a:cubicBezTo>
                <a:cubicBezTo>
                  <a:pt x="222195" y="60569"/>
                  <a:pt x="215930" y="58005"/>
                  <a:pt x="207624" y="58005"/>
                </a:cubicBezTo>
                <a:cubicBezTo>
                  <a:pt x="203366" y="58005"/>
                  <a:pt x="199632" y="58802"/>
                  <a:pt x="196421" y="60397"/>
                </a:cubicBezTo>
                <a:cubicBezTo>
                  <a:pt x="193210" y="61989"/>
                  <a:pt x="190523" y="64103"/>
                  <a:pt x="188359" y="66738"/>
                </a:cubicBezTo>
                <a:cubicBezTo>
                  <a:pt x="186195" y="69371"/>
                  <a:pt x="184520" y="72437"/>
                  <a:pt x="183333" y="75938"/>
                </a:cubicBezTo>
                <a:cubicBezTo>
                  <a:pt x="182146" y="79437"/>
                  <a:pt x="181483" y="83092"/>
                  <a:pt x="181344" y="86903"/>
                </a:cubicBezTo>
                <a:lnTo>
                  <a:pt x="232438" y="86903"/>
                </a:lnTo>
                <a:close/>
                <a:moveTo>
                  <a:pt x="330551" y="55283"/>
                </a:moveTo>
                <a:cubicBezTo>
                  <a:pt x="330551" y="56818"/>
                  <a:pt x="330516" y="58110"/>
                  <a:pt x="330446" y="59157"/>
                </a:cubicBezTo>
                <a:cubicBezTo>
                  <a:pt x="330377" y="60204"/>
                  <a:pt x="330237" y="61024"/>
                  <a:pt x="330028" y="61617"/>
                </a:cubicBezTo>
                <a:cubicBezTo>
                  <a:pt x="329818" y="62210"/>
                  <a:pt x="329556" y="62664"/>
                  <a:pt x="329242" y="62978"/>
                </a:cubicBezTo>
                <a:cubicBezTo>
                  <a:pt x="328928" y="63292"/>
                  <a:pt x="328492" y="63449"/>
                  <a:pt x="327934" y="63449"/>
                </a:cubicBezTo>
                <a:cubicBezTo>
                  <a:pt x="327375" y="63449"/>
                  <a:pt x="326695" y="63292"/>
                  <a:pt x="325892" y="62978"/>
                </a:cubicBezTo>
                <a:cubicBezTo>
                  <a:pt x="325089" y="62664"/>
                  <a:pt x="324182" y="62350"/>
                  <a:pt x="323170" y="62036"/>
                </a:cubicBezTo>
                <a:cubicBezTo>
                  <a:pt x="322158" y="61722"/>
                  <a:pt x="321023" y="61425"/>
                  <a:pt x="319767" y="61146"/>
                </a:cubicBezTo>
                <a:cubicBezTo>
                  <a:pt x="318510" y="60867"/>
                  <a:pt x="317149" y="60727"/>
                  <a:pt x="315683" y="60727"/>
                </a:cubicBezTo>
                <a:cubicBezTo>
                  <a:pt x="313938" y="60727"/>
                  <a:pt x="312228" y="61076"/>
                  <a:pt x="310553" y="61774"/>
                </a:cubicBezTo>
                <a:cubicBezTo>
                  <a:pt x="308878" y="62472"/>
                  <a:pt x="307115" y="63624"/>
                  <a:pt x="305266" y="65229"/>
                </a:cubicBezTo>
                <a:cubicBezTo>
                  <a:pt x="303416" y="66835"/>
                  <a:pt x="301479" y="68964"/>
                  <a:pt x="299455" y="71616"/>
                </a:cubicBezTo>
                <a:cubicBezTo>
                  <a:pt x="297430" y="74269"/>
                  <a:pt x="295197" y="77514"/>
                  <a:pt x="292754" y="81353"/>
                </a:cubicBezTo>
                <a:lnTo>
                  <a:pt x="292754" y="143337"/>
                </a:lnTo>
                <a:cubicBezTo>
                  <a:pt x="292754" y="143896"/>
                  <a:pt x="292614" y="144367"/>
                  <a:pt x="292335" y="144751"/>
                </a:cubicBezTo>
                <a:cubicBezTo>
                  <a:pt x="292056" y="145134"/>
                  <a:pt x="291602" y="145466"/>
                  <a:pt x="290974" y="145745"/>
                </a:cubicBezTo>
                <a:cubicBezTo>
                  <a:pt x="290346" y="146024"/>
                  <a:pt x="289473" y="146234"/>
                  <a:pt x="288356" y="146373"/>
                </a:cubicBezTo>
                <a:cubicBezTo>
                  <a:pt x="287239" y="146513"/>
                  <a:pt x="285808" y="146583"/>
                  <a:pt x="284063" y="146583"/>
                </a:cubicBezTo>
                <a:cubicBezTo>
                  <a:pt x="282388" y="146583"/>
                  <a:pt x="280992" y="146513"/>
                  <a:pt x="279875" y="146373"/>
                </a:cubicBezTo>
                <a:cubicBezTo>
                  <a:pt x="278759" y="146234"/>
                  <a:pt x="277869" y="146024"/>
                  <a:pt x="277205" y="145745"/>
                </a:cubicBezTo>
                <a:cubicBezTo>
                  <a:pt x="276542" y="145466"/>
                  <a:pt x="276089" y="145134"/>
                  <a:pt x="275844" y="144751"/>
                </a:cubicBezTo>
                <a:cubicBezTo>
                  <a:pt x="275600" y="144367"/>
                  <a:pt x="275478" y="143896"/>
                  <a:pt x="275478" y="143337"/>
                </a:cubicBezTo>
                <a:lnTo>
                  <a:pt x="275478" y="49105"/>
                </a:lnTo>
                <a:cubicBezTo>
                  <a:pt x="275478" y="48547"/>
                  <a:pt x="275583" y="48076"/>
                  <a:pt x="275792" y="47692"/>
                </a:cubicBezTo>
                <a:cubicBezTo>
                  <a:pt x="276001" y="47308"/>
                  <a:pt x="276420" y="46959"/>
                  <a:pt x="277048" y="46645"/>
                </a:cubicBezTo>
                <a:cubicBezTo>
                  <a:pt x="277677" y="46331"/>
                  <a:pt x="278479" y="46121"/>
                  <a:pt x="279457" y="46017"/>
                </a:cubicBezTo>
                <a:cubicBezTo>
                  <a:pt x="280434" y="45912"/>
                  <a:pt x="281725" y="45860"/>
                  <a:pt x="283331" y="45860"/>
                </a:cubicBezTo>
                <a:cubicBezTo>
                  <a:pt x="284866" y="45860"/>
                  <a:pt x="286140" y="45912"/>
                  <a:pt x="287152" y="46017"/>
                </a:cubicBezTo>
                <a:cubicBezTo>
                  <a:pt x="288164" y="46121"/>
                  <a:pt x="288950" y="46331"/>
                  <a:pt x="289508" y="46645"/>
                </a:cubicBezTo>
                <a:cubicBezTo>
                  <a:pt x="290066" y="46959"/>
                  <a:pt x="290468" y="47308"/>
                  <a:pt x="290712" y="47692"/>
                </a:cubicBezTo>
                <a:cubicBezTo>
                  <a:pt x="290956" y="48076"/>
                  <a:pt x="291078" y="48547"/>
                  <a:pt x="291078" y="49105"/>
                </a:cubicBezTo>
                <a:lnTo>
                  <a:pt x="291078" y="62821"/>
                </a:lnTo>
                <a:cubicBezTo>
                  <a:pt x="293661" y="59052"/>
                  <a:pt x="296087" y="55981"/>
                  <a:pt x="298355" y="53607"/>
                </a:cubicBezTo>
                <a:cubicBezTo>
                  <a:pt x="300624" y="51234"/>
                  <a:pt x="302770" y="49367"/>
                  <a:pt x="304794" y="48006"/>
                </a:cubicBezTo>
                <a:cubicBezTo>
                  <a:pt x="306819" y="46645"/>
                  <a:pt x="308825" y="45702"/>
                  <a:pt x="310815" y="45179"/>
                </a:cubicBezTo>
                <a:cubicBezTo>
                  <a:pt x="312804" y="44655"/>
                  <a:pt x="314811" y="44394"/>
                  <a:pt x="316835" y="44394"/>
                </a:cubicBezTo>
                <a:cubicBezTo>
                  <a:pt x="317743" y="44394"/>
                  <a:pt x="318772" y="44446"/>
                  <a:pt x="319924" y="44551"/>
                </a:cubicBezTo>
                <a:cubicBezTo>
                  <a:pt x="321076" y="44655"/>
                  <a:pt x="322280" y="44847"/>
                  <a:pt x="323536" y="45127"/>
                </a:cubicBezTo>
                <a:cubicBezTo>
                  <a:pt x="324793" y="45406"/>
                  <a:pt x="325927" y="45720"/>
                  <a:pt x="326939" y="46069"/>
                </a:cubicBezTo>
                <a:cubicBezTo>
                  <a:pt x="327951" y="46418"/>
                  <a:pt x="328666" y="46767"/>
                  <a:pt x="329085" y="47116"/>
                </a:cubicBezTo>
                <a:cubicBezTo>
                  <a:pt x="329504" y="47465"/>
                  <a:pt x="329783" y="47796"/>
                  <a:pt x="329923" y="48111"/>
                </a:cubicBezTo>
                <a:cubicBezTo>
                  <a:pt x="330063" y="48425"/>
                  <a:pt x="330185" y="48826"/>
                  <a:pt x="330289" y="49315"/>
                </a:cubicBezTo>
                <a:cubicBezTo>
                  <a:pt x="330394" y="49803"/>
                  <a:pt x="330464" y="50519"/>
                  <a:pt x="330499" y="51461"/>
                </a:cubicBezTo>
                <a:cubicBezTo>
                  <a:pt x="330534" y="52403"/>
                  <a:pt x="330551" y="53677"/>
                  <a:pt x="330551" y="55283"/>
                </a:cubicBezTo>
                <a:close/>
                <a:moveTo>
                  <a:pt x="421249" y="143442"/>
                </a:moveTo>
                <a:cubicBezTo>
                  <a:pt x="421249" y="144279"/>
                  <a:pt x="420970" y="144908"/>
                  <a:pt x="420412" y="145326"/>
                </a:cubicBezTo>
                <a:cubicBezTo>
                  <a:pt x="419853" y="145745"/>
                  <a:pt x="419085" y="146059"/>
                  <a:pt x="418108" y="146269"/>
                </a:cubicBezTo>
                <a:cubicBezTo>
                  <a:pt x="417131" y="146478"/>
                  <a:pt x="415700" y="146583"/>
                  <a:pt x="413815" y="146583"/>
                </a:cubicBezTo>
                <a:cubicBezTo>
                  <a:pt x="412001" y="146583"/>
                  <a:pt x="410552" y="146478"/>
                  <a:pt x="409470" y="146269"/>
                </a:cubicBezTo>
                <a:cubicBezTo>
                  <a:pt x="408388" y="146059"/>
                  <a:pt x="407603" y="145745"/>
                  <a:pt x="407114" y="145326"/>
                </a:cubicBezTo>
                <a:cubicBezTo>
                  <a:pt x="406626" y="144908"/>
                  <a:pt x="406382" y="144279"/>
                  <a:pt x="406382" y="143442"/>
                </a:cubicBezTo>
                <a:lnTo>
                  <a:pt x="406382" y="134019"/>
                </a:lnTo>
                <a:cubicBezTo>
                  <a:pt x="402263" y="138416"/>
                  <a:pt x="397674" y="141854"/>
                  <a:pt x="392613" y="144332"/>
                </a:cubicBezTo>
                <a:cubicBezTo>
                  <a:pt x="387553" y="146810"/>
                  <a:pt x="382195" y="148049"/>
                  <a:pt x="376541" y="148049"/>
                </a:cubicBezTo>
                <a:cubicBezTo>
                  <a:pt x="371586" y="148049"/>
                  <a:pt x="367101" y="147400"/>
                  <a:pt x="363087" y="146102"/>
                </a:cubicBezTo>
                <a:cubicBezTo>
                  <a:pt x="359074" y="144804"/>
                  <a:pt x="355653" y="142927"/>
                  <a:pt x="352826" y="140471"/>
                </a:cubicBezTo>
                <a:cubicBezTo>
                  <a:pt x="349999" y="138015"/>
                  <a:pt x="347801" y="134998"/>
                  <a:pt x="346230" y="131421"/>
                </a:cubicBezTo>
                <a:cubicBezTo>
                  <a:pt x="344660" y="127841"/>
                  <a:pt x="343874" y="123771"/>
                  <a:pt x="343874" y="119210"/>
                </a:cubicBezTo>
                <a:cubicBezTo>
                  <a:pt x="343874" y="113877"/>
                  <a:pt x="344956" y="109246"/>
                  <a:pt x="347120" y="105317"/>
                </a:cubicBezTo>
                <a:cubicBezTo>
                  <a:pt x="349284" y="101389"/>
                  <a:pt x="352390" y="98127"/>
                  <a:pt x="356439" y="95531"/>
                </a:cubicBezTo>
                <a:cubicBezTo>
                  <a:pt x="360487" y="92933"/>
                  <a:pt x="365443" y="90985"/>
                  <a:pt x="371306" y="89687"/>
                </a:cubicBezTo>
                <a:cubicBezTo>
                  <a:pt x="377170" y="88389"/>
                  <a:pt x="383766" y="87740"/>
                  <a:pt x="391095" y="87740"/>
                </a:cubicBezTo>
                <a:lnTo>
                  <a:pt x="404078" y="87740"/>
                </a:lnTo>
                <a:lnTo>
                  <a:pt x="404078" y="80464"/>
                </a:lnTo>
                <a:cubicBezTo>
                  <a:pt x="404078" y="76860"/>
                  <a:pt x="403694" y="73672"/>
                  <a:pt x="402926" y="70900"/>
                </a:cubicBezTo>
                <a:cubicBezTo>
                  <a:pt x="402159" y="68127"/>
                  <a:pt x="400920" y="65823"/>
                  <a:pt x="399209" y="63986"/>
                </a:cubicBezTo>
                <a:cubicBezTo>
                  <a:pt x="397499" y="62149"/>
                  <a:pt x="395283" y="60763"/>
                  <a:pt x="392561" y="59827"/>
                </a:cubicBezTo>
                <a:cubicBezTo>
                  <a:pt x="389839" y="58892"/>
                  <a:pt x="386488" y="58424"/>
                  <a:pt x="382509" y="58424"/>
                </a:cubicBezTo>
                <a:cubicBezTo>
                  <a:pt x="378252" y="58424"/>
                  <a:pt x="374430" y="58924"/>
                  <a:pt x="371045" y="59926"/>
                </a:cubicBezTo>
                <a:cubicBezTo>
                  <a:pt x="367659" y="60927"/>
                  <a:pt x="364693" y="62032"/>
                  <a:pt x="362145" y="63240"/>
                </a:cubicBezTo>
                <a:cubicBezTo>
                  <a:pt x="359597" y="64448"/>
                  <a:pt x="357468" y="65553"/>
                  <a:pt x="355758" y="66555"/>
                </a:cubicBezTo>
                <a:cubicBezTo>
                  <a:pt x="354048" y="67556"/>
                  <a:pt x="352774" y="68056"/>
                  <a:pt x="351936" y="68056"/>
                </a:cubicBezTo>
                <a:cubicBezTo>
                  <a:pt x="351378" y="68056"/>
                  <a:pt x="350889" y="67917"/>
                  <a:pt x="350471" y="67638"/>
                </a:cubicBezTo>
                <a:cubicBezTo>
                  <a:pt x="350052" y="67358"/>
                  <a:pt x="349685" y="66940"/>
                  <a:pt x="349371" y="66381"/>
                </a:cubicBezTo>
                <a:cubicBezTo>
                  <a:pt x="349057" y="65823"/>
                  <a:pt x="348830" y="65107"/>
                  <a:pt x="348691" y="64235"/>
                </a:cubicBezTo>
                <a:cubicBezTo>
                  <a:pt x="348551" y="63362"/>
                  <a:pt x="348481" y="62402"/>
                  <a:pt x="348481" y="61355"/>
                </a:cubicBezTo>
                <a:cubicBezTo>
                  <a:pt x="348481" y="59610"/>
                  <a:pt x="348603" y="58232"/>
                  <a:pt x="348848" y="57220"/>
                </a:cubicBezTo>
                <a:cubicBezTo>
                  <a:pt x="349092" y="56208"/>
                  <a:pt x="349685" y="55248"/>
                  <a:pt x="350628" y="54340"/>
                </a:cubicBezTo>
                <a:cubicBezTo>
                  <a:pt x="351570" y="53433"/>
                  <a:pt x="353193" y="52376"/>
                  <a:pt x="355496" y="51170"/>
                </a:cubicBezTo>
                <a:cubicBezTo>
                  <a:pt x="357800" y="49961"/>
                  <a:pt x="360452" y="48858"/>
                  <a:pt x="363454" y="47859"/>
                </a:cubicBezTo>
                <a:cubicBezTo>
                  <a:pt x="366455" y="46860"/>
                  <a:pt x="369736" y="46033"/>
                  <a:pt x="373296" y="45379"/>
                </a:cubicBezTo>
                <a:cubicBezTo>
                  <a:pt x="376856" y="44722"/>
                  <a:pt x="380450" y="44394"/>
                  <a:pt x="384080" y="44394"/>
                </a:cubicBezTo>
                <a:cubicBezTo>
                  <a:pt x="390851" y="44394"/>
                  <a:pt x="396609" y="45161"/>
                  <a:pt x="401356" y="46697"/>
                </a:cubicBezTo>
                <a:cubicBezTo>
                  <a:pt x="406102" y="48233"/>
                  <a:pt x="409941" y="50484"/>
                  <a:pt x="412873" y="53450"/>
                </a:cubicBezTo>
                <a:cubicBezTo>
                  <a:pt x="415805" y="56417"/>
                  <a:pt x="417934" y="60099"/>
                  <a:pt x="419260" y="64496"/>
                </a:cubicBezTo>
                <a:cubicBezTo>
                  <a:pt x="420586" y="68894"/>
                  <a:pt x="421249" y="74024"/>
                  <a:pt x="421249" y="79888"/>
                </a:cubicBezTo>
                <a:lnTo>
                  <a:pt x="421249" y="143442"/>
                </a:lnTo>
                <a:moveTo>
                  <a:pt x="404078" y="100305"/>
                </a:moveTo>
                <a:lnTo>
                  <a:pt x="389315" y="100305"/>
                </a:lnTo>
                <a:cubicBezTo>
                  <a:pt x="384569" y="100305"/>
                  <a:pt x="380450" y="100707"/>
                  <a:pt x="376960" y="101512"/>
                </a:cubicBezTo>
                <a:cubicBezTo>
                  <a:pt x="373470" y="102317"/>
                  <a:pt x="370573" y="103508"/>
                  <a:pt x="368270" y="105085"/>
                </a:cubicBezTo>
                <a:cubicBezTo>
                  <a:pt x="365967" y="106660"/>
                  <a:pt x="364274" y="108550"/>
                  <a:pt x="363192" y="110755"/>
                </a:cubicBezTo>
                <a:cubicBezTo>
                  <a:pt x="362110" y="112960"/>
                  <a:pt x="361569" y="115498"/>
                  <a:pt x="361569" y="118369"/>
                </a:cubicBezTo>
                <a:cubicBezTo>
                  <a:pt x="361569" y="123270"/>
                  <a:pt x="363122" y="127174"/>
                  <a:pt x="366228" y="130079"/>
                </a:cubicBezTo>
                <a:cubicBezTo>
                  <a:pt x="369334" y="132985"/>
                  <a:pt x="373680" y="134437"/>
                  <a:pt x="379264" y="134437"/>
                </a:cubicBezTo>
                <a:cubicBezTo>
                  <a:pt x="383801" y="134437"/>
                  <a:pt x="388006" y="133282"/>
                  <a:pt x="391880" y="130972"/>
                </a:cubicBezTo>
                <a:cubicBezTo>
                  <a:pt x="395754" y="128662"/>
                  <a:pt x="399820" y="125127"/>
                  <a:pt x="404078" y="120365"/>
                </a:cubicBezTo>
                <a:lnTo>
                  <a:pt x="404078" y="100305"/>
                </a:lnTo>
                <a:close/>
                <a:moveTo>
                  <a:pt x="507590" y="55283"/>
                </a:moveTo>
                <a:cubicBezTo>
                  <a:pt x="507590" y="56818"/>
                  <a:pt x="507555" y="58110"/>
                  <a:pt x="507485" y="59157"/>
                </a:cubicBezTo>
                <a:cubicBezTo>
                  <a:pt x="507415" y="60204"/>
                  <a:pt x="507275" y="61024"/>
                  <a:pt x="507066" y="61617"/>
                </a:cubicBezTo>
                <a:cubicBezTo>
                  <a:pt x="506857" y="62210"/>
                  <a:pt x="506595" y="62664"/>
                  <a:pt x="506281" y="62978"/>
                </a:cubicBezTo>
                <a:cubicBezTo>
                  <a:pt x="505967" y="63292"/>
                  <a:pt x="505530" y="63449"/>
                  <a:pt x="504972" y="63449"/>
                </a:cubicBezTo>
                <a:cubicBezTo>
                  <a:pt x="504414" y="63449"/>
                  <a:pt x="503733" y="63292"/>
                  <a:pt x="502930" y="62978"/>
                </a:cubicBezTo>
                <a:cubicBezTo>
                  <a:pt x="502128" y="62664"/>
                  <a:pt x="501220" y="62350"/>
                  <a:pt x="500208" y="62036"/>
                </a:cubicBezTo>
                <a:cubicBezTo>
                  <a:pt x="499196" y="61722"/>
                  <a:pt x="498062" y="61425"/>
                  <a:pt x="496805" y="61146"/>
                </a:cubicBezTo>
                <a:cubicBezTo>
                  <a:pt x="495549" y="60867"/>
                  <a:pt x="494188" y="60727"/>
                  <a:pt x="492722" y="60727"/>
                </a:cubicBezTo>
                <a:cubicBezTo>
                  <a:pt x="490977" y="60727"/>
                  <a:pt x="489267" y="61076"/>
                  <a:pt x="487591" y="61774"/>
                </a:cubicBezTo>
                <a:cubicBezTo>
                  <a:pt x="485916" y="62472"/>
                  <a:pt x="484154" y="63624"/>
                  <a:pt x="482304" y="65229"/>
                </a:cubicBezTo>
                <a:cubicBezTo>
                  <a:pt x="480454" y="66835"/>
                  <a:pt x="478517" y="68964"/>
                  <a:pt x="476493" y="71616"/>
                </a:cubicBezTo>
                <a:cubicBezTo>
                  <a:pt x="474469" y="74269"/>
                  <a:pt x="472235" y="77514"/>
                  <a:pt x="469792" y="81353"/>
                </a:cubicBezTo>
                <a:lnTo>
                  <a:pt x="469792" y="143337"/>
                </a:lnTo>
                <a:cubicBezTo>
                  <a:pt x="469792" y="143896"/>
                  <a:pt x="469653" y="144367"/>
                  <a:pt x="469373" y="144751"/>
                </a:cubicBezTo>
                <a:cubicBezTo>
                  <a:pt x="469094" y="145134"/>
                  <a:pt x="468640" y="145466"/>
                  <a:pt x="468012" y="145745"/>
                </a:cubicBezTo>
                <a:cubicBezTo>
                  <a:pt x="467384" y="146024"/>
                  <a:pt x="466511" y="146234"/>
                  <a:pt x="465395" y="146373"/>
                </a:cubicBezTo>
                <a:cubicBezTo>
                  <a:pt x="464278" y="146513"/>
                  <a:pt x="462847" y="146583"/>
                  <a:pt x="461102" y="146583"/>
                </a:cubicBezTo>
                <a:cubicBezTo>
                  <a:pt x="459427" y="146583"/>
                  <a:pt x="458031" y="146513"/>
                  <a:pt x="456914" y="146373"/>
                </a:cubicBezTo>
                <a:cubicBezTo>
                  <a:pt x="455797" y="146234"/>
                  <a:pt x="454907" y="146024"/>
                  <a:pt x="454244" y="145745"/>
                </a:cubicBezTo>
                <a:cubicBezTo>
                  <a:pt x="453581" y="145466"/>
                  <a:pt x="453127" y="145134"/>
                  <a:pt x="452883" y="144751"/>
                </a:cubicBezTo>
                <a:cubicBezTo>
                  <a:pt x="452638" y="144367"/>
                  <a:pt x="452516" y="143896"/>
                  <a:pt x="452516" y="143337"/>
                </a:cubicBezTo>
                <a:lnTo>
                  <a:pt x="452516" y="49105"/>
                </a:lnTo>
                <a:cubicBezTo>
                  <a:pt x="452516" y="48547"/>
                  <a:pt x="452621" y="48076"/>
                  <a:pt x="452830" y="47692"/>
                </a:cubicBezTo>
                <a:cubicBezTo>
                  <a:pt x="453040" y="47308"/>
                  <a:pt x="453459" y="46959"/>
                  <a:pt x="454087" y="46645"/>
                </a:cubicBezTo>
                <a:cubicBezTo>
                  <a:pt x="454715" y="46331"/>
                  <a:pt x="455518" y="46121"/>
                  <a:pt x="456495" y="46017"/>
                </a:cubicBezTo>
                <a:cubicBezTo>
                  <a:pt x="457472" y="45912"/>
                  <a:pt x="458763" y="45860"/>
                  <a:pt x="460369" y="45860"/>
                </a:cubicBezTo>
                <a:cubicBezTo>
                  <a:pt x="461905" y="45860"/>
                  <a:pt x="463178" y="45912"/>
                  <a:pt x="464191" y="46017"/>
                </a:cubicBezTo>
                <a:cubicBezTo>
                  <a:pt x="465203" y="46121"/>
                  <a:pt x="465988" y="46331"/>
                  <a:pt x="466546" y="46645"/>
                </a:cubicBezTo>
                <a:cubicBezTo>
                  <a:pt x="467105" y="46959"/>
                  <a:pt x="467506" y="47308"/>
                  <a:pt x="467750" y="47692"/>
                </a:cubicBezTo>
                <a:cubicBezTo>
                  <a:pt x="467995" y="48076"/>
                  <a:pt x="468117" y="48547"/>
                  <a:pt x="468117" y="49105"/>
                </a:cubicBezTo>
                <a:lnTo>
                  <a:pt x="468117" y="62821"/>
                </a:lnTo>
                <a:cubicBezTo>
                  <a:pt x="470700" y="59052"/>
                  <a:pt x="473125" y="55981"/>
                  <a:pt x="475394" y="53607"/>
                </a:cubicBezTo>
                <a:cubicBezTo>
                  <a:pt x="477662" y="51234"/>
                  <a:pt x="479809" y="49367"/>
                  <a:pt x="481833" y="48006"/>
                </a:cubicBezTo>
                <a:cubicBezTo>
                  <a:pt x="483857" y="46645"/>
                  <a:pt x="485864" y="45702"/>
                  <a:pt x="487853" y="45179"/>
                </a:cubicBezTo>
                <a:cubicBezTo>
                  <a:pt x="489843" y="44655"/>
                  <a:pt x="491849" y="44394"/>
                  <a:pt x="493874" y="44394"/>
                </a:cubicBezTo>
                <a:cubicBezTo>
                  <a:pt x="494781" y="44394"/>
                  <a:pt x="495811" y="44446"/>
                  <a:pt x="496962" y="44551"/>
                </a:cubicBezTo>
                <a:cubicBezTo>
                  <a:pt x="498114" y="44655"/>
                  <a:pt x="499318" y="44847"/>
                  <a:pt x="500575" y="45127"/>
                </a:cubicBezTo>
                <a:cubicBezTo>
                  <a:pt x="501831" y="45406"/>
                  <a:pt x="502965" y="45720"/>
                  <a:pt x="503977" y="46069"/>
                </a:cubicBezTo>
                <a:cubicBezTo>
                  <a:pt x="504989" y="46418"/>
                  <a:pt x="505705" y="46767"/>
                  <a:pt x="506124" y="47116"/>
                </a:cubicBezTo>
                <a:cubicBezTo>
                  <a:pt x="506543" y="47465"/>
                  <a:pt x="506822" y="47796"/>
                  <a:pt x="506961" y="48111"/>
                </a:cubicBezTo>
                <a:cubicBezTo>
                  <a:pt x="507101" y="48425"/>
                  <a:pt x="507223" y="48826"/>
                  <a:pt x="507328" y="49315"/>
                </a:cubicBezTo>
                <a:cubicBezTo>
                  <a:pt x="507433" y="49803"/>
                  <a:pt x="507502" y="50519"/>
                  <a:pt x="507537" y="51461"/>
                </a:cubicBezTo>
                <a:cubicBezTo>
                  <a:pt x="507572" y="52403"/>
                  <a:pt x="507590" y="53677"/>
                  <a:pt x="507590" y="55283"/>
                </a:cubicBezTo>
                <a:close/>
                <a:moveTo>
                  <a:pt x="570227" y="145955"/>
                </a:moveTo>
                <a:lnTo>
                  <a:pt x="557663" y="180611"/>
                </a:lnTo>
                <a:cubicBezTo>
                  <a:pt x="557244" y="181728"/>
                  <a:pt x="556180" y="182583"/>
                  <a:pt x="554470" y="183176"/>
                </a:cubicBezTo>
                <a:cubicBezTo>
                  <a:pt x="552760" y="183770"/>
                  <a:pt x="550160" y="184066"/>
                  <a:pt x="546669" y="184066"/>
                </a:cubicBezTo>
                <a:cubicBezTo>
                  <a:pt x="544855" y="184066"/>
                  <a:pt x="543389" y="183979"/>
                  <a:pt x="542272" y="183804"/>
                </a:cubicBezTo>
                <a:cubicBezTo>
                  <a:pt x="541155" y="183630"/>
                  <a:pt x="540300" y="183333"/>
                  <a:pt x="539707" y="182914"/>
                </a:cubicBezTo>
                <a:cubicBezTo>
                  <a:pt x="539114" y="182496"/>
                  <a:pt x="538782" y="181937"/>
                  <a:pt x="538712" y="181239"/>
                </a:cubicBezTo>
                <a:cubicBezTo>
                  <a:pt x="538642" y="180541"/>
                  <a:pt x="538817" y="179704"/>
                  <a:pt x="539236" y="178726"/>
                </a:cubicBezTo>
                <a:lnTo>
                  <a:pt x="552219" y="145955"/>
                </a:lnTo>
                <a:cubicBezTo>
                  <a:pt x="551590" y="145675"/>
                  <a:pt x="550997" y="145222"/>
                  <a:pt x="550439" y="144594"/>
                </a:cubicBezTo>
                <a:cubicBezTo>
                  <a:pt x="549880" y="143965"/>
                  <a:pt x="549496" y="143302"/>
                  <a:pt x="549287" y="142604"/>
                </a:cubicBezTo>
                <a:lnTo>
                  <a:pt x="515678" y="52560"/>
                </a:lnTo>
                <a:cubicBezTo>
                  <a:pt x="515119" y="51095"/>
                  <a:pt x="514840" y="49943"/>
                  <a:pt x="514840" y="49105"/>
                </a:cubicBezTo>
                <a:cubicBezTo>
                  <a:pt x="514840" y="48268"/>
                  <a:pt x="515119" y="47605"/>
                  <a:pt x="515678" y="47116"/>
                </a:cubicBezTo>
                <a:cubicBezTo>
                  <a:pt x="516236" y="46627"/>
                  <a:pt x="517144" y="46296"/>
                  <a:pt x="518400" y="46121"/>
                </a:cubicBezTo>
                <a:cubicBezTo>
                  <a:pt x="519656" y="45947"/>
                  <a:pt x="521332" y="45860"/>
                  <a:pt x="523426" y="45860"/>
                </a:cubicBezTo>
                <a:cubicBezTo>
                  <a:pt x="525520" y="45860"/>
                  <a:pt x="527160" y="45912"/>
                  <a:pt x="528347" y="46017"/>
                </a:cubicBezTo>
                <a:cubicBezTo>
                  <a:pt x="529533" y="46121"/>
                  <a:pt x="530476" y="46313"/>
                  <a:pt x="531174" y="46592"/>
                </a:cubicBezTo>
                <a:cubicBezTo>
                  <a:pt x="531872" y="46872"/>
                  <a:pt x="532378" y="47273"/>
                  <a:pt x="532692" y="47796"/>
                </a:cubicBezTo>
                <a:cubicBezTo>
                  <a:pt x="533006" y="48320"/>
                  <a:pt x="533337" y="49035"/>
                  <a:pt x="533686" y="49943"/>
                </a:cubicBezTo>
                <a:lnTo>
                  <a:pt x="560595" y="125538"/>
                </a:lnTo>
                <a:lnTo>
                  <a:pt x="560909" y="125538"/>
                </a:lnTo>
                <a:lnTo>
                  <a:pt x="586875" y="49524"/>
                </a:lnTo>
                <a:cubicBezTo>
                  <a:pt x="587294" y="48198"/>
                  <a:pt x="587800" y="47343"/>
                  <a:pt x="588393" y="46959"/>
                </a:cubicBezTo>
                <a:cubicBezTo>
                  <a:pt x="588987" y="46575"/>
                  <a:pt x="589877" y="46296"/>
                  <a:pt x="591063" y="46121"/>
                </a:cubicBezTo>
                <a:cubicBezTo>
                  <a:pt x="592250" y="45947"/>
                  <a:pt x="593960" y="45860"/>
                  <a:pt x="596194" y="45860"/>
                </a:cubicBezTo>
                <a:cubicBezTo>
                  <a:pt x="598148" y="45860"/>
                  <a:pt x="599753" y="45947"/>
                  <a:pt x="601010" y="46121"/>
                </a:cubicBezTo>
                <a:cubicBezTo>
                  <a:pt x="602266" y="46296"/>
                  <a:pt x="603191" y="46627"/>
                  <a:pt x="603784" y="47116"/>
                </a:cubicBezTo>
                <a:cubicBezTo>
                  <a:pt x="604378" y="47605"/>
                  <a:pt x="604674" y="48268"/>
                  <a:pt x="604674" y="49105"/>
                </a:cubicBezTo>
                <a:cubicBezTo>
                  <a:pt x="604674" y="49943"/>
                  <a:pt x="604465" y="50990"/>
                  <a:pt x="604046" y="52246"/>
                </a:cubicBezTo>
                <a:lnTo>
                  <a:pt x="570227" y="14595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6A93FE-50B9-4905-85B3-24F24096C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2480" y="5557599"/>
            <a:ext cx="670303" cy="347971"/>
          </a:xfrm>
          <a:custGeom xmlns:a="http://schemas.openxmlformats.org/drawingml/2006/main">
            <a:pathLst>
              <a:path w="670303" h="347971">
                <a:moveTo>
                  <a:pt x="0" y="58606"/>
                </a:moveTo>
                <a:cubicBezTo>
                  <a:pt x="763" y="26464"/>
                  <a:pt x="26617" y="610"/>
                  <a:pt x="58606" y="0"/>
                </a:cubicBezTo>
                <a:lnTo>
                  <a:pt x="611697" y="0"/>
                </a:lnTo>
                <a:cubicBezTo>
                  <a:pt x="644144" y="610"/>
                  <a:pt x="669998" y="26464"/>
                  <a:pt x="670303" y="58606"/>
                </a:cubicBezTo>
                <a:lnTo>
                  <a:pt x="670303" y="289366"/>
                </a:lnTo>
                <a:cubicBezTo>
                  <a:pt x="669998" y="321202"/>
                  <a:pt x="644144" y="347056"/>
                  <a:pt x="611697" y="347971"/>
                </a:cubicBezTo>
                <a:lnTo>
                  <a:pt x="58606" y="347971"/>
                </a:lnTo>
                <a:cubicBezTo>
                  <a:pt x="26617" y="347056"/>
                  <a:pt x="763" y="321202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769750-9313-419D-A859-D28C8804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5612" y="5550578"/>
            <a:ext cx="684497" cy="361707"/>
          </a:xfrm>
          <a:custGeom xmlns:a="http://schemas.openxmlformats.org/drawingml/2006/main">
            <a:pathLst>
              <a:path w="684497" h="361707">
                <a:moveTo>
                  <a:pt x="382" y="303391"/>
                </a:moveTo>
                <a:lnTo>
                  <a:pt x="1267" y="309115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20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72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77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619130" y="361707"/>
                </a:lnTo>
                <a:lnTo>
                  <a:pt x="619511" y="361692"/>
                </a:lnTo>
                <a:lnTo>
                  <a:pt x="625418" y="361402"/>
                </a:lnTo>
                <a:lnTo>
                  <a:pt x="626181" y="361326"/>
                </a:lnTo>
                <a:lnTo>
                  <a:pt x="631919" y="360440"/>
                </a:lnTo>
                <a:lnTo>
                  <a:pt x="632667" y="360288"/>
                </a:lnTo>
                <a:lnTo>
                  <a:pt x="638192" y="358868"/>
                </a:lnTo>
                <a:lnTo>
                  <a:pt x="638924" y="358640"/>
                </a:lnTo>
                <a:lnTo>
                  <a:pt x="644220" y="356701"/>
                </a:lnTo>
                <a:lnTo>
                  <a:pt x="644907" y="356411"/>
                </a:lnTo>
                <a:lnTo>
                  <a:pt x="649959" y="353985"/>
                </a:lnTo>
                <a:lnTo>
                  <a:pt x="650615" y="353634"/>
                </a:lnTo>
                <a:lnTo>
                  <a:pt x="655377" y="350734"/>
                </a:lnTo>
                <a:lnTo>
                  <a:pt x="655972" y="350322"/>
                </a:lnTo>
                <a:lnTo>
                  <a:pt x="660429" y="346995"/>
                </a:lnTo>
                <a:lnTo>
                  <a:pt x="660978" y="346537"/>
                </a:lnTo>
                <a:lnTo>
                  <a:pt x="665083" y="342813"/>
                </a:lnTo>
                <a:lnTo>
                  <a:pt x="665602" y="342294"/>
                </a:lnTo>
                <a:lnTo>
                  <a:pt x="669326" y="338189"/>
                </a:lnTo>
                <a:lnTo>
                  <a:pt x="669784" y="337639"/>
                </a:lnTo>
                <a:lnTo>
                  <a:pt x="673111" y="333183"/>
                </a:lnTo>
                <a:lnTo>
                  <a:pt x="673523" y="332587"/>
                </a:lnTo>
                <a:lnTo>
                  <a:pt x="676423" y="327826"/>
                </a:lnTo>
                <a:lnTo>
                  <a:pt x="676774" y="327170"/>
                </a:lnTo>
                <a:lnTo>
                  <a:pt x="679201" y="322118"/>
                </a:lnTo>
                <a:lnTo>
                  <a:pt x="679491" y="321431"/>
                </a:lnTo>
                <a:lnTo>
                  <a:pt x="681429" y="316120"/>
                </a:lnTo>
                <a:lnTo>
                  <a:pt x="681658" y="315403"/>
                </a:lnTo>
                <a:lnTo>
                  <a:pt x="683077" y="309878"/>
                </a:lnTo>
                <a:lnTo>
                  <a:pt x="683230" y="309115"/>
                </a:lnTo>
                <a:lnTo>
                  <a:pt x="684115" y="303391"/>
                </a:lnTo>
                <a:lnTo>
                  <a:pt x="684191" y="302628"/>
                </a:lnTo>
                <a:lnTo>
                  <a:pt x="684481" y="296722"/>
                </a:lnTo>
                <a:lnTo>
                  <a:pt x="684497" y="296340"/>
                </a:lnTo>
                <a:lnTo>
                  <a:pt x="684497" y="65367"/>
                </a:lnTo>
                <a:lnTo>
                  <a:pt x="684481" y="64985"/>
                </a:lnTo>
                <a:lnTo>
                  <a:pt x="684191" y="59079"/>
                </a:lnTo>
                <a:lnTo>
                  <a:pt x="684115" y="58316"/>
                </a:lnTo>
                <a:lnTo>
                  <a:pt x="683230" y="52577"/>
                </a:lnTo>
                <a:lnTo>
                  <a:pt x="683077" y="51829"/>
                </a:lnTo>
                <a:lnTo>
                  <a:pt x="681658" y="46305"/>
                </a:lnTo>
                <a:lnTo>
                  <a:pt x="681429" y="45572"/>
                </a:lnTo>
                <a:lnTo>
                  <a:pt x="679491" y="40276"/>
                </a:lnTo>
                <a:lnTo>
                  <a:pt x="679201" y="39589"/>
                </a:lnTo>
                <a:lnTo>
                  <a:pt x="676774" y="34538"/>
                </a:lnTo>
                <a:lnTo>
                  <a:pt x="676423" y="33881"/>
                </a:lnTo>
                <a:lnTo>
                  <a:pt x="673523" y="29120"/>
                </a:lnTo>
                <a:lnTo>
                  <a:pt x="673111" y="28525"/>
                </a:lnTo>
                <a:lnTo>
                  <a:pt x="669784" y="24068"/>
                </a:lnTo>
                <a:lnTo>
                  <a:pt x="669326" y="23519"/>
                </a:lnTo>
                <a:lnTo>
                  <a:pt x="665602" y="19413"/>
                </a:lnTo>
                <a:lnTo>
                  <a:pt x="665083" y="18894"/>
                </a:lnTo>
                <a:lnTo>
                  <a:pt x="660978" y="15170"/>
                </a:lnTo>
                <a:lnTo>
                  <a:pt x="660429" y="14712"/>
                </a:lnTo>
                <a:lnTo>
                  <a:pt x="655972" y="11385"/>
                </a:lnTo>
                <a:lnTo>
                  <a:pt x="655377" y="10973"/>
                </a:lnTo>
                <a:lnTo>
                  <a:pt x="650615" y="8074"/>
                </a:lnTo>
                <a:lnTo>
                  <a:pt x="649959" y="7723"/>
                </a:lnTo>
                <a:lnTo>
                  <a:pt x="644907" y="5296"/>
                </a:lnTo>
                <a:lnTo>
                  <a:pt x="644220" y="5006"/>
                </a:lnTo>
                <a:lnTo>
                  <a:pt x="638924" y="3068"/>
                </a:lnTo>
                <a:lnTo>
                  <a:pt x="638192" y="2839"/>
                </a:lnTo>
                <a:lnTo>
                  <a:pt x="632667" y="1419"/>
                </a:lnTo>
                <a:lnTo>
                  <a:pt x="631919" y="1267"/>
                </a:lnTo>
                <a:lnTo>
                  <a:pt x="626181" y="382"/>
                </a:lnTo>
                <a:lnTo>
                  <a:pt x="625418" y="305"/>
                </a:lnTo>
                <a:lnTo>
                  <a:pt x="619511" y="15"/>
                </a:lnTo>
                <a:lnTo>
                  <a:pt x="619130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77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72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5" y="41532"/>
                </a:lnTo>
                <a:lnTo>
                  <a:pt x="23803" y="37392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7" y="26671"/>
                </a:lnTo>
                <a:lnTo>
                  <a:pt x="37392" y="23803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619028" y="15262"/>
                </a:lnTo>
                <a:lnTo>
                  <a:pt x="624245" y="15532"/>
                </a:lnTo>
                <a:lnTo>
                  <a:pt x="629240" y="16289"/>
                </a:lnTo>
                <a:lnTo>
                  <a:pt x="633944" y="17497"/>
                </a:lnTo>
                <a:lnTo>
                  <a:pt x="638621" y="19209"/>
                </a:lnTo>
                <a:lnTo>
                  <a:pt x="642964" y="21295"/>
                </a:lnTo>
                <a:lnTo>
                  <a:pt x="647104" y="23803"/>
                </a:lnTo>
                <a:lnTo>
                  <a:pt x="650950" y="26671"/>
                </a:lnTo>
                <a:lnTo>
                  <a:pt x="654555" y="29941"/>
                </a:lnTo>
                <a:lnTo>
                  <a:pt x="657826" y="33547"/>
                </a:lnTo>
                <a:lnTo>
                  <a:pt x="660693" y="37392"/>
                </a:lnTo>
                <a:lnTo>
                  <a:pt x="663201" y="41532"/>
                </a:lnTo>
                <a:lnTo>
                  <a:pt x="665287" y="45875"/>
                </a:lnTo>
                <a:lnTo>
                  <a:pt x="666999" y="50553"/>
                </a:lnTo>
                <a:lnTo>
                  <a:pt x="668208" y="55257"/>
                </a:lnTo>
                <a:lnTo>
                  <a:pt x="668965" y="60251"/>
                </a:lnTo>
                <a:lnTo>
                  <a:pt x="669235" y="65468"/>
                </a:lnTo>
                <a:lnTo>
                  <a:pt x="669235" y="296239"/>
                </a:lnTo>
                <a:lnTo>
                  <a:pt x="668965" y="301456"/>
                </a:lnTo>
                <a:lnTo>
                  <a:pt x="668208" y="306450"/>
                </a:lnTo>
                <a:lnTo>
                  <a:pt x="666999" y="311154"/>
                </a:lnTo>
                <a:lnTo>
                  <a:pt x="665287" y="315832"/>
                </a:lnTo>
                <a:lnTo>
                  <a:pt x="663201" y="320175"/>
                </a:lnTo>
                <a:lnTo>
                  <a:pt x="660740" y="324237"/>
                </a:lnTo>
                <a:lnTo>
                  <a:pt x="657821" y="328166"/>
                </a:lnTo>
                <a:lnTo>
                  <a:pt x="654555" y="331766"/>
                </a:lnTo>
                <a:lnTo>
                  <a:pt x="650950" y="335036"/>
                </a:lnTo>
                <a:lnTo>
                  <a:pt x="647104" y="337904"/>
                </a:lnTo>
                <a:lnTo>
                  <a:pt x="642964" y="340412"/>
                </a:lnTo>
                <a:lnTo>
                  <a:pt x="638621" y="342498"/>
                </a:lnTo>
                <a:lnTo>
                  <a:pt x="633944" y="344210"/>
                </a:lnTo>
                <a:lnTo>
                  <a:pt x="629240" y="345419"/>
                </a:lnTo>
                <a:lnTo>
                  <a:pt x="624245" y="346176"/>
                </a:lnTo>
                <a:lnTo>
                  <a:pt x="61902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392" y="337904"/>
                </a:lnTo>
                <a:lnTo>
                  <a:pt x="33547" y="335036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756" y="324237"/>
                </a:lnTo>
                <a:lnTo>
                  <a:pt x="21295" y="320175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396260-361D-425B-85CC-1B390AB34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37" y="5520970"/>
            <a:ext cx="800334" cy="368117"/>
          </a:xfrm>
          <a:custGeom xmlns:a="http://schemas.openxmlformats.org/drawingml/2006/main">
            <a:pathLst>
              <a:path w="800334" h="368117">
                <a:moveTo>
                  <a:pt x="0" y="0"/>
                </a:moveTo>
                <a:lnTo>
                  <a:pt x="800334" y="0"/>
                </a:lnTo>
                <a:lnTo>
                  <a:pt x="800334" y="368117"/>
                </a:lnTo>
                <a:lnTo>
                  <a:pt x="0" y="368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Text genre">
            <a:extLst xmlns:a="http://schemas.openxmlformats.org/drawingml/2006/main">
              <a:ext uri="{FF2B5EF4-FFF2-40B4-BE49-F238E27FC236}">
                <a16:creationId xmlns:a16="http://schemas.microsoft.com/office/drawing/2014/main" id="{0BC0E9D1-BD4A-4B08-A381-05DFCD18B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2653" y="5676420"/>
            <a:ext cx="484639" cy="139882"/>
          </a:xfrm>
          <a:custGeom xmlns:a="http://schemas.openxmlformats.org/drawingml/2006/main">
            <a:pathLst>
              <a:path w="484639" h="139882">
                <a:moveTo>
                  <a:pt x="89206" y="8952"/>
                </a:moveTo>
                <a:cubicBezTo>
                  <a:pt x="89206" y="11415"/>
                  <a:pt x="88875" y="13191"/>
                  <a:pt x="88211" y="14282"/>
                </a:cubicBezTo>
                <a:cubicBezTo>
                  <a:pt x="87548" y="15370"/>
                  <a:pt x="86693" y="15915"/>
                  <a:pt x="85646" y="15915"/>
                </a:cubicBezTo>
                <a:lnTo>
                  <a:pt x="72140" y="15915"/>
                </a:lnTo>
                <a:cubicBezTo>
                  <a:pt x="74583" y="18421"/>
                  <a:pt x="76293" y="21188"/>
                  <a:pt x="77270" y="24216"/>
                </a:cubicBezTo>
                <a:cubicBezTo>
                  <a:pt x="78247" y="27241"/>
                  <a:pt x="78736" y="30390"/>
                  <a:pt x="78736" y="33662"/>
                </a:cubicBezTo>
                <a:cubicBezTo>
                  <a:pt x="78736" y="39097"/>
                  <a:pt x="77863" y="43906"/>
                  <a:pt x="76118" y="48088"/>
                </a:cubicBezTo>
                <a:cubicBezTo>
                  <a:pt x="74373" y="52269"/>
                  <a:pt x="71878" y="55806"/>
                  <a:pt x="68632" y="58699"/>
                </a:cubicBezTo>
                <a:cubicBezTo>
                  <a:pt x="65386" y="61591"/>
                  <a:pt x="61530" y="63804"/>
                  <a:pt x="57063" y="65337"/>
                </a:cubicBezTo>
                <a:cubicBezTo>
                  <a:pt x="52595" y="66871"/>
                  <a:pt x="47639" y="67638"/>
                  <a:pt x="42195" y="67638"/>
                </a:cubicBezTo>
                <a:cubicBezTo>
                  <a:pt x="38356" y="67638"/>
                  <a:pt x="34709" y="67133"/>
                  <a:pt x="31254" y="66123"/>
                </a:cubicBezTo>
                <a:cubicBezTo>
                  <a:pt x="27798" y="65113"/>
                  <a:pt x="25128" y="63841"/>
                  <a:pt x="23244" y="62308"/>
                </a:cubicBezTo>
                <a:cubicBezTo>
                  <a:pt x="21987" y="63564"/>
                  <a:pt x="20958" y="64995"/>
                  <a:pt x="20155" y="66600"/>
                </a:cubicBezTo>
                <a:cubicBezTo>
                  <a:pt x="19352" y="68204"/>
                  <a:pt x="18951" y="70051"/>
                  <a:pt x="18951" y="72143"/>
                </a:cubicBezTo>
                <a:cubicBezTo>
                  <a:pt x="18951" y="74586"/>
                  <a:pt x="20085" y="76610"/>
                  <a:pt x="22354" y="78216"/>
                </a:cubicBezTo>
                <a:cubicBezTo>
                  <a:pt x="24622" y="79819"/>
                  <a:pt x="27641" y="80690"/>
                  <a:pt x="31411" y="80830"/>
                </a:cubicBezTo>
                <a:lnTo>
                  <a:pt x="56016" y="81880"/>
                </a:lnTo>
                <a:cubicBezTo>
                  <a:pt x="60692" y="82020"/>
                  <a:pt x="64985" y="82668"/>
                  <a:pt x="68894" y="83824"/>
                </a:cubicBezTo>
                <a:cubicBezTo>
                  <a:pt x="72803" y="84980"/>
                  <a:pt x="76188" y="86627"/>
                  <a:pt x="79050" y="88764"/>
                </a:cubicBezTo>
                <a:cubicBezTo>
                  <a:pt x="81912" y="90900"/>
                  <a:pt x="84146" y="93526"/>
                  <a:pt x="85751" y="96643"/>
                </a:cubicBezTo>
                <a:cubicBezTo>
                  <a:pt x="87356" y="99760"/>
                  <a:pt x="88159" y="103386"/>
                  <a:pt x="88159" y="107519"/>
                </a:cubicBezTo>
                <a:cubicBezTo>
                  <a:pt x="88159" y="111862"/>
                  <a:pt x="87252" y="115995"/>
                  <a:pt x="85437" y="119917"/>
                </a:cubicBezTo>
                <a:cubicBezTo>
                  <a:pt x="83622" y="123841"/>
                  <a:pt x="80847" y="127290"/>
                  <a:pt x="77113" y="130266"/>
                </a:cubicBezTo>
                <a:cubicBezTo>
                  <a:pt x="73379" y="133243"/>
                  <a:pt x="68615" y="135590"/>
                  <a:pt x="62821" y="137307"/>
                </a:cubicBezTo>
                <a:cubicBezTo>
                  <a:pt x="57028" y="139024"/>
                  <a:pt x="50187" y="139882"/>
                  <a:pt x="42300" y="139882"/>
                </a:cubicBezTo>
                <a:cubicBezTo>
                  <a:pt x="34691" y="139882"/>
                  <a:pt x="28217" y="139235"/>
                  <a:pt x="22877" y="137942"/>
                </a:cubicBezTo>
                <a:cubicBezTo>
                  <a:pt x="17538" y="136650"/>
                  <a:pt x="13158" y="134887"/>
                  <a:pt x="9737" y="132651"/>
                </a:cubicBezTo>
                <a:cubicBezTo>
                  <a:pt x="6317" y="130417"/>
                  <a:pt x="3839" y="127746"/>
                  <a:pt x="2303" y="124638"/>
                </a:cubicBezTo>
                <a:cubicBezTo>
                  <a:pt x="768" y="121530"/>
                  <a:pt x="0" y="118158"/>
                  <a:pt x="0" y="114524"/>
                </a:cubicBezTo>
                <a:cubicBezTo>
                  <a:pt x="0" y="112221"/>
                  <a:pt x="279" y="109986"/>
                  <a:pt x="838" y="107820"/>
                </a:cubicBezTo>
                <a:cubicBezTo>
                  <a:pt x="1396" y="105654"/>
                  <a:pt x="2251" y="103593"/>
                  <a:pt x="3403" y="101636"/>
                </a:cubicBezTo>
                <a:cubicBezTo>
                  <a:pt x="4555" y="99682"/>
                  <a:pt x="5985" y="97815"/>
                  <a:pt x="7696" y="96035"/>
                </a:cubicBezTo>
                <a:cubicBezTo>
                  <a:pt x="9406" y="94253"/>
                  <a:pt x="11378" y="92488"/>
                  <a:pt x="13611" y="90741"/>
                </a:cubicBezTo>
                <a:cubicBezTo>
                  <a:pt x="10191" y="88989"/>
                  <a:pt x="7661" y="86782"/>
                  <a:pt x="6020" y="84118"/>
                </a:cubicBezTo>
                <a:cubicBezTo>
                  <a:pt x="4380" y="81453"/>
                  <a:pt x="3560" y="78578"/>
                  <a:pt x="3560" y="75493"/>
                </a:cubicBezTo>
                <a:cubicBezTo>
                  <a:pt x="3560" y="71218"/>
                  <a:pt x="4432" y="67398"/>
                  <a:pt x="6177" y="64032"/>
                </a:cubicBezTo>
                <a:cubicBezTo>
                  <a:pt x="7922" y="60666"/>
                  <a:pt x="10086" y="57652"/>
                  <a:pt x="12669" y="54988"/>
                </a:cubicBezTo>
                <a:cubicBezTo>
                  <a:pt x="10505" y="52410"/>
                  <a:pt x="8795" y="49500"/>
                  <a:pt x="7539" y="46259"/>
                </a:cubicBezTo>
                <a:cubicBezTo>
                  <a:pt x="6282" y="43017"/>
                  <a:pt x="5654" y="39097"/>
                  <a:pt x="5654" y="34499"/>
                </a:cubicBezTo>
                <a:cubicBezTo>
                  <a:pt x="5654" y="29133"/>
                  <a:pt x="6561" y="24325"/>
                  <a:pt x="8376" y="20073"/>
                </a:cubicBezTo>
                <a:cubicBezTo>
                  <a:pt x="10191" y="15822"/>
                  <a:pt x="12704" y="12233"/>
                  <a:pt x="15915" y="9305"/>
                </a:cubicBezTo>
                <a:cubicBezTo>
                  <a:pt x="19126" y="6378"/>
                  <a:pt x="22982" y="4130"/>
                  <a:pt x="27484" y="2562"/>
                </a:cubicBezTo>
                <a:cubicBezTo>
                  <a:pt x="31986" y="994"/>
                  <a:pt x="36890" y="209"/>
                  <a:pt x="42195" y="209"/>
                </a:cubicBezTo>
                <a:cubicBezTo>
                  <a:pt x="45057" y="209"/>
                  <a:pt x="47727" y="358"/>
                  <a:pt x="50205" y="654"/>
                </a:cubicBezTo>
                <a:cubicBezTo>
                  <a:pt x="52683" y="949"/>
                  <a:pt x="55003" y="1359"/>
                  <a:pt x="57167" y="1885"/>
                </a:cubicBezTo>
                <a:lnTo>
                  <a:pt x="85646" y="1885"/>
                </a:lnTo>
                <a:cubicBezTo>
                  <a:pt x="86833" y="1885"/>
                  <a:pt x="87723" y="2465"/>
                  <a:pt x="88316" y="3625"/>
                </a:cubicBezTo>
                <a:cubicBezTo>
                  <a:pt x="88909" y="4786"/>
                  <a:pt x="89206" y="6561"/>
                  <a:pt x="89206" y="8952"/>
                </a:cubicBezTo>
                <a:moveTo>
                  <a:pt x="62193" y="33714"/>
                </a:moveTo>
                <a:cubicBezTo>
                  <a:pt x="62193" y="27325"/>
                  <a:pt x="60431" y="22343"/>
                  <a:pt x="56906" y="18768"/>
                </a:cubicBezTo>
                <a:cubicBezTo>
                  <a:pt x="53381" y="15191"/>
                  <a:pt x="48372" y="13402"/>
                  <a:pt x="41881" y="13402"/>
                </a:cubicBezTo>
                <a:cubicBezTo>
                  <a:pt x="38530" y="13402"/>
                  <a:pt x="35616" y="13958"/>
                  <a:pt x="33138" y="15071"/>
                </a:cubicBezTo>
                <a:cubicBezTo>
                  <a:pt x="30660" y="16181"/>
                  <a:pt x="28601" y="17709"/>
                  <a:pt x="26961" y="19655"/>
                </a:cubicBezTo>
                <a:cubicBezTo>
                  <a:pt x="25320" y="21598"/>
                  <a:pt x="24099" y="23837"/>
                  <a:pt x="23296" y="26372"/>
                </a:cubicBezTo>
                <a:cubicBezTo>
                  <a:pt x="22493" y="28906"/>
                  <a:pt x="22092" y="31562"/>
                  <a:pt x="22092" y="34339"/>
                </a:cubicBezTo>
                <a:cubicBezTo>
                  <a:pt x="22092" y="40521"/>
                  <a:pt x="23855" y="45383"/>
                  <a:pt x="27380" y="48925"/>
                </a:cubicBezTo>
                <a:cubicBezTo>
                  <a:pt x="30905" y="52466"/>
                  <a:pt x="35843" y="54236"/>
                  <a:pt x="42195" y="54236"/>
                </a:cubicBezTo>
                <a:cubicBezTo>
                  <a:pt x="45615" y="54236"/>
                  <a:pt x="48582" y="53698"/>
                  <a:pt x="51095" y="52623"/>
                </a:cubicBezTo>
                <a:cubicBezTo>
                  <a:pt x="53607" y="51545"/>
                  <a:pt x="55684" y="50052"/>
                  <a:pt x="57324" y="48143"/>
                </a:cubicBezTo>
                <a:cubicBezTo>
                  <a:pt x="58965" y="46232"/>
                  <a:pt x="60186" y="44027"/>
                  <a:pt x="60989" y="41527"/>
                </a:cubicBezTo>
                <a:cubicBezTo>
                  <a:pt x="61792" y="39028"/>
                  <a:pt x="62193" y="36423"/>
                  <a:pt x="62193" y="33714"/>
                </a:cubicBezTo>
                <a:moveTo>
                  <a:pt x="70883" y="108458"/>
                </a:moveTo>
                <a:cubicBezTo>
                  <a:pt x="70883" y="104381"/>
                  <a:pt x="69226" y="101237"/>
                  <a:pt x="65910" y="99025"/>
                </a:cubicBezTo>
                <a:cubicBezTo>
                  <a:pt x="62594" y="96811"/>
                  <a:pt x="58110" y="95634"/>
                  <a:pt x="52456" y="95495"/>
                </a:cubicBezTo>
                <a:lnTo>
                  <a:pt x="28060" y="94651"/>
                </a:lnTo>
                <a:cubicBezTo>
                  <a:pt x="25827" y="96407"/>
                  <a:pt x="23994" y="98075"/>
                  <a:pt x="22563" y="99657"/>
                </a:cubicBezTo>
                <a:cubicBezTo>
                  <a:pt x="21132" y="101238"/>
                  <a:pt x="19998" y="102749"/>
                  <a:pt x="19160" y="104188"/>
                </a:cubicBezTo>
                <a:cubicBezTo>
                  <a:pt x="18323" y="105628"/>
                  <a:pt x="17747" y="107050"/>
                  <a:pt x="17433" y="108455"/>
                </a:cubicBezTo>
                <a:cubicBezTo>
                  <a:pt x="17119" y="109862"/>
                  <a:pt x="16962" y="111303"/>
                  <a:pt x="16962" y="112777"/>
                </a:cubicBezTo>
                <a:cubicBezTo>
                  <a:pt x="16962" y="117345"/>
                  <a:pt x="19265" y="120805"/>
                  <a:pt x="23872" y="123159"/>
                </a:cubicBezTo>
                <a:cubicBezTo>
                  <a:pt x="28479" y="125513"/>
                  <a:pt x="34901" y="126689"/>
                  <a:pt x="43137" y="126689"/>
                </a:cubicBezTo>
                <a:cubicBezTo>
                  <a:pt x="48372" y="126689"/>
                  <a:pt x="52752" y="126180"/>
                  <a:pt x="56277" y="125161"/>
                </a:cubicBezTo>
                <a:cubicBezTo>
                  <a:pt x="59802" y="124143"/>
                  <a:pt x="62647" y="122790"/>
                  <a:pt x="64811" y="121104"/>
                </a:cubicBezTo>
                <a:cubicBezTo>
                  <a:pt x="66974" y="119418"/>
                  <a:pt x="68527" y="117486"/>
                  <a:pt x="69470" y="115306"/>
                </a:cubicBezTo>
                <a:cubicBezTo>
                  <a:pt x="70412" y="113129"/>
                  <a:pt x="70883" y="110847"/>
                  <a:pt x="70883" y="108458"/>
                </a:cubicBezTo>
                <a:close/>
                <a:moveTo>
                  <a:pt x="191610" y="47744"/>
                </a:moveTo>
                <a:cubicBezTo>
                  <a:pt x="191610" y="50466"/>
                  <a:pt x="190929" y="52403"/>
                  <a:pt x="189568" y="53555"/>
                </a:cubicBezTo>
                <a:cubicBezTo>
                  <a:pt x="188207" y="54707"/>
                  <a:pt x="186654" y="55283"/>
                  <a:pt x="184909" y="55283"/>
                </a:cubicBezTo>
                <a:lnTo>
                  <a:pt x="123135" y="55283"/>
                </a:lnTo>
                <a:cubicBezTo>
                  <a:pt x="123135" y="60533"/>
                  <a:pt x="123658" y="65259"/>
                  <a:pt x="124705" y="69460"/>
                </a:cubicBezTo>
                <a:cubicBezTo>
                  <a:pt x="125752" y="73661"/>
                  <a:pt x="127497" y="77267"/>
                  <a:pt x="129940" y="80277"/>
                </a:cubicBezTo>
                <a:cubicBezTo>
                  <a:pt x="132384" y="83287"/>
                  <a:pt x="135559" y="85598"/>
                  <a:pt x="139468" y="87210"/>
                </a:cubicBezTo>
                <a:cubicBezTo>
                  <a:pt x="143377" y="88820"/>
                  <a:pt x="148159" y="89625"/>
                  <a:pt x="153813" y="89625"/>
                </a:cubicBezTo>
                <a:cubicBezTo>
                  <a:pt x="158280" y="89625"/>
                  <a:pt x="162258" y="89258"/>
                  <a:pt x="165749" y="88526"/>
                </a:cubicBezTo>
                <a:cubicBezTo>
                  <a:pt x="169239" y="87793"/>
                  <a:pt x="172258" y="86973"/>
                  <a:pt x="174805" y="86065"/>
                </a:cubicBezTo>
                <a:cubicBezTo>
                  <a:pt x="177353" y="85158"/>
                  <a:pt x="179447" y="84337"/>
                  <a:pt x="181087" y="83605"/>
                </a:cubicBezTo>
                <a:cubicBezTo>
                  <a:pt x="182728" y="82872"/>
                  <a:pt x="183967" y="82505"/>
                  <a:pt x="184804" y="82505"/>
                </a:cubicBezTo>
                <a:cubicBezTo>
                  <a:pt x="185293" y="82505"/>
                  <a:pt x="185729" y="82627"/>
                  <a:pt x="186113" y="82872"/>
                </a:cubicBezTo>
                <a:cubicBezTo>
                  <a:pt x="186497" y="83116"/>
                  <a:pt x="186794" y="83482"/>
                  <a:pt x="187003" y="83971"/>
                </a:cubicBezTo>
                <a:cubicBezTo>
                  <a:pt x="187212" y="84460"/>
                  <a:pt x="187370" y="85140"/>
                  <a:pt x="187474" y="86013"/>
                </a:cubicBezTo>
                <a:cubicBezTo>
                  <a:pt x="187579" y="86885"/>
                  <a:pt x="187631" y="87950"/>
                  <a:pt x="187631" y="89206"/>
                </a:cubicBezTo>
                <a:cubicBezTo>
                  <a:pt x="187631" y="90114"/>
                  <a:pt x="187596" y="90899"/>
                  <a:pt x="187527" y="91562"/>
                </a:cubicBezTo>
                <a:cubicBezTo>
                  <a:pt x="187457" y="92225"/>
                  <a:pt x="187370" y="92818"/>
                  <a:pt x="187265" y="93342"/>
                </a:cubicBezTo>
                <a:cubicBezTo>
                  <a:pt x="187160" y="93865"/>
                  <a:pt x="186986" y="94337"/>
                  <a:pt x="186741" y="94755"/>
                </a:cubicBezTo>
                <a:cubicBezTo>
                  <a:pt x="186497" y="95174"/>
                  <a:pt x="186183" y="95576"/>
                  <a:pt x="185799" y="95959"/>
                </a:cubicBezTo>
                <a:cubicBezTo>
                  <a:pt x="185415" y="96343"/>
                  <a:pt x="184281" y="96972"/>
                  <a:pt x="182396" y="97844"/>
                </a:cubicBezTo>
                <a:cubicBezTo>
                  <a:pt x="180512" y="98717"/>
                  <a:pt x="178069" y="99572"/>
                  <a:pt x="175067" y="100409"/>
                </a:cubicBezTo>
                <a:cubicBezTo>
                  <a:pt x="172066" y="101247"/>
                  <a:pt x="168593" y="101997"/>
                  <a:pt x="164649" y="102660"/>
                </a:cubicBezTo>
                <a:cubicBezTo>
                  <a:pt x="160705" y="103323"/>
                  <a:pt x="156500" y="103655"/>
                  <a:pt x="152033" y="103655"/>
                </a:cubicBezTo>
                <a:cubicBezTo>
                  <a:pt x="144285" y="103655"/>
                  <a:pt x="137496" y="102572"/>
                  <a:pt x="131668" y="100406"/>
                </a:cubicBezTo>
                <a:cubicBezTo>
                  <a:pt x="125840" y="98240"/>
                  <a:pt x="120936" y="95026"/>
                  <a:pt x="116957" y="90764"/>
                </a:cubicBezTo>
                <a:cubicBezTo>
                  <a:pt x="112979" y="86501"/>
                  <a:pt x="109977" y="81156"/>
                  <a:pt x="107953" y="74728"/>
                </a:cubicBezTo>
                <a:cubicBezTo>
                  <a:pt x="105929" y="68300"/>
                  <a:pt x="104917" y="60823"/>
                  <a:pt x="104917" y="52299"/>
                </a:cubicBezTo>
                <a:cubicBezTo>
                  <a:pt x="104917" y="44193"/>
                  <a:pt x="105964" y="36909"/>
                  <a:pt x="108058" y="30445"/>
                </a:cubicBezTo>
                <a:cubicBezTo>
                  <a:pt x="110152" y="23982"/>
                  <a:pt x="113171" y="18497"/>
                  <a:pt x="117114" y="13991"/>
                </a:cubicBezTo>
                <a:cubicBezTo>
                  <a:pt x="121058" y="9484"/>
                  <a:pt x="125822" y="6026"/>
                  <a:pt x="131406" y="3615"/>
                </a:cubicBezTo>
                <a:cubicBezTo>
                  <a:pt x="136990" y="1205"/>
                  <a:pt x="143238" y="0"/>
                  <a:pt x="150148" y="0"/>
                </a:cubicBezTo>
                <a:cubicBezTo>
                  <a:pt x="157547" y="0"/>
                  <a:pt x="163846" y="1187"/>
                  <a:pt x="169047" y="3560"/>
                </a:cubicBezTo>
                <a:cubicBezTo>
                  <a:pt x="174247" y="5933"/>
                  <a:pt x="178522" y="9127"/>
                  <a:pt x="181873" y="13140"/>
                </a:cubicBezTo>
                <a:cubicBezTo>
                  <a:pt x="185223" y="17154"/>
                  <a:pt x="187684" y="21865"/>
                  <a:pt x="189254" y="27275"/>
                </a:cubicBezTo>
                <a:cubicBezTo>
                  <a:pt x="190825" y="32684"/>
                  <a:pt x="191610" y="38461"/>
                  <a:pt x="191610" y="44603"/>
                </a:cubicBezTo>
                <a:lnTo>
                  <a:pt x="191610" y="47744"/>
                </a:lnTo>
                <a:moveTo>
                  <a:pt x="174229" y="42509"/>
                </a:moveTo>
                <a:cubicBezTo>
                  <a:pt x="174439" y="33500"/>
                  <a:pt x="172432" y="26432"/>
                  <a:pt x="168209" y="21304"/>
                </a:cubicBezTo>
                <a:cubicBezTo>
                  <a:pt x="163986" y="16175"/>
                  <a:pt x="157721" y="13611"/>
                  <a:pt x="149415" y="13611"/>
                </a:cubicBezTo>
                <a:cubicBezTo>
                  <a:pt x="145157" y="13611"/>
                  <a:pt x="141423" y="14409"/>
                  <a:pt x="138212" y="16003"/>
                </a:cubicBezTo>
                <a:cubicBezTo>
                  <a:pt x="135001" y="17595"/>
                  <a:pt x="132314" y="19709"/>
                  <a:pt x="130150" y="22344"/>
                </a:cubicBezTo>
                <a:cubicBezTo>
                  <a:pt x="127986" y="24977"/>
                  <a:pt x="126311" y="28044"/>
                  <a:pt x="125124" y="31545"/>
                </a:cubicBezTo>
                <a:cubicBezTo>
                  <a:pt x="123938" y="35044"/>
                  <a:pt x="123274" y="38698"/>
                  <a:pt x="123135" y="42509"/>
                </a:cubicBezTo>
                <a:lnTo>
                  <a:pt x="174229" y="42509"/>
                </a:lnTo>
                <a:close/>
                <a:moveTo>
                  <a:pt x="298414" y="98943"/>
                </a:moveTo>
                <a:cubicBezTo>
                  <a:pt x="298414" y="99502"/>
                  <a:pt x="298274" y="99973"/>
                  <a:pt x="297995" y="100357"/>
                </a:cubicBezTo>
                <a:cubicBezTo>
                  <a:pt x="297716" y="100741"/>
                  <a:pt x="297262" y="101072"/>
                  <a:pt x="296634" y="101352"/>
                </a:cubicBezTo>
                <a:cubicBezTo>
                  <a:pt x="296005" y="101631"/>
                  <a:pt x="295133" y="101840"/>
                  <a:pt x="294016" y="101980"/>
                </a:cubicBezTo>
                <a:cubicBezTo>
                  <a:pt x="292899" y="102119"/>
                  <a:pt x="291503" y="102189"/>
                  <a:pt x="289828" y="102189"/>
                </a:cubicBezTo>
                <a:cubicBezTo>
                  <a:pt x="288083" y="102189"/>
                  <a:pt x="286652" y="102119"/>
                  <a:pt x="285535" y="101980"/>
                </a:cubicBezTo>
                <a:cubicBezTo>
                  <a:pt x="284418" y="101840"/>
                  <a:pt x="283546" y="101631"/>
                  <a:pt x="282918" y="101352"/>
                </a:cubicBezTo>
                <a:cubicBezTo>
                  <a:pt x="282289" y="101072"/>
                  <a:pt x="281836" y="100742"/>
                  <a:pt x="281557" y="100360"/>
                </a:cubicBezTo>
                <a:cubicBezTo>
                  <a:pt x="281277" y="99976"/>
                  <a:pt x="281138" y="99505"/>
                  <a:pt x="281138" y="98947"/>
                </a:cubicBezTo>
                <a:lnTo>
                  <a:pt x="281138" y="43834"/>
                </a:lnTo>
                <a:cubicBezTo>
                  <a:pt x="281138" y="38466"/>
                  <a:pt x="280719" y="34144"/>
                  <a:pt x="279881" y="30867"/>
                </a:cubicBezTo>
                <a:cubicBezTo>
                  <a:pt x="279044" y="27591"/>
                  <a:pt x="277822" y="24769"/>
                  <a:pt x="276217" y="22400"/>
                </a:cubicBezTo>
                <a:cubicBezTo>
                  <a:pt x="274611" y="20029"/>
                  <a:pt x="272535" y="18216"/>
                  <a:pt x="269987" y="16962"/>
                </a:cubicBezTo>
                <a:cubicBezTo>
                  <a:pt x="267439" y="15705"/>
                  <a:pt x="264490" y="15077"/>
                  <a:pt x="261140" y="15077"/>
                </a:cubicBezTo>
                <a:cubicBezTo>
                  <a:pt x="256812" y="15077"/>
                  <a:pt x="252484" y="16612"/>
                  <a:pt x="248157" y="19681"/>
                </a:cubicBezTo>
                <a:cubicBezTo>
                  <a:pt x="243829" y="22748"/>
                  <a:pt x="239292" y="27243"/>
                  <a:pt x="234545" y="33168"/>
                </a:cubicBezTo>
                <a:lnTo>
                  <a:pt x="234545" y="98947"/>
                </a:lnTo>
                <a:cubicBezTo>
                  <a:pt x="234545" y="99505"/>
                  <a:pt x="234406" y="99976"/>
                  <a:pt x="234127" y="100360"/>
                </a:cubicBezTo>
                <a:cubicBezTo>
                  <a:pt x="233847" y="100742"/>
                  <a:pt x="233394" y="101072"/>
                  <a:pt x="232765" y="101352"/>
                </a:cubicBezTo>
                <a:cubicBezTo>
                  <a:pt x="232137" y="101631"/>
                  <a:pt x="231265" y="101840"/>
                  <a:pt x="230148" y="101980"/>
                </a:cubicBezTo>
                <a:cubicBezTo>
                  <a:pt x="229031" y="102119"/>
                  <a:pt x="227600" y="102189"/>
                  <a:pt x="225855" y="102189"/>
                </a:cubicBezTo>
                <a:cubicBezTo>
                  <a:pt x="224180" y="102189"/>
                  <a:pt x="222784" y="102119"/>
                  <a:pt x="221667" y="101980"/>
                </a:cubicBezTo>
                <a:cubicBezTo>
                  <a:pt x="220550" y="101840"/>
                  <a:pt x="219660" y="101631"/>
                  <a:pt x="218997" y="101352"/>
                </a:cubicBezTo>
                <a:cubicBezTo>
                  <a:pt x="218334" y="101072"/>
                  <a:pt x="217880" y="100741"/>
                  <a:pt x="217636" y="100357"/>
                </a:cubicBezTo>
                <a:cubicBezTo>
                  <a:pt x="217392" y="99973"/>
                  <a:pt x="217269" y="99502"/>
                  <a:pt x="217269" y="98943"/>
                </a:cubicBezTo>
                <a:lnTo>
                  <a:pt x="217269" y="4712"/>
                </a:lnTo>
                <a:cubicBezTo>
                  <a:pt x="217269" y="4153"/>
                  <a:pt x="217374" y="3682"/>
                  <a:pt x="217584" y="3298"/>
                </a:cubicBezTo>
                <a:cubicBezTo>
                  <a:pt x="217793" y="2914"/>
                  <a:pt x="218212" y="2565"/>
                  <a:pt x="218840" y="2251"/>
                </a:cubicBezTo>
                <a:cubicBezTo>
                  <a:pt x="219468" y="1937"/>
                  <a:pt x="220271" y="1728"/>
                  <a:pt x="221248" y="1623"/>
                </a:cubicBezTo>
                <a:cubicBezTo>
                  <a:pt x="222225" y="1518"/>
                  <a:pt x="223517" y="1466"/>
                  <a:pt x="225122" y="1466"/>
                </a:cubicBezTo>
                <a:cubicBezTo>
                  <a:pt x="226658" y="1466"/>
                  <a:pt x="227932" y="1518"/>
                  <a:pt x="228944" y="1623"/>
                </a:cubicBezTo>
                <a:cubicBezTo>
                  <a:pt x="229956" y="1728"/>
                  <a:pt x="230741" y="1937"/>
                  <a:pt x="231300" y="2251"/>
                </a:cubicBezTo>
                <a:cubicBezTo>
                  <a:pt x="231858" y="2565"/>
                  <a:pt x="232259" y="2914"/>
                  <a:pt x="232504" y="3298"/>
                </a:cubicBezTo>
                <a:cubicBezTo>
                  <a:pt x="232748" y="3682"/>
                  <a:pt x="232870" y="4153"/>
                  <a:pt x="232870" y="4712"/>
                </a:cubicBezTo>
                <a:lnTo>
                  <a:pt x="232870" y="17171"/>
                </a:lnTo>
                <a:cubicBezTo>
                  <a:pt x="238175" y="11238"/>
                  <a:pt x="243462" y="6893"/>
                  <a:pt x="248732" y="4136"/>
                </a:cubicBezTo>
                <a:cubicBezTo>
                  <a:pt x="254002" y="1379"/>
                  <a:pt x="259325" y="0"/>
                  <a:pt x="264700" y="0"/>
                </a:cubicBezTo>
                <a:cubicBezTo>
                  <a:pt x="270982" y="0"/>
                  <a:pt x="276269" y="1064"/>
                  <a:pt x="280562" y="3193"/>
                </a:cubicBezTo>
                <a:cubicBezTo>
                  <a:pt x="284855" y="5322"/>
                  <a:pt x="288327" y="8167"/>
                  <a:pt x="290980" y="11727"/>
                </a:cubicBezTo>
                <a:cubicBezTo>
                  <a:pt x="293632" y="15286"/>
                  <a:pt x="295534" y="19457"/>
                  <a:pt x="296686" y="24239"/>
                </a:cubicBezTo>
                <a:cubicBezTo>
                  <a:pt x="297838" y="29020"/>
                  <a:pt x="298414" y="34761"/>
                  <a:pt x="298414" y="41462"/>
                </a:cubicBezTo>
                <a:lnTo>
                  <a:pt x="298414" y="98943"/>
                </a:lnTo>
                <a:close/>
                <a:moveTo>
                  <a:pt x="384518" y="10889"/>
                </a:moveTo>
                <a:cubicBezTo>
                  <a:pt x="384518" y="12425"/>
                  <a:pt x="384483" y="13716"/>
                  <a:pt x="384413" y="14763"/>
                </a:cubicBezTo>
                <a:cubicBezTo>
                  <a:pt x="384343" y="15810"/>
                  <a:pt x="384204" y="16630"/>
                  <a:pt x="383994" y="17223"/>
                </a:cubicBezTo>
                <a:cubicBezTo>
                  <a:pt x="383785" y="17817"/>
                  <a:pt x="383523" y="18271"/>
                  <a:pt x="383209" y="18585"/>
                </a:cubicBezTo>
                <a:cubicBezTo>
                  <a:pt x="382895" y="18899"/>
                  <a:pt x="382458" y="19056"/>
                  <a:pt x="381900" y="19056"/>
                </a:cubicBezTo>
                <a:cubicBezTo>
                  <a:pt x="381342" y="19056"/>
                  <a:pt x="380661" y="18899"/>
                  <a:pt x="379858" y="18585"/>
                </a:cubicBezTo>
                <a:cubicBezTo>
                  <a:pt x="379056" y="18271"/>
                  <a:pt x="378148" y="17956"/>
                  <a:pt x="377136" y="17642"/>
                </a:cubicBezTo>
                <a:cubicBezTo>
                  <a:pt x="376124" y="17328"/>
                  <a:pt x="374990" y="17032"/>
                  <a:pt x="373733" y="16752"/>
                </a:cubicBezTo>
                <a:cubicBezTo>
                  <a:pt x="372477" y="16473"/>
                  <a:pt x="371116" y="16334"/>
                  <a:pt x="369650" y="16334"/>
                </a:cubicBezTo>
                <a:cubicBezTo>
                  <a:pt x="367905" y="16334"/>
                  <a:pt x="366195" y="16683"/>
                  <a:pt x="364520" y="17381"/>
                </a:cubicBezTo>
                <a:cubicBezTo>
                  <a:pt x="362844" y="18079"/>
                  <a:pt x="361082" y="19230"/>
                  <a:pt x="359232" y="20836"/>
                </a:cubicBezTo>
                <a:cubicBezTo>
                  <a:pt x="357382" y="22441"/>
                  <a:pt x="355445" y="24570"/>
                  <a:pt x="353421" y="27223"/>
                </a:cubicBezTo>
                <a:cubicBezTo>
                  <a:pt x="351397" y="29875"/>
                  <a:pt x="349163" y="33121"/>
                  <a:pt x="346720" y="36960"/>
                </a:cubicBezTo>
                <a:lnTo>
                  <a:pt x="346720" y="98943"/>
                </a:lnTo>
                <a:cubicBezTo>
                  <a:pt x="346720" y="99502"/>
                  <a:pt x="346581" y="99973"/>
                  <a:pt x="346301" y="100357"/>
                </a:cubicBezTo>
                <a:cubicBezTo>
                  <a:pt x="346022" y="100741"/>
                  <a:pt x="345568" y="101072"/>
                  <a:pt x="344940" y="101352"/>
                </a:cubicBezTo>
                <a:cubicBezTo>
                  <a:pt x="344312" y="101631"/>
                  <a:pt x="343440" y="101840"/>
                  <a:pt x="342323" y="101980"/>
                </a:cubicBezTo>
                <a:cubicBezTo>
                  <a:pt x="341206" y="102119"/>
                  <a:pt x="339775" y="102189"/>
                  <a:pt x="338030" y="102189"/>
                </a:cubicBezTo>
                <a:cubicBezTo>
                  <a:pt x="336355" y="102189"/>
                  <a:pt x="334959" y="102119"/>
                  <a:pt x="333842" y="101980"/>
                </a:cubicBezTo>
                <a:cubicBezTo>
                  <a:pt x="332725" y="101840"/>
                  <a:pt x="331835" y="101631"/>
                  <a:pt x="331172" y="101352"/>
                </a:cubicBezTo>
                <a:cubicBezTo>
                  <a:pt x="330509" y="101072"/>
                  <a:pt x="330055" y="100741"/>
                  <a:pt x="329811" y="100357"/>
                </a:cubicBezTo>
                <a:cubicBezTo>
                  <a:pt x="329567" y="99973"/>
                  <a:pt x="329444" y="99502"/>
                  <a:pt x="329444" y="98943"/>
                </a:cubicBezTo>
                <a:lnTo>
                  <a:pt x="329444" y="4712"/>
                </a:lnTo>
                <a:cubicBezTo>
                  <a:pt x="329444" y="4153"/>
                  <a:pt x="329549" y="3682"/>
                  <a:pt x="329758" y="3298"/>
                </a:cubicBezTo>
                <a:cubicBezTo>
                  <a:pt x="329968" y="2914"/>
                  <a:pt x="330387" y="2565"/>
                  <a:pt x="331015" y="2251"/>
                </a:cubicBezTo>
                <a:cubicBezTo>
                  <a:pt x="331643" y="1937"/>
                  <a:pt x="332446" y="1728"/>
                  <a:pt x="333423" y="1623"/>
                </a:cubicBezTo>
                <a:cubicBezTo>
                  <a:pt x="334400" y="1518"/>
                  <a:pt x="335692" y="1466"/>
                  <a:pt x="337297" y="1466"/>
                </a:cubicBezTo>
                <a:cubicBezTo>
                  <a:pt x="338833" y="1466"/>
                  <a:pt x="340107" y="1518"/>
                  <a:pt x="341119" y="1623"/>
                </a:cubicBezTo>
                <a:cubicBezTo>
                  <a:pt x="342131" y="1728"/>
                  <a:pt x="342916" y="1937"/>
                  <a:pt x="343474" y="2251"/>
                </a:cubicBezTo>
                <a:cubicBezTo>
                  <a:pt x="344033" y="2565"/>
                  <a:pt x="344434" y="2914"/>
                  <a:pt x="344679" y="3298"/>
                </a:cubicBezTo>
                <a:cubicBezTo>
                  <a:pt x="344923" y="3682"/>
                  <a:pt x="345045" y="4153"/>
                  <a:pt x="345045" y="4712"/>
                </a:cubicBezTo>
                <a:lnTo>
                  <a:pt x="345045" y="18428"/>
                </a:lnTo>
                <a:cubicBezTo>
                  <a:pt x="347628" y="14658"/>
                  <a:pt x="350053" y="11587"/>
                  <a:pt x="352322" y="9214"/>
                </a:cubicBezTo>
                <a:cubicBezTo>
                  <a:pt x="354590" y="6841"/>
                  <a:pt x="356737" y="4973"/>
                  <a:pt x="358761" y="3612"/>
                </a:cubicBezTo>
                <a:cubicBezTo>
                  <a:pt x="360785" y="2251"/>
                  <a:pt x="362792" y="1309"/>
                  <a:pt x="364781" y="785"/>
                </a:cubicBezTo>
                <a:cubicBezTo>
                  <a:pt x="366771" y="262"/>
                  <a:pt x="368777" y="0"/>
                  <a:pt x="370802" y="0"/>
                </a:cubicBezTo>
                <a:cubicBezTo>
                  <a:pt x="371709" y="0"/>
                  <a:pt x="372739" y="52"/>
                  <a:pt x="373890" y="157"/>
                </a:cubicBezTo>
                <a:cubicBezTo>
                  <a:pt x="375042" y="262"/>
                  <a:pt x="376246" y="454"/>
                  <a:pt x="377503" y="733"/>
                </a:cubicBezTo>
                <a:cubicBezTo>
                  <a:pt x="378759" y="1012"/>
                  <a:pt x="379893" y="1326"/>
                  <a:pt x="380905" y="1675"/>
                </a:cubicBezTo>
                <a:cubicBezTo>
                  <a:pt x="381918" y="2024"/>
                  <a:pt x="382633" y="2373"/>
                  <a:pt x="383052" y="2722"/>
                </a:cubicBezTo>
                <a:cubicBezTo>
                  <a:pt x="383471" y="3071"/>
                  <a:pt x="383750" y="3403"/>
                  <a:pt x="383889" y="3717"/>
                </a:cubicBezTo>
                <a:cubicBezTo>
                  <a:pt x="384029" y="4031"/>
                  <a:pt x="384151" y="4432"/>
                  <a:pt x="384256" y="4921"/>
                </a:cubicBezTo>
                <a:cubicBezTo>
                  <a:pt x="384361" y="5410"/>
                  <a:pt x="384430" y="6125"/>
                  <a:pt x="384465" y="7067"/>
                </a:cubicBezTo>
                <a:cubicBezTo>
                  <a:pt x="384500" y="8010"/>
                  <a:pt x="384518" y="9284"/>
                  <a:pt x="384518" y="10889"/>
                </a:cubicBezTo>
                <a:close/>
                <a:moveTo>
                  <a:pt x="484639" y="47744"/>
                </a:moveTo>
                <a:cubicBezTo>
                  <a:pt x="484639" y="50466"/>
                  <a:pt x="483958" y="52403"/>
                  <a:pt x="482597" y="53555"/>
                </a:cubicBezTo>
                <a:cubicBezTo>
                  <a:pt x="481236" y="54707"/>
                  <a:pt x="479683" y="55283"/>
                  <a:pt x="477938" y="55283"/>
                </a:cubicBezTo>
                <a:lnTo>
                  <a:pt x="416164" y="55283"/>
                </a:lnTo>
                <a:cubicBezTo>
                  <a:pt x="416164" y="60533"/>
                  <a:pt x="416687" y="65259"/>
                  <a:pt x="417734" y="69460"/>
                </a:cubicBezTo>
                <a:cubicBezTo>
                  <a:pt x="418781" y="73661"/>
                  <a:pt x="420526" y="77267"/>
                  <a:pt x="422969" y="80277"/>
                </a:cubicBezTo>
                <a:cubicBezTo>
                  <a:pt x="425412" y="83287"/>
                  <a:pt x="428588" y="85598"/>
                  <a:pt x="432497" y="87210"/>
                </a:cubicBezTo>
                <a:cubicBezTo>
                  <a:pt x="436406" y="88820"/>
                  <a:pt x="441188" y="89625"/>
                  <a:pt x="446841" y="89625"/>
                </a:cubicBezTo>
                <a:cubicBezTo>
                  <a:pt x="451309" y="89625"/>
                  <a:pt x="455287" y="89258"/>
                  <a:pt x="458777" y="88526"/>
                </a:cubicBezTo>
                <a:cubicBezTo>
                  <a:pt x="462268" y="87793"/>
                  <a:pt x="465286" y="86973"/>
                  <a:pt x="467834" y="86065"/>
                </a:cubicBezTo>
                <a:cubicBezTo>
                  <a:pt x="470382" y="85158"/>
                  <a:pt x="472476" y="84337"/>
                  <a:pt x="474116" y="83605"/>
                </a:cubicBezTo>
                <a:cubicBezTo>
                  <a:pt x="475757" y="82872"/>
                  <a:pt x="476996" y="82505"/>
                  <a:pt x="477833" y="82505"/>
                </a:cubicBezTo>
                <a:cubicBezTo>
                  <a:pt x="478322" y="82505"/>
                  <a:pt x="478758" y="82627"/>
                  <a:pt x="479142" y="82872"/>
                </a:cubicBezTo>
                <a:cubicBezTo>
                  <a:pt x="479526" y="83116"/>
                  <a:pt x="479823" y="83482"/>
                  <a:pt x="480032" y="83971"/>
                </a:cubicBezTo>
                <a:cubicBezTo>
                  <a:pt x="480241" y="84460"/>
                  <a:pt x="480398" y="85140"/>
                  <a:pt x="480503" y="86013"/>
                </a:cubicBezTo>
                <a:cubicBezTo>
                  <a:pt x="480608" y="86885"/>
                  <a:pt x="480660" y="87950"/>
                  <a:pt x="480660" y="89206"/>
                </a:cubicBezTo>
                <a:cubicBezTo>
                  <a:pt x="480660" y="90114"/>
                  <a:pt x="480625" y="90899"/>
                  <a:pt x="480556" y="91562"/>
                </a:cubicBezTo>
                <a:cubicBezTo>
                  <a:pt x="480486" y="92225"/>
                  <a:pt x="480398" y="92818"/>
                  <a:pt x="480294" y="93342"/>
                </a:cubicBezTo>
                <a:cubicBezTo>
                  <a:pt x="480189" y="93865"/>
                  <a:pt x="480015" y="94337"/>
                  <a:pt x="479770" y="94755"/>
                </a:cubicBezTo>
                <a:cubicBezTo>
                  <a:pt x="479526" y="95174"/>
                  <a:pt x="479212" y="95576"/>
                  <a:pt x="478828" y="95959"/>
                </a:cubicBezTo>
                <a:cubicBezTo>
                  <a:pt x="478444" y="96343"/>
                  <a:pt x="477310" y="96972"/>
                  <a:pt x="475425" y="97844"/>
                </a:cubicBezTo>
                <a:cubicBezTo>
                  <a:pt x="473540" y="98717"/>
                  <a:pt x="471097" y="99572"/>
                  <a:pt x="468096" y="100409"/>
                </a:cubicBezTo>
                <a:cubicBezTo>
                  <a:pt x="465094" y="101247"/>
                  <a:pt x="461622" y="101997"/>
                  <a:pt x="457678" y="102660"/>
                </a:cubicBezTo>
                <a:cubicBezTo>
                  <a:pt x="453734" y="103323"/>
                  <a:pt x="449529" y="103655"/>
                  <a:pt x="445062" y="103655"/>
                </a:cubicBezTo>
                <a:cubicBezTo>
                  <a:pt x="437314" y="103655"/>
                  <a:pt x="430525" y="102572"/>
                  <a:pt x="424697" y="100406"/>
                </a:cubicBezTo>
                <a:cubicBezTo>
                  <a:pt x="418869" y="98240"/>
                  <a:pt x="413965" y="95026"/>
                  <a:pt x="409986" y="90764"/>
                </a:cubicBezTo>
                <a:cubicBezTo>
                  <a:pt x="406008" y="86501"/>
                  <a:pt x="403006" y="81156"/>
                  <a:pt x="400982" y="74728"/>
                </a:cubicBezTo>
                <a:cubicBezTo>
                  <a:pt x="398958" y="68300"/>
                  <a:pt x="397946" y="60823"/>
                  <a:pt x="397946" y="52299"/>
                </a:cubicBezTo>
                <a:cubicBezTo>
                  <a:pt x="397946" y="44193"/>
                  <a:pt x="398993" y="36909"/>
                  <a:pt x="401087" y="30445"/>
                </a:cubicBezTo>
                <a:cubicBezTo>
                  <a:pt x="403181" y="23982"/>
                  <a:pt x="406200" y="18497"/>
                  <a:pt x="410143" y="13991"/>
                </a:cubicBezTo>
                <a:cubicBezTo>
                  <a:pt x="414087" y="9484"/>
                  <a:pt x="418851" y="6026"/>
                  <a:pt x="424435" y="3615"/>
                </a:cubicBezTo>
                <a:cubicBezTo>
                  <a:pt x="430019" y="1205"/>
                  <a:pt x="436267" y="0"/>
                  <a:pt x="443177" y="0"/>
                </a:cubicBezTo>
                <a:cubicBezTo>
                  <a:pt x="450576" y="0"/>
                  <a:pt x="456875" y="1187"/>
                  <a:pt x="462076" y="3560"/>
                </a:cubicBezTo>
                <a:cubicBezTo>
                  <a:pt x="467276" y="5933"/>
                  <a:pt x="471551" y="9127"/>
                  <a:pt x="474902" y="13140"/>
                </a:cubicBezTo>
                <a:cubicBezTo>
                  <a:pt x="478252" y="17154"/>
                  <a:pt x="480713" y="21865"/>
                  <a:pt x="482283" y="27275"/>
                </a:cubicBezTo>
                <a:cubicBezTo>
                  <a:pt x="483854" y="32684"/>
                  <a:pt x="484639" y="38461"/>
                  <a:pt x="484639" y="44603"/>
                </a:cubicBezTo>
                <a:lnTo>
                  <a:pt x="484639" y="47744"/>
                </a:lnTo>
                <a:moveTo>
                  <a:pt x="467258" y="42509"/>
                </a:moveTo>
                <a:cubicBezTo>
                  <a:pt x="467468" y="33500"/>
                  <a:pt x="465461" y="26432"/>
                  <a:pt x="461238" y="21304"/>
                </a:cubicBezTo>
                <a:cubicBezTo>
                  <a:pt x="457015" y="16175"/>
                  <a:pt x="450750" y="13611"/>
                  <a:pt x="442444" y="13611"/>
                </a:cubicBezTo>
                <a:cubicBezTo>
                  <a:pt x="438186" y="13611"/>
                  <a:pt x="434452" y="14409"/>
                  <a:pt x="431241" y="16003"/>
                </a:cubicBezTo>
                <a:cubicBezTo>
                  <a:pt x="428030" y="17595"/>
                  <a:pt x="425343" y="19709"/>
                  <a:pt x="423179" y="22344"/>
                </a:cubicBezTo>
                <a:cubicBezTo>
                  <a:pt x="421015" y="24977"/>
                  <a:pt x="419340" y="28044"/>
                  <a:pt x="418153" y="31545"/>
                </a:cubicBezTo>
                <a:cubicBezTo>
                  <a:pt x="416966" y="35044"/>
                  <a:pt x="416303" y="38698"/>
                  <a:pt x="416164" y="42509"/>
                </a:cubicBezTo>
                <a:lnTo>
                  <a:pt x="467258" y="425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4" name="Text 3)UnlearningviaSparseInitiatingTokens">
            <a:extLst xmlns:a="http://schemas.openxmlformats.org/drawingml/2006/main">
              <a:ext uri="{FF2B5EF4-FFF2-40B4-BE49-F238E27FC236}">
                <a16:creationId xmlns:a16="http://schemas.microsoft.com/office/drawing/2014/main" id="{1CEADAF6-E8B0-4756-9B1A-D1AA068D3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809" y="5110421"/>
            <a:ext cx="4105610" cy="212761"/>
          </a:xfrm>
          <a:custGeom xmlns:a="http://schemas.openxmlformats.org/drawingml/2006/main">
            <a:pathLst>
              <a:path w="4105610" h="212761">
                <a:moveTo>
                  <a:pt x="102815" y="124217"/>
                </a:moveTo>
                <a:cubicBezTo>
                  <a:pt x="102815" y="131923"/>
                  <a:pt x="101349" y="138755"/>
                  <a:pt x="98417" y="144713"/>
                </a:cubicBezTo>
                <a:cubicBezTo>
                  <a:pt x="95485" y="150669"/>
                  <a:pt x="91404" y="155672"/>
                  <a:pt x="86174" y="159723"/>
                </a:cubicBezTo>
                <a:cubicBezTo>
                  <a:pt x="80944" y="163772"/>
                  <a:pt x="74684" y="166849"/>
                  <a:pt x="67394" y="168954"/>
                </a:cubicBezTo>
                <a:cubicBezTo>
                  <a:pt x="60104" y="171058"/>
                  <a:pt x="52140" y="172111"/>
                  <a:pt x="43503" y="172111"/>
                </a:cubicBezTo>
                <a:cubicBezTo>
                  <a:pt x="38273" y="172111"/>
                  <a:pt x="33360" y="171729"/>
                  <a:pt x="28764" y="170967"/>
                </a:cubicBezTo>
                <a:cubicBezTo>
                  <a:pt x="24168" y="170204"/>
                  <a:pt x="20107" y="169261"/>
                  <a:pt x="16581" y="168136"/>
                </a:cubicBezTo>
                <a:cubicBezTo>
                  <a:pt x="13055" y="167012"/>
                  <a:pt x="10143" y="165848"/>
                  <a:pt x="7845" y="164645"/>
                </a:cubicBezTo>
                <a:cubicBezTo>
                  <a:pt x="5547" y="163441"/>
                  <a:pt x="4041" y="162523"/>
                  <a:pt x="3328" y="161889"/>
                </a:cubicBezTo>
                <a:cubicBezTo>
                  <a:pt x="2615" y="161255"/>
                  <a:pt x="2080" y="160542"/>
                  <a:pt x="1723" y="159749"/>
                </a:cubicBezTo>
                <a:cubicBezTo>
                  <a:pt x="1367" y="158957"/>
                  <a:pt x="1050" y="158026"/>
                  <a:pt x="773" y="156956"/>
                </a:cubicBezTo>
                <a:cubicBezTo>
                  <a:pt x="495" y="155886"/>
                  <a:pt x="297" y="154539"/>
                  <a:pt x="178" y="152915"/>
                </a:cubicBezTo>
                <a:cubicBezTo>
                  <a:pt x="59" y="151290"/>
                  <a:pt x="0" y="149329"/>
                  <a:pt x="0" y="147031"/>
                </a:cubicBezTo>
                <a:cubicBezTo>
                  <a:pt x="0" y="143228"/>
                  <a:pt x="317" y="140593"/>
                  <a:pt x="951" y="139127"/>
                </a:cubicBezTo>
                <a:cubicBezTo>
                  <a:pt x="1585" y="137661"/>
                  <a:pt x="2536" y="136928"/>
                  <a:pt x="3804" y="136928"/>
                </a:cubicBezTo>
                <a:cubicBezTo>
                  <a:pt x="4596" y="136928"/>
                  <a:pt x="5963" y="137469"/>
                  <a:pt x="7904" y="138551"/>
                </a:cubicBezTo>
                <a:cubicBezTo>
                  <a:pt x="9846" y="139633"/>
                  <a:pt x="12322" y="140796"/>
                  <a:pt x="15333" y="142039"/>
                </a:cubicBezTo>
                <a:cubicBezTo>
                  <a:pt x="18344" y="143282"/>
                  <a:pt x="21870" y="144445"/>
                  <a:pt x="25912" y="145527"/>
                </a:cubicBezTo>
                <a:cubicBezTo>
                  <a:pt x="29953" y="146609"/>
                  <a:pt x="34549" y="147150"/>
                  <a:pt x="39700" y="147150"/>
                </a:cubicBezTo>
                <a:cubicBezTo>
                  <a:pt x="44058" y="147150"/>
                  <a:pt x="47901" y="146634"/>
                  <a:pt x="51229" y="145601"/>
                </a:cubicBezTo>
                <a:cubicBezTo>
                  <a:pt x="54557" y="144568"/>
                  <a:pt x="57390" y="143119"/>
                  <a:pt x="59728" y="141251"/>
                </a:cubicBezTo>
                <a:cubicBezTo>
                  <a:pt x="62065" y="139384"/>
                  <a:pt x="63809" y="137120"/>
                  <a:pt x="64958" y="134458"/>
                </a:cubicBezTo>
                <a:cubicBezTo>
                  <a:pt x="66107" y="131796"/>
                  <a:pt x="66681" y="128837"/>
                  <a:pt x="66681" y="125580"/>
                </a:cubicBezTo>
                <a:cubicBezTo>
                  <a:pt x="66681" y="122005"/>
                  <a:pt x="65988" y="118787"/>
                  <a:pt x="64601" y="115927"/>
                </a:cubicBezTo>
                <a:cubicBezTo>
                  <a:pt x="63214" y="113067"/>
                  <a:pt x="61154" y="110624"/>
                  <a:pt x="58420" y="108598"/>
                </a:cubicBezTo>
                <a:cubicBezTo>
                  <a:pt x="55686" y="106570"/>
                  <a:pt x="52239" y="105000"/>
                  <a:pt x="48079" y="103888"/>
                </a:cubicBezTo>
                <a:cubicBezTo>
                  <a:pt x="43919" y="102776"/>
                  <a:pt x="39026" y="102220"/>
                  <a:pt x="33400" y="102220"/>
                </a:cubicBezTo>
                <a:lnTo>
                  <a:pt x="20088" y="102220"/>
                </a:lnTo>
                <a:cubicBezTo>
                  <a:pt x="19057" y="102220"/>
                  <a:pt x="18186" y="102082"/>
                  <a:pt x="17473" y="101804"/>
                </a:cubicBezTo>
                <a:cubicBezTo>
                  <a:pt x="16759" y="101525"/>
                  <a:pt x="16165" y="100946"/>
                  <a:pt x="15690" y="100070"/>
                </a:cubicBezTo>
                <a:cubicBezTo>
                  <a:pt x="15214" y="99193"/>
                  <a:pt x="14877" y="97979"/>
                  <a:pt x="14679" y="96426"/>
                </a:cubicBezTo>
                <a:cubicBezTo>
                  <a:pt x="14481" y="94873"/>
                  <a:pt x="14382" y="92863"/>
                  <a:pt x="14382" y="90394"/>
                </a:cubicBezTo>
                <a:cubicBezTo>
                  <a:pt x="14382" y="88083"/>
                  <a:pt x="14481" y="86192"/>
                  <a:pt x="14679" y="84718"/>
                </a:cubicBezTo>
                <a:cubicBezTo>
                  <a:pt x="14877" y="83245"/>
                  <a:pt x="15194" y="82109"/>
                  <a:pt x="15630" y="81312"/>
                </a:cubicBezTo>
                <a:cubicBezTo>
                  <a:pt x="16066" y="80515"/>
                  <a:pt x="16621" y="79958"/>
                  <a:pt x="17294" y="79641"/>
                </a:cubicBezTo>
                <a:cubicBezTo>
                  <a:pt x="17968" y="79321"/>
                  <a:pt x="18780" y="79161"/>
                  <a:pt x="19731" y="79161"/>
                </a:cubicBezTo>
                <a:lnTo>
                  <a:pt x="33162" y="79161"/>
                </a:lnTo>
                <a:cubicBezTo>
                  <a:pt x="37758" y="79161"/>
                  <a:pt x="41839" y="78628"/>
                  <a:pt x="45405" y="77561"/>
                </a:cubicBezTo>
                <a:cubicBezTo>
                  <a:pt x="48971" y="76493"/>
                  <a:pt x="51962" y="74973"/>
                  <a:pt x="54379" y="72999"/>
                </a:cubicBezTo>
                <a:cubicBezTo>
                  <a:pt x="56796" y="71023"/>
                  <a:pt x="58638" y="68632"/>
                  <a:pt x="59906" y="65827"/>
                </a:cubicBezTo>
                <a:cubicBezTo>
                  <a:pt x="61174" y="63021"/>
                  <a:pt x="61808" y="59920"/>
                  <a:pt x="61808" y="56522"/>
                </a:cubicBezTo>
                <a:cubicBezTo>
                  <a:pt x="61808" y="53915"/>
                  <a:pt x="61372" y="51446"/>
                  <a:pt x="60500" y="49116"/>
                </a:cubicBezTo>
                <a:cubicBezTo>
                  <a:pt x="59629" y="46785"/>
                  <a:pt x="58341" y="44771"/>
                  <a:pt x="56637" y="43072"/>
                </a:cubicBezTo>
                <a:cubicBezTo>
                  <a:pt x="54934" y="41374"/>
                  <a:pt x="52735" y="40030"/>
                  <a:pt x="50040" y="39042"/>
                </a:cubicBezTo>
                <a:cubicBezTo>
                  <a:pt x="47346" y="38054"/>
                  <a:pt x="44177" y="37560"/>
                  <a:pt x="40532" y="37560"/>
                </a:cubicBezTo>
                <a:cubicBezTo>
                  <a:pt x="36411" y="37560"/>
                  <a:pt x="32528" y="38174"/>
                  <a:pt x="28883" y="39402"/>
                </a:cubicBezTo>
                <a:cubicBezTo>
                  <a:pt x="25238" y="40631"/>
                  <a:pt x="21969" y="41978"/>
                  <a:pt x="19077" y="43444"/>
                </a:cubicBezTo>
                <a:cubicBezTo>
                  <a:pt x="16185" y="44910"/>
                  <a:pt x="13728" y="46277"/>
                  <a:pt x="11708" y="47544"/>
                </a:cubicBezTo>
                <a:cubicBezTo>
                  <a:pt x="9687" y="48812"/>
                  <a:pt x="8201" y="49446"/>
                  <a:pt x="7251" y="49446"/>
                </a:cubicBezTo>
                <a:cubicBezTo>
                  <a:pt x="6617" y="49446"/>
                  <a:pt x="6062" y="49308"/>
                  <a:pt x="5586" y="49030"/>
                </a:cubicBezTo>
                <a:cubicBezTo>
                  <a:pt x="5111" y="48753"/>
                  <a:pt x="4715" y="48218"/>
                  <a:pt x="4398" y="47426"/>
                </a:cubicBezTo>
                <a:cubicBezTo>
                  <a:pt x="4081" y="46633"/>
                  <a:pt x="3843" y="45484"/>
                  <a:pt x="3685" y="43979"/>
                </a:cubicBezTo>
                <a:cubicBezTo>
                  <a:pt x="3526" y="42473"/>
                  <a:pt x="3447" y="40532"/>
                  <a:pt x="3447" y="38154"/>
                </a:cubicBezTo>
                <a:cubicBezTo>
                  <a:pt x="3447" y="36173"/>
                  <a:pt x="3487" y="34529"/>
                  <a:pt x="3566" y="33222"/>
                </a:cubicBezTo>
                <a:cubicBezTo>
                  <a:pt x="3645" y="31914"/>
                  <a:pt x="3804" y="30825"/>
                  <a:pt x="4041" y="29953"/>
                </a:cubicBezTo>
                <a:cubicBezTo>
                  <a:pt x="4279" y="29081"/>
                  <a:pt x="4576" y="28329"/>
                  <a:pt x="4933" y="27695"/>
                </a:cubicBezTo>
                <a:cubicBezTo>
                  <a:pt x="5289" y="27061"/>
                  <a:pt x="5864" y="26367"/>
                  <a:pt x="6656" y="25615"/>
                </a:cubicBezTo>
                <a:cubicBezTo>
                  <a:pt x="7449" y="24862"/>
                  <a:pt x="9073" y="23725"/>
                  <a:pt x="11530" y="22205"/>
                </a:cubicBezTo>
                <a:cubicBezTo>
                  <a:pt x="13986" y="20684"/>
                  <a:pt x="17076" y="19203"/>
                  <a:pt x="20801" y="17762"/>
                </a:cubicBezTo>
                <a:cubicBezTo>
                  <a:pt x="24525" y="16321"/>
                  <a:pt x="28824" y="15100"/>
                  <a:pt x="33697" y="14100"/>
                </a:cubicBezTo>
                <a:cubicBezTo>
                  <a:pt x="38570" y="13099"/>
                  <a:pt x="43860" y="12599"/>
                  <a:pt x="49565" y="12599"/>
                </a:cubicBezTo>
                <a:cubicBezTo>
                  <a:pt x="57014" y="12599"/>
                  <a:pt x="63610" y="13472"/>
                  <a:pt x="69355" y="15218"/>
                </a:cubicBezTo>
                <a:cubicBezTo>
                  <a:pt x="75100" y="16961"/>
                  <a:pt x="79934" y="19478"/>
                  <a:pt x="83856" y="22769"/>
                </a:cubicBezTo>
                <a:cubicBezTo>
                  <a:pt x="87779" y="26058"/>
                  <a:pt x="90750" y="30102"/>
                  <a:pt x="92771" y="34901"/>
                </a:cubicBezTo>
                <a:cubicBezTo>
                  <a:pt x="94792" y="39697"/>
                  <a:pt x="95802" y="45108"/>
                  <a:pt x="95802" y="51133"/>
                </a:cubicBezTo>
                <a:cubicBezTo>
                  <a:pt x="95802" y="55810"/>
                  <a:pt x="95208" y="60171"/>
                  <a:pt x="94019" y="64215"/>
                </a:cubicBezTo>
                <a:cubicBezTo>
                  <a:pt x="92830" y="68258"/>
                  <a:pt x="91087" y="71866"/>
                  <a:pt x="88789" y="75038"/>
                </a:cubicBezTo>
                <a:cubicBezTo>
                  <a:pt x="86491" y="78211"/>
                  <a:pt x="83619" y="80907"/>
                  <a:pt x="80172" y="83128"/>
                </a:cubicBezTo>
                <a:cubicBezTo>
                  <a:pt x="76725" y="85347"/>
                  <a:pt x="72743" y="87011"/>
                  <a:pt x="68226" y="88121"/>
                </a:cubicBezTo>
                <a:lnTo>
                  <a:pt x="68226" y="88477"/>
                </a:lnTo>
                <a:cubicBezTo>
                  <a:pt x="73615" y="89114"/>
                  <a:pt x="78448" y="90484"/>
                  <a:pt x="82727" y="92589"/>
                </a:cubicBezTo>
                <a:cubicBezTo>
                  <a:pt x="87006" y="94694"/>
                  <a:pt x="90632" y="97335"/>
                  <a:pt x="93603" y="100512"/>
                </a:cubicBezTo>
                <a:cubicBezTo>
                  <a:pt x="96575" y="103689"/>
                  <a:pt x="98853" y="107283"/>
                  <a:pt x="100438" y="111295"/>
                </a:cubicBezTo>
                <a:cubicBezTo>
                  <a:pt x="102022" y="115304"/>
                  <a:pt x="102815" y="119611"/>
                  <a:pt x="102815" y="124217"/>
                </a:cubicBezTo>
                <a:close/>
                <a:moveTo>
                  <a:pt x="177277" y="105370"/>
                </a:moveTo>
                <a:cubicBezTo>
                  <a:pt x="177277" y="114329"/>
                  <a:pt x="176762" y="123150"/>
                  <a:pt x="175732" y="131832"/>
                </a:cubicBezTo>
                <a:cubicBezTo>
                  <a:pt x="174702" y="140514"/>
                  <a:pt x="173137" y="149116"/>
                  <a:pt x="171037" y="157639"/>
                </a:cubicBezTo>
                <a:cubicBezTo>
                  <a:pt x="168937" y="166163"/>
                  <a:pt x="166322" y="174607"/>
                  <a:pt x="163192" y="182972"/>
                </a:cubicBezTo>
                <a:cubicBezTo>
                  <a:pt x="160062" y="191337"/>
                  <a:pt x="156358" y="199641"/>
                  <a:pt x="152079" y="207884"/>
                </a:cubicBezTo>
                <a:cubicBezTo>
                  <a:pt x="151841" y="208441"/>
                  <a:pt x="151425" y="208938"/>
                  <a:pt x="150831" y="209374"/>
                </a:cubicBezTo>
                <a:cubicBezTo>
                  <a:pt x="150237" y="209810"/>
                  <a:pt x="149405" y="210166"/>
                  <a:pt x="148335" y="210443"/>
                </a:cubicBezTo>
                <a:cubicBezTo>
                  <a:pt x="147265" y="210721"/>
                  <a:pt x="145938" y="210939"/>
                  <a:pt x="144353" y="211097"/>
                </a:cubicBezTo>
                <a:cubicBezTo>
                  <a:pt x="142768" y="211256"/>
                  <a:pt x="140866" y="211335"/>
                  <a:pt x="138648" y="211335"/>
                </a:cubicBezTo>
                <a:cubicBezTo>
                  <a:pt x="135399" y="211335"/>
                  <a:pt x="132883" y="211176"/>
                  <a:pt x="131100" y="210859"/>
                </a:cubicBezTo>
                <a:cubicBezTo>
                  <a:pt x="129317" y="210543"/>
                  <a:pt x="127990" y="210067"/>
                  <a:pt x="127118" y="209433"/>
                </a:cubicBezTo>
                <a:cubicBezTo>
                  <a:pt x="126246" y="208799"/>
                  <a:pt x="125811" y="208025"/>
                  <a:pt x="125811" y="207112"/>
                </a:cubicBezTo>
                <a:cubicBezTo>
                  <a:pt x="125811" y="206200"/>
                  <a:pt x="126048" y="205111"/>
                  <a:pt x="126524" y="203843"/>
                </a:cubicBezTo>
                <a:cubicBezTo>
                  <a:pt x="133101" y="188302"/>
                  <a:pt x="138113" y="172306"/>
                  <a:pt x="141560" y="155857"/>
                </a:cubicBezTo>
                <a:cubicBezTo>
                  <a:pt x="145007" y="139404"/>
                  <a:pt x="146730" y="122496"/>
                  <a:pt x="146730" y="105133"/>
                </a:cubicBezTo>
                <a:cubicBezTo>
                  <a:pt x="146730" y="87848"/>
                  <a:pt x="145026" y="70981"/>
                  <a:pt x="141619" y="54531"/>
                </a:cubicBezTo>
                <a:cubicBezTo>
                  <a:pt x="138212" y="38079"/>
                  <a:pt x="133140" y="22122"/>
                  <a:pt x="126405" y="6660"/>
                </a:cubicBezTo>
                <a:cubicBezTo>
                  <a:pt x="126009" y="5630"/>
                  <a:pt x="125870" y="4679"/>
                  <a:pt x="125989" y="3807"/>
                </a:cubicBezTo>
                <a:cubicBezTo>
                  <a:pt x="126108" y="2933"/>
                  <a:pt x="126662" y="2219"/>
                  <a:pt x="127653" y="1664"/>
                </a:cubicBezTo>
                <a:cubicBezTo>
                  <a:pt x="128643" y="1109"/>
                  <a:pt x="130030" y="693"/>
                  <a:pt x="131813" y="416"/>
                </a:cubicBezTo>
                <a:cubicBezTo>
                  <a:pt x="133596" y="139"/>
                  <a:pt x="135953" y="0"/>
                  <a:pt x="138885" y="0"/>
                </a:cubicBezTo>
                <a:cubicBezTo>
                  <a:pt x="141342" y="0"/>
                  <a:pt x="143362" y="59"/>
                  <a:pt x="144947" y="178"/>
                </a:cubicBezTo>
                <a:cubicBezTo>
                  <a:pt x="146532" y="297"/>
                  <a:pt x="147840" y="495"/>
                  <a:pt x="148870" y="773"/>
                </a:cubicBezTo>
                <a:cubicBezTo>
                  <a:pt x="149900" y="1050"/>
                  <a:pt x="150633" y="1347"/>
                  <a:pt x="151069" y="1664"/>
                </a:cubicBezTo>
                <a:cubicBezTo>
                  <a:pt x="151504" y="1981"/>
                  <a:pt x="151841" y="2338"/>
                  <a:pt x="152079" y="2734"/>
                </a:cubicBezTo>
                <a:cubicBezTo>
                  <a:pt x="160320" y="19384"/>
                  <a:pt x="166580" y="36213"/>
                  <a:pt x="170859" y="53220"/>
                </a:cubicBezTo>
                <a:cubicBezTo>
                  <a:pt x="175138" y="70227"/>
                  <a:pt x="177277" y="87610"/>
                  <a:pt x="177277" y="105370"/>
                </a:cubicBezTo>
                <a:close/>
                <a:moveTo>
                  <a:pt x="387047" y="112041"/>
                </a:moveTo>
                <a:cubicBezTo>
                  <a:pt x="387047" y="121478"/>
                  <a:pt x="385660" y="129924"/>
                  <a:pt x="382887" y="137377"/>
                </a:cubicBezTo>
                <a:cubicBezTo>
                  <a:pt x="380113" y="144831"/>
                  <a:pt x="376033" y="151136"/>
                  <a:pt x="370644" y="156291"/>
                </a:cubicBezTo>
                <a:cubicBezTo>
                  <a:pt x="365256" y="161444"/>
                  <a:pt x="358600" y="165369"/>
                  <a:pt x="350675" y="168066"/>
                </a:cubicBezTo>
                <a:cubicBezTo>
                  <a:pt x="342751" y="170762"/>
                  <a:pt x="333639" y="172111"/>
                  <a:pt x="323337" y="172111"/>
                </a:cubicBezTo>
                <a:cubicBezTo>
                  <a:pt x="313670" y="172111"/>
                  <a:pt x="304993" y="170902"/>
                  <a:pt x="297307" y="168486"/>
                </a:cubicBezTo>
                <a:cubicBezTo>
                  <a:pt x="289621" y="166066"/>
                  <a:pt x="283123" y="162399"/>
                  <a:pt x="277814" y="157483"/>
                </a:cubicBezTo>
                <a:cubicBezTo>
                  <a:pt x="272505" y="152566"/>
                  <a:pt x="268443" y="146439"/>
                  <a:pt x="265630" y="139105"/>
                </a:cubicBezTo>
                <a:cubicBezTo>
                  <a:pt x="262817" y="131767"/>
                  <a:pt x="261411" y="123182"/>
                  <a:pt x="261411" y="113349"/>
                </a:cubicBezTo>
                <a:lnTo>
                  <a:pt x="261411" y="19735"/>
                </a:lnTo>
                <a:cubicBezTo>
                  <a:pt x="261411" y="18942"/>
                  <a:pt x="261649" y="18229"/>
                  <a:pt x="262124" y="17595"/>
                </a:cubicBezTo>
                <a:cubicBezTo>
                  <a:pt x="262599" y="16959"/>
                  <a:pt x="263451" y="16442"/>
                  <a:pt x="264680" y="16046"/>
                </a:cubicBezTo>
                <a:cubicBezTo>
                  <a:pt x="265908" y="15650"/>
                  <a:pt x="267512" y="15333"/>
                  <a:pt x="269493" y="15095"/>
                </a:cubicBezTo>
                <a:cubicBezTo>
                  <a:pt x="271474" y="14858"/>
                  <a:pt x="274010" y="14739"/>
                  <a:pt x="277100" y="14739"/>
                </a:cubicBezTo>
                <a:cubicBezTo>
                  <a:pt x="280112" y="14739"/>
                  <a:pt x="282608" y="14858"/>
                  <a:pt x="284589" y="15095"/>
                </a:cubicBezTo>
                <a:cubicBezTo>
                  <a:pt x="286570" y="15333"/>
                  <a:pt x="288155" y="15650"/>
                  <a:pt x="289343" y="16046"/>
                </a:cubicBezTo>
                <a:cubicBezTo>
                  <a:pt x="290532" y="16442"/>
                  <a:pt x="291384" y="16959"/>
                  <a:pt x="291899" y="17595"/>
                </a:cubicBezTo>
                <a:cubicBezTo>
                  <a:pt x="292414" y="18229"/>
                  <a:pt x="292671" y="18942"/>
                  <a:pt x="292671" y="19735"/>
                </a:cubicBezTo>
                <a:lnTo>
                  <a:pt x="292671" y="110626"/>
                </a:lnTo>
                <a:cubicBezTo>
                  <a:pt x="292671" y="116735"/>
                  <a:pt x="293424" y="122031"/>
                  <a:pt x="294930" y="126513"/>
                </a:cubicBezTo>
                <a:cubicBezTo>
                  <a:pt x="296435" y="130992"/>
                  <a:pt x="298595" y="134699"/>
                  <a:pt x="301408" y="137634"/>
                </a:cubicBezTo>
                <a:cubicBezTo>
                  <a:pt x="304221" y="140568"/>
                  <a:pt x="307588" y="142769"/>
                  <a:pt x="311511" y="144238"/>
                </a:cubicBezTo>
                <a:cubicBezTo>
                  <a:pt x="315433" y="145704"/>
                  <a:pt x="319811" y="146437"/>
                  <a:pt x="324645" y="146437"/>
                </a:cubicBezTo>
                <a:cubicBezTo>
                  <a:pt x="329558" y="146437"/>
                  <a:pt x="333956" y="145684"/>
                  <a:pt x="337838" y="144178"/>
                </a:cubicBezTo>
                <a:cubicBezTo>
                  <a:pt x="341721" y="142670"/>
                  <a:pt x="345010" y="140469"/>
                  <a:pt x="347704" y="137574"/>
                </a:cubicBezTo>
                <a:cubicBezTo>
                  <a:pt x="350398" y="134679"/>
                  <a:pt x="352478" y="131111"/>
                  <a:pt x="353944" y="126869"/>
                </a:cubicBezTo>
                <a:cubicBezTo>
                  <a:pt x="355410" y="122625"/>
                  <a:pt x="356143" y="117806"/>
                  <a:pt x="356143" y="112413"/>
                </a:cubicBezTo>
                <a:lnTo>
                  <a:pt x="356143" y="19735"/>
                </a:lnTo>
                <a:cubicBezTo>
                  <a:pt x="356143" y="18942"/>
                  <a:pt x="356381" y="18229"/>
                  <a:pt x="356856" y="17595"/>
                </a:cubicBezTo>
                <a:cubicBezTo>
                  <a:pt x="357332" y="16959"/>
                  <a:pt x="358164" y="16442"/>
                  <a:pt x="359352" y="16046"/>
                </a:cubicBezTo>
                <a:cubicBezTo>
                  <a:pt x="360541" y="15650"/>
                  <a:pt x="362146" y="15333"/>
                  <a:pt x="364166" y="15095"/>
                </a:cubicBezTo>
                <a:cubicBezTo>
                  <a:pt x="366187" y="14858"/>
                  <a:pt x="368703" y="14739"/>
                  <a:pt x="371714" y="14739"/>
                </a:cubicBezTo>
                <a:cubicBezTo>
                  <a:pt x="374725" y="14739"/>
                  <a:pt x="377201" y="14858"/>
                  <a:pt x="379143" y="15095"/>
                </a:cubicBezTo>
                <a:cubicBezTo>
                  <a:pt x="381084" y="15333"/>
                  <a:pt x="382649" y="15650"/>
                  <a:pt x="383838" y="16046"/>
                </a:cubicBezTo>
                <a:cubicBezTo>
                  <a:pt x="385026" y="16442"/>
                  <a:pt x="385858" y="16959"/>
                  <a:pt x="386334" y="17595"/>
                </a:cubicBezTo>
                <a:cubicBezTo>
                  <a:pt x="386809" y="18229"/>
                  <a:pt x="387047" y="18942"/>
                  <a:pt x="387047" y="19735"/>
                </a:cubicBezTo>
                <a:lnTo>
                  <a:pt x="387047" y="112041"/>
                </a:lnTo>
                <a:close/>
                <a:moveTo>
                  <a:pt x="518214" y="165213"/>
                </a:moveTo>
                <a:cubicBezTo>
                  <a:pt x="518214" y="166006"/>
                  <a:pt x="517976" y="166700"/>
                  <a:pt x="517501" y="167297"/>
                </a:cubicBezTo>
                <a:cubicBezTo>
                  <a:pt x="517025" y="167891"/>
                  <a:pt x="516233" y="168386"/>
                  <a:pt x="515124" y="168783"/>
                </a:cubicBezTo>
                <a:cubicBezTo>
                  <a:pt x="514014" y="169179"/>
                  <a:pt x="512489" y="169476"/>
                  <a:pt x="510547" y="169674"/>
                </a:cubicBezTo>
                <a:cubicBezTo>
                  <a:pt x="508606" y="169872"/>
                  <a:pt x="506209" y="169971"/>
                  <a:pt x="503356" y="169971"/>
                </a:cubicBezTo>
                <a:cubicBezTo>
                  <a:pt x="500424" y="169971"/>
                  <a:pt x="497988" y="169872"/>
                  <a:pt x="496046" y="169674"/>
                </a:cubicBezTo>
                <a:cubicBezTo>
                  <a:pt x="494105" y="169476"/>
                  <a:pt x="492580" y="169179"/>
                  <a:pt x="491470" y="168783"/>
                </a:cubicBezTo>
                <a:cubicBezTo>
                  <a:pt x="490361" y="168386"/>
                  <a:pt x="489568" y="167891"/>
                  <a:pt x="489093" y="167297"/>
                </a:cubicBezTo>
                <a:cubicBezTo>
                  <a:pt x="488618" y="166703"/>
                  <a:pt x="488380" y="166009"/>
                  <a:pt x="488380" y="165217"/>
                </a:cubicBezTo>
                <a:lnTo>
                  <a:pt x="488380" y="104717"/>
                </a:lnTo>
                <a:cubicBezTo>
                  <a:pt x="488380" y="99566"/>
                  <a:pt x="488003" y="95525"/>
                  <a:pt x="487251" y="92593"/>
                </a:cubicBezTo>
                <a:cubicBezTo>
                  <a:pt x="486498" y="89661"/>
                  <a:pt x="485408" y="87145"/>
                  <a:pt x="483982" y="85045"/>
                </a:cubicBezTo>
                <a:cubicBezTo>
                  <a:pt x="482556" y="82945"/>
                  <a:pt x="480713" y="81321"/>
                  <a:pt x="478455" y="80172"/>
                </a:cubicBezTo>
                <a:cubicBezTo>
                  <a:pt x="476197" y="79023"/>
                  <a:pt x="473562" y="78448"/>
                  <a:pt x="470551" y="78448"/>
                </a:cubicBezTo>
                <a:cubicBezTo>
                  <a:pt x="466747" y="78448"/>
                  <a:pt x="462904" y="79835"/>
                  <a:pt x="459021" y="82608"/>
                </a:cubicBezTo>
                <a:cubicBezTo>
                  <a:pt x="455138" y="85382"/>
                  <a:pt x="451097" y="89423"/>
                  <a:pt x="446897" y="94732"/>
                </a:cubicBezTo>
                <a:lnTo>
                  <a:pt x="446897" y="165217"/>
                </a:lnTo>
                <a:cubicBezTo>
                  <a:pt x="446897" y="166009"/>
                  <a:pt x="446660" y="166703"/>
                  <a:pt x="446184" y="167297"/>
                </a:cubicBezTo>
                <a:cubicBezTo>
                  <a:pt x="445709" y="167891"/>
                  <a:pt x="444897" y="168386"/>
                  <a:pt x="443748" y="168783"/>
                </a:cubicBezTo>
                <a:cubicBezTo>
                  <a:pt x="442599" y="169179"/>
                  <a:pt x="441073" y="169476"/>
                  <a:pt x="439171" y="169674"/>
                </a:cubicBezTo>
                <a:cubicBezTo>
                  <a:pt x="437270" y="169872"/>
                  <a:pt x="434853" y="169971"/>
                  <a:pt x="431921" y="169971"/>
                </a:cubicBezTo>
                <a:cubicBezTo>
                  <a:pt x="428989" y="169971"/>
                  <a:pt x="426572" y="169872"/>
                  <a:pt x="424670" y="169674"/>
                </a:cubicBezTo>
                <a:cubicBezTo>
                  <a:pt x="422769" y="169476"/>
                  <a:pt x="421243" y="169179"/>
                  <a:pt x="420094" y="168783"/>
                </a:cubicBezTo>
                <a:cubicBezTo>
                  <a:pt x="418945" y="168386"/>
                  <a:pt x="418133" y="167891"/>
                  <a:pt x="417658" y="167297"/>
                </a:cubicBezTo>
                <a:cubicBezTo>
                  <a:pt x="417182" y="166703"/>
                  <a:pt x="416944" y="166009"/>
                  <a:pt x="416944" y="165217"/>
                </a:cubicBezTo>
                <a:lnTo>
                  <a:pt x="416944" y="59193"/>
                </a:lnTo>
                <a:cubicBezTo>
                  <a:pt x="416944" y="58400"/>
                  <a:pt x="417142" y="57707"/>
                  <a:pt x="417539" y="57113"/>
                </a:cubicBezTo>
                <a:cubicBezTo>
                  <a:pt x="417935" y="56518"/>
                  <a:pt x="418648" y="56023"/>
                  <a:pt x="419678" y="55627"/>
                </a:cubicBezTo>
                <a:cubicBezTo>
                  <a:pt x="420708" y="55231"/>
                  <a:pt x="422036" y="54934"/>
                  <a:pt x="423660" y="54736"/>
                </a:cubicBezTo>
                <a:cubicBezTo>
                  <a:pt x="425284" y="54537"/>
                  <a:pt x="427325" y="54438"/>
                  <a:pt x="429781" y="54438"/>
                </a:cubicBezTo>
                <a:cubicBezTo>
                  <a:pt x="432317" y="54438"/>
                  <a:pt x="434417" y="54537"/>
                  <a:pt x="436081" y="54736"/>
                </a:cubicBezTo>
                <a:cubicBezTo>
                  <a:pt x="437745" y="54934"/>
                  <a:pt x="439033" y="55231"/>
                  <a:pt x="439944" y="55627"/>
                </a:cubicBezTo>
                <a:cubicBezTo>
                  <a:pt x="440855" y="56023"/>
                  <a:pt x="441509" y="56518"/>
                  <a:pt x="441905" y="57113"/>
                </a:cubicBezTo>
                <a:cubicBezTo>
                  <a:pt x="442301" y="57707"/>
                  <a:pt x="442500" y="58400"/>
                  <a:pt x="442500" y="59193"/>
                </a:cubicBezTo>
                <a:lnTo>
                  <a:pt x="442500" y="71435"/>
                </a:lnTo>
                <a:cubicBezTo>
                  <a:pt x="448363" y="65057"/>
                  <a:pt x="454326" y="60272"/>
                  <a:pt x="460388" y="57083"/>
                </a:cubicBezTo>
                <a:cubicBezTo>
                  <a:pt x="466450" y="53894"/>
                  <a:pt x="472769" y="52299"/>
                  <a:pt x="479346" y="52299"/>
                </a:cubicBezTo>
                <a:cubicBezTo>
                  <a:pt x="486557" y="52299"/>
                  <a:pt x="492639" y="53489"/>
                  <a:pt x="497592" y="55868"/>
                </a:cubicBezTo>
                <a:cubicBezTo>
                  <a:pt x="502544" y="58248"/>
                  <a:pt x="506546" y="61481"/>
                  <a:pt x="509597" y="65567"/>
                </a:cubicBezTo>
                <a:cubicBezTo>
                  <a:pt x="512647" y="69650"/>
                  <a:pt x="514846" y="74429"/>
                  <a:pt x="516193" y="79904"/>
                </a:cubicBezTo>
                <a:cubicBezTo>
                  <a:pt x="517540" y="85377"/>
                  <a:pt x="518214" y="91960"/>
                  <a:pt x="518214" y="99654"/>
                </a:cubicBezTo>
                <a:lnTo>
                  <a:pt x="518214" y="165213"/>
                </a:lnTo>
                <a:close/>
                <a:moveTo>
                  <a:pt x="575860" y="165217"/>
                </a:moveTo>
                <a:cubicBezTo>
                  <a:pt x="575860" y="166009"/>
                  <a:pt x="575623" y="166703"/>
                  <a:pt x="575147" y="167297"/>
                </a:cubicBezTo>
                <a:cubicBezTo>
                  <a:pt x="574672" y="167891"/>
                  <a:pt x="573860" y="168386"/>
                  <a:pt x="572711" y="168783"/>
                </a:cubicBezTo>
                <a:cubicBezTo>
                  <a:pt x="571562" y="169179"/>
                  <a:pt x="570036" y="169476"/>
                  <a:pt x="568135" y="169674"/>
                </a:cubicBezTo>
                <a:cubicBezTo>
                  <a:pt x="566233" y="169872"/>
                  <a:pt x="563816" y="169971"/>
                  <a:pt x="560884" y="169971"/>
                </a:cubicBezTo>
                <a:cubicBezTo>
                  <a:pt x="557952" y="169971"/>
                  <a:pt x="555535" y="169872"/>
                  <a:pt x="553633" y="169674"/>
                </a:cubicBezTo>
                <a:cubicBezTo>
                  <a:pt x="551732" y="169476"/>
                  <a:pt x="550206" y="169179"/>
                  <a:pt x="549057" y="168783"/>
                </a:cubicBezTo>
                <a:cubicBezTo>
                  <a:pt x="547908" y="168386"/>
                  <a:pt x="547096" y="167891"/>
                  <a:pt x="546621" y="167297"/>
                </a:cubicBezTo>
                <a:cubicBezTo>
                  <a:pt x="546145" y="166703"/>
                  <a:pt x="545907" y="166009"/>
                  <a:pt x="545907" y="165217"/>
                </a:cubicBezTo>
                <a:lnTo>
                  <a:pt x="545907" y="8915"/>
                </a:lnTo>
                <a:cubicBezTo>
                  <a:pt x="545907" y="8122"/>
                  <a:pt x="546145" y="7409"/>
                  <a:pt x="546621" y="6775"/>
                </a:cubicBezTo>
                <a:cubicBezTo>
                  <a:pt x="547096" y="6141"/>
                  <a:pt x="547908" y="5606"/>
                  <a:pt x="549057" y="5170"/>
                </a:cubicBezTo>
                <a:cubicBezTo>
                  <a:pt x="550206" y="4735"/>
                  <a:pt x="551732" y="4398"/>
                  <a:pt x="553633" y="4160"/>
                </a:cubicBezTo>
                <a:cubicBezTo>
                  <a:pt x="555535" y="3922"/>
                  <a:pt x="557952" y="3804"/>
                  <a:pt x="560884" y="3804"/>
                </a:cubicBezTo>
                <a:cubicBezTo>
                  <a:pt x="563816" y="3804"/>
                  <a:pt x="566233" y="3922"/>
                  <a:pt x="568135" y="4160"/>
                </a:cubicBezTo>
                <a:cubicBezTo>
                  <a:pt x="570036" y="4398"/>
                  <a:pt x="571562" y="4735"/>
                  <a:pt x="572711" y="5170"/>
                </a:cubicBezTo>
                <a:cubicBezTo>
                  <a:pt x="573860" y="5606"/>
                  <a:pt x="574672" y="6141"/>
                  <a:pt x="575147" y="6775"/>
                </a:cubicBezTo>
                <a:cubicBezTo>
                  <a:pt x="575623" y="7409"/>
                  <a:pt x="575860" y="8122"/>
                  <a:pt x="575860" y="8915"/>
                </a:cubicBezTo>
                <a:lnTo>
                  <a:pt x="575860" y="165217"/>
                </a:lnTo>
                <a:close/>
                <a:moveTo>
                  <a:pt x="700318" y="109096"/>
                </a:moveTo>
                <a:cubicBezTo>
                  <a:pt x="700318" y="112748"/>
                  <a:pt x="699506" y="115448"/>
                  <a:pt x="697882" y="117193"/>
                </a:cubicBezTo>
                <a:cubicBezTo>
                  <a:pt x="696257" y="118939"/>
                  <a:pt x="694019" y="119812"/>
                  <a:pt x="691166" y="119812"/>
                </a:cubicBezTo>
                <a:lnTo>
                  <a:pt x="626624" y="119812"/>
                </a:lnTo>
                <a:cubicBezTo>
                  <a:pt x="626624" y="124346"/>
                  <a:pt x="627159" y="128463"/>
                  <a:pt x="628229" y="132162"/>
                </a:cubicBezTo>
                <a:cubicBezTo>
                  <a:pt x="629299" y="135862"/>
                  <a:pt x="631002" y="139006"/>
                  <a:pt x="633340" y="141593"/>
                </a:cubicBezTo>
                <a:cubicBezTo>
                  <a:pt x="635678" y="144178"/>
                  <a:pt x="638689" y="146147"/>
                  <a:pt x="642373" y="147499"/>
                </a:cubicBezTo>
                <a:cubicBezTo>
                  <a:pt x="646058" y="148851"/>
                  <a:pt x="650476" y="149527"/>
                  <a:pt x="655626" y="149527"/>
                </a:cubicBezTo>
                <a:cubicBezTo>
                  <a:pt x="660856" y="149527"/>
                  <a:pt x="665452" y="149145"/>
                  <a:pt x="669414" y="148379"/>
                </a:cubicBezTo>
                <a:cubicBezTo>
                  <a:pt x="673376" y="147614"/>
                  <a:pt x="676803" y="146769"/>
                  <a:pt x="679696" y="145843"/>
                </a:cubicBezTo>
                <a:cubicBezTo>
                  <a:pt x="682588" y="144916"/>
                  <a:pt x="684985" y="144071"/>
                  <a:pt x="686887" y="143306"/>
                </a:cubicBezTo>
                <a:cubicBezTo>
                  <a:pt x="688789" y="142540"/>
                  <a:pt x="690334" y="142158"/>
                  <a:pt x="691522" y="142158"/>
                </a:cubicBezTo>
                <a:cubicBezTo>
                  <a:pt x="692236" y="142158"/>
                  <a:pt x="692830" y="142298"/>
                  <a:pt x="693305" y="142578"/>
                </a:cubicBezTo>
                <a:cubicBezTo>
                  <a:pt x="693781" y="142855"/>
                  <a:pt x="694177" y="143353"/>
                  <a:pt x="694494" y="144071"/>
                </a:cubicBezTo>
                <a:cubicBezTo>
                  <a:pt x="694811" y="144786"/>
                  <a:pt x="695029" y="145802"/>
                  <a:pt x="695148" y="147117"/>
                </a:cubicBezTo>
                <a:cubicBezTo>
                  <a:pt x="695267" y="148431"/>
                  <a:pt x="695326" y="150084"/>
                  <a:pt x="695326" y="152075"/>
                </a:cubicBezTo>
                <a:cubicBezTo>
                  <a:pt x="695326" y="153828"/>
                  <a:pt x="695286" y="155323"/>
                  <a:pt x="695207" y="156559"/>
                </a:cubicBezTo>
                <a:cubicBezTo>
                  <a:pt x="695128" y="157792"/>
                  <a:pt x="695009" y="158847"/>
                  <a:pt x="694851" y="159723"/>
                </a:cubicBezTo>
                <a:cubicBezTo>
                  <a:pt x="694692" y="160600"/>
                  <a:pt x="694454" y="161338"/>
                  <a:pt x="694137" y="161937"/>
                </a:cubicBezTo>
                <a:cubicBezTo>
                  <a:pt x="693820" y="162534"/>
                  <a:pt x="693404" y="163111"/>
                  <a:pt x="692889" y="163668"/>
                </a:cubicBezTo>
                <a:cubicBezTo>
                  <a:pt x="692374" y="164225"/>
                  <a:pt x="690968" y="164979"/>
                  <a:pt x="688670" y="165930"/>
                </a:cubicBezTo>
                <a:cubicBezTo>
                  <a:pt x="686372" y="166881"/>
                  <a:pt x="683440" y="167812"/>
                  <a:pt x="679874" y="168723"/>
                </a:cubicBezTo>
                <a:cubicBezTo>
                  <a:pt x="676308" y="169635"/>
                  <a:pt x="672227" y="170427"/>
                  <a:pt x="667631" y="171100"/>
                </a:cubicBezTo>
                <a:cubicBezTo>
                  <a:pt x="663035" y="171774"/>
                  <a:pt x="658122" y="172111"/>
                  <a:pt x="652893" y="172111"/>
                </a:cubicBezTo>
                <a:cubicBezTo>
                  <a:pt x="643463" y="172111"/>
                  <a:pt x="635202" y="170920"/>
                  <a:pt x="628110" y="168538"/>
                </a:cubicBezTo>
                <a:cubicBezTo>
                  <a:pt x="621018" y="166155"/>
                  <a:pt x="615095" y="162542"/>
                  <a:pt x="610340" y="157699"/>
                </a:cubicBezTo>
                <a:cubicBezTo>
                  <a:pt x="605586" y="152855"/>
                  <a:pt x="602040" y="146743"/>
                  <a:pt x="599702" y="139361"/>
                </a:cubicBezTo>
                <a:cubicBezTo>
                  <a:pt x="597365" y="131977"/>
                  <a:pt x="596196" y="123322"/>
                  <a:pt x="596196" y="113397"/>
                </a:cubicBezTo>
                <a:cubicBezTo>
                  <a:pt x="596196" y="103948"/>
                  <a:pt x="597424" y="95432"/>
                  <a:pt x="599881" y="87849"/>
                </a:cubicBezTo>
                <a:cubicBezTo>
                  <a:pt x="602337" y="80267"/>
                  <a:pt x="605903" y="73836"/>
                  <a:pt x="610578" y="68557"/>
                </a:cubicBezTo>
                <a:cubicBezTo>
                  <a:pt x="615253" y="63275"/>
                  <a:pt x="620939" y="59245"/>
                  <a:pt x="627635" y="56466"/>
                </a:cubicBezTo>
                <a:cubicBezTo>
                  <a:pt x="634330" y="53688"/>
                  <a:pt x="641878" y="52299"/>
                  <a:pt x="650278" y="52299"/>
                </a:cubicBezTo>
                <a:cubicBezTo>
                  <a:pt x="659153" y="52299"/>
                  <a:pt x="666740" y="53609"/>
                  <a:pt x="673040" y="56229"/>
                </a:cubicBezTo>
                <a:cubicBezTo>
                  <a:pt x="679339" y="58849"/>
                  <a:pt x="684510" y="62480"/>
                  <a:pt x="688551" y="67123"/>
                </a:cubicBezTo>
                <a:cubicBezTo>
                  <a:pt x="692592" y="71766"/>
                  <a:pt x="695564" y="77263"/>
                  <a:pt x="697466" y="83615"/>
                </a:cubicBezTo>
                <a:cubicBezTo>
                  <a:pt x="699367" y="89964"/>
                  <a:pt x="700318" y="96871"/>
                  <a:pt x="700318" y="104334"/>
                </a:cubicBezTo>
                <a:lnTo>
                  <a:pt x="700318" y="109096"/>
                </a:lnTo>
                <a:moveTo>
                  <a:pt x="671316" y="100556"/>
                </a:moveTo>
                <a:cubicBezTo>
                  <a:pt x="671554" y="92120"/>
                  <a:pt x="669870" y="85495"/>
                  <a:pt x="666264" y="80681"/>
                </a:cubicBezTo>
                <a:cubicBezTo>
                  <a:pt x="662659" y="75864"/>
                  <a:pt x="657092" y="73456"/>
                  <a:pt x="649565" y="73456"/>
                </a:cubicBezTo>
                <a:cubicBezTo>
                  <a:pt x="645761" y="73456"/>
                  <a:pt x="642453" y="74173"/>
                  <a:pt x="639640" y="75607"/>
                </a:cubicBezTo>
                <a:cubicBezTo>
                  <a:pt x="636827" y="77038"/>
                  <a:pt x="634489" y="78968"/>
                  <a:pt x="632627" y="81398"/>
                </a:cubicBezTo>
                <a:cubicBezTo>
                  <a:pt x="630765" y="83824"/>
                  <a:pt x="629338" y="86689"/>
                  <a:pt x="628348" y="89993"/>
                </a:cubicBezTo>
                <a:cubicBezTo>
                  <a:pt x="627357" y="93294"/>
                  <a:pt x="626783" y="96815"/>
                  <a:pt x="626624" y="100556"/>
                </a:cubicBezTo>
                <a:lnTo>
                  <a:pt x="671316" y="100556"/>
                </a:lnTo>
                <a:close/>
                <a:moveTo>
                  <a:pt x="814806" y="165570"/>
                </a:moveTo>
                <a:cubicBezTo>
                  <a:pt x="814806" y="166679"/>
                  <a:pt x="814410" y="167552"/>
                  <a:pt x="813618" y="168188"/>
                </a:cubicBezTo>
                <a:cubicBezTo>
                  <a:pt x="812825" y="168822"/>
                  <a:pt x="811577" y="169278"/>
                  <a:pt x="809873" y="169555"/>
                </a:cubicBezTo>
                <a:cubicBezTo>
                  <a:pt x="808170" y="169833"/>
                  <a:pt x="805654" y="169971"/>
                  <a:pt x="802326" y="169971"/>
                </a:cubicBezTo>
                <a:cubicBezTo>
                  <a:pt x="798760" y="169971"/>
                  <a:pt x="796165" y="169833"/>
                  <a:pt x="794540" y="169555"/>
                </a:cubicBezTo>
                <a:cubicBezTo>
                  <a:pt x="792916" y="169278"/>
                  <a:pt x="791767" y="168822"/>
                  <a:pt x="791093" y="168188"/>
                </a:cubicBezTo>
                <a:cubicBezTo>
                  <a:pt x="790420" y="167554"/>
                  <a:pt x="790083" y="166683"/>
                  <a:pt x="790083" y="165573"/>
                </a:cubicBezTo>
                <a:lnTo>
                  <a:pt x="790083" y="157134"/>
                </a:lnTo>
                <a:cubicBezTo>
                  <a:pt x="785725" y="161810"/>
                  <a:pt x="780753" y="165474"/>
                  <a:pt x="775166" y="168129"/>
                </a:cubicBezTo>
                <a:cubicBezTo>
                  <a:pt x="769580" y="170784"/>
                  <a:pt x="763379" y="172111"/>
                  <a:pt x="756564" y="172111"/>
                </a:cubicBezTo>
                <a:cubicBezTo>
                  <a:pt x="750938" y="172111"/>
                  <a:pt x="745768" y="171375"/>
                  <a:pt x="741053" y="169904"/>
                </a:cubicBezTo>
                <a:cubicBezTo>
                  <a:pt x="736338" y="168434"/>
                  <a:pt x="732257" y="166247"/>
                  <a:pt x="728810" y="163345"/>
                </a:cubicBezTo>
                <a:cubicBezTo>
                  <a:pt x="725363" y="160443"/>
                  <a:pt x="722689" y="156846"/>
                  <a:pt x="720787" y="152554"/>
                </a:cubicBezTo>
                <a:cubicBezTo>
                  <a:pt x="718885" y="148261"/>
                  <a:pt x="717934" y="143251"/>
                  <a:pt x="717934" y="137526"/>
                </a:cubicBezTo>
                <a:cubicBezTo>
                  <a:pt x="717934" y="131323"/>
                  <a:pt x="719143" y="125936"/>
                  <a:pt x="721560" y="121365"/>
                </a:cubicBezTo>
                <a:cubicBezTo>
                  <a:pt x="723977" y="116793"/>
                  <a:pt x="727582" y="113017"/>
                  <a:pt x="732376" y="110036"/>
                </a:cubicBezTo>
                <a:cubicBezTo>
                  <a:pt x="737170" y="107054"/>
                  <a:pt x="743133" y="104848"/>
                  <a:pt x="750265" y="103417"/>
                </a:cubicBezTo>
                <a:cubicBezTo>
                  <a:pt x="757396" y="101985"/>
                  <a:pt x="765677" y="101270"/>
                  <a:pt x="775107" y="101270"/>
                </a:cubicBezTo>
                <a:lnTo>
                  <a:pt x="785448" y="101270"/>
                </a:lnTo>
                <a:lnTo>
                  <a:pt x="785448" y="94881"/>
                </a:lnTo>
                <a:cubicBezTo>
                  <a:pt x="785448" y="91568"/>
                  <a:pt x="785111" y="88669"/>
                  <a:pt x="784437" y="86185"/>
                </a:cubicBezTo>
                <a:cubicBezTo>
                  <a:pt x="783764" y="83699"/>
                  <a:pt x="782654" y="81628"/>
                  <a:pt x="781109" y="79971"/>
                </a:cubicBezTo>
                <a:cubicBezTo>
                  <a:pt x="779564" y="78315"/>
                  <a:pt x="777504" y="77093"/>
                  <a:pt x="774928" y="76305"/>
                </a:cubicBezTo>
                <a:cubicBezTo>
                  <a:pt x="772353" y="75515"/>
                  <a:pt x="769164" y="75120"/>
                  <a:pt x="765360" y="75120"/>
                </a:cubicBezTo>
                <a:cubicBezTo>
                  <a:pt x="760368" y="75120"/>
                  <a:pt x="755911" y="75675"/>
                  <a:pt x="751988" y="76784"/>
                </a:cubicBezTo>
                <a:cubicBezTo>
                  <a:pt x="748066" y="77894"/>
                  <a:pt x="744599" y="79122"/>
                  <a:pt x="741588" y="80469"/>
                </a:cubicBezTo>
                <a:cubicBezTo>
                  <a:pt x="738577" y="81816"/>
                  <a:pt x="736061" y="83044"/>
                  <a:pt x="734040" y="84154"/>
                </a:cubicBezTo>
                <a:cubicBezTo>
                  <a:pt x="732019" y="85263"/>
                  <a:pt x="730375" y="85818"/>
                  <a:pt x="729107" y="85818"/>
                </a:cubicBezTo>
                <a:cubicBezTo>
                  <a:pt x="728236" y="85818"/>
                  <a:pt x="727463" y="85539"/>
                  <a:pt x="726790" y="84982"/>
                </a:cubicBezTo>
                <a:cubicBezTo>
                  <a:pt x="726116" y="84425"/>
                  <a:pt x="725561" y="83629"/>
                  <a:pt x="725126" y="82594"/>
                </a:cubicBezTo>
                <a:cubicBezTo>
                  <a:pt x="724690" y="81558"/>
                  <a:pt x="724353" y="80284"/>
                  <a:pt x="724115" y="78771"/>
                </a:cubicBezTo>
                <a:cubicBezTo>
                  <a:pt x="723878" y="77256"/>
                  <a:pt x="723759" y="75583"/>
                  <a:pt x="723759" y="73753"/>
                </a:cubicBezTo>
                <a:cubicBezTo>
                  <a:pt x="723759" y="71284"/>
                  <a:pt x="723957" y="69333"/>
                  <a:pt x="724353" y="67899"/>
                </a:cubicBezTo>
                <a:cubicBezTo>
                  <a:pt x="724749" y="66466"/>
                  <a:pt x="725502" y="65172"/>
                  <a:pt x="726611" y="64018"/>
                </a:cubicBezTo>
                <a:cubicBezTo>
                  <a:pt x="727721" y="62861"/>
                  <a:pt x="729662" y="61590"/>
                  <a:pt x="732436" y="60203"/>
                </a:cubicBezTo>
                <a:cubicBezTo>
                  <a:pt x="735209" y="58816"/>
                  <a:pt x="738458" y="57529"/>
                  <a:pt x="742182" y="56340"/>
                </a:cubicBezTo>
                <a:cubicBezTo>
                  <a:pt x="745906" y="55152"/>
                  <a:pt x="749968" y="54181"/>
                  <a:pt x="754365" y="53428"/>
                </a:cubicBezTo>
                <a:cubicBezTo>
                  <a:pt x="758763" y="52675"/>
                  <a:pt x="763300" y="52299"/>
                  <a:pt x="767975" y="52299"/>
                </a:cubicBezTo>
                <a:cubicBezTo>
                  <a:pt x="776295" y="52299"/>
                  <a:pt x="783407" y="53112"/>
                  <a:pt x="789311" y="54739"/>
                </a:cubicBezTo>
                <a:cubicBezTo>
                  <a:pt x="795214" y="56364"/>
                  <a:pt x="800067" y="58862"/>
                  <a:pt x="803871" y="62235"/>
                </a:cubicBezTo>
                <a:cubicBezTo>
                  <a:pt x="807675" y="65605"/>
                  <a:pt x="810448" y="69947"/>
                  <a:pt x="812191" y="75261"/>
                </a:cubicBezTo>
                <a:cubicBezTo>
                  <a:pt x="813935" y="80575"/>
                  <a:pt x="814806" y="86881"/>
                  <a:pt x="814806" y="94179"/>
                </a:cubicBezTo>
                <a:lnTo>
                  <a:pt x="814806" y="165570"/>
                </a:lnTo>
                <a:moveTo>
                  <a:pt x="785448" y="120050"/>
                </a:moveTo>
                <a:lnTo>
                  <a:pt x="774037" y="120050"/>
                </a:lnTo>
                <a:cubicBezTo>
                  <a:pt x="769203" y="120050"/>
                  <a:pt x="765083" y="120409"/>
                  <a:pt x="761675" y="121127"/>
                </a:cubicBezTo>
                <a:cubicBezTo>
                  <a:pt x="758268" y="121845"/>
                  <a:pt x="755495" y="122923"/>
                  <a:pt x="753355" y="124362"/>
                </a:cubicBezTo>
                <a:cubicBezTo>
                  <a:pt x="751216" y="125798"/>
                  <a:pt x="749651" y="127535"/>
                  <a:pt x="748660" y="129573"/>
                </a:cubicBezTo>
                <a:cubicBezTo>
                  <a:pt x="747670" y="131609"/>
                  <a:pt x="747174" y="133944"/>
                  <a:pt x="747174" y="136579"/>
                </a:cubicBezTo>
                <a:cubicBezTo>
                  <a:pt x="747174" y="141051"/>
                  <a:pt x="748581" y="144565"/>
                  <a:pt x="751394" y="147120"/>
                </a:cubicBezTo>
                <a:cubicBezTo>
                  <a:pt x="754207" y="149676"/>
                  <a:pt x="758109" y="150954"/>
                  <a:pt x="763102" y="150954"/>
                </a:cubicBezTo>
                <a:cubicBezTo>
                  <a:pt x="767301" y="150954"/>
                  <a:pt x="771164" y="149876"/>
                  <a:pt x="774691" y="147722"/>
                </a:cubicBezTo>
                <a:cubicBezTo>
                  <a:pt x="778217" y="145565"/>
                  <a:pt x="781802" y="142410"/>
                  <a:pt x="785448" y="138258"/>
                </a:cubicBezTo>
                <a:lnTo>
                  <a:pt x="785448" y="120050"/>
                </a:lnTo>
                <a:close/>
                <a:moveTo>
                  <a:pt x="910096" y="68939"/>
                </a:moveTo>
                <a:cubicBezTo>
                  <a:pt x="910096" y="71792"/>
                  <a:pt x="910017" y="74130"/>
                  <a:pt x="909858" y="75952"/>
                </a:cubicBezTo>
                <a:cubicBezTo>
                  <a:pt x="909700" y="77775"/>
                  <a:pt x="909462" y="79201"/>
                  <a:pt x="909145" y="80231"/>
                </a:cubicBezTo>
                <a:cubicBezTo>
                  <a:pt x="908828" y="81261"/>
                  <a:pt x="908412" y="81975"/>
                  <a:pt x="907897" y="82371"/>
                </a:cubicBezTo>
                <a:cubicBezTo>
                  <a:pt x="907382" y="82767"/>
                  <a:pt x="906728" y="82965"/>
                  <a:pt x="905936" y="82965"/>
                </a:cubicBezTo>
                <a:cubicBezTo>
                  <a:pt x="905302" y="82965"/>
                  <a:pt x="904589" y="82826"/>
                  <a:pt x="903796" y="82549"/>
                </a:cubicBezTo>
                <a:cubicBezTo>
                  <a:pt x="903004" y="82272"/>
                  <a:pt x="902112" y="81975"/>
                  <a:pt x="901122" y="81658"/>
                </a:cubicBezTo>
                <a:cubicBezTo>
                  <a:pt x="900131" y="81341"/>
                  <a:pt x="899042" y="81043"/>
                  <a:pt x="897853" y="80766"/>
                </a:cubicBezTo>
                <a:cubicBezTo>
                  <a:pt x="896665" y="80489"/>
                  <a:pt x="895357" y="80350"/>
                  <a:pt x="893931" y="80350"/>
                </a:cubicBezTo>
                <a:cubicBezTo>
                  <a:pt x="892267" y="80350"/>
                  <a:pt x="890603" y="80689"/>
                  <a:pt x="888939" y="81368"/>
                </a:cubicBezTo>
                <a:cubicBezTo>
                  <a:pt x="887275" y="82044"/>
                  <a:pt x="885551" y="83100"/>
                  <a:pt x="883768" y="84536"/>
                </a:cubicBezTo>
                <a:cubicBezTo>
                  <a:pt x="881985" y="85972"/>
                  <a:pt x="880123" y="87887"/>
                  <a:pt x="878182" y="90279"/>
                </a:cubicBezTo>
                <a:cubicBezTo>
                  <a:pt x="876240" y="92671"/>
                  <a:pt x="874160" y="95621"/>
                  <a:pt x="871941" y="99130"/>
                </a:cubicBezTo>
                <a:lnTo>
                  <a:pt x="871941" y="165217"/>
                </a:lnTo>
                <a:cubicBezTo>
                  <a:pt x="871941" y="166009"/>
                  <a:pt x="871704" y="166703"/>
                  <a:pt x="871228" y="167297"/>
                </a:cubicBezTo>
                <a:cubicBezTo>
                  <a:pt x="870753" y="167891"/>
                  <a:pt x="869941" y="168386"/>
                  <a:pt x="868792" y="168783"/>
                </a:cubicBezTo>
                <a:cubicBezTo>
                  <a:pt x="867643" y="169179"/>
                  <a:pt x="866117" y="169476"/>
                  <a:pt x="864216" y="169674"/>
                </a:cubicBezTo>
                <a:cubicBezTo>
                  <a:pt x="862314" y="169872"/>
                  <a:pt x="859897" y="169971"/>
                  <a:pt x="856965" y="169971"/>
                </a:cubicBezTo>
                <a:cubicBezTo>
                  <a:pt x="854033" y="169971"/>
                  <a:pt x="851616" y="169872"/>
                  <a:pt x="849714" y="169674"/>
                </a:cubicBezTo>
                <a:cubicBezTo>
                  <a:pt x="847813" y="169476"/>
                  <a:pt x="846287" y="169179"/>
                  <a:pt x="845138" y="168783"/>
                </a:cubicBezTo>
                <a:cubicBezTo>
                  <a:pt x="843989" y="168386"/>
                  <a:pt x="843177" y="167891"/>
                  <a:pt x="842702" y="167297"/>
                </a:cubicBezTo>
                <a:cubicBezTo>
                  <a:pt x="842226" y="166703"/>
                  <a:pt x="841989" y="166009"/>
                  <a:pt x="841989" y="165217"/>
                </a:cubicBezTo>
                <a:lnTo>
                  <a:pt x="841989" y="59193"/>
                </a:lnTo>
                <a:cubicBezTo>
                  <a:pt x="841989" y="58400"/>
                  <a:pt x="842187" y="57707"/>
                  <a:pt x="842583" y="57113"/>
                </a:cubicBezTo>
                <a:cubicBezTo>
                  <a:pt x="842979" y="56518"/>
                  <a:pt x="843692" y="56023"/>
                  <a:pt x="844722" y="55627"/>
                </a:cubicBezTo>
                <a:cubicBezTo>
                  <a:pt x="845752" y="55231"/>
                  <a:pt x="847080" y="54934"/>
                  <a:pt x="848704" y="54736"/>
                </a:cubicBezTo>
                <a:cubicBezTo>
                  <a:pt x="850329" y="54537"/>
                  <a:pt x="852369" y="54438"/>
                  <a:pt x="854825" y="54438"/>
                </a:cubicBezTo>
                <a:cubicBezTo>
                  <a:pt x="857361" y="54438"/>
                  <a:pt x="859461" y="54537"/>
                  <a:pt x="861125" y="54736"/>
                </a:cubicBezTo>
                <a:cubicBezTo>
                  <a:pt x="862789" y="54934"/>
                  <a:pt x="864077" y="55231"/>
                  <a:pt x="864988" y="55627"/>
                </a:cubicBezTo>
                <a:cubicBezTo>
                  <a:pt x="865899" y="56023"/>
                  <a:pt x="866553" y="56518"/>
                  <a:pt x="866949" y="57113"/>
                </a:cubicBezTo>
                <a:cubicBezTo>
                  <a:pt x="867346" y="57707"/>
                  <a:pt x="867544" y="58400"/>
                  <a:pt x="867544" y="59193"/>
                </a:cubicBezTo>
                <a:lnTo>
                  <a:pt x="867544" y="72386"/>
                </a:lnTo>
                <a:cubicBezTo>
                  <a:pt x="870317" y="68400"/>
                  <a:pt x="872932" y="65111"/>
                  <a:pt x="875388" y="62521"/>
                </a:cubicBezTo>
                <a:cubicBezTo>
                  <a:pt x="877845" y="59931"/>
                  <a:pt x="880183" y="57879"/>
                  <a:pt x="882401" y="56366"/>
                </a:cubicBezTo>
                <a:cubicBezTo>
                  <a:pt x="884620" y="54851"/>
                  <a:pt x="886839" y="53795"/>
                  <a:pt x="889057" y="53198"/>
                </a:cubicBezTo>
                <a:cubicBezTo>
                  <a:pt x="891276" y="52598"/>
                  <a:pt x="893495" y="52299"/>
                  <a:pt x="895714" y="52299"/>
                </a:cubicBezTo>
                <a:cubicBezTo>
                  <a:pt x="896744" y="52299"/>
                  <a:pt x="897853" y="52358"/>
                  <a:pt x="899042" y="52477"/>
                </a:cubicBezTo>
                <a:cubicBezTo>
                  <a:pt x="900230" y="52596"/>
                  <a:pt x="901459" y="52794"/>
                  <a:pt x="902726" y="53071"/>
                </a:cubicBezTo>
                <a:cubicBezTo>
                  <a:pt x="903994" y="53349"/>
                  <a:pt x="905104" y="53666"/>
                  <a:pt x="906055" y="54022"/>
                </a:cubicBezTo>
                <a:cubicBezTo>
                  <a:pt x="907005" y="54379"/>
                  <a:pt x="907699" y="54755"/>
                  <a:pt x="908135" y="55152"/>
                </a:cubicBezTo>
                <a:cubicBezTo>
                  <a:pt x="908571" y="55548"/>
                  <a:pt x="908887" y="55984"/>
                  <a:pt x="909086" y="56459"/>
                </a:cubicBezTo>
                <a:cubicBezTo>
                  <a:pt x="909284" y="56934"/>
                  <a:pt x="909462" y="57588"/>
                  <a:pt x="909620" y="58420"/>
                </a:cubicBezTo>
                <a:cubicBezTo>
                  <a:pt x="909779" y="59252"/>
                  <a:pt x="909898" y="60500"/>
                  <a:pt x="909977" y="62164"/>
                </a:cubicBezTo>
                <a:cubicBezTo>
                  <a:pt x="910056" y="63828"/>
                  <a:pt x="910096" y="66087"/>
                  <a:pt x="910096" y="68939"/>
                </a:cubicBezTo>
                <a:close/>
                <a:moveTo>
                  <a:pt x="1029487" y="165213"/>
                </a:moveTo>
                <a:cubicBezTo>
                  <a:pt x="1029487" y="166006"/>
                  <a:pt x="1029250" y="166700"/>
                  <a:pt x="1028774" y="167297"/>
                </a:cubicBezTo>
                <a:cubicBezTo>
                  <a:pt x="1028299" y="167891"/>
                  <a:pt x="1027506" y="168386"/>
                  <a:pt x="1026397" y="168783"/>
                </a:cubicBezTo>
                <a:cubicBezTo>
                  <a:pt x="1025288" y="169179"/>
                  <a:pt x="1023762" y="169476"/>
                  <a:pt x="1021821" y="169674"/>
                </a:cubicBezTo>
                <a:cubicBezTo>
                  <a:pt x="1019880" y="169872"/>
                  <a:pt x="1017482" y="169971"/>
                  <a:pt x="1014630" y="169971"/>
                </a:cubicBezTo>
                <a:cubicBezTo>
                  <a:pt x="1011698" y="169971"/>
                  <a:pt x="1009261" y="169872"/>
                  <a:pt x="1007320" y="169674"/>
                </a:cubicBezTo>
                <a:cubicBezTo>
                  <a:pt x="1005378" y="169476"/>
                  <a:pt x="1003853" y="169179"/>
                  <a:pt x="1002744" y="168783"/>
                </a:cubicBezTo>
                <a:cubicBezTo>
                  <a:pt x="1001634" y="168386"/>
                  <a:pt x="1000842" y="167891"/>
                  <a:pt x="1000367" y="167297"/>
                </a:cubicBezTo>
                <a:cubicBezTo>
                  <a:pt x="999891" y="166703"/>
                  <a:pt x="999653" y="166009"/>
                  <a:pt x="999653" y="165217"/>
                </a:cubicBezTo>
                <a:lnTo>
                  <a:pt x="999653" y="104717"/>
                </a:lnTo>
                <a:cubicBezTo>
                  <a:pt x="999653" y="99566"/>
                  <a:pt x="999277" y="95525"/>
                  <a:pt x="998524" y="92593"/>
                </a:cubicBezTo>
                <a:cubicBezTo>
                  <a:pt x="997771" y="89661"/>
                  <a:pt x="996682" y="87145"/>
                  <a:pt x="995255" y="85045"/>
                </a:cubicBezTo>
                <a:cubicBezTo>
                  <a:pt x="993829" y="82945"/>
                  <a:pt x="991987" y="81321"/>
                  <a:pt x="989728" y="80172"/>
                </a:cubicBezTo>
                <a:cubicBezTo>
                  <a:pt x="987470" y="79023"/>
                  <a:pt x="984835" y="78448"/>
                  <a:pt x="981824" y="78448"/>
                </a:cubicBezTo>
                <a:cubicBezTo>
                  <a:pt x="978021" y="78448"/>
                  <a:pt x="974177" y="79835"/>
                  <a:pt x="970295" y="82608"/>
                </a:cubicBezTo>
                <a:cubicBezTo>
                  <a:pt x="966412" y="85382"/>
                  <a:pt x="962371" y="89423"/>
                  <a:pt x="958171" y="94732"/>
                </a:cubicBezTo>
                <a:lnTo>
                  <a:pt x="958171" y="165217"/>
                </a:lnTo>
                <a:cubicBezTo>
                  <a:pt x="958171" y="166009"/>
                  <a:pt x="957933" y="166703"/>
                  <a:pt x="957458" y="167297"/>
                </a:cubicBezTo>
                <a:cubicBezTo>
                  <a:pt x="956982" y="167891"/>
                  <a:pt x="956170" y="168386"/>
                  <a:pt x="955021" y="168783"/>
                </a:cubicBezTo>
                <a:cubicBezTo>
                  <a:pt x="953872" y="169179"/>
                  <a:pt x="952347" y="169476"/>
                  <a:pt x="950445" y="169674"/>
                </a:cubicBezTo>
                <a:cubicBezTo>
                  <a:pt x="948543" y="169872"/>
                  <a:pt x="946126" y="169971"/>
                  <a:pt x="943194" y="169971"/>
                </a:cubicBezTo>
                <a:cubicBezTo>
                  <a:pt x="940262" y="169971"/>
                  <a:pt x="937846" y="169872"/>
                  <a:pt x="935944" y="169674"/>
                </a:cubicBezTo>
                <a:cubicBezTo>
                  <a:pt x="934042" y="169476"/>
                  <a:pt x="932517" y="169179"/>
                  <a:pt x="931368" y="168783"/>
                </a:cubicBezTo>
                <a:cubicBezTo>
                  <a:pt x="930219" y="168386"/>
                  <a:pt x="929406" y="167891"/>
                  <a:pt x="928931" y="167297"/>
                </a:cubicBezTo>
                <a:cubicBezTo>
                  <a:pt x="928456" y="166703"/>
                  <a:pt x="928218" y="166009"/>
                  <a:pt x="928218" y="165217"/>
                </a:cubicBezTo>
                <a:lnTo>
                  <a:pt x="928218" y="59193"/>
                </a:lnTo>
                <a:cubicBezTo>
                  <a:pt x="928218" y="58400"/>
                  <a:pt x="928416" y="57707"/>
                  <a:pt x="928812" y="57113"/>
                </a:cubicBezTo>
                <a:cubicBezTo>
                  <a:pt x="929208" y="56518"/>
                  <a:pt x="929922" y="56023"/>
                  <a:pt x="930952" y="55627"/>
                </a:cubicBezTo>
                <a:cubicBezTo>
                  <a:pt x="931982" y="55231"/>
                  <a:pt x="933309" y="54934"/>
                  <a:pt x="934933" y="54736"/>
                </a:cubicBezTo>
                <a:cubicBezTo>
                  <a:pt x="936558" y="54537"/>
                  <a:pt x="938598" y="54438"/>
                  <a:pt x="941055" y="54438"/>
                </a:cubicBezTo>
                <a:cubicBezTo>
                  <a:pt x="943591" y="54438"/>
                  <a:pt x="945690" y="54537"/>
                  <a:pt x="947354" y="54736"/>
                </a:cubicBezTo>
                <a:cubicBezTo>
                  <a:pt x="949019" y="54934"/>
                  <a:pt x="950306" y="55231"/>
                  <a:pt x="951217" y="55627"/>
                </a:cubicBezTo>
                <a:cubicBezTo>
                  <a:pt x="952129" y="56023"/>
                  <a:pt x="952782" y="56518"/>
                  <a:pt x="953179" y="57113"/>
                </a:cubicBezTo>
                <a:cubicBezTo>
                  <a:pt x="953575" y="57707"/>
                  <a:pt x="953773" y="58400"/>
                  <a:pt x="953773" y="59193"/>
                </a:cubicBezTo>
                <a:lnTo>
                  <a:pt x="953773" y="71435"/>
                </a:lnTo>
                <a:cubicBezTo>
                  <a:pt x="959637" y="65057"/>
                  <a:pt x="965600" y="60272"/>
                  <a:pt x="971662" y="57083"/>
                </a:cubicBezTo>
                <a:cubicBezTo>
                  <a:pt x="977723" y="53894"/>
                  <a:pt x="984043" y="52299"/>
                  <a:pt x="990620" y="52299"/>
                </a:cubicBezTo>
                <a:cubicBezTo>
                  <a:pt x="997831" y="52299"/>
                  <a:pt x="1003913" y="53489"/>
                  <a:pt x="1008865" y="55868"/>
                </a:cubicBezTo>
                <a:cubicBezTo>
                  <a:pt x="1013818" y="58248"/>
                  <a:pt x="1017819" y="61481"/>
                  <a:pt x="1020870" y="65567"/>
                </a:cubicBezTo>
                <a:cubicBezTo>
                  <a:pt x="1023921" y="69650"/>
                  <a:pt x="1026120" y="74429"/>
                  <a:pt x="1027467" y="79904"/>
                </a:cubicBezTo>
                <a:cubicBezTo>
                  <a:pt x="1028814" y="85377"/>
                  <a:pt x="1029487" y="91960"/>
                  <a:pt x="1029487" y="99654"/>
                </a:cubicBezTo>
                <a:lnTo>
                  <a:pt x="1029487" y="165213"/>
                </a:lnTo>
                <a:close/>
                <a:moveTo>
                  <a:pt x="1087134" y="165217"/>
                </a:moveTo>
                <a:cubicBezTo>
                  <a:pt x="1087134" y="166009"/>
                  <a:pt x="1086897" y="166703"/>
                  <a:pt x="1086421" y="167297"/>
                </a:cubicBezTo>
                <a:cubicBezTo>
                  <a:pt x="1085946" y="167891"/>
                  <a:pt x="1085133" y="168386"/>
                  <a:pt x="1083985" y="168783"/>
                </a:cubicBezTo>
                <a:cubicBezTo>
                  <a:pt x="1082836" y="169179"/>
                  <a:pt x="1081310" y="169476"/>
                  <a:pt x="1079408" y="169674"/>
                </a:cubicBezTo>
                <a:cubicBezTo>
                  <a:pt x="1077507" y="169872"/>
                  <a:pt x="1075090" y="169971"/>
                  <a:pt x="1072158" y="169971"/>
                </a:cubicBezTo>
                <a:cubicBezTo>
                  <a:pt x="1069226" y="169971"/>
                  <a:pt x="1066809" y="169872"/>
                  <a:pt x="1064907" y="169674"/>
                </a:cubicBezTo>
                <a:cubicBezTo>
                  <a:pt x="1063006" y="169476"/>
                  <a:pt x="1061480" y="169179"/>
                  <a:pt x="1060331" y="168783"/>
                </a:cubicBezTo>
                <a:cubicBezTo>
                  <a:pt x="1059182" y="168386"/>
                  <a:pt x="1058370" y="167891"/>
                  <a:pt x="1057895" y="167297"/>
                </a:cubicBezTo>
                <a:cubicBezTo>
                  <a:pt x="1057419" y="166703"/>
                  <a:pt x="1057181" y="166009"/>
                  <a:pt x="1057181" y="165217"/>
                </a:cubicBezTo>
                <a:lnTo>
                  <a:pt x="1057181" y="59431"/>
                </a:lnTo>
                <a:cubicBezTo>
                  <a:pt x="1057181" y="58638"/>
                  <a:pt x="1057419" y="57945"/>
                  <a:pt x="1057895" y="57350"/>
                </a:cubicBezTo>
                <a:cubicBezTo>
                  <a:pt x="1058370" y="56756"/>
                  <a:pt x="1059182" y="56241"/>
                  <a:pt x="1060331" y="55805"/>
                </a:cubicBezTo>
                <a:cubicBezTo>
                  <a:pt x="1061480" y="55369"/>
                  <a:pt x="1063006" y="55033"/>
                  <a:pt x="1064907" y="54795"/>
                </a:cubicBezTo>
                <a:cubicBezTo>
                  <a:pt x="1066809" y="54557"/>
                  <a:pt x="1069226" y="54438"/>
                  <a:pt x="1072158" y="54438"/>
                </a:cubicBezTo>
                <a:cubicBezTo>
                  <a:pt x="1075090" y="54438"/>
                  <a:pt x="1077507" y="54557"/>
                  <a:pt x="1079408" y="54795"/>
                </a:cubicBezTo>
                <a:cubicBezTo>
                  <a:pt x="1081310" y="55033"/>
                  <a:pt x="1082836" y="55369"/>
                  <a:pt x="1083985" y="55805"/>
                </a:cubicBezTo>
                <a:cubicBezTo>
                  <a:pt x="1085133" y="56241"/>
                  <a:pt x="1085946" y="56756"/>
                  <a:pt x="1086421" y="57350"/>
                </a:cubicBezTo>
                <a:cubicBezTo>
                  <a:pt x="1086897" y="57945"/>
                  <a:pt x="1087134" y="58638"/>
                  <a:pt x="1087134" y="59431"/>
                </a:cubicBezTo>
                <a:lnTo>
                  <a:pt x="1087134" y="165217"/>
                </a:lnTo>
                <a:moveTo>
                  <a:pt x="1089393" y="23297"/>
                </a:moveTo>
                <a:cubicBezTo>
                  <a:pt x="1089393" y="29319"/>
                  <a:pt x="1088164" y="33479"/>
                  <a:pt x="1085708" y="35777"/>
                </a:cubicBezTo>
                <a:cubicBezTo>
                  <a:pt x="1083252" y="38075"/>
                  <a:pt x="1078695" y="39224"/>
                  <a:pt x="1072039" y="39224"/>
                </a:cubicBezTo>
                <a:cubicBezTo>
                  <a:pt x="1065304" y="39224"/>
                  <a:pt x="1060767" y="38115"/>
                  <a:pt x="1058429" y="35896"/>
                </a:cubicBezTo>
                <a:cubicBezTo>
                  <a:pt x="1056092" y="33677"/>
                  <a:pt x="1054923" y="29676"/>
                  <a:pt x="1054923" y="23891"/>
                </a:cubicBezTo>
                <a:cubicBezTo>
                  <a:pt x="1054923" y="17869"/>
                  <a:pt x="1056131" y="13689"/>
                  <a:pt x="1058548" y="11351"/>
                </a:cubicBezTo>
                <a:cubicBezTo>
                  <a:pt x="1060965" y="9014"/>
                  <a:pt x="1065541" y="7845"/>
                  <a:pt x="1072277" y="7845"/>
                </a:cubicBezTo>
                <a:cubicBezTo>
                  <a:pt x="1078933" y="7845"/>
                  <a:pt x="1083450" y="8974"/>
                  <a:pt x="1085827" y="11232"/>
                </a:cubicBezTo>
                <a:cubicBezTo>
                  <a:pt x="1088204" y="13491"/>
                  <a:pt x="1089393" y="17512"/>
                  <a:pt x="1089393" y="23297"/>
                </a:cubicBezTo>
                <a:close/>
                <a:moveTo>
                  <a:pt x="1214920" y="165213"/>
                </a:moveTo>
                <a:cubicBezTo>
                  <a:pt x="1214920" y="166006"/>
                  <a:pt x="1214682" y="166700"/>
                  <a:pt x="1214207" y="167297"/>
                </a:cubicBezTo>
                <a:cubicBezTo>
                  <a:pt x="1213731" y="167891"/>
                  <a:pt x="1212939" y="168386"/>
                  <a:pt x="1211829" y="168783"/>
                </a:cubicBezTo>
                <a:cubicBezTo>
                  <a:pt x="1210720" y="169179"/>
                  <a:pt x="1209195" y="169476"/>
                  <a:pt x="1207253" y="169674"/>
                </a:cubicBezTo>
                <a:cubicBezTo>
                  <a:pt x="1205312" y="169872"/>
                  <a:pt x="1202915" y="169971"/>
                  <a:pt x="1200062" y="169971"/>
                </a:cubicBezTo>
                <a:cubicBezTo>
                  <a:pt x="1197130" y="169971"/>
                  <a:pt x="1194694" y="169872"/>
                  <a:pt x="1192752" y="169674"/>
                </a:cubicBezTo>
                <a:cubicBezTo>
                  <a:pt x="1190811" y="169476"/>
                  <a:pt x="1189285" y="169179"/>
                  <a:pt x="1188176" y="168783"/>
                </a:cubicBezTo>
                <a:cubicBezTo>
                  <a:pt x="1187067" y="168386"/>
                  <a:pt x="1186274" y="167891"/>
                  <a:pt x="1185799" y="167297"/>
                </a:cubicBezTo>
                <a:cubicBezTo>
                  <a:pt x="1185323" y="166703"/>
                  <a:pt x="1185086" y="166009"/>
                  <a:pt x="1185086" y="165217"/>
                </a:cubicBezTo>
                <a:lnTo>
                  <a:pt x="1185086" y="104717"/>
                </a:lnTo>
                <a:cubicBezTo>
                  <a:pt x="1185086" y="99566"/>
                  <a:pt x="1184709" y="95525"/>
                  <a:pt x="1183956" y="92593"/>
                </a:cubicBezTo>
                <a:cubicBezTo>
                  <a:pt x="1183204" y="89661"/>
                  <a:pt x="1182114" y="87145"/>
                  <a:pt x="1180688" y="85045"/>
                </a:cubicBezTo>
                <a:cubicBezTo>
                  <a:pt x="1179261" y="82945"/>
                  <a:pt x="1177419" y="81321"/>
                  <a:pt x="1175161" y="80172"/>
                </a:cubicBezTo>
                <a:cubicBezTo>
                  <a:pt x="1172902" y="79023"/>
                  <a:pt x="1170268" y="78448"/>
                  <a:pt x="1167257" y="78448"/>
                </a:cubicBezTo>
                <a:cubicBezTo>
                  <a:pt x="1163453" y="78448"/>
                  <a:pt x="1159610" y="79835"/>
                  <a:pt x="1155727" y="82608"/>
                </a:cubicBezTo>
                <a:cubicBezTo>
                  <a:pt x="1151844" y="85382"/>
                  <a:pt x="1147803" y="89423"/>
                  <a:pt x="1143603" y="94732"/>
                </a:cubicBezTo>
                <a:lnTo>
                  <a:pt x="1143603" y="165217"/>
                </a:lnTo>
                <a:cubicBezTo>
                  <a:pt x="1143603" y="166009"/>
                  <a:pt x="1143365" y="166703"/>
                  <a:pt x="1142890" y="167297"/>
                </a:cubicBezTo>
                <a:cubicBezTo>
                  <a:pt x="1142415" y="167891"/>
                  <a:pt x="1141602" y="168386"/>
                  <a:pt x="1140453" y="168783"/>
                </a:cubicBezTo>
                <a:cubicBezTo>
                  <a:pt x="1139304" y="169179"/>
                  <a:pt x="1137779" y="169476"/>
                  <a:pt x="1135877" y="169674"/>
                </a:cubicBezTo>
                <a:cubicBezTo>
                  <a:pt x="1133975" y="169872"/>
                  <a:pt x="1131559" y="169971"/>
                  <a:pt x="1128627" y="169971"/>
                </a:cubicBezTo>
                <a:cubicBezTo>
                  <a:pt x="1125695" y="169971"/>
                  <a:pt x="1123278" y="169872"/>
                  <a:pt x="1121376" y="169674"/>
                </a:cubicBezTo>
                <a:cubicBezTo>
                  <a:pt x="1119474" y="169476"/>
                  <a:pt x="1117949" y="169179"/>
                  <a:pt x="1116800" y="168783"/>
                </a:cubicBezTo>
                <a:cubicBezTo>
                  <a:pt x="1115651" y="168386"/>
                  <a:pt x="1114839" y="167891"/>
                  <a:pt x="1114363" y="167297"/>
                </a:cubicBezTo>
                <a:cubicBezTo>
                  <a:pt x="1113888" y="166703"/>
                  <a:pt x="1113650" y="166009"/>
                  <a:pt x="1113650" y="165217"/>
                </a:cubicBezTo>
                <a:lnTo>
                  <a:pt x="1113650" y="59193"/>
                </a:lnTo>
                <a:cubicBezTo>
                  <a:pt x="1113650" y="58400"/>
                  <a:pt x="1113848" y="57707"/>
                  <a:pt x="1114244" y="57113"/>
                </a:cubicBezTo>
                <a:cubicBezTo>
                  <a:pt x="1114641" y="56518"/>
                  <a:pt x="1115354" y="56023"/>
                  <a:pt x="1116384" y="55627"/>
                </a:cubicBezTo>
                <a:cubicBezTo>
                  <a:pt x="1117414" y="55231"/>
                  <a:pt x="1118741" y="54934"/>
                  <a:pt x="1120366" y="54736"/>
                </a:cubicBezTo>
                <a:cubicBezTo>
                  <a:pt x="1121990" y="54537"/>
                  <a:pt x="1124031" y="54438"/>
                  <a:pt x="1126487" y="54438"/>
                </a:cubicBezTo>
                <a:cubicBezTo>
                  <a:pt x="1129023" y="54438"/>
                  <a:pt x="1131123" y="54537"/>
                  <a:pt x="1132787" y="54736"/>
                </a:cubicBezTo>
                <a:cubicBezTo>
                  <a:pt x="1134451" y="54934"/>
                  <a:pt x="1135739" y="55231"/>
                  <a:pt x="1136650" y="55627"/>
                </a:cubicBezTo>
                <a:cubicBezTo>
                  <a:pt x="1137561" y="56023"/>
                  <a:pt x="1138215" y="56518"/>
                  <a:pt x="1138611" y="57113"/>
                </a:cubicBezTo>
                <a:cubicBezTo>
                  <a:pt x="1139007" y="57707"/>
                  <a:pt x="1139205" y="58400"/>
                  <a:pt x="1139205" y="59193"/>
                </a:cubicBezTo>
                <a:lnTo>
                  <a:pt x="1139205" y="71435"/>
                </a:lnTo>
                <a:cubicBezTo>
                  <a:pt x="1145069" y="65057"/>
                  <a:pt x="1151032" y="60272"/>
                  <a:pt x="1157094" y="57083"/>
                </a:cubicBezTo>
                <a:cubicBezTo>
                  <a:pt x="1163156" y="53894"/>
                  <a:pt x="1169475" y="52299"/>
                  <a:pt x="1176052" y="52299"/>
                </a:cubicBezTo>
                <a:cubicBezTo>
                  <a:pt x="1183263" y="52299"/>
                  <a:pt x="1189345" y="53489"/>
                  <a:pt x="1194297" y="55868"/>
                </a:cubicBezTo>
                <a:cubicBezTo>
                  <a:pt x="1199250" y="58248"/>
                  <a:pt x="1203252" y="61481"/>
                  <a:pt x="1206302" y="65567"/>
                </a:cubicBezTo>
                <a:cubicBezTo>
                  <a:pt x="1209353" y="69650"/>
                  <a:pt x="1211552" y="74429"/>
                  <a:pt x="1212899" y="79904"/>
                </a:cubicBezTo>
                <a:cubicBezTo>
                  <a:pt x="1214246" y="85377"/>
                  <a:pt x="1214920" y="91960"/>
                  <a:pt x="1214920" y="99654"/>
                </a:cubicBezTo>
                <a:lnTo>
                  <a:pt x="1214920" y="165213"/>
                </a:lnTo>
                <a:close/>
                <a:moveTo>
                  <a:pt x="1338177" y="66562"/>
                </a:moveTo>
                <a:cubicBezTo>
                  <a:pt x="1338177" y="70366"/>
                  <a:pt x="1337742" y="73179"/>
                  <a:pt x="1336870" y="75001"/>
                </a:cubicBezTo>
                <a:cubicBezTo>
                  <a:pt x="1335998" y="76824"/>
                  <a:pt x="1334929" y="77735"/>
                  <a:pt x="1333661" y="77735"/>
                </a:cubicBezTo>
                <a:lnTo>
                  <a:pt x="1321180" y="77735"/>
                </a:lnTo>
                <a:cubicBezTo>
                  <a:pt x="1322924" y="79620"/>
                  <a:pt x="1324172" y="81760"/>
                  <a:pt x="1324924" y="84157"/>
                </a:cubicBezTo>
                <a:cubicBezTo>
                  <a:pt x="1325677" y="86554"/>
                  <a:pt x="1326054" y="89049"/>
                  <a:pt x="1326054" y="91642"/>
                </a:cubicBezTo>
                <a:cubicBezTo>
                  <a:pt x="1326054" y="97823"/>
                  <a:pt x="1325023" y="103310"/>
                  <a:pt x="1322963" y="108104"/>
                </a:cubicBezTo>
                <a:cubicBezTo>
                  <a:pt x="1320903" y="112898"/>
                  <a:pt x="1317951" y="116939"/>
                  <a:pt x="1314108" y="120228"/>
                </a:cubicBezTo>
                <a:cubicBezTo>
                  <a:pt x="1310265" y="123516"/>
                  <a:pt x="1305629" y="126013"/>
                  <a:pt x="1300201" y="127716"/>
                </a:cubicBezTo>
                <a:cubicBezTo>
                  <a:pt x="1294773" y="129420"/>
                  <a:pt x="1288731" y="130272"/>
                  <a:pt x="1282075" y="130272"/>
                </a:cubicBezTo>
                <a:cubicBezTo>
                  <a:pt x="1278668" y="130272"/>
                  <a:pt x="1275419" y="129856"/>
                  <a:pt x="1272328" y="129024"/>
                </a:cubicBezTo>
                <a:cubicBezTo>
                  <a:pt x="1269238" y="128192"/>
                  <a:pt x="1266861" y="127221"/>
                  <a:pt x="1265197" y="126112"/>
                </a:cubicBezTo>
                <a:cubicBezTo>
                  <a:pt x="1264246" y="127142"/>
                  <a:pt x="1263394" y="128370"/>
                  <a:pt x="1262641" y="129796"/>
                </a:cubicBezTo>
                <a:cubicBezTo>
                  <a:pt x="1261888" y="131223"/>
                  <a:pt x="1261512" y="132807"/>
                  <a:pt x="1261512" y="134551"/>
                </a:cubicBezTo>
                <a:cubicBezTo>
                  <a:pt x="1261512" y="136849"/>
                  <a:pt x="1262522" y="138731"/>
                  <a:pt x="1264543" y="140197"/>
                </a:cubicBezTo>
                <a:cubicBezTo>
                  <a:pt x="1266564" y="141663"/>
                  <a:pt x="1269397" y="142475"/>
                  <a:pt x="1273042" y="142633"/>
                </a:cubicBezTo>
                <a:lnTo>
                  <a:pt x="1298834" y="143588"/>
                </a:lnTo>
                <a:cubicBezTo>
                  <a:pt x="1304857" y="143826"/>
                  <a:pt x="1310225" y="144680"/>
                  <a:pt x="1314940" y="146151"/>
                </a:cubicBezTo>
                <a:cubicBezTo>
                  <a:pt x="1319655" y="147622"/>
                  <a:pt x="1323617" y="149689"/>
                  <a:pt x="1326826" y="152354"/>
                </a:cubicBezTo>
                <a:cubicBezTo>
                  <a:pt x="1330035" y="155018"/>
                  <a:pt x="1332492" y="158219"/>
                  <a:pt x="1334196" y="161956"/>
                </a:cubicBezTo>
                <a:cubicBezTo>
                  <a:pt x="1335899" y="165692"/>
                  <a:pt x="1336751" y="169945"/>
                  <a:pt x="1336751" y="174715"/>
                </a:cubicBezTo>
                <a:cubicBezTo>
                  <a:pt x="1336751" y="179962"/>
                  <a:pt x="1335602" y="184911"/>
                  <a:pt x="1333304" y="189561"/>
                </a:cubicBezTo>
                <a:cubicBezTo>
                  <a:pt x="1331006" y="194214"/>
                  <a:pt x="1327559" y="198250"/>
                  <a:pt x="1322963" y="201670"/>
                </a:cubicBezTo>
                <a:cubicBezTo>
                  <a:pt x="1318367" y="205090"/>
                  <a:pt x="1312602" y="207793"/>
                  <a:pt x="1305669" y="209779"/>
                </a:cubicBezTo>
                <a:cubicBezTo>
                  <a:pt x="1298735" y="211767"/>
                  <a:pt x="1290633" y="212761"/>
                  <a:pt x="1281362" y="212761"/>
                </a:cubicBezTo>
                <a:cubicBezTo>
                  <a:pt x="1272328" y="212761"/>
                  <a:pt x="1264622" y="212047"/>
                  <a:pt x="1258243" y="210618"/>
                </a:cubicBezTo>
                <a:cubicBezTo>
                  <a:pt x="1251864" y="209189"/>
                  <a:pt x="1246635" y="207205"/>
                  <a:pt x="1242554" y="204664"/>
                </a:cubicBezTo>
                <a:cubicBezTo>
                  <a:pt x="1238473" y="202126"/>
                  <a:pt x="1235501" y="199091"/>
                  <a:pt x="1233639" y="195560"/>
                </a:cubicBezTo>
                <a:cubicBezTo>
                  <a:pt x="1231777" y="192029"/>
                  <a:pt x="1230846" y="188161"/>
                  <a:pt x="1230846" y="183956"/>
                </a:cubicBezTo>
                <a:cubicBezTo>
                  <a:pt x="1230846" y="181336"/>
                  <a:pt x="1231183" y="178835"/>
                  <a:pt x="1231856" y="176453"/>
                </a:cubicBezTo>
                <a:cubicBezTo>
                  <a:pt x="1232530" y="174073"/>
                  <a:pt x="1233520" y="171791"/>
                  <a:pt x="1234828" y="169607"/>
                </a:cubicBezTo>
                <a:cubicBezTo>
                  <a:pt x="1236135" y="167426"/>
                  <a:pt x="1237740" y="165343"/>
                  <a:pt x="1239642" y="163360"/>
                </a:cubicBezTo>
                <a:cubicBezTo>
                  <a:pt x="1241543" y="161376"/>
                  <a:pt x="1243723" y="159472"/>
                  <a:pt x="1246179" y="157647"/>
                </a:cubicBezTo>
                <a:cubicBezTo>
                  <a:pt x="1242772" y="155817"/>
                  <a:pt x="1240137" y="153332"/>
                  <a:pt x="1238275" y="150192"/>
                </a:cubicBezTo>
                <a:cubicBezTo>
                  <a:pt x="1236413" y="147050"/>
                  <a:pt x="1235481" y="143609"/>
                  <a:pt x="1235481" y="139870"/>
                </a:cubicBezTo>
                <a:cubicBezTo>
                  <a:pt x="1235481" y="135177"/>
                  <a:pt x="1236551" y="130902"/>
                  <a:pt x="1238691" y="127044"/>
                </a:cubicBezTo>
                <a:cubicBezTo>
                  <a:pt x="1240830" y="123186"/>
                  <a:pt x="1243604" y="119705"/>
                  <a:pt x="1247011" y="116603"/>
                </a:cubicBezTo>
                <a:cubicBezTo>
                  <a:pt x="1244238" y="113829"/>
                  <a:pt x="1242019" y="110501"/>
                  <a:pt x="1240355" y="106618"/>
                </a:cubicBezTo>
                <a:cubicBezTo>
                  <a:pt x="1238691" y="102736"/>
                  <a:pt x="1237859" y="97902"/>
                  <a:pt x="1237859" y="92117"/>
                </a:cubicBezTo>
                <a:cubicBezTo>
                  <a:pt x="1237859" y="85937"/>
                  <a:pt x="1238948" y="80409"/>
                  <a:pt x="1241127" y="75536"/>
                </a:cubicBezTo>
                <a:cubicBezTo>
                  <a:pt x="1243306" y="70663"/>
                  <a:pt x="1246337" y="66542"/>
                  <a:pt x="1250220" y="63175"/>
                </a:cubicBezTo>
                <a:cubicBezTo>
                  <a:pt x="1254103" y="59807"/>
                  <a:pt x="1258739" y="57232"/>
                  <a:pt x="1264127" y="55449"/>
                </a:cubicBezTo>
                <a:cubicBezTo>
                  <a:pt x="1269515" y="53666"/>
                  <a:pt x="1275458" y="52774"/>
                  <a:pt x="1281956" y="52774"/>
                </a:cubicBezTo>
                <a:cubicBezTo>
                  <a:pt x="1285284" y="52774"/>
                  <a:pt x="1288474" y="52984"/>
                  <a:pt x="1291524" y="53402"/>
                </a:cubicBezTo>
                <a:cubicBezTo>
                  <a:pt x="1294575" y="53818"/>
                  <a:pt x="1297408" y="54401"/>
                  <a:pt x="1300023" y="55152"/>
                </a:cubicBezTo>
                <a:lnTo>
                  <a:pt x="1333661" y="55152"/>
                </a:lnTo>
                <a:cubicBezTo>
                  <a:pt x="1335008" y="55152"/>
                  <a:pt x="1336097" y="56023"/>
                  <a:pt x="1336929" y="57766"/>
                </a:cubicBezTo>
                <a:cubicBezTo>
                  <a:pt x="1337761" y="59510"/>
                  <a:pt x="1338177" y="62442"/>
                  <a:pt x="1338177" y="66562"/>
                </a:cubicBezTo>
                <a:moveTo>
                  <a:pt x="1299785" y="91464"/>
                </a:moveTo>
                <a:cubicBezTo>
                  <a:pt x="1299785" y="85778"/>
                  <a:pt x="1298200" y="81355"/>
                  <a:pt x="1295031" y="78196"/>
                </a:cubicBezTo>
                <a:cubicBezTo>
                  <a:pt x="1291861" y="75036"/>
                  <a:pt x="1287384" y="73456"/>
                  <a:pt x="1281600" y="73456"/>
                </a:cubicBezTo>
                <a:cubicBezTo>
                  <a:pt x="1278668" y="73456"/>
                  <a:pt x="1276092" y="73950"/>
                  <a:pt x="1273874" y="74938"/>
                </a:cubicBezTo>
                <a:cubicBezTo>
                  <a:pt x="1271655" y="75924"/>
                  <a:pt x="1269813" y="77266"/>
                  <a:pt x="1268347" y="78965"/>
                </a:cubicBezTo>
                <a:cubicBezTo>
                  <a:pt x="1266881" y="80663"/>
                  <a:pt x="1265791" y="82638"/>
                  <a:pt x="1265078" y="84889"/>
                </a:cubicBezTo>
                <a:cubicBezTo>
                  <a:pt x="1264365" y="87140"/>
                  <a:pt x="1264008" y="89490"/>
                  <a:pt x="1264008" y="91939"/>
                </a:cubicBezTo>
                <a:cubicBezTo>
                  <a:pt x="1264008" y="97308"/>
                  <a:pt x="1265593" y="101552"/>
                  <a:pt x="1268763" y="104672"/>
                </a:cubicBezTo>
                <a:cubicBezTo>
                  <a:pt x="1271932" y="107792"/>
                  <a:pt x="1276330" y="109352"/>
                  <a:pt x="1281956" y="109352"/>
                </a:cubicBezTo>
                <a:cubicBezTo>
                  <a:pt x="1284967" y="109352"/>
                  <a:pt x="1287582" y="108879"/>
                  <a:pt x="1289801" y="107933"/>
                </a:cubicBezTo>
                <a:cubicBezTo>
                  <a:pt x="1292020" y="106985"/>
                  <a:pt x="1293862" y="105681"/>
                  <a:pt x="1295328" y="104022"/>
                </a:cubicBezTo>
                <a:cubicBezTo>
                  <a:pt x="1296794" y="102363"/>
                  <a:pt x="1297903" y="100447"/>
                  <a:pt x="1298656" y="98276"/>
                </a:cubicBezTo>
                <a:cubicBezTo>
                  <a:pt x="1299409" y="96104"/>
                  <a:pt x="1299785" y="93833"/>
                  <a:pt x="1299785" y="91464"/>
                </a:cubicBezTo>
                <a:moveTo>
                  <a:pt x="1306798" y="176252"/>
                </a:moveTo>
                <a:cubicBezTo>
                  <a:pt x="1306798" y="172657"/>
                  <a:pt x="1305372" y="169901"/>
                  <a:pt x="1302519" y="167984"/>
                </a:cubicBezTo>
                <a:cubicBezTo>
                  <a:pt x="1299666" y="166065"/>
                  <a:pt x="1295744" y="165025"/>
                  <a:pt x="1290752" y="164864"/>
                </a:cubicBezTo>
                <a:lnTo>
                  <a:pt x="1269476" y="164266"/>
                </a:lnTo>
                <a:cubicBezTo>
                  <a:pt x="1267415" y="165784"/>
                  <a:pt x="1265771" y="167242"/>
                  <a:pt x="1264543" y="168642"/>
                </a:cubicBezTo>
                <a:cubicBezTo>
                  <a:pt x="1263315" y="170041"/>
                  <a:pt x="1262324" y="171379"/>
                  <a:pt x="1261571" y="172657"/>
                </a:cubicBezTo>
                <a:cubicBezTo>
                  <a:pt x="1260819" y="173937"/>
                  <a:pt x="1260323" y="175176"/>
                  <a:pt x="1260086" y="176375"/>
                </a:cubicBezTo>
                <a:cubicBezTo>
                  <a:pt x="1259848" y="177573"/>
                  <a:pt x="1259729" y="178812"/>
                  <a:pt x="1259729" y="180089"/>
                </a:cubicBezTo>
                <a:cubicBezTo>
                  <a:pt x="1259729" y="184086"/>
                  <a:pt x="1261730" y="187123"/>
                  <a:pt x="1265732" y="189201"/>
                </a:cubicBezTo>
                <a:cubicBezTo>
                  <a:pt x="1269733" y="191278"/>
                  <a:pt x="1275379" y="192317"/>
                  <a:pt x="1282669" y="192317"/>
                </a:cubicBezTo>
                <a:cubicBezTo>
                  <a:pt x="1287186" y="192317"/>
                  <a:pt x="1290990" y="191858"/>
                  <a:pt x="1294080" y="190939"/>
                </a:cubicBezTo>
                <a:cubicBezTo>
                  <a:pt x="1297170" y="190020"/>
                  <a:pt x="1299666" y="188801"/>
                  <a:pt x="1301568" y="187280"/>
                </a:cubicBezTo>
                <a:cubicBezTo>
                  <a:pt x="1303470" y="185762"/>
                  <a:pt x="1304817" y="184064"/>
                  <a:pt x="1305609" y="182184"/>
                </a:cubicBezTo>
                <a:cubicBezTo>
                  <a:pt x="1306402" y="180307"/>
                  <a:pt x="1306798" y="178330"/>
                  <a:pt x="1306798" y="176252"/>
                </a:cubicBezTo>
                <a:close/>
                <a:moveTo>
                  <a:pt x="1511895" y="59074"/>
                </a:moveTo>
                <a:cubicBezTo>
                  <a:pt x="1511895" y="59470"/>
                  <a:pt x="1511875" y="59946"/>
                  <a:pt x="1511835" y="60500"/>
                </a:cubicBezTo>
                <a:cubicBezTo>
                  <a:pt x="1511796" y="61055"/>
                  <a:pt x="1511717" y="61669"/>
                  <a:pt x="1511598" y="62343"/>
                </a:cubicBezTo>
                <a:cubicBezTo>
                  <a:pt x="1511479" y="63016"/>
                  <a:pt x="1511320" y="63789"/>
                  <a:pt x="1511122" y="64660"/>
                </a:cubicBezTo>
                <a:cubicBezTo>
                  <a:pt x="1510924" y="65532"/>
                  <a:pt x="1510667" y="66523"/>
                  <a:pt x="1510350" y="67632"/>
                </a:cubicBezTo>
                <a:lnTo>
                  <a:pt x="1478495" y="163553"/>
                </a:lnTo>
                <a:cubicBezTo>
                  <a:pt x="1478099" y="164900"/>
                  <a:pt x="1477564" y="165989"/>
                  <a:pt x="1476890" y="166821"/>
                </a:cubicBezTo>
                <a:cubicBezTo>
                  <a:pt x="1476217" y="167654"/>
                  <a:pt x="1475107" y="168307"/>
                  <a:pt x="1473562" y="168783"/>
                </a:cubicBezTo>
                <a:cubicBezTo>
                  <a:pt x="1472017" y="169258"/>
                  <a:pt x="1469917" y="169575"/>
                  <a:pt x="1467263" y="169734"/>
                </a:cubicBezTo>
                <a:cubicBezTo>
                  <a:pt x="1464608" y="169892"/>
                  <a:pt x="1461141" y="169971"/>
                  <a:pt x="1456862" y="169971"/>
                </a:cubicBezTo>
                <a:cubicBezTo>
                  <a:pt x="1452662" y="169971"/>
                  <a:pt x="1449235" y="169872"/>
                  <a:pt x="1446581" y="169674"/>
                </a:cubicBezTo>
                <a:cubicBezTo>
                  <a:pt x="1443926" y="169476"/>
                  <a:pt x="1441846" y="169139"/>
                  <a:pt x="1440341" y="168664"/>
                </a:cubicBezTo>
                <a:cubicBezTo>
                  <a:pt x="1438835" y="168188"/>
                  <a:pt x="1437745" y="167535"/>
                  <a:pt x="1437072" y="166703"/>
                </a:cubicBezTo>
                <a:cubicBezTo>
                  <a:pt x="1436398" y="165871"/>
                  <a:pt x="1435863" y="164821"/>
                  <a:pt x="1435467" y="163553"/>
                </a:cubicBezTo>
                <a:lnTo>
                  <a:pt x="1403612" y="67632"/>
                </a:lnTo>
                <a:cubicBezTo>
                  <a:pt x="1403137" y="66047"/>
                  <a:pt x="1402761" y="64621"/>
                  <a:pt x="1402483" y="63353"/>
                </a:cubicBezTo>
                <a:cubicBezTo>
                  <a:pt x="1402206" y="62085"/>
                  <a:pt x="1402047" y="61174"/>
                  <a:pt x="1402008" y="60619"/>
                </a:cubicBezTo>
                <a:cubicBezTo>
                  <a:pt x="1401968" y="60064"/>
                  <a:pt x="1401948" y="59549"/>
                  <a:pt x="1401948" y="59074"/>
                </a:cubicBezTo>
                <a:cubicBezTo>
                  <a:pt x="1401948" y="58282"/>
                  <a:pt x="1402166" y="57588"/>
                  <a:pt x="1402602" y="56994"/>
                </a:cubicBezTo>
                <a:cubicBezTo>
                  <a:pt x="1403038" y="56400"/>
                  <a:pt x="1403811" y="55904"/>
                  <a:pt x="1404920" y="55508"/>
                </a:cubicBezTo>
                <a:cubicBezTo>
                  <a:pt x="1406029" y="55112"/>
                  <a:pt x="1407555" y="54835"/>
                  <a:pt x="1409496" y="54676"/>
                </a:cubicBezTo>
                <a:cubicBezTo>
                  <a:pt x="1411437" y="54518"/>
                  <a:pt x="1413874" y="54438"/>
                  <a:pt x="1416806" y="54438"/>
                </a:cubicBezTo>
                <a:cubicBezTo>
                  <a:pt x="1420055" y="54438"/>
                  <a:pt x="1422670" y="54537"/>
                  <a:pt x="1424651" y="54736"/>
                </a:cubicBezTo>
                <a:cubicBezTo>
                  <a:pt x="1426632" y="54934"/>
                  <a:pt x="1428197" y="55211"/>
                  <a:pt x="1429346" y="55568"/>
                </a:cubicBezTo>
                <a:cubicBezTo>
                  <a:pt x="1430495" y="55924"/>
                  <a:pt x="1431307" y="56439"/>
                  <a:pt x="1431783" y="57113"/>
                </a:cubicBezTo>
                <a:cubicBezTo>
                  <a:pt x="1432258" y="57786"/>
                  <a:pt x="1432654" y="58598"/>
                  <a:pt x="1432971" y="59549"/>
                </a:cubicBezTo>
                <a:lnTo>
                  <a:pt x="1457100" y="137403"/>
                </a:lnTo>
                <a:lnTo>
                  <a:pt x="1457813" y="140375"/>
                </a:lnTo>
                <a:lnTo>
                  <a:pt x="1458526" y="137403"/>
                </a:lnTo>
                <a:lnTo>
                  <a:pt x="1482298" y="59549"/>
                </a:lnTo>
                <a:cubicBezTo>
                  <a:pt x="1482536" y="58598"/>
                  <a:pt x="1482913" y="57786"/>
                  <a:pt x="1483428" y="57113"/>
                </a:cubicBezTo>
                <a:cubicBezTo>
                  <a:pt x="1483943" y="56439"/>
                  <a:pt x="1484755" y="55924"/>
                  <a:pt x="1485864" y="55568"/>
                </a:cubicBezTo>
                <a:cubicBezTo>
                  <a:pt x="1486974" y="55211"/>
                  <a:pt x="1488459" y="54934"/>
                  <a:pt x="1490322" y="54736"/>
                </a:cubicBezTo>
                <a:cubicBezTo>
                  <a:pt x="1492184" y="54537"/>
                  <a:pt x="1494620" y="54438"/>
                  <a:pt x="1497632" y="54438"/>
                </a:cubicBezTo>
                <a:cubicBezTo>
                  <a:pt x="1500563" y="54438"/>
                  <a:pt x="1502961" y="54518"/>
                  <a:pt x="1504823" y="54676"/>
                </a:cubicBezTo>
                <a:cubicBezTo>
                  <a:pt x="1506685" y="54835"/>
                  <a:pt x="1508131" y="55112"/>
                  <a:pt x="1509161" y="55508"/>
                </a:cubicBezTo>
                <a:cubicBezTo>
                  <a:pt x="1510191" y="55904"/>
                  <a:pt x="1510904" y="56400"/>
                  <a:pt x="1511301" y="56994"/>
                </a:cubicBezTo>
                <a:cubicBezTo>
                  <a:pt x="1511697" y="57588"/>
                  <a:pt x="1511895" y="58282"/>
                  <a:pt x="1511895" y="59074"/>
                </a:cubicBezTo>
                <a:close/>
                <a:moveTo>
                  <a:pt x="1555675" y="165217"/>
                </a:moveTo>
                <a:cubicBezTo>
                  <a:pt x="1555675" y="166009"/>
                  <a:pt x="1555437" y="166703"/>
                  <a:pt x="1554961" y="167297"/>
                </a:cubicBezTo>
                <a:cubicBezTo>
                  <a:pt x="1554486" y="167891"/>
                  <a:pt x="1553674" y="168386"/>
                  <a:pt x="1552525" y="168783"/>
                </a:cubicBezTo>
                <a:cubicBezTo>
                  <a:pt x="1551376" y="169179"/>
                  <a:pt x="1549850" y="169476"/>
                  <a:pt x="1547949" y="169674"/>
                </a:cubicBezTo>
                <a:cubicBezTo>
                  <a:pt x="1546047" y="169872"/>
                  <a:pt x="1543630" y="169971"/>
                  <a:pt x="1540698" y="169971"/>
                </a:cubicBezTo>
                <a:cubicBezTo>
                  <a:pt x="1537766" y="169971"/>
                  <a:pt x="1535349" y="169872"/>
                  <a:pt x="1533448" y="169674"/>
                </a:cubicBezTo>
                <a:cubicBezTo>
                  <a:pt x="1531546" y="169476"/>
                  <a:pt x="1530020" y="169179"/>
                  <a:pt x="1528871" y="168783"/>
                </a:cubicBezTo>
                <a:cubicBezTo>
                  <a:pt x="1527722" y="168386"/>
                  <a:pt x="1526910" y="167891"/>
                  <a:pt x="1526435" y="167297"/>
                </a:cubicBezTo>
                <a:cubicBezTo>
                  <a:pt x="1525959" y="166703"/>
                  <a:pt x="1525722" y="166009"/>
                  <a:pt x="1525722" y="165217"/>
                </a:cubicBezTo>
                <a:lnTo>
                  <a:pt x="1525722" y="59431"/>
                </a:lnTo>
                <a:cubicBezTo>
                  <a:pt x="1525722" y="58638"/>
                  <a:pt x="1525959" y="57945"/>
                  <a:pt x="1526435" y="57350"/>
                </a:cubicBezTo>
                <a:cubicBezTo>
                  <a:pt x="1526910" y="56756"/>
                  <a:pt x="1527722" y="56241"/>
                  <a:pt x="1528871" y="55805"/>
                </a:cubicBezTo>
                <a:cubicBezTo>
                  <a:pt x="1530020" y="55369"/>
                  <a:pt x="1531546" y="55033"/>
                  <a:pt x="1533448" y="54795"/>
                </a:cubicBezTo>
                <a:cubicBezTo>
                  <a:pt x="1535349" y="54557"/>
                  <a:pt x="1537766" y="54438"/>
                  <a:pt x="1540698" y="54438"/>
                </a:cubicBezTo>
                <a:cubicBezTo>
                  <a:pt x="1543630" y="54438"/>
                  <a:pt x="1546047" y="54557"/>
                  <a:pt x="1547949" y="54795"/>
                </a:cubicBezTo>
                <a:cubicBezTo>
                  <a:pt x="1549850" y="55033"/>
                  <a:pt x="1551376" y="55369"/>
                  <a:pt x="1552525" y="55805"/>
                </a:cubicBezTo>
                <a:cubicBezTo>
                  <a:pt x="1553674" y="56241"/>
                  <a:pt x="1554486" y="56756"/>
                  <a:pt x="1554961" y="57350"/>
                </a:cubicBezTo>
                <a:cubicBezTo>
                  <a:pt x="1555437" y="57945"/>
                  <a:pt x="1555675" y="58638"/>
                  <a:pt x="1555675" y="59431"/>
                </a:cubicBezTo>
                <a:lnTo>
                  <a:pt x="1555675" y="165217"/>
                </a:lnTo>
                <a:moveTo>
                  <a:pt x="1557933" y="23297"/>
                </a:moveTo>
                <a:cubicBezTo>
                  <a:pt x="1557933" y="29319"/>
                  <a:pt x="1556705" y="33479"/>
                  <a:pt x="1554248" y="35777"/>
                </a:cubicBezTo>
                <a:cubicBezTo>
                  <a:pt x="1551792" y="38075"/>
                  <a:pt x="1547236" y="39224"/>
                  <a:pt x="1540579" y="39224"/>
                </a:cubicBezTo>
                <a:cubicBezTo>
                  <a:pt x="1533844" y="39224"/>
                  <a:pt x="1529307" y="38115"/>
                  <a:pt x="1526970" y="35896"/>
                </a:cubicBezTo>
                <a:cubicBezTo>
                  <a:pt x="1524632" y="33677"/>
                  <a:pt x="1523463" y="29676"/>
                  <a:pt x="1523463" y="23891"/>
                </a:cubicBezTo>
                <a:cubicBezTo>
                  <a:pt x="1523463" y="17869"/>
                  <a:pt x="1524672" y="13689"/>
                  <a:pt x="1527089" y="11351"/>
                </a:cubicBezTo>
                <a:cubicBezTo>
                  <a:pt x="1529505" y="9014"/>
                  <a:pt x="1534082" y="7845"/>
                  <a:pt x="1540817" y="7845"/>
                </a:cubicBezTo>
                <a:cubicBezTo>
                  <a:pt x="1547473" y="7845"/>
                  <a:pt x="1551990" y="8974"/>
                  <a:pt x="1554367" y="11232"/>
                </a:cubicBezTo>
                <a:cubicBezTo>
                  <a:pt x="1556744" y="13491"/>
                  <a:pt x="1557933" y="17512"/>
                  <a:pt x="1557933" y="23297"/>
                </a:cubicBezTo>
                <a:close/>
                <a:moveTo>
                  <a:pt x="1672525" y="165570"/>
                </a:moveTo>
                <a:cubicBezTo>
                  <a:pt x="1672525" y="166679"/>
                  <a:pt x="1672129" y="167552"/>
                  <a:pt x="1671337" y="168188"/>
                </a:cubicBezTo>
                <a:cubicBezTo>
                  <a:pt x="1670544" y="168822"/>
                  <a:pt x="1669296" y="169278"/>
                  <a:pt x="1667592" y="169555"/>
                </a:cubicBezTo>
                <a:cubicBezTo>
                  <a:pt x="1665889" y="169833"/>
                  <a:pt x="1663373" y="169971"/>
                  <a:pt x="1660045" y="169971"/>
                </a:cubicBezTo>
                <a:cubicBezTo>
                  <a:pt x="1656479" y="169971"/>
                  <a:pt x="1653884" y="169833"/>
                  <a:pt x="1652259" y="169555"/>
                </a:cubicBezTo>
                <a:cubicBezTo>
                  <a:pt x="1650635" y="169278"/>
                  <a:pt x="1649486" y="168822"/>
                  <a:pt x="1648812" y="168188"/>
                </a:cubicBezTo>
                <a:cubicBezTo>
                  <a:pt x="1648139" y="167554"/>
                  <a:pt x="1647802" y="166683"/>
                  <a:pt x="1647802" y="165573"/>
                </a:cubicBezTo>
                <a:lnTo>
                  <a:pt x="1647802" y="157134"/>
                </a:lnTo>
                <a:cubicBezTo>
                  <a:pt x="1643444" y="161810"/>
                  <a:pt x="1638471" y="165474"/>
                  <a:pt x="1632885" y="168129"/>
                </a:cubicBezTo>
                <a:cubicBezTo>
                  <a:pt x="1627298" y="170784"/>
                  <a:pt x="1621098" y="172111"/>
                  <a:pt x="1614283" y="172111"/>
                </a:cubicBezTo>
                <a:cubicBezTo>
                  <a:pt x="1608657" y="172111"/>
                  <a:pt x="1603487" y="171375"/>
                  <a:pt x="1598772" y="169904"/>
                </a:cubicBezTo>
                <a:cubicBezTo>
                  <a:pt x="1594057" y="168434"/>
                  <a:pt x="1589976" y="166247"/>
                  <a:pt x="1586529" y="163345"/>
                </a:cubicBezTo>
                <a:cubicBezTo>
                  <a:pt x="1583082" y="160443"/>
                  <a:pt x="1580408" y="156846"/>
                  <a:pt x="1578506" y="152554"/>
                </a:cubicBezTo>
                <a:cubicBezTo>
                  <a:pt x="1576604" y="148261"/>
                  <a:pt x="1575653" y="143251"/>
                  <a:pt x="1575653" y="137526"/>
                </a:cubicBezTo>
                <a:cubicBezTo>
                  <a:pt x="1575653" y="131323"/>
                  <a:pt x="1576862" y="125936"/>
                  <a:pt x="1579279" y="121365"/>
                </a:cubicBezTo>
                <a:cubicBezTo>
                  <a:pt x="1581695" y="116793"/>
                  <a:pt x="1585301" y="113017"/>
                  <a:pt x="1590095" y="110036"/>
                </a:cubicBezTo>
                <a:cubicBezTo>
                  <a:pt x="1594889" y="107054"/>
                  <a:pt x="1600852" y="104848"/>
                  <a:pt x="1607984" y="103417"/>
                </a:cubicBezTo>
                <a:cubicBezTo>
                  <a:pt x="1615115" y="101985"/>
                  <a:pt x="1623396" y="101270"/>
                  <a:pt x="1632826" y="101270"/>
                </a:cubicBezTo>
                <a:lnTo>
                  <a:pt x="1643166" y="101270"/>
                </a:lnTo>
                <a:lnTo>
                  <a:pt x="1643166" y="94881"/>
                </a:lnTo>
                <a:cubicBezTo>
                  <a:pt x="1643166" y="91568"/>
                  <a:pt x="1642830" y="88669"/>
                  <a:pt x="1642156" y="86185"/>
                </a:cubicBezTo>
                <a:cubicBezTo>
                  <a:pt x="1641483" y="83699"/>
                  <a:pt x="1640373" y="81628"/>
                  <a:pt x="1638828" y="79971"/>
                </a:cubicBezTo>
                <a:cubicBezTo>
                  <a:pt x="1637283" y="78315"/>
                  <a:pt x="1635223" y="77093"/>
                  <a:pt x="1632647" y="76305"/>
                </a:cubicBezTo>
                <a:cubicBezTo>
                  <a:pt x="1630072" y="75515"/>
                  <a:pt x="1626882" y="75120"/>
                  <a:pt x="1623079" y="75120"/>
                </a:cubicBezTo>
                <a:cubicBezTo>
                  <a:pt x="1618087" y="75120"/>
                  <a:pt x="1613629" y="75675"/>
                  <a:pt x="1609707" y="76784"/>
                </a:cubicBezTo>
                <a:cubicBezTo>
                  <a:pt x="1605785" y="77894"/>
                  <a:pt x="1602318" y="79122"/>
                  <a:pt x="1599307" y="80469"/>
                </a:cubicBezTo>
                <a:cubicBezTo>
                  <a:pt x="1596296" y="81816"/>
                  <a:pt x="1593780" y="83044"/>
                  <a:pt x="1591759" y="84154"/>
                </a:cubicBezTo>
                <a:cubicBezTo>
                  <a:pt x="1589738" y="85263"/>
                  <a:pt x="1588094" y="85818"/>
                  <a:pt x="1586826" y="85818"/>
                </a:cubicBezTo>
                <a:cubicBezTo>
                  <a:pt x="1585955" y="85818"/>
                  <a:pt x="1585182" y="85539"/>
                  <a:pt x="1584509" y="84982"/>
                </a:cubicBezTo>
                <a:cubicBezTo>
                  <a:pt x="1583835" y="84425"/>
                  <a:pt x="1583280" y="83629"/>
                  <a:pt x="1582844" y="82594"/>
                </a:cubicBezTo>
                <a:cubicBezTo>
                  <a:pt x="1582409" y="81558"/>
                  <a:pt x="1582072" y="80284"/>
                  <a:pt x="1581834" y="78771"/>
                </a:cubicBezTo>
                <a:cubicBezTo>
                  <a:pt x="1581596" y="77256"/>
                  <a:pt x="1581478" y="75583"/>
                  <a:pt x="1581478" y="73753"/>
                </a:cubicBezTo>
                <a:cubicBezTo>
                  <a:pt x="1581478" y="71284"/>
                  <a:pt x="1581676" y="69333"/>
                  <a:pt x="1582072" y="67899"/>
                </a:cubicBezTo>
                <a:cubicBezTo>
                  <a:pt x="1582468" y="66466"/>
                  <a:pt x="1583221" y="65172"/>
                  <a:pt x="1584330" y="64018"/>
                </a:cubicBezTo>
                <a:cubicBezTo>
                  <a:pt x="1585440" y="62861"/>
                  <a:pt x="1587381" y="61590"/>
                  <a:pt x="1590154" y="60203"/>
                </a:cubicBezTo>
                <a:cubicBezTo>
                  <a:pt x="1592928" y="58816"/>
                  <a:pt x="1596177" y="57529"/>
                  <a:pt x="1599901" y="56340"/>
                </a:cubicBezTo>
                <a:cubicBezTo>
                  <a:pt x="1603625" y="55152"/>
                  <a:pt x="1607686" y="54181"/>
                  <a:pt x="1612084" y="53428"/>
                </a:cubicBezTo>
                <a:cubicBezTo>
                  <a:pt x="1616482" y="52675"/>
                  <a:pt x="1621019" y="52299"/>
                  <a:pt x="1625694" y="52299"/>
                </a:cubicBezTo>
                <a:cubicBezTo>
                  <a:pt x="1634014" y="52299"/>
                  <a:pt x="1641126" y="53112"/>
                  <a:pt x="1647029" y="54739"/>
                </a:cubicBezTo>
                <a:cubicBezTo>
                  <a:pt x="1652933" y="56364"/>
                  <a:pt x="1657786" y="58862"/>
                  <a:pt x="1661590" y="62235"/>
                </a:cubicBezTo>
                <a:cubicBezTo>
                  <a:pt x="1665393" y="65605"/>
                  <a:pt x="1668167" y="69947"/>
                  <a:pt x="1669910" y="75261"/>
                </a:cubicBezTo>
                <a:cubicBezTo>
                  <a:pt x="1671653" y="80575"/>
                  <a:pt x="1672525" y="86881"/>
                  <a:pt x="1672525" y="94179"/>
                </a:cubicBezTo>
                <a:lnTo>
                  <a:pt x="1672525" y="165570"/>
                </a:lnTo>
                <a:moveTo>
                  <a:pt x="1643166" y="120050"/>
                </a:moveTo>
                <a:lnTo>
                  <a:pt x="1631756" y="120050"/>
                </a:lnTo>
                <a:cubicBezTo>
                  <a:pt x="1626922" y="120050"/>
                  <a:pt x="1622802" y="120409"/>
                  <a:pt x="1619394" y="121127"/>
                </a:cubicBezTo>
                <a:cubicBezTo>
                  <a:pt x="1615987" y="121845"/>
                  <a:pt x="1613213" y="122923"/>
                  <a:pt x="1611074" y="124362"/>
                </a:cubicBezTo>
                <a:cubicBezTo>
                  <a:pt x="1608934" y="125798"/>
                  <a:pt x="1607369" y="127535"/>
                  <a:pt x="1606379" y="129573"/>
                </a:cubicBezTo>
                <a:cubicBezTo>
                  <a:pt x="1605388" y="131609"/>
                  <a:pt x="1604893" y="133944"/>
                  <a:pt x="1604893" y="136579"/>
                </a:cubicBezTo>
                <a:cubicBezTo>
                  <a:pt x="1604893" y="141051"/>
                  <a:pt x="1606300" y="144565"/>
                  <a:pt x="1609113" y="147120"/>
                </a:cubicBezTo>
                <a:cubicBezTo>
                  <a:pt x="1611926" y="149676"/>
                  <a:pt x="1615828" y="150954"/>
                  <a:pt x="1620821" y="150954"/>
                </a:cubicBezTo>
                <a:cubicBezTo>
                  <a:pt x="1625020" y="150954"/>
                  <a:pt x="1628883" y="149876"/>
                  <a:pt x="1632410" y="147722"/>
                </a:cubicBezTo>
                <a:cubicBezTo>
                  <a:pt x="1635936" y="145565"/>
                  <a:pt x="1639521" y="142410"/>
                  <a:pt x="1643166" y="138258"/>
                </a:cubicBezTo>
                <a:lnTo>
                  <a:pt x="1643166" y="120050"/>
                </a:lnTo>
                <a:close/>
                <a:moveTo>
                  <a:pt x="1848363" y="123185"/>
                </a:moveTo>
                <a:cubicBezTo>
                  <a:pt x="1848363" y="131280"/>
                  <a:pt x="1846857" y="138383"/>
                  <a:pt x="1843846" y="144494"/>
                </a:cubicBezTo>
                <a:cubicBezTo>
                  <a:pt x="1840835" y="150606"/>
                  <a:pt x="1836754" y="155704"/>
                  <a:pt x="1831603" y="159790"/>
                </a:cubicBezTo>
                <a:cubicBezTo>
                  <a:pt x="1826453" y="163876"/>
                  <a:pt x="1820431" y="166951"/>
                  <a:pt x="1813537" y="169017"/>
                </a:cubicBezTo>
                <a:cubicBezTo>
                  <a:pt x="1806643" y="171079"/>
                  <a:pt x="1799273" y="172111"/>
                  <a:pt x="1791428" y="172111"/>
                </a:cubicBezTo>
                <a:cubicBezTo>
                  <a:pt x="1786119" y="172111"/>
                  <a:pt x="1781187" y="171679"/>
                  <a:pt x="1776630" y="170814"/>
                </a:cubicBezTo>
                <a:cubicBezTo>
                  <a:pt x="1772074" y="169950"/>
                  <a:pt x="1768052" y="168910"/>
                  <a:pt x="1764566" y="167694"/>
                </a:cubicBezTo>
                <a:cubicBezTo>
                  <a:pt x="1761079" y="166476"/>
                  <a:pt x="1758167" y="165200"/>
                  <a:pt x="1755830" y="163865"/>
                </a:cubicBezTo>
                <a:cubicBezTo>
                  <a:pt x="1753492" y="162530"/>
                  <a:pt x="1751808" y="161353"/>
                  <a:pt x="1750778" y="160332"/>
                </a:cubicBezTo>
                <a:cubicBezTo>
                  <a:pt x="1749748" y="159310"/>
                  <a:pt x="1749015" y="157823"/>
                  <a:pt x="1748579" y="155871"/>
                </a:cubicBezTo>
                <a:cubicBezTo>
                  <a:pt x="1748143" y="153920"/>
                  <a:pt x="1747925" y="151113"/>
                  <a:pt x="1747925" y="147451"/>
                </a:cubicBezTo>
                <a:cubicBezTo>
                  <a:pt x="1747925" y="144982"/>
                  <a:pt x="1748005" y="142912"/>
                  <a:pt x="1748163" y="141240"/>
                </a:cubicBezTo>
                <a:cubicBezTo>
                  <a:pt x="1748321" y="139569"/>
                  <a:pt x="1748579" y="138216"/>
                  <a:pt x="1748936" y="137181"/>
                </a:cubicBezTo>
                <a:cubicBezTo>
                  <a:pt x="1749292" y="136145"/>
                  <a:pt x="1749768" y="135409"/>
                  <a:pt x="1750362" y="134970"/>
                </a:cubicBezTo>
                <a:cubicBezTo>
                  <a:pt x="1750956" y="134532"/>
                  <a:pt x="1751650" y="134313"/>
                  <a:pt x="1752442" y="134313"/>
                </a:cubicBezTo>
                <a:cubicBezTo>
                  <a:pt x="1753551" y="134313"/>
                  <a:pt x="1755116" y="134967"/>
                  <a:pt x="1757137" y="136274"/>
                </a:cubicBezTo>
                <a:cubicBezTo>
                  <a:pt x="1759158" y="137582"/>
                  <a:pt x="1761753" y="139028"/>
                  <a:pt x="1764922" y="140613"/>
                </a:cubicBezTo>
                <a:cubicBezTo>
                  <a:pt x="1768092" y="142197"/>
                  <a:pt x="1771876" y="143644"/>
                  <a:pt x="1776274" y="144951"/>
                </a:cubicBezTo>
                <a:cubicBezTo>
                  <a:pt x="1780671" y="146259"/>
                  <a:pt x="1785763" y="146912"/>
                  <a:pt x="1791547" y="146912"/>
                </a:cubicBezTo>
                <a:cubicBezTo>
                  <a:pt x="1795351" y="146912"/>
                  <a:pt x="1798758" y="146455"/>
                  <a:pt x="1801769" y="145542"/>
                </a:cubicBezTo>
                <a:cubicBezTo>
                  <a:pt x="1804780" y="144625"/>
                  <a:pt x="1807336" y="143333"/>
                  <a:pt x="1809436" y="141664"/>
                </a:cubicBezTo>
                <a:cubicBezTo>
                  <a:pt x="1811536" y="139995"/>
                  <a:pt x="1813140" y="137928"/>
                  <a:pt x="1814250" y="135464"/>
                </a:cubicBezTo>
                <a:cubicBezTo>
                  <a:pt x="1815359" y="132998"/>
                  <a:pt x="1815914" y="130254"/>
                  <a:pt x="1815914" y="127233"/>
                </a:cubicBezTo>
                <a:cubicBezTo>
                  <a:pt x="1815914" y="123742"/>
                  <a:pt x="1814963" y="120747"/>
                  <a:pt x="1813061" y="118248"/>
                </a:cubicBezTo>
                <a:cubicBezTo>
                  <a:pt x="1811159" y="115747"/>
                  <a:pt x="1808683" y="113525"/>
                  <a:pt x="1805632" y="111581"/>
                </a:cubicBezTo>
                <a:cubicBezTo>
                  <a:pt x="1802582" y="109637"/>
                  <a:pt x="1799115" y="107812"/>
                  <a:pt x="1795232" y="106106"/>
                </a:cubicBezTo>
                <a:cubicBezTo>
                  <a:pt x="1791349" y="104397"/>
                  <a:pt x="1787348" y="102591"/>
                  <a:pt x="1783227" y="100686"/>
                </a:cubicBezTo>
                <a:cubicBezTo>
                  <a:pt x="1779106" y="98782"/>
                  <a:pt x="1775105" y="96620"/>
                  <a:pt x="1771222" y="94201"/>
                </a:cubicBezTo>
                <a:cubicBezTo>
                  <a:pt x="1767339" y="91779"/>
                  <a:pt x="1763872" y="88882"/>
                  <a:pt x="1760822" y="85509"/>
                </a:cubicBezTo>
                <a:cubicBezTo>
                  <a:pt x="1757771" y="82137"/>
                  <a:pt x="1755295" y="78150"/>
                  <a:pt x="1753393" y="73549"/>
                </a:cubicBezTo>
                <a:cubicBezTo>
                  <a:pt x="1751491" y="68946"/>
                  <a:pt x="1750540" y="63430"/>
                  <a:pt x="1750540" y="57001"/>
                </a:cubicBezTo>
                <a:cubicBezTo>
                  <a:pt x="1750540" y="49620"/>
                  <a:pt x="1751907" y="43132"/>
                  <a:pt x="1754641" y="37538"/>
                </a:cubicBezTo>
                <a:cubicBezTo>
                  <a:pt x="1757375" y="31944"/>
                  <a:pt x="1761059" y="27302"/>
                  <a:pt x="1765695" y="23612"/>
                </a:cubicBezTo>
                <a:cubicBezTo>
                  <a:pt x="1770331" y="19920"/>
                  <a:pt x="1775798" y="17162"/>
                  <a:pt x="1782098" y="15337"/>
                </a:cubicBezTo>
                <a:cubicBezTo>
                  <a:pt x="1788397" y="13512"/>
                  <a:pt x="1795073" y="12599"/>
                  <a:pt x="1802126" y="12599"/>
                </a:cubicBezTo>
                <a:cubicBezTo>
                  <a:pt x="1805771" y="12599"/>
                  <a:pt x="1809416" y="12877"/>
                  <a:pt x="1813061" y="13431"/>
                </a:cubicBezTo>
                <a:cubicBezTo>
                  <a:pt x="1816706" y="13986"/>
                  <a:pt x="1820114" y="14739"/>
                  <a:pt x="1823283" y="15690"/>
                </a:cubicBezTo>
                <a:cubicBezTo>
                  <a:pt x="1826453" y="16641"/>
                  <a:pt x="1829266" y="17710"/>
                  <a:pt x="1831722" y="18899"/>
                </a:cubicBezTo>
                <a:cubicBezTo>
                  <a:pt x="1834179" y="20088"/>
                  <a:pt x="1835803" y="21078"/>
                  <a:pt x="1836596" y="21870"/>
                </a:cubicBezTo>
                <a:cubicBezTo>
                  <a:pt x="1837388" y="22663"/>
                  <a:pt x="1837923" y="23338"/>
                  <a:pt x="1838200" y="23895"/>
                </a:cubicBezTo>
                <a:cubicBezTo>
                  <a:pt x="1838478" y="24452"/>
                  <a:pt x="1838715" y="25189"/>
                  <a:pt x="1838913" y="26105"/>
                </a:cubicBezTo>
                <a:cubicBezTo>
                  <a:pt x="1839112" y="27021"/>
                  <a:pt x="1839250" y="28176"/>
                  <a:pt x="1839329" y="29570"/>
                </a:cubicBezTo>
                <a:cubicBezTo>
                  <a:pt x="1839409" y="30962"/>
                  <a:pt x="1839448" y="32693"/>
                  <a:pt x="1839448" y="34763"/>
                </a:cubicBezTo>
                <a:cubicBezTo>
                  <a:pt x="1839448" y="37074"/>
                  <a:pt x="1839389" y="39025"/>
                  <a:pt x="1839270" y="40617"/>
                </a:cubicBezTo>
                <a:cubicBezTo>
                  <a:pt x="1839151" y="42209"/>
                  <a:pt x="1838953" y="43523"/>
                  <a:pt x="1838676" y="44558"/>
                </a:cubicBezTo>
                <a:cubicBezTo>
                  <a:pt x="1838398" y="45593"/>
                  <a:pt x="1838002" y="46350"/>
                  <a:pt x="1837487" y="46828"/>
                </a:cubicBezTo>
                <a:cubicBezTo>
                  <a:pt x="1836972" y="47305"/>
                  <a:pt x="1836279" y="47544"/>
                  <a:pt x="1835407" y="47544"/>
                </a:cubicBezTo>
                <a:cubicBezTo>
                  <a:pt x="1834535" y="47544"/>
                  <a:pt x="1833149" y="46990"/>
                  <a:pt x="1831247" y="45880"/>
                </a:cubicBezTo>
                <a:cubicBezTo>
                  <a:pt x="1829345" y="44771"/>
                  <a:pt x="1827007" y="43563"/>
                  <a:pt x="1824234" y="42255"/>
                </a:cubicBezTo>
                <a:cubicBezTo>
                  <a:pt x="1821461" y="40948"/>
                  <a:pt x="1818251" y="39759"/>
                  <a:pt x="1814606" y="38689"/>
                </a:cubicBezTo>
                <a:cubicBezTo>
                  <a:pt x="1810961" y="37620"/>
                  <a:pt x="1806960" y="37085"/>
                  <a:pt x="1802601" y="37085"/>
                </a:cubicBezTo>
                <a:cubicBezTo>
                  <a:pt x="1799194" y="37085"/>
                  <a:pt x="1796222" y="37499"/>
                  <a:pt x="1793687" y="38329"/>
                </a:cubicBezTo>
                <a:cubicBezTo>
                  <a:pt x="1791151" y="39159"/>
                  <a:pt x="1789031" y="40304"/>
                  <a:pt x="1787328" y="41765"/>
                </a:cubicBezTo>
                <a:cubicBezTo>
                  <a:pt x="1785624" y="43223"/>
                  <a:pt x="1784356" y="44979"/>
                  <a:pt x="1783524" y="47032"/>
                </a:cubicBezTo>
                <a:cubicBezTo>
                  <a:pt x="1782692" y="49085"/>
                  <a:pt x="1782276" y="51256"/>
                  <a:pt x="1782276" y="53547"/>
                </a:cubicBezTo>
                <a:cubicBezTo>
                  <a:pt x="1782276" y="56959"/>
                  <a:pt x="1783207" y="59916"/>
                  <a:pt x="1785069" y="62417"/>
                </a:cubicBezTo>
                <a:cubicBezTo>
                  <a:pt x="1786932" y="64915"/>
                  <a:pt x="1789428" y="67137"/>
                  <a:pt x="1792558" y="69081"/>
                </a:cubicBezTo>
                <a:cubicBezTo>
                  <a:pt x="1795688" y="71024"/>
                  <a:pt x="1799234" y="72851"/>
                  <a:pt x="1803196" y="74559"/>
                </a:cubicBezTo>
                <a:cubicBezTo>
                  <a:pt x="1807158" y="76265"/>
                  <a:pt x="1811199" y="78071"/>
                  <a:pt x="1815319" y="79975"/>
                </a:cubicBezTo>
                <a:cubicBezTo>
                  <a:pt x="1819440" y="81879"/>
                  <a:pt x="1823481" y="84042"/>
                  <a:pt x="1827443" y="86464"/>
                </a:cubicBezTo>
                <a:cubicBezTo>
                  <a:pt x="1831405" y="88883"/>
                  <a:pt x="1834932" y="91779"/>
                  <a:pt x="1838022" y="95152"/>
                </a:cubicBezTo>
                <a:cubicBezTo>
                  <a:pt x="1841112" y="98525"/>
                  <a:pt x="1843608" y="102493"/>
                  <a:pt x="1845510" y="107057"/>
                </a:cubicBezTo>
                <a:cubicBezTo>
                  <a:pt x="1847412" y="111618"/>
                  <a:pt x="1848363" y="116994"/>
                  <a:pt x="1848363" y="123185"/>
                </a:cubicBezTo>
                <a:close/>
                <a:moveTo>
                  <a:pt x="1975089" y="110656"/>
                </a:moveTo>
                <a:cubicBezTo>
                  <a:pt x="1975089" y="120105"/>
                  <a:pt x="1974078" y="128621"/>
                  <a:pt x="1972058" y="136204"/>
                </a:cubicBezTo>
                <a:cubicBezTo>
                  <a:pt x="1970037" y="143786"/>
                  <a:pt x="1967085" y="150237"/>
                  <a:pt x="1963202" y="155556"/>
                </a:cubicBezTo>
                <a:cubicBezTo>
                  <a:pt x="1959320" y="160875"/>
                  <a:pt x="1954486" y="164964"/>
                  <a:pt x="1948701" y="167824"/>
                </a:cubicBezTo>
                <a:cubicBezTo>
                  <a:pt x="1942917" y="170682"/>
                  <a:pt x="1936300" y="172111"/>
                  <a:pt x="1928852" y="172111"/>
                </a:cubicBezTo>
                <a:cubicBezTo>
                  <a:pt x="1925761" y="172111"/>
                  <a:pt x="1922928" y="171812"/>
                  <a:pt x="1920353" y="171216"/>
                </a:cubicBezTo>
                <a:cubicBezTo>
                  <a:pt x="1917778" y="170621"/>
                  <a:pt x="1915282" y="169709"/>
                  <a:pt x="1912865" y="168478"/>
                </a:cubicBezTo>
                <a:cubicBezTo>
                  <a:pt x="1910448" y="167247"/>
                  <a:pt x="1908051" y="165720"/>
                  <a:pt x="1905674" y="163895"/>
                </a:cubicBezTo>
                <a:cubicBezTo>
                  <a:pt x="1903297" y="162067"/>
                  <a:pt x="1900840" y="159923"/>
                  <a:pt x="1898304" y="157461"/>
                </a:cubicBezTo>
                <a:lnTo>
                  <a:pt x="1898304" y="207409"/>
                </a:lnTo>
                <a:cubicBezTo>
                  <a:pt x="1898304" y="208201"/>
                  <a:pt x="1898067" y="208914"/>
                  <a:pt x="1897591" y="209548"/>
                </a:cubicBezTo>
                <a:cubicBezTo>
                  <a:pt x="1897116" y="210185"/>
                  <a:pt x="1896304" y="210721"/>
                  <a:pt x="1895155" y="211157"/>
                </a:cubicBezTo>
                <a:cubicBezTo>
                  <a:pt x="1894006" y="211592"/>
                  <a:pt x="1892480" y="211929"/>
                  <a:pt x="1890578" y="212167"/>
                </a:cubicBezTo>
                <a:cubicBezTo>
                  <a:pt x="1888677" y="212405"/>
                  <a:pt x="1886260" y="212524"/>
                  <a:pt x="1883328" y="212524"/>
                </a:cubicBezTo>
                <a:cubicBezTo>
                  <a:pt x="1880396" y="212524"/>
                  <a:pt x="1877979" y="212405"/>
                  <a:pt x="1876077" y="212167"/>
                </a:cubicBezTo>
                <a:cubicBezTo>
                  <a:pt x="1874176" y="211929"/>
                  <a:pt x="1872650" y="211592"/>
                  <a:pt x="1871501" y="211157"/>
                </a:cubicBezTo>
                <a:cubicBezTo>
                  <a:pt x="1870352" y="210721"/>
                  <a:pt x="1869540" y="210185"/>
                  <a:pt x="1869065" y="209548"/>
                </a:cubicBezTo>
                <a:cubicBezTo>
                  <a:pt x="1868589" y="208914"/>
                  <a:pt x="1868351" y="208201"/>
                  <a:pt x="1868351" y="207409"/>
                </a:cubicBezTo>
                <a:lnTo>
                  <a:pt x="1868351" y="59197"/>
                </a:lnTo>
                <a:cubicBezTo>
                  <a:pt x="1868351" y="58404"/>
                  <a:pt x="1868549" y="57711"/>
                  <a:pt x="1868946" y="57116"/>
                </a:cubicBezTo>
                <a:cubicBezTo>
                  <a:pt x="1869342" y="56520"/>
                  <a:pt x="1870035" y="56023"/>
                  <a:pt x="1871026" y="55627"/>
                </a:cubicBezTo>
                <a:cubicBezTo>
                  <a:pt x="1872016" y="55231"/>
                  <a:pt x="1873324" y="54934"/>
                  <a:pt x="1874948" y="54736"/>
                </a:cubicBezTo>
                <a:cubicBezTo>
                  <a:pt x="1876573" y="54537"/>
                  <a:pt x="1878613" y="54438"/>
                  <a:pt x="1881069" y="54438"/>
                </a:cubicBezTo>
                <a:cubicBezTo>
                  <a:pt x="1883447" y="54438"/>
                  <a:pt x="1885448" y="54537"/>
                  <a:pt x="1887072" y="54736"/>
                </a:cubicBezTo>
                <a:cubicBezTo>
                  <a:pt x="1888696" y="54931"/>
                  <a:pt x="1890004" y="55227"/>
                  <a:pt x="1890994" y="55623"/>
                </a:cubicBezTo>
                <a:cubicBezTo>
                  <a:pt x="1891985" y="56017"/>
                  <a:pt x="1892678" y="56510"/>
                  <a:pt x="1893074" y="57102"/>
                </a:cubicBezTo>
                <a:cubicBezTo>
                  <a:pt x="1893471" y="57691"/>
                  <a:pt x="1893669" y="58381"/>
                  <a:pt x="1893669" y="59171"/>
                </a:cubicBezTo>
                <a:lnTo>
                  <a:pt x="1893669" y="71591"/>
                </a:lnTo>
                <a:cubicBezTo>
                  <a:pt x="1896759" y="68417"/>
                  <a:pt x="1899790" y="65619"/>
                  <a:pt x="1902762" y="63197"/>
                </a:cubicBezTo>
                <a:cubicBezTo>
                  <a:pt x="1905733" y="60775"/>
                  <a:pt x="1908764" y="58751"/>
                  <a:pt x="1911854" y="57124"/>
                </a:cubicBezTo>
                <a:cubicBezTo>
                  <a:pt x="1914945" y="55494"/>
                  <a:pt x="1918134" y="54284"/>
                  <a:pt x="1921423" y="53491"/>
                </a:cubicBezTo>
                <a:cubicBezTo>
                  <a:pt x="1924711" y="52696"/>
                  <a:pt x="1928218" y="52299"/>
                  <a:pt x="1931942" y="52299"/>
                </a:cubicBezTo>
                <a:cubicBezTo>
                  <a:pt x="1939708" y="52299"/>
                  <a:pt x="1946324" y="53828"/>
                  <a:pt x="1951792" y="56886"/>
                </a:cubicBezTo>
                <a:cubicBezTo>
                  <a:pt x="1957259" y="59942"/>
                  <a:pt x="1961717" y="64129"/>
                  <a:pt x="1965164" y="69448"/>
                </a:cubicBezTo>
                <a:cubicBezTo>
                  <a:pt x="1968611" y="74767"/>
                  <a:pt x="1971127" y="80960"/>
                  <a:pt x="1972711" y="88028"/>
                </a:cubicBezTo>
                <a:cubicBezTo>
                  <a:pt x="1974296" y="95095"/>
                  <a:pt x="1975089" y="102638"/>
                  <a:pt x="1975089" y="110656"/>
                </a:cubicBezTo>
                <a:moveTo>
                  <a:pt x="1943947" y="112859"/>
                </a:moveTo>
                <a:cubicBezTo>
                  <a:pt x="1943947" y="108334"/>
                  <a:pt x="1943610" y="103989"/>
                  <a:pt x="1942937" y="99821"/>
                </a:cubicBezTo>
                <a:cubicBezTo>
                  <a:pt x="1942263" y="95653"/>
                  <a:pt x="1941114" y="91943"/>
                  <a:pt x="1939490" y="88689"/>
                </a:cubicBezTo>
                <a:cubicBezTo>
                  <a:pt x="1937865" y="85435"/>
                  <a:pt x="1935726" y="82836"/>
                  <a:pt x="1933071" y="80892"/>
                </a:cubicBezTo>
                <a:cubicBezTo>
                  <a:pt x="1930417" y="78946"/>
                  <a:pt x="1927108" y="77973"/>
                  <a:pt x="1923146" y="77973"/>
                </a:cubicBezTo>
                <a:cubicBezTo>
                  <a:pt x="1921165" y="77973"/>
                  <a:pt x="1919204" y="78270"/>
                  <a:pt x="1917263" y="78864"/>
                </a:cubicBezTo>
                <a:cubicBezTo>
                  <a:pt x="1915321" y="79456"/>
                  <a:pt x="1913340" y="80424"/>
                  <a:pt x="1911320" y="81769"/>
                </a:cubicBezTo>
                <a:cubicBezTo>
                  <a:pt x="1909299" y="83114"/>
                  <a:pt x="1907219" y="84854"/>
                  <a:pt x="1905079" y="86991"/>
                </a:cubicBezTo>
                <a:cubicBezTo>
                  <a:pt x="1902940" y="89126"/>
                  <a:pt x="1900682" y="91774"/>
                  <a:pt x="1898304" y="94937"/>
                </a:cubicBezTo>
                <a:lnTo>
                  <a:pt x="1898304" y="129949"/>
                </a:lnTo>
                <a:cubicBezTo>
                  <a:pt x="1902504" y="135285"/>
                  <a:pt x="1906506" y="139407"/>
                  <a:pt x="1910309" y="142314"/>
                </a:cubicBezTo>
                <a:cubicBezTo>
                  <a:pt x="1914113" y="145221"/>
                  <a:pt x="1918075" y="146675"/>
                  <a:pt x="1922195" y="146675"/>
                </a:cubicBezTo>
                <a:cubicBezTo>
                  <a:pt x="1926078" y="146675"/>
                  <a:pt x="1929387" y="145683"/>
                  <a:pt x="1932120" y="143699"/>
                </a:cubicBezTo>
                <a:cubicBezTo>
                  <a:pt x="1934854" y="141713"/>
                  <a:pt x="1937093" y="139113"/>
                  <a:pt x="1938836" y="135899"/>
                </a:cubicBezTo>
                <a:cubicBezTo>
                  <a:pt x="1940579" y="132685"/>
                  <a:pt x="1941867" y="129053"/>
                  <a:pt x="1942699" y="125005"/>
                </a:cubicBezTo>
                <a:cubicBezTo>
                  <a:pt x="1943531" y="120956"/>
                  <a:pt x="1943947" y="116907"/>
                  <a:pt x="1943947" y="112859"/>
                </a:cubicBezTo>
                <a:close/>
                <a:moveTo>
                  <a:pt x="2087649" y="165570"/>
                </a:moveTo>
                <a:cubicBezTo>
                  <a:pt x="2087649" y="166679"/>
                  <a:pt x="2087253" y="167552"/>
                  <a:pt x="2086460" y="168188"/>
                </a:cubicBezTo>
                <a:cubicBezTo>
                  <a:pt x="2085668" y="168822"/>
                  <a:pt x="2084420" y="169278"/>
                  <a:pt x="2082716" y="169555"/>
                </a:cubicBezTo>
                <a:cubicBezTo>
                  <a:pt x="2081012" y="169833"/>
                  <a:pt x="2078496" y="169971"/>
                  <a:pt x="2075168" y="169971"/>
                </a:cubicBezTo>
                <a:cubicBezTo>
                  <a:pt x="2071602" y="169971"/>
                  <a:pt x="2069007" y="169833"/>
                  <a:pt x="2067383" y="169555"/>
                </a:cubicBezTo>
                <a:cubicBezTo>
                  <a:pt x="2065758" y="169278"/>
                  <a:pt x="2064609" y="168822"/>
                  <a:pt x="2063936" y="168188"/>
                </a:cubicBezTo>
                <a:cubicBezTo>
                  <a:pt x="2063262" y="167554"/>
                  <a:pt x="2062926" y="166683"/>
                  <a:pt x="2062926" y="165573"/>
                </a:cubicBezTo>
                <a:lnTo>
                  <a:pt x="2062926" y="157134"/>
                </a:lnTo>
                <a:cubicBezTo>
                  <a:pt x="2058567" y="161810"/>
                  <a:pt x="2053595" y="165474"/>
                  <a:pt x="2048009" y="168129"/>
                </a:cubicBezTo>
                <a:cubicBezTo>
                  <a:pt x="2042422" y="170784"/>
                  <a:pt x="2036222" y="172111"/>
                  <a:pt x="2029407" y="172111"/>
                </a:cubicBezTo>
                <a:cubicBezTo>
                  <a:pt x="2023781" y="172111"/>
                  <a:pt x="2018610" y="171375"/>
                  <a:pt x="2013895" y="169904"/>
                </a:cubicBezTo>
                <a:cubicBezTo>
                  <a:pt x="2009181" y="168434"/>
                  <a:pt x="2005100" y="166247"/>
                  <a:pt x="2001653" y="163345"/>
                </a:cubicBezTo>
                <a:cubicBezTo>
                  <a:pt x="1998206" y="160443"/>
                  <a:pt x="1995531" y="156846"/>
                  <a:pt x="1993630" y="152554"/>
                </a:cubicBezTo>
                <a:cubicBezTo>
                  <a:pt x="1991728" y="148261"/>
                  <a:pt x="1990777" y="143251"/>
                  <a:pt x="1990777" y="137526"/>
                </a:cubicBezTo>
                <a:cubicBezTo>
                  <a:pt x="1990777" y="131323"/>
                  <a:pt x="1991985" y="125936"/>
                  <a:pt x="1994402" y="121365"/>
                </a:cubicBezTo>
                <a:cubicBezTo>
                  <a:pt x="1996819" y="116793"/>
                  <a:pt x="2000425" y="113017"/>
                  <a:pt x="2005219" y="110036"/>
                </a:cubicBezTo>
                <a:cubicBezTo>
                  <a:pt x="2010013" y="107054"/>
                  <a:pt x="2015976" y="104848"/>
                  <a:pt x="2023107" y="103417"/>
                </a:cubicBezTo>
                <a:cubicBezTo>
                  <a:pt x="2030239" y="101985"/>
                  <a:pt x="2038519" y="101270"/>
                  <a:pt x="2047949" y="101270"/>
                </a:cubicBezTo>
                <a:lnTo>
                  <a:pt x="2058290" y="101270"/>
                </a:lnTo>
                <a:lnTo>
                  <a:pt x="2058290" y="94881"/>
                </a:lnTo>
                <a:cubicBezTo>
                  <a:pt x="2058290" y="91568"/>
                  <a:pt x="2057953" y="88669"/>
                  <a:pt x="2057280" y="86185"/>
                </a:cubicBezTo>
                <a:cubicBezTo>
                  <a:pt x="2056606" y="83699"/>
                  <a:pt x="2055497" y="81628"/>
                  <a:pt x="2053952" y="79971"/>
                </a:cubicBezTo>
                <a:cubicBezTo>
                  <a:pt x="2052406" y="78315"/>
                  <a:pt x="2050346" y="77093"/>
                  <a:pt x="2047771" y="76305"/>
                </a:cubicBezTo>
                <a:cubicBezTo>
                  <a:pt x="2045196" y="75515"/>
                  <a:pt x="2042006" y="75120"/>
                  <a:pt x="2038203" y="75120"/>
                </a:cubicBezTo>
                <a:cubicBezTo>
                  <a:pt x="2033210" y="75120"/>
                  <a:pt x="2028753" y="75675"/>
                  <a:pt x="2024831" y="76784"/>
                </a:cubicBezTo>
                <a:cubicBezTo>
                  <a:pt x="2020908" y="77894"/>
                  <a:pt x="2017441" y="79122"/>
                  <a:pt x="2014430" y="80469"/>
                </a:cubicBezTo>
                <a:cubicBezTo>
                  <a:pt x="2011419" y="81816"/>
                  <a:pt x="2008903" y="83044"/>
                  <a:pt x="2006883" y="84154"/>
                </a:cubicBezTo>
                <a:cubicBezTo>
                  <a:pt x="2004862" y="85263"/>
                  <a:pt x="2003218" y="85818"/>
                  <a:pt x="2001950" y="85818"/>
                </a:cubicBezTo>
                <a:cubicBezTo>
                  <a:pt x="2001078" y="85818"/>
                  <a:pt x="2000306" y="85539"/>
                  <a:pt x="1999632" y="84982"/>
                </a:cubicBezTo>
                <a:cubicBezTo>
                  <a:pt x="1998959" y="84425"/>
                  <a:pt x="1998404" y="83629"/>
                  <a:pt x="1997968" y="82594"/>
                </a:cubicBezTo>
                <a:cubicBezTo>
                  <a:pt x="1997532" y="81558"/>
                  <a:pt x="1997195" y="80284"/>
                  <a:pt x="1996958" y="78771"/>
                </a:cubicBezTo>
                <a:cubicBezTo>
                  <a:pt x="1996720" y="77256"/>
                  <a:pt x="1996601" y="75583"/>
                  <a:pt x="1996601" y="73753"/>
                </a:cubicBezTo>
                <a:cubicBezTo>
                  <a:pt x="1996601" y="71284"/>
                  <a:pt x="1996799" y="69333"/>
                  <a:pt x="1997195" y="67899"/>
                </a:cubicBezTo>
                <a:cubicBezTo>
                  <a:pt x="1997592" y="66466"/>
                  <a:pt x="1998344" y="65172"/>
                  <a:pt x="1999454" y="64018"/>
                </a:cubicBezTo>
                <a:cubicBezTo>
                  <a:pt x="2000563" y="62861"/>
                  <a:pt x="2002505" y="61590"/>
                  <a:pt x="2005278" y="60203"/>
                </a:cubicBezTo>
                <a:cubicBezTo>
                  <a:pt x="2008051" y="58816"/>
                  <a:pt x="2011300" y="57529"/>
                  <a:pt x="2015025" y="56340"/>
                </a:cubicBezTo>
                <a:cubicBezTo>
                  <a:pt x="2018749" y="55152"/>
                  <a:pt x="2022810" y="54181"/>
                  <a:pt x="2027208" y="53428"/>
                </a:cubicBezTo>
                <a:cubicBezTo>
                  <a:pt x="2031606" y="52675"/>
                  <a:pt x="2036142" y="52299"/>
                  <a:pt x="2040817" y="52299"/>
                </a:cubicBezTo>
                <a:cubicBezTo>
                  <a:pt x="2049138" y="52299"/>
                  <a:pt x="2056250" y="53112"/>
                  <a:pt x="2062153" y="54739"/>
                </a:cubicBezTo>
                <a:cubicBezTo>
                  <a:pt x="2068056" y="56364"/>
                  <a:pt x="2072910" y="58862"/>
                  <a:pt x="2076714" y="62235"/>
                </a:cubicBezTo>
                <a:cubicBezTo>
                  <a:pt x="2080517" y="65605"/>
                  <a:pt x="2083290" y="69947"/>
                  <a:pt x="2085034" y="75261"/>
                </a:cubicBezTo>
                <a:cubicBezTo>
                  <a:pt x="2086777" y="80575"/>
                  <a:pt x="2087649" y="86881"/>
                  <a:pt x="2087649" y="94179"/>
                </a:cubicBezTo>
                <a:lnTo>
                  <a:pt x="2087649" y="165570"/>
                </a:lnTo>
                <a:moveTo>
                  <a:pt x="2058290" y="120050"/>
                </a:moveTo>
                <a:lnTo>
                  <a:pt x="2046879" y="120050"/>
                </a:lnTo>
                <a:cubicBezTo>
                  <a:pt x="2042046" y="120050"/>
                  <a:pt x="2037925" y="120409"/>
                  <a:pt x="2034518" y="121127"/>
                </a:cubicBezTo>
                <a:cubicBezTo>
                  <a:pt x="2031110" y="121845"/>
                  <a:pt x="2028337" y="122923"/>
                  <a:pt x="2026198" y="124362"/>
                </a:cubicBezTo>
                <a:cubicBezTo>
                  <a:pt x="2024058" y="125798"/>
                  <a:pt x="2022493" y="127535"/>
                  <a:pt x="2021503" y="129573"/>
                </a:cubicBezTo>
                <a:cubicBezTo>
                  <a:pt x="2020512" y="131609"/>
                  <a:pt x="2020017" y="133944"/>
                  <a:pt x="2020017" y="136579"/>
                </a:cubicBezTo>
                <a:cubicBezTo>
                  <a:pt x="2020017" y="141051"/>
                  <a:pt x="2021423" y="144565"/>
                  <a:pt x="2024236" y="147120"/>
                </a:cubicBezTo>
                <a:cubicBezTo>
                  <a:pt x="2027049" y="149676"/>
                  <a:pt x="2030952" y="150954"/>
                  <a:pt x="2035944" y="150954"/>
                </a:cubicBezTo>
                <a:cubicBezTo>
                  <a:pt x="2040144" y="150954"/>
                  <a:pt x="2044007" y="149876"/>
                  <a:pt x="2047533" y="147722"/>
                </a:cubicBezTo>
                <a:cubicBezTo>
                  <a:pt x="2051059" y="145565"/>
                  <a:pt x="2054645" y="142410"/>
                  <a:pt x="2058290" y="138258"/>
                </a:cubicBezTo>
                <a:lnTo>
                  <a:pt x="2058290" y="120050"/>
                </a:lnTo>
                <a:close/>
                <a:moveTo>
                  <a:pt x="2182939" y="68939"/>
                </a:moveTo>
                <a:cubicBezTo>
                  <a:pt x="2182939" y="71792"/>
                  <a:pt x="2182859" y="74130"/>
                  <a:pt x="2182701" y="75952"/>
                </a:cubicBezTo>
                <a:cubicBezTo>
                  <a:pt x="2182542" y="77775"/>
                  <a:pt x="2182305" y="79201"/>
                  <a:pt x="2181988" y="80231"/>
                </a:cubicBezTo>
                <a:cubicBezTo>
                  <a:pt x="2181671" y="81261"/>
                  <a:pt x="2181255" y="81975"/>
                  <a:pt x="2180740" y="82371"/>
                </a:cubicBezTo>
                <a:cubicBezTo>
                  <a:pt x="2180225" y="82767"/>
                  <a:pt x="2179571" y="82965"/>
                  <a:pt x="2178779" y="82965"/>
                </a:cubicBezTo>
                <a:cubicBezTo>
                  <a:pt x="2178145" y="82965"/>
                  <a:pt x="2177431" y="82826"/>
                  <a:pt x="2176639" y="82549"/>
                </a:cubicBezTo>
                <a:cubicBezTo>
                  <a:pt x="2175847" y="82272"/>
                  <a:pt x="2174955" y="81975"/>
                  <a:pt x="2173965" y="81658"/>
                </a:cubicBezTo>
                <a:cubicBezTo>
                  <a:pt x="2172974" y="81341"/>
                  <a:pt x="2171885" y="81043"/>
                  <a:pt x="2170696" y="80766"/>
                </a:cubicBezTo>
                <a:cubicBezTo>
                  <a:pt x="2169507" y="80489"/>
                  <a:pt x="2168200" y="80350"/>
                  <a:pt x="2166774" y="80350"/>
                </a:cubicBezTo>
                <a:cubicBezTo>
                  <a:pt x="2165110" y="80350"/>
                  <a:pt x="2163445" y="80689"/>
                  <a:pt x="2161781" y="81368"/>
                </a:cubicBezTo>
                <a:cubicBezTo>
                  <a:pt x="2160117" y="82044"/>
                  <a:pt x="2158394" y="83100"/>
                  <a:pt x="2156611" y="84536"/>
                </a:cubicBezTo>
                <a:cubicBezTo>
                  <a:pt x="2154828" y="85972"/>
                  <a:pt x="2152966" y="87887"/>
                  <a:pt x="2151024" y="90279"/>
                </a:cubicBezTo>
                <a:cubicBezTo>
                  <a:pt x="2149083" y="92671"/>
                  <a:pt x="2147003" y="95621"/>
                  <a:pt x="2144784" y="99130"/>
                </a:cubicBezTo>
                <a:lnTo>
                  <a:pt x="2144784" y="165217"/>
                </a:lnTo>
                <a:cubicBezTo>
                  <a:pt x="2144784" y="166009"/>
                  <a:pt x="2144547" y="166703"/>
                  <a:pt x="2144071" y="167297"/>
                </a:cubicBezTo>
                <a:cubicBezTo>
                  <a:pt x="2143596" y="167891"/>
                  <a:pt x="2142783" y="168386"/>
                  <a:pt x="2141634" y="168783"/>
                </a:cubicBezTo>
                <a:cubicBezTo>
                  <a:pt x="2140485" y="169179"/>
                  <a:pt x="2138960" y="169476"/>
                  <a:pt x="2137058" y="169674"/>
                </a:cubicBezTo>
                <a:cubicBezTo>
                  <a:pt x="2135157" y="169872"/>
                  <a:pt x="2132740" y="169971"/>
                  <a:pt x="2129808" y="169971"/>
                </a:cubicBezTo>
                <a:cubicBezTo>
                  <a:pt x="2126876" y="169971"/>
                  <a:pt x="2124459" y="169872"/>
                  <a:pt x="2122557" y="169674"/>
                </a:cubicBezTo>
                <a:cubicBezTo>
                  <a:pt x="2120655" y="169476"/>
                  <a:pt x="2119130" y="169179"/>
                  <a:pt x="2117981" y="168783"/>
                </a:cubicBezTo>
                <a:cubicBezTo>
                  <a:pt x="2116832" y="168386"/>
                  <a:pt x="2116020" y="167891"/>
                  <a:pt x="2115544" y="167297"/>
                </a:cubicBezTo>
                <a:cubicBezTo>
                  <a:pt x="2115069" y="166703"/>
                  <a:pt x="2114831" y="166009"/>
                  <a:pt x="2114831" y="165217"/>
                </a:cubicBezTo>
                <a:lnTo>
                  <a:pt x="2114831" y="59193"/>
                </a:lnTo>
                <a:cubicBezTo>
                  <a:pt x="2114831" y="58400"/>
                  <a:pt x="2115029" y="57707"/>
                  <a:pt x="2115426" y="57113"/>
                </a:cubicBezTo>
                <a:cubicBezTo>
                  <a:pt x="2115822" y="56518"/>
                  <a:pt x="2116535" y="56023"/>
                  <a:pt x="2117565" y="55627"/>
                </a:cubicBezTo>
                <a:cubicBezTo>
                  <a:pt x="2118595" y="55231"/>
                  <a:pt x="2119923" y="54934"/>
                  <a:pt x="2121547" y="54736"/>
                </a:cubicBezTo>
                <a:cubicBezTo>
                  <a:pt x="2123171" y="54537"/>
                  <a:pt x="2125212" y="54438"/>
                  <a:pt x="2127668" y="54438"/>
                </a:cubicBezTo>
                <a:cubicBezTo>
                  <a:pt x="2130204" y="54438"/>
                  <a:pt x="2132304" y="54537"/>
                  <a:pt x="2133968" y="54736"/>
                </a:cubicBezTo>
                <a:cubicBezTo>
                  <a:pt x="2135632" y="54934"/>
                  <a:pt x="2136920" y="55231"/>
                  <a:pt x="2137831" y="55627"/>
                </a:cubicBezTo>
                <a:cubicBezTo>
                  <a:pt x="2138742" y="56023"/>
                  <a:pt x="2139396" y="56518"/>
                  <a:pt x="2139792" y="57113"/>
                </a:cubicBezTo>
                <a:cubicBezTo>
                  <a:pt x="2140188" y="57707"/>
                  <a:pt x="2140386" y="58400"/>
                  <a:pt x="2140386" y="59193"/>
                </a:cubicBezTo>
                <a:lnTo>
                  <a:pt x="2140386" y="72386"/>
                </a:lnTo>
                <a:cubicBezTo>
                  <a:pt x="2143160" y="68400"/>
                  <a:pt x="2145775" y="65111"/>
                  <a:pt x="2148231" y="62521"/>
                </a:cubicBezTo>
                <a:cubicBezTo>
                  <a:pt x="2150688" y="59931"/>
                  <a:pt x="2153025" y="57879"/>
                  <a:pt x="2155244" y="56366"/>
                </a:cubicBezTo>
                <a:cubicBezTo>
                  <a:pt x="2157463" y="54851"/>
                  <a:pt x="2159682" y="53795"/>
                  <a:pt x="2161900" y="53198"/>
                </a:cubicBezTo>
                <a:cubicBezTo>
                  <a:pt x="2164119" y="52598"/>
                  <a:pt x="2166338" y="52299"/>
                  <a:pt x="2168556" y="52299"/>
                </a:cubicBezTo>
                <a:cubicBezTo>
                  <a:pt x="2169587" y="52299"/>
                  <a:pt x="2170696" y="52358"/>
                  <a:pt x="2171885" y="52477"/>
                </a:cubicBezTo>
                <a:cubicBezTo>
                  <a:pt x="2173073" y="52596"/>
                  <a:pt x="2174301" y="52794"/>
                  <a:pt x="2175569" y="53071"/>
                </a:cubicBezTo>
                <a:cubicBezTo>
                  <a:pt x="2176837" y="53349"/>
                  <a:pt x="2177947" y="53666"/>
                  <a:pt x="2178897" y="54022"/>
                </a:cubicBezTo>
                <a:cubicBezTo>
                  <a:pt x="2179848" y="54379"/>
                  <a:pt x="2180542" y="54755"/>
                  <a:pt x="2180977" y="55152"/>
                </a:cubicBezTo>
                <a:cubicBezTo>
                  <a:pt x="2181413" y="55548"/>
                  <a:pt x="2181730" y="55984"/>
                  <a:pt x="2181928" y="56459"/>
                </a:cubicBezTo>
                <a:cubicBezTo>
                  <a:pt x="2182126" y="56934"/>
                  <a:pt x="2182305" y="57588"/>
                  <a:pt x="2182463" y="58420"/>
                </a:cubicBezTo>
                <a:cubicBezTo>
                  <a:pt x="2182622" y="59252"/>
                  <a:pt x="2182741" y="60500"/>
                  <a:pt x="2182820" y="62164"/>
                </a:cubicBezTo>
                <a:cubicBezTo>
                  <a:pt x="2182899" y="63828"/>
                  <a:pt x="2182939" y="66087"/>
                  <a:pt x="2182939" y="68939"/>
                </a:cubicBezTo>
                <a:close/>
                <a:moveTo>
                  <a:pt x="2275706" y="135308"/>
                </a:moveTo>
                <a:cubicBezTo>
                  <a:pt x="2275706" y="141343"/>
                  <a:pt x="2274577" y="146663"/>
                  <a:pt x="2272318" y="151269"/>
                </a:cubicBezTo>
                <a:cubicBezTo>
                  <a:pt x="2270060" y="155873"/>
                  <a:pt x="2266871" y="159723"/>
                  <a:pt x="2262750" y="162821"/>
                </a:cubicBezTo>
                <a:cubicBezTo>
                  <a:pt x="2258630" y="165916"/>
                  <a:pt x="2253756" y="168238"/>
                  <a:pt x="2248130" y="169786"/>
                </a:cubicBezTo>
                <a:cubicBezTo>
                  <a:pt x="2242504" y="171336"/>
                  <a:pt x="2236403" y="172111"/>
                  <a:pt x="2229826" y="172111"/>
                </a:cubicBezTo>
                <a:cubicBezTo>
                  <a:pt x="2225864" y="172111"/>
                  <a:pt x="2222080" y="171810"/>
                  <a:pt x="2218474" y="171208"/>
                </a:cubicBezTo>
                <a:cubicBezTo>
                  <a:pt x="2214869" y="170606"/>
                  <a:pt x="2211640" y="169845"/>
                  <a:pt x="2208787" y="168924"/>
                </a:cubicBezTo>
                <a:cubicBezTo>
                  <a:pt x="2205935" y="168000"/>
                  <a:pt x="2203557" y="167058"/>
                  <a:pt x="2201656" y="166097"/>
                </a:cubicBezTo>
                <a:cubicBezTo>
                  <a:pt x="2199754" y="165134"/>
                  <a:pt x="2198367" y="164231"/>
                  <a:pt x="2197495" y="163389"/>
                </a:cubicBezTo>
                <a:cubicBezTo>
                  <a:pt x="2196624" y="162547"/>
                  <a:pt x="2195950" y="161230"/>
                  <a:pt x="2195475" y="159437"/>
                </a:cubicBezTo>
                <a:cubicBezTo>
                  <a:pt x="2194999" y="157644"/>
                  <a:pt x="2194762" y="154995"/>
                  <a:pt x="2194762" y="151488"/>
                </a:cubicBezTo>
                <a:cubicBezTo>
                  <a:pt x="2194762" y="149178"/>
                  <a:pt x="2194841" y="147326"/>
                  <a:pt x="2194999" y="145932"/>
                </a:cubicBezTo>
                <a:cubicBezTo>
                  <a:pt x="2195158" y="144538"/>
                  <a:pt x="2195396" y="143422"/>
                  <a:pt x="2195712" y="142585"/>
                </a:cubicBezTo>
                <a:cubicBezTo>
                  <a:pt x="2196029" y="141748"/>
                  <a:pt x="2196426" y="141191"/>
                  <a:pt x="2196901" y="140913"/>
                </a:cubicBezTo>
                <a:cubicBezTo>
                  <a:pt x="2197377" y="140634"/>
                  <a:pt x="2197971" y="140494"/>
                  <a:pt x="2198684" y="140494"/>
                </a:cubicBezTo>
                <a:cubicBezTo>
                  <a:pt x="2199556" y="140494"/>
                  <a:pt x="2200843" y="140995"/>
                  <a:pt x="2202547" y="141998"/>
                </a:cubicBezTo>
                <a:cubicBezTo>
                  <a:pt x="2204251" y="143001"/>
                  <a:pt x="2206370" y="144104"/>
                  <a:pt x="2208906" y="145308"/>
                </a:cubicBezTo>
                <a:cubicBezTo>
                  <a:pt x="2211442" y="146511"/>
                  <a:pt x="2214393" y="147634"/>
                  <a:pt x="2217761" y="148677"/>
                </a:cubicBezTo>
                <a:cubicBezTo>
                  <a:pt x="2221129" y="149719"/>
                  <a:pt x="2224952" y="150240"/>
                  <a:pt x="2229231" y="150240"/>
                </a:cubicBezTo>
                <a:cubicBezTo>
                  <a:pt x="2231925" y="150240"/>
                  <a:pt x="2234323" y="149964"/>
                  <a:pt x="2236422" y="149412"/>
                </a:cubicBezTo>
                <a:cubicBezTo>
                  <a:pt x="2238522" y="148860"/>
                  <a:pt x="2240345" y="148071"/>
                  <a:pt x="2241890" y="147046"/>
                </a:cubicBezTo>
                <a:cubicBezTo>
                  <a:pt x="2243435" y="146018"/>
                  <a:pt x="2244604" y="144716"/>
                  <a:pt x="2245396" y="143138"/>
                </a:cubicBezTo>
                <a:cubicBezTo>
                  <a:pt x="2246189" y="141561"/>
                  <a:pt x="2246585" y="139746"/>
                  <a:pt x="2246585" y="137693"/>
                </a:cubicBezTo>
                <a:cubicBezTo>
                  <a:pt x="2246585" y="135311"/>
                  <a:pt x="2245852" y="133267"/>
                  <a:pt x="2244386" y="131561"/>
                </a:cubicBezTo>
                <a:cubicBezTo>
                  <a:pt x="2242920" y="129852"/>
                  <a:pt x="2240979" y="128363"/>
                  <a:pt x="2238562" y="127092"/>
                </a:cubicBezTo>
                <a:cubicBezTo>
                  <a:pt x="2236145" y="125822"/>
                  <a:pt x="2233411" y="124631"/>
                  <a:pt x="2230360" y="123519"/>
                </a:cubicBezTo>
                <a:cubicBezTo>
                  <a:pt x="2227310" y="122407"/>
                  <a:pt x="2224180" y="121176"/>
                  <a:pt x="2220970" y="119827"/>
                </a:cubicBezTo>
                <a:cubicBezTo>
                  <a:pt x="2217761" y="118477"/>
                  <a:pt x="2214631" y="116930"/>
                  <a:pt x="2211580" y="115184"/>
                </a:cubicBezTo>
                <a:cubicBezTo>
                  <a:pt x="2208530" y="113436"/>
                  <a:pt x="2205796" y="111291"/>
                  <a:pt x="2203379" y="108750"/>
                </a:cubicBezTo>
                <a:cubicBezTo>
                  <a:pt x="2200962" y="106210"/>
                  <a:pt x="2199021" y="103154"/>
                  <a:pt x="2197555" y="99583"/>
                </a:cubicBezTo>
                <a:cubicBezTo>
                  <a:pt x="2196089" y="96010"/>
                  <a:pt x="2195356" y="91722"/>
                  <a:pt x="2195356" y="86720"/>
                </a:cubicBezTo>
                <a:cubicBezTo>
                  <a:pt x="2195356" y="81636"/>
                  <a:pt x="2196346" y="76971"/>
                  <a:pt x="2198327" y="72724"/>
                </a:cubicBezTo>
                <a:cubicBezTo>
                  <a:pt x="2200308" y="68478"/>
                  <a:pt x="2203161" y="64846"/>
                  <a:pt x="2206885" y="61830"/>
                </a:cubicBezTo>
                <a:cubicBezTo>
                  <a:pt x="2210610" y="58811"/>
                  <a:pt x="2215146" y="56469"/>
                  <a:pt x="2220495" y="54802"/>
                </a:cubicBezTo>
                <a:cubicBezTo>
                  <a:pt x="2225844" y="53133"/>
                  <a:pt x="2231846" y="52299"/>
                  <a:pt x="2238502" y="52299"/>
                </a:cubicBezTo>
                <a:cubicBezTo>
                  <a:pt x="2241831" y="52299"/>
                  <a:pt x="2245060" y="52537"/>
                  <a:pt x="2248190" y="53012"/>
                </a:cubicBezTo>
                <a:cubicBezTo>
                  <a:pt x="2251320" y="53487"/>
                  <a:pt x="2254152" y="54082"/>
                  <a:pt x="2256688" y="54795"/>
                </a:cubicBezTo>
                <a:cubicBezTo>
                  <a:pt x="2259224" y="55508"/>
                  <a:pt x="2261363" y="56281"/>
                  <a:pt x="2263107" y="57113"/>
                </a:cubicBezTo>
                <a:cubicBezTo>
                  <a:pt x="2264850" y="57945"/>
                  <a:pt x="2266098" y="58658"/>
                  <a:pt x="2266851" y="59252"/>
                </a:cubicBezTo>
                <a:cubicBezTo>
                  <a:pt x="2267604" y="59847"/>
                  <a:pt x="2268138" y="60441"/>
                  <a:pt x="2268455" y="61035"/>
                </a:cubicBezTo>
                <a:cubicBezTo>
                  <a:pt x="2268772" y="61629"/>
                  <a:pt x="2269010" y="62343"/>
                  <a:pt x="2269169" y="63175"/>
                </a:cubicBezTo>
                <a:cubicBezTo>
                  <a:pt x="2269327" y="64007"/>
                  <a:pt x="2269466" y="65037"/>
                  <a:pt x="2269585" y="66265"/>
                </a:cubicBezTo>
                <a:cubicBezTo>
                  <a:pt x="2269703" y="67493"/>
                  <a:pt x="2269763" y="69019"/>
                  <a:pt x="2269763" y="70841"/>
                </a:cubicBezTo>
                <a:cubicBezTo>
                  <a:pt x="2269763" y="72981"/>
                  <a:pt x="2269703" y="74724"/>
                  <a:pt x="2269585" y="76071"/>
                </a:cubicBezTo>
                <a:cubicBezTo>
                  <a:pt x="2269466" y="77418"/>
                  <a:pt x="2269268" y="78488"/>
                  <a:pt x="2268990" y="79280"/>
                </a:cubicBezTo>
                <a:cubicBezTo>
                  <a:pt x="2268713" y="80073"/>
                  <a:pt x="2268337" y="80608"/>
                  <a:pt x="2267861" y="80885"/>
                </a:cubicBezTo>
                <a:cubicBezTo>
                  <a:pt x="2267386" y="81162"/>
                  <a:pt x="2266831" y="81301"/>
                  <a:pt x="2266197" y="81301"/>
                </a:cubicBezTo>
                <a:cubicBezTo>
                  <a:pt x="2265484" y="81301"/>
                  <a:pt x="2264375" y="80885"/>
                  <a:pt x="2262869" y="80053"/>
                </a:cubicBezTo>
                <a:cubicBezTo>
                  <a:pt x="2261363" y="79221"/>
                  <a:pt x="2259481" y="78329"/>
                  <a:pt x="2257223" y="77379"/>
                </a:cubicBezTo>
                <a:cubicBezTo>
                  <a:pt x="2254965" y="76428"/>
                  <a:pt x="2252350" y="75536"/>
                  <a:pt x="2249378" y="74704"/>
                </a:cubicBezTo>
                <a:cubicBezTo>
                  <a:pt x="2246407" y="73872"/>
                  <a:pt x="2243019" y="73456"/>
                  <a:pt x="2239216" y="73456"/>
                </a:cubicBezTo>
                <a:cubicBezTo>
                  <a:pt x="2236521" y="73456"/>
                  <a:pt x="2234184" y="73736"/>
                  <a:pt x="2232203" y="74296"/>
                </a:cubicBezTo>
                <a:cubicBezTo>
                  <a:pt x="2230222" y="74853"/>
                  <a:pt x="2228597" y="75649"/>
                  <a:pt x="2227330" y="76684"/>
                </a:cubicBezTo>
                <a:cubicBezTo>
                  <a:pt x="2226062" y="77719"/>
                  <a:pt x="2225111" y="78934"/>
                  <a:pt x="2224477" y="80328"/>
                </a:cubicBezTo>
                <a:cubicBezTo>
                  <a:pt x="2223843" y="81722"/>
                  <a:pt x="2223526" y="83216"/>
                  <a:pt x="2223526" y="84811"/>
                </a:cubicBezTo>
                <a:cubicBezTo>
                  <a:pt x="2223526" y="87272"/>
                  <a:pt x="2224279" y="89338"/>
                  <a:pt x="2225784" y="91007"/>
                </a:cubicBezTo>
                <a:cubicBezTo>
                  <a:pt x="2227290" y="92673"/>
                  <a:pt x="2229271" y="94142"/>
                  <a:pt x="2231727" y="95412"/>
                </a:cubicBezTo>
                <a:cubicBezTo>
                  <a:pt x="2234184" y="96682"/>
                  <a:pt x="2236977" y="97873"/>
                  <a:pt x="2240107" y="98985"/>
                </a:cubicBezTo>
                <a:cubicBezTo>
                  <a:pt x="2243237" y="100097"/>
                  <a:pt x="2246407" y="101308"/>
                  <a:pt x="2249616" y="102618"/>
                </a:cubicBezTo>
                <a:cubicBezTo>
                  <a:pt x="2252825" y="103928"/>
                  <a:pt x="2255995" y="105456"/>
                  <a:pt x="2259125" y="107202"/>
                </a:cubicBezTo>
                <a:cubicBezTo>
                  <a:pt x="2262255" y="108947"/>
                  <a:pt x="2265048" y="111092"/>
                  <a:pt x="2267505" y="113635"/>
                </a:cubicBezTo>
                <a:cubicBezTo>
                  <a:pt x="2269961" y="116176"/>
                  <a:pt x="2271942" y="119213"/>
                  <a:pt x="2273448" y="122746"/>
                </a:cubicBezTo>
                <a:cubicBezTo>
                  <a:pt x="2274953" y="126277"/>
                  <a:pt x="2275706" y="130465"/>
                  <a:pt x="2275706" y="135308"/>
                </a:cubicBezTo>
                <a:close/>
                <a:moveTo>
                  <a:pt x="2395152" y="109096"/>
                </a:moveTo>
                <a:cubicBezTo>
                  <a:pt x="2395152" y="112748"/>
                  <a:pt x="2394340" y="115448"/>
                  <a:pt x="2392716" y="117193"/>
                </a:cubicBezTo>
                <a:cubicBezTo>
                  <a:pt x="2391091" y="118939"/>
                  <a:pt x="2388853" y="119812"/>
                  <a:pt x="2386000" y="119812"/>
                </a:cubicBezTo>
                <a:lnTo>
                  <a:pt x="2321459" y="119812"/>
                </a:lnTo>
                <a:cubicBezTo>
                  <a:pt x="2321459" y="124346"/>
                  <a:pt x="2321993" y="128463"/>
                  <a:pt x="2323063" y="132162"/>
                </a:cubicBezTo>
                <a:cubicBezTo>
                  <a:pt x="2324133" y="135862"/>
                  <a:pt x="2325837" y="139006"/>
                  <a:pt x="2328174" y="141593"/>
                </a:cubicBezTo>
                <a:cubicBezTo>
                  <a:pt x="2330512" y="144178"/>
                  <a:pt x="2333523" y="146147"/>
                  <a:pt x="2337208" y="147499"/>
                </a:cubicBezTo>
                <a:cubicBezTo>
                  <a:pt x="2340892" y="148851"/>
                  <a:pt x="2345310" y="149527"/>
                  <a:pt x="2350461" y="149527"/>
                </a:cubicBezTo>
                <a:cubicBezTo>
                  <a:pt x="2355691" y="149527"/>
                  <a:pt x="2360287" y="149145"/>
                  <a:pt x="2364249" y="148379"/>
                </a:cubicBezTo>
                <a:cubicBezTo>
                  <a:pt x="2368211" y="147614"/>
                  <a:pt x="2371638" y="146769"/>
                  <a:pt x="2374530" y="145843"/>
                </a:cubicBezTo>
                <a:cubicBezTo>
                  <a:pt x="2377422" y="144916"/>
                  <a:pt x="2379819" y="144071"/>
                  <a:pt x="2381721" y="143306"/>
                </a:cubicBezTo>
                <a:cubicBezTo>
                  <a:pt x="2383623" y="142540"/>
                  <a:pt x="2385168" y="142158"/>
                  <a:pt x="2386357" y="142158"/>
                </a:cubicBezTo>
                <a:cubicBezTo>
                  <a:pt x="2387070" y="142158"/>
                  <a:pt x="2387664" y="142298"/>
                  <a:pt x="2388140" y="142578"/>
                </a:cubicBezTo>
                <a:cubicBezTo>
                  <a:pt x="2388615" y="142855"/>
                  <a:pt x="2389011" y="143353"/>
                  <a:pt x="2389328" y="144071"/>
                </a:cubicBezTo>
                <a:cubicBezTo>
                  <a:pt x="2389645" y="144786"/>
                  <a:pt x="2389863" y="145802"/>
                  <a:pt x="2389982" y="147117"/>
                </a:cubicBezTo>
                <a:cubicBezTo>
                  <a:pt x="2390101" y="148431"/>
                  <a:pt x="2390160" y="150084"/>
                  <a:pt x="2390160" y="152075"/>
                </a:cubicBezTo>
                <a:cubicBezTo>
                  <a:pt x="2390160" y="153828"/>
                  <a:pt x="2390121" y="155323"/>
                  <a:pt x="2390041" y="156559"/>
                </a:cubicBezTo>
                <a:cubicBezTo>
                  <a:pt x="2389962" y="157792"/>
                  <a:pt x="2389843" y="158847"/>
                  <a:pt x="2389685" y="159723"/>
                </a:cubicBezTo>
                <a:cubicBezTo>
                  <a:pt x="2389526" y="160600"/>
                  <a:pt x="2389289" y="161338"/>
                  <a:pt x="2388972" y="161937"/>
                </a:cubicBezTo>
                <a:cubicBezTo>
                  <a:pt x="2388655" y="162534"/>
                  <a:pt x="2388239" y="163111"/>
                  <a:pt x="2387724" y="163668"/>
                </a:cubicBezTo>
                <a:cubicBezTo>
                  <a:pt x="2387209" y="164225"/>
                  <a:pt x="2385802" y="164979"/>
                  <a:pt x="2383504" y="165930"/>
                </a:cubicBezTo>
                <a:cubicBezTo>
                  <a:pt x="2381206" y="166881"/>
                  <a:pt x="2378274" y="167812"/>
                  <a:pt x="2374708" y="168723"/>
                </a:cubicBezTo>
                <a:cubicBezTo>
                  <a:pt x="2371143" y="169635"/>
                  <a:pt x="2367062" y="170427"/>
                  <a:pt x="2362466" y="171100"/>
                </a:cubicBezTo>
                <a:cubicBezTo>
                  <a:pt x="2357870" y="171774"/>
                  <a:pt x="2352957" y="172111"/>
                  <a:pt x="2347727" y="172111"/>
                </a:cubicBezTo>
                <a:cubicBezTo>
                  <a:pt x="2338297" y="172111"/>
                  <a:pt x="2330036" y="170920"/>
                  <a:pt x="2322944" y="168538"/>
                </a:cubicBezTo>
                <a:cubicBezTo>
                  <a:pt x="2315852" y="166155"/>
                  <a:pt x="2309929" y="162542"/>
                  <a:pt x="2305175" y="157699"/>
                </a:cubicBezTo>
                <a:cubicBezTo>
                  <a:pt x="2300420" y="152855"/>
                  <a:pt x="2296874" y="146743"/>
                  <a:pt x="2294537" y="139361"/>
                </a:cubicBezTo>
                <a:cubicBezTo>
                  <a:pt x="2292199" y="131977"/>
                  <a:pt x="2291030" y="123322"/>
                  <a:pt x="2291030" y="113397"/>
                </a:cubicBezTo>
                <a:cubicBezTo>
                  <a:pt x="2291030" y="103948"/>
                  <a:pt x="2292258" y="95432"/>
                  <a:pt x="2294715" y="87849"/>
                </a:cubicBezTo>
                <a:cubicBezTo>
                  <a:pt x="2297171" y="80267"/>
                  <a:pt x="2300737" y="73836"/>
                  <a:pt x="2305412" y="68557"/>
                </a:cubicBezTo>
                <a:cubicBezTo>
                  <a:pt x="2310088" y="63275"/>
                  <a:pt x="2315773" y="59245"/>
                  <a:pt x="2322469" y="56466"/>
                </a:cubicBezTo>
                <a:cubicBezTo>
                  <a:pt x="2329165" y="53688"/>
                  <a:pt x="2336712" y="52299"/>
                  <a:pt x="2345112" y="52299"/>
                </a:cubicBezTo>
                <a:cubicBezTo>
                  <a:pt x="2353987" y="52299"/>
                  <a:pt x="2361574" y="53609"/>
                  <a:pt x="2367874" y="56229"/>
                </a:cubicBezTo>
                <a:cubicBezTo>
                  <a:pt x="2374173" y="58849"/>
                  <a:pt x="2379344" y="62480"/>
                  <a:pt x="2383385" y="67123"/>
                </a:cubicBezTo>
                <a:cubicBezTo>
                  <a:pt x="2387426" y="71766"/>
                  <a:pt x="2390398" y="77263"/>
                  <a:pt x="2392300" y="83615"/>
                </a:cubicBezTo>
                <a:cubicBezTo>
                  <a:pt x="2394202" y="89964"/>
                  <a:pt x="2395152" y="96871"/>
                  <a:pt x="2395152" y="104334"/>
                </a:cubicBezTo>
                <a:lnTo>
                  <a:pt x="2395152" y="109096"/>
                </a:lnTo>
                <a:moveTo>
                  <a:pt x="2366150" y="100556"/>
                </a:moveTo>
                <a:cubicBezTo>
                  <a:pt x="2366388" y="92120"/>
                  <a:pt x="2364704" y="85495"/>
                  <a:pt x="2361099" y="80681"/>
                </a:cubicBezTo>
                <a:cubicBezTo>
                  <a:pt x="2357493" y="75864"/>
                  <a:pt x="2351927" y="73456"/>
                  <a:pt x="2344399" y="73456"/>
                </a:cubicBezTo>
                <a:cubicBezTo>
                  <a:pt x="2340595" y="73456"/>
                  <a:pt x="2337287" y="74173"/>
                  <a:pt x="2334474" y="75607"/>
                </a:cubicBezTo>
                <a:cubicBezTo>
                  <a:pt x="2331661" y="77038"/>
                  <a:pt x="2329323" y="78968"/>
                  <a:pt x="2327461" y="81398"/>
                </a:cubicBezTo>
                <a:cubicBezTo>
                  <a:pt x="2325599" y="83824"/>
                  <a:pt x="2324173" y="86689"/>
                  <a:pt x="2323182" y="89993"/>
                </a:cubicBezTo>
                <a:cubicBezTo>
                  <a:pt x="2322192" y="93294"/>
                  <a:pt x="2321617" y="96815"/>
                  <a:pt x="2321459" y="100556"/>
                </a:cubicBezTo>
                <a:lnTo>
                  <a:pt x="2366150" y="100556"/>
                </a:lnTo>
                <a:close/>
                <a:moveTo>
                  <a:pt x="2508174" y="164979"/>
                </a:moveTo>
                <a:cubicBezTo>
                  <a:pt x="2508174" y="165772"/>
                  <a:pt x="2507917" y="166485"/>
                  <a:pt x="2507402" y="167119"/>
                </a:cubicBezTo>
                <a:cubicBezTo>
                  <a:pt x="2506887" y="167753"/>
                  <a:pt x="2506035" y="168268"/>
                  <a:pt x="2504846" y="168664"/>
                </a:cubicBezTo>
                <a:cubicBezTo>
                  <a:pt x="2503658" y="169060"/>
                  <a:pt x="2502073" y="169377"/>
                  <a:pt x="2500092" y="169615"/>
                </a:cubicBezTo>
                <a:cubicBezTo>
                  <a:pt x="2498111" y="169852"/>
                  <a:pt x="2495575" y="169971"/>
                  <a:pt x="2492485" y="169971"/>
                </a:cubicBezTo>
                <a:cubicBezTo>
                  <a:pt x="2489473" y="169971"/>
                  <a:pt x="2486958" y="169852"/>
                  <a:pt x="2484937" y="169615"/>
                </a:cubicBezTo>
                <a:cubicBezTo>
                  <a:pt x="2482916" y="169377"/>
                  <a:pt x="2481312" y="169060"/>
                  <a:pt x="2480123" y="168664"/>
                </a:cubicBezTo>
                <a:cubicBezTo>
                  <a:pt x="2478934" y="168268"/>
                  <a:pt x="2478083" y="167753"/>
                  <a:pt x="2477568" y="167119"/>
                </a:cubicBezTo>
                <a:cubicBezTo>
                  <a:pt x="2477052" y="166485"/>
                  <a:pt x="2476795" y="165772"/>
                  <a:pt x="2476795" y="164979"/>
                </a:cubicBezTo>
                <a:lnTo>
                  <a:pt x="2476795" y="19731"/>
                </a:lnTo>
                <a:cubicBezTo>
                  <a:pt x="2476795" y="18939"/>
                  <a:pt x="2477052" y="18225"/>
                  <a:pt x="2477568" y="17591"/>
                </a:cubicBezTo>
                <a:cubicBezTo>
                  <a:pt x="2478083" y="16957"/>
                  <a:pt x="2478954" y="16442"/>
                  <a:pt x="2480182" y="16046"/>
                </a:cubicBezTo>
                <a:cubicBezTo>
                  <a:pt x="2481411" y="15650"/>
                  <a:pt x="2483015" y="15333"/>
                  <a:pt x="2484996" y="15095"/>
                </a:cubicBezTo>
                <a:cubicBezTo>
                  <a:pt x="2486977" y="14858"/>
                  <a:pt x="2489473" y="14739"/>
                  <a:pt x="2492485" y="14739"/>
                </a:cubicBezTo>
                <a:cubicBezTo>
                  <a:pt x="2495575" y="14739"/>
                  <a:pt x="2498111" y="14858"/>
                  <a:pt x="2500092" y="15095"/>
                </a:cubicBezTo>
                <a:cubicBezTo>
                  <a:pt x="2502073" y="15333"/>
                  <a:pt x="2503658" y="15650"/>
                  <a:pt x="2504846" y="16046"/>
                </a:cubicBezTo>
                <a:cubicBezTo>
                  <a:pt x="2506035" y="16442"/>
                  <a:pt x="2506887" y="16957"/>
                  <a:pt x="2507402" y="17591"/>
                </a:cubicBezTo>
                <a:cubicBezTo>
                  <a:pt x="2507917" y="18225"/>
                  <a:pt x="2508174" y="18939"/>
                  <a:pt x="2508174" y="19731"/>
                </a:cubicBezTo>
                <a:lnTo>
                  <a:pt x="2508174" y="164979"/>
                </a:lnTo>
                <a:close/>
                <a:moveTo>
                  <a:pt x="2638855" y="165213"/>
                </a:moveTo>
                <a:cubicBezTo>
                  <a:pt x="2638855" y="166006"/>
                  <a:pt x="2638618" y="166700"/>
                  <a:pt x="2638142" y="167297"/>
                </a:cubicBezTo>
                <a:cubicBezTo>
                  <a:pt x="2637667" y="167891"/>
                  <a:pt x="2636874" y="168386"/>
                  <a:pt x="2635765" y="168783"/>
                </a:cubicBezTo>
                <a:cubicBezTo>
                  <a:pt x="2634656" y="169179"/>
                  <a:pt x="2633130" y="169476"/>
                  <a:pt x="2631189" y="169674"/>
                </a:cubicBezTo>
                <a:cubicBezTo>
                  <a:pt x="2629248" y="169872"/>
                  <a:pt x="2626851" y="169971"/>
                  <a:pt x="2623998" y="169971"/>
                </a:cubicBezTo>
                <a:cubicBezTo>
                  <a:pt x="2621066" y="169971"/>
                  <a:pt x="2618629" y="169872"/>
                  <a:pt x="2616688" y="169674"/>
                </a:cubicBezTo>
                <a:cubicBezTo>
                  <a:pt x="2614746" y="169476"/>
                  <a:pt x="2613221" y="169179"/>
                  <a:pt x="2612112" y="168783"/>
                </a:cubicBezTo>
                <a:cubicBezTo>
                  <a:pt x="2611002" y="168386"/>
                  <a:pt x="2610210" y="167891"/>
                  <a:pt x="2609735" y="167297"/>
                </a:cubicBezTo>
                <a:cubicBezTo>
                  <a:pt x="2609259" y="166703"/>
                  <a:pt x="2609021" y="166009"/>
                  <a:pt x="2609021" y="165217"/>
                </a:cubicBezTo>
                <a:lnTo>
                  <a:pt x="2609021" y="104717"/>
                </a:lnTo>
                <a:cubicBezTo>
                  <a:pt x="2609021" y="99566"/>
                  <a:pt x="2608645" y="95525"/>
                  <a:pt x="2607892" y="92593"/>
                </a:cubicBezTo>
                <a:cubicBezTo>
                  <a:pt x="2607139" y="89661"/>
                  <a:pt x="2606050" y="87145"/>
                  <a:pt x="2604623" y="85045"/>
                </a:cubicBezTo>
                <a:cubicBezTo>
                  <a:pt x="2603197" y="82945"/>
                  <a:pt x="2601355" y="81321"/>
                  <a:pt x="2599096" y="80172"/>
                </a:cubicBezTo>
                <a:cubicBezTo>
                  <a:pt x="2596838" y="79023"/>
                  <a:pt x="2594203" y="78448"/>
                  <a:pt x="2591192" y="78448"/>
                </a:cubicBezTo>
                <a:cubicBezTo>
                  <a:pt x="2587389" y="78448"/>
                  <a:pt x="2583545" y="79835"/>
                  <a:pt x="2579663" y="82608"/>
                </a:cubicBezTo>
                <a:cubicBezTo>
                  <a:pt x="2575780" y="85382"/>
                  <a:pt x="2571739" y="89423"/>
                  <a:pt x="2567539" y="94732"/>
                </a:cubicBezTo>
                <a:lnTo>
                  <a:pt x="2567539" y="165217"/>
                </a:lnTo>
                <a:cubicBezTo>
                  <a:pt x="2567539" y="166009"/>
                  <a:pt x="2567301" y="166703"/>
                  <a:pt x="2566826" y="167297"/>
                </a:cubicBezTo>
                <a:cubicBezTo>
                  <a:pt x="2566350" y="167891"/>
                  <a:pt x="2565538" y="168386"/>
                  <a:pt x="2564389" y="168783"/>
                </a:cubicBezTo>
                <a:cubicBezTo>
                  <a:pt x="2563240" y="169179"/>
                  <a:pt x="2561715" y="169476"/>
                  <a:pt x="2559813" y="169674"/>
                </a:cubicBezTo>
                <a:cubicBezTo>
                  <a:pt x="2557911" y="169872"/>
                  <a:pt x="2555494" y="169971"/>
                  <a:pt x="2552562" y="169971"/>
                </a:cubicBezTo>
                <a:cubicBezTo>
                  <a:pt x="2549630" y="169971"/>
                  <a:pt x="2547214" y="169872"/>
                  <a:pt x="2545312" y="169674"/>
                </a:cubicBezTo>
                <a:cubicBezTo>
                  <a:pt x="2543410" y="169476"/>
                  <a:pt x="2541885" y="169179"/>
                  <a:pt x="2540736" y="168783"/>
                </a:cubicBezTo>
                <a:cubicBezTo>
                  <a:pt x="2539587" y="168386"/>
                  <a:pt x="2538774" y="167891"/>
                  <a:pt x="2538299" y="167297"/>
                </a:cubicBezTo>
                <a:cubicBezTo>
                  <a:pt x="2537824" y="166703"/>
                  <a:pt x="2537586" y="166009"/>
                  <a:pt x="2537586" y="165217"/>
                </a:cubicBezTo>
                <a:lnTo>
                  <a:pt x="2537586" y="59193"/>
                </a:lnTo>
                <a:cubicBezTo>
                  <a:pt x="2537586" y="58400"/>
                  <a:pt x="2537784" y="57707"/>
                  <a:pt x="2538180" y="57113"/>
                </a:cubicBezTo>
                <a:cubicBezTo>
                  <a:pt x="2538576" y="56518"/>
                  <a:pt x="2539290" y="56023"/>
                  <a:pt x="2540320" y="55627"/>
                </a:cubicBezTo>
                <a:cubicBezTo>
                  <a:pt x="2541350" y="55231"/>
                  <a:pt x="2542677" y="54934"/>
                  <a:pt x="2544302" y="54736"/>
                </a:cubicBezTo>
                <a:cubicBezTo>
                  <a:pt x="2545926" y="54537"/>
                  <a:pt x="2547966" y="54438"/>
                  <a:pt x="2550423" y="54438"/>
                </a:cubicBezTo>
                <a:cubicBezTo>
                  <a:pt x="2552959" y="54438"/>
                  <a:pt x="2555058" y="54537"/>
                  <a:pt x="2556722" y="54736"/>
                </a:cubicBezTo>
                <a:cubicBezTo>
                  <a:pt x="2558387" y="54934"/>
                  <a:pt x="2559674" y="55231"/>
                  <a:pt x="2560585" y="55627"/>
                </a:cubicBezTo>
                <a:cubicBezTo>
                  <a:pt x="2561497" y="56023"/>
                  <a:pt x="2562150" y="56518"/>
                  <a:pt x="2562547" y="57113"/>
                </a:cubicBezTo>
                <a:cubicBezTo>
                  <a:pt x="2562943" y="57707"/>
                  <a:pt x="2563141" y="58400"/>
                  <a:pt x="2563141" y="59193"/>
                </a:cubicBezTo>
                <a:lnTo>
                  <a:pt x="2563141" y="71435"/>
                </a:lnTo>
                <a:cubicBezTo>
                  <a:pt x="2569005" y="65057"/>
                  <a:pt x="2574968" y="60272"/>
                  <a:pt x="2581030" y="57083"/>
                </a:cubicBezTo>
                <a:cubicBezTo>
                  <a:pt x="2587091" y="53894"/>
                  <a:pt x="2593411" y="52299"/>
                  <a:pt x="2599988" y="52299"/>
                </a:cubicBezTo>
                <a:cubicBezTo>
                  <a:pt x="2607199" y="52299"/>
                  <a:pt x="2613281" y="53489"/>
                  <a:pt x="2618233" y="55868"/>
                </a:cubicBezTo>
                <a:cubicBezTo>
                  <a:pt x="2623186" y="58248"/>
                  <a:pt x="2627187" y="61481"/>
                  <a:pt x="2630238" y="65567"/>
                </a:cubicBezTo>
                <a:cubicBezTo>
                  <a:pt x="2633289" y="69650"/>
                  <a:pt x="2635488" y="74429"/>
                  <a:pt x="2636835" y="79904"/>
                </a:cubicBezTo>
                <a:cubicBezTo>
                  <a:pt x="2638182" y="85377"/>
                  <a:pt x="2638855" y="91960"/>
                  <a:pt x="2638855" y="99654"/>
                </a:cubicBezTo>
                <a:lnTo>
                  <a:pt x="2638855" y="165213"/>
                </a:lnTo>
                <a:close/>
                <a:moveTo>
                  <a:pt x="2696502" y="165217"/>
                </a:moveTo>
                <a:cubicBezTo>
                  <a:pt x="2696502" y="166009"/>
                  <a:pt x="2696264" y="166703"/>
                  <a:pt x="2695789" y="167297"/>
                </a:cubicBezTo>
                <a:cubicBezTo>
                  <a:pt x="2695313" y="167891"/>
                  <a:pt x="2694501" y="168386"/>
                  <a:pt x="2693352" y="168783"/>
                </a:cubicBezTo>
                <a:cubicBezTo>
                  <a:pt x="2692203" y="169179"/>
                  <a:pt x="2690678" y="169476"/>
                  <a:pt x="2688776" y="169674"/>
                </a:cubicBezTo>
                <a:cubicBezTo>
                  <a:pt x="2686874" y="169872"/>
                  <a:pt x="2684458" y="169971"/>
                  <a:pt x="2681526" y="169971"/>
                </a:cubicBezTo>
                <a:cubicBezTo>
                  <a:pt x="2678594" y="169971"/>
                  <a:pt x="2676177" y="169872"/>
                  <a:pt x="2674275" y="169674"/>
                </a:cubicBezTo>
                <a:cubicBezTo>
                  <a:pt x="2672373" y="169476"/>
                  <a:pt x="2670848" y="169179"/>
                  <a:pt x="2669699" y="168783"/>
                </a:cubicBezTo>
                <a:cubicBezTo>
                  <a:pt x="2668550" y="168386"/>
                  <a:pt x="2667738" y="167891"/>
                  <a:pt x="2667262" y="167297"/>
                </a:cubicBezTo>
                <a:cubicBezTo>
                  <a:pt x="2666787" y="166703"/>
                  <a:pt x="2666549" y="166009"/>
                  <a:pt x="2666549" y="165217"/>
                </a:cubicBezTo>
                <a:lnTo>
                  <a:pt x="2666549" y="59431"/>
                </a:lnTo>
                <a:cubicBezTo>
                  <a:pt x="2666549" y="58638"/>
                  <a:pt x="2666787" y="57945"/>
                  <a:pt x="2667262" y="57350"/>
                </a:cubicBezTo>
                <a:cubicBezTo>
                  <a:pt x="2667738" y="56756"/>
                  <a:pt x="2668550" y="56241"/>
                  <a:pt x="2669699" y="55805"/>
                </a:cubicBezTo>
                <a:cubicBezTo>
                  <a:pt x="2670848" y="55369"/>
                  <a:pt x="2672373" y="55033"/>
                  <a:pt x="2674275" y="54795"/>
                </a:cubicBezTo>
                <a:cubicBezTo>
                  <a:pt x="2676177" y="54557"/>
                  <a:pt x="2678594" y="54438"/>
                  <a:pt x="2681526" y="54438"/>
                </a:cubicBezTo>
                <a:cubicBezTo>
                  <a:pt x="2684458" y="54438"/>
                  <a:pt x="2686874" y="54557"/>
                  <a:pt x="2688776" y="54795"/>
                </a:cubicBezTo>
                <a:cubicBezTo>
                  <a:pt x="2690678" y="55033"/>
                  <a:pt x="2692203" y="55369"/>
                  <a:pt x="2693352" y="55805"/>
                </a:cubicBezTo>
                <a:cubicBezTo>
                  <a:pt x="2694501" y="56241"/>
                  <a:pt x="2695313" y="56756"/>
                  <a:pt x="2695789" y="57350"/>
                </a:cubicBezTo>
                <a:cubicBezTo>
                  <a:pt x="2696264" y="57945"/>
                  <a:pt x="2696502" y="58638"/>
                  <a:pt x="2696502" y="59431"/>
                </a:cubicBezTo>
                <a:lnTo>
                  <a:pt x="2696502" y="165217"/>
                </a:lnTo>
                <a:moveTo>
                  <a:pt x="2698760" y="23297"/>
                </a:moveTo>
                <a:cubicBezTo>
                  <a:pt x="2698760" y="29319"/>
                  <a:pt x="2697532" y="33479"/>
                  <a:pt x="2695076" y="35777"/>
                </a:cubicBezTo>
                <a:cubicBezTo>
                  <a:pt x="2692619" y="38075"/>
                  <a:pt x="2688063" y="39224"/>
                  <a:pt x="2681407" y="39224"/>
                </a:cubicBezTo>
                <a:cubicBezTo>
                  <a:pt x="2674671" y="39224"/>
                  <a:pt x="2670135" y="38115"/>
                  <a:pt x="2667797" y="35896"/>
                </a:cubicBezTo>
                <a:cubicBezTo>
                  <a:pt x="2665460" y="33677"/>
                  <a:pt x="2664291" y="29676"/>
                  <a:pt x="2664291" y="23891"/>
                </a:cubicBezTo>
                <a:cubicBezTo>
                  <a:pt x="2664291" y="17869"/>
                  <a:pt x="2665499" y="13689"/>
                  <a:pt x="2667916" y="11351"/>
                </a:cubicBezTo>
                <a:cubicBezTo>
                  <a:pt x="2670333" y="9014"/>
                  <a:pt x="2674909" y="7845"/>
                  <a:pt x="2681644" y="7845"/>
                </a:cubicBezTo>
                <a:cubicBezTo>
                  <a:pt x="2688301" y="7845"/>
                  <a:pt x="2692817" y="8974"/>
                  <a:pt x="2695195" y="11232"/>
                </a:cubicBezTo>
                <a:cubicBezTo>
                  <a:pt x="2697572" y="13491"/>
                  <a:pt x="2698760" y="17512"/>
                  <a:pt x="2698760" y="23297"/>
                </a:cubicBezTo>
                <a:close/>
                <a:moveTo>
                  <a:pt x="2785777" y="154675"/>
                </a:moveTo>
                <a:cubicBezTo>
                  <a:pt x="2785777" y="158179"/>
                  <a:pt x="2785559" y="160867"/>
                  <a:pt x="2785123" y="162739"/>
                </a:cubicBezTo>
                <a:cubicBezTo>
                  <a:pt x="2784688" y="164609"/>
                  <a:pt x="2784113" y="165923"/>
                  <a:pt x="2783400" y="166680"/>
                </a:cubicBezTo>
                <a:cubicBezTo>
                  <a:pt x="2782687" y="167436"/>
                  <a:pt x="2781637" y="168112"/>
                  <a:pt x="2780250" y="168708"/>
                </a:cubicBezTo>
                <a:cubicBezTo>
                  <a:pt x="2778863" y="169305"/>
                  <a:pt x="2777239" y="169823"/>
                  <a:pt x="2775377" y="170261"/>
                </a:cubicBezTo>
                <a:cubicBezTo>
                  <a:pt x="2773515" y="170699"/>
                  <a:pt x="2771494" y="171037"/>
                  <a:pt x="2769315" y="171275"/>
                </a:cubicBezTo>
                <a:cubicBezTo>
                  <a:pt x="2767136" y="171515"/>
                  <a:pt x="2764937" y="171635"/>
                  <a:pt x="2762718" y="171635"/>
                </a:cubicBezTo>
                <a:cubicBezTo>
                  <a:pt x="2756775" y="171635"/>
                  <a:pt x="2751624" y="170883"/>
                  <a:pt x="2747266" y="169377"/>
                </a:cubicBezTo>
                <a:cubicBezTo>
                  <a:pt x="2742908" y="167871"/>
                  <a:pt x="2739302" y="165554"/>
                  <a:pt x="2736450" y="162424"/>
                </a:cubicBezTo>
                <a:cubicBezTo>
                  <a:pt x="2733597" y="159294"/>
                  <a:pt x="2731497" y="155351"/>
                  <a:pt x="2730150" y="150597"/>
                </a:cubicBezTo>
                <a:cubicBezTo>
                  <a:pt x="2728803" y="145843"/>
                  <a:pt x="2728129" y="140216"/>
                  <a:pt x="2728129" y="133719"/>
                </a:cubicBezTo>
                <a:lnTo>
                  <a:pt x="2728129" y="79399"/>
                </a:lnTo>
                <a:lnTo>
                  <a:pt x="2715411" y="79399"/>
                </a:lnTo>
                <a:cubicBezTo>
                  <a:pt x="2713906" y="79399"/>
                  <a:pt x="2712757" y="78468"/>
                  <a:pt x="2711964" y="76606"/>
                </a:cubicBezTo>
                <a:cubicBezTo>
                  <a:pt x="2711172" y="74744"/>
                  <a:pt x="2710776" y="71634"/>
                  <a:pt x="2710776" y="67275"/>
                </a:cubicBezTo>
                <a:cubicBezTo>
                  <a:pt x="2710776" y="64977"/>
                  <a:pt x="2710875" y="63036"/>
                  <a:pt x="2711073" y="61451"/>
                </a:cubicBezTo>
                <a:cubicBezTo>
                  <a:pt x="2711271" y="59866"/>
                  <a:pt x="2711568" y="58618"/>
                  <a:pt x="2711964" y="57707"/>
                </a:cubicBezTo>
                <a:cubicBezTo>
                  <a:pt x="2712361" y="56796"/>
                  <a:pt x="2712856" y="56142"/>
                  <a:pt x="2713450" y="55746"/>
                </a:cubicBezTo>
                <a:cubicBezTo>
                  <a:pt x="2714044" y="55350"/>
                  <a:pt x="2714738" y="55152"/>
                  <a:pt x="2715530" y="55152"/>
                </a:cubicBezTo>
                <a:lnTo>
                  <a:pt x="2728129" y="55152"/>
                </a:lnTo>
                <a:lnTo>
                  <a:pt x="2728129" y="31402"/>
                </a:lnTo>
                <a:cubicBezTo>
                  <a:pt x="2728129" y="30604"/>
                  <a:pt x="2728347" y="29887"/>
                  <a:pt x="2728783" y="29251"/>
                </a:cubicBezTo>
                <a:cubicBezTo>
                  <a:pt x="2729219" y="28615"/>
                  <a:pt x="2730011" y="28078"/>
                  <a:pt x="2731160" y="27643"/>
                </a:cubicBezTo>
                <a:cubicBezTo>
                  <a:pt x="2732309" y="27204"/>
                  <a:pt x="2733855" y="26886"/>
                  <a:pt x="2735796" y="26688"/>
                </a:cubicBezTo>
                <a:cubicBezTo>
                  <a:pt x="2737737" y="26487"/>
                  <a:pt x="2740134" y="26387"/>
                  <a:pt x="2742987" y="26387"/>
                </a:cubicBezTo>
                <a:cubicBezTo>
                  <a:pt x="2745919" y="26387"/>
                  <a:pt x="2748356" y="26487"/>
                  <a:pt x="2750297" y="26688"/>
                </a:cubicBezTo>
                <a:cubicBezTo>
                  <a:pt x="2752238" y="26886"/>
                  <a:pt x="2753764" y="27204"/>
                  <a:pt x="2754873" y="27643"/>
                </a:cubicBezTo>
                <a:cubicBezTo>
                  <a:pt x="2755983" y="28078"/>
                  <a:pt x="2756775" y="28615"/>
                  <a:pt x="2757250" y="29251"/>
                </a:cubicBezTo>
                <a:cubicBezTo>
                  <a:pt x="2757726" y="29887"/>
                  <a:pt x="2757964" y="30604"/>
                  <a:pt x="2757964" y="31402"/>
                </a:cubicBezTo>
                <a:lnTo>
                  <a:pt x="2757964" y="55152"/>
                </a:lnTo>
                <a:lnTo>
                  <a:pt x="2781023" y="55152"/>
                </a:lnTo>
                <a:cubicBezTo>
                  <a:pt x="2781815" y="55152"/>
                  <a:pt x="2782508" y="55350"/>
                  <a:pt x="2783103" y="55746"/>
                </a:cubicBezTo>
                <a:cubicBezTo>
                  <a:pt x="2783697" y="56142"/>
                  <a:pt x="2784192" y="56796"/>
                  <a:pt x="2784588" y="57707"/>
                </a:cubicBezTo>
                <a:cubicBezTo>
                  <a:pt x="2784985" y="58618"/>
                  <a:pt x="2785282" y="59866"/>
                  <a:pt x="2785480" y="61451"/>
                </a:cubicBezTo>
                <a:cubicBezTo>
                  <a:pt x="2785678" y="63036"/>
                  <a:pt x="2785777" y="64977"/>
                  <a:pt x="2785777" y="67275"/>
                </a:cubicBezTo>
                <a:cubicBezTo>
                  <a:pt x="2785777" y="71634"/>
                  <a:pt x="2785381" y="74744"/>
                  <a:pt x="2784588" y="76606"/>
                </a:cubicBezTo>
                <a:cubicBezTo>
                  <a:pt x="2783796" y="78468"/>
                  <a:pt x="2782647" y="79399"/>
                  <a:pt x="2781142" y="79399"/>
                </a:cubicBezTo>
                <a:lnTo>
                  <a:pt x="2757964" y="79399"/>
                </a:lnTo>
                <a:lnTo>
                  <a:pt x="2757964" y="129113"/>
                </a:lnTo>
                <a:cubicBezTo>
                  <a:pt x="2757964" y="134887"/>
                  <a:pt x="2758875" y="139218"/>
                  <a:pt x="2760697" y="142106"/>
                </a:cubicBezTo>
                <a:cubicBezTo>
                  <a:pt x="2762520" y="144993"/>
                  <a:pt x="2765769" y="146437"/>
                  <a:pt x="2770444" y="146437"/>
                </a:cubicBezTo>
                <a:cubicBezTo>
                  <a:pt x="2772029" y="146437"/>
                  <a:pt x="2773455" y="146298"/>
                  <a:pt x="2774723" y="146021"/>
                </a:cubicBezTo>
                <a:cubicBezTo>
                  <a:pt x="2775991" y="145743"/>
                  <a:pt x="2777120" y="145426"/>
                  <a:pt x="2778111" y="145070"/>
                </a:cubicBezTo>
                <a:cubicBezTo>
                  <a:pt x="2779101" y="144713"/>
                  <a:pt x="2779933" y="144396"/>
                  <a:pt x="2780607" y="144119"/>
                </a:cubicBezTo>
                <a:cubicBezTo>
                  <a:pt x="2781280" y="143842"/>
                  <a:pt x="2781894" y="143703"/>
                  <a:pt x="2782449" y="143703"/>
                </a:cubicBezTo>
                <a:cubicBezTo>
                  <a:pt x="2782924" y="143703"/>
                  <a:pt x="2783380" y="143842"/>
                  <a:pt x="2783816" y="144119"/>
                </a:cubicBezTo>
                <a:cubicBezTo>
                  <a:pt x="2784252" y="144396"/>
                  <a:pt x="2784588" y="144952"/>
                  <a:pt x="2784826" y="145787"/>
                </a:cubicBezTo>
                <a:cubicBezTo>
                  <a:pt x="2785064" y="146619"/>
                  <a:pt x="2785282" y="147752"/>
                  <a:pt x="2785480" y="149185"/>
                </a:cubicBezTo>
                <a:cubicBezTo>
                  <a:pt x="2785678" y="150617"/>
                  <a:pt x="2785777" y="152447"/>
                  <a:pt x="2785777" y="154675"/>
                </a:cubicBezTo>
                <a:close/>
                <a:moveTo>
                  <a:pt x="2835386" y="165217"/>
                </a:moveTo>
                <a:cubicBezTo>
                  <a:pt x="2835386" y="166009"/>
                  <a:pt x="2835148" y="166703"/>
                  <a:pt x="2834673" y="167297"/>
                </a:cubicBezTo>
                <a:cubicBezTo>
                  <a:pt x="2834197" y="167891"/>
                  <a:pt x="2833385" y="168386"/>
                  <a:pt x="2832236" y="168783"/>
                </a:cubicBezTo>
                <a:cubicBezTo>
                  <a:pt x="2831087" y="169179"/>
                  <a:pt x="2829562" y="169476"/>
                  <a:pt x="2827660" y="169674"/>
                </a:cubicBezTo>
                <a:cubicBezTo>
                  <a:pt x="2825758" y="169872"/>
                  <a:pt x="2823341" y="169971"/>
                  <a:pt x="2820409" y="169971"/>
                </a:cubicBezTo>
                <a:cubicBezTo>
                  <a:pt x="2817477" y="169971"/>
                  <a:pt x="2815061" y="169872"/>
                  <a:pt x="2813159" y="169674"/>
                </a:cubicBezTo>
                <a:cubicBezTo>
                  <a:pt x="2811257" y="169476"/>
                  <a:pt x="2809732" y="169179"/>
                  <a:pt x="2808583" y="168783"/>
                </a:cubicBezTo>
                <a:cubicBezTo>
                  <a:pt x="2807434" y="168386"/>
                  <a:pt x="2806621" y="167891"/>
                  <a:pt x="2806146" y="167297"/>
                </a:cubicBezTo>
                <a:cubicBezTo>
                  <a:pt x="2805670" y="166703"/>
                  <a:pt x="2805433" y="166009"/>
                  <a:pt x="2805433" y="165217"/>
                </a:cubicBezTo>
                <a:lnTo>
                  <a:pt x="2805433" y="59431"/>
                </a:lnTo>
                <a:cubicBezTo>
                  <a:pt x="2805433" y="58638"/>
                  <a:pt x="2805670" y="57945"/>
                  <a:pt x="2806146" y="57350"/>
                </a:cubicBezTo>
                <a:cubicBezTo>
                  <a:pt x="2806621" y="56756"/>
                  <a:pt x="2807434" y="56241"/>
                  <a:pt x="2808583" y="55805"/>
                </a:cubicBezTo>
                <a:cubicBezTo>
                  <a:pt x="2809732" y="55369"/>
                  <a:pt x="2811257" y="55033"/>
                  <a:pt x="2813159" y="54795"/>
                </a:cubicBezTo>
                <a:cubicBezTo>
                  <a:pt x="2815061" y="54557"/>
                  <a:pt x="2817477" y="54438"/>
                  <a:pt x="2820409" y="54438"/>
                </a:cubicBezTo>
                <a:cubicBezTo>
                  <a:pt x="2823341" y="54438"/>
                  <a:pt x="2825758" y="54557"/>
                  <a:pt x="2827660" y="54795"/>
                </a:cubicBezTo>
                <a:cubicBezTo>
                  <a:pt x="2829562" y="55033"/>
                  <a:pt x="2831087" y="55369"/>
                  <a:pt x="2832236" y="55805"/>
                </a:cubicBezTo>
                <a:cubicBezTo>
                  <a:pt x="2833385" y="56241"/>
                  <a:pt x="2834197" y="56756"/>
                  <a:pt x="2834673" y="57350"/>
                </a:cubicBezTo>
                <a:cubicBezTo>
                  <a:pt x="2835148" y="57945"/>
                  <a:pt x="2835386" y="58638"/>
                  <a:pt x="2835386" y="59431"/>
                </a:cubicBezTo>
                <a:lnTo>
                  <a:pt x="2835386" y="165217"/>
                </a:lnTo>
                <a:moveTo>
                  <a:pt x="2837644" y="23297"/>
                </a:moveTo>
                <a:cubicBezTo>
                  <a:pt x="2837644" y="29319"/>
                  <a:pt x="2836416" y="33479"/>
                  <a:pt x="2833959" y="35777"/>
                </a:cubicBezTo>
                <a:cubicBezTo>
                  <a:pt x="2831503" y="38075"/>
                  <a:pt x="2826947" y="39224"/>
                  <a:pt x="2820290" y="39224"/>
                </a:cubicBezTo>
                <a:cubicBezTo>
                  <a:pt x="2813555" y="39224"/>
                  <a:pt x="2809018" y="38115"/>
                  <a:pt x="2806681" y="35896"/>
                </a:cubicBezTo>
                <a:cubicBezTo>
                  <a:pt x="2804343" y="33677"/>
                  <a:pt x="2803174" y="29676"/>
                  <a:pt x="2803174" y="23891"/>
                </a:cubicBezTo>
                <a:cubicBezTo>
                  <a:pt x="2803174" y="17869"/>
                  <a:pt x="2804383" y="13689"/>
                  <a:pt x="2806800" y="11351"/>
                </a:cubicBezTo>
                <a:cubicBezTo>
                  <a:pt x="2809217" y="9014"/>
                  <a:pt x="2813793" y="7845"/>
                  <a:pt x="2820528" y="7845"/>
                </a:cubicBezTo>
                <a:cubicBezTo>
                  <a:pt x="2827184" y="7845"/>
                  <a:pt x="2831701" y="8974"/>
                  <a:pt x="2834078" y="11232"/>
                </a:cubicBezTo>
                <a:cubicBezTo>
                  <a:pt x="2836455" y="13491"/>
                  <a:pt x="2837644" y="17512"/>
                  <a:pt x="2837644" y="23297"/>
                </a:cubicBezTo>
                <a:close/>
                <a:moveTo>
                  <a:pt x="2952236" y="165570"/>
                </a:moveTo>
                <a:cubicBezTo>
                  <a:pt x="2952236" y="166679"/>
                  <a:pt x="2951840" y="167552"/>
                  <a:pt x="2951048" y="168188"/>
                </a:cubicBezTo>
                <a:cubicBezTo>
                  <a:pt x="2950255" y="168822"/>
                  <a:pt x="2949007" y="169278"/>
                  <a:pt x="2947304" y="169555"/>
                </a:cubicBezTo>
                <a:cubicBezTo>
                  <a:pt x="2945600" y="169833"/>
                  <a:pt x="2943084" y="169971"/>
                  <a:pt x="2939756" y="169971"/>
                </a:cubicBezTo>
                <a:cubicBezTo>
                  <a:pt x="2936190" y="169971"/>
                  <a:pt x="2933595" y="169833"/>
                  <a:pt x="2931971" y="169555"/>
                </a:cubicBezTo>
                <a:cubicBezTo>
                  <a:pt x="2930346" y="169278"/>
                  <a:pt x="2929197" y="168822"/>
                  <a:pt x="2928524" y="168188"/>
                </a:cubicBezTo>
                <a:cubicBezTo>
                  <a:pt x="2927850" y="167554"/>
                  <a:pt x="2927513" y="166683"/>
                  <a:pt x="2927513" y="165573"/>
                </a:cubicBezTo>
                <a:lnTo>
                  <a:pt x="2927513" y="157134"/>
                </a:lnTo>
                <a:cubicBezTo>
                  <a:pt x="2923155" y="161810"/>
                  <a:pt x="2918183" y="165474"/>
                  <a:pt x="2912596" y="168129"/>
                </a:cubicBezTo>
                <a:cubicBezTo>
                  <a:pt x="2907010" y="170784"/>
                  <a:pt x="2900809" y="172111"/>
                  <a:pt x="2893995" y="172111"/>
                </a:cubicBezTo>
                <a:cubicBezTo>
                  <a:pt x="2888368" y="172111"/>
                  <a:pt x="2883198" y="171375"/>
                  <a:pt x="2878483" y="169904"/>
                </a:cubicBezTo>
                <a:cubicBezTo>
                  <a:pt x="2873768" y="168434"/>
                  <a:pt x="2869687" y="166247"/>
                  <a:pt x="2866241" y="163345"/>
                </a:cubicBezTo>
                <a:cubicBezTo>
                  <a:pt x="2862794" y="160443"/>
                  <a:pt x="2860119" y="156846"/>
                  <a:pt x="2858217" y="152554"/>
                </a:cubicBezTo>
                <a:cubicBezTo>
                  <a:pt x="2856316" y="148261"/>
                  <a:pt x="2855365" y="143251"/>
                  <a:pt x="2855365" y="137526"/>
                </a:cubicBezTo>
                <a:cubicBezTo>
                  <a:pt x="2855365" y="131323"/>
                  <a:pt x="2856573" y="125936"/>
                  <a:pt x="2858990" y="121365"/>
                </a:cubicBezTo>
                <a:cubicBezTo>
                  <a:pt x="2861407" y="116793"/>
                  <a:pt x="2865012" y="113017"/>
                  <a:pt x="2869806" y="110036"/>
                </a:cubicBezTo>
                <a:cubicBezTo>
                  <a:pt x="2874600" y="107054"/>
                  <a:pt x="2880563" y="104848"/>
                  <a:pt x="2887695" y="103417"/>
                </a:cubicBezTo>
                <a:cubicBezTo>
                  <a:pt x="2894827" y="101985"/>
                  <a:pt x="2903107" y="101270"/>
                  <a:pt x="2912537" y="101270"/>
                </a:cubicBezTo>
                <a:lnTo>
                  <a:pt x="2922878" y="101270"/>
                </a:lnTo>
                <a:lnTo>
                  <a:pt x="2922878" y="94881"/>
                </a:lnTo>
                <a:cubicBezTo>
                  <a:pt x="2922878" y="91568"/>
                  <a:pt x="2922541" y="88669"/>
                  <a:pt x="2921868" y="86185"/>
                </a:cubicBezTo>
                <a:cubicBezTo>
                  <a:pt x="2921194" y="83699"/>
                  <a:pt x="2920085" y="81628"/>
                  <a:pt x="2918539" y="79971"/>
                </a:cubicBezTo>
                <a:cubicBezTo>
                  <a:pt x="2916994" y="78315"/>
                  <a:pt x="2914934" y="77093"/>
                  <a:pt x="2912359" y="76305"/>
                </a:cubicBezTo>
                <a:cubicBezTo>
                  <a:pt x="2909783" y="75515"/>
                  <a:pt x="2906594" y="75120"/>
                  <a:pt x="2902790" y="75120"/>
                </a:cubicBezTo>
                <a:cubicBezTo>
                  <a:pt x="2897798" y="75120"/>
                  <a:pt x="2893341" y="75675"/>
                  <a:pt x="2889418" y="76784"/>
                </a:cubicBezTo>
                <a:cubicBezTo>
                  <a:pt x="2885496" y="77894"/>
                  <a:pt x="2882029" y="79122"/>
                  <a:pt x="2879018" y="80469"/>
                </a:cubicBezTo>
                <a:cubicBezTo>
                  <a:pt x="2876007" y="81816"/>
                  <a:pt x="2873491" y="83044"/>
                  <a:pt x="2871470" y="84154"/>
                </a:cubicBezTo>
                <a:cubicBezTo>
                  <a:pt x="2869450" y="85263"/>
                  <a:pt x="2867806" y="85818"/>
                  <a:pt x="2866538" y="85818"/>
                </a:cubicBezTo>
                <a:cubicBezTo>
                  <a:pt x="2865666" y="85818"/>
                  <a:pt x="2864893" y="85539"/>
                  <a:pt x="2864220" y="84982"/>
                </a:cubicBezTo>
                <a:cubicBezTo>
                  <a:pt x="2863546" y="84425"/>
                  <a:pt x="2862992" y="83629"/>
                  <a:pt x="2862556" y="82594"/>
                </a:cubicBezTo>
                <a:cubicBezTo>
                  <a:pt x="2862120" y="81558"/>
                  <a:pt x="2861783" y="80284"/>
                  <a:pt x="2861546" y="78771"/>
                </a:cubicBezTo>
                <a:cubicBezTo>
                  <a:pt x="2861308" y="77256"/>
                  <a:pt x="2861189" y="75583"/>
                  <a:pt x="2861189" y="73753"/>
                </a:cubicBezTo>
                <a:cubicBezTo>
                  <a:pt x="2861189" y="71284"/>
                  <a:pt x="2861387" y="69333"/>
                  <a:pt x="2861783" y="67899"/>
                </a:cubicBezTo>
                <a:cubicBezTo>
                  <a:pt x="2862179" y="66466"/>
                  <a:pt x="2862932" y="65172"/>
                  <a:pt x="2864042" y="64018"/>
                </a:cubicBezTo>
                <a:cubicBezTo>
                  <a:pt x="2865151" y="62861"/>
                  <a:pt x="2867092" y="61590"/>
                  <a:pt x="2869866" y="60203"/>
                </a:cubicBezTo>
                <a:cubicBezTo>
                  <a:pt x="2872639" y="58816"/>
                  <a:pt x="2875888" y="57529"/>
                  <a:pt x="2879612" y="56340"/>
                </a:cubicBezTo>
                <a:cubicBezTo>
                  <a:pt x="2883337" y="55152"/>
                  <a:pt x="2887398" y="54181"/>
                  <a:pt x="2891796" y="53428"/>
                </a:cubicBezTo>
                <a:cubicBezTo>
                  <a:pt x="2896194" y="52675"/>
                  <a:pt x="2900730" y="52299"/>
                  <a:pt x="2905405" y="52299"/>
                </a:cubicBezTo>
                <a:cubicBezTo>
                  <a:pt x="2913726" y="52299"/>
                  <a:pt x="2920837" y="53112"/>
                  <a:pt x="2926741" y="54739"/>
                </a:cubicBezTo>
                <a:cubicBezTo>
                  <a:pt x="2932644" y="56364"/>
                  <a:pt x="2937498" y="58862"/>
                  <a:pt x="2941301" y="62235"/>
                </a:cubicBezTo>
                <a:cubicBezTo>
                  <a:pt x="2945105" y="65605"/>
                  <a:pt x="2947878" y="69947"/>
                  <a:pt x="2949622" y="75261"/>
                </a:cubicBezTo>
                <a:cubicBezTo>
                  <a:pt x="2951365" y="80575"/>
                  <a:pt x="2952236" y="86881"/>
                  <a:pt x="2952236" y="94179"/>
                </a:cubicBezTo>
                <a:lnTo>
                  <a:pt x="2952236" y="165570"/>
                </a:lnTo>
                <a:moveTo>
                  <a:pt x="2922878" y="120050"/>
                </a:moveTo>
                <a:lnTo>
                  <a:pt x="2911467" y="120050"/>
                </a:lnTo>
                <a:cubicBezTo>
                  <a:pt x="2906633" y="120050"/>
                  <a:pt x="2902513" y="120409"/>
                  <a:pt x="2899106" y="121127"/>
                </a:cubicBezTo>
                <a:cubicBezTo>
                  <a:pt x="2895698" y="121845"/>
                  <a:pt x="2892925" y="122923"/>
                  <a:pt x="2890785" y="124362"/>
                </a:cubicBezTo>
                <a:cubicBezTo>
                  <a:pt x="2888646" y="125798"/>
                  <a:pt x="2887081" y="127535"/>
                  <a:pt x="2886090" y="129573"/>
                </a:cubicBezTo>
                <a:cubicBezTo>
                  <a:pt x="2885100" y="131609"/>
                  <a:pt x="2884605" y="133944"/>
                  <a:pt x="2884605" y="136579"/>
                </a:cubicBezTo>
                <a:cubicBezTo>
                  <a:pt x="2884605" y="141051"/>
                  <a:pt x="2886011" y="144565"/>
                  <a:pt x="2888824" y="147120"/>
                </a:cubicBezTo>
                <a:cubicBezTo>
                  <a:pt x="2891637" y="149676"/>
                  <a:pt x="2895540" y="150954"/>
                  <a:pt x="2900532" y="150954"/>
                </a:cubicBezTo>
                <a:cubicBezTo>
                  <a:pt x="2904732" y="150954"/>
                  <a:pt x="2908595" y="149876"/>
                  <a:pt x="2912121" y="147722"/>
                </a:cubicBezTo>
                <a:cubicBezTo>
                  <a:pt x="2915647" y="145565"/>
                  <a:pt x="2919233" y="142410"/>
                  <a:pt x="2922878" y="138258"/>
                </a:cubicBezTo>
                <a:lnTo>
                  <a:pt x="2922878" y="120050"/>
                </a:lnTo>
                <a:close/>
                <a:moveTo>
                  <a:pt x="3042177" y="154675"/>
                </a:moveTo>
                <a:cubicBezTo>
                  <a:pt x="3042177" y="158179"/>
                  <a:pt x="3041959" y="160867"/>
                  <a:pt x="3041523" y="162739"/>
                </a:cubicBezTo>
                <a:cubicBezTo>
                  <a:pt x="3041088" y="164609"/>
                  <a:pt x="3040513" y="165923"/>
                  <a:pt x="3039800" y="166680"/>
                </a:cubicBezTo>
                <a:cubicBezTo>
                  <a:pt x="3039087" y="167436"/>
                  <a:pt x="3038037" y="168112"/>
                  <a:pt x="3036650" y="168708"/>
                </a:cubicBezTo>
                <a:cubicBezTo>
                  <a:pt x="3035263" y="169305"/>
                  <a:pt x="3033639" y="169823"/>
                  <a:pt x="3031777" y="170261"/>
                </a:cubicBezTo>
                <a:cubicBezTo>
                  <a:pt x="3029915" y="170699"/>
                  <a:pt x="3027894" y="171037"/>
                  <a:pt x="3025715" y="171275"/>
                </a:cubicBezTo>
                <a:cubicBezTo>
                  <a:pt x="3023536" y="171515"/>
                  <a:pt x="3021337" y="171635"/>
                  <a:pt x="3019118" y="171635"/>
                </a:cubicBezTo>
                <a:cubicBezTo>
                  <a:pt x="3013175" y="171635"/>
                  <a:pt x="3008024" y="170883"/>
                  <a:pt x="3003666" y="169377"/>
                </a:cubicBezTo>
                <a:cubicBezTo>
                  <a:pt x="2999308" y="167871"/>
                  <a:pt x="2995702" y="165554"/>
                  <a:pt x="2992850" y="162424"/>
                </a:cubicBezTo>
                <a:cubicBezTo>
                  <a:pt x="2989997" y="159294"/>
                  <a:pt x="2987897" y="155351"/>
                  <a:pt x="2986550" y="150597"/>
                </a:cubicBezTo>
                <a:cubicBezTo>
                  <a:pt x="2985203" y="145843"/>
                  <a:pt x="2984530" y="140216"/>
                  <a:pt x="2984530" y="133719"/>
                </a:cubicBezTo>
                <a:lnTo>
                  <a:pt x="2984530" y="79399"/>
                </a:lnTo>
                <a:lnTo>
                  <a:pt x="2971811" y="79399"/>
                </a:lnTo>
                <a:cubicBezTo>
                  <a:pt x="2970306" y="79399"/>
                  <a:pt x="2969157" y="78468"/>
                  <a:pt x="2968364" y="76606"/>
                </a:cubicBezTo>
                <a:cubicBezTo>
                  <a:pt x="2967572" y="74744"/>
                  <a:pt x="2967176" y="71634"/>
                  <a:pt x="2967176" y="67275"/>
                </a:cubicBezTo>
                <a:cubicBezTo>
                  <a:pt x="2967176" y="64977"/>
                  <a:pt x="2967275" y="63036"/>
                  <a:pt x="2967473" y="61451"/>
                </a:cubicBezTo>
                <a:cubicBezTo>
                  <a:pt x="2967671" y="59866"/>
                  <a:pt x="2967968" y="58618"/>
                  <a:pt x="2968364" y="57707"/>
                </a:cubicBezTo>
                <a:cubicBezTo>
                  <a:pt x="2968761" y="56796"/>
                  <a:pt x="2969256" y="56142"/>
                  <a:pt x="2969850" y="55746"/>
                </a:cubicBezTo>
                <a:cubicBezTo>
                  <a:pt x="2970444" y="55350"/>
                  <a:pt x="2971138" y="55152"/>
                  <a:pt x="2971930" y="55152"/>
                </a:cubicBezTo>
                <a:lnTo>
                  <a:pt x="2984530" y="55152"/>
                </a:lnTo>
                <a:lnTo>
                  <a:pt x="2984530" y="31402"/>
                </a:lnTo>
                <a:cubicBezTo>
                  <a:pt x="2984530" y="30604"/>
                  <a:pt x="2984747" y="29887"/>
                  <a:pt x="2985183" y="29251"/>
                </a:cubicBezTo>
                <a:cubicBezTo>
                  <a:pt x="2985619" y="28615"/>
                  <a:pt x="2986411" y="28078"/>
                  <a:pt x="2987560" y="27643"/>
                </a:cubicBezTo>
                <a:cubicBezTo>
                  <a:pt x="2988709" y="27204"/>
                  <a:pt x="2990255" y="26886"/>
                  <a:pt x="2992196" y="26688"/>
                </a:cubicBezTo>
                <a:cubicBezTo>
                  <a:pt x="2994137" y="26487"/>
                  <a:pt x="2996534" y="26387"/>
                  <a:pt x="2999387" y="26387"/>
                </a:cubicBezTo>
                <a:cubicBezTo>
                  <a:pt x="3002319" y="26387"/>
                  <a:pt x="3004756" y="26487"/>
                  <a:pt x="3006697" y="26688"/>
                </a:cubicBezTo>
                <a:cubicBezTo>
                  <a:pt x="3008639" y="26886"/>
                  <a:pt x="3010164" y="27204"/>
                  <a:pt x="3011273" y="27643"/>
                </a:cubicBezTo>
                <a:cubicBezTo>
                  <a:pt x="3012383" y="28078"/>
                  <a:pt x="3013175" y="28615"/>
                  <a:pt x="3013650" y="29251"/>
                </a:cubicBezTo>
                <a:cubicBezTo>
                  <a:pt x="3014126" y="29887"/>
                  <a:pt x="3014364" y="30604"/>
                  <a:pt x="3014364" y="31402"/>
                </a:cubicBezTo>
                <a:lnTo>
                  <a:pt x="3014364" y="55152"/>
                </a:lnTo>
                <a:lnTo>
                  <a:pt x="3037423" y="55152"/>
                </a:lnTo>
                <a:cubicBezTo>
                  <a:pt x="3038215" y="55152"/>
                  <a:pt x="3038908" y="55350"/>
                  <a:pt x="3039503" y="55746"/>
                </a:cubicBezTo>
                <a:cubicBezTo>
                  <a:pt x="3040097" y="56142"/>
                  <a:pt x="3040592" y="56796"/>
                  <a:pt x="3040989" y="57707"/>
                </a:cubicBezTo>
                <a:cubicBezTo>
                  <a:pt x="3041385" y="58618"/>
                  <a:pt x="3041682" y="59866"/>
                  <a:pt x="3041880" y="61451"/>
                </a:cubicBezTo>
                <a:cubicBezTo>
                  <a:pt x="3042078" y="63036"/>
                  <a:pt x="3042177" y="64977"/>
                  <a:pt x="3042177" y="67275"/>
                </a:cubicBezTo>
                <a:cubicBezTo>
                  <a:pt x="3042177" y="71634"/>
                  <a:pt x="3041781" y="74744"/>
                  <a:pt x="3040989" y="76606"/>
                </a:cubicBezTo>
                <a:cubicBezTo>
                  <a:pt x="3040196" y="78468"/>
                  <a:pt x="3039047" y="79399"/>
                  <a:pt x="3037542" y="79399"/>
                </a:cubicBezTo>
                <a:lnTo>
                  <a:pt x="3014364" y="79399"/>
                </a:lnTo>
                <a:lnTo>
                  <a:pt x="3014364" y="129113"/>
                </a:lnTo>
                <a:cubicBezTo>
                  <a:pt x="3014364" y="134887"/>
                  <a:pt x="3015275" y="139218"/>
                  <a:pt x="3017097" y="142106"/>
                </a:cubicBezTo>
                <a:cubicBezTo>
                  <a:pt x="3018920" y="144993"/>
                  <a:pt x="3022169" y="146437"/>
                  <a:pt x="3026844" y="146437"/>
                </a:cubicBezTo>
                <a:cubicBezTo>
                  <a:pt x="3028429" y="146437"/>
                  <a:pt x="3029855" y="146298"/>
                  <a:pt x="3031123" y="146021"/>
                </a:cubicBezTo>
                <a:cubicBezTo>
                  <a:pt x="3032391" y="145743"/>
                  <a:pt x="3033520" y="145426"/>
                  <a:pt x="3034511" y="145070"/>
                </a:cubicBezTo>
                <a:cubicBezTo>
                  <a:pt x="3035501" y="144713"/>
                  <a:pt x="3036333" y="144396"/>
                  <a:pt x="3037007" y="144119"/>
                </a:cubicBezTo>
                <a:cubicBezTo>
                  <a:pt x="3037680" y="143842"/>
                  <a:pt x="3038294" y="143703"/>
                  <a:pt x="3038849" y="143703"/>
                </a:cubicBezTo>
                <a:cubicBezTo>
                  <a:pt x="3039324" y="143703"/>
                  <a:pt x="3039780" y="143842"/>
                  <a:pt x="3040216" y="144119"/>
                </a:cubicBezTo>
                <a:cubicBezTo>
                  <a:pt x="3040652" y="144396"/>
                  <a:pt x="3040989" y="144952"/>
                  <a:pt x="3041226" y="145787"/>
                </a:cubicBezTo>
                <a:cubicBezTo>
                  <a:pt x="3041464" y="146619"/>
                  <a:pt x="3041682" y="147752"/>
                  <a:pt x="3041880" y="149185"/>
                </a:cubicBezTo>
                <a:cubicBezTo>
                  <a:pt x="3042078" y="150617"/>
                  <a:pt x="3042177" y="152447"/>
                  <a:pt x="3042177" y="154675"/>
                </a:cubicBezTo>
                <a:close/>
                <a:moveTo>
                  <a:pt x="3091786" y="165217"/>
                </a:moveTo>
                <a:cubicBezTo>
                  <a:pt x="3091786" y="166009"/>
                  <a:pt x="3091548" y="166703"/>
                  <a:pt x="3091073" y="167297"/>
                </a:cubicBezTo>
                <a:cubicBezTo>
                  <a:pt x="3090597" y="167891"/>
                  <a:pt x="3089785" y="168386"/>
                  <a:pt x="3088636" y="168783"/>
                </a:cubicBezTo>
                <a:cubicBezTo>
                  <a:pt x="3087487" y="169179"/>
                  <a:pt x="3085962" y="169476"/>
                  <a:pt x="3084060" y="169674"/>
                </a:cubicBezTo>
                <a:cubicBezTo>
                  <a:pt x="3082158" y="169872"/>
                  <a:pt x="3079741" y="169971"/>
                  <a:pt x="3076809" y="169971"/>
                </a:cubicBezTo>
                <a:cubicBezTo>
                  <a:pt x="3073877" y="169971"/>
                  <a:pt x="3071461" y="169872"/>
                  <a:pt x="3069559" y="169674"/>
                </a:cubicBezTo>
                <a:cubicBezTo>
                  <a:pt x="3067657" y="169476"/>
                  <a:pt x="3066132" y="169179"/>
                  <a:pt x="3064983" y="168783"/>
                </a:cubicBezTo>
                <a:cubicBezTo>
                  <a:pt x="3063834" y="168386"/>
                  <a:pt x="3063021" y="167891"/>
                  <a:pt x="3062546" y="167297"/>
                </a:cubicBezTo>
                <a:cubicBezTo>
                  <a:pt x="3062071" y="166703"/>
                  <a:pt x="3061833" y="166009"/>
                  <a:pt x="3061833" y="165217"/>
                </a:cubicBezTo>
                <a:lnTo>
                  <a:pt x="3061833" y="59431"/>
                </a:lnTo>
                <a:cubicBezTo>
                  <a:pt x="3061833" y="58638"/>
                  <a:pt x="3062071" y="57945"/>
                  <a:pt x="3062546" y="57350"/>
                </a:cubicBezTo>
                <a:cubicBezTo>
                  <a:pt x="3063021" y="56756"/>
                  <a:pt x="3063834" y="56241"/>
                  <a:pt x="3064983" y="55805"/>
                </a:cubicBezTo>
                <a:cubicBezTo>
                  <a:pt x="3066132" y="55369"/>
                  <a:pt x="3067657" y="55033"/>
                  <a:pt x="3069559" y="54795"/>
                </a:cubicBezTo>
                <a:cubicBezTo>
                  <a:pt x="3071461" y="54557"/>
                  <a:pt x="3073877" y="54438"/>
                  <a:pt x="3076809" y="54438"/>
                </a:cubicBezTo>
                <a:cubicBezTo>
                  <a:pt x="3079741" y="54438"/>
                  <a:pt x="3082158" y="54557"/>
                  <a:pt x="3084060" y="54795"/>
                </a:cubicBezTo>
                <a:cubicBezTo>
                  <a:pt x="3085962" y="55033"/>
                  <a:pt x="3087487" y="55369"/>
                  <a:pt x="3088636" y="55805"/>
                </a:cubicBezTo>
                <a:cubicBezTo>
                  <a:pt x="3089785" y="56241"/>
                  <a:pt x="3090597" y="56756"/>
                  <a:pt x="3091073" y="57350"/>
                </a:cubicBezTo>
                <a:cubicBezTo>
                  <a:pt x="3091548" y="57945"/>
                  <a:pt x="3091786" y="58638"/>
                  <a:pt x="3091786" y="59431"/>
                </a:cubicBezTo>
                <a:lnTo>
                  <a:pt x="3091786" y="165217"/>
                </a:lnTo>
                <a:moveTo>
                  <a:pt x="3094044" y="23297"/>
                </a:moveTo>
                <a:cubicBezTo>
                  <a:pt x="3094044" y="29319"/>
                  <a:pt x="3092816" y="33479"/>
                  <a:pt x="3090359" y="35777"/>
                </a:cubicBezTo>
                <a:cubicBezTo>
                  <a:pt x="3087903" y="38075"/>
                  <a:pt x="3083347" y="39224"/>
                  <a:pt x="3076690" y="39224"/>
                </a:cubicBezTo>
                <a:cubicBezTo>
                  <a:pt x="3069955" y="39224"/>
                  <a:pt x="3065418" y="38115"/>
                  <a:pt x="3063081" y="35896"/>
                </a:cubicBezTo>
                <a:cubicBezTo>
                  <a:pt x="3060743" y="33677"/>
                  <a:pt x="3059574" y="29676"/>
                  <a:pt x="3059574" y="23891"/>
                </a:cubicBezTo>
                <a:cubicBezTo>
                  <a:pt x="3059574" y="17869"/>
                  <a:pt x="3060783" y="13689"/>
                  <a:pt x="3063200" y="11351"/>
                </a:cubicBezTo>
                <a:cubicBezTo>
                  <a:pt x="3065617" y="9014"/>
                  <a:pt x="3070193" y="7845"/>
                  <a:pt x="3076928" y="7845"/>
                </a:cubicBezTo>
                <a:cubicBezTo>
                  <a:pt x="3083584" y="7845"/>
                  <a:pt x="3088101" y="8974"/>
                  <a:pt x="3090478" y="11232"/>
                </a:cubicBezTo>
                <a:cubicBezTo>
                  <a:pt x="3092856" y="13491"/>
                  <a:pt x="3094044" y="17512"/>
                  <a:pt x="3094044" y="23297"/>
                </a:cubicBezTo>
                <a:close/>
                <a:moveTo>
                  <a:pt x="3219572" y="165213"/>
                </a:moveTo>
                <a:cubicBezTo>
                  <a:pt x="3219572" y="166006"/>
                  <a:pt x="3219334" y="166700"/>
                  <a:pt x="3218859" y="167297"/>
                </a:cubicBezTo>
                <a:cubicBezTo>
                  <a:pt x="3218383" y="167891"/>
                  <a:pt x="3217591" y="168386"/>
                  <a:pt x="3216482" y="168783"/>
                </a:cubicBezTo>
                <a:cubicBezTo>
                  <a:pt x="3215372" y="169179"/>
                  <a:pt x="3213847" y="169476"/>
                  <a:pt x="3211906" y="169674"/>
                </a:cubicBezTo>
                <a:cubicBezTo>
                  <a:pt x="3209964" y="169872"/>
                  <a:pt x="3207567" y="169971"/>
                  <a:pt x="3204714" y="169971"/>
                </a:cubicBezTo>
                <a:cubicBezTo>
                  <a:pt x="3201783" y="169971"/>
                  <a:pt x="3199346" y="169872"/>
                  <a:pt x="3197404" y="169674"/>
                </a:cubicBezTo>
                <a:cubicBezTo>
                  <a:pt x="3195463" y="169476"/>
                  <a:pt x="3193938" y="169179"/>
                  <a:pt x="3192828" y="168783"/>
                </a:cubicBezTo>
                <a:cubicBezTo>
                  <a:pt x="3191719" y="168386"/>
                  <a:pt x="3190927" y="167891"/>
                  <a:pt x="3190451" y="167297"/>
                </a:cubicBezTo>
                <a:cubicBezTo>
                  <a:pt x="3189976" y="166703"/>
                  <a:pt x="3189738" y="166009"/>
                  <a:pt x="3189738" y="165217"/>
                </a:cubicBezTo>
                <a:lnTo>
                  <a:pt x="3189738" y="104717"/>
                </a:lnTo>
                <a:cubicBezTo>
                  <a:pt x="3189738" y="99566"/>
                  <a:pt x="3189362" y="95525"/>
                  <a:pt x="3188609" y="92593"/>
                </a:cubicBezTo>
                <a:cubicBezTo>
                  <a:pt x="3187856" y="89661"/>
                  <a:pt x="3186766" y="87145"/>
                  <a:pt x="3185340" y="85045"/>
                </a:cubicBezTo>
                <a:cubicBezTo>
                  <a:pt x="3183914" y="82945"/>
                  <a:pt x="3182071" y="81321"/>
                  <a:pt x="3179813" y="80172"/>
                </a:cubicBezTo>
                <a:cubicBezTo>
                  <a:pt x="3177555" y="79023"/>
                  <a:pt x="3174920" y="78448"/>
                  <a:pt x="3171909" y="78448"/>
                </a:cubicBezTo>
                <a:cubicBezTo>
                  <a:pt x="3168105" y="78448"/>
                  <a:pt x="3164262" y="79835"/>
                  <a:pt x="3160379" y="82608"/>
                </a:cubicBezTo>
                <a:cubicBezTo>
                  <a:pt x="3156496" y="85382"/>
                  <a:pt x="3152455" y="89423"/>
                  <a:pt x="3148255" y="94732"/>
                </a:cubicBezTo>
                <a:lnTo>
                  <a:pt x="3148255" y="165217"/>
                </a:lnTo>
                <a:cubicBezTo>
                  <a:pt x="3148255" y="166009"/>
                  <a:pt x="3148018" y="166703"/>
                  <a:pt x="3147542" y="167297"/>
                </a:cubicBezTo>
                <a:cubicBezTo>
                  <a:pt x="3147067" y="167891"/>
                  <a:pt x="3146255" y="168386"/>
                  <a:pt x="3145106" y="168783"/>
                </a:cubicBezTo>
                <a:cubicBezTo>
                  <a:pt x="3143957" y="169179"/>
                  <a:pt x="3142431" y="169476"/>
                  <a:pt x="3140529" y="169674"/>
                </a:cubicBezTo>
                <a:cubicBezTo>
                  <a:pt x="3138628" y="169872"/>
                  <a:pt x="3136211" y="169971"/>
                  <a:pt x="3133279" y="169971"/>
                </a:cubicBezTo>
                <a:cubicBezTo>
                  <a:pt x="3130347" y="169971"/>
                  <a:pt x="3127930" y="169872"/>
                  <a:pt x="3126028" y="169674"/>
                </a:cubicBezTo>
                <a:cubicBezTo>
                  <a:pt x="3124127" y="169476"/>
                  <a:pt x="3122601" y="169179"/>
                  <a:pt x="3121452" y="168783"/>
                </a:cubicBezTo>
                <a:cubicBezTo>
                  <a:pt x="3120303" y="168386"/>
                  <a:pt x="3119491" y="167891"/>
                  <a:pt x="3119016" y="167297"/>
                </a:cubicBezTo>
                <a:cubicBezTo>
                  <a:pt x="3118540" y="166703"/>
                  <a:pt x="3118302" y="166009"/>
                  <a:pt x="3118302" y="165217"/>
                </a:cubicBezTo>
                <a:lnTo>
                  <a:pt x="3118302" y="59193"/>
                </a:lnTo>
                <a:cubicBezTo>
                  <a:pt x="3118302" y="58400"/>
                  <a:pt x="3118501" y="57707"/>
                  <a:pt x="3118897" y="57113"/>
                </a:cubicBezTo>
                <a:cubicBezTo>
                  <a:pt x="3119293" y="56518"/>
                  <a:pt x="3120006" y="56023"/>
                  <a:pt x="3121036" y="55627"/>
                </a:cubicBezTo>
                <a:cubicBezTo>
                  <a:pt x="3122066" y="55231"/>
                  <a:pt x="3123394" y="54934"/>
                  <a:pt x="3125018" y="54736"/>
                </a:cubicBezTo>
                <a:cubicBezTo>
                  <a:pt x="3126643" y="54537"/>
                  <a:pt x="3128683" y="54438"/>
                  <a:pt x="3131139" y="54438"/>
                </a:cubicBezTo>
                <a:cubicBezTo>
                  <a:pt x="3133675" y="54438"/>
                  <a:pt x="3135775" y="54537"/>
                  <a:pt x="3137439" y="54736"/>
                </a:cubicBezTo>
                <a:cubicBezTo>
                  <a:pt x="3139103" y="54934"/>
                  <a:pt x="3140391" y="55231"/>
                  <a:pt x="3141302" y="55627"/>
                </a:cubicBezTo>
                <a:cubicBezTo>
                  <a:pt x="3142213" y="56023"/>
                  <a:pt x="3142867" y="56518"/>
                  <a:pt x="3143263" y="57113"/>
                </a:cubicBezTo>
                <a:cubicBezTo>
                  <a:pt x="3143659" y="57707"/>
                  <a:pt x="3143858" y="58400"/>
                  <a:pt x="3143858" y="59193"/>
                </a:cubicBezTo>
                <a:lnTo>
                  <a:pt x="3143858" y="71435"/>
                </a:lnTo>
                <a:cubicBezTo>
                  <a:pt x="3149721" y="65057"/>
                  <a:pt x="3155684" y="60272"/>
                  <a:pt x="3161746" y="57083"/>
                </a:cubicBezTo>
                <a:cubicBezTo>
                  <a:pt x="3167808" y="53894"/>
                  <a:pt x="3174128" y="52299"/>
                  <a:pt x="3180704" y="52299"/>
                </a:cubicBezTo>
                <a:cubicBezTo>
                  <a:pt x="3187915" y="52299"/>
                  <a:pt x="3193997" y="53489"/>
                  <a:pt x="3198950" y="55868"/>
                </a:cubicBezTo>
                <a:cubicBezTo>
                  <a:pt x="3203902" y="58248"/>
                  <a:pt x="3207904" y="61481"/>
                  <a:pt x="3210955" y="65567"/>
                </a:cubicBezTo>
                <a:cubicBezTo>
                  <a:pt x="3214005" y="69650"/>
                  <a:pt x="3216204" y="74429"/>
                  <a:pt x="3217551" y="79904"/>
                </a:cubicBezTo>
                <a:cubicBezTo>
                  <a:pt x="3218898" y="85377"/>
                  <a:pt x="3219572" y="91960"/>
                  <a:pt x="3219572" y="99654"/>
                </a:cubicBezTo>
                <a:lnTo>
                  <a:pt x="3219572" y="165213"/>
                </a:lnTo>
                <a:close/>
                <a:moveTo>
                  <a:pt x="3342830" y="66562"/>
                </a:moveTo>
                <a:cubicBezTo>
                  <a:pt x="3342830" y="70366"/>
                  <a:pt x="3342394" y="73179"/>
                  <a:pt x="3341523" y="75001"/>
                </a:cubicBezTo>
                <a:cubicBezTo>
                  <a:pt x="3340651" y="76824"/>
                  <a:pt x="3339581" y="77735"/>
                  <a:pt x="3338313" y="77735"/>
                </a:cubicBezTo>
                <a:lnTo>
                  <a:pt x="3325833" y="77735"/>
                </a:lnTo>
                <a:cubicBezTo>
                  <a:pt x="3327576" y="79620"/>
                  <a:pt x="3328824" y="81760"/>
                  <a:pt x="3329577" y="84157"/>
                </a:cubicBezTo>
                <a:cubicBezTo>
                  <a:pt x="3330330" y="86554"/>
                  <a:pt x="3330706" y="89049"/>
                  <a:pt x="3330706" y="91642"/>
                </a:cubicBezTo>
                <a:cubicBezTo>
                  <a:pt x="3330706" y="97823"/>
                  <a:pt x="3329676" y="103310"/>
                  <a:pt x="3327616" y="108104"/>
                </a:cubicBezTo>
                <a:cubicBezTo>
                  <a:pt x="3325556" y="112898"/>
                  <a:pt x="3322604" y="116939"/>
                  <a:pt x="3318761" y="120228"/>
                </a:cubicBezTo>
                <a:cubicBezTo>
                  <a:pt x="3314917" y="123516"/>
                  <a:pt x="3310282" y="126013"/>
                  <a:pt x="3304854" y="127716"/>
                </a:cubicBezTo>
                <a:cubicBezTo>
                  <a:pt x="3299426" y="129420"/>
                  <a:pt x="3293384" y="130272"/>
                  <a:pt x="3286728" y="130272"/>
                </a:cubicBezTo>
                <a:cubicBezTo>
                  <a:pt x="3283320" y="130272"/>
                  <a:pt x="3280071" y="129856"/>
                  <a:pt x="3276981" y="129024"/>
                </a:cubicBezTo>
                <a:cubicBezTo>
                  <a:pt x="3273891" y="128192"/>
                  <a:pt x="3271513" y="127221"/>
                  <a:pt x="3269849" y="126112"/>
                </a:cubicBezTo>
                <a:cubicBezTo>
                  <a:pt x="3268898" y="127142"/>
                  <a:pt x="3268047" y="128370"/>
                  <a:pt x="3267294" y="129796"/>
                </a:cubicBezTo>
                <a:cubicBezTo>
                  <a:pt x="3266541" y="131223"/>
                  <a:pt x="3266165" y="132807"/>
                  <a:pt x="3266165" y="134551"/>
                </a:cubicBezTo>
                <a:cubicBezTo>
                  <a:pt x="3266165" y="136849"/>
                  <a:pt x="3267175" y="138731"/>
                  <a:pt x="3269196" y="140197"/>
                </a:cubicBezTo>
                <a:cubicBezTo>
                  <a:pt x="3271216" y="141663"/>
                  <a:pt x="3274049" y="142475"/>
                  <a:pt x="3277694" y="142633"/>
                </a:cubicBezTo>
                <a:lnTo>
                  <a:pt x="3303487" y="143588"/>
                </a:lnTo>
                <a:cubicBezTo>
                  <a:pt x="3309509" y="143826"/>
                  <a:pt x="3314878" y="144680"/>
                  <a:pt x="3319593" y="146151"/>
                </a:cubicBezTo>
                <a:cubicBezTo>
                  <a:pt x="3324307" y="147622"/>
                  <a:pt x="3328269" y="149689"/>
                  <a:pt x="3331479" y="152354"/>
                </a:cubicBezTo>
                <a:cubicBezTo>
                  <a:pt x="3334688" y="155018"/>
                  <a:pt x="3337144" y="158219"/>
                  <a:pt x="3338848" y="161956"/>
                </a:cubicBezTo>
                <a:cubicBezTo>
                  <a:pt x="3340552" y="165692"/>
                  <a:pt x="3341404" y="169945"/>
                  <a:pt x="3341404" y="174715"/>
                </a:cubicBezTo>
                <a:cubicBezTo>
                  <a:pt x="3341404" y="179962"/>
                  <a:pt x="3340255" y="184911"/>
                  <a:pt x="3337957" y="189561"/>
                </a:cubicBezTo>
                <a:cubicBezTo>
                  <a:pt x="3335659" y="194214"/>
                  <a:pt x="3332212" y="198250"/>
                  <a:pt x="3327616" y="201670"/>
                </a:cubicBezTo>
                <a:cubicBezTo>
                  <a:pt x="3323020" y="205090"/>
                  <a:pt x="3317255" y="207793"/>
                  <a:pt x="3310321" y="209779"/>
                </a:cubicBezTo>
                <a:cubicBezTo>
                  <a:pt x="3303388" y="211767"/>
                  <a:pt x="3295286" y="212761"/>
                  <a:pt x="3286014" y="212761"/>
                </a:cubicBezTo>
                <a:cubicBezTo>
                  <a:pt x="3276981" y="212761"/>
                  <a:pt x="3269275" y="212047"/>
                  <a:pt x="3262896" y="210618"/>
                </a:cubicBezTo>
                <a:cubicBezTo>
                  <a:pt x="3256517" y="209189"/>
                  <a:pt x="3251287" y="207205"/>
                  <a:pt x="3247206" y="204664"/>
                </a:cubicBezTo>
                <a:cubicBezTo>
                  <a:pt x="3243125" y="202126"/>
                  <a:pt x="3240154" y="199091"/>
                  <a:pt x="3238292" y="195560"/>
                </a:cubicBezTo>
                <a:cubicBezTo>
                  <a:pt x="3236430" y="192029"/>
                  <a:pt x="3235498" y="188161"/>
                  <a:pt x="3235498" y="183956"/>
                </a:cubicBezTo>
                <a:cubicBezTo>
                  <a:pt x="3235498" y="181336"/>
                  <a:pt x="3235835" y="178835"/>
                  <a:pt x="3236509" y="176453"/>
                </a:cubicBezTo>
                <a:cubicBezTo>
                  <a:pt x="3237182" y="174073"/>
                  <a:pt x="3238173" y="171791"/>
                  <a:pt x="3239480" y="169607"/>
                </a:cubicBezTo>
                <a:cubicBezTo>
                  <a:pt x="3240788" y="167426"/>
                  <a:pt x="3242392" y="165343"/>
                  <a:pt x="3244294" y="163360"/>
                </a:cubicBezTo>
                <a:cubicBezTo>
                  <a:pt x="3246196" y="161376"/>
                  <a:pt x="3248375" y="159472"/>
                  <a:pt x="3250832" y="157647"/>
                </a:cubicBezTo>
                <a:cubicBezTo>
                  <a:pt x="3247424" y="155817"/>
                  <a:pt x="3244789" y="153332"/>
                  <a:pt x="3242927" y="150192"/>
                </a:cubicBezTo>
                <a:cubicBezTo>
                  <a:pt x="3241065" y="147050"/>
                  <a:pt x="3240134" y="143609"/>
                  <a:pt x="3240134" y="139870"/>
                </a:cubicBezTo>
                <a:cubicBezTo>
                  <a:pt x="3240134" y="135177"/>
                  <a:pt x="3241204" y="130902"/>
                  <a:pt x="3243343" y="127044"/>
                </a:cubicBezTo>
                <a:cubicBezTo>
                  <a:pt x="3245483" y="123186"/>
                  <a:pt x="3248256" y="119705"/>
                  <a:pt x="3251664" y="116603"/>
                </a:cubicBezTo>
                <a:cubicBezTo>
                  <a:pt x="3248890" y="113829"/>
                  <a:pt x="3246671" y="110501"/>
                  <a:pt x="3245007" y="106618"/>
                </a:cubicBezTo>
                <a:cubicBezTo>
                  <a:pt x="3243343" y="102736"/>
                  <a:pt x="3242511" y="97902"/>
                  <a:pt x="3242511" y="92117"/>
                </a:cubicBezTo>
                <a:cubicBezTo>
                  <a:pt x="3242511" y="85937"/>
                  <a:pt x="3243601" y="80409"/>
                  <a:pt x="3245780" y="75536"/>
                </a:cubicBezTo>
                <a:cubicBezTo>
                  <a:pt x="3247959" y="70663"/>
                  <a:pt x="3250990" y="66542"/>
                  <a:pt x="3254873" y="63175"/>
                </a:cubicBezTo>
                <a:cubicBezTo>
                  <a:pt x="3258756" y="59807"/>
                  <a:pt x="3263391" y="57232"/>
                  <a:pt x="3268780" y="55449"/>
                </a:cubicBezTo>
                <a:cubicBezTo>
                  <a:pt x="3274168" y="53666"/>
                  <a:pt x="3280111" y="52774"/>
                  <a:pt x="3286609" y="52774"/>
                </a:cubicBezTo>
                <a:cubicBezTo>
                  <a:pt x="3289937" y="52774"/>
                  <a:pt x="3293126" y="52984"/>
                  <a:pt x="3296177" y="53402"/>
                </a:cubicBezTo>
                <a:cubicBezTo>
                  <a:pt x="3299228" y="53818"/>
                  <a:pt x="3302061" y="54401"/>
                  <a:pt x="3304676" y="55152"/>
                </a:cubicBezTo>
                <a:lnTo>
                  <a:pt x="3338313" y="55152"/>
                </a:lnTo>
                <a:cubicBezTo>
                  <a:pt x="3339660" y="55152"/>
                  <a:pt x="3340750" y="56023"/>
                  <a:pt x="3341582" y="57766"/>
                </a:cubicBezTo>
                <a:cubicBezTo>
                  <a:pt x="3342414" y="59510"/>
                  <a:pt x="3342830" y="62442"/>
                  <a:pt x="3342830" y="66562"/>
                </a:cubicBezTo>
                <a:moveTo>
                  <a:pt x="3304438" y="91464"/>
                </a:moveTo>
                <a:cubicBezTo>
                  <a:pt x="3304438" y="85778"/>
                  <a:pt x="3302853" y="81355"/>
                  <a:pt x="3299683" y="78196"/>
                </a:cubicBezTo>
                <a:cubicBezTo>
                  <a:pt x="3296514" y="75036"/>
                  <a:pt x="3292037" y="73456"/>
                  <a:pt x="3286252" y="73456"/>
                </a:cubicBezTo>
                <a:cubicBezTo>
                  <a:pt x="3283320" y="73456"/>
                  <a:pt x="3280745" y="73950"/>
                  <a:pt x="3278526" y="74938"/>
                </a:cubicBezTo>
                <a:cubicBezTo>
                  <a:pt x="3276307" y="75924"/>
                  <a:pt x="3274465" y="77266"/>
                  <a:pt x="3272999" y="78965"/>
                </a:cubicBezTo>
                <a:cubicBezTo>
                  <a:pt x="3271533" y="80663"/>
                  <a:pt x="3270444" y="82638"/>
                  <a:pt x="3269730" y="84889"/>
                </a:cubicBezTo>
                <a:cubicBezTo>
                  <a:pt x="3269017" y="87140"/>
                  <a:pt x="3268661" y="89490"/>
                  <a:pt x="3268661" y="91939"/>
                </a:cubicBezTo>
                <a:cubicBezTo>
                  <a:pt x="3268661" y="97308"/>
                  <a:pt x="3270245" y="101552"/>
                  <a:pt x="3273415" y="104672"/>
                </a:cubicBezTo>
                <a:cubicBezTo>
                  <a:pt x="3276585" y="107792"/>
                  <a:pt x="3280983" y="109352"/>
                  <a:pt x="3286609" y="109352"/>
                </a:cubicBezTo>
                <a:cubicBezTo>
                  <a:pt x="3289620" y="109352"/>
                  <a:pt x="3292235" y="108879"/>
                  <a:pt x="3294454" y="107933"/>
                </a:cubicBezTo>
                <a:cubicBezTo>
                  <a:pt x="3296672" y="106985"/>
                  <a:pt x="3298515" y="105681"/>
                  <a:pt x="3299981" y="104022"/>
                </a:cubicBezTo>
                <a:cubicBezTo>
                  <a:pt x="3301447" y="102363"/>
                  <a:pt x="3302556" y="100447"/>
                  <a:pt x="3303309" y="98276"/>
                </a:cubicBezTo>
                <a:cubicBezTo>
                  <a:pt x="3304061" y="96104"/>
                  <a:pt x="3304438" y="93833"/>
                  <a:pt x="3304438" y="91464"/>
                </a:cubicBezTo>
                <a:moveTo>
                  <a:pt x="3311451" y="176252"/>
                </a:moveTo>
                <a:cubicBezTo>
                  <a:pt x="3311451" y="172657"/>
                  <a:pt x="3310024" y="169901"/>
                  <a:pt x="3307172" y="167984"/>
                </a:cubicBezTo>
                <a:cubicBezTo>
                  <a:pt x="3304319" y="166065"/>
                  <a:pt x="3300397" y="165025"/>
                  <a:pt x="3295404" y="164864"/>
                </a:cubicBezTo>
                <a:lnTo>
                  <a:pt x="3274128" y="164266"/>
                </a:lnTo>
                <a:cubicBezTo>
                  <a:pt x="3272068" y="165784"/>
                  <a:pt x="3270424" y="167242"/>
                  <a:pt x="3269196" y="168642"/>
                </a:cubicBezTo>
                <a:cubicBezTo>
                  <a:pt x="3267967" y="170041"/>
                  <a:pt x="3266977" y="171379"/>
                  <a:pt x="3266224" y="172657"/>
                </a:cubicBezTo>
                <a:cubicBezTo>
                  <a:pt x="3265471" y="173937"/>
                  <a:pt x="3264976" y="175176"/>
                  <a:pt x="3264738" y="176375"/>
                </a:cubicBezTo>
                <a:cubicBezTo>
                  <a:pt x="3264501" y="177573"/>
                  <a:pt x="3264382" y="178812"/>
                  <a:pt x="3264382" y="180089"/>
                </a:cubicBezTo>
                <a:cubicBezTo>
                  <a:pt x="3264382" y="184086"/>
                  <a:pt x="3266383" y="187123"/>
                  <a:pt x="3270384" y="189201"/>
                </a:cubicBezTo>
                <a:cubicBezTo>
                  <a:pt x="3274386" y="191278"/>
                  <a:pt x="3280032" y="192317"/>
                  <a:pt x="3287322" y="192317"/>
                </a:cubicBezTo>
                <a:cubicBezTo>
                  <a:pt x="3291839" y="192317"/>
                  <a:pt x="3295642" y="191858"/>
                  <a:pt x="3298733" y="190939"/>
                </a:cubicBezTo>
                <a:cubicBezTo>
                  <a:pt x="3301823" y="190020"/>
                  <a:pt x="3304319" y="188801"/>
                  <a:pt x="3306221" y="187280"/>
                </a:cubicBezTo>
                <a:cubicBezTo>
                  <a:pt x="3308123" y="185762"/>
                  <a:pt x="3309470" y="184064"/>
                  <a:pt x="3310262" y="182184"/>
                </a:cubicBezTo>
                <a:cubicBezTo>
                  <a:pt x="3311054" y="180307"/>
                  <a:pt x="3311451" y="178330"/>
                  <a:pt x="3311451" y="176252"/>
                </a:cubicBezTo>
                <a:close/>
                <a:moveTo>
                  <a:pt x="3523084" y="28348"/>
                </a:moveTo>
                <a:cubicBezTo>
                  <a:pt x="3523084" y="30656"/>
                  <a:pt x="3522985" y="32626"/>
                  <a:pt x="3522787" y="34258"/>
                </a:cubicBezTo>
                <a:cubicBezTo>
                  <a:pt x="3522589" y="35890"/>
                  <a:pt x="3522292" y="37204"/>
                  <a:pt x="3521896" y="38199"/>
                </a:cubicBezTo>
                <a:cubicBezTo>
                  <a:pt x="3521499" y="39194"/>
                  <a:pt x="3521004" y="39931"/>
                  <a:pt x="3520410" y="40409"/>
                </a:cubicBezTo>
                <a:cubicBezTo>
                  <a:pt x="3519816" y="40887"/>
                  <a:pt x="3519162" y="41126"/>
                  <a:pt x="3518449" y="41126"/>
                </a:cubicBezTo>
                <a:lnTo>
                  <a:pt x="3479938" y="41126"/>
                </a:lnTo>
                <a:lnTo>
                  <a:pt x="3479938" y="164983"/>
                </a:lnTo>
                <a:cubicBezTo>
                  <a:pt x="3479938" y="165775"/>
                  <a:pt x="3479680" y="166488"/>
                  <a:pt x="3479165" y="167122"/>
                </a:cubicBezTo>
                <a:cubicBezTo>
                  <a:pt x="3478650" y="167754"/>
                  <a:pt x="3477798" y="168268"/>
                  <a:pt x="3476610" y="168664"/>
                </a:cubicBezTo>
                <a:cubicBezTo>
                  <a:pt x="3475421" y="169060"/>
                  <a:pt x="3473816" y="169377"/>
                  <a:pt x="3471796" y="169615"/>
                </a:cubicBezTo>
                <a:cubicBezTo>
                  <a:pt x="3469775" y="169852"/>
                  <a:pt x="3467259" y="169971"/>
                  <a:pt x="3464248" y="169971"/>
                </a:cubicBezTo>
                <a:cubicBezTo>
                  <a:pt x="3461237" y="169971"/>
                  <a:pt x="3458721" y="169852"/>
                  <a:pt x="3456700" y="169615"/>
                </a:cubicBezTo>
                <a:cubicBezTo>
                  <a:pt x="3454680" y="169377"/>
                  <a:pt x="3453075" y="169060"/>
                  <a:pt x="3451887" y="168664"/>
                </a:cubicBezTo>
                <a:cubicBezTo>
                  <a:pt x="3450698" y="168268"/>
                  <a:pt x="3449846" y="167754"/>
                  <a:pt x="3449331" y="167122"/>
                </a:cubicBezTo>
                <a:cubicBezTo>
                  <a:pt x="3448816" y="166488"/>
                  <a:pt x="3448558" y="165775"/>
                  <a:pt x="3448558" y="164983"/>
                </a:cubicBezTo>
                <a:lnTo>
                  <a:pt x="3448558" y="41126"/>
                </a:lnTo>
                <a:lnTo>
                  <a:pt x="3410047" y="41126"/>
                </a:lnTo>
                <a:cubicBezTo>
                  <a:pt x="3409255" y="41126"/>
                  <a:pt x="3408581" y="40887"/>
                  <a:pt x="3408027" y="40409"/>
                </a:cubicBezTo>
                <a:cubicBezTo>
                  <a:pt x="3407472" y="39931"/>
                  <a:pt x="3406997" y="39194"/>
                  <a:pt x="3406600" y="38199"/>
                </a:cubicBezTo>
                <a:cubicBezTo>
                  <a:pt x="3406204" y="37204"/>
                  <a:pt x="3405907" y="35890"/>
                  <a:pt x="3405709" y="34258"/>
                </a:cubicBezTo>
                <a:cubicBezTo>
                  <a:pt x="3405511" y="32626"/>
                  <a:pt x="3405412" y="30656"/>
                  <a:pt x="3405412" y="28348"/>
                </a:cubicBezTo>
                <a:cubicBezTo>
                  <a:pt x="3405412" y="25961"/>
                  <a:pt x="3405511" y="23932"/>
                  <a:pt x="3405709" y="22260"/>
                </a:cubicBezTo>
                <a:cubicBezTo>
                  <a:pt x="3405907" y="20586"/>
                  <a:pt x="3406204" y="19253"/>
                  <a:pt x="3406600" y="18260"/>
                </a:cubicBezTo>
                <a:cubicBezTo>
                  <a:pt x="3406997" y="17265"/>
                  <a:pt x="3407472" y="16548"/>
                  <a:pt x="3408027" y="16109"/>
                </a:cubicBezTo>
                <a:cubicBezTo>
                  <a:pt x="3408581" y="15671"/>
                  <a:pt x="3409255" y="15452"/>
                  <a:pt x="3410047" y="15452"/>
                </a:cubicBezTo>
                <a:lnTo>
                  <a:pt x="3518449" y="15452"/>
                </a:lnTo>
                <a:cubicBezTo>
                  <a:pt x="3519162" y="15452"/>
                  <a:pt x="3519816" y="15671"/>
                  <a:pt x="3520410" y="16109"/>
                </a:cubicBezTo>
                <a:cubicBezTo>
                  <a:pt x="3521004" y="16548"/>
                  <a:pt x="3521499" y="17265"/>
                  <a:pt x="3521896" y="18260"/>
                </a:cubicBezTo>
                <a:cubicBezTo>
                  <a:pt x="3522292" y="19253"/>
                  <a:pt x="3522589" y="20586"/>
                  <a:pt x="3522787" y="22260"/>
                </a:cubicBezTo>
                <a:cubicBezTo>
                  <a:pt x="3522985" y="23932"/>
                  <a:pt x="3523084" y="25961"/>
                  <a:pt x="3523084" y="28348"/>
                </a:cubicBezTo>
                <a:close/>
                <a:moveTo>
                  <a:pt x="3645981" y="111131"/>
                </a:moveTo>
                <a:cubicBezTo>
                  <a:pt x="3645981" y="120185"/>
                  <a:pt x="3644792" y="128443"/>
                  <a:pt x="3642415" y="135906"/>
                </a:cubicBezTo>
                <a:cubicBezTo>
                  <a:pt x="3640038" y="143370"/>
                  <a:pt x="3636432" y="149801"/>
                  <a:pt x="3631599" y="155199"/>
                </a:cubicBezTo>
                <a:cubicBezTo>
                  <a:pt x="3626765" y="160597"/>
                  <a:pt x="3620703" y="164766"/>
                  <a:pt x="3613413" y="167706"/>
                </a:cubicBezTo>
                <a:cubicBezTo>
                  <a:pt x="3606123" y="170642"/>
                  <a:pt x="3597604" y="172111"/>
                  <a:pt x="3587858" y="172111"/>
                </a:cubicBezTo>
                <a:cubicBezTo>
                  <a:pt x="3578428" y="172111"/>
                  <a:pt x="3570227" y="170801"/>
                  <a:pt x="3563254" y="168181"/>
                </a:cubicBezTo>
                <a:cubicBezTo>
                  <a:pt x="3556280" y="165561"/>
                  <a:pt x="3550496" y="161750"/>
                  <a:pt x="3545900" y="156748"/>
                </a:cubicBezTo>
                <a:cubicBezTo>
                  <a:pt x="3541304" y="151746"/>
                  <a:pt x="3537896" y="145592"/>
                  <a:pt x="3535678" y="138287"/>
                </a:cubicBezTo>
                <a:cubicBezTo>
                  <a:pt x="3533459" y="130982"/>
                  <a:pt x="3532350" y="122646"/>
                  <a:pt x="3532350" y="113278"/>
                </a:cubicBezTo>
                <a:cubicBezTo>
                  <a:pt x="3532350" y="104225"/>
                  <a:pt x="3533558" y="95947"/>
                  <a:pt x="3535975" y="88444"/>
                </a:cubicBezTo>
                <a:cubicBezTo>
                  <a:pt x="3538392" y="80941"/>
                  <a:pt x="3542017" y="74510"/>
                  <a:pt x="3546851" y="69151"/>
                </a:cubicBezTo>
                <a:cubicBezTo>
                  <a:pt x="3551684" y="63792"/>
                  <a:pt x="3557726" y="59645"/>
                  <a:pt x="3564977" y="56708"/>
                </a:cubicBezTo>
                <a:cubicBezTo>
                  <a:pt x="3572228" y="53769"/>
                  <a:pt x="3580726" y="52299"/>
                  <a:pt x="3590473" y="52299"/>
                </a:cubicBezTo>
                <a:cubicBezTo>
                  <a:pt x="3599982" y="52299"/>
                  <a:pt x="3608223" y="53589"/>
                  <a:pt x="3615196" y="56169"/>
                </a:cubicBezTo>
                <a:cubicBezTo>
                  <a:pt x="3622169" y="58750"/>
                  <a:pt x="3627934" y="62541"/>
                  <a:pt x="3632490" y="67543"/>
                </a:cubicBezTo>
                <a:cubicBezTo>
                  <a:pt x="3637046" y="72545"/>
                  <a:pt x="3640434" y="78698"/>
                  <a:pt x="3642653" y="86003"/>
                </a:cubicBezTo>
                <a:cubicBezTo>
                  <a:pt x="3644871" y="93308"/>
                  <a:pt x="3645981" y="101684"/>
                  <a:pt x="3645981" y="111131"/>
                </a:cubicBezTo>
                <a:moveTo>
                  <a:pt x="3615196" y="112324"/>
                </a:moveTo>
                <a:cubicBezTo>
                  <a:pt x="3615196" y="107094"/>
                  <a:pt x="3614780" y="102280"/>
                  <a:pt x="3613948" y="97882"/>
                </a:cubicBezTo>
                <a:cubicBezTo>
                  <a:pt x="3613116" y="93484"/>
                  <a:pt x="3611709" y="89661"/>
                  <a:pt x="3609728" y="86412"/>
                </a:cubicBezTo>
                <a:cubicBezTo>
                  <a:pt x="3607747" y="83163"/>
                  <a:pt x="3605112" y="80627"/>
                  <a:pt x="3601824" y="78805"/>
                </a:cubicBezTo>
                <a:cubicBezTo>
                  <a:pt x="3598535" y="76982"/>
                  <a:pt x="3594395" y="76071"/>
                  <a:pt x="3589403" y="76071"/>
                </a:cubicBezTo>
                <a:cubicBezTo>
                  <a:pt x="3584965" y="76071"/>
                  <a:pt x="3581083" y="76883"/>
                  <a:pt x="3577755" y="78508"/>
                </a:cubicBezTo>
                <a:cubicBezTo>
                  <a:pt x="3574426" y="80132"/>
                  <a:pt x="3571693" y="82509"/>
                  <a:pt x="3569553" y="85639"/>
                </a:cubicBezTo>
                <a:cubicBezTo>
                  <a:pt x="3567414" y="88769"/>
                  <a:pt x="3565809" y="92533"/>
                  <a:pt x="3564739" y="96931"/>
                </a:cubicBezTo>
                <a:cubicBezTo>
                  <a:pt x="3563670" y="101329"/>
                  <a:pt x="3563135" y="106341"/>
                  <a:pt x="3563135" y="111967"/>
                </a:cubicBezTo>
                <a:cubicBezTo>
                  <a:pt x="3563135" y="117197"/>
                  <a:pt x="3563570" y="122011"/>
                  <a:pt x="3564442" y="126409"/>
                </a:cubicBezTo>
                <a:cubicBezTo>
                  <a:pt x="3565314" y="130807"/>
                  <a:pt x="3566720" y="134630"/>
                  <a:pt x="3568662" y="137879"/>
                </a:cubicBezTo>
                <a:cubicBezTo>
                  <a:pt x="3570603" y="141128"/>
                  <a:pt x="3573238" y="143644"/>
                  <a:pt x="3576566" y="145426"/>
                </a:cubicBezTo>
                <a:cubicBezTo>
                  <a:pt x="3579894" y="147209"/>
                  <a:pt x="3584015" y="148101"/>
                  <a:pt x="3588927" y="148101"/>
                </a:cubicBezTo>
                <a:cubicBezTo>
                  <a:pt x="3593444" y="148101"/>
                  <a:pt x="3597367" y="147289"/>
                  <a:pt x="3600695" y="145664"/>
                </a:cubicBezTo>
                <a:cubicBezTo>
                  <a:pt x="3604023" y="144040"/>
                  <a:pt x="3606757" y="141682"/>
                  <a:pt x="3608896" y="138592"/>
                </a:cubicBezTo>
                <a:cubicBezTo>
                  <a:pt x="3611036" y="135502"/>
                  <a:pt x="3612620" y="131757"/>
                  <a:pt x="3613651" y="127360"/>
                </a:cubicBezTo>
                <a:cubicBezTo>
                  <a:pt x="3614681" y="122962"/>
                  <a:pt x="3615196" y="117950"/>
                  <a:pt x="3615196" y="112324"/>
                </a:cubicBezTo>
                <a:close/>
                <a:moveTo>
                  <a:pt x="3767030" y="165336"/>
                </a:moveTo>
                <a:cubicBezTo>
                  <a:pt x="3767030" y="166128"/>
                  <a:pt x="3766812" y="166821"/>
                  <a:pt x="3766376" y="167416"/>
                </a:cubicBezTo>
                <a:cubicBezTo>
                  <a:pt x="3765941" y="168010"/>
                  <a:pt x="3765148" y="168486"/>
                  <a:pt x="3763999" y="168842"/>
                </a:cubicBezTo>
                <a:cubicBezTo>
                  <a:pt x="3762850" y="169199"/>
                  <a:pt x="3761285" y="169476"/>
                  <a:pt x="3759304" y="169674"/>
                </a:cubicBezTo>
                <a:cubicBezTo>
                  <a:pt x="3757323" y="169872"/>
                  <a:pt x="3754748" y="169971"/>
                  <a:pt x="3751578" y="169971"/>
                </a:cubicBezTo>
                <a:cubicBezTo>
                  <a:pt x="3748329" y="169971"/>
                  <a:pt x="3745695" y="169892"/>
                  <a:pt x="3743674" y="169734"/>
                </a:cubicBezTo>
                <a:cubicBezTo>
                  <a:pt x="3741653" y="169575"/>
                  <a:pt x="3739989" y="169318"/>
                  <a:pt x="3738682" y="168961"/>
                </a:cubicBezTo>
                <a:cubicBezTo>
                  <a:pt x="3737374" y="168604"/>
                  <a:pt x="3736364" y="168109"/>
                  <a:pt x="3735651" y="167475"/>
                </a:cubicBezTo>
                <a:cubicBezTo>
                  <a:pt x="3734938" y="166841"/>
                  <a:pt x="3734304" y="166009"/>
                  <a:pt x="3733749" y="164979"/>
                </a:cubicBezTo>
                <a:lnTo>
                  <a:pt x="3698447" y="109114"/>
                </a:lnTo>
                <a:lnTo>
                  <a:pt x="3698447" y="165217"/>
                </a:lnTo>
                <a:cubicBezTo>
                  <a:pt x="3698447" y="166009"/>
                  <a:pt x="3698210" y="166703"/>
                  <a:pt x="3697734" y="167297"/>
                </a:cubicBezTo>
                <a:cubicBezTo>
                  <a:pt x="3697259" y="167891"/>
                  <a:pt x="3696446" y="168386"/>
                  <a:pt x="3695298" y="168783"/>
                </a:cubicBezTo>
                <a:cubicBezTo>
                  <a:pt x="3694149" y="169179"/>
                  <a:pt x="3692623" y="169476"/>
                  <a:pt x="3690721" y="169674"/>
                </a:cubicBezTo>
                <a:cubicBezTo>
                  <a:pt x="3688820" y="169872"/>
                  <a:pt x="3686403" y="169971"/>
                  <a:pt x="3683471" y="169971"/>
                </a:cubicBezTo>
                <a:cubicBezTo>
                  <a:pt x="3680539" y="169971"/>
                  <a:pt x="3678122" y="169872"/>
                  <a:pt x="3676220" y="169674"/>
                </a:cubicBezTo>
                <a:cubicBezTo>
                  <a:pt x="3674319" y="169476"/>
                  <a:pt x="3672793" y="169179"/>
                  <a:pt x="3671644" y="168783"/>
                </a:cubicBezTo>
                <a:cubicBezTo>
                  <a:pt x="3670495" y="168386"/>
                  <a:pt x="3669683" y="167891"/>
                  <a:pt x="3669208" y="167297"/>
                </a:cubicBezTo>
                <a:cubicBezTo>
                  <a:pt x="3668732" y="166703"/>
                  <a:pt x="3668494" y="166009"/>
                  <a:pt x="3668494" y="165217"/>
                </a:cubicBezTo>
                <a:lnTo>
                  <a:pt x="3668494" y="8915"/>
                </a:lnTo>
                <a:cubicBezTo>
                  <a:pt x="3668494" y="8122"/>
                  <a:pt x="3668732" y="7409"/>
                  <a:pt x="3669208" y="6775"/>
                </a:cubicBezTo>
                <a:cubicBezTo>
                  <a:pt x="3669683" y="6141"/>
                  <a:pt x="3670495" y="5606"/>
                  <a:pt x="3671644" y="5170"/>
                </a:cubicBezTo>
                <a:cubicBezTo>
                  <a:pt x="3672793" y="4735"/>
                  <a:pt x="3674319" y="4398"/>
                  <a:pt x="3676220" y="4160"/>
                </a:cubicBezTo>
                <a:cubicBezTo>
                  <a:pt x="3678122" y="3922"/>
                  <a:pt x="3680539" y="3804"/>
                  <a:pt x="3683471" y="3804"/>
                </a:cubicBezTo>
                <a:cubicBezTo>
                  <a:pt x="3686403" y="3804"/>
                  <a:pt x="3688820" y="3922"/>
                  <a:pt x="3690721" y="4160"/>
                </a:cubicBezTo>
                <a:cubicBezTo>
                  <a:pt x="3692623" y="4398"/>
                  <a:pt x="3694149" y="4735"/>
                  <a:pt x="3695298" y="5170"/>
                </a:cubicBezTo>
                <a:cubicBezTo>
                  <a:pt x="3696446" y="5606"/>
                  <a:pt x="3697259" y="6141"/>
                  <a:pt x="3697734" y="6775"/>
                </a:cubicBezTo>
                <a:cubicBezTo>
                  <a:pt x="3698210" y="7409"/>
                  <a:pt x="3698447" y="8122"/>
                  <a:pt x="3698447" y="8915"/>
                </a:cubicBezTo>
                <a:lnTo>
                  <a:pt x="3698447" y="101983"/>
                </a:lnTo>
                <a:lnTo>
                  <a:pt x="3729827" y="59787"/>
                </a:lnTo>
                <a:cubicBezTo>
                  <a:pt x="3730461" y="58836"/>
                  <a:pt x="3731174" y="58004"/>
                  <a:pt x="3731966" y="57291"/>
                </a:cubicBezTo>
                <a:cubicBezTo>
                  <a:pt x="3732759" y="56578"/>
                  <a:pt x="3733808" y="56023"/>
                  <a:pt x="3735116" y="55627"/>
                </a:cubicBezTo>
                <a:cubicBezTo>
                  <a:pt x="3736423" y="55231"/>
                  <a:pt x="3738048" y="54934"/>
                  <a:pt x="3739989" y="54736"/>
                </a:cubicBezTo>
                <a:cubicBezTo>
                  <a:pt x="3741931" y="54537"/>
                  <a:pt x="3744407" y="54438"/>
                  <a:pt x="3747418" y="54438"/>
                </a:cubicBezTo>
                <a:cubicBezTo>
                  <a:pt x="3750350" y="54438"/>
                  <a:pt x="3752826" y="54537"/>
                  <a:pt x="3754847" y="54736"/>
                </a:cubicBezTo>
                <a:cubicBezTo>
                  <a:pt x="3756868" y="54934"/>
                  <a:pt x="3758492" y="55231"/>
                  <a:pt x="3759720" y="55627"/>
                </a:cubicBezTo>
                <a:cubicBezTo>
                  <a:pt x="3760948" y="56023"/>
                  <a:pt x="3761800" y="56518"/>
                  <a:pt x="3762276" y="57113"/>
                </a:cubicBezTo>
                <a:cubicBezTo>
                  <a:pt x="3762751" y="57707"/>
                  <a:pt x="3762989" y="58440"/>
                  <a:pt x="3762989" y="59312"/>
                </a:cubicBezTo>
                <a:cubicBezTo>
                  <a:pt x="3762989" y="60500"/>
                  <a:pt x="3762692" y="61768"/>
                  <a:pt x="3762097" y="63115"/>
                </a:cubicBezTo>
                <a:cubicBezTo>
                  <a:pt x="3761503" y="64462"/>
                  <a:pt x="3760612" y="65889"/>
                  <a:pt x="3759423" y="67394"/>
                </a:cubicBezTo>
                <a:lnTo>
                  <a:pt x="3728400" y="102577"/>
                </a:lnTo>
                <a:lnTo>
                  <a:pt x="3764296" y="158085"/>
                </a:lnTo>
                <a:cubicBezTo>
                  <a:pt x="3765247" y="159670"/>
                  <a:pt x="3765941" y="161037"/>
                  <a:pt x="3766376" y="162186"/>
                </a:cubicBezTo>
                <a:cubicBezTo>
                  <a:pt x="3766812" y="163335"/>
                  <a:pt x="3767030" y="164385"/>
                  <a:pt x="3767030" y="165336"/>
                </a:cubicBezTo>
                <a:close/>
                <a:moveTo>
                  <a:pt x="3877847" y="109096"/>
                </a:moveTo>
                <a:cubicBezTo>
                  <a:pt x="3877847" y="112748"/>
                  <a:pt x="3877035" y="115448"/>
                  <a:pt x="3875411" y="117193"/>
                </a:cubicBezTo>
                <a:cubicBezTo>
                  <a:pt x="3873786" y="118939"/>
                  <a:pt x="3871548" y="119812"/>
                  <a:pt x="3868695" y="119812"/>
                </a:cubicBezTo>
                <a:lnTo>
                  <a:pt x="3804153" y="119812"/>
                </a:lnTo>
                <a:cubicBezTo>
                  <a:pt x="3804153" y="124346"/>
                  <a:pt x="3804688" y="128463"/>
                  <a:pt x="3805758" y="132162"/>
                </a:cubicBezTo>
                <a:cubicBezTo>
                  <a:pt x="3806828" y="135862"/>
                  <a:pt x="3808531" y="139006"/>
                  <a:pt x="3810869" y="141593"/>
                </a:cubicBezTo>
                <a:cubicBezTo>
                  <a:pt x="3813207" y="144178"/>
                  <a:pt x="3816218" y="146147"/>
                  <a:pt x="3819902" y="147499"/>
                </a:cubicBezTo>
                <a:cubicBezTo>
                  <a:pt x="3823587" y="148851"/>
                  <a:pt x="3828005" y="149527"/>
                  <a:pt x="3833155" y="149527"/>
                </a:cubicBezTo>
                <a:cubicBezTo>
                  <a:pt x="3838385" y="149527"/>
                  <a:pt x="3842981" y="149145"/>
                  <a:pt x="3846943" y="148379"/>
                </a:cubicBezTo>
                <a:cubicBezTo>
                  <a:pt x="3850905" y="147614"/>
                  <a:pt x="3854333" y="146769"/>
                  <a:pt x="3857225" y="145843"/>
                </a:cubicBezTo>
                <a:cubicBezTo>
                  <a:pt x="3860117" y="144916"/>
                  <a:pt x="3862514" y="144071"/>
                  <a:pt x="3864416" y="143306"/>
                </a:cubicBezTo>
                <a:cubicBezTo>
                  <a:pt x="3866318" y="142540"/>
                  <a:pt x="3867863" y="142158"/>
                  <a:pt x="3869051" y="142158"/>
                </a:cubicBezTo>
                <a:cubicBezTo>
                  <a:pt x="3869765" y="142158"/>
                  <a:pt x="3870359" y="142298"/>
                  <a:pt x="3870834" y="142578"/>
                </a:cubicBezTo>
                <a:cubicBezTo>
                  <a:pt x="3871310" y="142855"/>
                  <a:pt x="3871706" y="143353"/>
                  <a:pt x="3872023" y="144071"/>
                </a:cubicBezTo>
                <a:cubicBezTo>
                  <a:pt x="3872340" y="144786"/>
                  <a:pt x="3872558" y="145802"/>
                  <a:pt x="3872677" y="147117"/>
                </a:cubicBezTo>
                <a:cubicBezTo>
                  <a:pt x="3872796" y="148431"/>
                  <a:pt x="3872855" y="150084"/>
                  <a:pt x="3872855" y="152075"/>
                </a:cubicBezTo>
                <a:cubicBezTo>
                  <a:pt x="3872855" y="153828"/>
                  <a:pt x="3872815" y="155323"/>
                  <a:pt x="3872736" y="156559"/>
                </a:cubicBezTo>
                <a:cubicBezTo>
                  <a:pt x="3872657" y="157792"/>
                  <a:pt x="3872538" y="158847"/>
                  <a:pt x="3872380" y="159723"/>
                </a:cubicBezTo>
                <a:cubicBezTo>
                  <a:pt x="3872221" y="160600"/>
                  <a:pt x="3871983" y="161338"/>
                  <a:pt x="3871666" y="161937"/>
                </a:cubicBezTo>
                <a:cubicBezTo>
                  <a:pt x="3871349" y="162534"/>
                  <a:pt x="3870933" y="163111"/>
                  <a:pt x="3870418" y="163668"/>
                </a:cubicBezTo>
                <a:cubicBezTo>
                  <a:pt x="3869903" y="164225"/>
                  <a:pt x="3868497" y="164979"/>
                  <a:pt x="3866199" y="165930"/>
                </a:cubicBezTo>
                <a:cubicBezTo>
                  <a:pt x="3863901" y="166881"/>
                  <a:pt x="3860969" y="167812"/>
                  <a:pt x="3857403" y="168723"/>
                </a:cubicBezTo>
                <a:cubicBezTo>
                  <a:pt x="3853837" y="169635"/>
                  <a:pt x="3849756" y="170427"/>
                  <a:pt x="3845160" y="171100"/>
                </a:cubicBezTo>
                <a:cubicBezTo>
                  <a:pt x="3840564" y="171774"/>
                  <a:pt x="3835652" y="172111"/>
                  <a:pt x="3830422" y="172111"/>
                </a:cubicBezTo>
                <a:cubicBezTo>
                  <a:pt x="3820992" y="172111"/>
                  <a:pt x="3812731" y="170920"/>
                  <a:pt x="3805639" y="168538"/>
                </a:cubicBezTo>
                <a:cubicBezTo>
                  <a:pt x="3798547" y="166155"/>
                  <a:pt x="3792624" y="162542"/>
                  <a:pt x="3787869" y="157699"/>
                </a:cubicBezTo>
                <a:cubicBezTo>
                  <a:pt x="3783115" y="152855"/>
                  <a:pt x="3779569" y="146743"/>
                  <a:pt x="3777231" y="139361"/>
                </a:cubicBezTo>
                <a:cubicBezTo>
                  <a:pt x="3774894" y="131977"/>
                  <a:pt x="3773725" y="123322"/>
                  <a:pt x="3773725" y="113397"/>
                </a:cubicBezTo>
                <a:cubicBezTo>
                  <a:pt x="3773725" y="103948"/>
                  <a:pt x="3774953" y="95432"/>
                  <a:pt x="3777410" y="87849"/>
                </a:cubicBezTo>
                <a:cubicBezTo>
                  <a:pt x="3779866" y="80267"/>
                  <a:pt x="3783432" y="73836"/>
                  <a:pt x="3788107" y="68557"/>
                </a:cubicBezTo>
                <a:cubicBezTo>
                  <a:pt x="3792782" y="63275"/>
                  <a:pt x="3798468" y="59245"/>
                  <a:pt x="3805164" y="56466"/>
                </a:cubicBezTo>
                <a:cubicBezTo>
                  <a:pt x="3811860" y="53688"/>
                  <a:pt x="3819407" y="52299"/>
                  <a:pt x="3827807" y="52299"/>
                </a:cubicBezTo>
                <a:cubicBezTo>
                  <a:pt x="3836682" y="52299"/>
                  <a:pt x="3844269" y="53609"/>
                  <a:pt x="3850569" y="56229"/>
                </a:cubicBezTo>
                <a:cubicBezTo>
                  <a:pt x="3856868" y="58849"/>
                  <a:pt x="3862039" y="62480"/>
                  <a:pt x="3866080" y="67123"/>
                </a:cubicBezTo>
                <a:cubicBezTo>
                  <a:pt x="3870121" y="71766"/>
                  <a:pt x="3873093" y="77263"/>
                  <a:pt x="3874995" y="83615"/>
                </a:cubicBezTo>
                <a:cubicBezTo>
                  <a:pt x="3876896" y="89964"/>
                  <a:pt x="3877847" y="96871"/>
                  <a:pt x="3877847" y="104334"/>
                </a:cubicBezTo>
                <a:lnTo>
                  <a:pt x="3877847" y="109096"/>
                </a:lnTo>
                <a:moveTo>
                  <a:pt x="3848845" y="100556"/>
                </a:moveTo>
                <a:cubicBezTo>
                  <a:pt x="3849083" y="92120"/>
                  <a:pt x="3847399" y="85495"/>
                  <a:pt x="3843794" y="80681"/>
                </a:cubicBezTo>
                <a:cubicBezTo>
                  <a:pt x="3840188" y="75864"/>
                  <a:pt x="3834621" y="73456"/>
                  <a:pt x="3827094" y="73456"/>
                </a:cubicBezTo>
                <a:cubicBezTo>
                  <a:pt x="3823290" y="73456"/>
                  <a:pt x="3819982" y="74173"/>
                  <a:pt x="3817169" y="75607"/>
                </a:cubicBezTo>
                <a:cubicBezTo>
                  <a:pt x="3814356" y="77038"/>
                  <a:pt x="3812018" y="78968"/>
                  <a:pt x="3810156" y="81398"/>
                </a:cubicBezTo>
                <a:cubicBezTo>
                  <a:pt x="3808294" y="83824"/>
                  <a:pt x="3806867" y="86689"/>
                  <a:pt x="3805877" y="89993"/>
                </a:cubicBezTo>
                <a:cubicBezTo>
                  <a:pt x="3804886" y="93294"/>
                  <a:pt x="3804312" y="96815"/>
                  <a:pt x="3804153" y="100556"/>
                </a:cubicBezTo>
                <a:lnTo>
                  <a:pt x="3848845" y="100556"/>
                </a:lnTo>
                <a:close/>
                <a:moveTo>
                  <a:pt x="4003271" y="165213"/>
                </a:moveTo>
                <a:cubicBezTo>
                  <a:pt x="4003271" y="166006"/>
                  <a:pt x="4003033" y="166700"/>
                  <a:pt x="4002558" y="167297"/>
                </a:cubicBezTo>
                <a:cubicBezTo>
                  <a:pt x="4002083" y="167891"/>
                  <a:pt x="4001290" y="168386"/>
                  <a:pt x="4000181" y="168783"/>
                </a:cubicBezTo>
                <a:cubicBezTo>
                  <a:pt x="3999071" y="169179"/>
                  <a:pt x="3997546" y="169476"/>
                  <a:pt x="3995605" y="169674"/>
                </a:cubicBezTo>
                <a:cubicBezTo>
                  <a:pt x="3993663" y="169872"/>
                  <a:pt x="3991266" y="169971"/>
                  <a:pt x="3988414" y="169971"/>
                </a:cubicBezTo>
                <a:cubicBezTo>
                  <a:pt x="3985482" y="169971"/>
                  <a:pt x="3983045" y="169872"/>
                  <a:pt x="3981104" y="169674"/>
                </a:cubicBezTo>
                <a:cubicBezTo>
                  <a:pt x="3979162" y="169476"/>
                  <a:pt x="3977637" y="169179"/>
                  <a:pt x="3976527" y="168783"/>
                </a:cubicBezTo>
                <a:cubicBezTo>
                  <a:pt x="3975418" y="168386"/>
                  <a:pt x="3974626" y="167891"/>
                  <a:pt x="3974150" y="167297"/>
                </a:cubicBezTo>
                <a:cubicBezTo>
                  <a:pt x="3973675" y="166703"/>
                  <a:pt x="3973437" y="166009"/>
                  <a:pt x="3973437" y="165217"/>
                </a:cubicBezTo>
                <a:lnTo>
                  <a:pt x="3973437" y="104717"/>
                </a:lnTo>
                <a:cubicBezTo>
                  <a:pt x="3973437" y="99566"/>
                  <a:pt x="3973061" y="95525"/>
                  <a:pt x="3972308" y="92593"/>
                </a:cubicBezTo>
                <a:cubicBezTo>
                  <a:pt x="3971555" y="89661"/>
                  <a:pt x="3970465" y="87145"/>
                  <a:pt x="3969039" y="85045"/>
                </a:cubicBezTo>
                <a:cubicBezTo>
                  <a:pt x="3967613" y="82945"/>
                  <a:pt x="3965770" y="81321"/>
                  <a:pt x="3963512" y="80172"/>
                </a:cubicBezTo>
                <a:cubicBezTo>
                  <a:pt x="3961254" y="79023"/>
                  <a:pt x="3958619" y="78448"/>
                  <a:pt x="3955608" y="78448"/>
                </a:cubicBezTo>
                <a:cubicBezTo>
                  <a:pt x="3951804" y="78448"/>
                  <a:pt x="3947961" y="79835"/>
                  <a:pt x="3944078" y="82608"/>
                </a:cubicBezTo>
                <a:cubicBezTo>
                  <a:pt x="3940196" y="85382"/>
                  <a:pt x="3936154" y="89423"/>
                  <a:pt x="3931955" y="94732"/>
                </a:cubicBezTo>
                <a:lnTo>
                  <a:pt x="3931955" y="165217"/>
                </a:lnTo>
                <a:cubicBezTo>
                  <a:pt x="3931955" y="166009"/>
                  <a:pt x="3931717" y="166703"/>
                  <a:pt x="3931241" y="167297"/>
                </a:cubicBezTo>
                <a:cubicBezTo>
                  <a:pt x="3930766" y="167891"/>
                  <a:pt x="3929954" y="168386"/>
                  <a:pt x="3928805" y="168783"/>
                </a:cubicBezTo>
                <a:cubicBezTo>
                  <a:pt x="3927656" y="169179"/>
                  <a:pt x="3926130" y="169476"/>
                  <a:pt x="3924229" y="169674"/>
                </a:cubicBezTo>
                <a:cubicBezTo>
                  <a:pt x="3922327" y="169872"/>
                  <a:pt x="3919910" y="169971"/>
                  <a:pt x="3916978" y="169971"/>
                </a:cubicBezTo>
                <a:cubicBezTo>
                  <a:pt x="3914046" y="169971"/>
                  <a:pt x="3911629" y="169872"/>
                  <a:pt x="3909727" y="169674"/>
                </a:cubicBezTo>
                <a:cubicBezTo>
                  <a:pt x="3907826" y="169476"/>
                  <a:pt x="3906300" y="169179"/>
                  <a:pt x="3905151" y="168783"/>
                </a:cubicBezTo>
                <a:cubicBezTo>
                  <a:pt x="3904002" y="168386"/>
                  <a:pt x="3903190" y="167891"/>
                  <a:pt x="3902715" y="167297"/>
                </a:cubicBezTo>
                <a:cubicBezTo>
                  <a:pt x="3902239" y="166703"/>
                  <a:pt x="3902002" y="166009"/>
                  <a:pt x="3902002" y="165217"/>
                </a:cubicBezTo>
                <a:lnTo>
                  <a:pt x="3902002" y="59193"/>
                </a:lnTo>
                <a:cubicBezTo>
                  <a:pt x="3902002" y="58400"/>
                  <a:pt x="3902200" y="57707"/>
                  <a:pt x="3902596" y="57113"/>
                </a:cubicBezTo>
                <a:cubicBezTo>
                  <a:pt x="3902992" y="56518"/>
                  <a:pt x="3903705" y="56023"/>
                  <a:pt x="3904735" y="55627"/>
                </a:cubicBezTo>
                <a:cubicBezTo>
                  <a:pt x="3905765" y="55231"/>
                  <a:pt x="3907093" y="54934"/>
                  <a:pt x="3908717" y="54736"/>
                </a:cubicBezTo>
                <a:cubicBezTo>
                  <a:pt x="3910342" y="54537"/>
                  <a:pt x="3912382" y="54438"/>
                  <a:pt x="3914839" y="54438"/>
                </a:cubicBezTo>
                <a:cubicBezTo>
                  <a:pt x="3917374" y="54438"/>
                  <a:pt x="3919474" y="54537"/>
                  <a:pt x="3921138" y="54736"/>
                </a:cubicBezTo>
                <a:cubicBezTo>
                  <a:pt x="3922802" y="54934"/>
                  <a:pt x="3924090" y="55231"/>
                  <a:pt x="3925001" y="55627"/>
                </a:cubicBezTo>
                <a:cubicBezTo>
                  <a:pt x="3925912" y="56023"/>
                  <a:pt x="3926566" y="56518"/>
                  <a:pt x="3926962" y="57113"/>
                </a:cubicBezTo>
                <a:cubicBezTo>
                  <a:pt x="3927359" y="57707"/>
                  <a:pt x="3927557" y="58400"/>
                  <a:pt x="3927557" y="59193"/>
                </a:cubicBezTo>
                <a:lnTo>
                  <a:pt x="3927557" y="71435"/>
                </a:lnTo>
                <a:cubicBezTo>
                  <a:pt x="3933420" y="65057"/>
                  <a:pt x="3939383" y="60272"/>
                  <a:pt x="3945445" y="57083"/>
                </a:cubicBezTo>
                <a:cubicBezTo>
                  <a:pt x="3951507" y="53894"/>
                  <a:pt x="3957827" y="52299"/>
                  <a:pt x="3964404" y="52299"/>
                </a:cubicBezTo>
                <a:cubicBezTo>
                  <a:pt x="3971614" y="52299"/>
                  <a:pt x="3977696" y="53489"/>
                  <a:pt x="3982649" y="55868"/>
                </a:cubicBezTo>
                <a:cubicBezTo>
                  <a:pt x="3987601" y="58248"/>
                  <a:pt x="3991603" y="61481"/>
                  <a:pt x="3994654" y="65567"/>
                </a:cubicBezTo>
                <a:cubicBezTo>
                  <a:pt x="3997704" y="69650"/>
                  <a:pt x="3999903" y="74429"/>
                  <a:pt x="4001251" y="79904"/>
                </a:cubicBezTo>
                <a:cubicBezTo>
                  <a:pt x="4002598" y="85377"/>
                  <a:pt x="4003271" y="91960"/>
                  <a:pt x="4003271" y="99654"/>
                </a:cubicBezTo>
                <a:lnTo>
                  <a:pt x="4003271" y="165213"/>
                </a:lnTo>
                <a:close/>
                <a:moveTo>
                  <a:pt x="4105610" y="135308"/>
                </a:moveTo>
                <a:cubicBezTo>
                  <a:pt x="4105610" y="141343"/>
                  <a:pt x="4104480" y="146663"/>
                  <a:pt x="4102222" y="151269"/>
                </a:cubicBezTo>
                <a:cubicBezTo>
                  <a:pt x="4099964" y="155873"/>
                  <a:pt x="4096774" y="159723"/>
                  <a:pt x="4092654" y="162821"/>
                </a:cubicBezTo>
                <a:cubicBezTo>
                  <a:pt x="4088533" y="165916"/>
                  <a:pt x="4083660" y="168238"/>
                  <a:pt x="4078034" y="169786"/>
                </a:cubicBezTo>
                <a:cubicBezTo>
                  <a:pt x="4072408" y="171336"/>
                  <a:pt x="4066306" y="172111"/>
                  <a:pt x="4059729" y="172111"/>
                </a:cubicBezTo>
                <a:cubicBezTo>
                  <a:pt x="4055767" y="172111"/>
                  <a:pt x="4051983" y="171810"/>
                  <a:pt x="4048378" y="171208"/>
                </a:cubicBezTo>
                <a:cubicBezTo>
                  <a:pt x="4044772" y="170606"/>
                  <a:pt x="4041543" y="169845"/>
                  <a:pt x="4038691" y="168924"/>
                </a:cubicBezTo>
                <a:cubicBezTo>
                  <a:pt x="4035838" y="168000"/>
                  <a:pt x="4033461" y="167058"/>
                  <a:pt x="4031559" y="166097"/>
                </a:cubicBezTo>
                <a:cubicBezTo>
                  <a:pt x="4029657" y="165134"/>
                  <a:pt x="4028271" y="164231"/>
                  <a:pt x="4027399" y="163389"/>
                </a:cubicBezTo>
                <a:cubicBezTo>
                  <a:pt x="4026527" y="162547"/>
                  <a:pt x="4025854" y="161230"/>
                  <a:pt x="4025378" y="159437"/>
                </a:cubicBezTo>
                <a:cubicBezTo>
                  <a:pt x="4024903" y="157644"/>
                  <a:pt x="4024665" y="154995"/>
                  <a:pt x="4024665" y="151488"/>
                </a:cubicBezTo>
                <a:cubicBezTo>
                  <a:pt x="4024665" y="149178"/>
                  <a:pt x="4024744" y="147326"/>
                  <a:pt x="4024903" y="145932"/>
                </a:cubicBezTo>
                <a:cubicBezTo>
                  <a:pt x="4025061" y="144538"/>
                  <a:pt x="4025299" y="143422"/>
                  <a:pt x="4025616" y="142585"/>
                </a:cubicBezTo>
                <a:cubicBezTo>
                  <a:pt x="4025933" y="141748"/>
                  <a:pt x="4026329" y="141191"/>
                  <a:pt x="4026805" y="140913"/>
                </a:cubicBezTo>
                <a:cubicBezTo>
                  <a:pt x="4027280" y="140634"/>
                  <a:pt x="4027874" y="140494"/>
                  <a:pt x="4028588" y="140494"/>
                </a:cubicBezTo>
                <a:cubicBezTo>
                  <a:pt x="4029459" y="140494"/>
                  <a:pt x="4030747" y="140995"/>
                  <a:pt x="4032451" y="141998"/>
                </a:cubicBezTo>
                <a:cubicBezTo>
                  <a:pt x="4034154" y="143001"/>
                  <a:pt x="4036274" y="144104"/>
                  <a:pt x="4038810" y="145308"/>
                </a:cubicBezTo>
                <a:cubicBezTo>
                  <a:pt x="4041345" y="146511"/>
                  <a:pt x="4044297" y="147634"/>
                  <a:pt x="4047665" y="148677"/>
                </a:cubicBezTo>
                <a:cubicBezTo>
                  <a:pt x="4051032" y="149719"/>
                  <a:pt x="4054856" y="150240"/>
                  <a:pt x="4059135" y="150240"/>
                </a:cubicBezTo>
                <a:cubicBezTo>
                  <a:pt x="4061829" y="150240"/>
                  <a:pt x="4064226" y="149964"/>
                  <a:pt x="4066326" y="149412"/>
                </a:cubicBezTo>
                <a:cubicBezTo>
                  <a:pt x="4068426" y="148860"/>
                  <a:pt x="4070248" y="148071"/>
                  <a:pt x="4071794" y="147046"/>
                </a:cubicBezTo>
                <a:cubicBezTo>
                  <a:pt x="4073339" y="146018"/>
                  <a:pt x="4074508" y="144716"/>
                  <a:pt x="4075300" y="143138"/>
                </a:cubicBezTo>
                <a:cubicBezTo>
                  <a:pt x="4076092" y="141561"/>
                  <a:pt x="4076489" y="139746"/>
                  <a:pt x="4076489" y="137693"/>
                </a:cubicBezTo>
                <a:cubicBezTo>
                  <a:pt x="4076489" y="135311"/>
                  <a:pt x="4075756" y="133267"/>
                  <a:pt x="4074290" y="131561"/>
                </a:cubicBezTo>
                <a:cubicBezTo>
                  <a:pt x="4072824" y="129852"/>
                  <a:pt x="4070882" y="128363"/>
                  <a:pt x="4068465" y="127092"/>
                </a:cubicBezTo>
                <a:cubicBezTo>
                  <a:pt x="4066049" y="125822"/>
                  <a:pt x="4063315" y="124631"/>
                  <a:pt x="4060264" y="123519"/>
                </a:cubicBezTo>
                <a:cubicBezTo>
                  <a:pt x="4057213" y="122407"/>
                  <a:pt x="4054083" y="121176"/>
                  <a:pt x="4050874" y="119827"/>
                </a:cubicBezTo>
                <a:cubicBezTo>
                  <a:pt x="4047665" y="118477"/>
                  <a:pt x="4044535" y="116930"/>
                  <a:pt x="4041484" y="115184"/>
                </a:cubicBezTo>
                <a:cubicBezTo>
                  <a:pt x="4038433" y="113436"/>
                  <a:pt x="4035699" y="111291"/>
                  <a:pt x="4033283" y="108750"/>
                </a:cubicBezTo>
                <a:cubicBezTo>
                  <a:pt x="4030866" y="106210"/>
                  <a:pt x="4028924" y="103154"/>
                  <a:pt x="4027458" y="99583"/>
                </a:cubicBezTo>
                <a:cubicBezTo>
                  <a:pt x="4025992" y="96010"/>
                  <a:pt x="4025259" y="91722"/>
                  <a:pt x="4025259" y="86720"/>
                </a:cubicBezTo>
                <a:cubicBezTo>
                  <a:pt x="4025259" y="81636"/>
                  <a:pt x="4026250" y="76971"/>
                  <a:pt x="4028231" y="72724"/>
                </a:cubicBezTo>
                <a:cubicBezTo>
                  <a:pt x="4030212" y="68478"/>
                  <a:pt x="4033065" y="64846"/>
                  <a:pt x="4036789" y="61830"/>
                </a:cubicBezTo>
                <a:cubicBezTo>
                  <a:pt x="4040513" y="58811"/>
                  <a:pt x="4045050" y="56469"/>
                  <a:pt x="4050399" y="54802"/>
                </a:cubicBezTo>
                <a:cubicBezTo>
                  <a:pt x="4055747" y="53133"/>
                  <a:pt x="4061750" y="52299"/>
                  <a:pt x="4068406" y="52299"/>
                </a:cubicBezTo>
                <a:cubicBezTo>
                  <a:pt x="4071734" y="52299"/>
                  <a:pt x="4074963" y="52537"/>
                  <a:pt x="4078093" y="53012"/>
                </a:cubicBezTo>
                <a:cubicBezTo>
                  <a:pt x="4081223" y="53487"/>
                  <a:pt x="4084056" y="54082"/>
                  <a:pt x="4086592" y="54795"/>
                </a:cubicBezTo>
                <a:cubicBezTo>
                  <a:pt x="4089127" y="55508"/>
                  <a:pt x="4091267" y="56281"/>
                  <a:pt x="4093010" y="57113"/>
                </a:cubicBezTo>
                <a:cubicBezTo>
                  <a:pt x="4094754" y="57945"/>
                  <a:pt x="4096002" y="58658"/>
                  <a:pt x="4096754" y="59252"/>
                </a:cubicBezTo>
                <a:cubicBezTo>
                  <a:pt x="4097507" y="59847"/>
                  <a:pt x="4098042" y="60441"/>
                  <a:pt x="4098359" y="61035"/>
                </a:cubicBezTo>
                <a:cubicBezTo>
                  <a:pt x="4098676" y="61629"/>
                  <a:pt x="4098914" y="62343"/>
                  <a:pt x="4099072" y="63175"/>
                </a:cubicBezTo>
                <a:cubicBezTo>
                  <a:pt x="4099231" y="64007"/>
                  <a:pt x="4099369" y="65037"/>
                  <a:pt x="4099488" y="66265"/>
                </a:cubicBezTo>
                <a:cubicBezTo>
                  <a:pt x="4099607" y="67493"/>
                  <a:pt x="4099666" y="69019"/>
                  <a:pt x="4099666" y="70841"/>
                </a:cubicBezTo>
                <a:cubicBezTo>
                  <a:pt x="4099666" y="72981"/>
                  <a:pt x="4099607" y="74724"/>
                  <a:pt x="4099488" y="76071"/>
                </a:cubicBezTo>
                <a:cubicBezTo>
                  <a:pt x="4099369" y="77418"/>
                  <a:pt x="4099171" y="78488"/>
                  <a:pt x="4098894" y="79280"/>
                </a:cubicBezTo>
                <a:cubicBezTo>
                  <a:pt x="4098617" y="80073"/>
                  <a:pt x="4098240" y="80608"/>
                  <a:pt x="4097765" y="80885"/>
                </a:cubicBezTo>
                <a:cubicBezTo>
                  <a:pt x="4097289" y="81162"/>
                  <a:pt x="4096735" y="81301"/>
                  <a:pt x="4096101" y="81301"/>
                </a:cubicBezTo>
                <a:cubicBezTo>
                  <a:pt x="4095387" y="81301"/>
                  <a:pt x="4094278" y="80885"/>
                  <a:pt x="4092773" y="80053"/>
                </a:cubicBezTo>
                <a:cubicBezTo>
                  <a:pt x="4091267" y="79221"/>
                  <a:pt x="4089385" y="78329"/>
                  <a:pt x="4087127" y="77379"/>
                </a:cubicBezTo>
                <a:cubicBezTo>
                  <a:pt x="4084868" y="76428"/>
                  <a:pt x="4082253" y="75536"/>
                  <a:pt x="4079282" y="74704"/>
                </a:cubicBezTo>
                <a:cubicBezTo>
                  <a:pt x="4076310" y="73872"/>
                  <a:pt x="4072923" y="73456"/>
                  <a:pt x="4069119" y="73456"/>
                </a:cubicBezTo>
                <a:cubicBezTo>
                  <a:pt x="4066425" y="73456"/>
                  <a:pt x="4064087" y="73736"/>
                  <a:pt x="4062106" y="74296"/>
                </a:cubicBezTo>
                <a:cubicBezTo>
                  <a:pt x="4060125" y="74853"/>
                  <a:pt x="4058501" y="75649"/>
                  <a:pt x="4057233" y="76684"/>
                </a:cubicBezTo>
                <a:cubicBezTo>
                  <a:pt x="4055965" y="77719"/>
                  <a:pt x="4055014" y="78934"/>
                  <a:pt x="4054380" y="80328"/>
                </a:cubicBezTo>
                <a:cubicBezTo>
                  <a:pt x="4053746" y="81722"/>
                  <a:pt x="4053430" y="83216"/>
                  <a:pt x="4053430" y="84811"/>
                </a:cubicBezTo>
                <a:cubicBezTo>
                  <a:pt x="4053430" y="87272"/>
                  <a:pt x="4054182" y="89338"/>
                  <a:pt x="4055688" y="91007"/>
                </a:cubicBezTo>
                <a:cubicBezTo>
                  <a:pt x="4057193" y="92673"/>
                  <a:pt x="4059174" y="94142"/>
                  <a:pt x="4061631" y="95412"/>
                </a:cubicBezTo>
                <a:cubicBezTo>
                  <a:pt x="4064087" y="96682"/>
                  <a:pt x="4066881" y="97873"/>
                  <a:pt x="4070011" y="98985"/>
                </a:cubicBezTo>
                <a:cubicBezTo>
                  <a:pt x="4073141" y="100097"/>
                  <a:pt x="4076310" y="101308"/>
                  <a:pt x="4079520" y="102618"/>
                </a:cubicBezTo>
                <a:cubicBezTo>
                  <a:pt x="4082729" y="103928"/>
                  <a:pt x="4085898" y="105456"/>
                  <a:pt x="4089028" y="107202"/>
                </a:cubicBezTo>
                <a:cubicBezTo>
                  <a:pt x="4092158" y="108947"/>
                  <a:pt x="4094952" y="111092"/>
                  <a:pt x="4097408" y="113635"/>
                </a:cubicBezTo>
                <a:cubicBezTo>
                  <a:pt x="4099865" y="116176"/>
                  <a:pt x="4101846" y="119213"/>
                  <a:pt x="4103351" y="122746"/>
                </a:cubicBezTo>
                <a:cubicBezTo>
                  <a:pt x="4104857" y="126277"/>
                  <a:pt x="4105610" y="130465"/>
                  <a:pt x="4105610" y="135308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0fc46d885a44fc"/>
          <a:stretch xmlns:a="http://schemas.openxmlformats.org/drawingml/2006/main"/>
        </p:blipFill>
        <p:spPr>
          <a:xfrm xmlns:a="http://schemas.openxmlformats.org/drawingml/2006/main">
            <a:off x="246290" y="4564965"/>
            <a:ext cx="915526" cy="847952"/>
          </a:xfrm>
          <a:prstGeom xmlns:a="http://schemas.openxmlformats.org/drawingml/2006/main" prst="rect">
            <a:avLst/>
          </a:prstGeom>
        </p:spPr>
      </p:pic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D4352A-5FF0-4921-A599-1E31C8C6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0" y="2493618"/>
            <a:ext cx="390094" cy="481666"/>
          </a:xfrm>
          <a:custGeom xmlns:a="http://schemas.openxmlformats.org/drawingml/2006/main">
            <a:pathLst>
              <a:path w="390094" h="481666">
                <a:moveTo>
                  <a:pt x="293029" y="0"/>
                </a:moveTo>
                <a:lnTo>
                  <a:pt x="293029" y="254569"/>
                </a:lnTo>
                <a:lnTo>
                  <a:pt x="390094" y="254569"/>
                </a:lnTo>
                <a:lnTo>
                  <a:pt x="195963" y="481666"/>
                </a:lnTo>
                <a:lnTo>
                  <a:pt x="0" y="254569"/>
                </a:lnTo>
                <a:lnTo>
                  <a:pt x="97066" y="254569"/>
                </a:lnTo>
                <a:lnTo>
                  <a:pt x="97066" y="0"/>
                </a:lnTo>
                <a:lnTo>
                  <a:pt x="293029" y="0"/>
                </a:lnTo>
              </a:path>
            </a:pathLst>
          </a:custGeom>
          <a:solidFill xmlns:a="http://schemas.openxmlformats.org/drawingml/2006/main">
            <a:srgbClr val="FDEA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5EC3E-1F7E-4058-AF5E-DE27C232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715" y="2478738"/>
            <a:ext cx="421107" cy="512037"/>
          </a:xfrm>
          <a:custGeom xmlns:a="http://schemas.openxmlformats.org/drawingml/2006/main">
            <a:pathLst>
              <a:path w="421107" h="512037">
                <a:moveTo>
                  <a:pt x="9050" y="255026"/>
                </a:moveTo>
                <a:lnTo>
                  <a:pt x="6318" y="256583"/>
                </a:lnTo>
                <a:lnTo>
                  <a:pt x="3953" y="258689"/>
                </a:lnTo>
                <a:lnTo>
                  <a:pt x="2076" y="261223"/>
                </a:lnTo>
                <a:lnTo>
                  <a:pt x="748" y="264092"/>
                </a:lnTo>
                <a:lnTo>
                  <a:pt x="46" y="267160"/>
                </a:lnTo>
                <a:lnTo>
                  <a:pt x="0" y="270319"/>
                </a:lnTo>
                <a:lnTo>
                  <a:pt x="595" y="273417"/>
                </a:lnTo>
                <a:lnTo>
                  <a:pt x="1816" y="276332"/>
                </a:lnTo>
                <a:lnTo>
                  <a:pt x="3617" y="278927"/>
                </a:lnTo>
                <a:lnTo>
                  <a:pt x="198969" y="506711"/>
                </a:lnTo>
                <a:lnTo>
                  <a:pt x="201366" y="508954"/>
                </a:lnTo>
                <a:lnTo>
                  <a:pt x="204174" y="510648"/>
                </a:lnTo>
                <a:lnTo>
                  <a:pt x="207287" y="511686"/>
                </a:lnTo>
                <a:lnTo>
                  <a:pt x="210553" y="512037"/>
                </a:lnTo>
                <a:lnTo>
                  <a:pt x="213819" y="511686"/>
                </a:lnTo>
                <a:lnTo>
                  <a:pt x="216933" y="510648"/>
                </a:lnTo>
                <a:lnTo>
                  <a:pt x="219741" y="508954"/>
                </a:lnTo>
                <a:lnTo>
                  <a:pt x="222137" y="506711"/>
                </a:lnTo>
                <a:lnTo>
                  <a:pt x="417489" y="278927"/>
                </a:lnTo>
                <a:lnTo>
                  <a:pt x="419290" y="276332"/>
                </a:lnTo>
                <a:lnTo>
                  <a:pt x="420511" y="273417"/>
                </a:lnTo>
                <a:lnTo>
                  <a:pt x="421107" y="270319"/>
                </a:lnTo>
                <a:lnTo>
                  <a:pt x="421061" y="267160"/>
                </a:lnTo>
                <a:lnTo>
                  <a:pt x="420359" y="264092"/>
                </a:lnTo>
                <a:lnTo>
                  <a:pt x="419046" y="261223"/>
                </a:lnTo>
                <a:lnTo>
                  <a:pt x="417154" y="258689"/>
                </a:lnTo>
                <a:lnTo>
                  <a:pt x="414788" y="256583"/>
                </a:lnTo>
                <a:lnTo>
                  <a:pt x="412056" y="255026"/>
                </a:lnTo>
                <a:lnTo>
                  <a:pt x="409050" y="254065"/>
                </a:lnTo>
                <a:lnTo>
                  <a:pt x="405906" y="253729"/>
                </a:lnTo>
                <a:lnTo>
                  <a:pt x="323491" y="253729"/>
                </a:lnTo>
                <a:lnTo>
                  <a:pt x="323491" y="15262"/>
                </a:lnTo>
                <a:lnTo>
                  <a:pt x="323201" y="12286"/>
                </a:lnTo>
                <a:lnTo>
                  <a:pt x="322331" y="9417"/>
                </a:lnTo>
                <a:lnTo>
                  <a:pt x="320912" y="6776"/>
                </a:lnTo>
                <a:lnTo>
                  <a:pt x="319020" y="4472"/>
                </a:lnTo>
                <a:lnTo>
                  <a:pt x="316715" y="2579"/>
                </a:lnTo>
                <a:lnTo>
                  <a:pt x="314075" y="1160"/>
                </a:lnTo>
                <a:lnTo>
                  <a:pt x="311206" y="290"/>
                </a:lnTo>
                <a:lnTo>
                  <a:pt x="308229" y="0"/>
                </a:lnTo>
                <a:lnTo>
                  <a:pt x="112877" y="0"/>
                </a:lnTo>
                <a:lnTo>
                  <a:pt x="109901" y="290"/>
                </a:lnTo>
                <a:lnTo>
                  <a:pt x="107032" y="1160"/>
                </a:lnTo>
                <a:lnTo>
                  <a:pt x="104391" y="2579"/>
                </a:lnTo>
                <a:lnTo>
                  <a:pt x="102087" y="4472"/>
                </a:lnTo>
                <a:lnTo>
                  <a:pt x="100194" y="6776"/>
                </a:lnTo>
                <a:lnTo>
                  <a:pt x="98775" y="9417"/>
                </a:lnTo>
                <a:lnTo>
                  <a:pt x="97905" y="12286"/>
                </a:lnTo>
                <a:lnTo>
                  <a:pt x="97615" y="15262"/>
                </a:lnTo>
                <a:lnTo>
                  <a:pt x="97615" y="253729"/>
                </a:lnTo>
                <a:lnTo>
                  <a:pt x="15201" y="253729"/>
                </a:lnTo>
                <a:lnTo>
                  <a:pt x="12057" y="254065"/>
                </a:lnTo>
                <a:lnTo>
                  <a:pt x="9050" y="255026"/>
                </a:lnTo>
                <a:close/>
                <a:moveTo>
                  <a:pt x="294127" y="274836"/>
                </a:moveTo>
                <a:lnTo>
                  <a:pt x="295547" y="277477"/>
                </a:lnTo>
                <a:lnTo>
                  <a:pt x="297439" y="279781"/>
                </a:lnTo>
                <a:lnTo>
                  <a:pt x="299744" y="281689"/>
                </a:lnTo>
                <a:lnTo>
                  <a:pt x="302384" y="283093"/>
                </a:lnTo>
                <a:lnTo>
                  <a:pt x="305253" y="283963"/>
                </a:lnTo>
                <a:lnTo>
                  <a:pt x="308229" y="284253"/>
                </a:lnTo>
                <a:lnTo>
                  <a:pt x="372712" y="284253"/>
                </a:lnTo>
                <a:lnTo>
                  <a:pt x="210553" y="473333"/>
                </a:lnTo>
                <a:lnTo>
                  <a:pt x="48394" y="284253"/>
                </a:lnTo>
                <a:lnTo>
                  <a:pt x="112877" y="284253"/>
                </a:lnTo>
                <a:lnTo>
                  <a:pt x="115853" y="283963"/>
                </a:lnTo>
                <a:lnTo>
                  <a:pt x="118722" y="283093"/>
                </a:lnTo>
                <a:lnTo>
                  <a:pt x="121363" y="281689"/>
                </a:lnTo>
                <a:lnTo>
                  <a:pt x="123667" y="279781"/>
                </a:lnTo>
                <a:lnTo>
                  <a:pt x="125560" y="277477"/>
                </a:lnTo>
                <a:lnTo>
                  <a:pt x="126979" y="274836"/>
                </a:lnTo>
                <a:lnTo>
                  <a:pt x="127849" y="271967"/>
                </a:lnTo>
                <a:lnTo>
                  <a:pt x="128139" y="268991"/>
                </a:lnTo>
                <a:lnTo>
                  <a:pt x="128139" y="30524"/>
                </a:lnTo>
                <a:lnTo>
                  <a:pt x="292968" y="30524"/>
                </a:lnTo>
                <a:lnTo>
                  <a:pt x="292968" y="268991"/>
                </a:lnTo>
                <a:lnTo>
                  <a:pt x="293258" y="271967"/>
                </a:lnTo>
                <a:lnTo>
                  <a:pt x="294127" y="274836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ED7E02-05C4-420A-8FDA-B38A20C2A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6840" y="4389147"/>
            <a:ext cx="390094" cy="481666"/>
          </a:xfrm>
          <a:custGeom xmlns:a="http://schemas.openxmlformats.org/drawingml/2006/main">
            <a:pathLst>
              <a:path w="390094" h="481666">
                <a:moveTo>
                  <a:pt x="293029" y="0"/>
                </a:moveTo>
                <a:lnTo>
                  <a:pt x="293029" y="254569"/>
                </a:lnTo>
                <a:lnTo>
                  <a:pt x="390094" y="254569"/>
                </a:lnTo>
                <a:lnTo>
                  <a:pt x="194131" y="481666"/>
                </a:lnTo>
                <a:lnTo>
                  <a:pt x="0" y="254569"/>
                </a:lnTo>
                <a:lnTo>
                  <a:pt x="97066" y="254569"/>
                </a:lnTo>
                <a:lnTo>
                  <a:pt x="97066" y="0"/>
                </a:lnTo>
                <a:lnTo>
                  <a:pt x="293029" y="0"/>
                </a:lnTo>
              </a:path>
            </a:pathLst>
          </a:custGeom>
          <a:solidFill xmlns:a="http://schemas.openxmlformats.org/drawingml/2006/main">
            <a:srgbClr val="FDEAD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54ACD8-DBC6-483D-B156-F9A14E14F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0952" y="4374267"/>
            <a:ext cx="421107" cy="512037"/>
          </a:xfrm>
          <a:custGeom xmlns:a="http://schemas.openxmlformats.org/drawingml/2006/main">
            <a:pathLst>
              <a:path w="421107" h="512037">
                <a:moveTo>
                  <a:pt x="9050" y="255026"/>
                </a:moveTo>
                <a:lnTo>
                  <a:pt x="6318" y="256583"/>
                </a:lnTo>
                <a:lnTo>
                  <a:pt x="3953" y="258689"/>
                </a:lnTo>
                <a:lnTo>
                  <a:pt x="2076" y="261223"/>
                </a:lnTo>
                <a:lnTo>
                  <a:pt x="748" y="264092"/>
                </a:lnTo>
                <a:lnTo>
                  <a:pt x="46" y="267160"/>
                </a:lnTo>
                <a:lnTo>
                  <a:pt x="0" y="270319"/>
                </a:lnTo>
                <a:lnTo>
                  <a:pt x="595" y="273417"/>
                </a:lnTo>
                <a:lnTo>
                  <a:pt x="1816" y="276332"/>
                </a:lnTo>
                <a:lnTo>
                  <a:pt x="3617" y="278927"/>
                </a:lnTo>
                <a:lnTo>
                  <a:pt x="198969" y="506711"/>
                </a:lnTo>
                <a:lnTo>
                  <a:pt x="201366" y="508954"/>
                </a:lnTo>
                <a:lnTo>
                  <a:pt x="204174" y="510648"/>
                </a:lnTo>
                <a:lnTo>
                  <a:pt x="207287" y="511686"/>
                </a:lnTo>
                <a:lnTo>
                  <a:pt x="210553" y="512037"/>
                </a:lnTo>
                <a:lnTo>
                  <a:pt x="213819" y="511686"/>
                </a:lnTo>
                <a:lnTo>
                  <a:pt x="216933" y="510648"/>
                </a:lnTo>
                <a:lnTo>
                  <a:pt x="219741" y="508954"/>
                </a:lnTo>
                <a:lnTo>
                  <a:pt x="222137" y="506711"/>
                </a:lnTo>
                <a:lnTo>
                  <a:pt x="417489" y="278927"/>
                </a:lnTo>
                <a:lnTo>
                  <a:pt x="419290" y="276332"/>
                </a:lnTo>
                <a:lnTo>
                  <a:pt x="420511" y="273417"/>
                </a:lnTo>
                <a:lnTo>
                  <a:pt x="421107" y="270319"/>
                </a:lnTo>
                <a:lnTo>
                  <a:pt x="421061" y="267160"/>
                </a:lnTo>
                <a:lnTo>
                  <a:pt x="420359" y="264092"/>
                </a:lnTo>
                <a:lnTo>
                  <a:pt x="419031" y="261223"/>
                </a:lnTo>
                <a:lnTo>
                  <a:pt x="417154" y="258689"/>
                </a:lnTo>
                <a:lnTo>
                  <a:pt x="414788" y="256583"/>
                </a:lnTo>
                <a:lnTo>
                  <a:pt x="412056" y="255026"/>
                </a:lnTo>
                <a:lnTo>
                  <a:pt x="409050" y="254065"/>
                </a:lnTo>
                <a:lnTo>
                  <a:pt x="405906" y="253729"/>
                </a:lnTo>
                <a:lnTo>
                  <a:pt x="323491" y="253729"/>
                </a:lnTo>
                <a:lnTo>
                  <a:pt x="323491" y="15262"/>
                </a:lnTo>
                <a:lnTo>
                  <a:pt x="323201" y="12286"/>
                </a:lnTo>
                <a:lnTo>
                  <a:pt x="322331" y="9417"/>
                </a:lnTo>
                <a:lnTo>
                  <a:pt x="320912" y="6776"/>
                </a:lnTo>
                <a:lnTo>
                  <a:pt x="319020" y="4472"/>
                </a:lnTo>
                <a:lnTo>
                  <a:pt x="316715" y="2579"/>
                </a:lnTo>
                <a:lnTo>
                  <a:pt x="314075" y="1160"/>
                </a:lnTo>
                <a:lnTo>
                  <a:pt x="311206" y="290"/>
                </a:lnTo>
                <a:lnTo>
                  <a:pt x="308229" y="0"/>
                </a:lnTo>
                <a:lnTo>
                  <a:pt x="112877" y="0"/>
                </a:lnTo>
                <a:lnTo>
                  <a:pt x="109901" y="290"/>
                </a:lnTo>
                <a:lnTo>
                  <a:pt x="107032" y="1160"/>
                </a:lnTo>
                <a:lnTo>
                  <a:pt x="104391" y="2579"/>
                </a:lnTo>
                <a:lnTo>
                  <a:pt x="102087" y="4472"/>
                </a:lnTo>
                <a:lnTo>
                  <a:pt x="100194" y="6776"/>
                </a:lnTo>
                <a:lnTo>
                  <a:pt x="98775" y="9417"/>
                </a:lnTo>
                <a:lnTo>
                  <a:pt x="97905" y="12286"/>
                </a:lnTo>
                <a:lnTo>
                  <a:pt x="97615" y="15262"/>
                </a:lnTo>
                <a:lnTo>
                  <a:pt x="97615" y="253729"/>
                </a:lnTo>
                <a:lnTo>
                  <a:pt x="15201" y="253729"/>
                </a:lnTo>
                <a:lnTo>
                  <a:pt x="12057" y="254065"/>
                </a:lnTo>
                <a:lnTo>
                  <a:pt x="9050" y="255026"/>
                </a:lnTo>
                <a:close/>
                <a:moveTo>
                  <a:pt x="294127" y="274836"/>
                </a:moveTo>
                <a:lnTo>
                  <a:pt x="295547" y="277477"/>
                </a:lnTo>
                <a:lnTo>
                  <a:pt x="297439" y="279781"/>
                </a:lnTo>
                <a:lnTo>
                  <a:pt x="299744" y="281689"/>
                </a:lnTo>
                <a:lnTo>
                  <a:pt x="302384" y="283093"/>
                </a:lnTo>
                <a:lnTo>
                  <a:pt x="305253" y="283963"/>
                </a:lnTo>
                <a:lnTo>
                  <a:pt x="308229" y="284253"/>
                </a:lnTo>
                <a:lnTo>
                  <a:pt x="372712" y="284253"/>
                </a:lnTo>
                <a:lnTo>
                  <a:pt x="210553" y="473333"/>
                </a:lnTo>
                <a:lnTo>
                  <a:pt x="48394" y="284253"/>
                </a:lnTo>
                <a:lnTo>
                  <a:pt x="112877" y="284253"/>
                </a:lnTo>
                <a:lnTo>
                  <a:pt x="115853" y="283963"/>
                </a:lnTo>
                <a:lnTo>
                  <a:pt x="118722" y="283093"/>
                </a:lnTo>
                <a:lnTo>
                  <a:pt x="121363" y="281689"/>
                </a:lnTo>
                <a:lnTo>
                  <a:pt x="123667" y="279781"/>
                </a:lnTo>
                <a:lnTo>
                  <a:pt x="125560" y="277477"/>
                </a:lnTo>
                <a:lnTo>
                  <a:pt x="126979" y="274836"/>
                </a:lnTo>
                <a:lnTo>
                  <a:pt x="127849" y="271967"/>
                </a:lnTo>
                <a:lnTo>
                  <a:pt x="128139" y="268991"/>
                </a:lnTo>
                <a:lnTo>
                  <a:pt x="128139" y="30524"/>
                </a:lnTo>
                <a:lnTo>
                  <a:pt x="292968" y="30524"/>
                </a:lnTo>
                <a:lnTo>
                  <a:pt x="292968" y="268991"/>
                </a:lnTo>
                <a:lnTo>
                  <a:pt x="293258" y="271967"/>
                </a:lnTo>
                <a:lnTo>
                  <a:pt x="294127" y="274836"/>
                </a:lnTo>
                <a:close/>
              </a:path>
            </a:pathLst>
          </a:custGeom>
          <a:solidFill xmlns:a="http://schemas.openxmlformats.org/drawingml/2006/main">
            <a:srgbClr val="40404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0" name="Text Onlyfocusoninitiatingimportanttokens">
            <a:extLst xmlns:a="http://schemas.openxmlformats.org/drawingml/2006/main">
              <a:ext uri="{FF2B5EF4-FFF2-40B4-BE49-F238E27FC236}">
                <a16:creationId xmlns:a16="http://schemas.microsoft.com/office/drawing/2014/main" id="{CBB55D91-408E-408A-A96B-7A124FD4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805" y="6406258"/>
            <a:ext cx="3469246" cy="196020"/>
          </a:xfrm>
          <a:custGeom xmlns:a="http://schemas.openxmlformats.org/drawingml/2006/main">
            <a:pathLst>
              <a:path w="3469246" h="196020">
                <a:moveTo>
                  <a:pt x="61346" y="149519"/>
                </a:moveTo>
                <a:cubicBezTo>
                  <a:pt x="44534" y="149519"/>
                  <a:pt x="30285" y="144475"/>
                  <a:pt x="18600" y="134387"/>
                </a:cubicBezTo>
                <a:cubicBezTo>
                  <a:pt x="6200" y="123642"/>
                  <a:pt x="0" y="109794"/>
                  <a:pt x="0" y="92840"/>
                </a:cubicBezTo>
                <a:cubicBezTo>
                  <a:pt x="0" y="72187"/>
                  <a:pt x="6111" y="53414"/>
                  <a:pt x="18332" y="36522"/>
                </a:cubicBezTo>
                <a:cubicBezTo>
                  <a:pt x="31984" y="17778"/>
                  <a:pt x="49005" y="8406"/>
                  <a:pt x="69394" y="8406"/>
                </a:cubicBezTo>
                <a:cubicBezTo>
                  <a:pt x="89008" y="8406"/>
                  <a:pt x="103584" y="12823"/>
                  <a:pt x="113123" y="21658"/>
                </a:cubicBezTo>
                <a:cubicBezTo>
                  <a:pt x="123079" y="30850"/>
                  <a:pt x="128057" y="45355"/>
                  <a:pt x="128057" y="65174"/>
                </a:cubicBezTo>
                <a:cubicBezTo>
                  <a:pt x="128057" y="85828"/>
                  <a:pt x="122453" y="104451"/>
                  <a:pt x="111245" y="121045"/>
                </a:cubicBezTo>
                <a:cubicBezTo>
                  <a:pt x="98368" y="140028"/>
                  <a:pt x="81735" y="149519"/>
                  <a:pt x="61346" y="149519"/>
                </a:cubicBezTo>
                <a:moveTo>
                  <a:pt x="69394" y="26828"/>
                </a:moveTo>
                <a:cubicBezTo>
                  <a:pt x="54788" y="26828"/>
                  <a:pt x="42417" y="34101"/>
                  <a:pt x="32283" y="48647"/>
                </a:cubicBezTo>
                <a:cubicBezTo>
                  <a:pt x="22923" y="62001"/>
                  <a:pt x="18243" y="76727"/>
                  <a:pt x="18243" y="92823"/>
                </a:cubicBezTo>
                <a:cubicBezTo>
                  <a:pt x="18243" y="104329"/>
                  <a:pt x="22505" y="113689"/>
                  <a:pt x="31031" y="120903"/>
                </a:cubicBezTo>
                <a:cubicBezTo>
                  <a:pt x="39198" y="127699"/>
                  <a:pt x="49303" y="131097"/>
                  <a:pt x="61346" y="131097"/>
                </a:cubicBezTo>
                <a:cubicBezTo>
                  <a:pt x="75833" y="131097"/>
                  <a:pt x="87786" y="123794"/>
                  <a:pt x="97205" y="109188"/>
                </a:cubicBezTo>
                <a:cubicBezTo>
                  <a:pt x="105611" y="96132"/>
                  <a:pt x="109814" y="81466"/>
                  <a:pt x="109814" y="65191"/>
                </a:cubicBezTo>
                <a:cubicBezTo>
                  <a:pt x="109814" y="50943"/>
                  <a:pt x="106625" y="40927"/>
                  <a:pt x="100246" y="35144"/>
                </a:cubicBezTo>
                <a:cubicBezTo>
                  <a:pt x="94165" y="29600"/>
                  <a:pt x="83881" y="26828"/>
                  <a:pt x="69394" y="26828"/>
                </a:cubicBezTo>
                <a:close/>
                <a:moveTo>
                  <a:pt x="217160" y="150413"/>
                </a:moveTo>
                <a:cubicBezTo>
                  <a:pt x="212033" y="150413"/>
                  <a:pt x="209142" y="147606"/>
                  <a:pt x="208486" y="141991"/>
                </a:cubicBezTo>
                <a:lnTo>
                  <a:pt x="205982" y="122364"/>
                </a:lnTo>
                <a:cubicBezTo>
                  <a:pt x="205148" y="115374"/>
                  <a:pt x="204730" y="108832"/>
                  <a:pt x="204730" y="102738"/>
                </a:cubicBezTo>
                <a:cubicBezTo>
                  <a:pt x="204730" y="101065"/>
                  <a:pt x="204835" y="98228"/>
                  <a:pt x="205043" y="94226"/>
                </a:cubicBezTo>
                <a:cubicBezTo>
                  <a:pt x="205252" y="90223"/>
                  <a:pt x="205356" y="87384"/>
                  <a:pt x="205356" y="85711"/>
                </a:cubicBezTo>
                <a:cubicBezTo>
                  <a:pt x="205356" y="72806"/>
                  <a:pt x="202972" y="66354"/>
                  <a:pt x="198202" y="66354"/>
                </a:cubicBezTo>
                <a:cubicBezTo>
                  <a:pt x="191525" y="66354"/>
                  <a:pt x="185146" y="70323"/>
                  <a:pt x="179065" y="78261"/>
                </a:cubicBezTo>
                <a:cubicBezTo>
                  <a:pt x="173580" y="85482"/>
                  <a:pt x="169288" y="94613"/>
                  <a:pt x="166188" y="105653"/>
                </a:cubicBezTo>
                <a:cubicBezTo>
                  <a:pt x="166069" y="107982"/>
                  <a:pt x="165800" y="110907"/>
                  <a:pt x="165383" y="114428"/>
                </a:cubicBezTo>
                <a:cubicBezTo>
                  <a:pt x="165025" y="117413"/>
                  <a:pt x="164847" y="120307"/>
                  <a:pt x="164847" y="123111"/>
                </a:cubicBezTo>
                <a:cubicBezTo>
                  <a:pt x="164847" y="124901"/>
                  <a:pt x="165025" y="127587"/>
                  <a:pt x="165383" y="131167"/>
                </a:cubicBezTo>
                <a:cubicBezTo>
                  <a:pt x="165741" y="134748"/>
                  <a:pt x="165920" y="137434"/>
                  <a:pt x="165920" y="139224"/>
                </a:cubicBezTo>
                <a:cubicBezTo>
                  <a:pt x="165920" y="141910"/>
                  <a:pt x="165100" y="144089"/>
                  <a:pt x="163461" y="145760"/>
                </a:cubicBezTo>
                <a:cubicBezTo>
                  <a:pt x="161821" y="147431"/>
                  <a:pt x="159720" y="148267"/>
                  <a:pt x="157156" y="148267"/>
                </a:cubicBezTo>
                <a:cubicBezTo>
                  <a:pt x="154533" y="148267"/>
                  <a:pt x="152417" y="147431"/>
                  <a:pt x="150807" y="145758"/>
                </a:cubicBezTo>
                <a:cubicBezTo>
                  <a:pt x="149197" y="144086"/>
                  <a:pt x="148392" y="141907"/>
                  <a:pt x="148392" y="139218"/>
                </a:cubicBezTo>
                <a:cubicBezTo>
                  <a:pt x="148392" y="137428"/>
                  <a:pt x="148199" y="134741"/>
                  <a:pt x="147811" y="131159"/>
                </a:cubicBezTo>
                <a:cubicBezTo>
                  <a:pt x="147424" y="127574"/>
                  <a:pt x="147230" y="124886"/>
                  <a:pt x="147230" y="123094"/>
                </a:cubicBezTo>
                <a:cubicBezTo>
                  <a:pt x="147230" y="116942"/>
                  <a:pt x="147662" y="108417"/>
                  <a:pt x="148527" y="97518"/>
                </a:cubicBezTo>
                <a:cubicBezTo>
                  <a:pt x="149391" y="86620"/>
                  <a:pt x="149823" y="78094"/>
                  <a:pt x="149823" y="71943"/>
                </a:cubicBezTo>
                <a:cubicBezTo>
                  <a:pt x="149823" y="70031"/>
                  <a:pt x="149719" y="67195"/>
                  <a:pt x="149510" y="63433"/>
                </a:cubicBezTo>
                <a:cubicBezTo>
                  <a:pt x="149302" y="59670"/>
                  <a:pt x="149197" y="56833"/>
                  <a:pt x="149197" y="54924"/>
                </a:cubicBezTo>
                <a:cubicBezTo>
                  <a:pt x="149197" y="52355"/>
                  <a:pt x="150047" y="50250"/>
                  <a:pt x="151746" y="48608"/>
                </a:cubicBezTo>
                <a:cubicBezTo>
                  <a:pt x="153445" y="46965"/>
                  <a:pt x="155546" y="46143"/>
                  <a:pt x="158050" y="46143"/>
                </a:cubicBezTo>
                <a:cubicBezTo>
                  <a:pt x="163535" y="46143"/>
                  <a:pt x="166546" y="50034"/>
                  <a:pt x="167082" y="57816"/>
                </a:cubicBezTo>
                <a:lnTo>
                  <a:pt x="167351" y="68321"/>
                </a:lnTo>
                <a:cubicBezTo>
                  <a:pt x="177366" y="54967"/>
                  <a:pt x="187650" y="48290"/>
                  <a:pt x="198202" y="48290"/>
                </a:cubicBezTo>
                <a:cubicBezTo>
                  <a:pt x="207741" y="48290"/>
                  <a:pt x="214388" y="52500"/>
                  <a:pt x="218144" y="60921"/>
                </a:cubicBezTo>
                <a:cubicBezTo>
                  <a:pt x="220708" y="66534"/>
                  <a:pt x="222109" y="74836"/>
                  <a:pt x="222347" y="85826"/>
                </a:cubicBezTo>
                <a:lnTo>
                  <a:pt x="222347" y="94872"/>
                </a:lnTo>
                <a:lnTo>
                  <a:pt x="222258" y="103202"/>
                </a:lnTo>
                <a:cubicBezTo>
                  <a:pt x="222258" y="108160"/>
                  <a:pt x="222899" y="114566"/>
                  <a:pt x="224180" y="122420"/>
                </a:cubicBezTo>
                <a:cubicBezTo>
                  <a:pt x="225462" y="130273"/>
                  <a:pt x="226103" y="136647"/>
                  <a:pt x="226103" y="141543"/>
                </a:cubicBezTo>
                <a:cubicBezTo>
                  <a:pt x="226103" y="144172"/>
                  <a:pt x="225253" y="146307"/>
                  <a:pt x="223554" y="147948"/>
                </a:cubicBezTo>
                <a:cubicBezTo>
                  <a:pt x="221855" y="149592"/>
                  <a:pt x="219724" y="150413"/>
                  <a:pt x="217160" y="150413"/>
                </a:cubicBezTo>
                <a:close/>
                <a:moveTo>
                  <a:pt x="267435" y="73686"/>
                </a:moveTo>
                <a:lnTo>
                  <a:pt x="266094" y="118184"/>
                </a:lnTo>
                <a:cubicBezTo>
                  <a:pt x="266094" y="122899"/>
                  <a:pt x="265855" y="129823"/>
                  <a:pt x="265378" y="138956"/>
                </a:cubicBezTo>
                <a:cubicBezTo>
                  <a:pt x="264782" y="144925"/>
                  <a:pt x="261861" y="147909"/>
                  <a:pt x="256615" y="147909"/>
                </a:cubicBezTo>
                <a:cubicBezTo>
                  <a:pt x="250772" y="147909"/>
                  <a:pt x="247851" y="144865"/>
                  <a:pt x="247851" y="138777"/>
                </a:cubicBezTo>
                <a:cubicBezTo>
                  <a:pt x="247851" y="131554"/>
                  <a:pt x="248179" y="120705"/>
                  <a:pt x="248835" y="106232"/>
                </a:cubicBezTo>
                <a:cubicBezTo>
                  <a:pt x="249491" y="91758"/>
                  <a:pt x="249818" y="80909"/>
                  <a:pt x="249818" y="73686"/>
                </a:cubicBezTo>
                <a:cubicBezTo>
                  <a:pt x="249818" y="64256"/>
                  <a:pt x="249968" y="53467"/>
                  <a:pt x="250266" y="41320"/>
                </a:cubicBezTo>
                <a:cubicBezTo>
                  <a:pt x="250564" y="29173"/>
                  <a:pt x="250713" y="18384"/>
                  <a:pt x="250713" y="8954"/>
                </a:cubicBezTo>
                <a:cubicBezTo>
                  <a:pt x="250713" y="2985"/>
                  <a:pt x="253634" y="0"/>
                  <a:pt x="259476" y="0"/>
                </a:cubicBezTo>
                <a:cubicBezTo>
                  <a:pt x="265378" y="0"/>
                  <a:pt x="268330" y="2985"/>
                  <a:pt x="268330" y="8954"/>
                </a:cubicBezTo>
                <a:cubicBezTo>
                  <a:pt x="268330" y="18384"/>
                  <a:pt x="268180" y="29173"/>
                  <a:pt x="267882" y="41320"/>
                </a:cubicBezTo>
                <a:cubicBezTo>
                  <a:pt x="267584" y="53467"/>
                  <a:pt x="267435" y="64256"/>
                  <a:pt x="267435" y="73686"/>
                </a:cubicBezTo>
                <a:close/>
                <a:moveTo>
                  <a:pt x="373064" y="64193"/>
                </a:moveTo>
                <a:lnTo>
                  <a:pt x="342123" y="131092"/>
                </a:lnTo>
                <a:cubicBezTo>
                  <a:pt x="334492" y="147369"/>
                  <a:pt x="328650" y="160992"/>
                  <a:pt x="324596" y="171962"/>
                </a:cubicBezTo>
                <a:lnTo>
                  <a:pt x="318694" y="189313"/>
                </a:lnTo>
                <a:cubicBezTo>
                  <a:pt x="317144" y="193665"/>
                  <a:pt x="314461" y="195841"/>
                  <a:pt x="310645" y="195841"/>
                </a:cubicBezTo>
                <a:cubicBezTo>
                  <a:pt x="308142" y="195841"/>
                  <a:pt x="305980" y="195017"/>
                  <a:pt x="304162" y="193368"/>
                </a:cubicBezTo>
                <a:cubicBezTo>
                  <a:pt x="302344" y="191721"/>
                  <a:pt x="301435" y="189669"/>
                  <a:pt x="301435" y="187212"/>
                </a:cubicBezTo>
                <a:cubicBezTo>
                  <a:pt x="301435" y="181220"/>
                  <a:pt x="307873" y="163981"/>
                  <a:pt x="320750" y="135493"/>
                </a:cubicBezTo>
                <a:lnTo>
                  <a:pt x="288736" y="73795"/>
                </a:lnTo>
                <a:lnTo>
                  <a:pt x="284712" y="67256"/>
                </a:lnTo>
                <a:cubicBezTo>
                  <a:pt x="283102" y="64510"/>
                  <a:pt x="282298" y="62212"/>
                  <a:pt x="282298" y="60362"/>
                </a:cubicBezTo>
                <a:cubicBezTo>
                  <a:pt x="282298" y="57918"/>
                  <a:pt x="283237" y="55772"/>
                  <a:pt x="285115" y="53923"/>
                </a:cubicBezTo>
                <a:cubicBezTo>
                  <a:pt x="286992" y="52075"/>
                  <a:pt x="289094" y="51151"/>
                  <a:pt x="291419" y="51151"/>
                </a:cubicBezTo>
                <a:cubicBezTo>
                  <a:pt x="294161" y="51151"/>
                  <a:pt x="296278" y="52195"/>
                  <a:pt x="297768" y="54281"/>
                </a:cubicBezTo>
                <a:cubicBezTo>
                  <a:pt x="307903" y="68371"/>
                  <a:pt x="318783" y="88431"/>
                  <a:pt x="330408" y="114462"/>
                </a:cubicBezTo>
                <a:lnTo>
                  <a:pt x="343643" y="83515"/>
                </a:lnTo>
                <a:cubicBezTo>
                  <a:pt x="348413" y="72838"/>
                  <a:pt x="353003" y="63660"/>
                  <a:pt x="357415" y="55980"/>
                </a:cubicBezTo>
                <a:cubicBezTo>
                  <a:pt x="359323" y="52642"/>
                  <a:pt x="361826" y="50972"/>
                  <a:pt x="364927" y="50972"/>
                </a:cubicBezTo>
                <a:cubicBezTo>
                  <a:pt x="367371" y="50972"/>
                  <a:pt x="369532" y="51836"/>
                  <a:pt x="371410" y="53563"/>
                </a:cubicBezTo>
                <a:cubicBezTo>
                  <a:pt x="373288" y="55290"/>
                  <a:pt x="374227" y="57345"/>
                  <a:pt x="374227" y="59728"/>
                </a:cubicBezTo>
                <a:cubicBezTo>
                  <a:pt x="374227" y="61037"/>
                  <a:pt x="373839" y="62526"/>
                  <a:pt x="373064" y="64193"/>
                </a:cubicBezTo>
                <a:close/>
                <a:moveTo>
                  <a:pt x="505509" y="18243"/>
                </a:moveTo>
                <a:cubicBezTo>
                  <a:pt x="491082" y="18243"/>
                  <a:pt x="483004" y="28208"/>
                  <a:pt x="481275" y="48139"/>
                </a:cubicBezTo>
                <a:lnTo>
                  <a:pt x="481007" y="53655"/>
                </a:lnTo>
                <a:cubicBezTo>
                  <a:pt x="491141" y="52940"/>
                  <a:pt x="497699" y="52582"/>
                  <a:pt x="500680" y="52582"/>
                </a:cubicBezTo>
                <a:cubicBezTo>
                  <a:pt x="510159" y="52582"/>
                  <a:pt x="514899" y="55577"/>
                  <a:pt x="514899" y="61566"/>
                </a:cubicBezTo>
                <a:cubicBezTo>
                  <a:pt x="514899" y="65941"/>
                  <a:pt x="512574" y="68547"/>
                  <a:pt x="507924" y="69386"/>
                </a:cubicBezTo>
                <a:cubicBezTo>
                  <a:pt x="505897" y="69745"/>
                  <a:pt x="503527" y="69880"/>
                  <a:pt x="500814" y="69791"/>
                </a:cubicBezTo>
                <a:cubicBezTo>
                  <a:pt x="498102" y="69701"/>
                  <a:pt x="491231" y="70106"/>
                  <a:pt x="480202" y="71004"/>
                </a:cubicBezTo>
                <a:lnTo>
                  <a:pt x="479486" y="91412"/>
                </a:lnTo>
                <a:cubicBezTo>
                  <a:pt x="479486" y="95114"/>
                  <a:pt x="479606" y="100665"/>
                  <a:pt x="479844" y="108065"/>
                </a:cubicBezTo>
                <a:cubicBezTo>
                  <a:pt x="480083" y="115465"/>
                  <a:pt x="480202" y="120985"/>
                  <a:pt x="480202" y="124625"/>
                </a:cubicBezTo>
                <a:cubicBezTo>
                  <a:pt x="480202" y="135964"/>
                  <a:pt x="479546" y="144795"/>
                  <a:pt x="478234" y="151120"/>
                </a:cubicBezTo>
                <a:cubicBezTo>
                  <a:pt x="477221" y="155895"/>
                  <a:pt x="474449" y="158283"/>
                  <a:pt x="469918" y="158283"/>
                </a:cubicBezTo>
                <a:cubicBezTo>
                  <a:pt x="467474" y="158283"/>
                  <a:pt x="465387" y="157492"/>
                  <a:pt x="463658" y="155910"/>
                </a:cubicBezTo>
                <a:cubicBezTo>
                  <a:pt x="461929" y="154328"/>
                  <a:pt x="461065" y="152344"/>
                  <a:pt x="461065" y="149958"/>
                </a:cubicBezTo>
                <a:cubicBezTo>
                  <a:pt x="461065" y="149481"/>
                  <a:pt x="461124" y="148884"/>
                  <a:pt x="461244" y="148166"/>
                </a:cubicBezTo>
                <a:cubicBezTo>
                  <a:pt x="462496" y="140409"/>
                  <a:pt x="463122" y="131965"/>
                  <a:pt x="463122" y="122834"/>
                </a:cubicBezTo>
                <a:lnTo>
                  <a:pt x="462853" y="98396"/>
                </a:lnTo>
                <a:lnTo>
                  <a:pt x="462853" y="72434"/>
                </a:lnTo>
                <a:cubicBezTo>
                  <a:pt x="455401" y="73031"/>
                  <a:pt x="450691" y="73329"/>
                  <a:pt x="448724" y="73329"/>
                </a:cubicBezTo>
                <a:cubicBezTo>
                  <a:pt x="442703" y="73329"/>
                  <a:pt x="439692" y="70437"/>
                  <a:pt x="439692" y="64654"/>
                </a:cubicBezTo>
                <a:cubicBezTo>
                  <a:pt x="439692" y="58752"/>
                  <a:pt x="444909" y="55652"/>
                  <a:pt x="455342" y="55354"/>
                </a:cubicBezTo>
                <a:lnTo>
                  <a:pt x="463926" y="55086"/>
                </a:lnTo>
                <a:cubicBezTo>
                  <a:pt x="464105" y="51747"/>
                  <a:pt x="464552" y="47217"/>
                  <a:pt x="465268" y="41493"/>
                </a:cubicBezTo>
                <a:cubicBezTo>
                  <a:pt x="466818" y="28258"/>
                  <a:pt x="470156" y="18511"/>
                  <a:pt x="475283" y="12251"/>
                </a:cubicBezTo>
                <a:cubicBezTo>
                  <a:pt x="481484" y="4680"/>
                  <a:pt x="491171" y="894"/>
                  <a:pt x="504347" y="894"/>
                </a:cubicBezTo>
                <a:cubicBezTo>
                  <a:pt x="512872" y="894"/>
                  <a:pt x="517134" y="3801"/>
                  <a:pt x="517134" y="9613"/>
                </a:cubicBezTo>
                <a:cubicBezTo>
                  <a:pt x="517134" y="15366"/>
                  <a:pt x="513259" y="18243"/>
                  <a:pt x="505509" y="18243"/>
                </a:cubicBezTo>
                <a:close/>
                <a:moveTo>
                  <a:pt x="572048" y="149340"/>
                </a:moveTo>
                <a:cubicBezTo>
                  <a:pt x="562032" y="149340"/>
                  <a:pt x="553417" y="145637"/>
                  <a:pt x="546204" y="138232"/>
                </a:cubicBezTo>
                <a:cubicBezTo>
                  <a:pt x="538156" y="129990"/>
                  <a:pt x="533923" y="118910"/>
                  <a:pt x="533505" y="104994"/>
                </a:cubicBezTo>
                <a:cubicBezTo>
                  <a:pt x="533148" y="91496"/>
                  <a:pt x="536546" y="79611"/>
                  <a:pt x="543700" y="69338"/>
                </a:cubicBezTo>
                <a:cubicBezTo>
                  <a:pt x="552046" y="57214"/>
                  <a:pt x="563672" y="51151"/>
                  <a:pt x="578576" y="51151"/>
                </a:cubicBezTo>
                <a:cubicBezTo>
                  <a:pt x="590499" y="51151"/>
                  <a:pt x="599531" y="56616"/>
                  <a:pt x="605672" y="67547"/>
                </a:cubicBezTo>
                <a:cubicBezTo>
                  <a:pt x="610560" y="76385"/>
                  <a:pt x="612915" y="87015"/>
                  <a:pt x="612736" y="99438"/>
                </a:cubicBezTo>
                <a:cubicBezTo>
                  <a:pt x="612557" y="112697"/>
                  <a:pt x="609100" y="124016"/>
                  <a:pt x="602363" y="133395"/>
                </a:cubicBezTo>
                <a:cubicBezTo>
                  <a:pt x="594732" y="144025"/>
                  <a:pt x="584627" y="149340"/>
                  <a:pt x="572048" y="149340"/>
                </a:cubicBezTo>
                <a:moveTo>
                  <a:pt x="577413" y="69394"/>
                </a:moveTo>
                <a:cubicBezTo>
                  <a:pt x="568650" y="69334"/>
                  <a:pt x="561823" y="73513"/>
                  <a:pt x="556935" y="81930"/>
                </a:cubicBezTo>
                <a:cubicBezTo>
                  <a:pt x="553060" y="88678"/>
                  <a:pt x="551122" y="96380"/>
                  <a:pt x="551122" y="105036"/>
                </a:cubicBezTo>
                <a:cubicBezTo>
                  <a:pt x="551122" y="113693"/>
                  <a:pt x="553477" y="120440"/>
                  <a:pt x="558187" y="125276"/>
                </a:cubicBezTo>
                <a:cubicBezTo>
                  <a:pt x="562122" y="129276"/>
                  <a:pt x="566742" y="131276"/>
                  <a:pt x="572048" y="131276"/>
                </a:cubicBezTo>
                <a:cubicBezTo>
                  <a:pt x="578248" y="131276"/>
                  <a:pt x="583584" y="129007"/>
                  <a:pt x="588055" y="124469"/>
                </a:cubicBezTo>
                <a:cubicBezTo>
                  <a:pt x="593122" y="119455"/>
                  <a:pt x="595805" y="112680"/>
                  <a:pt x="596103" y="104141"/>
                </a:cubicBezTo>
                <a:cubicBezTo>
                  <a:pt x="596938" y="81036"/>
                  <a:pt x="590708" y="69454"/>
                  <a:pt x="577413" y="69394"/>
                </a:cubicBezTo>
                <a:close/>
                <a:moveTo>
                  <a:pt x="675083" y="149698"/>
                </a:moveTo>
                <a:cubicBezTo>
                  <a:pt x="662862" y="149698"/>
                  <a:pt x="652667" y="145995"/>
                  <a:pt x="644500" y="138590"/>
                </a:cubicBezTo>
                <a:cubicBezTo>
                  <a:pt x="635915" y="130826"/>
                  <a:pt x="631623" y="120583"/>
                  <a:pt x="631623" y="107861"/>
                </a:cubicBezTo>
                <a:cubicBezTo>
                  <a:pt x="631623" y="95738"/>
                  <a:pt x="635647" y="83227"/>
                  <a:pt x="643695" y="70327"/>
                </a:cubicBezTo>
                <a:cubicBezTo>
                  <a:pt x="652637" y="55993"/>
                  <a:pt x="662713" y="48826"/>
                  <a:pt x="673921" y="48826"/>
                </a:cubicBezTo>
                <a:cubicBezTo>
                  <a:pt x="679763" y="48826"/>
                  <a:pt x="686291" y="50202"/>
                  <a:pt x="693505" y="52954"/>
                </a:cubicBezTo>
                <a:cubicBezTo>
                  <a:pt x="702626" y="56484"/>
                  <a:pt x="707187" y="60791"/>
                  <a:pt x="707187" y="65876"/>
                </a:cubicBezTo>
                <a:cubicBezTo>
                  <a:pt x="707187" y="68149"/>
                  <a:pt x="706442" y="70168"/>
                  <a:pt x="704951" y="71934"/>
                </a:cubicBezTo>
                <a:cubicBezTo>
                  <a:pt x="703461" y="73699"/>
                  <a:pt x="701613" y="74581"/>
                  <a:pt x="699407" y="74581"/>
                </a:cubicBezTo>
                <a:cubicBezTo>
                  <a:pt x="697678" y="74581"/>
                  <a:pt x="696173" y="74054"/>
                  <a:pt x="694891" y="73002"/>
                </a:cubicBezTo>
                <a:cubicBezTo>
                  <a:pt x="693609" y="71947"/>
                  <a:pt x="692372" y="70908"/>
                  <a:pt x="691180" y="69883"/>
                </a:cubicBezTo>
                <a:cubicBezTo>
                  <a:pt x="687662" y="67053"/>
                  <a:pt x="681909" y="65638"/>
                  <a:pt x="673921" y="65638"/>
                </a:cubicBezTo>
                <a:cubicBezTo>
                  <a:pt x="667840" y="65638"/>
                  <a:pt x="661818" y="71078"/>
                  <a:pt x="655857" y="81958"/>
                </a:cubicBezTo>
                <a:cubicBezTo>
                  <a:pt x="650432" y="91940"/>
                  <a:pt x="647719" y="100577"/>
                  <a:pt x="647719" y="107869"/>
                </a:cubicBezTo>
                <a:cubicBezTo>
                  <a:pt x="647719" y="115759"/>
                  <a:pt x="650402" y="121976"/>
                  <a:pt x="655767" y="126520"/>
                </a:cubicBezTo>
                <a:cubicBezTo>
                  <a:pt x="660775" y="130764"/>
                  <a:pt x="667214" y="132886"/>
                  <a:pt x="675083" y="132886"/>
                </a:cubicBezTo>
                <a:cubicBezTo>
                  <a:pt x="678660" y="132886"/>
                  <a:pt x="682476" y="131932"/>
                  <a:pt x="686530" y="130024"/>
                </a:cubicBezTo>
                <a:lnTo>
                  <a:pt x="696903" y="124480"/>
                </a:lnTo>
                <a:cubicBezTo>
                  <a:pt x="698691" y="123526"/>
                  <a:pt x="699973" y="123049"/>
                  <a:pt x="700748" y="123049"/>
                </a:cubicBezTo>
                <a:cubicBezTo>
                  <a:pt x="702954" y="123049"/>
                  <a:pt x="704862" y="123928"/>
                  <a:pt x="706471" y="125687"/>
                </a:cubicBezTo>
                <a:cubicBezTo>
                  <a:pt x="708081" y="127446"/>
                  <a:pt x="708886" y="129458"/>
                  <a:pt x="708886" y="131723"/>
                </a:cubicBezTo>
                <a:cubicBezTo>
                  <a:pt x="708886" y="136075"/>
                  <a:pt x="704295" y="140278"/>
                  <a:pt x="695114" y="144332"/>
                </a:cubicBezTo>
                <a:cubicBezTo>
                  <a:pt x="687066" y="147909"/>
                  <a:pt x="680389" y="149698"/>
                  <a:pt x="675083" y="149698"/>
                </a:cubicBezTo>
                <a:close/>
                <a:moveTo>
                  <a:pt x="801495" y="91750"/>
                </a:moveTo>
                <a:cubicBezTo>
                  <a:pt x="801495" y="96043"/>
                  <a:pt x="801525" y="102481"/>
                  <a:pt x="801584" y="111066"/>
                </a:cubicBezTo>
                <a:cubicBezTo>
                  <a:pt x="801644" y="119651"/>
                  <a:pt x="801674" y="126090"/>
                  <a:pt x="801674" y="130382"/>
                </a:cubicBezTo>
                <a:cubicBezTo>
                  <a:pt x="801674" y="131694"/>
                  <a:pt x="801778" y="133691"/>
                  <a:pt x="801987" y="136373"/>
                </a:cubicBezTo>
                <a:cubicBezTo>
                  <a:pt x="802195" y="139056"/>
                  <a:pt x="802300" y="141053"/>
                  <a:pt x="802300" y="142365"/>
                </a:cubicBezTo>
                <a:cubicBezTo>
                  <a:pt x="802300" y="144928"/>
                  <a:pt x="801435" y="147030"/>
                  <a:pt x="799706" y="148669"/>
                </a:cubicBezTo>
                <a:cubicBezTo>
                  <a:pt x="797977" y="150309"/>
                  <a:pt x="795861" y="151129"/>
                  <a:pt x="793357" y="151129"/>
                </a:cubicBezTo>
                <a:cubicBezTo>
                  <a:pt x="788767" y="151129"/>
                  <a:pt x="785845" y="148297"/>
                  <a:pt x="784593" y="142633"/>
                </a:cubicBezTo>
                <a:cubicBezTo>
                  <a:pt x="777141" y="146508"/>
                  <a:pt x="768557" y="148446"/>
                  <a:pt x="758839" y="148446"/>
                </a:cubicBezTo>
                <a:cubicBezTo>
                  <a:pt x="751029" y="148446"/>
                  <a:pt x="744561" y="146717"/>
                  <a:pt x="739434" y="143259"/>
                </a:cubicBezTo>
                <a:cubicBezTo>
                  <a:pt x="733770" y="139444"/>
                  <a:pt x="730402" y="133870"/>
                  <a:pt x="729329" y="126537"/>
                </a:cubicBezTo>
                <a:cubicBezTo>
                  <a:pt x="727004" y="110738"/>
                  <a:pt x="725841" y="96669"/>
                  <a:pt x="725841" y="84328"/>
                </a:cubicBezTo>
                <a:cubicBezTo>
                  <a:pt x="725841" y="76160"/>
                  <a:pt x="726735" y="66860"/>
                  <a:pt x="728524" y="56427"/>
                </a:cubicBezTo>
                <a:cubicBezTo>
                  <a:pt x="729358" y="51241"/>
                  <a:pt x="732190" y="48647"/>
                  <a:pt x="737019" y="48647"/>
                </a:cubicBezTo>
                <a:cubicBezTo>
                  <a:pt x="739583" y="48647"/>
                  <a:pt x="741729" y="49466"/>
                  <a:pt x="743458" y="51104"/>
                </a:cubicBezTo>
                <a:cubicBezTo>
                  <a:pt x="745187" y="52741"/>
                  <a:pt x="746051" y="54841"/>
                  <a:pt x="746051" y="57403"/>
                </a:cubicBezTo>
                <a:cubicBezTo>
                  <a:pt x="746051" y="60141"/>
                  <a:pt x="745619" y="64518"/>
                  <a:pt x="744755" y="70534"/>
                </a:cubicBezTo>
                <a:cubicBezTo>
                  <a:pt x="743890" y="76548"/>
                  <a:pt x="743458" y="81133"/>
                  <a:pt x="743458" y="84289"/>
                </a:cubicBezTo>
                <a:cubicBezTo>
                  <a:pt x="743458" y="94234"/>
                  <a:pt x="743786" y="102750"/>
                  <a:pt x="744442" y="109837"/>
                </a:cubicBezTo>
                <a:cubicBezTo>
                  <a:pt x="745097" y="116923"/>
                  <a:pt x="746081" y="122610"/>
                  <a:pt x="747393" y="126897"/>
                </a:cubicBezTo>
                <a:cubicBezTo>
                  <a:pt x="749360" y="127970"/>
                  <a:pt x="751297" y="128790"/>
                  <a:pt x="753205" y="129356"/>
                </a:cubicBezTo>
                <a:cubicBezTo>
                  <a:pt x="755113" y="129921"/>
                  <a:pt x="756991" y="130203"/>
                  <a:pt x="758839" y="130203"/>
                </a:cubicBezTo>
                <a:cubicBezTo>
                  <a:pt x="766828" y="130203"/>
                  <a:pt x="775263" y="128923"/>
                  <a:pt x="784146" y="126363"/>
                </a:cubicBezTo>
                <a:lnTo>
                  <a:pt x="784057" y="108230"/>
                </a:lnTo>
                <a:lnTo>
                  <a:pt x="783878" y="90901"/>
                </a:lnTo>
                <a:cubicBezTo>
                  <a:pt x="783878" y="78037"/>
                  <a:pt x="784444" y="66871"/>
                  <a:pt x="785577" y="57403"/>
                </a:cubicBezTo>
                <a:cubicBezTo>
                  <a:pt x="786233" y="51923"/>
                  <a:pt x="789124" y="49184"/>
                  <a:pt x="794251" y="49184"/>
                </a:cubicBezTo>
                <a:cubicBezTo>
                  <a:pt x="796815" y="49184"/>
                  <a:pt x="798961" y="50019"/>
                  <a:pt x="800690" y="51688"/>
                </a:cubicBezTo>
                <a:cubicBezTo>
                  <a:pt x="802419" y="53357"/>
                  <a:pt x="803224" y="55444"/>
                  <a:pt x="803105" y="57948"/>
                </a:cubicBezTo>
                <a:lnTo>
                  <a:pt x="801495" y="91750"/>
                </a:lnTo>
                <a:close/>
                <a:moveTo>
                  <a:pt x="884273" y="75117"/>
                </a:moveTo>
                <a:cubicBezTo>
                  <a:pt x="880994" y="75117"/>
                  <a:pt x="878698" y="74022"/>
                  <a:pt x="877387" y="71831"/>
                </a:cubicBezTo>
                <a:cubicBezTo>
                  <a:pt x="876493" y="70292"/>
                  <a:pt x="875718" y="67095"/>
                  <a:pt x="875062" y="62240"/>
                </a:cubicBezTo>
                <a:cubicBezTo>
                  <a:pt x="870591" y="63371"/>
                  <a:pt x="863705" y="65455"/>
                  <a:pt x="854405" y="68491"/>
                </a:cubicBezTo>
                <a:cubicBezTo>
                  <a:pt x="844806" y="72303"/>
                  <a:pt x="839977" y="77007"/>
                  <a:pt x="839918" y="82604"/>
                </a:cubicBezTo>
                <a:cubicBezTo>
                  <a:pt x="841706" y="83260"/>
                  <a:pt x="843465" y="83736"/>
                  <a:pt x="845194" y="84035"/>
                </a:cubicBezTo>
                <a:cubicBezTo>
                  <a:pt x="858906" y="86475"/>
                  <a:pt x="869100" y="89840"/>
                  <a:pt x="875777" y="94128"/>
                </a:cubicBezTo>
                <a:cubicBezTo>
                  <a:pt x="885495" y="100383"/>
                  <a:pt x="890354" y="109436"/>
                  <a:pt x="890354" y="121289"/>
                </a:cubicBezTo>
                <a:cubicBezTo>
                  <a:pt x="890354" y="130997"/>
                  <a:pt x="886151" y="138322"/>
                  <a:pt x="877745" y="143265"/>
                </a:cubicBezTo>
                <a:cubicBezTo>
                  <a:pt x="870769" y="147315"/>
                  <a:pt x="861946" y="149340"/>
                  <a:pt x="851275" y="149340"/>
                </a:cubicBezTo>
                <a:cubicBezTo>
                  <a:pt x="843465" y="149340"/>
                  <a:pt x="836013" y="148029"/>
                  <a:pt x="828918" y="145405"/>
                </a:cubicBezTo>
                <a:cubicBezTo>
                  <a:pt x="819737" y="142067"/>
                  <a:pt x="815147" y="137417"/>
                  <a:pt x="815147" y="131455"/>
                </a:cubicBezTo>
                <a:cubicBezTo>
                  <a:pt x="815147" y="129070"/>
                  <a:pt x="816086" y="126984"/>
                  <a:pt x="817964" y="125195"/>
                </a:cubicBezTo>
                <a:cubicBezTo>
                  <a:pt x="819842" y="123407"/>
                  <a:pt x="821973" y="122513"/>
                  <a:pt x="824358" y="122513"/>
                </a:cubicBezTo>
                <a:cubicBezTo>
                  <a:pt x="826206" y="122513"/>
                  <a:pt x="828591" y="123943"/>
                  <a:pt x="831512" y="126805"/>
                </a:cubicBezTo>
                <a:cubicBezTo>
                  <a:pt x="832943" y="128176"/>
                  <a:pt x="836162" y="129309"/>
                  <a:pt x="841170" y="130203"/>
                </a:cubicBezTo>
                <a:cubicBezTo>
                  <a:pt x="845164" y="130919"/>
                  <a:pt x="848532" y="131276"/>
                  <a:pt x="851275" y="131276"/>
                </a:cubicBezTo>
                <a:cubicBezTo>
                  <a:pt x="856283" y="131276"/>
                  <a:pt x="860694" y="130681"/>
                  <a:pt x="864510" y="129491"/>
                </a:cubicBezTo>
                <a:cubicBezTo>
                  <a:pt x="870054" y="127764"/>
                  <a:pt x="872826" y="125025"/>
                  <a:pt x="872826" y="121275"/>
                </a:cubicBezTo>
                <a:cubicBezTo>
                  <a:pt x="872826" y="113176"/>
                  <a:pt x="867163" y="107698"/>
                  <a:pt x="855835" y="104840"/>
                </a:cubicBezTo>
                <a:lnTo>
                  <a:pt x="846535" y="102783"/>
                </a:lnTo>
                <a:cubicBezTo>
                  <a:pt x="838606" y="101052"/>
                  <a:pt x="832972" y="99024"/>
                  <a:pt x="829634" y="96697"/>
                </a:cubicBezTo>
                <a:cubicBezTo>
                  <a:pt x="824805" y="93356"/>
                  <a:pt x="822390" y="88317"/>
                  <a:pt x="822390" y="81578"/>
                </a:cubicBezTo>
                <a:cubicBezTo>
                  <a:pt x="822390" y="69111"/>
                  <a:pt x="828263" y="60222"/>
                  <a:pt x="840007" y="54913"/>
                </a:cubicBezTo>
                <a:cubicBezTo>
                  <a:pt x="843584" y="53303"/>
                  <a:pt x="849307" y="51380"/>
                  <a:pt x="857177" y="49145"/>
                </a:cubicBezTo>
                <a:cubicBezTo>
                  <a:pt x="865046" y="46907"/>
                  <a:pt x="870680" y="45013"/>
                  <a:pt x="874078" y="43461"/>
                </a:cubicBezTo>
                <a:cubicBezTo>
                  <a:pt x="876522" y="42388"/>
                  <a:pt x="879175" y="41851"/>
                  <a:pt x="882037" y="41851"/>
                </a:cubicBezTo>
                <a:cubicBezTo>
                  <a:pt x="884601" y="41851"/>
                  <a:pt x="886702" y="42686"/>
                  <a:pt x="888341" y="44355"/>
                </a:cubicBezTo>
                <a:cubicBezTo>
                  <a:pt x="889981" y="46024"/>
                  <a:pt x="890801" y="48200"/>
                  <a:pt x="890801" y="50883"/>
                </a:cubicBezTo>
                <a:cubicBezTo>
                  <a:pt x="890801" y="52612"/>
                  <a:pt x="891173" y="55146"/>
                  <a:pt x="891919" y="58484"/>
                </a:cubicBezTo>
                <a:cubicBezTo>
                  <a:pt x="892664" y="61823"/>
                  <a:pt x="893036" y="64356"/>
                  <a:pt x="893036" y="66085"/>
                </a:cubicBezTo>
                <a:cubicBezTo>
                  <a:pt x="893036" y="68768"/>
                  <a:pt x="892217" y="70944"/>
                  <a:pt x="890577" y="72613"/>
                </a:cubicBezTo>
                <a:cubicBezTo>
                  <a:pt x="888938" y="74283"/>
                  <a:pt x="886836" y="75117"/>
                  <a:pt x="884273" y="75117"/>
                </a:cubicBezTo>
                <a:close/>
                <a:moveTo>
                  <a:pt x="1001670" y="149340"/>
                </a:moveTo>
                <a:cubicBezTo>
                  <a:pt x="991655" y="149340"/>
                  <a:pt x="983040" y="145637"/>
                  <a:pt x="975826" y="138232"/>
                </a:cubicBezTo>
                <a:cubicBezTo>
                  <a:pt x="967778" y="129990"/>
                  <a:pt x="963545" y="118910"/>
                  <a:pt x="963128" y="104994"/>
                </a:cubicBezTo>
                <a:cubicBezTo>
                  <a:pt x="962770" y="91496"/>
                  <a:pt x="966168" y="79611"/>
                  <a:pt x="973323" y="69338"/>
                </a:cubicBezTo>
                <a:cubicBezTo>
                  <a:pt x="981669" y="57214"/>
                  <a:pt x="993294" y="51151"/>
                  <a:pt x="1008198" y="51151"/>
                </a:cubicBezTo>
                <a:cubicBezTo>
                  <a:pt x="1020122" y="51151"/>
                  <a:pt x="1029154" y="56616"/>
                  <a:pt x="1035294" y="67547"/>
                </a:cubicBezTo>
                <a:cubicBezTo>
                  <a:pt x="1040183" y="76385"/>
                  <a:pt x="1042538" y="87015"/>
                  <a:pt x="1042359" y="99438"/>
                </a:cubicBezTo>
                <a:cubicBezTo>
                  <a:pt x="1042180" y="112697"/>
                  <a:pt x="1038722" y="124016"/>
                  <a:pt x="1031985" y="133395"/>
                </a:cubicBezTo>
                <a:cubicBezTo>
                  <a:pt x="1024355" y="144025"/>
                  <a:pt x="1014249" y="149340"/>
                  <a:pt x="1001670" y="149340"/>
                </a:cubicBezTo>
                <a:moveTo>
                  <a:pt x="1007036" y="69394"/>
                </a:moveTo>
                <a:cubicBezTo>
                  <a:pt x="998272" y="69334"/>
                  <a:pt x="991446" y="73513"/>
                  <a:pt x="986557" y="81930"/>
                </a:cubicBezTo>
                <a:cubicBezTo>
                  <a:pt x="982682" y="88678"/>
                  <a:pt x="980745" y="96380"/>
                  <a:pt x="980745" y="105036"/>
                </a:cubicBezTo>
                <a:cubicBezTo>
                  <a:pt x="980745" y="113693"/>
                  <a:pt x="983100" y="120440"/>
                  <a:pt x="987809" y="125276"/>
                </a:cubicBezTo>
                <a:cubicBezTo>
                  <a:pt x="991744" y="129276"/>
                  <a:pt x="996364" y="131276"/>
                  <a:pt x="1001670" y="131276"/>
                </a:cubicBezTo>
                <a:cubicBezTo>
                  <a:pt x="1007870" y="131276"/>
                  <a:pt x="1013206" y="129007"/>
                  <a:pt x="1017677" y="124469"/>
                </a:cubicBezTo>
                <a:cubicBezTo>
                  <a:pt x="1022745" y="119455"/>
                  <a:pt x="1025428" y="112680"/>
                  <a:pt x="1025726" y="104141"/>
                </a:cubicBezTo>
                <a:cubicBezTo>
                  <a:pt x="1026560" y="81036"/>
                  <a:pt x="1020330" y="69454"/>
                  <a:pt x="1007036" y="69394"/>
                </a:cubicBezTo>
                <a:close/>
                <a:moveTo>
                  <a:pt x="1132875" y="150413"/>
                </a:moveTo>
                <a:cubicBezTo>
                  <a:pt x="1127748" y="150413"/>
                  <a:pt x="1124857" y="147606"/>
                  <a:pt x="1124201" y="141991"/>
                </a:cubicBezTo>
                <a:lnTo>
                  <a:pt x="1121697" y="122364"/>
                </a:lnTo>
                <a:cubicBezTo>
                  <a:pt x="1120863" y="115374"/>
                  <a:pt x="1120445" y="108832"/>
                  <a:pt x="1120445" y="102738"/>
                </a:cubicBezTo>
                <a:cubicBezTo>
                  <a:pt x="1120445" y="101065"/>
                  <a:pt x="1120550" y="98228"/>
                  <a:pt x="1120758" y="94226"/>
                </a:cubicBezTo>
                <a:cubicBezTo>
                  <a:pt x="1120967" y="90223"/>
                  <a:pt x="1121071" y="87384"/>
                  <a:pt x="1121071" y="85711"/>
                </a:cubicBezTo>
                <a:cubicBezTo>
                  <a:pt x="1121071" y="72806"/>
                  <a:pt x="1118686" y="66354"/>
                  <a:pt x="1113917" y="66354"/>
                </a:cubicBezTo>
                <a:cubicBezTo>
                  <a:pt x="1107240" y="66354"/>
                  <a:pt x="1100861" y="70323"/>
                  <a:pt x="1094780" y="78261"/>
                </a:cubicBezTo>
                <a:cubicBezTo>
                  <a:pt x="1089295" y="85482"/>
                  <a:pt x="1085003" y="94613"/>
                  <a:pt x="1081903" y="105653"/>
                </a:cubicBezTo>
                <a:cubicBezTo>
                  <a:pt x="1081784" y="107982"/>
                  <a:pt x="1081515" y="110907"/>
                  <a:pt x="1081098" y="114428"/>
                </a:cubicBezTo>
                <a:cubicBezTo>
                  <a:pt x="1080740" y="117413"/>
                  <a:pt x="1080562" y="120307"/>
                  <a:pt x="1080562" y="123111"/>
                </a:cubicBezTo>
                <a:cubicBezTo>
                  <a:pt x="1080562" y="124901"/>
                  <a:pt x="1080740" y="127587"/>
                  <a:pt x="1081098" y="131167"/>
                </a:cubicBezTo>
                <a:cubicBezTo>
                  <a:pt x="1081456" y="134748"/>
                  <a:pt x="1081635" y="137434"/>
                  <a:pt x="1081635" y="139224"/>
                </a:cubicBezTo>
                <a:cubicBezTo>
                  <a:pt x="1081635" y="141910"/>
                  <a:pt x="1080815" y="144089"/>
                  <a:pt x="1079175" y="145760"/>
                </a:cubicBezTo>
                <a:cubicBezTo>
                  <a:pt x="1077536" y="147431"/>
                  <a:pt x="1075434" y="148267"/>
                  <a:pt x="1072871" y="148267"/>
                </a:cubicBezTo>
                <a:cubicBezTo>
                  <a:pt x="1070248" y="148267"/>
                  <a:pt x="1068131" y="147431"/>
                  <a:pt x="1066522" y="145758"/>
                </a:cubicBezTo>
                <a:cubicBezTo>
                  <a:pt x="1064912" y="144086"/>
                  <a:pt x="1064107" y="141907"/>
                  <a:pt x="1064107" y="139218"/>
                </a:cubicBezTo>
                <a:cubicBezTo>
                  <a:pt x="1064107" y="137428"/>
                  <a:pt x="1063914" y="134741"/>
                  <a:pt x="1063526" y="131159"/>
                </a:cubicBezTo>
                <a:cubicBezTo>
                  <a:pt x="1063139" y="127574"/>
                  <a:pt x="1062945" y="124886"/>
                  <a:pt x="1062945" y="123094"/>
                </a:cubicBezTo>
                <a:cubicBezTo>
                  <a:pt x="1062945" y="116942"/>
                  <a:pt x="1063377" y="108417"/>
                  <a:pt x="1064241" y="97518"/>
                </a:cubicBezTo>
                <a:cubicBezTo>
                  <a:pt x="1065106" y="86620"/>
                  <a:pt x="1065538" y="78094"/>
                  <a:pt x="1065538" y="71943"/>
                </a:cubicBezTo>
                <a:cubicBezTo>
                  <a:pt x="1065538" y="70031"/>
                  <a:pt x="1065434" y="67195"/>
                  <a:pt x="1065225" y="63433"/>
                </a:cubicBezTo>
                <a:cubicBezTo>
                  <a:pt x="1065016" y="59670"/>
                  <a:pt x="1064912" y="56833"/>
                  <a:pt x="1064912" y="54924"/>
                </a:cubicBezTo>
                <a:cubicBezTo>
                  <a:pt x="1064912" y="52355"/>
                  <a:pt x="1065762" y="50250"/>
                  <a:pt x="1067461" y="48608"/>
                </a:cubicBezTo>
                <a:cubicBezTo>
                  <a:pt x="1069160" y="46965"/>
                  <a:pt x="1071261" y="46143"/>
                  <a:pt x="1073765" y="46143"/>
                </a:cubicBezTo>
                <a:cubicBezTo>
                  <a:pt x="1079250" y="46143"/>
                  <a:pt x="1082261" y="50034"/>
                  <a:pt x="1082797" y="57816"/>
                </a:cubicBezTo>
                <a:lnTo>
                  <a:pt x="1083065" y="68321"/>
                </a:lnTo>
                <a:cubicBezTo>
                  <a:pt x="1093081" y="54967"/>
                  <a:pt x="1103365" y="48290"/>
                  <a:pt x="1113917" y="48290"/>
                </a:cubicBezTo>
                <a:cubicBezTo>
                  <a:pt x="1123456" y="48290"/>
                  <a:pt x="1130103" y="52500"/>
                  <a:pt x="1133859" y="60921"/>
                </a:cubicBezTo>
                <a:cubicBezTo>
                  <a:pt x="1136423" y="66534"/>
                  <a:pt x="1137823" y="74836"/>
                  <a:pt x="1138062" y="85826"/>
                </a:cubicBezTo>
                <a:lnTo>
                  <a:pt x="1138062" y="94872"/>
                </a:lnTo>
                <a:lnTo>
                  <a:pt x="1137973" y="103202"/>
                </a:lnTo>
                <a:cubicBezTo>
                  <a:pt x="1137973" y="108160"/>
                  <a:pt x="1138613" y="114566"/>
                  <a:pt x="1139895" y="122420"/>
                </a:cubicBezTo>
                <a:cubicBezTo>
                  <a:pt x="1141177" y="130273"/>
                  <a:pt x="1141818" y="136647"/>
                  <a:pt x="1141818" y="141543"/>
                </a:cubicBezTo>
                <a:cubicBezTo>
                  <a:pt x="1141818" y="144172"/>
                  <a:pt x="1140968" y="146307"/>
                  <a:pt x="1139269" y="147948"/>
                </a:cubicBezTo>
                <a:cubicBezTo>
                  <a:pt x="1137570" y="149592"/>
                  <a:pt x="1135439" y="150413"/>
                  <a:pt x="1132875" y="150413"/>
                </a:cubicBezTo>
                <a:close/>
                <a:moveTo>
                  <a:pt x="1232460" y="30762"/>
                </a:moveTo>
                <a:cubicBezTo>
                  <a:pt x="1229598" y="30762"/>
                  <a:pt x="1227124" y="29749"/>
                  <a:pt x="1225037" y="27722"/>
                </a:cubicBezTo>
                <a:cubicBezTo>
                  <a:pt x="1222951" y="25695"/>
                  <a:pt x="1221907" y="23251"/>
                  <a:pt x="1221907" y="20389"/>
                </a:cubicBezTo>
                <a:cubicBezTo>
                  <a:pt x="1221907" y="17527"/>
                  <a:pt x="1222951" y="15083"/>
                  <a:pt x="1225037" y="13056"/>
                </a:cubicBezTo>
                <a:cubicBezTo>
                  <a:pt x="1227124" y="11029"/>
                  <a:pt x="1229598" y="10016"/>
                  <a:pt x="1232460" y="10016"/>
                </a:cubicBezTo>
                <a:cubicBezTo>
                  <a:pt x="1235321" y="10016"/>
                  <a:pt x="1237780" y="11029"/>
                  <a:pt x="1239837" y="13056"/>
                </a:cubicBezTo>
                <a:cubicBezTo>
                  <a:pt x="1241894" y="15083"/>
                  <a:pt x="1242922" y="17527"/>
                  <a:pt x="1242922" y="20389"/>
                </a:cubicBezTo>
                <a:cubicBezTo>
                  <a:pt x="1242922" y="23251"/>
                  <a:pt x="1241894" y="25695"/>
                  <a:pt x="1239837" y="27722"/>
                </a:cubicBezTo>
                <a:cubicBezTo>
                  <a:pt x="1237780" y="29749"/>
                  <a:pt x="1235321" y="30762"/>
                  <a:pt x="1232460" y="30762"/>
                </a:cubicBezTo>
                <a:moveTo>
                  <a:pt x="1236484" y="103426"/>
                </a:moveTo>
                <a:cubicBezTo>
                  <a:pt x="1236484" y="107007"/>
                  <a:pt x="1236588" y="112363"/>
                  <a:pt x="1236797" y="119494"/>
                </a:cubicBezTo>
                <a:cubicBezTo>
                  <a:pt x="1237005" y="126624"/>
                  <a:pt x="1237110" y="131980"/>
                  <a:pt x="1237110" y="135560"/>
                </a:cubicBezTo>
                <a:cubicBezTo>
                  <a:pt x="1237110" y="138185"/>
                  <a:pt x="1236305" y="140333"/>
                  <a:pt x="1234695" y="142004"/>
                </a:cubicBezTo>
                <a:cubicBezTo>
                  <a:pt x="1233086" y="143676"/>
                  <a:pt x="1230969" y="144511"/>
                  <a:pt x="1228346" y="144511"/>
                </a:cubicBezTo>
                <a:cubicBezTo>
                  <a:pt x="1225782" y="144511"/>
                  <a:pt x="1223681" y="143676"/>
                  <a:pt x="1222041" y="142004"/>
                </a:cubicBezTo>
                <a:cubicBezTo>
                  <a:pt x="1220402" y="140333"/>
                  <a:pt x="1219582" y="138185"/>
                  <a:pt x="1219582" y="135560"/>
                </a:cubicBezTo>
                <a:cubicBezTo>
                  <a:pt x="1219582" y="131980"/>
                  <a:pt x="1219478" y="126624"/>
                  <a:pt x="1219269" y="119494"/>
                </a:cubicBezTo>
                <a:cubicBezTo>
                  <a:pt x="1219061" y="112363"/>
                  <a:pt x="1218956" y="107007"/>
                  <a:pt x="1218956" y="103426"/>
                </a:cubicBezTo>
                <a:cubicBezTo>
                  <a:pt x="1218956" y="97816"/>
                  <a:pt x="1219254" y="90820"/>
                  <a:pt x="1219851" y="82436"/>
                </a:cubicBezTo>
                <a:cubicBezTo>
                  <a:pt x="1220447" y="74051"/>
                  <a:pt x="1220745" y="67053"/>
                  <a:pt x="1220745" y="61444"/>
                </a:cubicBezTo>
                <a:cubicBezTo>
                  <a:pt x="1220745" y="58759"/>
                  <a:pt x="1221565" y="56581"/>
                  <a:pt x="1223204" y="54910"/>
                </a:cubicBezTo>
                <a:cubicBezTo>
                  <a:pt x="1224843" y="53239"/>
                  <a:pt x="1226945" y="52403"/>
                  <a:pt x="1229508" y="52403"/>
                </a:cubicBezTo>
                <a:cubicBezTo>
                  <a:pt x="1232072" y="52403"/>
                  <a:pt x="1234174" y="53239"/>
                  <a:pt x="1235813" y="54910"/>
                </a:cubicBezTo>
                <a:cubicBezTo>
                  <a:pt x="1237452" y="56581"/>
                  <a:pt x="1238272" y="58759"/>
                  <a:pt x="1238272" y="61444"/>
                </a:cubicBezTo>
                <a:cubicBezTo>
                  <a:pt x="1238272" y="67053"/>
                  <a:pt x="1237974" y="74051"/>
                  <a:pt x="1237378" y="82436"/>
                </a:cubicBezTo>
                <a:cubicBezTo>
                  <a:pt x="1236782" y="90820"/>
                  <a:pt x="1236484" y="97816"/>
                  <a:pt x="1236484" y="103426"/>
                </a:cubicBezTo>
                <a:close/>
                <a:moveTo>
                  <a:pt x="1335096" y="150413"/>
                </a:moveTo>
                <a:cubicBezTo>
                  <a:pt x="1329969" y="150413"/>
                  <a:pt x="1327077" y="147606"/>
                  <a:pt x="1326421" y="141991"/>
                </a:cubicBezTo>
                <a:lnTo>
                  <a:pt x="1323918" y="122364"/>
                </a:lnTo>
                <a:cubicBezTo>
                  <a:pt x="1323083" y="115374"/>
                  <a:pt x="1322666" y="108832"/>
                  <a:pt x="1322666" y="102738"/>
                </a:cubicBezTo>
                <a:cubicBezTo>
                  <a:pt x="1322666" y="101065"/>
                  <a:pt x="1322770" y="98228"/>
                  <a:pt x="1322979" y="94226"/>
                </a:cubicBezTo>
                <a:cubicBezTo>
                  <a:pt x="1323187" y="90223"/>
                  <a:pt x="1323292" y="87384"/>
                  <a:pt x="1323292" y="85711"/>
                </a:cubicBezTo>
                <a:cubicBezTo>
                  <a:pt x="1323292" y="72806"/>
                  <a:pt x="1320907" y="66354"/>
                  <a:pt x="1316138" y="66354"/>
                </a:cubicBezTo>
                <a:cubicBezTo>
                  <a:pt x="1309460" y="66354"/>
                  <a:pt x="1303081" y="70323"/>
                  <a:pt x="1297001" y="78261"/>
                </a:cubicBezTo>
                <a:cubicBezTo>
                  <a:pt x="1291516" y="85482"/>
                  <a:pt x="1287223" y="94613"/>
                  <a:pt x="1284123" y="105653"/>
                </a:cubicBezTo>
                <a:cubicBezTo>
                  <a:pt x="1284004" y="107982"/>
                  <a:pt x="1283736" y="110907"/>
                  <a:pt x="1283319" y="114428"/>
                </a:cubicBezTo>
                <a:cubicBezTo>
                  <a:pt x="1282961" y="117413"/>
                  <a:pt x="1282782" y="120307"/>
                  <a:pt x="1282782" y="123111"/>
                </a:cubicBezTo>
                <a:cubicBezTo>
                  <a:pt x="1282782" y="124901"/>
                  <a:pt x="1282961" y="127587"/>
                  <a:pt x="1283319" y="131167"/>
                </a:cubicBezTo>
                <a:cubicBezTo>
                  <a:pt x="1283676" y="134748"/>
                  <a:pt x="1283855" y="137434"/>
                  <a:pt x="1283855" y="139224"/>
                </a:cubicBezTo>
                <a:cubicBezTo>
                  <a:pt x="1283855" y="141910"/>
                  <a:pt x="1283035" y="144089"/>
                  <a:pt x="1281396" y="145760"/>
                </a:cubicBezTo>
                <a:cubicBezTo>
                  <a:pt x="1279756" y="147431"/>
                  <a:pt x="1277655" y="148267"/>
                  <a:pt x="1275091" y="148267"/>
                </a:cubicBezTo>
                <a:cubicBezTo>
                  <a:pt x="1272468" y="148267"/>
                  <a:pt x="1270352" y="147431"/>
                  <a:pt x="1268742" y="145758"/>
                </a:cubicBezTo>
                <a:cubicBezTo>
                  <a:pt x="1267133" y="144086"/>
                  <a:pt x="1266328" y="141907"/>
                  <a:pt x="1266328" y="139218"/>
                </a:cubicBezTo>
                <a:cubicBezTo>
                  <a:pt x="1266328" y="137428"/>
                  <a:pt x="1266134" y="134741"/>
                  <a:pt x="1265746" y="131159"/>
                </a:cubicBezTo>
                <a:cubicBezTo>
                  <a:pt x="1265359" y="127574"/>
                  <a:pt x="1265165" y="124886"/>
                  <a:pt x="1265165" y="123094"/>
                </a:cubicBezTo>
                <a:cubicBezTo>
                  <a:pt x="1265165" y="116942"/>
                  <a:pt x="1265597" y="108417"/>
                  <a:pt x="1266462" y="97518"/>
                </a:cubicBezTo>
                <a:cubicBezTo>
                  <a:pt x="1267326" y="86620"/>
                  <a:pt x="1267759" y="78094"/>
                  <a:pt x="1267759" y="71943"/>
                </a:cubicBezTo>
                <a:cubicBezTo>
                  <a:pt x="1267759" y="70031"/>
                  <a:pt x="1267654" y="67195"/>
                  <a:pt x="1267446" y="63433"/>
                </a:cubicBezTo>
                <a:cubicBezTo>
                  <a:pt x="1267237" y="59670"/>
                  <a:pt x="1267133" y="56833"/>
                  <a:pt x="1267133" y="54924"/>
                </a:cubicBezTo>
                <a:cubicBezTo>
                  <a:pt x="1267133" y="52355"/>
                  <a:pt x="1267982" y="50250"/>
                  <a:pt x="1269681" y="48608"/>
                </a:cubicBezTo>
                <a:cubicBezTo>
                  <a:pt x="1271380" y="46965"/>
                  <a:pt x="1273482" y="46143"/>
                  <a:pt x="1275986" y="46143"/>
                </a:cubicBezTo>
                <a:cubicBezTo>
                  <a:pt x="1281470" y="46143"/>
                  <a:pt x="1284481" y="50034"/>
                  <a:pt x="1285018" y="57816"/>
                </a:cubicBezTo>
                <a:lnTo>
                  <a:pt x="1285286" y="68321"/>
                </a:lnTo>
                <a:cubicBezTo>
                  <a:pt x="1295301" y="54967"/>
                  <a:pt x="1305585" y="48290"/>
                  <a:pt x="1316138" y="48290"/>
                </a:cubicBezTo>
                <a:cubicBezTo>
                  <a:pt x="1325676" y="48290"/>
                  <a:pt x="1332324" y="52500"/>
                  <a:pt x="1336079" y="60921"/>
                </a:cubicBezTo>
                <a:cubicBezTo>
                  <a:pt x="1338643" y="66534"/>
                  <a:pt x="1340044" y="74836"/>
                  <a:pt x="1340282" y="85826"/>
                </a:cubicBezTo>
                <a:lnTo>
                  <a:pt x="1340282" y="94872"/>
                </a:lnTo>
                <a:lnTo>
                  <a:pt x="1340193" y="103202"/>
                </a:lnTo>
                <a:cubicBezTo>
                  <a:pt x="1340193" y="108160"/>
                  <a:pt x="1340834" y="114566"/>
                  <a:pt x="1342116" y="122420"/>
                </a:cubicBezTo>
                <a:cubicBezTo>
                  <a:pt x="1343397" y="130273"/>
                  <a:pt x="1344038" y="136647"/>
                  <a:pt x="1344038" y="141543"/>
                </a:cubicBezTo>
                <a:cubicBezTo>
                  <a:pt x="1344038" y="144172"/>
                  <a:pt x="1343189" y="146307"/>
                  <a:pt x="1341490" y="147948"/>
                </a:cubicBezTo>
                <a:cubicBezTo>
                  <a:pt x="1339791" y="149592"/>
                  <a:pt x="1337659" y="150413"/>
                  <a:pt x="1335096" y="150413"/>
                </a:cubicBezTo>
                <a:close/>
                <a:moveTo>
                  <a:pt x="1379737" y="30762"/>
                </a:moveTo>
                <a:cubicBezTo>
                  <a:pt x="1376875" y="30762"/>
                  <a:pt x="1374401" y="29749"/>
                  <a:pt x="1372315" y="27722"/>
                </a:cubicBezTo>
                <a:cubicBezTo>
                  <a:pt x="1370228" y="25695"/>
                  <a:pt x="1369185" y="23251"/>
                  <a:pt x="1369185" y="20389"/>
                </a:cubicBezTo>
                <a:cubicBezTo>
                  <a:pt x="1369185" y="17527"/>
                  <a:pt x="1370228" y="15083"/>
                  <a:pt x="1372315" y="13056"/>
                </a:cubicBezTo>
                <a:cubicBezTo>
                  <a:pt x="1374401" y="11029"/>
                  <a:pt x="1376875" y="10016"/>
                  <a:pt x="1379737" y="10016"/>
                </a:cubicBezTo>
                <a:cubicBezTo>
                  <a:pt x="1382599" y="10016"/>
                  <a:pt x="1385058" y="11029"/>
                  <a:pt x="1387115" y="13056"/>
                </a:cubicBezTo>
                <a:cubicBezTo>
                  <a:pt x="1389171" y="15083"/>
                  <a:pt x="1390200" y="17527"/>
                  <a:pt x="1390200" y="20389"/>
                </a:cubicBezTo>
                <a:cubicBezTo>
                  <a:pt x="1390200" y="23251"/>
                  <a:pt x="1389171" y="25695"/>
                  <a:pt x="1387115" y="27722"/>
                </a:cubicBezTo>
                <a:cubicBezTo>
                  <a:pt x="1385058" y="29749"/>
                  <a:pt x="1382599" y="30762"/>
                  <a:pt x="1379737" y="30762"/>
                </a:cubicBezTo>
                <a:moveTo>
                  <a:pt x="1383761" y="103426"/>
                </a:moveTo>
                <a:cubicBezTo>
                  <a:pt x="1383761" y="107007"/>
                  <a:pt x="1383865" y="112363"/>
                  <a:pt x="1384074" y="119494"/>
                </a:cubicBezTo>
                <a:cubicBezTo>
                  <a:pt x="1384283" y="126624"/>
                  <a:pt x="1384387" y="131980"/>
                  <a:pt x="1384387" y="135560"/>
                </a:cubicBezTo>
                <a:cubicBezTo>
                  <a:pt x="1384387" y="138185"/>
                  <a:pt x="1383582" y="140333"/>
                  <a:pt x="1381973" y="142004"/>
                </a:cubicBezTo>
                <a:cubicBezTo>
                  <a:pt x="1380363" y="143676"/>
                  <a:pt x="1378247" y="144511"/>
                  <a:pt x="1375623" y="144511"/>
                </a:cubicBezTo>
                <a:cubicBezTo>
                  <a:pt x="1373060" y="144511"/>
                  <a:pt x="1370958" y="143676"/>
                  <a:pt x="1369319" y="142004"/>
                </a:cubicBezTo>
                <a:cubicBezTo>
                  <a:pt x="1367680" y="140333"/>
                  <a:pt x="1366860" y="138185"/>
                  <a:pt x="1366860" y="135560"/>
                </a:cubicBezTo>
                <a:cubicBezTo>
                  <a:pt x="1366860" y="131980"/>
                  <a:pt x="1366755" y="126624"/>
                  <a:pt x="1366547" y="119494"/>
                </a:cubicBezTo>
                <a:cubicBezTo>
                  <a:pt x="1366338" y="112363"/>
                  <a:pt x="1366234" y="107007"/>
                  <a:pt x="1366234" y="103426"/>
                </a:cubicBezTo>
                <a:cubicBezTo>
                  <a:pt x="1366234" y="97816"/>
                  <a:pt x="1366532" y="90820"/>
                  <a:pt x="1367128" y="82436"/>
                </a:cubicBezTo>
                <a:cubicBezTo>
                  <a:pt x="1367724" y="74051"/>
                  <a:pt x="1368022" y="67053"/>
                  <a:pt x="1368022" y="61444"/>
                </a:cubicBezTo>
                <a:cubicBezTo>
                  <a:pt x="1368022" y="58759"/>
                  <a:pt x="1368842" y="56581"/>
                  <a:pt x="1370482" y="54910"/>
                </a:cubicBezTo>
                <a:cubicBezTo>
                  <a:pt x="1372121" y="53239"/>
                  <a:pt x="1374222" y="52403"/>
                  <a:pt x="1376786" y="52403"/>
                </a:cubicBezTo>
                <a:cubicBezTo>
                  <a:pt x="1379350" y="52403"/>
                  <a:pt x="1381451" y="53239"/>
                  <a:pt x="1383090" y="54910"/>
                </a:cubicBezTo>
                <a:cubicBezTo>
                  <a:pt x="1384730" y="56581"/>
                  <a:pt x="1385550" y="58759"/>
                  <a:pt x="1385550" y="61444"/>
                </a:cubicBezTo>
                <a:cubicBezTo>
                  <a:pt x="1385550" y="67053"/>
                  <a:pt x="1385252" y="74051"/>
                  <a:pt x="1384655" y="82436"/>
                </a:cubicBezTo>
                <a:cubicBezTo>
                  <a:pt x="1384059" y="90820"/>
                  <a:pt x="1383761" y="97816"/>
                  <a:pt x="1383761" y="103426"/>
                </a:cubicBezTo>
                <a:close/>
                <a:moveTo>
                  <a:pt x="1473610" y="67863"/>
                </a:moveTo>
                <a:cubicBezTo>
                  <a:pt x="1472358" y="67863"/>
                  <a:pt x="1470882" y="67803"/>
                  <a:pt x="1469183" y="67684"/>
                </a:cubicBezTo>
                <a:cubicBezTo>
                  <a:pt x="1467484" y="67563"/>
                  <a:pt x="1466008" y="67502"/>
                  <a:pt x="1464756" y="67502"/>
                </a:cubicBezTo>
                <a:cubicBezTo>
                  <a:pt x="1463385" y="67502"/>
                  <a:pt x="1459331" y="67954"/>
                  <a:pt x="1452595" y="68857"/>
                </a:cubicBezTo>
                <a:lnTo>
                  <a:pt x="1454294" y="121649"/>
                </a:lnTo>
                <a:lnTo>
                  <a:pt x="1454383" y="125581"/>
                </a:lnTo>
                <a:lnTo>
                  <a:pt x="1454473" y="130136"/>
                </a:lnTo>
                <a:cubicBezTo>
                  <a:pt x="1454711" y="143177"/>
                  <a:pt x="1451581" y="149698"/>
                  <a:pt x="1445083" y="149698"/>
                </a:cubicBezTo>
                <a:cubicBezTo>
                  <a:pt x="1442698" y="149698"/>
                  <a:pt x="1440627" y="148924"/>
                  <a:pt x="1438868" y="147376"/>
                </a:cubicBezTo>
                <a:cubicBezTo>
                  <a:pt x="1437109" y="145827"/>
                  <a:pt x="1436230" y="143892"/>
                  <a:pt x="1436230" y="141569"/>
                </a:cubicBezTo>
                <a:cubicBezTo>
                  <a:pt x="1436230" y="139307"/>
                  <a:pt x="1436319" y="135913"/>
                  <a:pt x="1436498" y="131388"/>
                </a:cubicBezTo>
                <a:cubicBezTo>
                  <a:pt x="1436677" y="126861"/>
                  <a:pt x="1436766" y="123466"/>
                  <a:pt x="1436766" y="121202"/>
                </a:cubicBezTo>
                <a:lnTo>
                  <a:pt x="1434978" y="69036"/>
                </a:lnTo>
                <a:cubicBezTo>
                  <a:pt x="1430626" y="68857"/>
                  <a:pt x="1424008" y="68348"/>
                  <a:pt x="1415125" y="67508"/>
                </a:cubicBezTo>
                <a:cubicBezTo>
                  <a:pt x="1409820" y="66789"/>
                  <a:pt x="1407167" y="63824"/>
                  <a:pt x="1407167" y="58613"/>
                </a:cubicBezTo>
                <a:cubicBezTo>
                  <a:pt x="1407167" y="55976"/>
                  <a:pt x="1407971" y="53791"/>
                  <a:pt x="1409581" y="52057"/>
                </a:cubicBezTo>
                <a:cubicBezTo>
                  <a:pt x="1411191" y="50320"/>
                  <a:pt x="1413248" y="49452"/>
                  <a:pt x="1415751" y="49452"/>
                </a:cubicBezTo>
                <a:lnTo>
                  <a:pt x="1434531" y="50972"/>
                </a:lnTo>
                <a:cubicBezTo>
                  <a:pt x="1434531" y="47923"/>
                  <a:pt x="1434397" y="43843"/>
                  <a:pt x="1434128" y="38732"/>
                </a:cubicBezTo>
                <a:cubicBezTo>
                  <a:pt x="1433860" y="33620"/>
                  <a:pt x="1433726" y="29929"/>
                  <a:pt x="1433726" y="27658"/>
                </a:cubicBezTo>
                <a:cubicBezTo>
                  <a:pt x="1433726" y="25146"/>
                  <a:pt x="1434590" y="23069"/>
                  <a:pt x="1436319" y="21426"/>
                </a:cubicBezTo>
                <a:cubicBezTo>
                  <a:pt x="1438048" y="19781"/>
                  <a:pt x="1440165" y="18958"/>
                  <a:pt x="1442668" y="18958"/>
                </a:cubicBezTo>
                <a:cubicBezTo>
                  <a:pt x="1448034" y="18958"/>
                  <a:pt x="1451164" y="23340"/>
                  <a:pt x="1452058" y="32104"/>
                </a:cubicBezTo>
                <a:cubicBezTo>
                  <a:pt x="1452237" y="34309"/>
                  <a:pt x="1452326" y="36962"/>
                  <a:pt x="1452326" y="40063"/>
                </a:cubicBezTo>
                <a:lnTo>
                  <a:pt x="1452148" y="45249"/>
                </a:lnTo>
                <a:lnTo>
                  <a:pt x="1452058" y="50794"/>
                </a:lnTo>
                <a:cubicBezTo>
                  <a:pt x="1459451" y="49840"/>
                  <a:pt x="1463683" y="49363"/>
                  <a:pt x="1464756" y="49363"/>
                </a:cubicBezTo>
                <a:cubicBezTo>
                  <a:pt x="1470957" y="49363"/>
                  <a:pt x="1475011" y="49661"/>
                  <a:pt x="1476918" y="50257"/>
                </a:cubicBezTo>
                <a:cubicBezTo>
                  <a:pt x="1480555" y="51457"/>
                  <a:pt x="1482373" y="54285"/>
                  <a:pt x="1482373" y="58741"/>
                </a:cubicBezTo>
                <a:cubicBezTo>
                  <a:pt x="1482373" y="61390"/>
                  <a:pt x="1481554" y="63573"/>
                  <a:pt x="1479914" y="65289"/>
                </a:cubicBezTo>
                <a:cubicBezTo>
                  <a:pt x="1478275" y="67005"/>
                  <a:pt x="1476173" y="67863"/>
                  <a:pt x="1473610" y="67863"/>
                </a:cubicBezTo>
                <a:close/>
                <a:moveTo>
                  <a:pt x="1517094" y="30762"/>
                </a:moveTo>
                <a:cubicBezTo>
                  <a:pt x="1514233" y="30762"/>
                  <a:pt x="1511758" y="29749"/>
                  <a:pt x="1509672" y="27722"/>
                </a:cubicBezTo>
                <a:cubicBezTo>
                  <a:pt x="1507585" y="25695"/>
                  <a:pt x="1506542" y="23251"/>
                  <a:pt x="1506542" y="20389"/>
                </a:cubicBezTo>
                <a:cubicBezTo>
                  <a:pt x="1506542" y="17527"/>
                  <a:pt x="1507585" y="15083"/>
                  <a:pt x="1509672" y="13056"/>
                </a:cubicBezTo>
                <a:cubicBezTo>
                  <a:pt x="1511758" y="11029"/>
                  <a:pt x="1514233" y="10016"/>
                  <a:pt x="1517094" y="10016"/>
                </a:cubicBezTo>
                <a:cubicBezTo>
                  <a:pt x="1519956" y="10016"/>
                  <a:pt x="1522415" y="11029"/>
                  <a:pt x="1524472" y="13056"/>
                </a:cubicBezTo>
                <a:cubicBezTo>
                  <a:pt x="1526529" y="15083"/>
                  <a:pt x="1527557" y="17527"/>
                  <a:pt x="1527557" y="20389"/>
                </a:cubicBezTo>
                <a:cubicBezTo>
                  <a:pt x="1527557" y="23251"/>
                  <a:pt x="1526529" y="25695"/>
                  <a:pt x="1524472" y="27722"/>
                </a:cubicBezTo>
                <a:cubicBezTo>
                  <a:pt x="1522415" y="29749"/>
                  <a:pt x="1519956" y="30762"/>
                  <a:pt x="1517094" y="30762"/>
                </a:cubicBezTo>
                <a:moveTo>
                  <a:pt x="1521118" y="103426"/>
                </a:moveTo>
                <a:cubicBezTo>
                  <a:pt x="1521118" y="107007"/>
                  <a:pt x="1521223" y="112363"/>
                  <a:pt x="1521431" y="119494"/>
                </a:cubicBezTo>
                <a:cubicBezTo>
                  <a:pt x="1521640" y="126624"/>
                  <a:pt x="1521744" y="131980"/>
                  <a:pt x="1521744" y="135560"/>
                </a:cubicBezTo>
                <a:cubicBezTo>
                  <a:pt x="1521744" y="138185"/>
                  <a:pt x="1520939" y="140333"/>
                  <a:pt x="1519330" y="142004"/>
                </a:cubicBezTo>
                <a:cubicBezTo>
                  <a:pt x="1517720" y="143676"/>
                  <a:pt x="1515604" y="144511"/>
                  <a:pt x="1512981" y="144511"/>
                </a:cubicBezTo>
                <a:cubicBezTo>
                  <a:pt x="1510417" y="144511"/>
                  <a:pt x="1508316" y="143676"/>
                  <a:pt x="1506676" y="142004"/>
                </a:cubicBezTo>
                <a:cubicBezTo>
                  <a:pt x="1505037" y="140333"/>
                  <a:pt x="1504217" y="138185"/>
                  <a:pt x="1504217" y="135560"/>
                </a:cubicBezTo>
                <a:cubicBezTo>
                  <a:pt x="1504217" y="131980"/>
                  <a:pt x="1504113" y="126624"/>
                  <a:pt x="1503904" y="119494"/>
                </a:cubicBezTo>
                <a:cubicBezTo>
                  <a:pt x="1503695" y="112363"/>
                  <a:pt x="1503591" y="107007"/>
                  <a:pt x="1503591" y="103426"/>
                </a:cubicBezTo>
                <a:cubicBezTo>
                  <a:pt x="1503591" y="97816"/>
                  <a:pt x="1503889" y="90820"/>
                  <a:pt x="1504485" y="82436"/>
                </a:cubicBezTo>
                <a:cubicBezTo>
                  <a:pt x="1505081" y="74051"/>
                  <a:pt x="1505379" y="67053"/>
                  <a:pt x="1505379" y="61444"/>
                </a:cubicBezTo>
                <a:cubicBezTo>
                  <a:pt x="1505379" y="58759"/>
                  <a:pt x="1506199" y="56581"/>
                  <a:pt x="1507839" y="54910"/>
                </a:cubicBezTo>
                <a:cubicBezTo>
                  <a:pt x="1509478" y="53239"/>
                  <a:pt x="1511580" y="52403"/>
                  <a:pt x="1514143" y="52403"/>
                </a:cubicBezTo>
                <a:cubicBezTo>
                  <a:pt x="1516707" y="52403"/>
                  <a:pt x="1518808" y="53239"/>
                  <a:pt x="1520448" y="54910"/>
                </a:cubicBezTo>
                <a:cubicBezTo>
                  <a:pt x="1522087" y="56581"/>
                  <a:pt x="1522907" y="58759"/>
                  <a:pt x="1522907" y="61444"/>
                </a:cubicBezTo>
                <a:cubicBezTo>
                  <a:pt x="1522907" y="67053"/>
                  <a:pt x="1522609" y="74051"/>
                  <a:pt x="1522013" y="82436"/>
                </a:cubicBezTo>
                <a:cubicBezTo>
                  <a:pt x="1521416" y="90820"/>
                  <a:pt x="1521118" y="97816"/>
                  <a:pt x="1521118" y="103426"/>
                </a:cubicBezTo>
                <a:close/>
                <a:moveTo>
                  <a:pt x="1620982" y="149877"/>
                </a:moveTo>
                <a:cubicBezTo>
                  <a:pt x="1619850" y="149877"/>
                  <a:pt x="1617793" y="148554"/>
                  <a:pt x="1614812" y="145908"/>
                </a:cubicBezTo>
                <a:cubicBezTo>
                  <a:pt x="1612129" y="143444"/>
                  <a:pt x="1610132" y="141249"/>
                  <a:pt x="1608821" y="139325"/>
                </a:cubicBezTo>
                <a:cubicBezTo>
                  <a:pt x="1603097" y="142454"/>
                  <a:pt x="1598060" y="144817"/>
                  <a:pt x="1593708" y="146411"/>
                </a:cubicBezTo>
                <a:cubicBezTo>
                  <a:pt x="1589356" y="148006"/>
                  <a:pt x="1585719" y="148804"/>
                  <a:pt x="1582798" y="148804"/>
                </a:cubicBezTo>
                <a:cubicBezTo>
                  <a:pt x="1568847" y="148804"/>
                  <a:pt x="1558683" y="144869"/>
                  <a:pt x="1552304" y="136999"/>
                </a:cubicBezTo>
                <a:cubicBezTo>
                  <a:pt x="1546282" y="129607"/>
                  <a:pt x="1543272" y="118280"/>
                  <a:pt x="1543272" y="103018"/>
                </a:cubicBezTo>
                <a:cubicBezTo>
                  <a:pt x="1543272" y="88591"/>
                  <a:pt x="1548235" y="76250"/>
                  <a:pt x="1558161" y="65996"/>
                </a:cubicBezTo>
                <a:cubicBezTo>
                  <a:pt x="1568087" y="55742"/>
                  <a:pt x="1579936" y="50615"/>
                  <a:pt x="1593708" y="50615"/>
                </a:cubicBezTo>
                <a:cubicBezTo>
                  <a:pt x="1598894" y="50615"/>
                  <a:pt x="1604707" y="51956"/>
                  <a:pt x="1611146" y="54639"/>
                </a:cubicBezTo>
                <a:cubicBezTo>
                  <a:pt x="1619253" y="57977"/>
                  <a:pt x="1623307" y="62001"/>
                  <a:pt x="1623307" y="66711"/>
                </a:cubicBezTo>
                <a:cubicBezTo>
                  <a:pt x="1623307" y="68321"/>
                  <a:pt x="1622711" y="69752"/>
                  <a:pt x="1621519" y="71004"/>
                </a:cubicBezTo>
                <a:cubicBezTo>
                  <a:pt x="1620923" y="73269"/>
                  <a:pt x="1620461" y="76995"/>
                  <a:pt x="1620133" y="82182"/>
                </a:cubicBezTo>
                <a:cubicBezTo>
                  <a:pt x="1619805" y="87368"/>
                  <a:pt x="1619611" y="94016"/>
                  <a:pt x="1619552" y="102124"/>
                </a:cubicBezTo>
                <a:cubicBezTo>
                  <a:pt x="1619492" y="109516"/>
                  <a:pt x="1619999" y="115359"/>
                  <a:pt x="1621072" y="119651"/>
                </a:cubicBezTo>
                <a:cubicBezTo>
                  <a:pt x="1621668" y="122274"/>
                  <a:pt x="1623546" y="127520"/>
                  <a:pt x="1626706" y="135390"/>
                </a:cubicBezTo>
                <a:cubicBezTo>
                  <a:pt x="1627123" y="136463"/>
                  <a:pt x="1627808" y="138043"/>
                  <a:pt x="1628762" y="140129"/>
                </a:cubicBezTo>
                <a:lnTo>
                  <a:pt x="1629299" y="141650"/>
                </a:lnTo>
                <a:cubicBezTo>
                  <a:pt x="1629299" y="144034"/>
                  <a:pt x="1628464" y="146002"/>
                  <a:pt x="1626795" y="147552"/>
                </a:cubicBezTo>
                <a:cubicBezTo>
                  <a:pt x="1625126" y="149102"/>
                  <a:pt x="1623188" y="149877"/>
                  <a:pt x="1620982" y="149877"/>
                </a:cubicBezTo>
                <a:moveTo>
                  <a:pt x="1602382" y="87760"/>
                </a:moveTo>
                <a:cubicBezTo>
                  <a:pt x="1602382" y="85202"/>
                  <a:pt x="1602546" y="82422"/>
                  <a:pt x="1602874" y="79421"/>
                </a:cubicBezTo>
                <a:cubicBezTo>
                  <a:pt x="1603202" y="76418"/>
                  <a:pt x="1603693" y="73222"/>
                  <a:pt x="1604349" y="69833"/>
                </a:cubicBezTo>
                <a:cubicBezTo>
                  <a:pt x="1602143" y="68702"/>
                  <a:pt x="1600251" y="67869"/>
                  <a:pt x="1598671" y="67334"/>
                </a:cubicBezTo>
                <a:cubicBezTo>
                  <a:pt x="1597091" y="66800"/>
                  <a:pt x="1595824" y="66532"/>
                  <a:pt x="1594870" y="66532"/>
                </a:cubicBezTo>
                <a:cubicBezTo>
                  <a:pt x="1585630" y="66532"/>
                  <a:pt x="1577656" y="70293"/>
                  <a:pt x="1570949" y="77814"/>
                </a:cubicBezTo>
                <a:cubicBezTo>
                  <a:pt x="1564242" y="85335"/>
                  <a:pt x="1560889" y="94001"/>
                  <a:pt x="1560889" y="103812"/>
                </a:cubicBezTo>
                <a:cubicBezTo>
                  <a:pt x="1560889" y="113563"/>
                  <a:pt x="1562617" y="120876"/>
                  <a:pt x="1566075" y="125751"/>
                </a:cubicBezTo>
                <a:cubicBezTo>
                  <a:pt x="1569533" y="130627"/>
                  <a:pt x="1574720" y="133065"/>
                  <a:pt x="1581635" y="133065"/>
                </a:cubicBezTo>
                <a:cubicBezTo>
                  <a:pt x="1587358" y="133065"/>
                  <a:pt x="1592217" y="132024"/>
                  <a:pt x="1596212" y="129943"/>
                </a:cubicBezTo>
                <a:cubicBezTo>
                  <a:pt x="1598358" y="128814"/>
                  <a:pt x="1601368" y="126555"/>
                  <a:pt x="1605244" y="123166"/>
                </a:cubicBezTo>
                <a:cubicBezTo>
                  <a:pt x="1603336" y="107409"/>
                  <a:pt x="1602382" y="95607"/>
                  <a:pt x="1602382" y="87760"/>
                </a:cubicBezTo>
                <a:close/>
                <a:moveTo>
                  <a:pt x="1704827" y="67863"/>
                </a:moveTo>
                <a:cubicBezTo>
                  <a:pt x="1703575" y="67863"/>
                  <a:pt x="1702100" y="67803"/>
                  <a:pt x="1700401" y="67684"/>
                </a:cubicBezTo>
                <a:cubicBezTo>
                  <a:pt x="1698702" y="67563"/>
                  <a:pt x="1697226" y="67502"/>
                  <a:pt x="1695974" y="67502"/>
                </a:cubicBezTo>
                <a:cubicBezTo>
                  <a:pt x="1694603" y="67502"/>
                  <a:pt x="1690549" y="67954"/>
                  <a:pt x="1683812" y="68857"/>
                </a:cubicBezTo>
                <a:lnTo>
                  <a:pt x="1685511" y="121649"/>
                </a:lnTo>
                <a:lnTo>
                  <a:pt x="1685601" y="125581"/>
                </a:lnTo>
                <a:lnTo>
                  <a:pt x="1685690" y="130136"/>
                </a:lnTo>
                <a:cubicBezTo>
                  <a:pt x="1685929" y="143177"/>
                  <a:pt x="1682799" y="149698"/>
                  <a:pt x="1676301" y="149698"/>
                </a:cubicBezTo>
                <a:cubicBezTo>
                  <a:pt x="1673916" y="149698"/>
                  <a:pt x="1671844" y="148924"/>
                  <a:pt x="1670086" y="147376"/>
                </a:cubicBezTo>
                <a:cubicBezTo>
                  <a:pt x="1668327" y="145827"/>
                  <a:pt x="1667448" y="143892"/>
                  <a:pt x="1667448" y="141569"/>
                </a:cubicBezTo>
                <a:cubicBezTo>
                  <a:pt x="1667448" y="139307"/>
                  <a:pt x="1667537" y="135913"/>
                  <a:pt x="1667716" y="131388"/>
                </a:cubicBezTo>
                <a:cubicBezTo>
                  <a:pt x="1667895" y="126861"/>
                  <a:pt x="1667984" y="123466"/>
                  <a:pt x="1667984" y="121202"/>
                </a:cubicBezTo>
                <a:lnTo>
                  <a:pt x="1666196" y="69036"/>
                </a:lnTo>
                <a:cubicBezTo>
                  <a:pt x="1661844" y="68857"/>
                  <a:pt x="1655226" y="68348"/>
                  <a:pt x="1646343" y="67508"/>
                </a:cubicBezTo>
                <a:cubicBezTo>
                  <a:pt x="1641037" y="66789"/>
                  <a:pt x="1638384" y="63824"/>
                  <a:pt x="1638384" y="58613"/>
                </a:cubicBezTo>
                <a:cubicBezTo>
                  <a:pt x="1638384" y="55976"/>
                  <a:pt x="1639189" y="53791"/>
                  <a:pt x="1640799" y="52057"/>
                </a:cubicBezTo>
                <a:cubicBezTo>
                  <a:pt x="1642409" y="50320"/>
                  <a:pt x="1644465" y="49452"/>
                  <a:pt x="1646969" y="49452"/>
                </a:cubicBezTo>
                <a:lnTo>
                  <a:pt x="1665749" y="50972"/>
                </a:lnTo>
                <a:cubicBezTo>
                  <a:pt x="1665749" y="47923"/>
                  <a:pt x="1665614" y="43843"/>
                  <a:pt x="1665346" y="38732"/>
                </a:cubicBezTo>
                <a:cubicBezTo>
                  <a:pt x="1665078" y="33620"/>
                  <a:pt x="1664944" y="29929"/>
                  <a:pt x="1664944" y="27658"/>
                </a:cubicBezTo>
                <a:cubicBezTo>
                  <a:pt x="1664944" y="25146"/>
                  <a:pt x="1665808" y="23069"/>
                  <a:pt x="1667537" y="21426"/>
                </a:cubicBezTo>
                <a:cubicBezTo>
                  <a:pt x="1669266" y="19781"/>
                  <a:pt x="1671382" y="18958"/>
                  <a:pt x="1673886" y="18958"/>
                </a:cubicBezTo>
                <a:cubicBezTo>
                  <a:pt x="1679252" y="18958"/>
                  <a:pt x="1682382" y="23340"/>
                  <a:pt x="1683276" y="32104"/>
                </a:cubicBezTo>
                <a:cubicBezTo>
                  <a:pt x="1683455" y="34309"/>
                  <a:pt x="1683544" y="36962"/>
                  <a:pt x="1683544" y="40063"/>
                </a:cubicBezTo>
                <a:lnTo>
                  <a:pt x="1683365" y="45249"/>
                </a:lnTo>
                <a:lnTo>
                  <a:pt x="1683276" y="50794"/>
                </a:lnTo>
                <a:cubicBezTo>
                  <a:pt x="1690668" y="49840"/>
                  <a:pt x="1694901" y="49363"/>
                  <a:pt x="1695974" y="49363"/>
                </a:cubicBezTo>
                <a:cubicBezTo>
                  <a:pt x="1702174" y="49363"/>
                  <a:pt x="1706228" y="49661"/>
                  <a:pt x="1708136" y="50257"/>
                </a:cubicBezTo>
                <a:cubicBezTo>
                  <a:pt x="1711773" y="51457"/>
                  <a:pt x="1713591" y="54285"/>
                  <a:pt x="1713591" y="58741"/>
                </a:cubicBezTo>
                <a:cubicBezTo>
                  <a:pt x="1713591" y="61390"/>
                  <a:pt x="1712771" y="63573"/>
                  <a:pt x="1711132" y="65289"/>
                </a:cubicBezTo>
                <a:cubicBezTo>
                  <a:pt x="1709492" y="67005"/>
                  <a:pt x="1707391" y="67863"/>
                  <a:pt x="1704827" y="67863"/>
                </a:cubicBezTo>
                <a:close/>
                <a:moveTo>
                  <a:pt x="1748312" y="30762"/>
                </a:moveTo>
                <a:cubicBezTo>
                  <a:pt x="1745450" y="30762"/>
                  <a:pt x="1742976" y="29749"/>
                  <a:pt x="1740890" y="27722"/>
                </a:cubicBezTo>
                <a:cubicBezTo>
                  <a:pt x="1738803" y="25695"/>
                  <a:pt x="1737760" y="23251"/>
                  <a:pt x="1737760" y="20389"/>
                </a:cubicBezTo>
                <a:cubicBezTo>
                  <a:pt x="1737760" y="17527"/>
                  <a:pt x="1738803" y="15083"/>
                  <a:pt x="1740890" y="13056"/>
                </a:cubicBezTo>
                <a:cubicBezTo>
                  <a:pt x="1742976" y="11029"/>
                  <a:pt x="1745450" y="10016"/>
                  <a:pt x="1748312" y="10016"/>
                </a:cubicBezTo>
                <a:cubicBezTo>
                  <a:pt x="1751174" y="10016"/>
                  <a:pt x="1753633" y="11029"/>
                  <a:pt x="1755690" y="13056"/>
                </a:cubicBezTo>
                <a:cubicBezTo>
                  <a:pt x="1757746" y="15083"/>
                  <a:pt x="1758775" y="17527"/>
                  <a:pt x="1758775" y="20389"/>
                </a:cubicBezTo>
                <a:cubicBezTo>
                  <a:pt x="1758775" y="23251"/>
                  <a:pt x="1757746" y="25695"/>
                  <a:pt x="1755690" y="27722"/>
                </a:cubicBezTo>
                <a:cubicBezTo>
                  <a:pt x="1753633" y="29749"/>
                  <a:pt x="1751174" y="30762"/>
                  <a:pt x="1748312" y="30762"/>
                </a:cubicBezTo>
                <a:moveTo>
                  <a:pt x="1752336" y="103426"/>
                </a:moveTo>
                <a:cubicBezTo>
                  <a:pt x="1752336" y="107007"/>
                  <a:pt x="1752440" y="112363"/>
                  <a:pt x="1752649" y="119494"/>
                </a:cubicBezTo>
                <a:cubicBezTo>
                  <a:pt x="1752858" y="126624"/>
                  <a:pt x="1752962" y="131980"/>
                  <a:pt x="1752962" y="135560"/>
                </a:cubicBezTo>
                <a:cubicBezTo>
                  <a:pt x="1752962" y="138185"/>
                  <a:pt x="1752157" y="140333"/>
                  <a:pt x="1750548" y="142004"/>
                </a:cubicBezTo>
                <a:cubicBezTo>
                  <a:pt x="1748938" y="143676"/>
                  <a:pt x="1746822" y="144511"/>
                  <a:pt x="1744198" y="144511"/>
                </a:cubicBezTo>
                <a:cubicBezTo>
                  <a:pt x="1741635" y="144511"/>
                  <a:pt x="1739533" y="143676"/>
                  <a:pt x="1737894" y="142004"/>
                </a:cubicBezTo>
                <a:cubicBezTo>
                  <a:pt x="1736255" y="140333"/>
                  <a:pt x="1735435" y="138185"/>
                  <a:pt x="1735435" y="135560"/>
                </a:cubicBezTo>
                <a:cubicBezTo>
                  <a:pt x="1735435" y="131980"/>
                  <a:pt x="1735330" y="126624"/>
                  <a:pt x="1735122" y="119494"/>
                </a:cubicBezTo>
                <a:cubicBezTo>
                  <a:pt x="1734913" y="112363"/>
                  <a:pt x="1734809" y="107007"/>
                  <a:pt x="1734809" y="103426"/>
                </a:cubicBezTo>
                <a:cubicBezTo>
                  <a:pt x="1734809" y="97816"/>
                  <a:pt x="1735107" y="90820"/>
                  <a:pt x="1735703" y="82436"/>
                </a:cubicBezTo>
                <a:cubicBezTo>
                  <a:pt x="1736299" y="74051"/>
                  <a:pt x="1736597" y="67053"/>
                  <a:pt x="1736597" y="61444"/>
                </a:cubicBezTo>
                <a:cubicBezTo>
                  <a:pt x="1736597" y="58759"/>
                  <a:pt x="1737417" y="56581"/>
                  <a:pt x="1739056" y="54910"/>
                </a:cubicBezTo>
                <a:cubicBezTo>
                  <a:pt x="1740696" y="53239"/>
                  <a:pt x="1742797" y="52403"/>
                  <a:pt x="1745361" y="52403"/>
                </a:cubicBezTo>
                <a:cubicBezTo>
                  <a:pt x="1747924" y="52403"/>
                  <a:pt x="1750026" y="53239"/>
                  <a:pt x="1751665" y="54910"/>
                </a:cubicBezTo>
                <a:cubicBezTo>
                  <a:pt x="1753305" y="56581"/>
                  <a:pt x="1754125" y="58759"/>
                  <a:pt x="1754125" y="61444"/>
                </a:cubicBezTo>
                <a:cubicBezTo>
                  <a:pt x="1754125" y="67053"/>
                  <a:pt x="1753827" y="74051"/>
                  <a:pt x="1753230" y="82436"/>
                </a:cubicBezTo>
                <a:cubicBezTo>
                  <a:pt x="1752634" y="90820"/>
                  <a:pt x="1752336" y="97816"/>
                  <a:pt x="1752336" y="103426"/>
                </a:cubicBezTo>
                <a:close/>
                <a:moveTo>
                  <a:pt x="1850948" y="150413"/>
                </a:moveTo>
                <a:cubicBezTo>
                  <a:pt x="1845821" y="150413"/>
                  <a:pt x="1842930" y="147606"/>
                  <a:pt x="1842274" y="141991"/>
                </a:cubicBezTo>
                <a:lnTo>
                  <a:pt x="1839770" y="122364"/>
                </a:lnTo>
                <a:cubicBezTo>
                  <a:pt x="1838935" y="115374"/>
                  <a:pt x="1838518" y="108832"/>
                  <a:pt x="1838518" y="102738"/>
                </a:cubicBezTo>
                <a:cubicBezTo>
                  <a:pt x="1838518" y="101065"/>
                  <a:pt x="1838622" y="98228"/>
                  <a:pt x="1838831" y="94226"/>
                </a:cubicBezTo>
                <a:cubicBezTo>
                  <a:pt x="1839040" y="90223"/>
                  <a:pt x="1839144" y="87384"/>
                  <a:pt x="1839144" y="85711"/>
                </a:cubicBezTo>
                <a:cubicBezTo>
                  <a:pt x="1839144" y="72806"/>
                  <a:pt x="1836759" y="66354"/>
                  <a:pt x="1831990" y="66354"/>
                </a:cubicBezTo>
                <a:cubicBezTo>
                  <a:pt x="1825313" y="66354"/>
                  <a:pt x="1818934" y="70323"/>
                  <a:pt x="1812853" y="78261"/>
                </a:cubicBezTo>
                <a:cubicBezTo>
                  <a:pt x="1807368" y="85482"/>
                  <a:pt x="1803076" y="94613"/>
                  <a:pt x="1799976" y="105653"/>
                </a:cubicBezTo>
                <a:cubicBezTo>
                  <a:pt x="1799857" y="107982"/>
                  <a:pt x="1799588" y="110907"/>
                  <a:pt x="1799171" y="114428"/>
                </a:cubicBezTo>
                <a:cubicBezTo>
                  <a:pt x="1798813" y="117413"/>
                  <a:pt x="1798634" y="120307"/>
                  <a:pt x="1798634" y="123111"/>
                </a:cubicBezTo>
                <a:cubicBezTo>
                  <a:pt x="1798634" y="124901"/>
                  <a:pt x="1798813" y="127587"/>
                  <a:pt x="1799171" y="131167"/>
                </a:cubicBezTo>
                <a:cubicBezTo>
                  <a:pt x="1799529" y="134748"/>
                  <a:pt x="1799708" y="137434"/>
                  <a:pt x="1799708" y="139224"/>
                </a:cubicBezTo>
                <a:cubicBezTo>
                  <a:pt x="1799708" y="141910"/>
                  <a:pt x="1798888" y="144089"/>
                  <a:pt x="1797248" y="145760"/>
                </a:cubicBezTo>
                <a:cubicBezTo>
                  <a:pt x="1795609" y="147431"/>
                  <a:pt x="1793507" y="148267"/>
                  <a:pt x="1790944" y="148267"/>
                </a:cubicBezTo>
                <a:cubicBezTo>
                  <a:pt x="1788321" y="148267"/>
                  <a:pt x="1786204" y="147431"/>
                  <a:pt x="1784595" y="145758"/>
                </a:cubicBezTo>
                <a:cubicBezTo>
                  <a:pt x="1782985" y="144086"/>
                  <a:pt x="1782180" y="141907"/>
                  <a:pt x="1782180" y="139218"/>
                </a:cubicBezTo>
                <a:cubicBezTo>
                  <a:pt x="1782180" y="137428"/>
                  <a:pt x="1781986" y="134741"/>
                  <a:pt x="1781599" y="131159"/>
                </a:cubicBezTo>
                <a:cubicBezTo>
                  <a:pt x="1781211" y="127574"/>
                  <a:pt x="1781018" y="124886"/>
                  <a:pt x="1781018" y="123094"/>
                </a:cubicBezTo>
                <a:cubicBezTo>
                  <a:pt x="1781018" y="116942"/>
                  <a:pt x="1781450" y="108417"/>
                  <a:pt x="1782314" y="97518"/>
                </a:cubicBezTo>
                <a:cubicBezTo>
                  <a:pt x="1783179" y="86620"/>
                  <a:pt x="1783611" y="78094"/>
                  <a:pt x="1783611" y="71943"/>
                </a:cubicBezTo>
                <a:cubicBezTo>
                  <a:pt x="1783611" y="70031"/>
                  <a:pt x="1783507" y="67195"/>
                  <a:pt x="1783298" y="63433"/>
                </a:cubicBezTo>
                <a:cubicBezTo>
                  <a:pt x="1783089" y="59670"/>
                  <a:pt x="1782985" y="56833"/>
                  <a:pt x="1782985" y="54924"/>
                </a:cubicBezTo>
                <a:cubicBezTo>
                  <a:pt x="1782985" y="52355"/>
                  <a:pt x="1783835" y="50250"/>
                  <a:pt x="1785534" y="48608"/>
                </a:cubicBezTo>
                <a:cubicBezTo>
                  <a:pt x="1787233" y="46965"/>
                  <a:pt x="1789334" y="46143"/>
                  <a:pt x="1791838" y="46143"/>
                </a:cubicBezTo>
                <a:cubicBezTo>
                  <a:pt x="1797323" y="46143"/>
                  <a:pt x="1800334" y="50034"/>
                  <a:pt x="1800870" y="57816"/>
                </a:cubicBezTo>
                <a:lnTo>
                  <a:pt x="1801138" y="68321"/>
                </a:lnTo>
                <a:cubicBezTo>
                  <a:pt x="1811154" y="54967"/>
                  <a:pt x="1821438" y="48290"/>
                  <a:pt x="1831990" y="48290"/>
                </a:cubicBezTo>
                <a:cubicBezTo>
                  <a:pt x="1841529" y="48290"/>
                  <a:pt x="1848176" y="52500"/>
                  <a:pt x="1851932" y="60921"/>
                </a:cubicBezTo>
                <a:cubicBezTo>
                  <a:pt x="1854495" y="66534"/>
                  <a:pt x="1855896" y="74836"/>
                  <a:pt x="1856135" y="85826"/>
                </a:cubicBezTo>
                <a:lnTo>
                  <a:pt x="1856135" y="94872"/>
                </a:lnTo>
                <a:lnTo>
                  <a:pt x="1856045" y="103202"/>
                </a:lnTo>
                <a:cubicBezTo>
                  <a:pt x="1856045" y="108160"/>
                  <a:pt x="1856686" y="114566"/>
                  <a:pt x="1857968" y="122420"/>
                </a:cubicBezTo>
                <a:cubicBezTo>
                  <a:pt x="1859250" y="130273"/>
                  <a:pt x="1859891" y="136647"/>
                  <a:pt x="1859891" y="141543"/>
                </a:cubicBezTo>
                <a:cubicBezTo>
                  <a:pt x="1859891" y="144172"/>
                  <a:pt x="1859041" y="146307"/>
                  <a:pt x="1857342" y="147948"/>
                </a:cubicBezTo>
                <a:cubicBezTo>
                  <a:pt x="1855643" y="149592"/>
                  <a:pt x="1853512" y="150413"/>
                  <a:pt x="1850948" y="150413"/>
                </a:cubicBezTo>
                <a:close/>
                <a:moveTo>
                  <a:pt x="1952106" y="105432"/>
                </a:moveTo>
                <a:lnTo>
                  <a:pt x="1950050" y="135479"/>
                </a:lnTo>
                <a:cubicBezTo>
                  <a:pt x="1949692" y="147403"/>
                  <a:pt x="1948470" y="157150"/>
                  <a:pt x="1946383" y="164721"/>
                </a:cubicBezTo>
                <a:cubicBezTo>
                  <a:pt x="1943700" y="174379"/>
                  <a:pt x="1939408" y="181503"/>
                  <a:pt x="1933506" y="186094"/>
                </a:cubicBezTo>
                <a:cubicBezTo>
                  <a:pt x="1926352" y="191638"/>
                  <a:pt x="1916008" y="194410"/>
                  <a:pt x="1902475" y="194410"/>
                </a:cubicBezTo>
                <a:cubicBezTo>
                  <a:pt x="1894546" y="194410"/>
                  <a:pt x="1887899" y="193874"/>
                  <a:pt x="1882533" y="192801"/>
                </a:cubicBezTo>
                <a:cubicBezTo>
                  <a:pt x="1875022" y="191310"/>
                  <a:pt x="1871266" y="188210"/>
                  <a:pt x="1871266" y="183501"/>
                </a:cubicBezTo>
                <a:cubicBezTo>
                  <a:pt x="1871266" y="178195"/>
                  <a:pt x="1873859" y="175542"/>
                  <a:pt x="1879046" y="175542"/>
                </a:cubicBezTo>
                <a:cubicBezTo>
                  <a:pt x="1881192" y="175542"/>
                  <a:pt x="1884769" y="176063"/>
                  <a:pt x="1889777" y="177107"/>
                </a:cubicBezTo>
                <a:cubicBezTo>
                  <a:pt x="1894785" y="178150"/>
                  <a:pt x="1900329" y="178612"/>
                  <a:pt x="1906410" y="178493"/>
                </a:cubicBezTo>
                <a:cubicBezTo>
                  <a:pt x="1917856" y="178303"/>
                  <a:pt x="1925756" y="172432"/>
                  <a:pt x="1930108" y="160882"/>
                </a:cubicBezTo>
                <a:cubicBezTo>
                  <a:pt x="1932969" y="153180"/>
                  <a:pt x="1934490" y="141344"/>
                  <a:pt x="1934668" y="125374"/>
                </a:cubicBezTo>
                <a:cubicBezTo>
                  <a:pt x="1931449" y="132349"/>
                  <a:pt x="1927619" y="137581"/>
                  <a:pt x="1923177" y="141068"/>
                </a:cubicBezTo>
                <a:cubicBezTo>
                  <a:pt x="1918736" y="144556"/>
                  <a:pt x="1913653" y="146300"/>
                  <a:pt x="1907930" y="146300"/>
                </a:cubicBezTo>
                <a:cubicBezTo>
                  <a:pt x="1897140" y="146300"/>
                  <a:pt x="1888361" y="142615"/>
                  <a:pt x="1881595" y="135244"/>
                </a:cubicBezTo>
                <a:cubicBezTo>
                  <a:pt x="1874828" y="127874"/>
                  <a:pt x="1871445" y="118311"/>
                  <a:pt x="1871445" y="106556"/>
                </a:cubicBezTo>
                <a:cubicBezTo>
                  <a:pt x="1871445" y="90444"/>
                  <a:pt x="1876065" y="77466"/>
                  <a:pt x="1885306" y="67619"/>
                </a:cubicBezTo>
                <a:cubicBezTo>
                  <a:pt x="1894844" y="57475"/>
                  <a:pt x="1907841" y="52403"/>
                  <a:pt x="1924295" y="52403"/>
                </a:cubicBezTo>
                <a:cubicBezTo>
                  <a:pt x="1929839" y="52403"/>
                  <a:pt x="1934490" y="53119"/>
                  <a:pt x="1938245" y="54549"/>
                </a:cubicBezTo>
                <a:cubicBezTo>
                  <a:pt x="1942001" y="55980"/>
                  <a:pt x="1944863" y="58126"/>
                  <a:pt x="1946830" y="60988"/>
                </a:cubicBezTo>
                <a:cubicBezTo>
                  <a:pt x="1953209" y="61167"/>
                  <a:pt x="1956399" y="64714"/>
                  <a:pt x="1956399" y="71630"/>
                </a:cubicBezTo>
                <a:cubicBezTo>
                  <a:pt x="1956399" y="75862"/>
                  <a:pt x="1955773" y="81526"/>
                  <a:pt x="1954521" y="88620"/>
                </a:cubicBezTo>
                <a:cubicBezTo>
                  <a:pt x="1953150" y="96848"/>
                  <a:pt x="1952345" y="102452"/>
                  <a:pt x="1952106" y="105432"/>
                </a:cubicBezTo>
                <a:moveTo>
                  <a:pt x="1923401" y="70288"/>
                </a:moveTo>
                <a:cubicBezTo>
                  <a:pt x="1912074" y="70288"/>
                  <a:pt x="1903310" y="73804"/>
                  <a:pt x="1897110" y="80835"/>
                </a:cubicBezTo>
                <a:cubicBezTo>
                  <a:pt x="1891565" y="87167"/>
                  <a:pt x="1888793" y="95218"/>
                  <a:pt x="1888793" y="104988"/>
                </a:cubicBezTo>
                <a:cubicBezTo>
                  <a:pt x="1888793" y="112770"/>
                  <a:pt x="1890433" y="118620"/>
                  <a:pt x="1893712" y="122538"/>
                </a:cubicBezTo>
                <a:cubicBezTo>
                  <a:pt x="1896991" y="126456"/>
                  <a:pt x="1901909" y="128415"/>
                  <a:pt x="1908467" y="128415"/>
                </a:cubicBezTo>
                <a:cubicBezTo>
                  <a:pt x="1914488" y="128415"/>
                  <a:pt x="1920331" y="125356"/>
                  <a:pt x="1925994" y="119237"/>
                </a:cubicBezTo>
                <a:cubicBezTo>
                  <a:pt x="1931121" y="113602"/>
                  <a:pt x="1934042" y="108020"/>
                  <a:pt x="1934758" y="102492"/>
                </a:cubicBezTo>
                <a:cubicBezTo>
                  <a:pt x="1936010" y="96695"/>
                  <a:pt x="1937351" y="87597"/>
                  <a:pt x="1938782" y="75198"/>
                </a:cubicBezTo>
                <a:cubicBezTo>
                  <a:pt x="1936397" y="73535"/>
                  <a:pt x="1933923" y="72300"/>
                  <a:pt x="1931360" y="71495"/>
                </a:cubicBezTo>
                <a:cubicBezTo>
                  <a:pt x="1928796" y="70691"/>
                  <a:pt x="1926143" y="70288"/>
                  <a:pt x="1923401" y="70288"/>
                </a:cubicBezTo>
                <a:close/>
                <a:moveTo>
                  <a:pt x="2047446" y="30762"/>
                </a:moveTo>
                <a:cubicBezTo>
                  <a:pt x="2044584" y="30762"/>
                  <a:pt x="2042110" y="29749"/>
                  <a:pt x="2040023" y="27722"/>
                </a:cubicBezTo>
                <a:cubicBezTo>
                  <a:pt x="2037937" y="25695"/>
                  <a:pt x="2036894" y="23251"/>
                  <a:pt x="2036894" y="20389"/>
                </a:cubicBezTo>
                <a:cubicBezTo>
                  <a:pt x="2036894" y="17527"/>
                  <a:pt x="2037937" y="15083"/>
                  <a:pt x="2040023" y="13056"/>
                </a:cubicBezTo>
                <a:cubicBezTo>
                  <a:pt x="2042110" y="11029"/>
                  <a:pt x="2044584" y="10016"/>
                  <a:pt x="2047446" y="10016"/>
                </a:cubicBezTo>
                <a:cubicBezTo>
                  <a:pt x="2050307" y="10016"/>
                  <a:pt x="2052766" y="11029"/>
                  <a:pt x="2054823" y="13056"/>
                </a:cubicBezTo>
                <a:cubicBezTo>
                  <a:pt x="2056880" y="15083"/>
                  <a:pt x="2057908" y="17527"/>
                  <a:pt x="2057908" y="20389"/>
                </a:cubicBezTo>
                <a:cubicBezTo>
                  <a:pt x="2057908" y="23251"/>
                  <a:pt x="2056880" y="25695"/>
                  <a:pt x="2054823" y="27722"/>
                </a:cubicBezTo>
                <a:cubicBezTo>
                  <a:pt x="2052766" y="29749"/>
                  <a:pt x="2050307" y="30762"/>
                  <a:pt x="2047446" y="30762"/>
                </a:cubicBezTo>
                <a:moveTo>
                  <a:pt x="2051470" y="103426"/>
                </a:moveTo>
                <a:cubicBezTo>
                  <a:pt x="2051470" y="107007"/>
                  <a:pt x="2051574" y="112363"/>
                  <a:pt x="2051783" y="119494"/>
                </a:cubicBezTo>
                <a:cubicBezTo>
                  <a:pt x="2051991" y="126624"/>
                  <a:pt x="2052096" y="131980"/>
                  <a:pt x="2052096" y="135560"/>
                </a:cubicBezTo>
                <a:cubicBezTo>
                  <a:pt x="2052096" y="138185"/>
                  <a:pt x="2051291" y="140333"/>
                  <a:pt x="2049681" y="142004"/>
                </a:cubicBezTo>
                <a:cubicBezTo>
                  <a:pt x="2048072" y="143676"/>
                  <a:pt x="2045955" y="144511"/>
                  <a:pt x="2043332" y="144511"/>
                </a:cubicBezTo>
                <a:cubicBezTo>
                  <a:pt x="2040769" y="144511"/>
                  <a:pt x="2038667" y="143676"/>
                  <a:pt x="2037028" y="142004"/>
                </a:cubicBezTo>
                <a:cubicBezTo>
                  <a:pt x="2035388" y="140333"/>
                  <a:pt x="2034568" y="138185"/>
                  <a:pt x="2034568" y="135560"/>
                </a:cubicBezTo>
                <a:cubicBezTo>
                  <a:pt x="2034568" y="131980"/>
                  <a:pt x="2034464" y="126624"/>
                  <a:pt x="2034255" y="119494"/>
                </a:cubicBezTo>
                <a:cubicBezTo>
                  <a:pt x="2034047" y="112363"/>
                  <a:pt x="2033942" y="107007"/>
                  <a:pt x="2033942" y="103426"/>
                </a:cubicBezTo>
                <a:cubicBezTo>
                  <a:pt x="2033942" y="97816"/>
                  <a:pt x="2034241" y="90820"/>
                  <a:pt x="2034837" y="82436"/>
                </a:cubicBezTo>
                <a:cubicBezTo>
                  <a:pt x="2035433" y="74051"/>
                  <a:pt x="2035731" y="67053"/>
                  <a:pt x="2035731" y="61444"/>
                </a:cubicBezTo>
                <a:cubicBezTo>
                  <a:pt x="2035731" y="58759"/>
                  <a:pt x="2036551" y="56581"/>
                  <a:pt x="2038190" y="54910"/>
                </a:cubicBezTo>
                <a:cubicBezTo>
                  <a:pt x="2039830" y="53239"/>
                  <a:pt x="2041931" y="52403"/>
                  <a:pt x="2044495" y="52403"/>
                </a:cubicBezTo>
                <a:cubicBezTo>
                  <a:pt x="2047058" y="52403"/>
                  <a:pt x="2049160" y="53239"/>
                  <a:pt x="2050799" y="54910"/>
                </a:cubicBezTo>
                <a:cubicBezTo>
                  <a:pt x="2052439" y="56581"/>
                  <a:pt x="2053258" y="58759"/>
                  <a:pt x="2053258" y="61444"/>
                </a:cubicBezTo>
                <a:cubicBezTo>
                  <a:pt x="2053258" y="67053"/>
                  <a:pt x="2052960" y="74051"/>
                  <a:pt x="2052364" y="82436"/>
                </a:cubicBezTo>
                <a:cubicBezTo>
                  <a:pt x="2051768" y="90820"/>
                  <a:pt x="2051470" y="97816"/>
                  <a:pt x="2051470" y="103426"/>
                </a:cubicBezTo>
                <a:close/>
                <a:moveTo>
                  <a:pt x="2195063" y="151486"/>
                </a:moveTo>
                <a:cubicBezTo>
                  <a:pt x="2190174" y="151486"/>
                  <a:pt x="2187313" y="148887"/>
                  <a:pt x="2186478" y="143690"/>
                </a:cubicBezTo>
                <a:cubicBezTo>
                  <a:pt x="2185405" y="137117"/>
                  <a:pt x="2184332" y="127857"/>
                  <a:pt x="2183259" y="115909"/>
                </a:cubicBezTo>
                <a:lnTo>
                  <a:pt x="2180218" y="88126"/>
                </a:lnTo>
                <a:cubicBezTo>
                  <a:pt x="2179622" y="84005"/>
                  <a:pt x="2178609" y="79972"/>
                  <a:pt x="2177178" y="76028"/>
                </a:cubicBezTo>
                <a:cubicBezTo>
                  <a:pt x="2175151" y="70652"/>
                  <a:pt x="2172945" y="67963"/>
                  <a:pt x="2170560" y="67963"/>
                </a:cubicBezTo>
                <a:cubicBezTo>
                  <a:pt x="2168354" y="67963"/>
                  <a:pt x="2164241" y="69843"/>
                  <a:pt x="2158220" y="73603"/>
                </a:cubicBezTo>
                <a:cubicBezTo>
                  <a:pt x="2152496" y="77064"/>
                  <a:pt x="2148740" y="79839"/>
                  <a:pt x="2146952" y="81927"/>
                </a:cubicBezTo>
                <a:cubicBezTo>
                  <a:pt x="2146892" y="87537"/>
                  <a:pt x="2147041" y="93147"/>
                  <a:pt x="2147399" y="98756"/>
                </a:cubicBezTo>
                <a:lnTo>
                  <a:pt x="2150082" y="122658"/>
                </a:lnTo>
                <a:cubicBezTo>
                  <a:pt x="2151215" y="132087"/>
                  <a:pt x="2151781" y="139875"/>
                  <a:pt x="2151781" y="146023"/>
                </a:cubicBezTo>
                <a:cubicBezTo>
                  <a:pt x="2151781" y="148648"/>
                  <a:pt x="2150961" y="150811"/>
                  <a:pt x="2149322" y="152512"/>
                </a:cubicBezTo>
                <a:cubicBezTo>
                  <a:pt x="2147682" y="154213"/>
                  <a:pt x="2145581" y="155063"/>
                  <a:pt x="2143017" y="155063"/>
                </a:cubicBezTo>
                <a:cubicBezTo>
                  <a:pt x="2140454" y="155063"/>
                  <a:pt x="2138352" y="154213"/>
                  <a:pt x="2136713" y="152512"/>
                </a:cubicBezTo>
                <a:cubicBezTo>
                  <a:pt x="2135073" y="150811"/>
                  <a:pt x="2134254" y="148648"/>
                  <a:pt x="2134254" y="146023"/>
                </a:cubicBezTo>
                <a:cubicBezTo>
                  <a:pt x="2134254" y="138802"/>
                  <a:pt x="2133523" y="128134"/>
                  <a:pt x="2132063" y="114020"/>
                </a:cubicBezTo>
                <a:cubicBezTo>
                  <a:pt x="2130602" y="99906"/>
                  <a:pt x="2129872" y="89238"/>
                  <a:pt x="2129872" y="82017"/>
                </a:cubicBezTo>
                <a:cubicBezTo>
                  <a:pt x="2129872" y="75692"/>
                  <a:pt x="2128978" y="70769"/>
                  <a:pt x="2127189" y="67248"/>
                </a:cubicBezTo>
                <a:cubicBezTo>
                  <a:pt x="2123016" y="69159"/>
                  <a:pt x="2118783" y="72266"/>
                  <a:pt x="2114491" y="76568"/>
                </a:cubicBezTo>
                <a:lnTo>
                  <a:pt x="2103938" y="88400"/>
                </a:lnTo>
                <a:cubicBezTo>
                  <a:pt x="2102985" y="89832"/>
                  <a:pt x="2101464" y="91714"/>
                  <a:pt x="2099378" y="94045"/>
                </a:cubicBezTo>
                <a:cubicBezTo>
                  <a:pt x="2099378" y="97629"/>
                  <a:pt x="2099050" y="102917"/>
                  <a:pt x="2098394" y="109909"/>
                </a:cubicBezTo>
                <a:cubicBezTo>
                  <a:pt x="2097738" y="116899"/>
                  <a:pt x="2097410" y="122067"/>
                  <a:pt x="2097410" y="125413"/>
                </a:cubicBezTo>
                <a:cubicBezTo>
                  <a:pt x="2097410" y="127206"/>
                  <a:pt x="2097694" y="129715"/>
                  <a:pt x="2098260" y="132942"/>
                </a:cubicBezTo>
                <a:cubicBezTo>
                  <a:pt x="2098826" y="136167"/>
                  <a:pt x="2099109" y="138496"/>
                  <a:pt x="2099109" y="139931"/>
                </a:cubicBezTo>
                <a:cubicBezTo>
                  <a:pt x="2099109" y="142381"/>
                  <a:pt x="2098200" y="144442"/>
                  <a:pt x="2096382" y="146115"/>
                </a:cubicBezTo>
                <a:cubicBezTo>
                  <a:pt x="2094564" y="147788"/>
                  <a:pt x="2092432" y="148625"/>
                  <a:pt x="2089988" y="148625"/>
                </a:cubicBezTo>
                <a:cubicBezTo>
                  <a:pt x="2083251" y="148625"/>
                  <a:pt x="2079883" y="140957"/>
                  <a:pt x="2079883" y="125623"/>
                </a:cubicBezTo>
                <a:cubicBezTo>
                  <a:pt x="2079883" y="122042"/>
                  <a:pt x="2080211" y="116702"/>
                  <a:pt x="2080867" y="109602"/>
                </a:cubicBezTo>
                <a:cubicBezTo>
                  <a:pt x="2081523" y="102502"/>
                  <a:pt x="2081850" y="97161"/>
                  <a:pt x="2081850" y="93581"/>
                </a:cubicBezTo>
                <a:cubicBezTo>
                  <a:pt x="2081850" y="90419"/>
                  <a:pt x="2081567" y="85676"/>
                  <a:pt x="2081001" y="79351"/>
                </a:cubicBezTo>
                <a:cubicBezTo>
                  <a:pt x="2080435" y="73026"/>
                  <a:pt x="2080151" y="68252"/>
                  <a:pt x="2080151" y="65029"/>
                </a:cubicBezTo>
                <a:cubicBezTo>
                  <a:pt x="2080151" y="51485"/>
                  <a:pt x="2083192" y="44713"/>
                  <a:pt x="2089273" y="44713"/>
                </a:cubicBezTo>
                <a:cubicBezTo>
                  <a:pt x="2091598" y="44713"/>
                  <a:pt x="2093729" y="45711"/>
                  <a:pt x="2095667" y="47708"/>
                </a:cubicBezTo>
                <a:cubicBezTo>
                  <a:pt x="2097604" y="49706"/>
                  <a:pt x="2098573" y="51896"/>
                  <a:pt x="2098573" y="54281"/>
                </a:cubicBezTo>
                <a:cubicBezTo>
                  <a:pt x="2098573" y="55414"/>
                  <a:pt x="2098424" y="57173"/>
                  <a:pt x="2098126" y="59557"/>
                </a:cubicBezTo>
                <a:cubicBezTo>
                  <a:pt x="2097828" y="61942"/>
                  <a:pt x="2097679" y="63760"/>
                  <a:pt x="2097679" y="65012"/>
                </a:cubicBezTo>
                <a:lnTo>
                  <a:pt x="2097858" y="74402"/>
                </a:lnTo>
                <a:cubicBezTo>
                  <a:pt x="2100958" y="68023"/>
                  <a:pt x="2105518" y="62255"/>
                  <a:pt x="2111540" y="57098"/>
                </a:cubicBezTo>
                <a:cubicBezTo>
                  <a:pt x="2117561" y="51941"/>
                  <a:pt x="2122688" y="49363"/>
                  <a:pt x="2126921" y="49363"/>
                </a:cubicBezTo>
                <a:cubicBezTo>
                  <a:pt x="2136281" y="49363"/>
                  <a:pt x="2142719" y="54013"/>
                  <a:pt x="2146237" y="63313"/>
                </a:cubicBezTo>
                <a:cubicBezTo>
                  <a:pt x="2149516" y="58961"/>
                  <a:pt x="2153420" y="55697"/>
                  <a:pt x="2157951" y="53521"/>
                </a:cubicBezTo>
                <a:cubicBezTo>
                  <a:pt x="2162482" y="51345"/>
                  <a:pt x="2167669" y="50257"/>
                  <a:pt x="2173511" y="50257"/>
                </a:cubicBezTo>
                <a:cubicBezTo>
                  <a:pt x="2183467" y="50257"/>
                  <a:pt x="2190264" y="55632"/>
                  <a:pt x="2193900" y="66381"/>
                </a:cubicBezTo>
                <a:cubicBezTo>
                  <a:pt x="2194616" y="68531"/>
                  <a:pt x="2195838" y="76922"/>
                  <a:pt x="2197567" y="91555"/>
                </a:cubicBezTo>
                <a:cubicBezTo>
                  <a:pt x="2199236" y="101827"/>
                  <a:pt x="2201382" y="118938"/>
                  <a:pt x="2204005" y="142888"/>
                </a:cubicBezTo>
                <a:cubicBezTo>
                  <a:pt x="2204184" y="145276"/>
                  <a:pt x="2203379" y="147306"/>
                  <a:pt x="2201591" y="148977"/>
                </a:cubicBezTo>
                <a:cubicBezTo>
                  <a:pt x="2199802" y="150650"/>
                  <a:pt x="2197626" y="151486"/>
                  <a:pt x="2195063" y="151486"/>
                </a:cubicBezTo>
                <a:close/>
                <a:moveTo>
                  <a:pt x="2261434" y="147194"/>
                </a:moveTo>
                <a:cubicBezTo>
                  <a:pt x="2255472" y="147194"/>
                  <a:pt x="2248915" y="146240"/>
                  <a:pt x="2241761" y="144332"/>
                </a:cubicBezTo>
                <a:lnTo>
                  <a:pt x="2241582" y="187078"/>
                </a:lnTo>
                <a:cubicBezTo>
                  <a:pt x="2241582" y="189701"/>
                  <a:pt x="2240762" y="191847"/>
                  <a:pt x="2239123" y="193516"/>
                </a:cubicBezTo>
                <a:cubicBezTo>
                  <a:pt x="2237483" y="195185"/>
                  <a:pt x="2235382" y="196020"/>
                  <a:pt x="2232818" y="196020"/>
                </a:cubicBezTo>
                <a:cubicBezTo>
                  <a:pt x="2230255" y="196020"/>
                  <a:pt x="2228153" y="195185"/>
                  <a:pt x="2226514" y="193513"/>
                </a:cubicBezTo>
                <a:cubicBezTo>
                  <a:pt x="2224874" y="191842"/>
                  <a:pt x="2224054" y="189693"/>
                  <a:pt x="2224054" y="187066"/>
                </a:cubicBezTo>
                <a:lnTo>
                  <a:pt x="2224323" y="151254"/>
                </a:lnTo>
                <a:lnTo>
                  <a:pt x="2224323" y="115532"/>
                </a:lnTo>
                <a:cubicBezTo>
                  <a:pt x="2224144" y="102459"/>
                  <a:pt x="2223697" y="90551"/>
                  <a:pt x="2222981" y="79809"/>
                </a:cubicBezTo>
                <a:lnTo>
                  <a:pt x="2221640" y="61634"/>
                </a:lnTo>
                <a:cubicBezTo>
                  <a:pt x="2221640" y="57395"/>
                  <a:pt x="2222415" y="53813"/>
                  <a:pt x="2223965" y="50889"/>
                </a:cubicBezTo>
                <a:cubicBezTo>
                  <a:pt x="2225754" y="47367"/>
                  <a:pt x="2228347" y="45607"/>
                  <a:pt x="2231745" y="45607"/>
                </a:cubicBezTo>
                <a:cubicBezTo>
                  <a:pt x="2234070" y="45607"/>
                  <a:pt x="2236023" y="46439"/>
                  <a:pt x="2237602" y="48102"/>
                </a:cubicBezTo>
                <a:cubicBezTo>
                  <a:pt x="2239182" y="49766"/>
                  <a:pt x="2239972" y="51796"/>
                  <a:pt x="2239972" y="54192"/>
                </a:cubicBezTo>
                <a:cubicBezTo>
                  <a:pt x="2239972" y="54728"/>
                  <a:pt x="2239883" y="55712"/>
                  <a:pt x="2239704" y="57143"/>
                </a:cubicBezTo>
                <a:cubicBezTo>
                  <a:pt x="2239406" y="58991"/>
                  <a:pt x="2239197" y="60690"/>
                  <a:pt x="2239078" y="62240"/>
                </a:cubicBezTo>
                <a:cubicBezTo>
                  <a:pt x="2244205" y="58723"/>
                  <a:pt x="2249153" y="56085"/>
                  <a:pt x="2253922" y="54326"/>
                </a:cubicBezTo>
                <a:cubicBezTo>
                  <a:pt x="2258692" y="52567"/>
                  <a:pt x="2263252" y="51688"/>
                  <a:pt x="2267605" y="51688"/>
                </a:cubicBezTo>
                <a:cubicBezTo>
                  <a:pt x="2279826" y="51688"/>
                  <a:pt x="2288768" y="57118"/>
                  <a:pt x="2294432" y="67977"/>
                </a:cubicBezTo>
                <a:cubicBezTo>
                  <a:pt x="2298903" y="76571"/>
                  <a:pt x="2301139" y="87939"/>
                  <a:pt x="2301139" y="102082"/>
                </a:cubicBezTo>
                <a:cubicBezTo>
                  <a:pt x="2301139" y="114970"/>
                  <a:pt x="2297681" y="125592"/>
                  <a:pt x="2290766" y="133948"/>
                </a:cubicBezTo>
                <a:cubicBezTo>
                  <a:pt x="2283433" y="142779"/>
                  <a:pt x="2273656" y="147194"/>
                  <a:pt x="2261434" y="147194"/>
                </a:cubicBezTo>
                <a:moveTo>
                  <a:pt x="2267605" y="69573"/>
                </a:moveTo>
                <a:cubicBezTo>
                  <a:pt x="2262120" y="69573"/>
                  <a:pt x="2257172" y="70795"/>
                  <a:pt x="2252760" y="73239"/>
                </a:cubicBezTo>
                <a:cubicBezTo>
                  <a:pt x="2249600" y="74968"/>
                  <a:pt x="2245606" y="78128"/>
                  <a:pt x="2240777" y="82718"/>
                </a:cubicBezTo>
                <a:cubicBezTo>
                  <a:pt x="2241552" y="96251"/>
                  <a:pt x="2241939" y="110470"/>
                  <a:pt x="2241939" y="125374"/>
                </a:cubicBezTo>
                <a:cubicBezTo>
                  <a:pt x="2248438" y="127878"/>
                  <a:pt x="2254936" y="129130"/>
                  <a:pt x="2261434" y="129130"/>
                </a:cubicBezTo>
                <a:cubicBezTo>
                  <a:pt x="2268886" y="129130"/>
                  <a:pt x="2274580" y="126358"/>
                  <a:pt x="2278514" y="120813"/>
                </a:cubicBezTo>
                <a:cubicBezTo>
                  <a:pt x="2281913" y="115985"/>
                  <a:pt x="2283612" y="109725"/>
                  <a:pt x="2283612" y="102034"/>
                </a:cubicBezTo>
                <a:cubicBezTo>
                  <a:pt x="2283612" y="91184"/>
                  <a:pt x="2282285" y="83061"/>
                  <a:pt x="2279632" y="77666"/>
                </a:cubicBezTo>
                <a:cubicBezTo>
                  <a:pt x="2276979" y="72270"/>
                  <a:pt x="2272970" y="69573"/>
                  <a:pt x="2267605" y="69573"/>
                </a:cubicBezTo>
                <a:close/>
                <a:moveTo>
                  <a:pt x="2354639" y="149340"/>
                </a:moveTo>
                <a:cubicBezTo>
                  <a:pt x="2344623" y="149340"/>
                  <a:pt x="2336009" y="145637"/>
                  <a:pt x="2328795" y="138232"/>
                </a:cubicBezTo>
                <a:cubicBezTo>
                  <a:pt x="2320747" y="129990"/>
                  <a:pt x="2316514" y="118910"/>
                  <a:pt x="2316097" y="104994"/>
                </a:cubicBezTo>
                <a:cubicBezTo>
                  <a:pt x="2315739" y="91496"/>
                  <a:pt x="2319137" y="79611"/>
                  <a:pt x="2326291" y="69338"/>
                </a:cubicBezTo>
                <a:cubicBezTo>
                  <a:pt x="2334637" y="57214"/>
                  <a:pt x="2346263" y="51151"/>
                  <a:pt x="2361167" y="51151"/>
                </a:cubicBezTo>
                <a:cubicBezTo>
                  <a:pt x="2373090" y="51151"/>
                  <a:pt x="2382122" y="56616"/>
                  <a:pt x="2388263" y="67547"/>
                </a:cubicBezTo>
                <a:cubicBezTo>
                  <a:pt x="2393151" y="76385"/>
                  <a:pt x="2395506" y="87015"/>
                  <a:pt x="2395327" y="99438"/>
                </a:cubicBezTo>
                <a:cubicBezTo>
                  <a:pt x="2395148" y="112697"/>
                  <a:pt x="2391691" y="124016"/>
                  <a:pt x="2384954" y="133395"/>
                </a:cubicBezTo>
                <a:cubicBezTo>
                  <a:pt x="2377323" y="144025"/>
                  <a:pt x="2367218" y="149340"/>
                  <a:pt x="2354639" y="149340"/>
                </a:cubicBezTo>
                <a:moveTo>
                  <a:pt x="2360004" y="69394"/>
                </a:moveTo>
                <a:cubicBezTo>
                  <a:pt x="2351241" y="69334"/>
                  <a:pt x="2344415" y="73513"/>
                  <a:pt x="2339526" y="81930"/>
                </a:cubicBezTo>
                <a:cubicBezTo>
                  <a:pt x="2335651" y="88678"/>
                  <a:pt x="2333713" y="96380"/>
                  <a:pt x="2333713" y="105036"/>
                </a:cubicBezTo>
                <a:cubicBezTo>
                  <a:pt x="2333713" y="113693"/>
                  <a:pt x="2336068" y="120440"/>
                  <a:pt x="2340778" y="125276"/>
                </a:cubicBezTo>
                <a:cubicBezTo>
                  <a:pt x="2344713" y="129276"/>
                  <a:pt x="2349333" y="131276"/>
                  <a:pt x="2354639" y="131276"/>
                </a:cubicBezTo>
                <a:cubicBezTo>
                  <a:pt x="2360839" y="131276"/>
                  <a:pt x="2366175" y="129007"/>
                  <a:pt x="2370646" y="124469"/>
                </a:cubicBezTo>
                <a:cubicBezTo>
                  <a:pt x="2375713" y="119455"/>
                  <a:pt x="2378396" y="112680"/>
                  <a:pt x="2378694" y="104141"/>
                </a:cubicBezTo>
                <a:cubicBezTo>
                  <a:pt x="2379529" y="81036"/>
                  <a:pt x="2373299" y="69454"/>
                  <a:pt x="2360004" y="69394"/>
                </a:cubicBezTo>
                <a:close/>
                <a:moveTo>
                  <a:pt x="2486828" y="77711"/>
                </a:moveTo>
                <a:cubicBezTo>
                  <a:pt x="2486410" y="85163"/>
                  <a:pt x="2483429" y="88889"/>
                  <a:pt x="2477885" y="88889"/>
                </a:cubicBezTo>
                <a:cubicBezTo>
                  <a:pt x="2472758" y="88889"/>
                  <a:pt x="2470194" y="85950"/>
                  <a:pt x="2470194" y="80072"/>
                </a:cubicBezTo>
                <a:cubicBezTo>
                  <a:pt x="2470194" y="78943"/>
                  <a:pt x="2470105" y="76864"/>
                  <a:pt x="2469926" y="73835"/>
                </a:cubicBezTo>
                <a:lnTo>
                  <a:pt x="2469658" y="66354"/>
                </a:lnTo>
                <a:cubicBezTo>
                  <a:pt x="2460238" y="67488"/>
                  <a:pt x="2452697" y="70147"/>
                  <a:pt x="2447033" y="74329"/>
                </a:cubicBezTo>
                <a:cubicBezTo>
                  <a:pt x="2441727" y="78214"/>
                  <a:pt x="2437316" y="84069"/>
                  <a:pt x="2433798" y="91896"/>
                </a:cubicBezTo>
                <a:lnTo>
                  <a:pt x="2433977" y="141004"/>
                </a:lnTo>
                <a:cubicBezTo>
                  <a:pt x="2433977" y="147038"/>
                  <a:pt x="2431026" y="150056"/>
                  <a:pt x="2425124" y="150056"/>
                </a:cubicBezTo>
                <a:cubicBezTo>
                  <a:pt x="2419878" y="150056"/>
                  <a:pt x="2417255" y="147039"/>
                  <a:pt x="2417255" y="141007"/>
                </a:cubicBezTo>
                <a:lnTo>
                  <a:pt x="2417255" y="78116"/>
                </a:lnTo>
                <a:cubicBezTo>
                  <a:pt x="2417255" y="76145"/>
                  <a:pt x="2417329" y="73189"/>
                  <a:pt x="2417478" y="69249"/>
                </a:cubicBezTo>
                <a:cubicBezTo>
                  <a:pt x="2417627" y="65307"/>
                  <a:pt x="2417702" y="62350"/>
                  <a:pt x="2417702" y="60379"/>
                </a:cubicBezTo>
                <a:cubicBezTo>
                  <a:pt x="2417702" y="54346"/>
                  <a:pt x="2420325" y="51330"/>
                  <a:pt x="2425571" y="51330"/>
                </a:cubicBezTo>
                <a:cubicBezTo>
                  <a:pt x="2431414" y="51330"/>
                  <a:pt x="2434365" y="56278"/>
                  <a:pt x="2434424" y="66175"/>
                </a:cubicBezTo>
                <a:cubicBezTo>
                  <a:pt x="2445871" y="55086"/>
                  <a:pt x="2458569" y="49542"/>
                  <a:pt x="2472519" y="49542"/>
                </a:cubicBezTo>
                <a:cubicBezTo>
                  <a:pt x="2477348" y="49542"/>
                  <a:pt x="2480955" y="51360"/>
                  <a:pt x="2483340" y="54997"/>
                </a:cubicBezTo>
                <a:cubicBezTo>
                  <a:pt x="2485725" y="58633"/>
                  <a:pt x="2486917" y="64118"/>
                  <a:pt x="2486917" y="71451"/>
                </a:cubicBezTo>
                <a:cubicBezTo>
                  <a:pt x="2486917" y="74551"/>
                  <a:pt x="2486887" y="76637"/>
                  <a:pt x="2486828" y="77711"/>
                </a:cubicBezTo>
                <a:close/>
                <a:moveTo>
                  <a:pt x="2564836" y="67863"/>
                </a:moveTo>
                <a:cubicBezTo>
                  <a:pt x="2563584" y="67863"/>
                  <a:pt x="2562108" y="67803"/>
                  <a:pt x="2560409" y="67684"/>
                </a:cubicBezTo>
                <a:cubicBezTo>
                  <a:pt x="2558710" y="67563"/>
                  <a:pt x="2557235" y="67502"/>
                  <a:pt x="2555983" y="67502"/>
                </a:cubicBezTo>
                <a:cubicBezTo>
                  <a:pt x="2554611" y="67502"/>
                  <a:pt x="2550557" y="67954"/>
                  <a:pt x="2543821" y="68857"/>
                </a:cubicBezTo>
                <a:lnTo>
                  <a:pt x="2545520" y="121649"/>
                </a:lnTo>
                <a:lnTo>
                  <a:pt x="2545609" y="125581"/>
                </a:lnTo>
                <a:lnTo>
                  <a:pt x="2545699" y="130136"/>
                </a:lnTo>
                <a:cubicBezTo>
                  <a:pt x="2545937" y="143177"/>
                  <a:pt x="2542807" y="149698"/>
                  <a:pt x="2536309" y="149698"/>
                </a:cubicBezTo>
                <a:cubicBezTo>
                  <a:pt x="2533924" y="149698"/>
                  <a:pt x="2531853" y="148924"/>
                  <a:pt x="2530094" y="147376"/>
                </a:cubicBezTo>
                <a:cubicBezTo>
                  <a:pt x="2528335" y="145827"/>
                  <a:pt x="2527456" y="143892"/>
                  <a:pt x="2527456" y="141569"/>
                </a:cubicBezTo>
                <a:cubicBezTo>
                  <a:pt x="2527456" y="139307"/>
                  <a:pt x="2527545" y="135913"/>
                  <a:pt x="2527724" y="131388"/>
                </a:cubicBezTo>
                <a:cubicBezTo>
                  <a:pt x="2527903" y="126861"/>
                  <a:pt x="2527992" y="123466"/>
                  <a:pt x="2527992" y="121202"/>
                </a:cubicBezTo>
                <a:lnTo>
                  <a:pt x="2526204" y="69036"/>
                </a:lnTo>
                <a:cubicBezTo>
                  <a:pt x="2521852" y="68857"/>
                  <a:pt x="2515234" y="68348"/>
                  <a:pt x="2506352" y="67508"/>
                </a:cubicBezTo>
                <a:cubicBezTo>
                  <a:pt x="2501046" y="66789"/>
                  <a:pt x="2498393" y="63824"/>
                  <a:pt x="2498393" y="58613"/>
                </a:cubicBezTo>
                <a:cubicBezTo>
                  <a:pt x="2498393" y="55976"/>
                  <a:pt x="2499198" y="53791"/>
                  <a:pt x="2500807" y="52057"/>
                </a:cubicBezTo>
                <a:cubicBezTo>
                  <a:pt x="2502417" y="50320"/>
                  <a:pt x="2504474" y="49452"/>
                  <a:pt x="2506978" y="49452"/>
                </a:cubicBezTo>
                <a:lnTo>
                  <a:pt x="2525757" y="50972"/>
                </a:lnTo>
                <a:cubicBezTo>
                  <a:pt x="2525757" y="47923"/>
                  <a:pt x="2525623" y="43843"/>
                  <a:pt x="2525354" y="38732"/>
                </a:cubicBezTo>
                <a:cubicBezTo>
                  <a:pt x="2525086" y="33620"/>
                  <a:pt x="2524952" y="29929"/>
                  <a:pt x="2524952" y="27658"/>
                </a:cubicBezTo>
                <a:cubicBezTo>
                  <a:pt x="2524952" y="25146"/>
                  <a:pt x="2525816" y="23069"/>
                  <a:pt x="2527545" y="21426"/>
                </a:cubicBezTo>
                <a:cubicBezTo>
                  <a:pt x="2529274" y="19781"/>
                  <a:pt x="2531391" y="18958"/>
                  <a:pt x="2533895" y="18958"/>
                </a:cubicBezTo>
                <a:cubicBezTo>
                  <a:pt x="2539260" y="18958"/>
                  <a:pt x="2542390" y="23340"/>
                  <a:pt x="2543284" y="32104"/>
                </a:cubicBezTo>
                <a:cubicBezTo>
                  <a:pt x="2543463" y="34309"/>
                  <a:pt x="2543552" y="36962"/>
                  <a:pt x="2543552" y="40063"/>
                </a:cubicBezTo>
                <a:lnTo>
                  <a:pt x="2543374" y="45249"/>
                </a:lnTo>
                <a:lnTo>
                  <a:pt x="2543284" y="50794"/>
                </a:lnTo>
                <a:cubicBezTo>
                  <a:pt x="2550677" y="49840"/>
                  <a:pt x="2554909" y="49363"/>
                  <a:pt x="2555983" y="49363"/>
                </a:cubicBezTo>
                <a:cubicBezTo>
                  <a:pt x="2562183" y="49363"/>
                  <a:pt x="2566237" y="49661"/>
                  <a:pt x="2568144" y="50257"/>
                </a:cubicBezTo>
                <a:cubicBezTo>
                  <a:pt x="2571781" y="51457"/>
                  <a:pt x="2573599" y="54285"/>
                  <a:pt x="2573599" y="58741"/>
                </a:cubicBezTo>
                <a:cubicBezTo>
                  <a:pt x="2573599" y="61390"/>
                  <a:pt x="2572780" y="63573"/>
                  <a:pt x="2571140" y="65289"/>
                </a:cubicBezTo>
                <a:cubicBezTo>
                  <a:pt x="2569501" y="67005"/>
                  <a:pt x="2567399" y="67863"/>
                  <a:pt x="2564836" y="67863"/>
                </a:cubicBezTo>
                <a:close/>
                <a:moveTo>
                  <a:pt x="2661081" y="149877"/>
                </a:moveTo>
                <a:cubicBezTo>
                  <a:pt x="2659949" y="149877"/>
                  <a:pt x="2657892" y="148554"/>
                  <a:pt x="2654911" y="145908"/>
                </a:cubicBezTo>
                <a:cubicBezTo>
                  <a:pt x="2652228" y="143444"/>
                  <a:pt x="2650231" y="141249"/>
                  <a:pt x="2648919" y="139325"/>
                </a:cubicBezTo>
                <a:cubicBezTo>
                  <a:pt x="2643196" y="142454"/>
                  <a:pt x="2638159" y="144817"/>
                  <a:pt x="2633807" y="146411"/>
                </a:cubicBezTo>
                <a:cubicBezTo>
                  <a:pt x="2629455" y="148006"/>
                  <a:pt x="2625818" y="148804"/>
                  <a:pt x="2622897" y="148804"/>
                </a:cubicBezTo>
                <a:cubicBezTo>
                  <a:pt x="2608946" y="148804"/>
                  <a:pt x="2598782" y="144869"/>
                  <a:pt x="2592403" y="136999"/>
                </a:cubicBezTo>
                <a:cubicBezTo>
                  <a:pt x="2586381" y="129607"/>
                  <a:pt x="2583371" y="118280"/>
                  <a:pt x="2583371" y="103018"/>
                </a:cubicBezTo>
                <a:cubicBezTo>
                  <a:pt x="2583371" y="88591"/>
                  <a:pt x="2588334" y="76250"/>
                  <a:pt x="2598260" y="65996"/>
                </a:cubicBezTo>
                <a:cubicBezTo>
                  <a:pt x="2608186" y="55742"/>
                  <a:pt x="2620035" y="50615"/>
                  <a:pt x="2633807" y="50615"/>
                </a:cubicBezTo>
                <a:cubicBezTo>
                  <a:pt x="2638993" y="50615"/>
                  <a:pt x="2644806" y="51956"/>
                  <a:pt x="2651244" y="54639"/>
                </a:cubicBezTo>
                <a:cubicBezTo>
                  <a:pt x="2659352" y="57977"/>
                  <a:pt x="2663406" y="62001"/>
                  <a:pt x="2663406" y="66711"/>
                </a:cubicBezTo>
                <a:cubicBezTo>
                  <a:pt x="2663406" y="68321"/>
                  <a:pt x="2662810" y="69752"/>
                  <a:pt x="2661618" y="71004"/>
                </a:cubicBezTo>
                <a:cubicBezTo>
                  <a:pt x="2661022" y="73269"/>
                  <a:pt x="2660560" y="76995"/>
                  <a:pt x="2660232" y="82182"/>
                </a:cubicBezTo>
                <a:cubicBezTo>
                  <a:pt x="2659904" y="87368"/>
                  <a:pt x="2659710" y="94016"/>
                  <a:pt x="2659650" y="102124"/>
                </a:cubicBezTo>
                <a:cubicBezTo>
                  <a:pt x="2659591" y="109516"/>
                  <a:pt x="2660098" y="115359"/>
                  <a:pt x="2661171" y="119651"/>
                </a:cubicBezTo>
                <a:cubicBezTo>
                  <a:pt x="2661767" y="122274"/>
                  <a:pt x="2663645" y="127520"/>
                  <a:pt x="2666804" y="135390"/>
                </a:cubicBezTo>
                <a:cubicBezTo>
                  <a:pt x="2667222" y="136463"/>
                  <a:pt x="2667907" y="138043"/>
                  <a:pt x="2668861" y="140129"/>
                </a:cubicBezTo>
                <a:lnTo>
                  <a:pt x="2669398" y="141650"/>
                </a:lnTo>
                <a:cubicBezTo>
                  <a:pt x="2669398" y="144034"/>
                  <a:pt x="2668563" y="146002"/>
                  <a:pt x="2666894" y="147552"/>
                </a:cubicBezTo>
                <a:cubicBezTo>
                  <a:pt x="2665225" y="149102"/>
                  <a:pt x="2663287" y="149877"/>
                  <a:pt x="2661081" y="149877"/>
                </a:cubicBezTo>
                <a:moveTo>
                  <a:pt x="2642481" y="87760"/>
                </a:moveTo>
                <a:cubicBezTo>
                  <a:pt x="2642481" y="85202"/>
                  <a:pt x="2642645" y="82422"/>
                  <a:pt x="2642973" y="79421"/>
                </a:cubicBezTo>
                <a:cubicBezTo>
                  <a:pt x="2643301" y="76418"/>
                  <a:pt x="2643792" y="73222"/>
                  <a:pt x="2644448" y="69833"/>
                </a:cubicBezTo>
                <a:cubicBezTo>
                  <a:pt x="2642242" y="68702"/>
                  <a:pt x="2640349" y="67869"/>
                  <a:pt x="2638770" y="67334"/>
                </a:cubicBezTo>
                <a:cubicBezTo>
                  <a:pt x="2637190" y="66800"/>
                  <a:pt x="2635923" y="66532"/>
                  <a:pt x="2634969" y="66532"/>
                </a:cubicBezTo>
                <a:cubicBezTo>
                  <a:pt x="2625728" y="66532"/>
                  <a:pt x="2617755" y="70293"/>
                  <a:pt x="2611048" y="77814"/>
                </a:cubicBezTo>
                <a:cubicBezTo>
                  <a:pt x="2604341" y="85335"/>
                  <a:pt x="2600987" y="94001"/>
                  <a:pt x="2600987" y="103812"/>
                </a:cubicBezTo>
                <a:cubicBezTo>
                  <a:pt x="2600987" y="113563"/>
                  <a:pt x="2602716" y="120876"/>
                  <a:pt x="2606174" y="125751"/>
                </a:cubicBezTo>
                <a:cubicBezTo>
                  <a:pt x="2609632" y="130627"/>
                  <a:pt x="2614819" y="133065"/>
                  <a:pt x="2621734" y="133065"/>
                </a:cubicBezTo>
                <a:cubicBezTo>
                  <a:pt x="2627457" y="133065"/>
                  <a:pt x="2632316" y="132024"/>
                  <a:pt x="2636310" y="129943"/>
                </a:cubicBezTo>
                <a:cubicBezTo>
                  <a:pt x="2638457" y="128814"/>
                  <a:pt x="2641467" y="126555"/>
                  <a:pt x="2645342" y="123166"/>
                </a:cubicBezTo>
                <a:cubicBezTo>
                  <a:pt x="2643435" y="107409"/>
                  <a:pt x="2642481" y="95607"/>
                  <a:pt x="2642481" y="87760"/>
                </a:cubicBezTo>
                <a:close/>
                <a:moveTo>
                  <a:pt x="2753690" y="150413"/>
                </a:moveTo>
                <a:cubicBezTo>
                  <a:pt x="2748563" y="150413"/>
                  <a:pt x="2745671" y="147606"/>
                  <a:pt x="2745016" y="141991"/>
                </a:cubicBezTo>
                <a:lnTo>
                  <a:pt x="2742512" y="122364"/>
                </a:lnTo>
                <a:cubicBezTo>
                  <a:pt x="2741677" y="115374"/>
                  <a:pt x="2741260" y="108832"/>
                  <a:pt x="2741260" y="102738"/>
                </a:cubicBezTo>
                <a:cubicBezTo>
                  <a:pt x="2741260" y="101065"/>
                  <a:pt x="2741364" y="98228"/>
                  <a:pt x="2741573" y="94226"/>
                </a:cubicBezTo>
                <a:cubicBezTo>
                  <a:pt x="2741781" y="90223"/>
                  <a:pt x="2741886" y="87384"/>
                  <a:pt x="2741886" y="85711"/>
                </a:cubicBezTo>
                <a:cubicBezTo>
                  <a:pt x="2741886" y="72806"/>
                  <a:pt x="2739501" y="66354"/>
                  <a:pt x="2734732" y="66354"/>
                </a:cubicBezTo>
                <a:cubicBezTo>
                  <a:pt x="2728055" y="66354"/>
                  <a:pt x="2721676" y="70323"/>
                  <a:pt x="2715595" y="78261"/>
                </a:cubicBezTo>
                <a:cubicBezTo>
                  <a:pt x="2710110" y="85482"/>
                  <a:pt x="2705818" y="94613"/>
                  <a:pt x="2702717" y="105653"/>
                </a:cubicBezTo>
                <a:cubicBezTo>
                  <a:pt x="2702598" y="107982"/>
                  <a:pt x="2702330" y="110907"/>
                  <a:pt x="2701913" y="114428"/>
                </a:cubicBezTo>
                <a:cubicBezTo>
                  <a:pt x="2701555" y="117413"/>
                  <a:pt x="2701376" y="120307"/>
                  <a:pt x="2701376" y="123111"/>
                </a:cubicBezTo>
                <a:cubicBezTo>
                  <a:pt x="2701376" y="124901"/>
                  <a:pt x="2701555" y="127587"/>
                  <a:pt x="2701913" y="131167"/>
                </a:cubicBezTo>
                <a:cubicBezTo>
                  <a:pt x="2702270" y="134748"/>
                  <a:pt x="2702449" y="137434"/>
                  <a:pt x="2702449" y="139224"/>
                </a:cubicBezTo>
                <a:cubicBezTo>
                  <a:pt x="2702449" y="141910"/>
                  <a:pt x="2701629" y="144089"/>
                  <a:pt x="2699990" y="145760"/>
                </a:cubicBezTo>
                <a:cubicBezTo>
                  <a:pt x="2698351" y="147431"/>
                  <a:pt x="2696249" y="148267"/>
                  <a:pt x="2693686" y="148267"/>
                </a:cubicBezTo>
                <a:cubicBezTo>
                  <a:pt x="2691062" y="148267"/>
                  <a:pt x="2688946" y="147431"/>
                  <a:pt x="2687336" y="145758"/>
                </a:cubicBezTo>
                <a:cubicBezTo>
                  <a:pt x="2685727" y="144086"/>
                  <a:pt x="2684922" y="141907"/>
                  <a:pt x="2684922" y="139218"/>
                </a:cubicBezTo>
                <a:cubicBezTo>
                  <a:pt x="2684922" y="137428"/>
                  <a:pt x="2684728" y="134741"/>
                  <a:pt x="2684341" y="131159"/>
                </a:cubicBezTo>
                <a:cubicBezTo>
                  <a:pt x="2683953" y="127574"/>
                  <a:pt x="2683759" y="124886"/>
                  <a:pt x="2683759" y="123094"/>
                </a:cubicBezTo>
                <a:cubicBezTo>
                  <a:pt x="2683759" y="116942"/>
                  <a:pt x="2684192" y="108417"/>
                  <a:pt x="2685056" y="97518"/>
                </a:cubicBezTo>
                <a:cubicBezTo>
                  <a:pt x="2685920" y="86620"/>
                  <a:pt x="2686353" y="78094"/>
                  <a:pt x="2686353" y="71943"/>
                </a:cubicBezTo>
                <a:cubicBezTo>
                  <a:pt x="2686353" y="70031"/>
                  <a:pt x="2686248" y="67195"/>
                  <a:pt x="2686040" y="63433"/>
                </a:cubicBezTo>
                <a:cubicBezTo>
                  <a:pt x="2685831" y="59670"/>
                  <a:pt x="2685727" y="56833"/>
                  <a:pt x="2685727" y="54924"/>
                </a:cubicBezTo>
                <a:cubicBezTo>
                  <a:pt x="2685727" y="52355"/>
                  <a:pt x="2686576" y="50250"/>
                  <a:pt x="2688275" y="48608"/>
                </a:cubicBezTo>
                <a:cubicBezTo>
                  <a:pt x="2689974" y="46965"/>
                  <a:pt x="2692076" y="46143"/>
                  <a:pt x="2694580" y="46143"/>
                </a:cubicBezTo>
                <a:cubicBezTo>
                  <a:pt x="2700065" y="46143"/>
                  <a:pt x="2703075" y="50034"/>
                  <a:pt x="2703612" y="57816"/>
                </a:cubicBezTo>
                <a:lnTo>
                  <a:pt x="2703880" y="68321"/>
                </a:lnTo>
                <a:cubicBezTo>
                  <a:pt x="2713896" y="54967"/>
                  <a:pt x="2724180" y="48290"/>
                  <a:pt x="2734732" y="48290"/>
                </a:cubicBezTo>
                <a:cubicBezTo>
                  <a:pt x="2744270" y="48290"/>
                  <a:pt x="2750918" y="52500"/>
                  <a:pt x="2754674" y="60921"/>
                </a:cubicBezTo>
                <a:cubicBezTo>
                  <a:pt x="2757237" y="66534"/>
                  <a:pt x="2758638" y="74836"/>
                  <a:pt x="2758877" y="85826"/>
                </a:cubicBezTo>
                <a:lnTo>
                  <a:pt x="2758877" y="94872"/>
                </a:lnTo>
                <a:lnTo>
                  <a:pt x="2758787" y="103202"/>
                </a:lnTo>
                <a:cubicBezTo>
                  <a:pt x="2758787" y="108160"/>
                  <a:pt x="2759428" y="114566"/>
                  <a:pt x="2760710" y="122420"/>
                </a:cubicBezTo>
                <a:cubicBezTo>
                  <a:pt x="2761992" y="130273"/>
                  <a:pt x="2762632" y="136647"/>
                  <a:pt x="2762632" y="141543"/>
                </a:cubicBezTo>
                <a:cubicBezTo>
                  <a:pt x="2762632" y="144172"/>
                  <a:pt x="2761783" y="146307"/>
                  <a:pt x="2760084" y="147948"/>
                </a:cubicBezTo>
                <a:cubicBezTo>
                  <a:pt x="2758385" y="149592"/>
                  <a:pt x="2756253" y="150413"/>
                  <a:pt x="2753690" y="150413"/>
                </a:cubicBezTo>
                <a:close/>
                <a:moveTo>
                  <a:pt x="2841076" y="67863"/>
                </a:moveTo>
                <a:cubicBezTo>
                  <a:pt x="2839824" y="67863"/>
                  <a:pt x="2838348" y="67803"/>
                  <a:pt x="2836649" y="67684"/>
                </a:cubicBezTo>
                <a:cubicBezTo>
                  <a:pt x="2834950" y="67563"/>
                  <a:pt x="2833475" y="67502"/>
                  <a:pt x="2832223" y="67502"/>
                </a:cubicBezTo>
                <a:cubicBezTo>
                  <a:pt x="2830852" y="67502"/>
                  <a:pt x="2826798" y="67954"/>
                  <a:pt x="2820061" y="68857"/>
                </a:cubicBezTo>
                <a:lnTo>
                  <a:pt x="2821760" y="121649"/>
                </a:lnTo>
                <a:lnTo>
                  <a:pt x="2821850" y="125581"/>
                </a:lnTo>
                <a:lnTo>
                  <a:pt x="2821939" y="130136"/>
                </a:lnTo>
                <a:cubicBezTo>
                  <a:pt x="2822177" y="143177"/>
                  <a:pt x="2819048" y="149698"/>
                  <a:pt x="2812549" y="149698"/>
                </a:cubicBezTo>
                <a:cubicBezTo>
                  <a:pt x="2810165" y="149698"/>
                  <a:pt x="2808093" y="148924"/>
                  <a:pt x="2806334" y="147376"/>
                </a:cubicBezTo>
                <a:cubicBezTo>
                  <a:pt x="2804576" y="145827"/>
                  <a:pt x="2803696" y="143892"/>
                  <a:pt x="2803696" y="141569"/>
                </a:cubicBezTo>
                <a:cubicBezTo>
                  <a:pt x="2803696" y="139307"/>
                  <a:pt x="2803786" y="135913"/>
                  <a:pt x="2803964" y="131388"/>
                </a:cubicBezTo>
                <a:cubicBezTo>
                  <a:pt x="2804143" y="126861"/>
                  <a:pt x="2804233" y="123466"/>
                  <a:pt x="2804233" y="121202"/>
                </a:cubicBezTo>
                <a:lnTo>
                  <a:pt x="2802444" y="69036"/>
                </a:lnTo>
                <a:cubicBezTo>
                  <a:pt x="2798092" y="68857"/>
                  <a:pt x="2791475" y="68348"/>
                  <a:pt x="2782592" y="67508"/>
                </a:cubicBezTo>
                <a:cubicBezTo>
                  <a:pt x="2777286" y="66789"/>
                  <a:pt x="2774633" y="63824"/>
                  <a:pt x="2774633" y="58613"/>
                </a:cubicBezTo>
                <a:cubicBezTo>
                  <a:pt x="2774633" y="55976"/>
                  <a:pt x="2775438" y="53791"/>
                  <a:pt x="2777047" y="52057"/>
                </a:cubicBezTo>
                <a:cubicBezTo>
                  <a:pt x="2778657" y="50320"/>
                  <a:pt x="2780714" y="49452"/>
                  <a:pt x="2783218" y="49452"/>
                </a:cubicBezTo>
                <a:lnTo>
                  <a:pt x="2801997" y="50972"/>
                </a:lnTo>
                <a:cubicBezTo>
                  <a:pt x="2801997" y="47923"/>
                  <a:pt x="2801863" y="43843"/>
                  <a:pt x="2801595" y="38732"/>
                </a:cubicBezTo>
                <a:cubicBezTo>
                  <a:pt x="2801326" y="33620"/>
                  <a:pt x="2801192" y="29929"/>
                  <a:pt x="2801192" y="27658"/>
                </a:cubicBezTo>
                <a:cubicBezTo>
                  <a:pt x="2801192" y="25146"/>
                  <a:pt x="2802057" y="23069"/>
                  <a:pt x="2803786" y="21426"/>
                </a:cubicBezTo>
                <a:cubicBezTo>
                  <a:pt x="2805514" y="19781"/>
                  <a:pt x="2807631" y="18958"/>
                  <a:pt x="2810135" y="18958"/>
                </a:cubicBezTo>
                <a:cubicBezTo>
                  <a:pt x="2815500" y="18958"/>
                  <a:pt x="2818630" y="23340"/>
                  <a:pt x="2819524" y="32104"/>
                </a:cubicBezTo>
                <a:cubicBezTo>
                  <a:pt x="2819703" y="34309"/>
                  <a:pt x="2819793" y="36962"/>
                  <a:pt x="2819793" y="40063"/>
                </a:cubicBezTo>
                <a:lnTo>
                  <a:pt x="2819614" y="45249"/>
                </a:lnTo>
                <a:lnTo>
                  <a:pt x="2819524" y="50794"/>
                </a:lnTo>
                <a:cubicBezTo>
                  <a:pt x="2826917" y="49840"/>
                  <a:pt x="2831150" y="49363"/>
                  <a:pt x="2832223" y="49363"/>
                </a:cubicBezTo>
                <a:cubicBezTo>
                  <a:pt x="2838423" y="49363"/>
                  <a:pt x="2842477" y="49661"/>
                  <a:pt x="2844385" y="50257"/>
                </a:cubicBezTo>
                <a:cubicBezTo>
                  <a:pt x="2848021" y="51457"/>
                  <a:pt x="2849840" y="54285"/>
                  <a:pt x="2849840" y="58741"/>
                </a:cubicBezTo>
                <a:cubicBezTo>
                  <a:pt x="2849840" y="61390"/>
                  <a:pt x="2849020" y="63573"/>
                  <a:pt x="2847380" y="65289"/>
                </a:cubicBezTo>
                <a:cubicBezTo>
                  <a:pt x="2845741" y="67005"/>
                  <a:pt x="2843639" y="67863"/>
                  <a:pt x="2841076" y="67863"/>
                </a:cubicBezTo>
                <a:close/>
                <a:moveTo>
                  <a:pt x="2982249" y="67863"/>
                </a:moveTo>
                <a:cubicBezTo>
                  <a:pt x="2980997" y="67863"/>
                  <a:pt x="2979521" y="67803"/>
                  <a:pt x="2977822" y="67684"/>
                </a:cubicBezTo>
                <a:cubicBezTo>
                  <a:pt x="2976123" y="67563"/>
                  <a:pt x="2974648" y="67502"/>
                  <a:pt x="2973396" y="67502"/>
                </a:cubicBezTo>
                <a:cubicBezTo>
                  <a:pt x="2972024" y="67502"/>
                  <a:pt x="2967970" y="67954"/>
                  <a:pt x="2961234" y="68857"/>
                </a:cubicBezTo>
                <a:lnTo>
                  <a:pt x="2962933" y="121649"/>
                </a:lnTo>
                <a:lnTo>
                  <a:pt x="2963022" y="125581"/>
                </a:lnTo>
                <a:lnTo>
                  <a:pt x="2963112" y="130136"/>
                </a:lnTo>
                <a:cubicBezTo>
                  <a:pt x="2963350" y="143177"/>
                  <a:pt x="2960220" y="149698"/>
                  <a:pt x="2953722" y="149698"/>
                </a:cubicBezTo>
                <a:cubicBezTo>
                  <a:pt x="2951337" y="149698"/>
                  <a:pt x="2949266" y="148924"/>
                  <a:pt x="2947507" y="147376"/>
                </a:cubicBezTo>
                <a:cubicBezTo>
                  <a:pt x="2945748" y="145827"/>
                  <a:pt x="2944869" y="143892"/>
                  <a:pt x="2944869" y="141569"/>
                </a:cubicBezTo>
                <a:cubicBezTo>
                  <a:pt x="2944869" y="139307"/>
                  <a:pt x="2944958" y="135913"/>
                  <a:pt x="2945137" y="131388"/>
                </a:cubicBezTo>
                <a:cubicBezTo>
                  <a:pt x="2945316" y="126861"/>
                  <a:pt x="2945406" y="123466"/>
                  <a:pt x="2945406" y="121202"/>
                </a:cubicBezTo>
                <a:lnTo>
                  <a:pt x="2943617" y="69036"/>
                </a:lnTo>
                <a:cubicBezTo>
                  <a:pt x="2939265" y="68857"/>
                  <a:pt x="2932648" y="68348"/>
                  <a:pt x="2923765" y="67508"/>
                </a:cubicBezTo>
                <a:cubicBezTo>
                  <a:pt x="2918459" y="66789"/>
                  <a:pt x="2915806" y="63824"/>
                  <a:pt x="2915806" y="58613"/>
                </a:cubicBezTo>
                <a:cubicBezTo>
                  <a:pt x="2915806" y="55976"/>
                  <a:pt x="2916611" y="53791"/>
                  <a:pt x="2918220" y="52057"/>
                </a:cubicBezTo>
                <a:cubicBezTo>
                  <a:pt x="2919830" y="50320"/>
                  <a:pt x="2921887" y="49452"/>
                  <a:pt x="2924391" y="49452"/>
                </a:cubicBezTo>
                <a:lnTo>
                  <a:pt x="2943170" y="50972"/>
                </a:lnTo>
                <a:cubicBezTo>
                  <a:pt x="2943170" y="47923"/>
                  <a:pt x="2943036" y="43843"/>
                  <a:pt x="2942767" y="38732"/>
                </a:cubicBezTo>
                <a:cubicBezTo>
                  <a:pt x="2942499" y="33620"/>
                  <a:pt x="2942365" y="29929"/>
                  <a:pt x="2942365" y="27658"/>
                </a:cubicBezTo>
                <a:cubicBezTo>
                  <a:pt x="2942365" y="25146"/>
                  <a:pt x="2943230" y="23069"/>
                  <a:pt x="2944958" y="21426"/>
                </a:cubicBezTo>
                <a:cubicBezTo>
                  <a:pt x="2946687" y="19781"/>
                  <a:pt x="2948804" y="18958"/>
                  <a:pt x="2951308" y="18958"/>
                </a:cubicBezTo>
                <a:cubicBezTo>
                  <a:pt x="2956673" y="18958"/>
                  <a:pt x="2959803" y="23340"/>
                  <a:pt x="2960697" y="32104"/>
                </a:cubicBezTo>
                <a:cubicBezTo>
                  <a:pt x="2960876" y="34309"/>
                  <a:pt x="2960966" y="36962"/>
                  <a:pt x="2960966" y="40063"/>
                </a:cubicBezTo>
                <a:lnTo>
                  <a:pt x="2960787" y="45249"/>
                </a:lnTo>
                <a:lnTo>
                  <a:pt x="2960697" y="50794"/>
                </a:lnTo>
                <a:cubicBezTo>
                  <a:pt x="2968090" y="49840"/>
                  <a:pt x="2972323" y="49363"/>
                  <a:pt x="2973396" y="49363"/>
                </a:cubicBezTo>
                <a:cubicBezTo>
                  <a:pt x="2979596" y="49363"/>
                  <a:pt x="2983650" y="49661"/>
                  <a:pt x="2985557" y="50257"/>
                </a:cubicBezTo>
                <a:cubicBezTo>
                  <a:pt x="2989194" y="51457"/>
                  <a:pt x="2991012" y="54285"/>
                  <a:pt x="2991012" y="58741"/>
                </a:cubicBezTo>
                <a:cubicBezTo>
                  <a:pt x="2991012" y="61390"/>
                  <a:pt x="2990193" y="63573"/>
                  <a:pt x="2988553" y="65289"/>
                </a:cubicBezTo>
                <a:cubicBezTo>
                  <a:pt x="2986914" y="67005"/>
                  <a:pt x="2984812" y="67863"/>
                  <a:pt x="2982249" y="67863"/>
                </a:cubicBezTo>
                <a:close/>
                <a:moveTo>
                  <a:pt x="3042187" y="149340"/>
                </a:moveTo>
                <a:cubicBezTo>
                  <a:pt x="3032172" y="149340"/>
                  <a:pt x="3023557" y="145637"/>
                  <a:pt x="3016343" y="138232"/>
                </a:cubicBezTo>
                <a:cubicBezTo>
                  <a:pt x="3008295" y="129990"/>
                  <a:pt x="3004062" y="118910"/>
                  <a:pt x="3003645" y="104994"/>
                </a:cubicBezTo>
                <a:cubicBezTo>
                  <a:pt x="3003287" y="91496"/>
                  <a:pt x="3006686" y="79611"/>
                  <a:pt x="3013840" y="69338"/>
                </a:cubicBezTo>
                <a:cubicBezTo>
                  <a:pt x="3022186" y="57214"/>
                  <a:pt x="3033811" y="51151"/>
                  <a:pt x="3048715" y="51151"/>
                </a:cubicBezTo>
                <a:cubicBezTo>
                  <a:pt x="3060639" y="51151"/>
                  <a:pt x="3069671" y="56616"/>
                  <a:pt x="3075811" y="67547"/>
                </a:cubicBezTo>
                <a:cubicBezTo>
                  <a:pt x="3080700" y="76385"/>
                  <a:pt x="3083055" y="87015"/>
                  <a:pt x="3082876" y="99438"/>
                </a:cubicBezTo>
                <a:cubicBezTo>
                  <a:pt x="3082697" y="112697"/>
                  <a:pt x="3079239" y="124016"/>
                  <a:pt x="3072502" y="133395"/>
                </a:cubicBezTo>
                <a:cubicBezTo>
                  <a:pt x="3064872" y="144025"/>
                  <a:pt x="3054766" y="149340"/>
                  <a:pt x="3042187" y="149340"/>
                </a:cubicBezTo>
                <a:moveTo>
                  <a:pt x="3047553" y="69394"/>
                </a:moveTo>
                <a:cubicBezTo>
                  <a:pt x="3038789" y="69334"/>
                  <a:pt x="3031963" y="73513"/>
                  <a:pt x="3027074" y="81930"/>
                </a:cubicBezTo>
                <a:cubicBezTo>
                  <a:pt x="3023199" y="88678"/>
                  <a:pt x="3021262" y="96380"/>
                  <a:pt x="3021262" y="105036"/>
                </a:cubicBezTo>
                <a:cubicBezTo>
                  <a:pt x="3021262" y="113693"/>
                  <a:pt x="3023617" y="120440"/>
                  <a:pt x="3028326" y="125276"/>
                </a:cubicBezTo>
                <a:cubicBezTo>
                  <a:pt x="3032261" y="129276"/>
                  <a:pt x="3036881" y="131276"/>
                  <a:pt x="3042187" y="131276"/>
                </a:cubicBezTo>
                <a:cubicBezTo>
                  <a:pt x="3048387" y="131276"/>
                  <a:pt x="3053723" y="129007"/>
                  <a:pt x="3058194" y="124469"/>
                </a:cubicBezTo>
                <a:cubicBezTo>
                  <a:pt x="3063262" y="119455"/>
                  <a:pt x="3065945" y="112680"/>
                  <a:pt x="3066243" y="104141"/>
                </a:cubicBezTo>
                <a:cubicBezTo>
                  <a:pt x="3067077" y="81036"/>
                  <a:pt x="3060847" y="69454"/>
                  <a:pt x="3047553" y="69394"/>
                </a:cubicBezTo>
                <a:close/>
                <a:moveTo>
                  <a:pt x="3179294" y="147552"/>
                </a:moveTo>
                <a:cubicBezTo>
                  <a:pt x="3176015" y="147552"/>
                  <a:pt x="3173481" y="145823"/>
                  <a:pt x="3171693" y="142365"/>
                </a:cubicBezTo>
                <a:cubicBezTo>
                  <a:pt x="3168593" y="136340"/>
                  <a:pt x="3163913" y="129211"/>
                  <a:pt x="3157653" y="120978"/>
                </a:cubicBezTo>
                <a:lnTo>
                  <a:pt x="3141825" y="99413"/>
                </a:lnTo>
                <a:cubicBezTo>
                  <a:pt x="3138367" y="102157"/>
                  <a:pt x="3133001" y="106005"/>
                  <a:pt x="3125728" y="110957"/>
                </a:cubicBezTo>
                <a:cubicBezTo>
                  <a:pt x="3125072" y="120203"/>
                  <a:pt x="3124744" y="129210"/>
                  <a:pt x="3124744" y="137978"/>
                </a:cubicBezTo>
                <a:cubicBezTo>
                  <a:pt x="3124744" y="140662"/>
                  <a:pt x="3123925" y="142839"/>
                  <a:pt x="3122285" y="144508"/>
                </a:cubicBezTo>
                <a:cubicBezTo>
                  <a:pt x="3120646" y="146180"/>
                  <a:pt x="3118544" y="147015"/>
                  <a:pt x="3115981" y="147015"/>
                </a:cubicBezTo>
                <a:cubicBezTo>
                  <a:pt x="3109959" y="147015"/>
                  <a:pt x="3106949" y="142958"/>
                  <a:pt x="3106949" y="134845"/>
                </a:cubicBezTo>
                <a:cubicBezTo>
                  <a:pt x="3106949" y="129895"/>
                  <a:pt x="3107292" y="122484"/>
                  <a:pt x="3107977" y="112612"/>
                </a:cubicBezTo>
                <a:cubicBezTo>
                  <a:pt x="3108663" y="102737"/>
                  <a:pt x="3109006" y="95325"/>
                  <a:pt x="3109006" y="90375"/>
                </a:cubicBezTo>
                <a:cubicBezTo>
                  <a:pt x="3109006" y="81308"/>
                  <a:pt x="3109140" y="70943"/>
                  <a:pt x="3109408" y="59281"/>
                </a:cubicBezTo>
                <a:cubicBezTo>
                  <a:pt x="3109676" y="47618"/>
                  <a:pt x="3109810" y="37313"/>
                  <a:pt x="3109810" y="28365"/>
                </a:cubicBezTo>
                <a:cubicBezTo>
                  <a:pt x="3109810" y="25680"/>
                  <a:pt x="3109676" y="22518"/>
                  <a:pt x="3109408" y="18880"/>
                </a:cubicBezTo>
                <a:cubicBezTo>
                  <a:pt x="3109140" y="15241"/>
                  <a:pt x="3109006" y="12080"/>
                  <a:pt x="3109006" y="9395"/>
                </a:cubicBezTo>
                <a:cubicBezTo>
                  <a:pt x="3109006" y="6711"/>
                  <a:pt x="3109825" y="4534"/>
                  <a:pt x="3111465" y="2864"/>
                </a:cubicBezTo>
                <a:cubicBezTo>
                  <a:pt x="3113104" y="1193"/>
                  <a:pt x="3115206" y="358"/>
                  <a:pt x="3117769" y="358"/>
                </a:cubicBezTo>
                <a:cubicBezTo>
                  <a:pt x="3120333" y="358"/>
                  <a:pt x="3122434" y="1193"/>
                  <a:pt x="3124074" y="2864"/>
                </a:cubicBezTo>
                <a:cubicBezTo>
                  <a:pt x="3125713" y="4534"/>
                  <a:pt x="3126533" y="6711"/>
                  <a:pt x="3126533" y="9395"/>
                </a:cubicBezTo>
                <a:cubicBezTo>
                  <a:pt x="3126533" y="12139"/>
                  <a:pt x="3126682" y="15376"/>
                  <a:pt x="3126980" y="19106"/>
                </a:cubicBezTo>
                <a:cubicBezTo>
                  <a:pt x="3127278" y="22834"/>
                  <a:pt x="3127427" y="26069"/>
                  <a:pt x="3127427" y="28812"/>
                </a:cubicBezTo>
                <a:lnTo>
                  <a:pt x="3126801" y="57626"/>
                </a:lnTo>
                <a:cubicBezTo>
                  <a:pt x="3126503" y="68005"/>
                  <a:pt x="3126414" y="78385"/>
                  <a:pt x="3126533" y="88766"/>
                </a:cubicBezTo>
                <a:cubicBezTo>
                  <a:pt x="3134641" y="82562"/>
                  <a:pt x="3142451" y="75761"/>
                  <a:pt x="3149962" y="68363"/>
                </a:cubicBezTo>
                <a:lnTo>
                  <a:pt x="3169636" y="48052"/>
                </a:lnTo>
                <a:cubicBezTo>
                  <a:pt x="3171603" y="46025"/>
                  <a:pt x="3173720" y="45012"/>
                  <a:pt x="3175985" y="45012"/>
                </a:cubicBezTo>
                <a:cubicBezTo>
                  <a:pt x="3178310" y="45012"/>
                  <a:pt x="3180412" y="45936"/>
                  <a:pt x="3182290" y="47784"/>
                </a:cubicBezTo>
                <a:cubicBezTo>
                  <a:pt x="3184168" y="49632"/>
                  <a:pt x="3185106" y="51779"/>
                  <a:pt x="3185106" y="54225"/>
                </a:cubicBezTo>
                <a:cubicBezTo>
                  <a:pt x="3185106" y="56254"/>
                  <a:pt x="3184242" y="58252"/>
                  <a:pt x="3182513" y="60220"/>
                </a:cubicBezTo>
                <a:cubicBezTo>
                  <a:pt x="3175180" y="68797"/>
                  <a:pt x="3166148" y="77999"/>
                  <a:pt x="3155417" y="87827"/>
                </a:cubicBezTo>
                <a:lnTo>
                  <a:pt x="3174912" y="114448"/>
                </a:lnTo>
                <a:cubicBezTo>
                  <a:pt x="3184033" y="126915"/>
                  <a:pt x="3188594" y="135027"/>
                  <a:pt x="3188594" y="138785"/>
                </a:cubicBezTo>
                <a:cubicBezTo>
                  <a:pt x="3188594" y="141172"/>
                  <a:pt x="3187655" y="143229"/>
                  <a:pt x="3185777" y="144958"/>
                </a:cubicBezTo>
                <a:cubicBezTo>
                  <a:pt x="3183899" y="146687"/>
                  <a:pt x="3181738" y="147552"/>
                  <a:pt x="3179294" y="147552"/>
                </a:cubicBezTo>
                <a:close/>
                <a:moveTo>
                  <a:pt x="3245767" y="148088"/>
                </a:moveTo>
                <a:cubicBezTo>
                  <a:pt x="3232293" y="148088"/>
                  <a:pt x="3221383" y="144717"/>
                  <a:pt x="3213037" y="137975"/>
                </a:cubicBezTo>
                <a:cubicBezTo>
                  <a:pt x="3203916" y="130515"/>
                  <a:pt x="3199355" y="120072"/>
                  <a:pt x="3199355" y="106645"/>
                </a:cubicBezTo>
                <a:cubicBezTo>
                  <a:pt x="3199355" y="91132"/>
                  <a:pt x="3203111" y="78124"/>
                  <a:pt x="3210622" y="67622"/>
                </a:cubicBezTo>
                <a:cubicBezTo>
                  <a:pt x="3218790" y="56165"/>
                  <a:pt x="3229700" y="50436"/>
                  <a:pt x="3243352" y="50436"/>
                </a:cubicBezTo>
                <a:cubicBezTo>
                  <a:pt x="3253248" y="50436"/>
                  <a:pt x="3261327" y="52105"/>
                  <a:pt x="3267586" y="55444"/>
                </a:cubicBezTo>
                <a:cubicBezTo>
                  <a:pt x="3275277" y="59557"/>
                  <a:pt x="3279122" y="65877"/>
                  <a:pt x="3279122" y="74402"/>
                </a:cubicBezTo>
                <a:cubicBezTo>
                  <a:pt x="3279122" y="80363"/>
                  <a:pt x="3275754" y="85789"/>
                  <a:pt x="3269017" y="90677"/>
                </a:cubicBezTo>
                <a:cubicBezTo>
                  <a:pt x="3266036" y="92823"/>
                  <a:pt x="3259717" y="96162"/>
                  <a:pt x="3250059" y="100693"/>
                </a:cubicBezTo>
                <a:lnTo>
                  <a:pt x="3215899" y="116879"/>
                </a:lnTo>
                <a:cubicBezTo>
                  <a:pt x="3219237" y="121827"/>
                  <a:pt x="3223395" y="125553"/>
                  <a:pt x="3228373" y="128057"/>
                </a:cubicBezTo>
                <a:cubicBezTo>
                  <a:pt x="3233351" y="130561"/>
                  <a:pt x="3239149" y="131813"/>
                  <a:pt x="3245767" y="131813"/>
                </a:cubicBezTo>
                <a:cubicBezTo>
                  <a:pt x="3249880" y="131813"/>
                  <a:pt x="3254709" y="131038"/>
                  <a:pt x="3260253" y="129488"/>
                </a:cubicBezTo>
                <a:cubicBezTo>
                  <a:pt x="3267288" y="127520"/>
                  <a:pt x="3271819" y="124942"/>
                  <a:pt x="3273846" y="121752"/>
                </a:cubicBezTo>
                <a:cubicBezTo>
                  <a:pt x="3275873" y="118563"/>
                  <a:pt x="3278049" y="116968"/>
                  <a:pt x="3280374" y="116968"/>
                </a:cubicBezTo>
                <a:cubicBezTo>
                  <a:pt x="3282461" y="116968"/>
                  <a:pt x="3284324" y="117761"/>
                  <a:pt x="3285963" y="119346"/>
                </a:cubicBezTo>
                <a:cubicBezTo>
                  <a:pt x="3287603" y="120930"/>
                  <a:pt x="3288422" y="122768"/>
                  <a:pt x="3288422" y="124860"/>
                </a:cubicBezTo>
                <a:cubicBezTo>
                  <a:pt x="3288422" y="131496"/>
                  <a:pt x="3283087" y="137206"/>
                  <a:pt x="3272415" y="141991"/>
                </a:cubicBezTo>
                <a:cubicBezTo>
                  <a:pt x="3263294" y="146056"/>
                  <a:pt x="3254411" y="148088"/>
                  <a:pt x="3245767" y="148088"/>
                </a:cubicBezTo>
                <a:moveTo>
                  <a:pt x="3243352" y="66532"/>
                </a:moveTo>
                <a:cubicBezTo>
                  <a:pt x="3236079" y="66532"/>
                  <a:pt x="3230028" y="69349"/>
                  <a:pt x="3225199" y="74983"/>
                </a:cubicBezTo>
                <a:cubicBezTo>
                  <a:pt x="3220370" y="80617"/>
                  <a:pt x="3216763" y="89097"/>
                  <a:pt x="3214378" y="100425"/>
                </a:cubicBezTo>
                <a:lnTo>
                  <a:pt x="3241832" y="87368"/>
                </a:lnTo>
                <a:cubicBezTo>
                  <a:pt x="3252623" y="82122"/>
                  <a:pt x="3260313" y="77561"/>
                  <a:pt x="3264904" y="73686"/>
                </a:cubicBezTo>
                <a:cubicBezTo>
                  <a:pt x="3259777" y="68917"/>
                  <a:pt x="3252593" y="66532"/>
                  <a:pt x="3243352" y="66532"/>
                </a:cubicBezTo>
                <a:close/>
                <a:moveTo>
                  <a:pt x="3372560" y="150413"/>
                </a:moveTo>
                <a:cubicBezTo>
                  <a:pt x="3367432" y="150413"/>
                  <a:pt x="3364541" y="147606"/>
                  <a:pt x="3363885" y="141991"/>
                </a:cubicBezTo>
                <a:lnTo>
                  <a:pt x="3361381" y="122364"/>
                </a:lnTo>
                <a:cubicBezTo>
                  <a:pt x="3360547" y="115374"/>
                  <a:pt x="3360129" y="108832"/>
                  <a:pt x="3360129" y="102738"/>
                </a:cubicBezTo>
                <a:cubicBezTo>
                  <a:pt x="3360129" y="101065"/>
                  <a:pt x="3360234" y="98228"/>
                  <a:pt x="3360442" y="94226"/>
                </a:cubicBezTo>
                <a:cubicBezTo>
                  <a:pt x="3360651" y="90223"/>
                  <a:pt x="3360755" y="87384"/>
                  <a:pt x="3360755" y="85711"/>
                </a:cubicBezTo>
                <a:cubicBezTo>
                  <a:pt x="3360755" y="72806"/>
                  <a:pt x="3358371" y="66354"/>
                  <a:pt x="3353601" y="66354"/>
                </a:cubicBezTo>
                <a:cubicBezTo>
                  <a:pt x="3346924" y="66354"/>
                  <a:pt x="3340545" y="70323"/>
                  <a:pt x="3334464" y="78261"/>
                </a:cubicBezTo>
                <a:cubicBezTo>
                  <a:pt x="3328980" y="85482"/>
                  <a:pt x="3324687" y="94613"/>
                  <a:pt x="3321587" y="105653"/>
                </a:cubicBezTo>
                <a:cubicBezTo>
                  <a:pt x="3321468" y="107982"/>
                  <a:pt x="3321200" y="110907"/>
                  <a:pt x="3320782" y="114428"/>
                </a:cubicBezTo>
                <a:cubicBezTo>
                  <a:pt x="3320425" y="117413"/>
                  <a:pt x="3320246" y="120307"/>
                  <a:pt x="3320246" y="123111"/>
                </a:cubicBezTo>
                <a:cubicBezTo>
                  <a:pt x="3320246" y="124901"/>
                  <a:pt x="3320425" y="127587"/>
                  <a:pt x="3320782" y="131167"/>
                </a:cubicBezTo>
                <a:cubicBezTo>
                  <a:pt x="3321140" y="134748"/>
                  <a:pt x="3321319" y="137434"/>
                  <a:pt x="3321319" y="139224"/>
                </a:cubicBezTo>
                <a:cubicBezTo>
                  <a:pt x="3321319" y="141910"/>
                  <a:pt x="3320499" y="144089"/>
                  <a:pt x="3318860" y="145760"/>
                </a:cubicBezTo>
                <a:cubicBezTo>
                  <a:pt x="3317220" y="147431"/>
                  <a:pt x="3315119" y="148267"/>
                  <a:pt x="3312555" y="148267"/>
                </a:cubicBezTo>
                <a:cubicBezTo>
                  <a:pt x="3309932" y="148267"/>
                  <a:pt x="3307816" y="147431"/>
                  <a:pt x="3306206" y="145758"/>
                </a:cubicBezTo>
                <a:cubicBezTo>
                  <a:pt x="3304596" y="144086"/>
                  <a:pt x="3303792" y="141907"/>
                  <a:pt x="3303792" y="139218"/>
                </a:cubicBezTo>
                <a:cubicBezTo>
                  <a:pt x="3303792" y="137428"/>
                  <a:pt x="3303598" y="134741"/>
                  <a:pt x="3303210" y="131159"/>
                </a:cubicBezTo>
                <a:cubicBezTo>
                  <a:pt x="3302823" y="127574"/>
                  <a:pt x="3302629" y="124886"/>
                  <a:pt x="3302629" y="123094"/>
                </a:cubicBezTo>
                <a:cubicBezTo>
                  <a:pt x="3302629" y="116942"/>
                  <a:pt x="3303061" y="108417"/>
                  <a:pt x="3303926" y="97518"/>
                </a:cubicBezTo>
                <a:cubicBezTo>
                  <a:pt x="3304790" y="86620"/>
                  <a:pt x="3305222" y="78094"/>
                  <a:pt x="3305222" y="71943"/>
                </a:cubicBezTo>
                <a:cubicBezTo>
                  <a:pt x="3305222" y="70031"/>
                  <a:pt x="3305118" y="67195"/>
                  <a:pt x="3304909" y="63433"/>
                </a:cubicBezTo>
                <a:cubicBezTo>
                  <a:pt x="3304701" y="59670"/>
                  <a:pt x="3304596" y="56833"/>
                  <a:pt x="3304596" y="54924"/>
                </a:cubicBezTo>
                <a:cubicBezTo>
                  <a:pt x="3304596" y="52355"/>
                  <a:pt x="3305446" y="50250"/>
                  <a:pt x="3307145" y="48608"/>
                </a:cubicBezTo>
                <a:cubicBezTo>
                  <a:pt x="3308844" y="46965"/>
                  <a:pt x="3310946" y="46143"/>
                  <a:pt x="3313449" y="46143"/>
                </a:cubicBezTo>
                <a:cubicBezTo>
                  <a:pt x="3318934" y="46143"/>
                  <a:pt x="3321945" y="50034"/>
                  <a:pt x="3322481" y="57816"/>
                </a:cubicBezTo>
                <a:lnTo>
                  <a:pt x="3322750" y="68321"/>
                </a:lnTo>
                <a:cubicBezTo>
                  <a:pt x="3332765" y="54967"/>
                  <a:pt x="3343049" y="48290"/>
                  <a:pt x="3353601" y="48290"/>
                </a:cubicBezTo>
                <a:cubicBezTo>
                  <a:pt x="3363140" y="48290"/>
                  <a:pt x="3369787" y="52500"/>
                  <a:pt x="3373543" y="60921"/>
                </a:cubicBezTo>
                <a:cubicBezTo>
                  <a:pt x="3376107" y="66534"/>
                  <a:pt x="3377508" y="74836"/>
                  <a:pt x="3377746" y="85826"/>
                </a:cubicBezTo>
                <a:lnTo>
                  <a:pt x="3377746" y="94872"/>
                </a:lnTo>
                <a:lnTo>
                  <a:pt x="3377657" y="103202"/>
                </a:lnTo>
                <a:cubicBezTo>
                  <a:pt x="3377657" y="108160"/>
                  <a:pt x="3378298" y="114566"/>
                  <a:pt x="3379579" y="122420"/>
                </a:cubicBezTo>
                <a:cubicBezTo>
                  <a:pt x="3380861" y="130273"/>
                  <a:pt x="3381502" y="136647"/>
                  <a:pt x="3381502" y="141543"/>
                </a:cubicBezTo>
                <a:cubicBezTo>
                  <a:pt x="3381502" y="144172"/>
                  <a:pt x="3380652" y="146307"/>
                  <a:pt x="3378953" y="147948"/>
                </a:cubicBezTo>
                <a:cubicBezTo>
                  <a:pt x="3377254" y="149592"/>
                  <a:pt x="3375123" y="150413"/>
                  <a:pt x="3372560" y="150413"/>
                </a:cubicBezTo>
                <a:close/>
                <a:moveTo>
                  <a:pt x="3460482" y="75117"/>
                </a:moveTo>
                <a:cubicBezTo>
                  <a:pt x="3457203" y="75117"/>
                  <a:pt x="3454908" y="74022"/>
                  <a:pt x="3453596" y="71831"/>
                </a:cubicBezTo>
                <a:cubicBezTo>
                  <a:pt x="3452702" y="70292"/>
                  <a:pt x="3451927" y="67095"/>
                  <a:pt x="3451271" y="62240"/>
                </a:cubicBezTo>
                <a:cubicBezTo>
                  <a:pt x="3446800" y="63371"/>
                  <a:pt x="3439914" y="65455"/>
                  <a:pt x="3430614" y="68491"/>
                </a:cubicBezTo>
                <a:cubicBezTo>
                  <a:pt x="3421016" y="72303"/>
                  <a:pt x="3416187" y="77007"/>
                  <a:pt x="3416127" y="82604"/>
                </a:cubicBezTo>
                <a:cubicBezTo>
                  <a:pt x="3417916" y="83260"/>
                  <a:pt x="3419674" y="83736"/>
                  <a:pt x="3421403" y="84035"/>
                </a:cubicBezTo>
                <a:cubicBezTo>
                  <a:pt x="3435115" y="86475"/>
                  <a:pt x="3445310" y="89840"/>
                  <a:pt x="3451987" y="94128"/>
                </a:cubicBezTo>
                <a:cubicBezTo>
                  <a:pt x="3461704" y="100383"/>
                  <a:pt x="3466563" y="109436"/>
                  <a:pt x="3466563" y="121289"/>
                </a:cubicBezTo>
                <a:cubicBezTo>
                  <a:pt x="3466563" y="130997"/>
                  <a:pt x="3462360" y="138322"/>
                  <a:pt x="3453954" y="143265"/>
                </a:cubicBezTo>
                <a:cubicBezTo>
                  <a:pt x="3446979" y="147315"/>
                  <a:pt x="3438156" y="149340"/>
                  <a:pt x="3427484" y="149340"/>
                </a:cubicBezTo>
                <a:cubicBezTo>
                  <a:pt x="3419674" y="149340"/>
                  <a:pt x="3412222" y="148029"/>
                  <a:pt x="3405128" y="145405"/>
                </a:cubicBezTo>
                <a:cubicBezTo>
                  <a:pt x="3395947" y="142067"/>
                  <a:pt x="3391356" y="137417"/>
                  <a:pt x="3391356" y="131455"/>
                </a:cubicBezTo>
                <a:cubicBezTo>
                  <a:pt x="3391356" y="129070"/>
                  <a:pt x="3392295" y="126984"/>
                  <a:pt x="3394173" y="125195"/>
                </a:cubicBezTo>
                <a:cubicBezTo>
                  <a:pt x="3396051" y="123407"/>
                  <a:pt x="3398183" y="122513"/>
                  <a:pt x="3400567" y="122513"/>
                </a:cubicBezTo>
                <a:cubicBezTo>
                  <a:pt x="3402415" y="122513"/>
                  <a:pt x="3404800" y="123943"/>
                  <a:pt x="3407721" y="126805"/>
                </a:cubicBezTo>
                <a:cubicBezTo>
                  <a:pt x="3409152" y="128176"/>
                  <a:pt x="3412371" y="129309"/>
                  <a:pt x="3417379" y="130203"/>
                </a:cubicBezTo>
                <a:cubicBezTo>
                  <a:pt x="3421373" y="130919"/>
                  <a:pt x="3424742" y="131276"/>
                  <a:pt x="3427484" y="131276"/>
                </a:cubicBezTo>
                <a:cubicBezTo>
                  <a:pt x="3432492" y="131276"/>
                  <a:pt x="3436904" y="130681"/>
                  <a:pt x="3440719" y="129491"/>
                </a:cubicBezTo>
                <a:cubicBezTo>
                  <a:pt x="3446264" y="127764"/>
                  <a:pt x="3449036" y="125025"/>
                  <a:pt x="3449036" y="121275"/>
                </a:cubicBezTo>
                <a:cubicBezTo>
                  <a:pt x="3449036" y="113176"/>
                  <a:pt x="3443372" y="107698"/>
                  <a:pt x="3432045" y="104840"/>
                </a:cubicBezTo>
                <a:lnTo>
                  <a:pt x="3422745" y="102783"/>
                </a:lnTo>
                <a:cubicBezTo>
                  <a:pt x="3414816" y="101052"/>
                  <a:pt x="3409182" y="99024"/>
                  <a:pt x="3405843" y="96697"/>
                </a:cubicBezTo>
                <a:cubicBezTo>
                  <a:pt x="3401014" y="93356"/>
                  <a:pt x="3398600" y="88317"/>
                  <a:pt x="3398600" y="81578"/>
                </a:cubicBezTo>
                <a:cubicBezTo>
                  <a:pt x="3398600" y="69111"/>
                  <a:pt x="3404472" y="60222"/>
                  <a:pt x="3416217" y="54913"/>
                </a:cubicBezTo>
                <a:cubicBezTo>
                  <a:pt x="3419794" y="53303"/>
                  <a:pt x="3425517" y="51380"/>
                  <a:pt x="3433386" y="49145"/>
                </a:cubicBezTo>
                <a:cubicBezTo>
                  <a:pt x="3441256" y="46907"/>
                  <a:pt x="3446889" y="45013"/>
                  <a:pt x="3450288" y="43461"/>
                </a:cubicBezTo>
                <a:cubicBezTo>
                  <a:pt x="3452732" y="42388"/>
                  <a:pt x="3455385" y="41851"/>
                  <a:pt x="3458246" y="41851"/>
                </a:cubicBezTo>
                <a:cubicBezTo>
                  <a:pt x="3460810" y="41851"/>
                  <a:pt x="3462912" y="42686"/>
                  <a:pt x="3464551" y="44355"/>
                </a:cubicBezTo>
                <a:cubicBezTo>
                  <a:pt x="3466190" y="46024"/>
                  <a:pt x="3467010" y="48200"/>
                  <a:pt x="3467010" y="50883"/>
                </a:cubicBezTo>
                <a:cubicBezTo>
                  <a:pt x="3467010" y="52612"/>
                  <a:pt x="3467383" y="55146"/>
                  <a:pt x="3468128" y="58484"/>
                </a:cubicBezTo>
                <a:cubicBezTo>
                  <a:pt x="3468873" y="61823"/>
                  <a:pt x="3469246" y="64356"/>
                  <a:pt x="3469246" y="66085"/>
                </a:cubicBezTo>
                <a:cubicBezTo>
                  <a:pt x="3469246" y="68768"/>
                  <a:pt x="3468426" y="70944"/>
                  <a:pt x="3466787" y="72613"/>
                </a:cubicBezTo>
                <a:cubicBezTo>
                  <a:pt x="3465147" y="74283"/>
                  <a:pt x="3463046" y="75117"/>
                  <a:pt x="3460482" y="7511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856f63bfa4d8e"/>
          <a:stretch xmlns:a="http://schemas.openxmlformats.org/drawingml/2006/main"/>
        </p:blipFill>
        <p:spPr>
          <a:xfrm xmlns:a="http://schemas.openxmlformats.org/drawingml/2006/main">
            <a:off x="1082244" y="6351828"/>
            <a:ext cx="248769" cy="248769"/>
          </a:xfrm>
          <a:prstGeom xmlns:a="http://schemas.openxmlformats.org/drawingml/2006/main" prst="rect">
            <a:avLst/>
          </a:prstGeom>
        </p:spPr>
      </p:pic>
      <p:pic>
        <p:nvPicPr>
          <p:cNvPr id="3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36e272ccc4477b"/>
          <a:stretch xmlns:a="http://schemas.openxmlformats.org/drawingml/2006/main"/>
        </p:blipFill>
        <p:spPr>
          <a:xfrm xmlns:a="http://schemas.openxmlformats.org/drawingml/2006/main">
            <a:off x="4106711" y="5303642"/>
            <a:ext cx="259162" cy="273461"/>
          </a:xfrm>
          <a:prstGeom xmlns:a="http://schemas.openxmlformats.org/drawingml/2006/main" prst="rect">
            <a:avLst/>
          </a:prstGeom>
        </p:spPr>
      </p:pic>
      <p:sp>
        <p:nvSpPr>
          <p:cNvPr id="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788AC3-DB71-4E67-AB5C-91A460C3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07577" y="5601553"/>
            <a:ext cx="10" cy="247243"/>
          </a:xfrm>
          <a:custGeom xmlns:a="http://schemas.openxmlformats.org/drawingml/2006/main">
            <a:pathLst>
              <a:path w="1" h="247243">
                <a:moveTo>
                  <a:pt x="0" y="0"/>
                </a:moveTo>
                <a:lnTo>
                  <a:pt x="0" y="247243"/>
                </a:lnTo>
              </a:path>
            </a:pathLst>
          </a:custGeom>
          <a:solidFill xmlns:a="http://schemas.openxmlformats.org/drawingml/2006/main">
            <a:srgbClr val="59595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01B48-07B2-42D2-906F-086D9392A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8343" y="5592167"/>
            <a:ext cx="19077" cy="265557"/>
          </a:xfrm>
          <a:custGeom xmlns:a="http://schemas.openxmlformats.org/drawingml/2006/main">
            <a:pathLst>
              <a:path w="19077" h="265557">
                <a:moveTo>
                  <a:pt x="19077" y="9539"/>
                </a:moveTo>
                <a:lnTo>
                  <a:pt x="19077" y="28616"/>
                </a:lnTo>
                <a:lnTo>
                  <a:pt x="0" y="28616"/>
                </a:lnTo>
                <a:lnTo>
                  <a:pt x="0" y="9539"/>
                </a:lnTo>
                <a:lnTo>
                  <a:pt x="0" y="0"/>
                </a:lnTo>
                <a:lnTo>
                  <a:pt x="19077" y="0"/>
                </a:lnTo>
                <a:lnTo>
                  <a:pt x="19077" y="9539"/>
                </a:lnTo>
                <a:close/>
                <a:moveTo>
                  <a:pt x="19077" y="47693"/>
                </a:moveTo>
                <a:lnTo>
                  <a:pt x="19077" y="66771"/>
                </a:lnTo>
                <a:lnTo>
                  <a:pt x="0" y="66771"/>
                </a:lnTo>
                <a:lnTo>
                  <a:pt x="0" y="47693"/>
                </a:lnTo>
                <a:lnTo>
                  <a:pt x="19077" y="47693"/>
                </a:lnTo>
                <a:close/>
                <a:moveTo>
                  <a:pt x="19077" y="85848"/>
                </a:moveTo>
                <a:lnTo>
                  <a:pt x="19077" y="104926"/>
                </a:lnTo>
                <a:lnTo>
                  <a:pt x="0" y="104926"/>
                </a:lnTo>
                <a:lnTo>
                  <a:pt x="0" y="85848"/>
                </a:lnTo>
                <a:lnTo>
                  <a:pt x="19077" y="85848"/>
                </a:lnTo>
                <a:close/>
                <a:moveTo>
                  <a:pt x="19077" y="124003"/>
                </a:moveTo>
                <a:lnTo>
                  <a:pt x="19077" y="143080"/>
                </a:lnTo>
                <a:lnTo>
                  <a:pt x="0" y="143080"/>
                </a:lnTo>
                <a:lnTo>
                  <a:pt x="0" y="124003"/>
                </a:lnTo>
                <a:lnTo>
                  <a:pt x="19077" y="124003"/>
                </a:lnTo>
                <a:close/>
                <a:moveTo>
                  <a:pt x="19077" y="162158"/>
                </a:moveTo>
                <a:lnTo>
                  <a:pt x="19077" y="181235"/>
                </a:lnTo>
                <a:lnTo>
                  <a:pt x="0" y="181235"/>
                </a:lnTo>
                <a:lnTo>
                  <a:pt x="0" y="162158"/>
                </a:lnTo>
                <a:lnTo>
                  <a:pt x="19077" y="162158"/>
                </a:lnTo>
                <a:close/>
                <a:moveTo>
                  <a:pt x="19077" y="200313"/>
                </a:moveTo>
                <a:lnTo>
                  <a:pt x="19077" y="219390"/>
                </a:lnTo>
                <a:lnTo>
                  <a:pt x="0" y="219390"/>
                </a:lnTo>
                <a:lnTo>
                  <a:pt x="0" y="200313"/>
                </a:lnTo>
                <a:lnTo>
                  <a:pt x="19077" y="200313"/>
                </a:lnTo>
                <a:close/>
                <a:moveTo>
                  <a:pt x="19077" y="238467"/>
                </a:moveTo>
                <a:lnTo>
                  <a:pt x="19077" y="256018"/>
                </a:lnTo>
                <a:lnTo>
                  <a:pt x="19077" y="265557"/>
                </a:lnTo>
                <a:lnTo>
                  <a:pt x="0" y="265557"/>
                </a:lnTo>
                <a:lnTo>
                  <a:pt x="0" y="256018"/>
                </a:lnTo>
                <a:lnTo>
                  <a:pt x="0" y="238467"/>
                </a:lnTo>
                <a:lnTo>
                  <a:pt x="19077" y="238467"/>
                </a:lnTo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Text RedundantSensitive">
            <a:extLst xmlns:a="http://schemas.openxmlformats.org/drawingml/2006/main">
              <a:ext uri="{FF2B5EF4-FFF2-40B4-BE49-F238E27FC236}">
                <a16:creationId xmlns:a16="http://schemas.microsoft.com/office/drawing/2014/main" id="{9A62BF69-CD6C-4CA5-985B-0F3C9AFCB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3894" y="5944287"/>
            <a:ext cx="1268729" cy="104846"/>
          </a:xfrm>
          <a:custGeom xmlns:a="http://schemas.openxmlformats.org/drawingml/2006/main">
            <a:pathLst>
              <a:path w="1268729" h="104846">
                <a:moveTo>
                  <a:pt x="71182" y="100548"/>
                </a:moveTo>
                <a:cubicBezTo>
                  <a:pt x="71182" y="101091"/>
                  <a:pt x="71084" y="101549"/>
                  <a:pt x="70886" y="101919"/>
                </a:cubicBezTo>
                <a:cubicBezTo>
                  <a:pt x="70688" y="102289"/>
                  <a:pt x="70219" y="102597"/>
                  <a:pt x="69477" y="102844"/>
                </a:cubicBezTo>
                <a:cubicBezTo>
                  <a:pt x="68736" y="103091"/>
                  <a:pt x="67648" y="103264"/>
                  <a:pt x="66215" y="103363"/>
                </a:cubicBezTo>
                <a:cubicBezTo>
                  <a:pt x="64781" y="103462"/>
                  <a:pt x="62828" y="103511"/>
                  <a:pt x="60357" y="103511"/>
                </a:cubicBezTo>
                <a:cubicBezTo>
                  <a:pt x="58281" y="103511"/>
                  <a:pt x="56625" y="103462"/>
                  <a:pt x="55389" y="103363"/>
                </a:cubicBezTo>
                <a:cubicBezTo>
                  <a:pt x="54153" y="103264"/>
                  <a:pt x="53177" y="103079"/>
                  <a:pt x="52460" y="102809"/>
                </a:cubicBezTo>
                <a:cubicBezTo>
                  <a:pt x="51743" y="102537"/>
                  <a:pt x="51237" y="102192"/>
                  <a:pt x="50940" y="101773"/>
                </a:cubicBezTo>
                <a:cubicBezTo>
                  <a:pt x="50643" y="101353"/>
                  <a:pt x="50396" y="100847"/>
                  <a:pt x="50198" y="100256"/>
                </a:cubicBezTo>
                <a:lnTo>
                  <a:pt x="41597" y="78866"/>
                </a:lnTo>
                <a:cubicBezTo>
                  <a:pt x="40559" y="76449"/>
                  <a:pt x="39546" y="74302"/>
                  <a:pt x="38557" y="72427"/>
                </a:cubicBezTo>
                <a:cubicBezTo>
                  <a:pt x="37569" y="70551"/>
                  <a:pt x="36469" y="68985"/>
                  <a:pt x="35258" y="67728"/>
                </a:cubicBezTo>
                <a:cubicBezTo>
                  <a:pt x="34046" y="66469"/>
                  <a:pt x="32650" y="65519"/>
                  <a:pt x="31068" y="64878"/>
                </a:cubicBezTo>
                <a:cubicBezTo>
                  <a:pt x="29486" y="64236"/>
                  <a:pt x="27657" y="63916"/>
                  <a:pt x="25581" y="63916"/>
                </a:cubicBezTo>
                <a:lnTo>
                  <a:pt x="19501" y="63916"/>
                </a:lnTo>
                <a:lnTo>
                  <a:pt x="19501" y="100404"/>
                </a:lnTo>
                <a:cubicBezTo>
                  <a:pt x="19501" y="100897"/>
                  <a:pt x="19340" y="101341"/>
                  <a:pt x="19019" y="101736"/>
                </a:cubicBezTo>
                <a:cubicBezTo>
                  <a:pt x="18698" y="102130"/>
                  <a:pt x="18166" y="102451"/>
                  <a:pt x="17425" y="102698"/>
                </a:cubicBezTo>
                <a:cubicBezTo>
                  <a:pt x="16683" y="102944"/>
                  <a:pt x="15695" y="103140"/>
                  <a:pt x="14459" y="103289"/>
                </a:cubicBezTo>
                <a:cubicBezTo>
                  <a:pt x="13223" y="103437"/>
                  <a:pt x="11641" y="103511"/>
                  <a:pt x="9713" y="103511"/>
                </a:cubicBezTo>
                <a:cubicBezTo>
                  <a:pt x="7835" y="103511"/>
                  <a:pt x="6266" y="103437"/>
                  <a:pt x="5005" y="103289"/>
                </a:cubicBezTo>
                <a:cubicBezTo>
                  <a:pt x="3744" y="103140"/>
                  <a:pt x="2743" y="102943"/>
                  <a:pt x="2002" y="102696"/>
                </a:cubicBezTo>
                <a:cubicBezTo>
                  <a:pt x="1261" y="102448"/>
                  <a:pt x="741" y="102127"/>
                  <a:pt x="445" y="101732"/>
                </a:cubicBezTo>
                <a:cubicBezTo>
                  <a:pt x="148" y="101336"/>
                  <a:pt x="0" y="100891"/>
                  <a:pt x="0" y="100397"/>
                </a:cubicBezTo>
                <a:lnTo>
                  <a:pt x="0" y="13273"/>
                </a:lnTo>
                <a:cubicBezTo>
                  <a:pt x="0" y="11098"/>
                  <a:pt x="556" y="9528"/>
                  <a:pt x="1668" y="8564"/>
                </a:cubicBezTo>
                <a:cubicBezTo>
                  <a:pt x="2781" y="7600"/>
                  <a:pt x="4152" y="7118"/>
                  <a:pt x="5784" y="7118"/>
                </a:cubicBezTo>
                <a:lnTo>
                  <a:pt x="30623" y="7118"/>
                </a:lnTo>
                <a:cubicBezTo>
                  <a:pt x="33144" y="7118"/>
                  <a:pt x="35221" y="7168"/>
                  <a:pt x="36852" y="7267"/>
                </a:cubicBezTo>
                <a:cubicBezTo>
                  <a:pt x="38483" y="7365"/>
                  <a:pt x="39966" y="7489"/>
                  <a:pt x="41301" y="7637"/>
                </a:cubicBezTo>
                <a:cubicBezTo>
                  <a:pt x="45156" y="8183"/>
                  <a:pt x="48629" y="9123"/>
                  <a:pt x="51719" y="10460"/>
                </a:cubicBezTo>
                <a:cubicBezTo>
                  <a:pt x="54808" y="11794"/>
                  <a:pt x="57428" y="13538"/>
                  <a:pt x="59578" y="15692"/>
                </a:cubicBezTo>
                <a:cubicBezTo>
                  <a:pt x="61729" y="17844"/>
                  <a:pt x="63372" y="20392"/>
                  <a:pt x="64509" y="23336"/>
                </a:cubicBezTo>
                <a:cubicBezTo>
                  <a:pt x="65646" y="26279"/>
                  <a:pt x="66215" y="29655"/>
                  <a:pt x="66215" y="33464"/>
                </a:cubicBezTo>
                <a:cubicBezTo>
                  <a:pt x="66215" y="36680"/>
                  <a:pt x="65807" y="39612"/>
                  <a:pt x="64991" y="42260"/>
                </a:cubicBezTo>
                <a:cubicBezTo>
                  <a:pt x="64175" y="44906"/>
                  <a:pt x="62977" y="47269"/>
                  <a:pt x="61395" y="49348"/>
                </a:cubicBezTo>
                <a:cubicBezTo>
                  <a:pt x="59813" y="51426"/>
                  <a:pt x="57860" y="53232"/>
                  <a:pt x="55537" y="54766"/>
                </a:cubicBezTo>
                <a:cubicBezTo>
                  <a:pt x="53214" y="56298"/>
                  <a:pt x="50569" y="57535"/>
                  <a:pt x="47603" y="58475"/>
                </a:cubicBezTo>
                <a:cubicBezTo>
                  <a:pt x="49037" y="59167"/>
                  <a:pt x="50384" y="60007"/>
                  <a:pt x="51644" y="60994"/>
                </a:cubicBezTo>
                <a:cubicBezTo>
                  <a:pt x="52905" y="61981"/>
                  <a:pt x="54091" y="63178"/>
                  <a:pt x="55204" y="64586"/>
                </a:cubicBezTo>
                <a:cubicBezTo>
                  <a:pt x="56316" y="65993"/>
                  <a:pt x="57366" y="67598"/>
                  <a:pt x="58355" y="69401"/>
                </a:cubicBezTo>
                <a:cubicBezTo>
                  <a:pt x="59343" y="71203"/>
                  <a:pt x="60307" y="73240"/>
                  <a:pt x="61247" y="75511"/>
                </a:cubicBezTo>
                <a:lnTo>
                  <a:pt x="69329" y="94400"/>
                </a:lnTo>
                <a:cubicBezTo>
                  <a:pt x="70070" y="96277"/>
                  <a:pt x="70565" y="97648"/>
                  <a:pt x="70812" y="98513"/>
                </a:cubicBezTo>
                <a:cubicBezTo>
                  <a:pt x="71059" y="99377"/>
                  <a:pt x="71182" y="100055"/>
                  <a:pt x="71182" y="100548"/>
                </a:cubicBezTo>
                <a:moveTo>
                  <a:pt x="46046" y="35480"/>
                </a:moveTo>
                <a:cubicBezTo>
                  <a:pt x="46046" y="32326"/>
                  <a:pt x="45329" y="29664"/>
                  <a:pt x="43896" y="27495"/>
                </a:cubicBezTo>
                <a:cubicBezTo>
                  <a:pt x="42462" y="25325"/>
                  <a:pt x="40114" y="23796"/>
                  <a:pt x="36852" y="22910"/>
                </a:cubicBezTo>
                <a:cubicBezTo>
                  <a:pt x="35863" y="22662"/>
                  <a:pt x="34739" y="22465"/>
                  <a:pt x="33478" y="22319"/>
                </a:cubicBezTo>
                <a:cubicBezTo>
                  <a:pt x="32217" y="22170"/>
                  <a:pt x="30475" y="22096"/>
                  <a:pt x="28251" y="22096"/>
                </a:cubicBezTo>
                <a:lnTo>
                  <a:pt x="19501" y="22096"/>
                </a:lnTo>
                <a:lnTo>
                  <a:pt x="19501" y="49235"/>
                </a:lnTo>
                <a:lnTo>
                  <a:pt x="29437" y="49235"/>
                </a:lnTo>
                <a:cubicBezTo>
                  <a:pt x="32205" y="49235"/>
                  <a:pt x="34627" y="48902"/>
                  <a:pt x="36703" y="48236"/>
                </a:cubicBezTo>
                <a:cubicBezTo>
                  <a:pt x="38780" y="47570"/>
                  <a:pt x="40510" y="46634"/>
                  <a:pt x="41894" y="45427"/>
                </a:cubicBezTo>
                <a:cubicBezTo>
                  <a:pt x="43278" y="44219"/>
                  <a:pt x="44316" y="42777"/>
                  <a:pt x="45008" y="41101"/>
                </a:cubicBezTo>
                <a:cubicBezTo>
                  <a:pt x="45700" y="39425"/>
                  <a:pt x="46046" y="37552"/>
                  <a:pt x="46046" y="35480"/>
                </a:cubicBezTo>
                <a:close/>
                <a:moveTo>
                  <a:pt x="143927" y="65536"/>
                </a:moveTo>
                <a:cubicBezTo>
                  <a:pt x="143927" y="67814"/>
                  <a:pt x="143420" y="69498"/>
                  <a:pt x="142407" y="70587"/>
                </a:cubicBezTo>
                <a:cubicBezTo>
                  <a:pt x="141393" y="71676"/>
                  <a:pt x="139997" y="72221"/>
                  <a:pt x="138217" y="72221"/>
                </a:cubicBezTo>
                <a:lnTo>
                  <a:pt x="97955" y="72221"/>
                </a:lnTo>
                <a:cubicBezTo>
                  <a:pt x="97955" y="75049"/>
                  <a:pt x="98288" y="77617"/>
                  <a:pt x="98956" y="79925"/>
                </a:cubicBezTo>
                <a:cubicBezTo>
                  <a:pt x="99623" y="82233"/>
                  <a:pt x="100686" y="84194"/>
                  <a:pt x="102144" y="85808"/>
                </a:cubicBezTo>
                <a:cubicBezTo>
                  <a:pt x="103602" y="87421"/>
                  <a:pt x="105481" y="88649"/>
                  <a:pt x="107779" y="89493"/>
                </a:cubicBezTo>
                <a:cubicBezTo>
                  <a:pt x="110078" y="90336"/>
                  <a:pt x="112834" y="90758"/>
                  <a:pt x="116047" y="90758"/>
                </a:cubicBezTo>
                <a:cubicBezTo>
                  <a:pt x="119309" y="90758"/>
                  <a:pt x="122176" y="90519"/>
                  <a:pt x="124648" y="90042"/>
                </a:cubicBezTo>
                <a:cubicBezTo>
                  <a:pt x="127120" y="89564"/>
                  <a:pt x="129258" y="89037"/>
                  <a:pt x="131062" y="88459"/>
                </a:cubicBezTo>
                <a:cubicBezTo>
                  <a:pt x="132866" y="87881"/>
                  <a:pt x="134361" y="87354"/>
                  <a:pt x="135548" y="86876"/>
                </a:cubicBezTo>
                <a:cubicBezTo>
                  <a:pt x="136734" y="86399"/>
                  <a:pt x="137698" y="86160"/>
                  <a:pt x="138440" y="86160"/>
                </a:cubicBezTo>
                <a:cubicBezTo>
                  <a:pt x="138884" y="86160"/>
                  <a:pt x="139255" y="86248"/>
                  <a:pt x="139552" y="86422"/>
                </a:cubicBezTo>
                <a:cubicBezTo>
                  <a:pt x="139848" y="86595"/>
                  <a:pt x="140096" y="86906"/>
                  <a:pt x="140293" y="87354"/>
                </a:cubicBezTo>
                <a:cubicBezTo>
                  <a:pt x="140491" y="87800"/>
                  <a:pt x="140627" y="88434"/>
                  <a:pt x="140701" y="89254"/>
                </a:cubicBezTo>
                <a:cubicBezTo>
                  <a:pt x="140775" y="90074"/>
                  <a:pt x="140812" y="91105"/>
                  <a:pt x="140812" y="92347"/>
                </a:cubicBezTo>
                <a:cubicBezTo>
                  <a:pt x="140812" y="93441"/>
                  <a:pt x="140788" y="94373"/>
                  <a:pt x="140738" y="95144"/>
                </a:cubicBezTo>
                <a:cubicBezTo>
                  <a:pt x="140689" y="95913"/>
                  <a:pt x="140615" y="96571"/>
                  <a:pt x="140516" y="97118"/>
                </a:cubicBezTo>
                <a:cubicBezTo>
                  <a:pt x="140417" y="97665"/>
                  <a:pt x="140269" y="98125"/>
                  <a:pt x="140071" y="98499"/>
                </a:cubicBezTo>
                <a:cubicBezTo>
                  <a:pt x="139873" y="98872"/>
                  <a:pt x="139614" y="99231"/>
                  <a:pt x="139292" y="99579"/>
                </a:cubicBezTo>
                <a:cubicBezTo>
                  <a:pt x="138971" y="99927"/>
                  <a:pt x="138094" y="100397"/>
                  <a:pt x="136660" y="100990"/>
                </a:cubicBezTo>
                <a:cubicBezTo>
                  <a:pt x="135226" y="101583"/>
                  <a:pt x="133397" y="102164"/>
                  <a:pt x="131173" y="102733"/>
                </a:cubicBezTo>
                <a:cubicBezTo>
                  <a:pt x="128949" y="103301"/>
                  <a:pt x="126403" y="103795"/>
                  <a:pt x="123536" y="104216"/>
                </a:cubicBezTo>
                <a:cubicBezTo>
                  <a:pt x="120669" y="104636"/>
                  <a:pt x="117604" y="104846"/>
                  <a:pt x="114341" y="104846"/>
                </a:cubicBezTo>
                <a:cubicBezTo>
                  <a:pt x="108459" y="104846"/>
                  <a:pt x="103306" y="104103"/>
                  <a:pt x="98881" y="102617"/>
                </a:cubicBezTo>
                <a:cubicBezTo>
                  <a:pt x="94457" y="101131"/>
                  <a:pt x="90762" y="98877"/>
                  <a:pt x="87796" y="95855"/>
                </a:cubicBezTo>
                <a:cubicBezTo>
                  <a:pt x="84830" y="92834"/>
                  <a:pt x="82618" y="89021"/>
                  <a:pt x="81160" y="84416"/>
                </a:cubicBezTo>
                <a:cubicBezTo>
                  <a:pt x="79702" y="79809"/>
                  <a:pt x="78973" y="74410"/>
                  <a:pt x="78973" y="68219"/>
                </a:cubicBezTo>
                <a:cubicBezTo>
                  <a:pt x="78973" y="62324"/>
                  <a:pt x="79739" y="57012"/>
                  <a:pt x="81271" y="52282"/>
                </a:cubicBezTo>
                <a:cubicBezTo>
                  <a:pt x="82804" y="47552"/>
                  <a:pt x="85028" y="43540"/>
                  <a:pt x="87945" y="40246"/>
                </a:cubicBezTo>
                <a:cubicBezTo>
                  <a:pt x="90861" y="36951"/>
                  <a:pt x="94408" y="34437"/>
                  <a:pt x="98585" y="32704"/>
                </a:cubicBezTo>
                <a:cubicBezTo>
                  <a:pt x="102762" y="30971"/>
                  <a:pt x="107470" y="30104"/>
                  <a:pt x="112710" y="30104"/>
                </a:cubicBezTo>
                <a:cubicBezTo>
                  <a:pt x="118246" y="30104"/>
                  <a:pt x="122980" y="30921"/>
                  <a:pt x="126910" y="32556"/>
                </a:cubicBezTo>
                <a:cubicBezTo>
                  <a:pt x="130839" y="34190"/>
                  <a:pt x="134065" y="36456"/>
                  <a:pt x="136586" y="39352"/>
                </a:cubicBezTo>
                <a:cubicBezTo>
                  <a:pt x="139107" y="42248"/>
                  <a:pt x="140961" y="45678"/>
                  <a:pt x="142147" y="49640"/>
                </a:cubicBezTo>
                <a:cubicBezTo>
                  <a:pt x="143333" y="53601"/>
                  <a:pt x="143927" y="57909"/>
                  <a:pt x="143927" y="62565"/>
                </a:cubicBezTo>
                <a:lnTo>
                  <a:pt x="143927" y="65536"/>
                </a:lnTo>
                <a:moveTo>
                  <a:pt x="125834" y="60209"/>
                </a:moveTo>
                <a:cubicBezTo>
                  <a:pt x="125983" y="54946"/>
                  <a:pt x="124932" y="50813"/>
                  <a:pt x="122683" y="47810"/>
                </a:cubicBezTo>
                <a:cubicBezTo>
                  <a:pt x="120434" y="44805"/>
                  <a:pt x="116961" y="43303"/>
                  <a:pt x="112265" y="43303"/>
                </a:cubicBezTo>
                <a:cubicBezTo>
                  <a:pt x="109892" y="43303"/>
                  <a:pt x="107829" y="43750"/>
                  <a:pt x="106074" y="44644"/>
                </a:cubicBezTo>
                <a:cubicBezTo>
                  <a:pt x="104319" y="45537"/>
                  <a:pt x="102861" y="46741"/>
                  <a:pt x="101699" y="48257"/>
                </a:cubicBezTo>
                <a:cubicBezTo>
                  <a:pt x="100537" y="49771"/>
                  <a:pt x="99648" y="51558"/>
                  <a:pt x="99030" y="53619"/>
                </a:cubicBezTo>
                <a:cubicBezTo>
                  <a:pt x="98412" y="55678"/>
                  <a:pt x="98053" y="57874"/>
                  <a:pt x="97955" y="60209"/>
                </a:cubicBezTo>
                <a:lnTo>
                  <a:pt x="125834" y="60209"/>
                </a:lnTo>
                <a:close/>
                <a:moveTo>
                  <a:pt x="222630" y="100543"/>
                </a:moveTo>
                <a:cubicBezTo>
                  <a:pt x="222630" y="101087"/>
                  <a:pt x="222507" y="101545"/>
                  <a:pt x="222260" y="101917"/>
                </a:cubicBezTo>
                <a:cubicBezTo>
                  <a:pt x="222012" y="102288"/>
                  <a:pt x="221592" y="102597"/>
                  <a:pt x="220999" y="102844"/>
                </a:cubicBezTo>
                <a:cubicBezTo>
                  <a:pt x="220406" y="103091"/>
                  <a:pt x="219603" y="103264"/>
                  <a:pt x="218589" y="103363"/>
                </a:cubicBezTo>
                <a:cubicBezTo>
                  <a:pt x="217576" y="103462"/>
                  <a:pt x="216328" y="103511"/>
                  <a:pt x="214845" y="103511"/>
                </a:cubicBezTo>
                <a:cubicBezTo>
                  <a:pt x="213263" y="103511"/>
                  <a:pt x="211978" y="103462"/>
                  <a:pt x="210989" y="103363"/>
                </a:cubicBezTo>
                <a:cubicBezTo>
                  <a:pt x="210000" y="103266"/>
                  <a:pt x="209197" y="103094"/>
                  <a:pt x="208579" y="102849"/>
                </a:cubicBezTo>
                <a:cubicBezTo>
                  <a:pt x="207961" y="102601"/>
                  <a:pt x="207516" y="102294"/>
                  <a:pt x="207245" y="101926"/>
                </a:cubicBezTo>
                <a:cubicBezTo>
                  <a:pt x="206973" y="101557"/>
                  <a:pt x="206837" y="101101"/>
                  <a:pt x="206837" y="100559"/>
                </a:cubicBezTo>
                <a:lnTo>
                  <a:pt x="206837" y="93256"/>
                </a:lnTo>
                <a:cubicBezTo>
                  <a:pt x="203426" y="96921"/>
                  <a:pt x="199854" y="99770"/>
                  <a:pt x="196122" y="101801"/>
                </a:cubicBezTo>
                <a:cubicBezTo>
                  <a:pt x="192390" y="103831"/>
                  <a:pt x="188250" y="104846"/>
                  <a:pt x="183702" y="104846"/>
                </a:cubicBezTo>
                <a:cubicBezTo>
                  <a:pt x="178660" y="104846"/>
                  <a:pt x="174397" y="103868"/>
                  <a:pt x="170912" y="101912"/>
                </a:cubicBezTo>
                <a:cubicBezTo>
                  <a:pt x="167427" y="99955"/>
                  <a:pt x="164584" y="97317"/>
                  <a:pt x="162385" y="93999"/>
                </a:cubicBezTo>
                <a:cubicBezTo>
                  <a:pt x="160185" y="90680"/>
                  <a:pt x="158591" y="86804"/>
                  <a:pt x="157602" y="82372"/>
                </a:cubicBezTo>
                <a:cubicBezTo>
                  <a:pt x="156614" y="77938"/>
                  <a:pt x="156119" y="73270"/>
                  <a:pt x="156119" y="68367"/>
                </a:cubicBezTo>
                <a:cubicBezTo>
                  <a:pt x="156119" y="62472"/>
                  <a:pt x="156749" y="57172"/>
                  <a:pt x="158010" y="52467"/>
                </a:cubicBezTo>
                <a:cubicBezTo>
                  <a:pt x="159270" y="47762"/>
                  <a:pt x="161112" y="43750"/>
                  <a:pt x="163534" y="40432"/>
                </a:cubicBezTo>
                <a:cubicBezTo>
                  <a:pt x="165956" y="37114"/>
                  <a:pt x="168972" y="34563"/>
                  <a:pt x="172580" y="32781"/>
                </a:cubicBezTo>
                <a:cubicBezTo>
                  <a:pt x="176189" y="30996"/>
                  <a:pt x="180341" y="30104"/>
                  <a:pt x="185037" y="30104"/>
                </a:cubicBezTo>
                <a:cubicBezTo>
                  <a:pt x="188744" y="30104"/>
                  <a:pt x="192106" y="30860"/>
                  <a:pt x="195121" y="32370"/>
                </a:cubicBezTo>
                <a:cubicBezTo>
                  <a:pt x="198137" y="33881"/>
                  <a:pt x="201127" y="36098"/>
                  <a:pt x="204093" y="39021"/>
                </a:cubicBezTo>
                <a:lnTo>
                  <a:pt x="204093" y="3191"/>
                </a:lnTo>
                <a:cubicBezTo>
                  <a:pt x="204093" y="2695"/>
                  <a:pt x="204229" y="2249"/>
                  <a:pt x="204501" y="1854"/>
                </a:cubicBezTo>
                <a:cubicBezTo>
                  <a:pt x="204773" y="1458"/>
                  <a:pt x="205267" y="1125"/>
                  <a:pt x="205984" y="853"/>
                </a:cubicBezTo>
                <a:cubicBezTo>
                  <a:pt x="206701" y="581"/>
                  <a:pt x="207652" y="371"/>
                  <a:pt x="208839" y="222"/>
                </a:cubicBezTo>
                <a:cubicBezTo>
                  <a:pt x="210025" y="74"/>
                  <a:pt x="211533" y="0"/>
                  <a:pt x="213362" y="0"/>
                </a:cubicBezTo>
                <a:cubicBezTo>
                  <a:pt x="215191" y="0"/>
                  <a:pt x="216698" y="74"/>
                  <a:pt x="217885" y="222"/>
                </a:cubicBezTo>
                <a:cubicBezTo>
                  <a:pt x="219071" y="371"/>
                  <a:pt x="220010" y="581"/>
                  <a:pt x="220702" y="853"/>
                </a:cubicBezTo>
                <a:cubicBezTo>
                  <a:pt x="221395" y="1125"/>
                  <a:pt x="221889" y="1459"/>
                  <a:pt x="222185" y="1856"/>
                </a:cubicBezTo>
                <a:cubicBezTo>
                  <a:pt x="222482" y="2251"/>
                  <a:pt x="222630" y="2696"/>
                  <a:pt x="222630" y="3191"/>
                </a:cubicBezTo>
                <a:lnTo>
                  <a:pt x="222630" y="100543"/>
                </a:lnTo>
                <a:moveTo>
                  <a:pt x="204093" y="56330"/>
                </a:moveTo>
                <a:cubicBezTo>
                  <a:pt x="201424" y="52976"/>
                  <a:pt x="198866" y="50412"/>
                  <a:pt x="196419" y="48637"/>
                </a:cubicBezTo>
                <a:cubicBezTo>
                  <a:pt x="193972" y="46860"/>
                  <a:pt x="191414" y="45972"/>
                  <a:pt x="188744" y="45972"/>
                </a:cubicBezTo>
                <a:cubicBezTo>
                  <a:pt x="186322" y="45972"/>
                  <a:pt x="184234" y="46578"/>
                  <a:pt x="182479" y="47789"/>
                </a:cubicBezTo>
                <a:cubicBezTo>
                  <a:pt x="180724" y="49000"/>
                  <a:pt x="179315" y="50619"/>
                  <a:pt x="178252" y="52645"/>
                </a:cubicBezTo>
                <a:cubicBezTo>
                  <a:pt x="177190" y="54672"/>
                  <a:pt x="176399" y="56934"/>
                  <a:pt x="175880" y="59430"/>
                </a:cubicBezTo>
                <a:cubicBezTo>
                  <a:pt x="175361" y="61926"/>
                  <a:pt x="175101" y="64484"/>
                  <a:pt x="175101" y="67104"/>
                </a:cubicBezTo>
                <a:cubicBezTo>
                  <a:pt x="175101" y="69873"/>
                  <a:pt x="175324" y="72567"/>
                  <a:pt x="175769" y="75187"/>
                </a:cubicBezTo>
                <a:cubicBezTo>
                  <a:pt x="176213" y="77806"/>
                  <a:pt x="176943" y="80142"/>
                  <a:pt x="177956" y="82194"/>
                </a:cubicBezTo>
                <a:cubicBezTo>
                  <a:pt x="178969" y="84245"/>
                  <a:pt x="180316" y="85889"/>
                  <a:pt x="181997" y="87124"/>
                </a:cubicBezTo>
                <a:cubicBezTo>
                  <a:pt x="183678" y="88360"/>
                  <a:pt x="185803" y="88978"/>
                  <a:pt x="188374" y="88978"/>
                </a:cubicBezTo>
                <a:cubicBezTo>
                  <a:pt x="189659" y="88978"/>
                  <a:pt x="190907" y="88794"/>
                  <a:pt x="192118" y="88424"/>
                </a:cubicBezTo>
                <a:cubicBezTo>
                  <a:pt x="193329" y="88054"/>
                  <a:pt x="194565" y="87449"/>
                  <a:pt x="195826" y="86610"/>
                </a:cubicBezTo>
                <a:cubicBezTo>
                  <a:pt x="197086" y="85771"/>
                  <a:pt x="198384" y="84674"/>
                  <a:pt x="199718" y="83317"/>
                </a:cubicBezTo>
                <a:cubicBezTo>
                  <a:pt x="201053" y="81960"/>
                  <a:pt x="202511" y="80294"/>
                  <a:pt x="204093" y="78322"/>
                </a:cubicBezTo>
                <a:lnTo>
                  <a:pt x="204093" y="56330"/>
                </a:lnTo>
                <a:close/>
                <a:moveTo>
                  <a:pt x="303518" y="100545"/>
                </a:moveTo>
                <a:cubicBezTo>
                  <a:pt x="303518" y="101040"/>
                  <a:pt x="303395" y="101472"/>
                  <a:pt x="303147" y="101843"/>
                </a:cubicBezTo>
                <a:cubicBezTo>
                  <a:pt x="302900" y="102214"/>
                  <a:pt x="302468" y="102523"/>
                  <a:pt x="301850" y="102770"/>
                </a:cubicBezTo>
                <a:cubicBezTo>
                  <a:pt x="301232" y="103017"/>
                  <a:pt x="300416" y="103202"/>
                  <a:pt x="299403" y="103326"/>
                </a:cubicBezTo>
                <a:cubicBezTo>
                  <a:pt x="298390" y="103449"/>
                  <a:pt x="297117" y="103511"/>
                  <a:pt x="295584" y="103511"/>
                </a:cubicBezTo>
                <a:cubicBezTo>
                  <a:pt x="293953" y="103511"/>
                  <a:pt x="292631" y="103449"/>
                  <a:pt x="291617" y="103326"/>
                </a:cubicBezTo>
                <a:cubicBezTo>
                  <a:pt x="290604" y="103202"/>
                  <a:pt x="289801" y="103017"/>
                  <a:pt x="289208" y="102770"/>
                </a:cubicBezTo>
                <a:cubicBezTo>
                  <a:pt x="288614" y="102523"/>
                  <a:pt x="288194" y="102214"/>
                  <a:pt x="287947" y="101843"/>
                </a:cubicBezTo>
                <a:cubicBezTo>
                  <a:pt x="287700" y="101472"/>
                  <a:pt x="287576" y="101040"/>
                  <a:pt x="287576" y="100545"/>
                </a:cubicBezTo>
                <a:lnTo>
                  <a:pt x="287576" y="92908"/>
                </a:lnTo>
                <a:cubicBezTo>
                  <a:pt x="283918" y="96887"/>
                  <a:pt x="280198" y="99872"/>
                  <a:pt x="276417" y="101861"/>
                </a:cubicBezTo>
                <a:cubicBezTo>
                  <a:pt x="272635" y="103851"/>
                  <a:pt x="268718" y="104846"/>
                  <a:pt x="264664" y="104846"/>
                </a:cubicBezTo>
                <a:cubicBezTo>
                  <a:pt x="260117" y="104846"/>
                  <a:pt x="256298" y="104104"/>
                  <a:pt x="253208" y="102619"/>
                </a:cubicBezTo>
                <a:cubicBezTo>
                  <a:pt x="250119" y="101135"/>
                  <a:pt x="247623" y="99106"/>
                  <a:pt x="245719" y="96534"/>
                </a:cubicBezTo>
                <a:cubicBezTo>
                  <a:pt x="243816" y="93961"/>
                  <a:pt x="242457" y="90979"/>
                  <a:pt x="241641" y="87590"/>
                </a:cubicBezTo>
                <a:cubicBezTo>
                  <a:pt x="240826" y="84199"/>
                  <a:pt x="240418" y="79981"/>
                  <a:pt x="240418" y="74934"/>
                </a:cubicBezTo>
                <a:lnTo>
                  <a:pt x="240418" y="34407"/>
                </a:lnTo>
                <a:cubicBezTo>
                  <a:pt x="240418" y="33913"/>
                  <a:pt x="240554" y="33480"/>
                  <a:pt x="240826" y="33110"/>
                </a:cubicBezTo>
                <a:cubicBezTo>
                  <a:pt x="241098" y="32737"/>
                  <a:pt x="241592" y="32428"/>
                  <a:pt x="242309" y="32180"/>
                </a:cubicBezTo>
                <a:cubicBezTo>
                  <a:pt x="243025" y="31933"/>
                  <a:pt x="243989" y="31748"/>
                  <a:pt x="245200" y="31624"/>
                </a:cubicBezTo>
                <a:cubicBezTo>
                  <a:pt x="246412" y="31501"/>
                  <a:pt x="247907" y="31439"/>
                  <a:pt x="249686" y="31439"/>
                </a:cubicBezTo>
                <a:cubicBezTo>
                  <a:pt x="251515" y="31439"/>
                  <a:pt x="253023" y="31501"/>
                  <a:pt x="254209" y="31624"/>
                </a:cubicBezTo>
                <a:cubicBezTo>
                  <a:pt x="255396" y="31748"/>
                  <a:pt x="256347" y="31933"/>
                  <a:pt x="257064" y="32180"/>
                </a:cubicBezTo>
                <a:cubicBezTo>
                  <a:pt x="257781" y="32428"/>
                  <a:pt x="258288" y="32737"/>
                  <a:pt x="258584" y="33107"/>
                </a:cubicBezTo>
                <a:cubicBezTo>
                  <a:pt x="258881" y="33478"/>
                  <a:pt x="259029" y="33911"/>
                  <a:pt x="259029" y="34405"/>
                </a:cubicBezTo>
                <a:lnTo>
                  <a:pt x="259029" y="71776"/>
                </a:lnTo>
                <a:cubicBezTo>
                  <a:pt x="259029" y="75236"/>
                  <a:pt x="259252" y="77881"/>
                  <a:pt x="259696" y="79710"/>
                </a:cubicBezTo>
                <a:cubicBezTo>
                  <a:pt x="260141" y="81539"/>
                  <a:pt x="260821" y="83108"/>
                  <a:pt x="261736" y="84418"/>
                </a:cubicBezTo>
                <a:cubicBezTo>
                  <a:pt x="262650" y="85728"/>
                  <a:pt x="263812" y="86741"/>
                  <a:pt x="265220" y="87458"/>
                </a:cubicBezTo>
                <a:cubicBezTo>
                  <a:pt x="266629" y="88175"/>
                  <a:pt x="268273" y="88533"/>
                  <a:pt x="270151" y="88533"/>
                </a:cubicBezTo>
                <a:cubicBezTo>
                  <a:pt x="272524" y="88533"/>
                  <a:pt x="274909" y="87668"/>
                  <a:pt x="277307" y="85938"/>
                </a:cubicBezTo>
                <a:cubicBezTo>
                  <a:pt x="279704" y="84208"/>
                  <a:pt x="282262" y="81687"/>
                  <a:pt x="284981" y="78375"/>
                </a:cubicBezTo>
                <a:lnTo>
                  <a:pt x="284981" y="34405"/>
                </a:lnTo>
                <a:cubicBezTo>
                  <a:pt x="284981" y="33911"/>
                  <a:pt x="285117" y="33478"/>
                  <a:pt x="285389" y="33107"/>
                </a:cubicBezTo>
                <a:cubicBezTo>
                  <a:pt x="285661" y="32737"/>
                  <a:pt x="286155" y="32428"/>
                  <a:pt x="286872" y="32180"/>
                </a:cubicBezTo>
                <a:cubicBezTo>
                  <a:pt x="287589" y="31933"/>
                  <a:pt x="288540" y="31748"/>
                  <a:pt x="289727" y="31624"/>
                </a:cubicBezTo>
                <a:cubicBezTo>
                  <a:pt x="290913" y="31501"/>
                  <a:pt x="292421" y="31439"/>
                  <a:pt x="294250" y="31439"/>
                </a:cubicBezTo>
                <a:cubicBezTo>
                  <a:pt x="296079" y="31439"/>
                  <a:pt x="297586" y="31501"/>
                  <a:pt x="298773" y="31624"/>
                </a:cubicBezTo>
                <a:cubicBezTo>
                  <a:pt x="299959" y="31748"/>
                  <a:pt x="300898" y="31933"/>
                  <a:pt x="301590" y="32180"/>
                </a:cubicBezTo>
                <a:cubicBezTo>
                  <a:pt x="302282" y="32428"/>
                  <a:pt x="302777" y="32737"/>
                  <a:pt x="303073" y="33107"/>
                </a:cubicBezTo>
                <a:cubicBezTo>
                  <a:pt x="303370" y="33478"/>
                  <a:pt x="303518" y="33911"/>
                  <a:pt x="303518" y="34405"/>
                </a:cubicBezTo>
                <a:lnTo>
                  <a:pt x="303518" y="100545"/>
                </a:lnTo>
                <a:close/>
                <a:moveTo>
                  <a:pt x="384851" y="100543"/>
                </a:moveTo>
                <a:cubicBezTo>
                  <a:pt x="384851" y="101037"/>
                  <a:pt x="384703" y="101471"/>
                  <a:pt x="384406" y="101843"/>
                </a:cubicBezTo>
                <a:cubicBezTo>
                  <a:pt x="384109" y="102214"/>
                  <a:pt x="383615" y="102523"/>
                  <a:pt x="382923" y="102770"/>
                </a:cubicBezTo>
                <a:cubicBezTo>
                  <a:pt x="382231" y="103017"/>
                  <a:pt x="381279" y="103202"/>
                  <a:pt x="380068" y="103326"/>
                </a:cubicBezTo>
                <a:cubicBezTo>
                  <a:pt x="378857" y="103449"/>
                  <a:pt x="377362" y="103511"/>
                  <a:pt x="375582" y="103511"/>
                </a:cubicBezTo>
                <a:cubicBezTo>
                  <a:pt x="373753" y="103511"/>
                  <a:pt x="372233" y="103449"/>
                  <a:pt x="371022" y="103326"/>
                </a:cubicBezTo>
                <a:cubicBezTo>
                  <a:pt x="369811" y="103202"/>
                  <a:pt x="368860" y="103017"/>
                  <a:pt x="368167" y="102770"/>
                </a:cubicBezTo>
                <a:cubicBezTo>
                  <a:pt x="367475" y="102523"/>
                  <a:pt x="366981" y="102214"/>
                  <a:pt x="366685" y="101843"/>
                </a:cubicBezTo>
                <a:cubicBezTo>
                  <a:pt x="366388" y="101472"/>
                  <a:pt x="366240" y="101040"/>
                  <a:pt x="366240" y="100545"/>
                </a:cubicBezTo>
                <a:lnTo>
                  <a:pt x="366240" y="62804"/>
                </a:lnTo>
                <a:cubicBezTo>
                  <a:pt x="366240" y="59591"/>
                  <a:pt x="366005" y="57070"/>
                  <a:pt x="365535" y="55241"/>
                </a:cubicBezTo>
                <a:cubicBezTo>
                  <a:pt x="365066" y="53412"/>
                  <a:pt x="364386" y="51842"/>
                  <a:pt x="363496" y="50532"/>
                </a:cubicBezTo>
                <a:cubicBezTo>
                  <a:pt x="362606" y="49222"/>
                  <a:pt x="361457" y="48209"/>
                  <a:pt x="360048" y="47492"/>
                </a:cubicBezTo>
                <a:cubicBezTo>
                  <a:pt x="358639" y="46775"/>
                  <a:pt x="356996" y="46417"/>
                  <a:pt x="355117" y="46417"/>
                </a:cubicBezTo>
                <a:cubicBezTo>
                  <a:pt x="352745" y="46417"/>
                  <a:pt x="350347" y="47282"/>
                  <a:pt x="347925" y="49012"/>
                </a:cubicBezTo>
                <a:cubicBezTo>
                  <a:pt x="345503" y="50742"/>
                  <a:pt x="342982" y="53263"/>
                  <a:pt x="340362" y="56575"/>
                </a:cubicBezTo>
                <a:lnTo>
                  <a:pt x="340362" y="100545"/>
                </a:lnTo>
                <a:cubicBezTo>
                  <a:pt x="340362" y="101040"/>
                  <a:pt x="340214" y="101472"/>
                  <a:pt x="339917" y="101843"/>
                </a:cubicBezTo>
                <a:cubicBezTo>
                  <a:pt x="339620" y="102214"/>
                  <a:pt x="339114" y="102523"/>
                  <a:pt x="338397" y="102770"/>
                </a:cubicBezTo>
                <a:cubicBezTo>
                  <a:pt x="337680" y="103017"/>
                  <a:pt x="336729" y="103202"/>
                  <a:pt x="335542" y="103326"/>
                </a:cubicBezTo>
                <a:cubicBezTo>
                  <a:pt x="334356" y="103449"/>
                  <a:pt x="332848" y="103511"/>
                  <a:pt x="331019" y="103511"/>
                </a:cubicBezTo>
                <a:cubicBezTo>
                  <a:pt x="329190" y="103511"/>
                  <a:pt x="327682" y="103449"/>
                  <a:pt x="326496" y="103326"/>
                </a:cubicBezTo>
                <a:cubicBezTo>
                  <a:pt x="325310" y="103202"/>
                  <a:pt x="324358" y="103017"/>
                  <a:pt x="323641" y="102770"/>
                </a:cubicBezTo>
                <a:cubicBezTo>
                  <a:pt x="322925" y="102523"/>
                  <a:pt x="322418" y="102214"/>
                  <a:pt x="322121" y="101843"/>
                </a:cubicBezTo>
                <a:cubicBezTo>
                  <a:pt x="321825" y="101472"/>
                  <a:pt x="321676" y="101040"/>
                  <a:pt x="321676" y="100545"/>
                </a:cubicBezTo>
                <a:lnTo>
                  <a:pt x="321676" y="34405"/>
                </a:lnTo>
                <a:cubicBezTo>
                  <a:pt x="321676" y="33911"/>
                  <a:pt x="321800" y="33478"/>
                  <a:pt x="322047" y="33107"/>
                </a:cubicBezTo>
                <a:cubicBezTo>
                  <a:pt x="322294" y="32737"/>
                  <a:pt x="322739" y="32428"/>
                  <a:pt x="323382" y="32180"/>
                </a:cubicBezTo>
                <a:cubicBezTo>
                  <a:pt x="324024" y="31933"/>
                  <a:pt x="324852" y="31748"/>
                  <a:pt x="325866" y="31624"/>
                </a:cubicBezTo>
                <a:cubicBezTo>
                  <a:pt x="326879" y="31501"/>
                  <a:pt x="328152" y="31439"/>
                  <a:pt x="329684" y="31439"/>
                </a:cubicBezTo>
                <a:cubicBezTo>
                  <a:pt x="331266" y="31439"/>
                  <a:pt x="332576" y="31501"/>
                  <a:pt x="333614" y="31624"/>
                </a:cubicBezTo>
                <a:cubicBezTo>
                  <a:pt x="334652" y="31748"/>
                  <a:pt x="335456" y="31933"/>
                  <a:pt x="336024" y="32180"/>
                </a:cubicBezTo>
                <a:cubicBezTo>
                  <a:pt x="336593" y="32428"/>
                  <a:pt x="337000" y="32737"/>
                  <a:pt x="337248" y="33107"/>
                </a:cubicBezTo>
                <a:cubicBezTo>
                  <a:pt x="337495" y="33478"/>
                  <a:pt x="337618" y="33911"/>
                  <a:pt x="337618" y="34405"/>
                </a:cubicBezTo>
                <a:lnTo>
                  <a:pt x="337618" y="42042"/>
                </a:lnTo>
                <a:cubicBezTo>
                  <a:pt x="341276" y="38063"/>
                  <a:pt x="344996" y="35078"/>
                  <a:pt x="348778" y="33089"/>
                </a:cubicBezTo>
                <a:cubicBezTo>
                  <a:pt x="352559" y="31099"/>
                  <a:pt x="356501" y="30104"/>
                  <a:pt x="360604" y="30104"/>
                </a:cubicBezTo>
                <a:cubicBezTo>
                  <a:pt x="365103" y="30104"/>
                  <a:pt x="368897" y="30847"/>
                  <a:pt x="371986" y="32331"/>
                </a:cubicBezTo>
                <a:cubicBezTo>
                  <a:pt x="375076" y="33816"/>
                  <a:pt x="377572" y="35832"/>
                  <a:pt x="379475" y="38381"/>
                </a:cubicBezTo>
                <a:cubicBezTo>
                  <a:pt x="381378" y="40928"/>
                  <a:pt x="382750" y="43910"/>
                  <a:pt x="383590" y="47325"/>
                </a:cubicBezTo>
                <a:cubicBezTo>
                  <a:pt x="384431" y="50739"/>
                  <a:pt x="384851" y="54846"/>
                  <a:pt x="384851" y="59645"/>
                </a:cubicBezTo>
                <a:lnTo>
                  <a:pt x="384851" y="100543"/>
                </a:lnTo>
                <a:close/>
                <a:moveTo>
                  <a:pt x="465294" y="100543"/>
                </a:moveTo>
                <a:cubicBezTo>
                  <a:pt x="465294" y="101087"/>
                  <a:pt x="465171" y="101545"/>
                  <a:pt x="464924" y="101917"/>
                </a:cubicBezTo>
                <a:cubicBezTo>
                  <a:pt x="464676" y="102288"/>
                  <a:pt x="464256" y="102597"/>
                  <a:pt x="463663" y="102844"/>
                </a:cubicBezTo>
                <a:cubicBezTo>
                  <a:pt x="463070" y="103091"/>
                  <a:pt x="462267" y="103264"/>
                  <a:pt x="461253" y="103363"/>
                </a:cubicBezTo>
                <a:cubicBezTo>
                  <a:pt x="460240" y="103462"/>
                  <a:pt x="458992" y="103511"/>
                  <a:pt x="457509" y="103511"/>
                </a:cubicBezTo>
                <a:cubicBezTo>
                  <a:pt x="455927" y="103511"/>
                  <a:pt x="454642" y="103462"/>
                  <a:pt x="453653" y="103363"/>
                </a:cubicBezTo>
                <a:cubicBezTo>
                  <a:pt x="452664" y="103266"/>
                  <a:pt x="451861" y="103094"/>
                  <a:pt x="451243" y="102849"/>
                </a:cubicBezTo>
                <a:cubicBezTo>
                  <a:pt x="450625" y="102601"/>
                  <a:pt x="450180" y="102294"/>
                  <a:pt x="449909" y="101926"/>
                </a:cubicBezTo>
                <a:cubicBezTo>
                  <a:pt x="449637" y="101557"/>
                  <a:pt x="449501" y="101101"/>
                  <a:pt x="449501" y="100559"/>
                </a:cubicBezTo>
                <a:lnTo>
                  <a:pt x="449501" y="93256"/>
                </a:lnTo>
                <a:cubicBezTo>
                  <a:pt x="446090" y="96921"/>
                  <a:pt x="442518" y="99770"/>
                  <a:pt x="438786" y="101801"/>
                </a:cubicBezTo>
                <a:cubicBezTo>
                  <a:pt x="435054" y="103831"/>
                  <a:pt x="430914" y="104846"/>
                  <a:pt x="426366" y="104846"/>
                </a:cubicBezTo>
                <a:cubicBezTo>
                  <a:pt x="421324" y="104846"/>
                  <a:pt x="417061" y="103868"/>
                  <a:pt x="413576" y="101912"/>
                </a:cubicBezTo>
                <a:cubicBezTo>
                  <a:pt x="410091" y="99955"/>
                  <a:pt x="407249" y="97317"/>
                  <a:pt x="405049" y="93999"/>
                </a:cubicBezTo>
                <a:cubicBezTo>
                  <a:pt x="402849" y="90680"/>
                  <a:pt x="401255" y="86804"/>
                  <a:pt x="400266" y="82372"/>
                </a:cubicBezTo>
                <a:cubicBezTo>
                  <a:pt x="399278" y="77938"/>
                  <a:pt x="398783" y="73270"/>
                  <a:pt x="398783" y="68367"/>
                </a:cubicBezTo>
                <a:cubicBezTo>
                  <a:pt x="398783" y="62472"/>
                  <a:pt x="399413" y="57172"/>
                  <a:pt x="400674" y="52467"/>
                </a:cubicBezTo>
                <a:cubicBezTo>
                  <a:pt x="401935" y="47762"/>
                  <a:pt x="403776" y="43750"/>
                  <a:pt x="406198" y="40432"/>
                </a:cubicBezTo>
                <a:cubicBezTo>
                  <a:pt x="408620" y="37114"/>
                  <a:pt x="411636" y="34563"/>
                  <a:pt x="415244" y="32781"/>
                </a:cubicBezTo>
                <a:cubicBezTo>
                  <a:pt x="418853" y="30996"/>
                  <a:pt x="423005" y="30104"/>
                  <a:pt x="427701" y="30104"/>
                </a:cubicBezTo>
                <a:cubicBezTo>
                  <a:pt x="431409" y="30104"/>
                  <a:pt x="434770" y="30860"/>
                  <a:pt x="437785" y="32370"/>
                </a:cubicBezTo>
                <a:cubicBezTo>
                  <a:pt x="440801" y="33881"/>
                  <a:pt x="443791" y="36098"/>
                  <a:pt x="446757" y="39021"/>
                </a:cubicBezTo>
                <a:lnTo>
                  <a:pt x="446757" y="3191"/>
                </a:lnTo>
                <a:cubicBezTo>
                  <a:pt x="446757" y="2695"/>
                  <a:pt x="446893" y="2249"/>
                  <a:pt x="447165" y="1854"/>
                </a:cubicBezTo>
                <a:cubicBezTo>
                  <a:pt x="447437" y="1458"/>
                  <a:pt x="447931" y="1125"/>
                  <a:pt x="448648" y="853"/>
                </a:cubicBezTo>
                <a:cubicBezTo>
                  <a:pt x="449365" y="581"/>
                  <a:pt x="450316" y="371"/>
                  <a:pt x="451503" y="222"/>
                </a:cubicBezTo>
                <a:cubicBezTo>
                  <a:pt x="452689" y="74"/>
                  <a:pt x="454197" y="0"/>
                  <a:pt x="456026" y="0"/>
                </a:cubicBezTo>
                <a:cubicBezTo>
                  <a:pt x="457855" y="0"/>
                  <a:pt x="459362" y="74"/>
                  <a:pt x="460549" y="222"/>
                </a:cubicBezTo>
                <a:cubicBezTo>
                  <a:pt x="461735" y="371"/>
                  <a:pt x="462674" y="581"/>
                  <a:pt x="463367" y="853"/>
                </a:cubicBezTo>
                <a:cubicBezTo>
                  <a:pt x="464059" y="1125"/>
                  <a:pt x="464553" y="1459"/>
                  <a:pt x="464849" y="1856"/>
                </a:cubicBezTo>
                <a:cubicBezTo>
                  <a:pt x="465146" y="2251"/>
                  <a:pt x="465294" y="2696"/>
                  <a:pt x="465294" y="3191"/>
                </a:cubicBezTo>
                <a:lnTo>
                  <a:pt x="465294" y="100543"/>
                </a:lnTo>
                <a:moveTo>
                  <a:pt x="446757" y="56330"/>
                </a:moveTo>
                <a:cubicBezTo>
                  <a:pt x="444088" y="52976"/>
                  <a:pt x="441530" y="50412"/>
                  <a:pt x="439083" y="48637"/>
                </a:cubicBezTo>
                <a:cubicBezTo>
                  <a:pt x="436636" y="46860"/>
                  <a:pt x="434078" y="45972"/>
                  <a:pt x="431409" y="45972"/>
                </a:cubicBezTo>
                <a:cubicBezTo>
                  <a:pt x="428986" y="45972"/>
                  <a:pt x="426898" y="46578"/>
                  <a:pt x="425143" y="47789"/>
                </a:cubicBezTo>
                <a:cubicBezTo>
                  <a:pt x="423388" y="49000"/>
                  <a:pt x="421979" y="50619"/>
                  <a:pt x="420917" y="52645"/>
                </a:cubicBezTo>
                <a:cubicBezTo>
                  <a:pt x="419854" y="54672"/>
                  <a:pt x="419063" y="56934"/>
                  <a:pt x="418544" y="59430"/>
                </a:cubicBezTo>
                <a:cubicBezTo>
                  <a:pt x="418025" y="61926"/>
                  <a:pt x="417765" y="64484"/>
                  <a:pt x="417765" y="67104"/>
                </a:cubicBezTo>
                <a:cubicBezTo>
                  <a:pt x="417765" y="69873"/>
                  <a:pt x="417988" y="72567"/>
                  <a:pt x="418433" y="75187"/>
                </a:cubicBezTo>
                <a:cubicBezTo>
                  <a:pt x="418877" y="77806"/>
                  <a:pt x="419607" y="80142"/>
                  <a:pt x="420620" y="82194"/>
                </a:cubicBezTo>
                <a:cubicBezTo>
                  <a:pt x="421633" y="84245"/>
                  <a:pt x="422980" y="85889"/>
                  <a:pt x="424661" y="87124"/>
                </a:cubicBezTo>
                <a:cubicBezTo>
                  <a:pt x="426342" y="88360"/>
                  <a:pt x="428467" y="88978"/>
                  <a:pt x="431038" y="88978"/>
                </a:cubicBezTo>
                <a:cubicBezTo>
                  <a:pt x="432323" y="88978"/>
                  <a:pt x="433571" y="88794"/>
                  <a:pt x="434782" y="88424"/>
                </a:cubicBezTo>
                <a:cubicBezTo>
                  <a:pt x="435993" y="88054"/>
                  <a:pt x="437229" y="87449"/>
                  <a:pt x="438490" y="86610"/>
                </a:cubicBezTo>
                <a:cubicBezTo>
                  <a:pt x="439750" y="85771"/>
                  <a:pt x="441048" y="84674"/>
                  <a:pt x="442383" y="83317"/>
                </a:cubicBezTo>
                <a:cubicBezTo>
                  <a:pt x="443717" y="81960"/>
                  <a:pt x="445175" y="80294"/>
                  <a:pt x="446757" y="78322"/>
                </a:cubicBezTo>
                <a:lnTo>
                  <a:pt x="446757" y="56330"/>
                </a:lnTo>
                <a:close/>
                <a:moveTo>
                  <a:pt x="539805" y="100765"/>
                </a:moveTo>
                <a:cubicBezTo>
                  <a:pt x="539805" y="101457"/>
                  <a:pt x="539558" y="102002"/>
                  <a:pt x="539064" y="102399"/>
                </a:cubicBezTo>
                <a:cubicBezTo>
                  <a:pt x="538570" y="102794"/>
                  <a:pt x="537791" y="103079"/>
                  <a:pt x="536728" y="103252"/>
                </a:cubicBezTo>
                <a:cubicBezTo>
                  <a:pt x="535665" y="103425"/>
                  <a:pt x="534096" y="103511"/>
                  <a:pt x="532020" y="103511"/>
                </a:cubicBezTo>
                <a:cubicBezTo>
                  <a:pt x="529795" y="103511"/>
                  <a:pt x="528176" y="103425"/>
                  <a:pt x="527163" y="103252"/>
                </a:cubicBezTo>
                <a:cubicBezTo>
                  <a:pt x="526150" y="103079"/>
                  <a:pt x="525433" y="102794"/>
                  <a:pt x="525013" y="102399"/>
                </a:cubicBezTo>
                <a:cubicBezTo>
                  <a:pt x="524593" y="102004"/>
                  <a:pt x="524383" y="101460"/>
                  <a:pt x="524383" y="100768"/>
                </a:cubicBezTo>
                <a:lnTo>
                  <a:pt x="524383" y="95503"/>
                </a:lnTo>
                <a:cubicBezTo>
                  <a:pt x="521664" y="98420"/>
                  <a:pt x="518562" y="100706"/>
                  <a:pt x="515077" y="102362"/>
                </a:cubicBezTo>
                <a:cubicBezTo>
                  <a:pt x="511592" y="104018"/>
                  <a:pt x="507724" y="104846"/>
                  <a:pt x="503473" y="104846"/>
                </a:cubicBezTo>
                <a:cubicBezTo>
                  <a:pt x="499963" y="104846"/>
                  <a:pt x="496738" y="104387"/>
                  <a:pt x="493796" y="103469"/>
                </a:cubicBezTo>
                <a:cubicBezTo>
                  <a:pt x="490855" y="102552"/>
                  <a:pt x="488309" y="101188"/>
                  <a:pt x="486159" y="99377"/>
                </a:cubicBezTo>
                <a:cubicBezTo>
                  <a:pt x="484009" y="97567"/>
                  <a:pt x="482340" y="95323"/>
                  <a:pt x="481154" y="92646"/>
                </a:cubicBezTo>
                <a:cubicBezTo>
                  <a:pt x="479968" y="89968"/>
                  <a:pt x="479374" y="86842"/>
                  <a:pt x="479374" y="83271"/>
                </a:cubicBezTo>
                <a:cubicBezTo>
                  <a:pt x="479374" y="79401"/>
                  <a:pt x="480128" y="76041"/>
                  <a:pt x="481636" y="73189"/>
                </a:cubicBezTo>
                <a:cubicBezTo>
                  <a:pt x="483144" y="70338"/>
                  <a:pt x="485393" y="67982"/>
                  <a:pt x="488383" y="66122"/>
                </a:cubicBezTo>
                <a:cubicBezTo>
                  <a:pt x="491374" y="64262"/>
                  <a:pt x="495094" y="62886"/>
                  <a:pt x="499543" y="61993"/>
                </a:cubicBezTo>
                <a:cubicBezTo>
                  <a:pt x="503992" y="61100"/>
                  <a:pt x="509157" y="60653"/>
                  <a:pt x="515040" y="60653"/>
                </a:cubicBezTo>
                <a:lnTo>
                  <a:pt x="521491" y="60653"/>
                </a:lnTo>
                <a:lnTo>
                  <a:pt x="521491" y="56668"/>
                </a:lnTo>
                <a:cubicBezTo>
                  <a:pt x="521491" y="54601"/>
                  <a:pt x="521281" y="52793"/>
                  <a:pt x="520861" y="51244"/>
                </a:cubicBezTo>
                <a:cubicBezTo>
                  <a:pt x="520440" y="49693"/>
                  <a:pt x="519748" y="48400"/>
                  <a:pt x="518784" y="47367"/>
                </a:cubicBezTo>
                <a:cubicBezTo>
                  <a:pt x="517820" y="46334"/>
                  <a:pt x="516535" y="45571"/>
                  <a:pt x="514929" y="45080"/>
                </a:cubicBezTo>
                <a:cubicBezTo>
                  <a:pt x="513322" y="44587"/>
                  <a:pt x="511332" y="44341"/>
                  <a:pt x="508960" y="44341"/>
                </a:cubicBezTo>
                <a:cubicBezTo>
                  <a:pt x="505845" y="44341"/>
                  <a:pt x="503065" y="44687"/>
                  <a:pt x="500618" y="45379"/>
                </a:cubicBezTo>
                <a:cubicBezTo>
                  <a:pt x="498171" y="46071"/>
                  <a:pt x="496008" y="46837"/>
                  <a:pt x="494130" y="47677"/>
                </a:cubicBezTo>
                <a:cubicBezTo>
                  <a:pt x="492252" y="48518"/>
                  <a:pt x="490682" y="49284"/>
                  <a:pt x="489422" y="49976"/>
                </a:cubicBezTo>
                <a:cubicBezTo>
                  <a:pt x="488161" y="50668"/>
                  <a:pt x="487135" y="51014"/>
                  <a:pt x="486344" y="51014"/>
                </a:cubicBezTo>
                <a:cubicBezTo>
                  <a:pt x="485801" y="51014"/>
                  <a:pt x="485319" y="50840"/>
                  <a:pt x="484899" y="50493"/>
                </a:cubicBezTo>
                <a:cubicBezTo>
                  <a:pt x="484478" y="50145"/>
                  <a:pt x="484132" y="49649"/>
                  <a:pt x="483860" y="49003"/>
                </a:cubicBezTo>
                <a:cubicBezTo>
                  <a:pt x="483589" y="48357"/>
                  <a:pt x="483378" y="47562"/>
                  <a:pt x="483230" y="46619"/>
                </a:cubicBezTo>
                <a:cubicBezTo>
                  <a:pt x="483082" y="45673"/>
                  <a:pt x="483008" y="44630"/>
                  <a:pt x="483008" y="43488"/>
                </a:cubicBezTo>
                <a:cubicBezTo>
                  <a:pt x="483008" y="41948"/>
                  <a:pt x="483131" y="40731"/>
                  <a:pt x="483378" y="39836"/>
                </a:cubicBezTo>
                <a:cubicBezTo>
                  <a:pt x="483626" y="38942"/>
                  <a:pt x="484095" y="38135"/>
                  <a:pt x="484787" y="37415"/>
                </a:cubicBezTo>
                <a:cubicBezTo>
                  <a:pt x="485479" y="36693"/>
                  <a:pt x="486690" y="35900"/>
                  <a:pt x="488421" y="35035"/>
                </a:cubicBezTo>
                <a:cubicBezTo>
                  <a:pt x="490151" y="34170"/>
                  <a:pt x="492177" y="33367"/>
                  <a:pt x="494501" y="32625"/>
                </a:cubicBezTo>
                <a:cubicBezTo>
                  <a:pt x="496824" y="31884"/>
                  <a:pt x="499357" y="31278"/>
                  <a:pt x="502101" y="30809"/>
                </a:cubicBezTo>
                <a:cubicBezTo>
                  <a:pt x="504844" y="30339"/>
                  <a:pt x="507674" y="30104"/>
                  <a:pt x="510591" y="30104"/>
                </a:cubicBezTo>
                <a:cubicBezTo>
                  <a:pt x="515781" y="30104"/>
                  <a:pt x="520218" y="30612"/>
                  <a:pt x="523901" y="31627"/>
                </a:cubicBezTo>
                <a:cubicBezTo>
                  <a:pt x="527583" y="32640"/>
                  <a:pt x="530611" y="34199"/>
                  <a:pt x="532984" y="36303"/>
                </a:cubicBezTo>
                <a:cubicBezTo>
                  <a:pt x="535357" y="38405"/>
                  <a:pt x="537087" y="41114"/>
                  <a:pt x="538174" y="44429"/>
                </a:cubicBezTo>
                <a:cubicBezTo>
                  <a:pt x="539262" y="47744"/>
                  <a:pt x="539805" y="51678"/>
                  <a:pt x="539805" y="56230"/>
                </a:cubicBezTo>
                <a:lnTo>
                  <a:pt x="539805" y="100765"/>
                </a:lnTo>
                <a:moveTo>
                  <a:pt x="521491" y="72369"/>
                </a:moveTo>
                <a:lnTo>
                  <a:pt x="514373" y="72369"/>
                </a:lnTo>
                <a:cubicBezTo>
                  <a:pt x="511357" y="72369"/>
                  <a:pt x="508787" y="72593"/>
                  <a:pt x="506661" y="73041"/>
                </a:cubicBezTo>
                <a:cubicBezTo>
                  <a:pt x="504535" y="73489"/>
                  <a:pt x="502805" y="74162"/>
                  <a:pt x="501471" y="75059"/>
                </a:cubicBezTo>
                <a:cubicBezTo>
                  <a:pt x="500136" y="75955"/>
                  <a:pt x="499160" y="77039"/>
                  <a:pt x="498542" y="78310"/>
                </a:cubicBezTo>
                <a:cubicBezTo>
                  <a:pt x="497924" y="79580"/>
                  <a:pt x="497615" y="81037"/>
                  <a:pt x="497615" y="82680"/>
                </a:cubicBezTo>
                <a:cubicBezTo>
                  <a:pt x="497615" y="85470"/>
                  <a:pt x="498492" y="87662"/>
                  <a:pt x="500247" y="89256"/>
                </a:cubicBezTo>
                <a:cubicBezTo>
                  <a:pt x="502002" y="90850"/>
                  <a:pt x="504437" y="91647"/>
                  <a:pt x="507551" y="91647"/>
                </a:cubicBezTo>
                <a:cubicBezTo>
                  <a:pt x="510171" y="91647"/>
                  <a:pt x="512581" y="90975"/>
                  <a:pt x="514780" y="89632"/>
                </a:cubicBezTo>
                <a:cubicBezTo>
                  <a:pt x="516980" y="88286"/>
                  <a:pt x="519217" y="86318"/>
                  <a:pt x="521491" y="83727"/>
                </a:cubicBezTo>
                <a:lnTo>
                  <a:pt x="521491" y="72369"/>
                </a:lnTo>
                <a:close/>
                <a:moveTo>
                  <a:pt x="620647" y="100543"/>
                </a:moveTo>
                <a:cubicBezTo>
                  <a:pt x="620647" y="101037"/>
                  <a:pt x="620499" y="101471"/>
                  <a:pt x="620203" y="101843"/>
                </a:cubicBezTo>
                <a:cubicBezTo>
                  <a:pt x="619906" y="102214"/>
                  <a:pt x="619412" y="102523"/>
                  <a:pt x="618720" y="102770"/>
                </a:cubicBezTo>
                <a:cubicBezTo>
                  <a:pt x="618028" y="103017"/>
                  <a:pt x="617076" y="103202"/>
                  <a:pt x="615865" y="103326"/>
                </a:cubicBezTo>
                <a:cubicBezTo>
                  <a:pt x="614654" y="103449"/>
                  <a:pt x="613158" y="103511"/>
                  <a:pt x="611379" y="103511"/>
                </a:cubicBezTo>
                <a:cubicBezTo>
                  <a:pt x="609550" y="103511"/>
                  <a:pt x="608030" y="103449"/>
                  <a:pt x="606819" y="103326"/>
                </a:cubicBezTo>
                <a:cubicBezTo>
                  <a:pt x="605608" y="103202"/>
                  <a:pt x="604656" y="103017"/>
                  <a:pt x="603964" y="102770"/>
                </a:cubicBezTo>
                <a:cubicBezTo>
                  <a:pt x="603272" y="102523"/>
                  <a:pt x="602778" y="102214"/>
                  <a:pt x="602481" y="101843"/>
                </a:cubicBezTo>
                <a:cubicBezTo>
                  <a:pt x="602185" y="101472"/>
                  <a:pt x="602036" y="101040"/>
                  <a:pt x="602036" y="100545"/>
                </a:cubicBezTo>
                <a:lnTo>
                  <a:pt x="602036" y="62804"/>
                </a:lnTo>
                <a:cubicBezTo>
                  <a:pt x="602036" y="59591"/>
                  <a:pt x="601801" y="57070"/>
                  <a:pt x="601332" y="55241"/>
                </a:cubicBezTo>
                <a:cubicBezTo>
                  <a:pt x="600862" y="53412"/>
                  <a:pt x="600183" y="51842"/>
                  <a:pt x="599293" y="50532"/>
                </a:cubicBezTo>
                <a:cubicBezTo>
                  <a:pt x="598403" y="49222"/>
                  <a:pt x="597254" y="48209"/>
                  <a:pt x="595845" y="47492"/>
                </a:cubicBezTo>
                <a:cubicBezTo>
                  <a:pt x="594436" y="46775"/>
                  <a:pt x="592792" y="46417"/>
                  <a:pt x="590914" y="46417"/>
                </a:cubicBezTo>
                <a:cubicBezTo>
                  <a:pt x="588541" y="46417"/>
                  <a:pt x="586144" y="47282"/>
                  <a:pt x="583722" y="49012"/>
                </a:cubicBezTo>
                <a:cubicBezTo>
                  <a:pt x="581299" y="50742"/>
                  <a:pt x="578778" y="53263"/>
                  <a:pt x="576158" y="56575"/>
                </a:cubicBezTo>
                <a:lnTo>
                  <a:pt x="576158" y="100545"/>
                </a:lnTo>
                <a:cubicBezTo>
                  <a:pt x="576158" y="101040"/>
                  <a:pt x="576010" y="101472"/>
                  <a:pt x="575714" y="101843"/>
                </a:cubicBezTo>
                <a:cubicBezTo>
                  <a:pt x="575417" y="102214"/>
                  <a:pt x="574910" y="102523"/>
                  <a:pt x="574193" y="102770"/>
                </a:cubicBezTo>
                <a:cubicBezTo>
                  <a:pt x="573477" y="103017"/>
                  <a:pt x="572525" y="103202"/>
                  <a:pt x="571339" y="103326"/>
                </a:cubicBezTo>
                <a:cubicBezTo>
                  <a:pt x="570152" y="103449"/>
                  <a:pt x="568645" y="103511"/>
                  <a:pt x="566816" y="103511"/>
                </a:cubicBezTo>
                <a:cubicBezTo>
                  <a:pt x="564987" y="103511"/>
                  <a:pt x="563479" y="103449"/>
                  <a:pt x="562293" y="103326"/>
                </a:cubicBezTo>
                <a:cubicBezTo>
                  <a:pt x="561106" y="103202"/>
                  <a:pt x="560155" y="103017"/>
                  <a:pt x="559438" y="102770"/>
                </a:cubicBezTo>
                <a:cubicBezTo>
                  <a:pt x="558721" y="102523"/>
                  <a:pt x="558215" y="102214"/>
                  <a:pt x="557918" y="101843"/>
                </a:cubicBezTo>
                <a:cubicBezTo>
                  <a:pt x="557621" y="101472"/>
                  <a:pt x="557473" y="101040"/>
                  <a:pt x="557473" y="100545"/>
                </a:cubicBezTo>
                <a:lnTo>
                  <a:pt x="557473" y="34405"/>
                </a:lnTo>
                <a:cubicBezTo>
                  <a:pt x="557473" y="33911"/>
                  <a:pt x="557597" y="33478"/>
                  <a:pt x="557844" y="33107"/>
                </a:cubicBezTo>
                <a:cubicBezTo>
                  <a:pt x="558091" y="32737"/>
                  <a:pt x="558536" y="32428"/>
                  <a:pt x="559178" y="32180"/>
                </a:cubicBezTo>
                <a:cubicBezTo>
                  <a:pt x="559821" y="31933"/>
                  <a:pt x="560649" y="31748"/>
                  <a:pt x="561662" y="31624"/>
                </a:cubicBezTo>
                <a:cubicBezTo>
                  <a:pt x="562676" y="31501"/>
                  <a:pt x="563949" y="31439"/>
                  <a:pt x="565481" y="31439"/>
                </a:cubicBezTo>
                <a:cubicBezTo>
                  <a:pt x="567063" y="31439"/>
                  <a:pt x="568373" y="31501"/>
                  <a:pt x="569411" y="31624"/>
                </a:cubicBezTo>
                <a:cubicBezTo>
                  <a:pt x="570449" y="31748"/>
                  <a:pt x="571252" y="31933"/>
                  <a:pt x="571821" y="32180"/>
                </a:cubicBezTo>
                <a:cubicBezTo>
                  <a:pt x="572389" y="32428"/>
                  <a:pt x="572797" y="32737"/>
                  <a:pt x="573044" y="33107"/>
                </a:cubicBezTo>
                <a:cubicBezTo>
                  <a:pt x="573291" y="33478"/>
                  <a:pt x="573415" y="33911"/>
                  <a:pt x="573415" y="34405"/>
                </a:cubicBezTo>
                <a:lnTo>
                  <a:pt x="573415" y="42042"/>
                </a:lnTo>
                <a:cubicBezTo>
                  <a:pt x="577073" y="38063"/>
                  <a:pt x="580793" y="35078"/>
                  <a:pt x="584574" y="33089"/>
                </a:cubicBezTo>
                <a:cubicBezTo>
                  <a:pt x="588356" y="31099"/>
                  <a:pt x="592298" y="30104"/>
                  <a:pt x="596401" y="30104"/>
                </a:cubicBezTo>
                <a:cubicBezTo>
                  <a:pt x="600899" y="30104"/>
                  <a:pt x="604693" y="30847"/>
                  <a:pt x="607783" y="32331"/>
                </a:cubicBezTo>
                <a:cubicBezTo>
                  <a:pt x="610872" y="33816"/>
                  <a:pt x="613369" y="35832"/>
                  <a:pt x="615272" y="38381"/>
                </a:cubicBezTo>
                <a:cubicBezTo>
                  <a:pt x="617175" y="40928"/>
                  <a:pt x="618547" y="43910"/>
                  <a:pt x="619387" y="47325"/>
                </a:cubicBezTo>
                <a:cubicBezTo>
                  <a:pt x="620227" y="50739"/>
                  <a:pt x="620647" y="54846"/>
                  <a:pt x="620647" y="59645"/>
                </a:cubicBezTo>
                <a:lnTo>
                  <a:pt x="620647" y="100543"/>
                </a:lnTo>
                <a:close/>
                <a:moveTo>
                  <a:pt x="677511" y="93969"/>
                </a:moveTo>
                <a:cubicBezTo>
                  <a:pt x="677511" y="96155"/>
                  <a:pt x="677375" y="97832"/>
                  <a:pt x="677103" y="99000"/>
                </a:cubicBezTo>
                <a:cubicBezTo>
                  <a:pt x="676832" y="100166"/>
                  <a:pt x="676473" y="100986"/>
                  <a:pt x="676028" y="101458"/>
                </a:cubicBezTo>
                <a:cubicBezTo>
                  <a:pt x="675583" y="101929"/>
                  <a:pt x="674928" y="102351"/>
                  <a:pt x="674063" y="102723"/>
                </a:cubicBezTo>
                <a:cubicBezTo>
                  <a:pt x="673198" y="103096"/>
                  <a:pt x="672185" y="103419"/>
                  <a:pt x="671023" y="103692"/>
                </a:cubicBezTo>
                <a:cubicBezTo>
                  <a:pt x="669862" y="103965"/>
                  <a:pt x="668601" y="104176"/>
                  <a:pt x="667242" y="104325"/>
                </a:cubicBezTo>
                <a:cubicBezTo>
                  <a:pt x="665882" y="104474"/>
                  <a:pt x="664511" y="104549"/>
                  <a:pt x="663126" y="104549"/>
                </a:cubicBezTo>
                <a:cubicBezTo>
                  <a:pt x="659419" y="104549"/>
                  <a:pt x="656206" y="104080"/>
                  <a:pt x="653487" y="103140"/>
                </a:cubicBezTo>
                <a:cubicBezTo>
                  <a:pt x="650768" y="102201"/>
                  <a:pt x="648519" y="100755"/>
                  <a:pt x="646740" y="98803"/>
                </a:cubicBezTo>
                <a:cubicBezTo>
                  <a:pt x="644960" y="96850"/>
                  <a:pt x="643650" y="94391"/>
                  <a:pt x="642810" y="91425"/>
                </a:cubicBezTo>
                <a:cubicBezTo>
                  <a:pt x="641969" y="88459"/>
                  <a:pt x="641549" y="84949"/>
                  <a:pt x="641549" y="80896"/>
                </a:cubicBezTo>
                <a:lnTo>
                  <a:pt x="641549" y="47010"/>
                </a:lnTo>
                <a:lnTo>
                  <a:pt x="633615" y="47010"/>
                </a:lnTo>
                <a:cubicBezTo>
                  <a:pt x="632676" y="47010"/>
                  <a:pt x="631959" y="46429"/>
                  <a:pt x="631465" y="45268"/>
                </a:cubicBezTo>
                <a:cubicBezTo>
                  <a:pt x="630971" y="44106"/>
                  <a:pt x="630724" y="42166"/>
                  <a:pt x="630724" y="39447"/>
                </a:cubicBezTo>
                <a:cubicBezTo>
                  <a:pt x="630724" y="38013"/>
                  <a:pt x="630785" y="36802"/>
                  <a:pt x="630909" y="35814"/>
                </a:cubicBezTo>
                <a:cubicBezTo>
                  <a:pt x="631033" y="34825"/>
                  <a:pt x="631218" y="34046"/>
                  <a:pt x="631465" y="33478"/>
                </a:cubicBezTo>
                <a:cubicBezTo>
                  <a:pt x="631712" y="32910"/>
                  <a:pt x="632021" y="32502"/>
                  <a:pt x="632392" y="32255"/>
                </a:cubicBezTo>
                <a:cubicBezTo>
                  <a:pt x="632763" y="32007"/>
                  <a:pt x="633195" y="31884"/>
                  <a:pt x="633689" y="31884"/>
                </a:cubicBezTo>
                <a:lnTo>
                  <a:pt x="641549" y="31884"/>
                </a:lnTo>
                <a:lnTo>
                  <a:pt x="641549" y="17068"/>
                </a:lnTo>
                <a:cubicBezTo>
                  <a:pt x="641549" y="16571"/>
                  <a:pt x="641685" y="16123"/>
                  <a:pt x="641957" y="15726"/>
                </a:cubicBezTo>
                <a:cubicBezTo>
                  <a:pt x="642229" y="15329"/>
                  <a:pt x="642723" y="14995"/>
                  <a:pt x="643440" y="14723"/>
                </a:cubicBezTo>
                <a:cubicBezTo>
                  <a:pt x="644157" y="14450"/>
                  <a:pt x="645121" y="14251"/>
                  <a:pt x="646332" y="14128"/>
                </a:cubicBezTo>
                <a:cubicBezTo>
                  <a:pt x="647543" y="14002"/>
                  <a:pt x="649038" y="13940"/>
                  <a:pt x="650818" y="13940"/>
                </a:cubicBezTo>
                <a:cubicBezTo>
                  <a:pt x="652647" y="13940"/>
                  <a:pt x="654167" y="14002"/>
                  <a:pt x="655378" y="14128"/>
                </a:cubicBezTo>
                <a:cubicBezTo>
                  <a:pt x="656589" y="14251"/>
                  <a:pt x="657541" y="14450"/>
                  <a:pt x="658233" y="14723"/>
                </a:cubicBezTo>
                <a:cubicBezTo>
                  <a:pt x="658925" y="14995"/>
                  <a:pt x="659419" y="15329"/>
                  <a:pt x="659716" y="15726"/>
                </a:cubicBezTo>
                <a:cubicBezTo>
                  <a:pt x="660012" y="16123"/>
                  <a:pt x="660160" y="16571"/>
                  <a:pt x="660160" y="17068"/>
                </a:cubicBezTo>
                <a:lnTo>
                  <a:pt x="660160" y="31884"/>
                </a:lnTo>
                <a:lnTo>
                  <a:pt x="674545" y="31884"/>
                </a:lnTo>
                <a:cubicBezTo>
                  <a:pt x="675040" y="31884"/>
                  <a:pt x="675472" y="32007"/>
                  <a:pt x="675843" y="32255"/>
                </a:cubicBezTo>
                <a:cubicBezTo>
                  <a:pt x="676214" y="32502"/>
                  <a:pt x="676523" y="32910"/>
                  <a:pt x="676770" y="33478"/>
                </a:cubicBezTo>
                <a:cubicBezTo>
                  <a:pt x="677017" y="34046"/>
                  <a:pt x="677202" y="34825"/>
                  <a:pt x="677326" y="35814"/>
                </a:cubicBezTo>
                <a:cubicBezTo>
                  <a:pt x="677449" y="36802"/>
                  <a:pt x="677511" y="38013"/>
                  <a:pt x="677511" y="39447"/>
                </a:cubicBezTo>
                <a:cubicBezTo>
                  <a:pt x="677511" y="42166"/>
                  <a:pt x="677264" y="44106"/>
                  <a:pt x="676770" y="45268"/>
                </a:cubicBezTo>
                <a:cubicBezTo>
                  <a:pt x="676275" y="46429"/>
                  <a:pt x="675559" y="47010"/>
                  <a:pt x="674619" y="47010"/>
                </a:cubicBezTo>
                <a:lnTo>
                  <a:pt x="660160" y="47010"/>
                </a:lnTo>
                <a:lnTo>
                  <a:pt x="660160" y="78023"/>
                </a:lnTo>
                <a:cubicBezTo>
                  <a:pt x="660160" y="81625"/>
                  <a:pt x="660729" y="84327"/>
                  <a:pt x="661866" y="86128"/>
                </a:cubicBezTo>
                <a:cubicBezTo>
                  <a:pt x="663003" y="87929"/>
                  <a:pt x="665030" y="88830"/>
                  <a:pt x="667946" y="88830"/>
                </a:cubicBezTo>
                <a:cubicBezTo>
                  <a:pt x="668935" y="88830"/>
                  <a:pt x="669824" y="88743"/>
                  <a:pt x="670615" y="88570"/>
                </a:cubicBezTo>
                <a:cubicBezTo>
                  <a:pt x="671406" y="88397"/>
                  <a:pt x="672111" y="88200"/>
                  <a:pt x="672729" y="87977"/>
                </a:cubicBezTo>
                <a:cubicBezTo>
                  <a:pt x="673347" y="87755"/>
                  <a:pt x="673866" y="87557"/>
                  <a:pt x="674286" y="87384"/>
                </a:cubicBezTo>
                <a:cubicBezTo>
                  <a:pt x="674706" y="87211"/>
                  <a:pt x="675089" y="87124"/>
                  <a:pt x="675435" y="87124"/>
                </a:cubicBezTo>
                <a:cubicBezTo>
                  <a:pt x="675732" y="87124"/>
                  <a:pt x="676016" y="87211"/>
                  <a:pt x="676288" y="87384"/>
                </a:cubicBezTo>
                <a:cubicBezTo>
                  <a:pt x="676560" y="87557"/>
                  <a:pt x="676770" y="87904"/>
                  <a:pt x="676918" y="88424"/>
                </a:cubicBezTo>
                <a:cubicBezTo>
                  <a:pt x="677066" y="88943"/>
                  <a:pt x="677202" y="89650"/>
                  <a:pt x="677326" y="90545"/>
                </a:cubicBezTo>
                <a:cubicBezTo>
                  <a:pt x="677449" y="91437"/>
                  <a:pt x="677511" y="92579"/>
                  <a:pt x="677511" y="93969"/>
                </a:cubicBezTo>
                <a:close/>
                <a:moveTo>
                  <a:pt x="783339" y="74325"/>
                </a:moveTo>
                <a:cubicBezTo>
                  <a:pt x="783339" y="79374"/>
                  <a:pt x="782399" y="83805"/>
                  <a:pt x="780521" y="87618"/>
                </a:cubicBezTo>
                <a:cubicBezTo>
                  <a:pt x="778643" y="91430"/>
                  <a:pt x="776097" y="94611"/>
                  <a:pt x="772884" y="97160"/>
                </a:cubicBezTo>
                <a:cubicBezTo>
                  <a:pt x="769671" y="99709"/>
                  <a:pt x="765914" y="101627"/>
                  <a:pt x="761613" y="102916"/>
                </a:cubicBezTo>
                <a:cubicBezTo>
                  <a:pt x="757313" y="104202"/>
                  <a:pt x="752715" y="104846"/>
                  <a:pt x="747822" y="104846"/>
                </a:cubicBezTo>
                <a:cubicBezTo>
                  <a:pt x="744510" y="104846"/>
                  <a:pt x="741432" y="104576"/>
                  <a:pt x="738590" y="104037"/>
                </a:cubicBezTo>
                <a:cubicBezTo>
                  <a:pt x="735748" y="103498"/>
                  <a:pt x="733239" y="102849"/>
                  <a:pt x="731064" y="102091"/>
                </a:cubicBezTo>
                <a:cubicBezTo>
                  <a:pt x="728889" y="101331"/>
                  <a:pt x="727072" y="100534"/>
                  <a:pt x="725614" y="99702"/>
                </a:cubicBezTo>
                <a:cubicBezTo>
                  <a:pt x="724156" y="98869"/>
                  <a:pt x="723105" y="98135"/>
                  <a:pt x="722463" y="97498"/>
                </a:cubicBezTo>
                <a:cubicBezTo>
                  <a:pt x="721820" y="96860"/>
                  <a:pt x="721363" y="95933"/>
                  <a:pt x="721091" y="94715"/>
                </a:cubicBezTo>
                <a:cubicBezTo>
                  <a:pt x="720819" y="93498"/>
                  <a:pt x="720683" y="91747"/>
                  <a:pt x="720683" y="89462"/>
                </a:cubicBezTo>
                <a:cubicBezTo>
                  <a:pt x="720683" y="87922"/>
                  <a:pt x="720733" y="86631"/>
                  <a:pt x="720832" y="85588"/>
                </a:cubicBezTo>
                <a:cubicBezTo>
                  <a:pt x="720930" y="84545"/>
                  <a:pt x="721091" y="83701"/>
                  <a:pt x="721313" y="83056"/>
                </a:cubicBezTo>
                <a:cubicBezTo>
                  <a:pt x="721536" y="82410"/>
                  <a:pt x="721833" y="81950"/>
                  <a:pt x="722203" y="81677"/>
                </a:cubicBezTo>
                <a:cubicBezTo>
                  <a:pt x="722574" y="81403"/>
                  <a:pt x="723007" y="81267"/>
                  <a:pt x="723501" y="81267"/>
                </a:cubicBezTo>
                <a:cubicBezTo>
                  <a:pt x="724193" y="81267"/>
                  <a:pt x="725169" y="81674"/>
                  <a:pt x="726430" y="82490"/>
                </a:cubicBezTo>
                <a:cubicBezTo>
                  <a:pt x="727690" y="83306"/>
                  <a:pt x="729309" y="84208"/>
                  <a:pt x="731286" y="85197"/>
                </a:cubicBezTo>
                <a:cubicBezTo>
                  <a:pt x="733264" y="86185"/>
                  <a:pt x="735624" y="87087"/>
                  <a:pt x="738368" y="87903"/>
                </a:cubicBezTo>
                <a:cubicBezTo>
                  <a:pt x="741111" y="88719"/>
                  <a:pt x="744287" y="89126"/>
                  <a:pt x="747896" y="89126"/>
                </a:cubicBezTo>
                <a:cubicBezTo>
                  <a:pt x="750268" y="89126"/>
                  <a:pt x="752394" y="88841"/>
                  <a:pt x="754272" y="88271"/>
                </a:cubicBezTo>
                <a:cubicBezTo>
                  <a:pt x="756151" y="87700"/>
                  <a:pt x="757745" y="86893"/>
                  <a:pt x="759055" y="85852"/>
                </a:cubicBezTo>
                <a:cubicBezTo>
                  <a:pt x="760365" y="84811"/>
                  <a:pt x="761366" y="83522"/>
                  <a:pt x="762058" y="81985"/>
                </a:cubicBezTo>
                <a:cubicBezTo>
                  <a:pt x="762750" y="80446"/>
                  <a:pt x="763096" y="78735"/>
                  <a:pt x="763096" y="76850"/>
                </a:cubicBezTo>
                <a:cubicBezTo>
                  <a:pt x="763096" y="74672"/>
                  <a:pt x="762503" y="72804"/>
                  <a:pt x="761317" y="71245"/>
                </a:cubicBezTo>
                <a:cubicBezTo>
                  <a:pt x="760130" y="69685"/>
                  <a:pt x="758585" y="68298"/>
                  <a:pt x="756682" y="67086"/>
                </a:cubicBezTo>
                <a:cubicBezTo>
                  <a:pt x="754779" y="65873"/>
                  <a:pt x="752616" y="64735"/>
                  <a:pt x="750194" y="63670"/>
                </a:cubicBezTo>
                <a:cubicBezTo>
                  <a:pt x="747772" y="62604"/>
                  <a:pt x="745276" y="61478"/>
                  <a:pt x="742705" y="60290"/>
                </a:cubicBezTo>
                <a:cubicBezTo>
                  <a:pt x="740135" y="59102"/>
                  <a:pt x="737638" y="57753"/>
                  <a:pt x="735216" y="56244"/>
                </a:cubicBezTo>
                <a:cubicBezTo>
                  <a:pt x="732794" y="54733"/>
                  <a:pt x="730631" y="52926"/>
                  <a:pt x="728728" y="50822"/>
                </a:cubicBezTo>
                <a:cubicBezTo>
                  <a:pt x="726825" y="48718"/>
                  <a:pt x="725280" y="46231"/>
                  <a:pt x="724094" y="43361"/>
                </a:cubicBezTo>
                <a:cubicBezTo>
                  <a:pt x="722908" y="40489"/>
                  <a:pt x="722314" y="37048"/>
                  <a:pt x="722314" y="33038"/>
                </a:cubicBezTo>
                <a:cubicBezTo>
                  <a:pt x="722314" y="28433"/>
                  <a:pt x="723167" y="24386"/>
                  <a:pt x="724873" y="20896"/>
                </a:cubicBezTo>
                <a:cubicBezTo>
                  <a:pt x="726578" y="17406"/>
                  <a:pt x="728877" y="14511"/>
                  <a:pt x="731768" y="12209"/>
                </a:cubicBezTo>
                <a:cubicBezTo>
                  <a:pt x="734660" y="9906"/>
                  <a:pt x="738071" y="8185"/>
                  <a:pt x="742001" y="7046"/>
                </a:cubicBezTo>
                <a:cubicBezTo>
                  <a:pt x="745931" y="5908"/>
                  <a:pt x="750095" y="5339"/>
                  <a:pt x="754495" y="5339"/>
                </a:cubicBezTo>
                <a:cubicBezTo>
                  <a:pt x="756769" y="5339"/>
                  <a:pt x="759043" y="5512"/>
                  <a:pt x="761317" y="5858"/>
                </a:cubicBezTo>
                <a:cubicBezTo>
                  <a:pt x="763590" y="6204"/>
                  <a:pt x="765716" y="6673"/>
                  <a:pt x="767693" y="7267"/>
                </a:cubicBezTo>
                <a:cubicBezTo>
                  <a:pt x="769671" y="7860"/>
                  <a:pt x="771425" y="8527"/>
                  <a:pt x="772958" y="9269"/>
                </a:cubicBezTo>
                <a:cubicBezTo>
                  <a:pt x="774490" y="10010"/>
                  <a:pt x="775504" y="10628"/>
                  <a:pt x="775998" y="11122"/>
                </a:cubicBezTo>
                <a:cubicBezTo>
                  <a:pt x="776492" y="11617"/>
                  <a:pt x="776826" y="12038"/>
                  <a:pt x="776999" y="12385"/>
                </a:cubicBezTo>
                <a:cubicBezTo>
                  <a:pt x="777172" y="12733"/>
                  <a:pt x="777320" y="13192"/>
                  <a:pt x="777444" y="13764"/>
                </a:cubicBezTo>
                <a:cubicBezTo>
                  <a:pt x="777567" y="14335"/>
                  <a:pt x="777654" y="15056"/>
                  <a:pt x="777703" y="15926"/>
                </a:cubicBezTo>
                <a:cubicBezTo>
                  <a:pt x="777753" y="16794"/>
                  <a:pt x="777778" y="17874"/>
                  <a:pt x="777778" y="19165"/>
                </a:cubicBezTo>
                <a:cubicBezTo>
                  <a:pt x="777778" y="20606"/>
                  <a:pt x="777740" y="21824"/>
                  <a:pt x="777666" y="22817"/>
                </a:cubicBezTo>
                <a:cubicBezTo>
                  <a:pt x="777592" y="23810"/>
                  <a:pt x="777469" y="24630"/>
                  <a:pt x="777296" y="25275"/>
                </a:cubicBezTo>
                <a:cubicBezTo>
                  <a:pt x="777123" y="25921"/>
                  <a:pt x="776875" y="26393"/>
                  <a:pt x="776554" y="26691"/>
                </a:cubicBezTo>
                <a:cubicBezTo>
                  <a:pt x="776233" y="26989"/>
                  <a:pt x="775800" y="27138"/>
                  <a:pt x="775256" y="27138"/>
                </a:cubicBezTo>
                <a:cubicBezTo>
                  <a:pt x="774713" y="27138"/>
                  <a:pt x="773848" y="26792"/>
                  <a:pt x="772661" y="26100"/>
                </a:cubicBezTo>
                <a:cubicBezTo>
                  <a:pt x="771475" y="25408"/>
                  <a:pt x="770017" y="24654"/>
                  <a:pt x="768287" y="23839"/>
                </a:cubicBezTo>
                <a:cubicBezTo>
                  <a:pt x="766556" y="23023"/>
                  <a:pt x="764554" y="22282"/>
                  <a:pt x="762280" y="21614"/>
                </a:cubicBezTo>
                <a:cubicBezTo>
                  <a:pt x="760007" y="20947"/>
                  <a:pt x="757510" y="20613"/>
                  <a:pt x="754791" y="20613"/>
                </a:cubicBezTo>
                <a:cubicBezTo>
                  <a:pt x="752666" y="20613"/>
                  <a:pt x="750812" y="20872"/>
                  <a:pt x="749230" y="21390"/>
                </a:cubicBezTo>
                <a:cubicBezTo>
                  <a:pt x="747649" y="21907"/>
                  <a:pt x="746326" y="22621"/>
                  <a:pt x="745263" y="23533"/>
                </a:cubicBezTo>
                <a:cubicBezTo>
                  <a:pt x="744201" y="24443"/>
                  <a:pt x="743410" y="25538"/>
                  <a:pt x="742891" y="26819"/>
                </a:cubicBezTo>
                <a:cubicBezTo>
                  <a:pt x="742372" y="28099"/>
                  <a:pt x="742112" y="29454"/>
                  <a:pt x="742112" y="30883"/>
                </a:cubicBezTo>
                <a:cubicBezTo>
                  <a:pt x="742112" y="33011"/>
                  <a:pt x="742693" y="34856"/>
                  <a:pt x="743855" y="36416"/>
                </a:cubicBezTo>
                <a:cubicBezTo>
                  <a:pt x="745016" y="37975"/>
                  <a:pt x="746573" y="39360"/>
                  <a:pt x="748526" y="40573"/>
                </a:cubicBezTo>
                <a:cubicBezTo>
                  <a:pt x="750479" y="41786"/>
                  <a:pt x="752691" y="42925"/>
                  <a:pt x="755162" y="43991"/>
                </a:cubicBezTo>
                <a:cubicBezTo>
                  <a:pt x="757634" y="45055"/>
                  <a:pt x="760155" y="46181"/>
                  <a:pt x="762725" y="47369"/>
                </a:cubicBezTo>
                <a:cubicBezTo>
                  <a:pt x="765296" y="48557"/>
                  <a:pt x="767817" y="49907"/>
                  <a:pt x="770289" y="51417"/>
                </a:cubicBezTo>
                <a:cubicBezTo>
                  <a:pt x="772760" y="52927"/>
                  <a:pt x="774960" y="54733"/>
                  <a:pt x="776888" y="56837"/>
                </a:cubicBezTo>
                <a:cubicBezTo>
                  <a:pt x="778816" y="58941"/>
                  <a:pt x="780373" y="61417"/>
                  <a:pt x="781559" y="64264"/>
                </a:cubicBezTo>
                <a:cubicBezTo>
                  <a:pt x="782745" y="67109"/>
                  <a:pt x="783339" y="70463"/>
                  <a:pt x="783339" y="74325"/>
                </a:cubicBezTo>
                <a:close/>
                <a:moveTo>
                  <a:pt x="857421" y="65536"/>
                </a:moveTo>
                <a:cubicBezTo>
                  <a:pt x="857421" y="67814"/>
                  <a:pt x="856914" y="69498"/>
                  <a:pt x="855901" y="70587"/>
                </a:cubicBezTo>
                <a:cubicBezTo>
                  <a:pt x="854887" y="71676"/>
                  <a:pt x="853491" y="72221"/>
                  <a:pt x="851711" y="72221"/>
                </a:cubicBezTo>
                <a:lnTo>
                  <a:pt x="811449" y="72221"/>
                </a:lnTo>
                <a:cubicBezTo>
                  <a:pt x="811449" y="75049"/>
                  <a:pt x="811783" y="77617"/>
                  <a:pt x="812450" y="79925"/>
                </a:cubicBezTo>
                <a:cubicBezTo>
                  <a:pt x="813117" y="82233"/>
                  <a:pt x="814180" y="84194"/>
                  <a:pt x="815638" y="85808"/>
                </a:cubicBezTo>
                <a:cubicBezTo>
                  <a:pt x="817097" y="87421"/>
                  <a:pt x="818975" y="88649"/>
                  <a:pt x="821274" y="89493"/>
                </a:cubicBezTo>
                <a:cubicBezTo>
                  <a:pt x="823572" y="90336"/>
                  <a:pt x="826328" y="90758"/>
                  <a:pt x="829541" y="90758"/>
                </a:cubicBezTo>
                <a:cubicBezTo>
                  <a:pt x="832804" y="90758"/>
                  <a:pt x="835671" y="90519"/>
                  <a:pt x="838142" y="90042"/>
                </a:cubicBezTo>
                <a:cubicBezTo>
                  <a:pt x="840614" y="89564"/>
                  <a:pt x="842752" y="89037"/>
                  <a:pt x="844556" y="88459"/>
                </a:cubicBezTo>
                <a:cubicBezTo>
                  <a:pt x="846360" y="87881"/>
                  <a:pt x="847856" y="87354"/>
                  <a:pt x="849042" y="86876"/>
                </a:cubicBezTo>
                <a:cubicBezTo>
                  <a:pt x="850228" y="86399"/>
                  <a:pt x="851192" y="86160"/>
                  <a:pt x="851934" y="86160"/>
                </a:cubicBezTo>
                <a:cubicBezTo>
                  <a:pt x="852379" y="86160"/>
                  <a:pt x="852750" y="86248"/>
                  <a:pt x="853046" y="86422"/>
                </a:cubicBezTo>
                <a:cubicBezTo>
                  <a:pt x="853343" y="86595"/>
                  <a:pt x="853590" y="86906"/>
                  <a:pt x="853788" y="87354"/>
                </a:cubicBezTo>
                <a:cubicBezTo>
                  <a:pt x="853985" y="87800"/>
                  <a:pt x="854121" y="88434"/>
                  <a:pt x="854195" y="89254"/>
                </a:cubicBezTo>
                <a:cubicBezTo>
                  <a:pt x="854270" y="90074"/>
                  <a:pt x="854307" y="91105"/>
                  <a:pt x="854307" y="92347"/>
                </a:cubicBezTo>
                <a:cubicBezTo>
                  <a:pt x="854307" y="93441"/>
                  <a:pt x="854282" y="94373"/>
                  <a:pt x="854233" y="95144"/>
                </a:cubicBezTo>
                <a:cubicBezTo>
                  <a:pt x="854183" y="95913"/>
                  <a:pt x="854109" y="96571"/>
                  <a:pt x="854010" y="97118"/>
                </a:cubicBezTo>
                <a:cubicBezTo>
                  <a:pt x="853911" y="97665"/>
                  <a:pt x="853763" y="98125"/>
                  <a:pt x="853565" y="98499"/>
                </a:cubicBezTo>
                <a:cubicBezTo>
                  <a:pt x="853367" y="98872"/>
                  <a:pt x="853108" y="99231"/>
                  <a:pt x="852787" y="99579"/>
                </a:cubicBezTo>
                <a:cubicBezTo>
                  <a:pt x="852465" y="99927"/>
                  <a:pt x="851588" y="100397"/>
                  <a:pt x="850154" y="100990"/>
                </a:cubicBezTo>
                <a:cubicBezTo>
                  <a:pt x="848721" y="101583"/>
                  <a:pt x="846892" y="102164"/>
                  <a:pt x="844667" y="102733"/>
                </a:cubicBezTo>
                <a:cubicBezTo>
                  <a:pt x="842443" y="103301"/>
                  <a:pt x="839897" y="103795"/>
                  <a:pt x="837030" y="104216"/>
                </a:cubicBezTo>
                <a:cubicBezTo>
                  <a:pt x="834163" y="104636"/>
                  <a:pt x="831098" y="104846"/>
                  <a:pt x="827836" y="104846"/>
                </a:cubicBezTo>
                <a:cubicBezTo>
                  <a:pt x="821953" y="104846"/>
                  <a:pt x="816800" y="104103"/>
                  <a:pt x="812376" y="102617"/>
                </a:cubicBezTo>
                <a:cubicBezTo>
                  <a:pt x="807952" y="101131"/>
                  <a:pt x="804256" y="98877"/>
                  <a:pt x="801291" y="95855"/>
                </a:cubicBezTo>
                <a:cubicBezTo>
                  <a:pt x="798325" y="92834"/>
                  <a:pt x="796112" y="89021"/>
                  <a:pt x="794654" y="84416"/>
                </a:cubicBezTo>
                <a:cubicBezTo>
                  <a:pt x="793196" y="79809"/>
                  <a:pt x="792467" y="74410"/>
                  <a:pt x="792467" y="68219"/>
                </a:cubicBezTo>
                <a:cubicBezTo>
                  <a:pt x="792467" y="62324"/>
                  <a:pt x="793233" y="57012"/>
                  <a:pt x="794765" y="52282"/>
                </a:cubicBezTo>
                <a:cubicBezTo>
                  <a:pt x="796298" y="47552"/>
                  <a:pt x="798522" y="43540"/>
                  <a:pt x="801439" y="40246"/>
                </a:cubicBezTo>
                <a:cubicBezTo>
                  <a:pt x="804355" y="36951"/>
                  <a:pt x="807902" y="34437"/>
                  <a:pt x="812079" y="32704"/>
                </a:cubicBezTo>
                <a:cubicBezTo>
                  <a:pt x="816256" y="30971"/>
                  <a:pt x="820965" y="30104"/>
                  <a:pt x="826204" y="30104"/>
                </a:cubicBezTo>
                <a:cubicBezTo>
                  <a:pt x="831741" y="30104"/>
                  <a:pt x="836474" y="30921"/>
                  <a:pt x="840404" y="32556"/>
                </a:cubicBezTo>
                <a:cubicBezTo>
                  <a:pt x="844334" y="34190"/>
                  <a:pt x="847559" y="36456"/>
                  <a:pt x="850080" y="39352"/>
                </a:cubicBezTo>
                <a:cubicBezTo>
                  <a:pt x="852601" y="42248"/>
                  <a:pt x="854455" y="45678"/>
                  <a:pt x="855641" y="49640"/>
                </a:cubicBezTo>
                <a:cubicBezTo>
                  <a:pt x="856828" y="53601"/>
                  <a:pt x="857421" y="57909"/>
                  <a:pt x="857421" y="62565"/>
                </a:cubicBezTo>
                <a:lnTo>
                  <a:pt x="857421" y="65536"/>
                </a:lnTo>
                <a:moveTo>
                  <a:pt x="839329" y="60209"/>
                </a:moveTo>
                <a:cubicBezTo>
                  <a:pt x="839477" y="54946"/>
                  <a:pt x="838427" y="50813"/>
                  <a:pt x="836177" y="47810"/>
                </a:cubicBezTo>
                <a:cubicBezTo>
                  <a:pt x="833928" y="44805"/>
                  <a:pt x="830456" y="43303"/>
                  <a:pt x="825760" y="43303"/>
                </a:cubicBezTo>
                <a:cubicBezTo>
                  <a:pt x="823387" y="43303"/>
                  <a:pt x="821323" y="43750"/>
                  <a:pt x="819568" y="44644"/>
                </a:cubicBezTo>
                <a:cubicBezTo>
                  <a:pt x="817813" y="45537"/>
                  <a:pt x="816355" y="46741"/>
                  <a:pt x="815193" y="48257"/>
                </a:cubicBezTo>
                <a:cubicBezTo>
                  <a:pt x="814032" y="49771"/>
                  <a:pt x="813142" y="51558"/>
                  <a:pt x="812524" y="53619"/>
                </a:cubicBezTo>
                <a:cubicBezTo>
                  <a:pt x="811906" y="55678"/>
                  <a:pt x="811548" y="57874"/>
                  <a:pt x="811449" y="60209"/>
                </a:cubicBezTo>
                <a:lnTo>
                  <a:pt x="839329" y="60209"/>
                </a:lnTo>
                <a:close/>
                <a:moveTo>
                  <a:pt x="936570" y="100543"/>
                </a:moveTo>
                <a:cubicBezTo>
                  <a:pt x="936570" y="101037"/>
                  <a:pt x="936421" y="101471"/>
                  <a:pt x="936125" y="101843"/>
                </a:cubicBezTo>
                <a:cubicBezTo>
                  <a:pt x="935828" y="102214"/>
                  <a:pt x="935334" y="102523"/>
                  <a:pt x="934642" y="102770"/>
                </a:cubicBezTo>
                <a:cubicBezTo>
                  <a:pt x="933950" y="103017"/>
                  <a:pt x="932998" y="103202"/>
                  <a:pt x="931787" y="103326"/>
                </a:cubicBezTo>
                <a:cubicBezTo>
                  <a:pt x="930576" y="103449"/>
                  <a:pt x="929081" y="103511"/>
                  <a:pt x="927301" y="103511"/>
                </a:cubicBezTo>
                <a:cubicBezTo>
                  <a:pt x="925472" y="103511"/>
                  <a:pt x="923952" y="103449"/>
                  <a:pt x="922741" y="103326"/>
                </a:cubicBezTo>
                <a:cubicBezTo>
                  <a:pt x="921530" y="103202"/>
                  <a:pt x="920578" y="103017"/>
                  <a:pt x="919886" y="102770"/>
                </a:cubicBezTo>
                <a:cubicBezTo>
                  <a:pt x="919194" y="102523"/>
                  <a:pt x="918700" y="102214"/>
                  <a:pt x="918403" y="101843"/>
                </a:cubicBezTo>
                <a:cubicBezTo>
                  <a:pt x="918107" y="101472"/>
                  <a:pt x="917958" y="101040"/>
                  <a:pt x="917958" y="100545"/>
                </a:cubicBezTo>
                <a:lnTo>
                  <a:pt x="917958" y="62804"/>
                </a:lnTo>
                <a:cubicBezTo>
                  <a:pt x="917958" y="59591"/>
                  <a:pt x="917723" y="57070"/>
                  <a:pt x="917254" y="55241"/>
                </a:cubicBezTo>
                <a:cubicBezTo>
                  <a:pt x="916784" y="53412"/>
                  <a:pt x="916105" y="51842"/>
                  <a:pt x="915215" y="50532"/>
                </a:cubicBezTo>
                <a:cubicBezTo>
                  <a:pt x="914325" y="49222"/>
                  <a:pt x="913176" y="48209"/>
                  <a:pt x="911767" y="47492"/>
                </a:cubicBezTo>
                <a:cubicBezTo>
                  <a:pt x="910358" y="46775"/>
                  <a:pt x="908714" y="46417"/>
                  <a:pt x="906836" y="46417"/>
                </a:cubicBezTo>
                <a:cubicBezTo>
                  <a:pt x="904463" y="46417"/>
                  <a:pt x="902066" y="47282"/>
                  <a:pt x="899644" y="49012"/>
                </a:cubicBezTo>
                <a:cubicBezTo>
                  <a:pt x="897221" y="50742"/>
                  <a:pt x="894700" y="53263"/>
                  <a:pt x="892080" y="56575"/>
                </a:cubicBezTo>
                <a:lnTo>
                  <a:pt x="892080" y="100545"/>
                </a:lnTo>
                <a:cubicBezTo>
                  <a:pt x="892080" y="101040"/>
                  <a:pt x="891932" y="101472"/>
                  <a:pt x="891636" y="101843"/>
                </a:cubicBezTo>
                <a:cubicBezTo>
                  <a:pt x="891339" y="102214"/>
                  <a:pt x="890832" y="102523"/>
                  <a:pt x="890116" y="102770"/>
                </a:cubicBezTo>
                <a:cubicBezTo>
                  <a:pt x="889399" y="103017"/>
                  <a:pt x="888447" y="103202"/>
                  <a:pt x="887261" y="103326"/>
                </a:cubicBezTo>
                <a:cubicBezTo>
                  <a:pt x="886074" y="103449"/>
                  <a:pt x="884567" y="103511"/>
                  <a:pt x="882738" y="103511"/>
                </a:cubicBezTo>
                <a:cubicBezTo>
                  <a:pt x="880909" y="103511"/>
                  <a:pt x="879401" y="103449"/>
                  <a:pt x="878215" y="103326"/>
                </a:cubicBezTo>
                <a:cubicBezTo>
                  <a:pt x="877028" y="103202"/>
                  <a:pt x="876077" y="103017"/>
                  <a:pt x="875360" y="102770"/>
                </a:cubicBezTo>
                <a:cubicBezTo>
                  <a:pt x="874643" y="102523"/>
                  <a:pt x="874137" y="102214"/>
                  <a:pt x="873840" y="101843"/>
                </a:cubicBezTo>
                <a:cubicBezTo>
                  <a:pt x="873543" y="101472"/>
                  <a:pt x="873395" y="101040"/>
                  <a:pt x="873395" y="100545"/>
                </a:cubicBezTo>
                <a:lnTo>
                  <a:pt x="873395" y="34405"/>
                </a:lnTo>
                <a:cubicBezTo>
                  <a:pt x="873395" y="33911"/>
                  <a:pt x="873519" y="33478"/>
                  <a:pt x="873766" y="33107"/>
                </a:cubicBezTo>
                <a:cubicBezTo>
                  <a:pt x="874013" y="32737"/>
                  <a:pt x="874458" y="32428"/>
                  <a:pt x="875100" y="32180"/>
                </a:cubicBezTo>
                <a:cubicBezTo>
                  <a:pt x="875743" y="31933"/>
                  <a:pt x="876571" y="31748"/>
                  <a:pt x="877584" y="31624"/>
                </a:cubicBezTo>
                <a:cubicBezTo>
                  <a:pt x="878598" y="31501"/>
                  <a:pt x="879871" y="31439"/>
                  <a:pt x="881403" y="31439"/>
                </a:cubicBezTo>
                <a:cubicBezTo>
                  <a:pt x="882985" y="31439"/>
                  <a:pt x="884295" y="31501"/>
                  <a:pt x="885333" y="31624"/>
                </a:cubicBezTo>
                <a:cubicBezTo>
                  <a:pt x="886371" y="31748"/>
                  <a:pt x="887174" y="31933"/>
                  <a:pt x="887743" y="32180"/>
                </a:cubicBezTo>
                <a:cubicBezTo>
                  <a:pt x="888311" y="32428"/>
                  <a:pt x="888719" y="32737"/>
                  <a:pt x="888966" y="33107"/>
                </a:cubicBezTo>
                <a:cubicBezTo>
                  <a:pt x="889213" y="33478"/>
                  <a:pt x="889337" y="33911"/>
                  <a:pt x="889337" y="34405"/>
                </a:cubicBezTo>
                <a:lnTo>
                  <a:pt x="889337" y="42042"/>
                </a:lnTo>
                <a:cubicBezTo>
                  <a:pt x="892995" y="38063"/>
                  <a:pt x="896715" y="35078"/>
                  <a:pt x="900496" y="33089"/>
                </a:cubicBezTo>
                <a:cubicBezTo>
                  <a:pt x="904278" y="31099"/>
                  <a:pt x="908220" y="30104"/>
                  <a:pt x="912323" y="30104"/>
                </a:cubicBezTo>
                <a:cubicBezTo>
                  <a:pt x="916821" y="30104"/>
                  <a:pt x="920615" y="30847"/>
                  <a:pt x="923705" y="32331"/>
                </a:cubicBezTo>
                <a:cubicBezTo>
                  <a:pt x="926794" y="33816"/>
                  <a:pt x="929291" y="35832"/>
                  <a:pt x="931194" y="38381"/>
                </a:cubicBezTo>
                <a:cubicBezTo>
                  <a:pt x="933097" y="40928"/>
                  <a:pt x="934469" y="43910"/>
                  <a:pt x="935309" y="47325"/>
                </a:cubicBezTo>
                <a:cubicBezTo>
                  <a:pt x="936149" y="50739"/>
                  <a:pt x="936570" y="54846"/>
                  <a:pt x="936570" y="59645"/>
                </a:cubicBezTo>
                <a:lnTo>
                  <a:pt x="936570" y="100543"/>
                </a:lnTo>
                <a:close/>
                <a:moveTo>
                  <a:pt x="1000848" y="81888"/>
                </a:moveTo>
                <a:cubicBezTo>
                  <a:pt x="1000848" y="85652"/>
                  <a:pt x="1000144" y="88971"/>
                  <a:pt x="998735" y="91844"/>
                </a:cubicBezTo>
                <a:cubicBezTo>
                  <a:pt x="997326" y="94716"/>
                  <a:pt x="995336" y="97118"/>
                  <a:pt x="992766" y="99051"/>
                </a:cubicBezTo>
                <a:cubicBezTo>
                  <a:pt x="990195" y="100982"/>
                  <a:pt x="987155" y="102430"/>
                  <a:pt x="983646" y="103395"/>
                </a:cubicBezTo>
                <a:cubicBezTo>
                  <a:pt x="980136" y="104362"/>
                  <a:pt x="976330" y="104846"/>
                  <a:pt x="972227" y="104846"/>
                </a:cubicBezTo>
                <a:cubicBezTo>
                  <a:pt x="969755" y="104846"/>
                  <a:pt x="967395" y="104658"/>
                  <a:pt x="965146" y="104283"/>
                </a:cubicBezTo>
                <a:cubicBezTo>
                  <a:pt x="962896" y="103907"/>
                  <a:pt x="960882" y="103432"/>
                  <a:pt x="959103" y="102858"/>
                </a:cubicBezTo>
                <a:cubicBezTo>
                  <a:pt x="957323" y="102282"/>
                  <a:pt x="955840" y="101694"/>
                  <a:pt x="954654" y="101094"/>
                </a:cubicBezTo>
                <a:cubicBezTo>
                  <a:pt x="953467" y="100494"/>
                  <a:pt x="952602" y="99930"/>
                  <a:pt x="952058" y="99405"/>
                </a:cubicBezTo>
                <a:cubicBezTo>
                  <a:pt x="951515" y="98880"/>
                  <a:pt x="951095" y="98058"/>
                  <a:pt x="950798" y="96940"/>
                </a:cubicBezTo>
                <a:cubicBezTo>
                  <a:pt x="950501" y="95821"/>
                  <a:pt x="950353" y="94169"/>
                  <a:pt x="950353" y="91981"/>
                </a:cubicBezTo>
                <a:cubicBezTo>
                  <a:pt x="950353" y="90540"/>
                  <a:pt x="950402" y="89384"/>
                  <a:pt x="950501" y="88515"/>
                </a:cubicBezTo>
                <a:cubicBezTo>
                  <a:pt x="950600" y="87645"/>
                  <a:pt x="950748" y="86949"/>
                  <a:pt x="950946" y="86427"/>
                </a:cubicBezTo>
                <a:cubicBezTo>
                  <a:pt x="951144" y="85905"/>
                  <a:pt x="951391" y="85557"/>
                  <a:pt x="951688" y="85384"/>
                </a:cubicBezTo>
                <a:cubicBezTo>
                  <a:pt x="951984" y="85210"/>
                  <a:pt x="952355" y="85122"/>
                  <a:pt x="952800" y="85122"/>
                </a:cubicBezTo>
                <a:cubicBezTo>
                  <a:pt x="953344" y="85122"/>
                  <a:pt x="954147" y="85435"/>
                  <a:pt x="955210" y="86061"/>
                </a:cubicBezTo>
                <a:cubicBezTo>
                  <a:pt x="956273" y="86686"/>
                  <a:pt x="957595" y="87375"/>
                  <a:pt x="959177" y="88125"/>
                </a:cubicBezTo>
                <a:cubicBezTo>
                  <a:pt x="960759" y="88876"/>
                  <a:pt x="962600" y="89577"/>
                  <a:pt x="964701" y="90227"/>
                </a:cubicBezTo>
                <a:cubicBezTo>
                  <a:pt x="966802" y="90877"/>
                  <a:pt x="969187" y="91203"/>
                  <a:pt x="971856" y="91203"/>
                </a:cubicBezTo>
                <a:cubicBezTo>
                  <a:pt x="973537" y="91203"/>
                  <a:pt x="975032" y="91030"/>
                  <a:pt x="976342" y="90686"/>
                </a:cubicBezTo>
                <a:cubicBezTo>
                  <a:pt x="977652" y="90341"/>
                  <a:pt x="978789" y="89849"/>
                  <a:pt x="979753" y="89210"/>
                </a:cubicBezTo>
                <a:cubicBezTo>
                  <a:pt x="980717" y="88569"/>
                  <a:pt x="981446" y="87756"/>
                  <a:pt x="981940" y="86772"/>
                </a:cubicBezTo>
                <a:cubicBezTo>
                  <a:pt x="982435" y="85788"/>
                  <a:pt x="982682" y="84656"/>
                  <a:pt x="982682" y="83375"/>
                </a:cubicBezTo>
                <a:cubicBezTo>
                  <a:pt x="982682" y="81889"/>
                  <a:pt x="982224" y="80614"/>
                  <a:pt x="981310" y="79550"/>
                </a:cubicBezTo>
                <a:cubicBezTo>
                  <a:pt x="980396" y="78484"/>
                  <a:pt x="979184" y="77555"/>
                  <a:pt x="977677" y="76762"/>
                </a:cubicBezTo>
                <a:cubicBezTo>
                  <a:pt x="976169" y="75970"/>
                  <a:pt x="974464" y="75227"/>
                  <a:pt x="972560" y="74533"/>
                </a:cubicBezTo>
                <a:cubicBezTo>
                  <a:pt x="970657" y="73839"/>
                  <a:pt x="968705" y="73072"/>
                  <a:pt x="966703" y="72230"/>
                </a:cubicBezTo>
                <a:cubicBezTo>
                  <a:pt x="964701" y="71388"/>
                  <a:pt x="962748" y="70422"/>
                  <a:pt x="960845" y="69333"/>
                </a:cubicBezTo>
                <a:cubicBezTo>
                  <a:pt x="958942" y="68243"/>
                  <a:pt x="957236" y="66905"/>
                  <a:pt x="955729" y="65320"/>
                </a:cubicBezTo>
                <a:cubicBezTo>
                  <a:pt x="954221" y="63735"/>
                  <a:pt x="953010" y="61829"/>
                  <a:pt x="952096" y="59601"/>
                </a:cubicBezTo>
                <a:cubicBezTo>
                  <a:pt x="951181" y="57372"/>
                  <a:pt x="950724" y="54698"/>
                  <a:pt x="950724" y="51577"/>
                </a:cubicBezTo>
                <a:cubicBezTo>
                  <a:pt x="950724" y="48406"/>
                  <a:pt x="951342" y="45495"/>
                  <a:pt x="952577" y="42846"/>
                </a:cubicBezTo>
                <a:cubicBezTo>
                  <a:pt x="953813" y="40197"/>
                  <a:pt x="955593" y="37932"/>
                  <a:pt x="957916" y="36050"/>
                </a:cubicBezTo>
                <a:cubicBezTo>
                  <a:pt x="960239" y="34167"/>
                  <a:pt x="963069" y="32706"/>
                  <a:pt x="966406" y="31666"/>
                </a:cubicBezTo>
                <a:cubicBezTo>
                  <a:pt x="969743" y="30625"/>
                  <a:pt x="973487" y="30104"/>
                  <a:pt x="977640" y="30104"/>
                </a:cubicBezTo>
                <a:cubicBezTo>
                  <a:pt x="979716" y="30104"/>
                  <a:pt x="981730" y="30253"/>
                  <a:pt x="983683" y="30549"/>
                </a:cubicBezTo>
                <a:cubicBezTo>
                  <a:pt x="985635" y="30846"/>
                  <a:pt x="987403" y="31216"/>
                  <a:pt x="988984" y="31661"/>
                </a:cubicBezTo>
                <a:cubicBezTo>
                  <a:pt x="990566" y="32106"/>
                  <a:pt x="991901" y="32588"/>
                  <a:pt x="992988" y="33107"/>
                </a:cubicBezTo>
                <a:cubicBezTo>
                  <a:pt x="994076" y="33626"/>
                  <a:pt x="994854" y="34071"/>
                  <a:pt x="995324" y="34442"/>
                </a:cubicBezTo>
                <a:cubicBezTo>
                  <a:pt x="995794" y="34813"/>
                  <a:pt x="996127" y="35183"/>
                  <a:pt x="996325" y="35554"/>
                </a:cubicBezTo>
                <a:cubicBezTo>
                  <a:pt x="996523" y="35925"/>
                  <a:pt x="996671" y="36370"/>
                  <a:pt x="996770" y="36889"/>
                </a:cubicBezTo>
                <a:cubicBezTo>
                  <a:pt x="996869" y="37408"/>
                  <a:pt x="996955" y="38051"/>
                  <a:pt x="997029" y="38817"/>
                </a:cubicBezTo>
                <a:cubicBezTo>
                  <a:pt x="997104" y="39583"/>
                  <a:pt x="997141" y="40534"/>
                  <a:pt x="997141" y="41671"/>
                </a:cubicBezTo>
                <a:cubicBezTo>
                  <a:pt x="997141" y="43006"/>
                  <a:pt x="997104" y="44094"/>
                  <a:pt x="997029" y="44934"/>
                </a:cubicBezTo>
                <a:cubicBezTo>
                  <a:pt x="996955" y="45774"/>
                  <a:pt x="996832" y="46442"/>
                  <a:pt x="996659" y="46936"/>
                </a:cubicBezTo>
                <a:cubicBezTo>
                  <a:pt x="996486" y="47430"/>
                  <a:pt x="996251" y="47764"/>
                  <a:pt x="995954" y="47937"/>
                </a:cubicBezTo>
                <a:cubicBezTo>
                  <a:pt x="995658" y="48110"/>
                  <a:pt x="995312" y="48196"/>
                  <a:pt x="994916" y="48196"/>
                </a:cubicBezTo>
                <a:cubicBezTo>
                  <a:pt x="994471" y="48196"/>
                  <a:pt x="993779" y="47937"/>
                  <a:pt x="992840" y="47418"/>
                </a:cubicBezTo>
                <a:cubicBezTo>
                  <a:pt x="991901" y="46899"/>
                  <a:pt x="990727" y="46343"/>
                  <a:pt x="989318" y="45750"/>
                </a:cubicBezTo>
                <a:cubicBezTo>
                  <a:pt x="987909" y="45156"/>
                  <a:pt x="986278" y="44600"/>
                  <a:pt x="984424" y="44081"/>
                </a:cubicBezTo>
                <a:cubicBezTo>
                  <a:pt x="982571" y="43562"/>
                  <a:pt x="980457" y="43303"/>
                  <a:pt x="978085" y="43303"/>
                </a:cubicBezTo>
                <a:cubicBezTo>
                  <a:pt x="976404" y="43303"/>
                  <a:pt x="974946" y="43477"/>
                  <a:pt x="973710" y="43826"/>
                </a:cubicBezTo>
                <a:cubicBezTo>
                  <a:pt x="972474" y="44174"/>
                  <a:pt x="971461" y="44671"/>
                  <a:pt x="970670" y="45316"/>
                </a:cubicBezTo>
                <a:cubicBezTo>
                  <a:pt x="969879" y="45962"/>
                  <a:pt x="969286" y="46720"/>
                  <a:pt x="968890" y="47589"/>
                </a:cubicBezTo>
                <a:cubicBezTo>
                  <a:pt x="968495" y="48459"/>
                  <a:pt x="968297" y="49391"/>
                  <a:pt x="968297" y="50386"/>
                </a:cubicBezTo>
                <a:cubicBezTo>
                  <a:pt x="968297" y="51922"/>
                  <a:pt x="968767" y="53210"/>
                  <a:pt x="969706" y="54251"/>
                </a:cubicBezTo>
                <a:cubicBezTo>
                  <a:pt x="970645" y="55291"/>
                  <a:pt x="971881" y="56207"/>
                  <a:pt x="973413" y="56999"/>
                </a:cubicBezTo>
                <a:cubicBezTo>
                  <a:pt x="974946" y="57792"/>
                  <a:pt x="976688" y="58535"/>
                  <a:pt x="978641" y="59228"/>
                </a:cubicBezTo>
                <a:cubicBezTo>
                  <a:pt x="980593" y="59922"/>
                  <a:pt x="982571" y="60677"/>
                  <a:pt x="984573" y="61495"/>
                </a:cubicBezTo>
                <a:cubicBezTo>
                  <a:pt x="986575" y="62312"/>
                  <a:pt x="988552" y="63265"/>
                  <a:pt x="990504" y="64354"/>
                </a:cubicBezTo>
                <a:cubicBezTo>
                  <a:pt x="992457" y="65443"/>
                  <a:pt x="994199" y="66781"/>
                  <a:pt x="995732" y="68367"/>
                </a:cubicBezTo>
                <a:cubicBezTo>
                  <a:pt x="997264" y="69952"/>
                  <a:pt x="998500" y="71847"/>
                  <a:pt x="999439" y="74051"/>
                </a:cubicBezTo>
                <a:cubicBezTo>
                  <a:pt x="1000379" y="76254"/>
                  <a:pt x="1000848" y="78866"/>
                  <a:pt x="1000848" y="81888"/>
                </a:cubicBezTo>
                <a:close/>
                <a:moveTo>
                  <a:pt x="1033253" y="100545"/>
                </a:moveTo>
                <a:cubicBezTo>
                  <a:pt x="1033253" y="101040"/>
                  <a:pt x="1033105" y="101472"/>
                  <a:pt x="1032808" y="101843"/>
                </a:cubicBezTo>
                <a:cubicBezTo>
                  <a:pt x="1032511" y="102214"/>
                  <a:pt x="1032005" y="102523"/>
                  <a:pt x="1031288" y="102770"/>
                </a:cubicBezTo>
                <a:cubicBezTo>
                  <a:pt x="1030571" y="103017"/>
                  <a:pt x="1029620" y="103202"/>
                  <a:pt x="1028433" y="103326"/>
                </a:cubicBezTo>
                <a:cubicBezTo>
                  <a:pt x="1027247" y="103449"/>
                  <a:pt x="1025739" y="103511"/>
                  <a:pt x="1023910" y="103511"/>
                </a:cubicBezTo>
                <a:cubicBezTo>
                  <a:pt x="1022081" y="103511"/>
                  <a:pt x="1020574" y="103449"/>
                  <a:pt x="1019387" y="103326"/>
                </a:cubicBezTo>
                <a:cubicBezTo>
                  <a:pt x="1018201" y="103202"/>
                  <a:pt x="1017249" y="103017"/>
                  <a:pt x="1016533" y="102770"/>
                </a:cubicBezTo>
                <a:cubicBezTo>
                  <a:pt x="1015816" y="102523"/>
                  <a:pt x="1015309" y="102214"/>
                  <a:pt x="1015012" y="101843"/>
                </a:cubicBezTo>
                <a:cubicBezTo>
                  <a:pt x="1014716" y="101472"/>
                  <a:pt x="1014568" y="101040"/>
                  <a:pt x="1014568" y="100545"/>
                </a:cubicBezTo>
                <a:lnTo>
                  <a:pt x="1014568" y="34553"/>
                </a:lnTo>
                <a:cubicBezTo>
                  <a:pt x="1014568" y="34059"/>
                  <a:pt x="1014716" y="33626"/>
                  <a:pt x="1015012" y="33256"/>
                </a:cubicBezTo>
                <a:cubicBezTo>
                  <a:pt x="1015309" y="32885"/>
                  <a:pt x="1015816" y="32564"/>
                  <a:pt x="1016533" y="32292"/>
                </a:cubicBezTo>
                <a:cubicBezTo>
                  <a:pt x="1017249" y="32020"/>
                  <a:pt x="1018201" y="31810"/>
                  <a:pt x="1019387" y="31661"/>
                </a:cubicBezTo>
                <a:cubicBezTo>
                  <a:pt x="1020574" y="31513"/>
                  <a:pt x="1022081" y="31439"/>
                  <a:pt x="1023910" y="31439"/>
                </a:cubicBezTo>
                <a:cubicBezTo>
                  <a:pt x="1025739" y="31439"/>
                  <a:pt x="1027247" y="31513"/>
                  <a:pt x="1028433" y="31661"/>
                </a:cubicBezTo>
                <a:cubicBezTo>
                  <a:pt x="1029620" y="31810"/>
                  <a:pt x="1030571" y="32020"/>
                  <a:pt x="1031288" y="32292"/>
                </a:cubicBezTo>
                <a:cubicBezTo>
                  <a:pt x="1032005" y="32564"/>
                  <a:pt x="1032511" y="32885"/>
                  <a:pt x="1032808" y="33256"/>
                </a:cubicBezTo>
                <a:cubicBezTo>
                  <a:pt x="1033105" y="33626"/>
                  <a:pt x="1033253" y="34059"/>
                  <a:pt x="1033253" y="34553"/>
                </a:cubicBezTo>
                <a:lnTo>
                  <a:pt x="1033253" y="100545"/>
                </a:lnTo>
                <a:moveTo>
                  <a:pt x="1034662" y="12012"/>
                </a:moveTo>
                <a:cubicBezTo>
                  <a:pt x="1034662" y="15769"/>
                  <a:pt x="1033896" y="18364"/>
                  <a:pt x="1032363" y="19798"/>
                </a:cubicBezTo>
                <a:cubicBezTo>
                  <a:pt x="1030831" y="21231"/>
                  <a:pt x="1027988" y="21948"/>
                  <a:pt x="1023836" y="21948"/>
                </a:cubicBezTo>
                <a:cubicBezTo>
                  <a:pt x="1019634" y="21948"/>
                  <a:pt x="1016804" y="21256"/>
                  <a:pt x="1015346" y="19872"/>
                </a:cubicBezTo>
                <a:cubicBezTo>
                  <a:pt x="1013888" y="18488"/>
                  <a:pt x="1013159" y="15991"/>
                  <a:pt x="1013159" y="12383"/>
                </a:cubicBezTo>
                <a:cubicBezTo>
                  <a:pt x="1013159" y="8626"/>
                  <a:pt x="1013913" y="6018"/>
                  <a:pt x="1015420" y="4560"/>
                </a:cubicBezTo>
                <a:cubicBezTo>
                  <a:pt x="1016928" y="3102"/>
                  <a:pt x="1019783" y="2373"/>
                  <a:pt x="1023984" y="2373"/>
                </a:cubicBezTo>
                <a:cubicBezTo>
                  <a:pt x="1028137" y="2373"/>
                  <a:pt x="1030954" y="3077"/>
                  <a:pt x="1032437" y="4486"/>
                </a:cubicBezTo>
                <a:cubicBezTo>
                  <a:pt x="1033920" y="5895"/>
                  <a:pt x="1034662" y="8403"/>
                  <a:pt x="1034662" y="12012"/>
                </a:cubicBezTo>
                <a:close/>
                <a:moveTo>
                  <a:pt x="1089584" y="93969"/>
                </a:moveTo>
                <a:cubicBezTo>
                  <a:pt x="1089584" y="96155"/>
                  <a:pt x="1089448" y="97832"/>
                  <a:pt x="1089176" y="99000"/>
                </a:cubicBezTo>
                <a:cubicBezTo>
                  <a:pt x="1088904" y="100166"/>
                  <a:pt x="1088545" y="100986"/>
                  <a:pt x="1088101" y="101458"/>
                </a:cubicBezTo>
                <a:cubicBezTo>
                  <a:pt x="1087656" y="101929"/>
                  <a:pt x="1087001" y="102351"/>
                  <a:pt x="1086136" y="102723"/>
                </a:cubicBezTo>
                <a:cubicBezTo>
                  <a:pt x="1085271" y="103096"/>
                  <a:pt x="1084257" y="103419"/>
                  <a:pt x="1083096" y="103692"/>
                </a:cubicBezTo>
                <a:cubicBezTo>
                  <a:pt x="1081934" y="103965"/>
                  <a:pt x="1080673" y="104176"/>
                  <a:pt x="1079314" y="104325"/>
                </a:cubicBezTo>
                <a:cubicBezTo>
                  <a:pt x="1077955" y="104474"/>
                  <a:pt x="1076583" y="104549"/>
                  <a:pt x="1075199" y="104549"/>
                </a:cubicBezTo>
                <a:cubicBezTo>
                  <a:pt x="1071491" y="104549"/>
                  <a:pt x="1068278" y="104080"/>
                  <a:pt x="1065559" y="103140"/>
                </a:cubicBezTo>
                <a:cubicBezTo>
                  <a:pt x="1062841" y="102201"/>
                  <a:pt x="1060592" y="100755"/>
                  <a:pt x="1058812" y="98803"/>
                </a:cubicBezTo>
                <a:cubicBezTo>
                  <a:pt x="1057032" y="96850"/>
                  <a:pt x="1055722" y="94391"/>
                  <a:pt x="1054882" y="91425"/>
                </a:cubicBezTo>
                <a:cubicBezTo>
                  <a:pt x="1054042" y="88459"/>
                  <a:pt x="1053622" y="84949"/>
                  <a:pt x="1053622" y="80896"/>
                </a:cubicBezTo>
                <a:lnTo>
                  <a:pt x="1053622" y="47010"/>
                </a:lnTo>
                <a:lnTo>
                  <a:pt x="1045688" y="47010"/>
                </a:lnTo>
                <a:cubicBezTo>
                  <a:pt x="1044748" y="47010"/>
                  <a:pt x="1044032" y="46429"/>
                  <a:pt x="1043537" y="45268"/>
                </a:cubicBezTo>
                <a:cubicBezTo>
                  <a:pt x="1043043" y="44106"/>
                  <a:pt x="1042796" y="42166"/>
                  <a:pt x="1042796" y="39447"/>
                </a:cubicBezTo>
                <a:cubicBezTo>
                  <a:pt x="1042796" y="38013"/>
                  <a:pt x="1042858" y="36802"/>
                  <a:pt x="1042981" y="35814"/>
                </a:cubicBezTo>
                <a:cubicBezTo>
                  <a:pt x="1043105" y="34825"/>
                  <a:pt x="1043290" y="34046"/>
                  <a:pt x="1043537" y="33478"/>
                </a:cubicBezTo>
                <a:cubicBezTo>
                  <a:pt x="1043785" y="32910"/>
                  <a:pt x="1044094" y="32502"/>
                  <a:pt x="1044464" y="32255"/>
                </a:cubicBezTo>
                <a:cubicBezTo>
                  <a:pt x="1044835" y="32007"/>
                  <a:pt x="1045268" y="31884"/>
                  <a:pt x="1045762" y="31884"/>
                </a:cubicBezTo>
                <a:lnTo>
                  <a:pt x="1053622" y="31884"/>
                </a:lnTo>
                <a:lnTo>
                  <a:pt x="1053622" y="17068"/>
                </a:lnTo>
                <a:cubicBezTo>
                  <a:pt x="1053622" y="16571"/>
                  <a:pt x="1053758" y="16123"/>
                  <a:pt x="1054029" y="15726"/>
                </a:cubicBezTo>
                <a:cubicBezTo>
                  <a:pt x="1054301" y="15329"/>
                  <a:pt x="1054796" y="14995"/>
                  <a:pt x="1055512" y="14723"/>
                </a:cubicBezTo>
                <a:cubicBezTo>
                  <a:pt x="1056229" y="14450"/>
                  <a:pt x="1057193" y="14251"/>
                  <a:pt x="1058404" y="14128"/>
                </a:cubicBezTo>
                <a:cubicBezTo>
                  <a:pt x="1059615" y="14002"/>
                  <a:pt x="1061111" y="13940"/>
                  <a:pt x="1062890" y="13940"/>
                </a:cubicBezTo>
                <a:cubicBezTo>
                  <a:pt x="1064719" y="13940"/>
                  <a:pt x="1066239" y="14002"/>
                  <a:pt x="1067450" y="14128"/>
                </a:cubicBezTo>
                <a:cubicBezTo>
                  <a:pt x="1068661" y="14251"/>
                  <a:pt x="1069613" y="14450"/>
                  <a:pt x="1070305" y="14723"/>
                </a:cubicBezTo>
                <a:cubicBezTo>
                  <a:pt x="1070997" y="14995"/>
                  <a:pt x="1071491" y="15329"/>
                  <a:pt x="1071788" y="15726"/>
                </a:cubicBezTo>
                <a:cubicBezTo>
                  <a:pt x="1072085" y="16123"/>
                  <a:pt x="1072233" y="16571"/>
                  <a:pt x="1072233" y="17068"/>
                </a:cubicBezTo>
                <a:lnTo>
                  <a:pt x="1072233" y="31884"/>
                </a:lnTo>
                <a:lnTo>
                  <a:pt x="1086618" y="31884"/>
                </a:lnTo>
                <a:cubicBezTo>
                  <a:pt x="1087112" y="31884"/>
                  <a:pt x="1087544" y="32007"/>
                  <a:pt x="1087915" y="32255"/>
                </a:cubicBezTo>
                <a:cubicBezTo>
                  <a:pt x="1088286" y="32502"/>
                  <a:pt x="1088595" y="32910"/>
                  <a:pt x="1088842" y="33478"/>
                </a:cubicBezTo>
                <a:cubicBezTo>
                  <a:pt x="1089089" y="34046"/>
                  <a:pt x="1089275" y="34825"/>
                  <a:pt x="1089398" y="35814"/>
                </a:cubicBezTo>
                <a:cubicBezTo>
                  <a:pt x="1089522" y="36802"/>
                  <a:pt x="1089584" y="38013"/>
                  <a:pt x="1089584" y="39447"/>
                </a:cubicBezTo>
                <a:cubicBezTo>
                  <a:pt x="1089584" y="42166"/>
                  <a:pt x="1089336" y="44106"/>
                  <a:pt x="1088842" y="45268"/>
                </a:cubicBezTo>
                <a:cubicBezTo>
                  <a:pt x="1088348" y="46429"/>
                  <a:pt x="1087631" y="47010"/>
                  <a:pt x="1086692" y="47010"/>
                </a:cubicBezTo>
                <a:lnTo>
                  <a:pt x="1072233" y="47010"/>
                </a:lnTo>
                <a:lnTo>
                  <a:pt x="1072233" y="78023"/>
                </a:lnTo>
                <a:cubicBezTo>
                  <a:pt x="1072233" y="81625"/>
                  <a:pt x="1072801" y="84327"/>
                  <a:pt x="1073938" y="86128"/>
                </a:cubicBezTo>
                <a:cubicBezTo>
                  <a:pt x="1075075" y="87929"/>
                  <a:pt x="1077102" y="88830"/>
                  <a:pt x="1080018" y="88830"/>
                </a:cubicBezTo>
                <a:cubicBezTo>
                  <a:pt x="1081007" y="88830"/>
                  <a:pt x="1081897" y="88743"/>
                  <a:pt x="1082688" y="88570"/>
                </a:cubicBezTo>
                <a:cubicBezTo>
                  <a:pt x="1083479" y="88397"/>
                  <a:pt x="1084183" y="88200"/>
                  <a:pt x="1084801" y="87977"/>
                </a:cubicBezTo>
                <a:cubicBezTo>
                  <a:pt x="1085419" y="87755"/>
                  <a:pt x="1085938" y="87557"/>
                  <a:pt x="1086358" y="87384"/>
                </a:cubicBezTo>
                <a:cubicBezTo>
                  <a:pt x="1086778" y="87211"/>
                  <a:pt x="1087161" y="87124"/>
                  <a:pt x="1087507" y="87124"/>
                </a:cubicBezTo>
                <a:cubicBezTo>
                  <a:pt x="1087804" y="87124"/>
                  <a:pt x="1088088" y="87211"/>
                  <a:pt x="1088360" y="87384"/>
                </a:cubicBezTo>
                <a:cubicBezTo>
                  <a:pt x="1088632" y="87557"/>
                  <a:pt x="1088842" y="87904"/>
                  <a:pt x="1088990" y="88424"/>
                </a:cubicBezTo>
                <a:cubicBezTo>
                  <a:pt x="1089139" y="88943"/>
                  <a:pt x="1089275" y="89650"/>
                  <a:pt x="1089398" y="90545"/>
                </a:cubicBezTo>
                <a:cubicBezTo>
                  <a:pt x="1089522" y="91437"/>
                  <a:pt x="1089584" y="92579"/>
                  <a:pt x="1089584" y="93969"/>
                </a:cubicBezTo>
                <a:close/>
                <a:moveTo>
                  <a:pt x="1121009" y="100545"/>
                </a:moveTo>
                <a:cubicBezTo>
                  <a:pt x="1121009" y="101040"/>
                  <a:pt x="1120861" y="101472"/>
                  <a:pt x="1120564" y="101843"/>
                </a:cubicBezTo>
                <a:cubicBezTo>
                  <a:pt x="1120267" y="102214"/>
                  <a:pt x="1119761" y="102523"/>
                  <a:pt x="1119044" y="102770"/>
                </a:cubicBezTo>
                <a:cubicBezTo>
                  <a:pt x="1118327" y="103017"/>
                  <a:pt x="1117376" y="103202"/>
                  <a:pt x="1116189" y="103326"/>
                </a:cubicBezTo>
                <a:cubicBezTo>
                  <a:pt x="1115003" y="103449"/>
                  <a:pt x="1113495" y="103511"/>
                  <a:pt x="1111666" y="103511"/>
                </a:cubicBezTo>
                <a:cubicBezTo>
                  <a:pt x="1109837" y="103511"/>
                  <a:pt x="1108329" y="103449"/>
                  <a:pt x="1107143" y="103326"/>
                </a:cubicBezTo>
                <a:cubicBezTo>
                  <a:pt x="1105957" y="103202"/>
                  <a:pt x="1105005" y="103017"/>
                  <a:pt x="1104288" y="102770"/>
                </a:cubicBezTo>
                <a:cubicBezTo>
                  <a:pt x="1103572" y="102523"/>
                  <a:pt x="1103065" y="102214"/>
                  <a:pt x="1102768" y="101843"/>
                </a:cubicBezTo>
                <a:cubicBezTo>
                  <a:pt x="1102472" y="101472"/>
                  <a:pt x="1102323" y="101040"/>
                  <a:pt x="1102323" y="100545"/>
                </a:cubicBezTo>
                <a:lnTo>
                  <a:pt x="1102323" y="34553"/>
                </a:lnTo>
                <a:cubicBezTo>
                  <a:pt x="1102323" y="34059"/>
                  <a:pt x="1102472" y="33626"/>
                  <a:pt x="1102768" y="33256"/>
                </a:cubicBezTo>
                <a:cubicBezTo>
                  <a:pt x="1103065" y="32885"/>
                  <a:pt x="1103572" y="32564"/>
                  <a:pt x="1104288" y="32292"/>
                </a:cubicBezTo>
                <a:cubicBezTo>
                  <a:pt x="1105005" y="32020"/>
                  <a:pt x="1105957" y="31810"/>
                  <a:pt x="1107143" y="31661"/>
                </a:cubicBezTo>
                <a:cubicBezTo>
                  <a:pt x="1108329" y="31513"/>
                  <a:pt x="1109837" y="31439"/>
                  <a:pt x="1111666" y="31439"/>
                </a:cubicBezTo>
                <a:cubicBezTo>
                  <a:pt x="1113495" y="31439"/>
                  <a:pt x="1115003" y="31513"/>
                  <a:pt x="1116189" y="31661"/>
                </a:cubicBezTo>
                <a:cubicBezTo>
                  <a:pt x="1117376" y="31810"/>
                  <a:pt x="1118327" y="32020"/>
                  <a:pt x="1119044" y="32292"/>
                </a:cubicBezTo>
                <a:cubicBezTo>
                  <a:pt x="1119761" y="32564"/>
                  <a:pt x="1120267" y="32885"/>
                  <a:pt x="1120564" y="33256"/>
                </a:cubicBezTo>
                <a:cubicBezTo>
                  <a:pt x="1120861" y="33626"/>
                  <a:pt x="1121009" y="34059"/>
                  <a:pt x="1121009" y="34553"/>
                </a:cubicBezTo>
                <a:lnTo>
                  <a:pt x="1121009" y="100545"/>
                </a:lnTo>
                <a:moveTo>
                  <a:pt x="1122418" y="12012"/>
                </a:moveTo>
                <a:cubicBezTo>
                  <a:pt x="1122418" y="15769"/>
                  <a:pt x="1121651" y="18364"/>
                  <a:pt x="1120119" y="19798"/>
                </a:cubicBezTo>
                <a:cubicBezTo>
                  <a:pt x="1118587" y="21231"/>
                  <a:pt x="1115744" y="21948"/>
                  <a:pt x="1111592" y="21948"/>
                </a:cubicBezTo>
                <a:cubicBezTo>
                  <a:pt x="1107390" y="21948"/>
                  <a:pt x="1104560" y="21256"/>
                  <a:pt x="1103102" y="19872"/>
                </a:cubicBezTo>
                <a:cubicBezTo>
                  <a:pt x="1101644" y="18488"/>
                  <a:pt x="1100915" y="15991"/>
                  <a:pt x="1100915" y="12383"/>
                </a:cubicBezTo>
                <a:cubicBezTo>
                  <a:pt x="1100915" y="8626"/>
                  <a:pt x="1101668" y="6018"/>
                  <a:pt x="1103176" y="4560"/>
                </a:cubicBezTo>
                <a:cubicBezTo>
                  <a:pt x="1104684" y="3102"/>
                  <a:pt x="1107539" y="2373"/>
                  <a:pt x="1111740" y="2373"/>
                </a:cubicBezTo>
                <a:cubicBezTo>
                  <a:pt x="1115893" y="2373"/>
                  <a:pt x="1118710" y="3077"/>
                  <a:pt x="1120193" y="4486"/>
                </a:cubicBezTo>
                <a:cubicBezTo>
                  <a:pt x="1121676" y="5895"/>
                  <a:pt x="1122418" y="8403"/>
                  <a:pt x="1122418" y="12012"/>
                </a:cubicBezTo>
                <a:close/>
                <a:moveTo>
                  <a:pt x="1199065" y="34331"/>
                </a:moveTo>
                <a:cubicBezTo>
                  <a:pt x="1199065" y="34578"/>
                  <a:pt x="1199053" y="34874"/>
                  <a:pt x="1199028" y="35221"/>
                </a:cubicBezTo>
                <a:cubicBezTo>
                  <a:pt x="1199003" y="35567"/>
                  <a:pt x="1198954" y="35950"/>
                  <a:pt x="1198880" y="36370"/>
                </a:cubicBezTo>
                <a:cubicBezTo>
                  <a:pt x="1198805" y="36790"/>
                  <a:pt x="1198707" y="37272"/>
                  <a:pt x="1198583" y="37816"/>
                </a:cubicBezTo>
                <a:cubicBezTo>
                  <a:pt x="1198459" y="38359"/>
                  <a:pt x="1198299" y="38977"/>
                  <a:pt x="1198101" y="39669"/>
                </a:cubicBezTo>
                <a:lnTo>
                  <a:pt x="1178229" y="99507"/>
                </a:lnTo>
                <a:cubicBezTo>
                  <a:pt x="1177982" y="100348"/>
                  <a:pt x="1177648" y="101027"/>
                  <a:pt x="1177228" y="101546"/>
                </a:cubicBezTo>
                <a:cubicBezTo>
                  <a:pt x="1176808" y="102065"/>
                  <a:pt x="1176116" y="102473"/>
                  <a:pt x="1175152" y="102770"/>
                </a:cubicBezTo>
                <a:cubicBezTo>
                  <a:pt x="1174188" y="103066"/>
                  <a:pt x="1172878" y="103264"/>
                  <a:pt x="1171222" y="103363"/>
                </a:cubicBezTo>
                <a:cubicBezTo>
                  <a:pt x="1169566" y="103462"/>
                  <a:pt x="1167404" y="103511"/>
                  <a:pt x="1164734" y="103511"/>
                </a:cubicBezTo>
                <a:cubicBezTo>
                  <a:pt x="1162114" y="103511"/>
                  <a:pt x="1159976" y="103449"/>
                  <a:pt x="1158320" y="103326"/>
                </a:cubicBezTo>
                <a:cubicBezTo>
                  <a:pt x="1156664" y="103202"/>
                  <a:pt x="1155367" y="102992"/>
                  <a:pt x="1154428" y="102696"/>
                </a:cubicBezTo>
                <a:cubicBezTo>
                  <a:pt x="1153488" y="102399"/>
                  <a:pt x="1152809" y="101991"/>
                  <a:pt x="1152388" y="101472"/>
                </a:cubicBezTo>
                <a:cubicBezTo>
                  <a:pt x="1151968" y="100953"/>
                  <a:pt x="1151635" y="100298"/>
                  <a:pt x="1151387" y="99507"/>
                </a:cubicBezTo>
                <a:lnTo>
                  <a:pt x="1131516" y="39669"/>
                </a:lnTo>
                <a:cubicBezTo>
                  <a:pt x="1131219" y="38681"/>
                  <a:pt x="1130984" y="37791"/>
                  <a:pt x="1130811" y="37000"/>
                </a:cubicBezTo>
                <a:cubicBezTo>
                  <a:pt x="1130638" y="36209"/>
                  <a:pt x="1130539" y="35641"/>
                  <a:pt x="1130515" y="35295"/>
                </a:cubicBezTo>
                <a:cubicBezTo>
                  <a:pt x="1130490" y="34949"/>
                  <a:pt x="1130478" y="34627"/>
                  <a:pt x="1130478" y="34331"/>
                </a:cubicBezTo>
                <a:cubicBezTo>
                  <a:pt x="1130478" y="33836"/>
                  <a:pt x="1130614" y="33404"/>
                  <a:pt x="1130885" y="33033"/>
                </a:cubicBezTo>
                <a:cubicBezTo>
                  <a:pt x="1131157" y="32662"/>
                  <a:pt x="1131639" y="32353"/>
                  <a:pt x="1132331" y="32106"/>
                </a:cubicBezTo>
                <a:cubicBezTo>
                  <a:pt x="1133023" y="31859"/>
                  <a:pt x="1133975" y="31686"/>
                  <a:pt x="1135186" y="31587"/>
                </a:cubicBezTo>
                <a:cubicBezTo>
                  <a:pt x="1136397" y="31488"/>
                  <a:pt x="1137917" y="31439"/>
                  <a:pt x="1139746" y="31439"/>
                </a:cubicBezTo>
                <a:cubicBezTo>
                  <a:pt x="1141773" y="31439"/>
                  <a:pt x="1143404" y="31501"/>
                  <a:pt x="1144640" y="31624"/>
                </a:cubicBezTo>
                <a:cubicBezTo>
                  <a:pt x="1145876" y="31748"/>
                  <a:pt x="1146852" y="31921"/>
                  <a:pt x="1147569" y="32143"/>
                </a:cubicBezTo>
                <a:cubicBezTo>
                  <a:pt x="1148286" y="32366"/>
                  <a:pt x="1148792" y="32687"/>
                  <a:pt x="1149089" y="33107"/>
                </a:cubicBezTo>
                <a:cubicBezTo>
                  <a:pt x="1149385" y="33527"/>
                  <a:pt x="1149633" y="34034"/>
                  <a:pt x="1149830" y="34627"/>
                </a:cubicBezTo>
                <a:lnTo>
                  <a:pt x="1164882" y="83195"/>
                </a:lnTo>
                <a:lnTo>
                  <a:pt x="1165327" y="85048"/>
                </a:lnTo>
                <a:lnTo>
                  <a:pt x="1165772" y="83195"/>
                </a:lnTo>
                <a:lnTo>
                  <a:pt x="1180602" y="34627"/>
                </a:lnTo>
                <a:cubicBezTo>
                  <a:pt x="1180750" y="34034"/>
                  <a:pt x="1180985" y="33527"/>
                  <a:pt x="1181306" y="33107"/>
                </a:cubicBezTo>
                <a:cubicBezTo>
                  <a:pt x="1181628" y="32687"/>
                  <a:pt x="1182134" y="32366"/>
                  <a:pt x="1182826" y="32143"/>
                </a:cubicBezTo>
                <a:cubicBezTo>
                  <a:pt x="1183518" y="31921"/>
                  <a:pt x="1184445" y="31748"/>
                  <a:pt x="1185607" y="31624"/>
                </a:cubicBezTo>
                <a:cubicBezTo>
                  <a:pt x="1186769" y="31501"/>
                  <a:pt x="1188289" y="31439"/>
                  <a:pt x="1190167" y="31439"/>
                </a:cubicBezTo>
                <a:cubicBezTo>
                  <a:pt x="1191996" y="31439"/>
                  <a:pt x="1193491" y="31488"/>
                  <a:pt x="1194653" y="31587"/>
                </a:cubicBezTo>
                <a:cubicBezTo>
                  <a:pt x="1195815" y="31686"/>
                  <a:pt x="1196717" y="31859"/>
                  <a:pt x="1197359" y="32106"/>
                </a:cubicBezTo>
                <a:cubicBezTo>
                  <a:pt x="1198002" y="32353"/>
                  <a:pt x="1198447" y="32662"/>
                  <a:pt x="1198694" y="33033"/>
                </a:cubicBezTo>
                <a:cubicBezTo>
                  <a:pt x="1198941" y="33404"/>
                  <a:pt x="1199065" y="33836"/>
                  <a:pt x="1199065" y="34331"/>
                </a:cubicBezTo>
                <a:close/>
                <a:moveTo>
                  <a:pt x="1268729" y="65536"/>
                </a:moveTo>
                <a:cubicBezTo>
                  <a:pt x="1268729" y="67814"/>
                  <a:pt x="1268222" y="69498"/>
                  <a:pt x="1267209" y="70587"/>
                </a:cubicBezTo>
                <a:cubicBezTo>
                  <a:pt x="1266195" y="71676"/>
                  <a:pt x="1264799" y="72221"/>
                  <a:pt x="1263019" y="72221"/>
                </a:cubicBezTo>
                <a:lnTo>
                  <a:pt x="1222757" y="72221"/>
                </a:lnTo>
                <a:cubicBezTo>
                  <a:pt x="1222757" y="75049"/>
                  <a:pt x="1223091" y="77617"/>
                  <a:pt x="1223758" y="79925"/>
                </a:cubicBezTo>
                <a:cubicBezTo>
                  <a:pt x="1224425" y="82233"/>
                  <a:pt x="1225488" y="84194"/>
                  <a:pt x="1226946" y="85808"/>
                </a:cubicBezTo>
                <a:cubicBezTo>
                  <a:pt x="1228404" y="87421"/>
                  <a:pt x="1230283" y="88649"/>
                  <a:pt x="1232582" y="89493"/>
                </a:cubicBezTo>
                <a:cubicBezTo>
                  <a:pt x="1234880" y="90336"/>
                  <a:pt x="1237636" y="90758"/>
                  <a:pt x="1240849" y="90758"/>
                </a:cubicBezTo>
                <a:cubicBezTo>
                  <a:pt x="1244112" y="90758"/>
                  <a:pt x="1246979" y="90519"/>
                  <a:pt x="1249450" y="90042"/>
                </a:cubicBezTo>
                <a:cubicBezTo>
                  <a:pt x="1251922" y="89564"/>
                  <a:pt x="1254060" y="89037"/>
                  <a:pt x="1255864" y="88459"/>
                </a:cubicBezTo>
                <a:cubicBezTo>
                  <a:pt x="1257668" y="87881"/>
                  <a:pt x="1259164" y="87354"/>
                  <a:pt x="1260350" y="86876"/>
                </a:cubicBezTo>
                <a:cubicBezTo>
                  <a:pt x="1261536" y="86399"/>
                  <a:pt x="1262500" y="86160"/>
                  <a:pt x="1263242" y="86160"/>
                </a:cubicBezTo>
                <a:cubicBezTo>
                  <a:pt x="1263687" y="86160"/>
                  <a:pt x="1264058" y="86248"/>
                  <a:pt x="1264354" y="86422"/>
                </a:cubicBezTo>
                <a:cubicBezTo>
                  <a:pt x="1264651" y="86595"/>
                  <a:pt x="1264898" y="86906"/>
                  <a:pt x="1265096" y="87354"/>
                </a:cubicBezTo>
                <a:cubicBezTo>
                  <a:pt x="1265293" y="87800"/>
                  <a:pt x="1265429" y="88434"/>
                  <a:pt x="1265503" y="89254"/>
                </a:cubicBezTo>
                <a:cubicBezTo>
                  <a:pt x="1265578" y="90074"/>
                  <a:pt x="1265615" y="91105"/>
                  <a:pt x="1265615" y="92347"/>
                </a:cubicBezTo>
                <a:cubicBezTo>
                  <a:pt x="1265615" y="93441"/>
                  <a:pt x="1265590" y="94373"/>
                  <a:pt x="1265540" y="95144"/>
                </a:cubicBezTo>
                <a:cubicBezTo>
                  <a:pt x="1265491" y="95913"/>
                  <a:pt x="1265417" y="96571"/>
                  <a:pt x="1265318" y="97118"/>
                </a:cubicBezTo>
                <a:cubicBezTo>
                  <a:pt x="1265219" y="97665"/>
                  <a:pt x="1265071" y="98125"/>
                  <a:pt x="1264873" y="98499"/>
                </a:cubicBezTo>
                <a:cubicBezTo>
                  <a:pt x="1264675" y="98872"/>
                  <a:pt x="1264416" y="99231"/>
                  <a:pt x="1264095" y="99579"/>
                </a:cubicBezTo>
                <a:cubicBezTo>
                  <a:pt x="1263773" y="99927"/>
                  <a:pt x="1262896" y="100397"/>
                  <a:pt x="1261462" y="100990"/>
                </a:cubicBezTo>
                <a:cubicBezTo>
                  <a:pt x="1260029" y="101583"/>
                  <a:pt x="1258200" y="102164"/>
                  <a:pt x="1255975" y="102733"/>
                </a:cubicBezTo>
                <a:cubicBezTo>
                  <a:pt x="1253751" y="103301"/>
                  <a:pt x="1251205" y="103795"/>
                  <a:pt x="1248338" y="104216"/>
                </a:cubicBezTo>
                <a:cubicBezTo>
                  <a:pt x="1245471" y="104636"/>
                  <a:pt x="1242406" y="104846"/>
                  <a:pt x="1239144" y="104846"/>
                </a:cubicBezTo>
                <a:cubicBezTo>
                  <a:pt x="1233261" y="104846"/>
                  <a:pt x="1228108" y="104103"/>
                  <a:pt x="1223684" y="102617"/>
                </a:cubicBezTo>
                <a:cubicBezTo>
                  <a:pt x="1219260" y="101131"/>
                  <a:pt x="1215564" y="98877"/>
                  <a:pt x="1212599" y="95855"/>
                </a:cubicBezTo>
                <a:cubicBezTo>
                  <a:pt x="1209633" y="92834"/>
                  <a:pt x="1207420" y="89021"/>
                  <a:pt x="1205962" y="84416"/>
                </a:cubicBezTo>
                <a:cubicBezTo>
                  <a:pt x="1204504" y="79809"/>
                  <a:pt x="1203775" y="74410"/>
                  <a:pt x="1203775" y="68219"/>
                </a:cubicBezTo>
                <a:cubicBezTo>
                  <a:pt x="1203775" y="62324"/>
                  <a:pt x="1204541" y="57012"/>
                  <a:pt x="1206073" y="52282"/>
                </a:cubicBezTo>
                <a:cubicBezTo>
                  <a:pt x="1207606" y="47552"/>
                  <a:pt x="1209830" y="43540"/>
                  <a:pt x="1212747" y="40246"/>
                </a:cubicBezTo>
                <a:cubicBezTo>
                  <a:pt x="1215663" y="36951"/>
                  <a:pt x="1219210" y="34437"/>
                  <a:pt x="1223387" y="32704"/>
                </a:cubicBezTo>
                <a:cubicBezTo>
                  <a:pt x="1227564" y="30971"/>
                  <a:pt x="1232273" y="30104"/>
                  <a:pt x="1237512" y="30104"/>
                </a:cubicBezTo>
                <a:cubicBezTo>
                  <a:pt x="1243049" y="30104"/>
                  <a:pt x="1247782" y="30921"/>
                  <a:pt x="1251712" y="32556"/>
                </a:cubicBezTo>
                <a:cubicBezTo>
                  <a:pt x="1255642" y="34190"/>
                  <a:pt x="1258867" y="36456"/>
                  <a:pt x="1261388" y="39352"/>
                </a:cubicBezTo>
                <a:cubicBezTo>
                  <a:pt x="1263909" y="42248"/>
                  <a:pt x="1265763" y="45678"/>
                  <a:pt x="1266949" y="49640"/>
                </a:cubicBezTo>
                <a:cubicBezTo>
                  <a:pt x="1268136" y="53601"/>
                  <a:pt x="1268729" y="57909"/>
                  <a:pt x="1268729" y="62565"/>
                </a:cubicBezTo>
                <a:lnTo>
                  <a:pt x="1268729" y="65536"/>
                </a:lnTo>
                <a:moveTo>
                  <a:pt x="1250637" y="60209"/>
                </a:moveTo>
                <a:cubicBezTo>
                  <a:pt x="1250785" y="54946"/>
                  <a:pt x="1249735" y="50813"/>
                  <a:pt x="1247485" y="47810"/>
                </a:cubicBezTo>
                <a:cubicBezTo>
                  <a:pt x="1245236" y="44805"/>
                  <a:pt x="1241764" y="43303"/>
                  <a:pt x="1237067" y="43303"/>
                </a:cubicBezTo>
                <a:cubicBezTo>
                  <a:pt x="1234695" y="43303"/>
                  <a:pt x="1232631" y="43750"/>
                  <a:pt x="1230876" y="44644"/>
                </a:cubicBezTo>
                <a:cubicBezTo>
                  <a:pt x="1229121" y="45537"/>
                  <a:pt x="1227663" y="46741"/>
                  <a:pt x="1226501" y="48257"/>
                </a:cubicBezTo>
                <a:cubicBezTo>
                  <a:pt x="1225340" y="49771"/>
                  <a:pt x="1224450" y="51558"/>
                  <a:pt x="1223832" y="53619"/>
                </a:cubicBezTo>
                <a:cubicBezTo>
                  <a:pt x="1223214" y="55678"/>
                  <a:pt x="1222856" y="57874"/>
                  <a:pt x="1222757" y="60209"/>
                </a:cubicBezTo>
                <a:lnTo>
                  <a:pt x="1250637" y="60209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6" name="Text token">
            <a:extLst xmlns:a="http://schemas.openxmlformats.org/drawingml/2006/main">
              <a:ext uri="{FF2B5EF4-FFF2-40B4-BE49-F238E27FC236}">
                <a16:creationId xmlns:a16="http://schemas.microsoft.com/office/drawing/2014/main" id="{27ABA3C8-2A9D-4D74-ADAF-DC08DCBC6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581" y="6127282"/>
            <a:ext cx="350867" cy="104994"/>
          </a:xfrm>
          <a:custGeom xmlns:a="http://schemas.openxmlformats.org/drawingml/2006/main">
            <a:pathLst>
              <a:path w="350867" h="104994">
                <a:moveTo>
                  <a:pt x="46788" y="94118"/>
                </a:moveTo>
                <a:cubicBezTo>
                  <a:pt x="46788" y="96303"/>
                  <a:pt x="46652" y="97980"/>
                  <a:pt x="46380" y="99148"/>
                </a:cubicBezTo>
                <a:cubicBezTo>
                  <a:pt x="46108" y="100314"/>
                  <a:pt x="45750" y="101134"/>
                  <a:pt x="45305" y="101607"/>
                </a:cubicBezTo>
                <a:cubicBezTo>
                  <a:pt x="44860" y="102078"/>
                  <a:pt x="44205" y="102499"/>
                  <a:pt x="43340" y="102872"/>
                </a:cubicBezTo>
                <a:cubicBezTo>
                  <a:pt x="42475" y="103244"/>
                  <a:pt x="41461" y="103567"/>
                  <a:pt x="40300" y="103840"/>
                </a:cubicBezTo>
                <a:cubicBezTo>
                  <a:pt x="39138" y="104114"/>
                  <a:pt x="37877" y="104325"/>
                  <a:pt x="36518" y="104473"/>
                </a:cubicBezTo>
                <a:cubicBezTo>
                  <a:pt x="35159" y="104623"/>
                  <a:pt x="33787" y="104698"/>
                  <a:pt x="32403" y="104698"/>
                </a:cubicBezTo>
                <a:cubicBezTo>
                  <a:pt x="28695" y="104698"/>
                  <a:pt x="25482" y="104228"/>
                  <a:pt x="22764" y="103289"/>
                </a:cubicBezTo>
                <a:cubicBezTo>
                  <a:pt x="20045" y="102350"/>
                  <a:pt x="17796" y="100904"/>
                  <a:pt x="16016" y="98951"/>
                </a:cubicBezTo>
                <a:cubicBezTo>
                  <a:pt x="14236" y="96999"/>
                  <a:pt x="12927" y="94539"/>
                  <a:pt x="12086" y="91573"/>
                </a:cubicBezTo>
                <a:cubicBezTo>
                  <a:pt x="11246" y="88607"/>
                  <a:pt x="10826" y="85098"/>
                  <a:pt x="10826" y="81044"/>
                </a:cubicBezTo>
                <a:lnTo>
                  <a:pt x="10826" y="47158"/>
                </a:lnTo>
                <a:lnTo>
                  <a:pt x="2892" y="47158"/>
                </a:lnTo>
                <a:cubicBezTo>
                  <a:pt x="1953" y="47158"/>
                  <a:pt x="1236" y="46578"/>
                  <a:pt x="741" y="45416"/>
                </a:cubicBezTo>
                <a:cubicBezTo>
                  <a:pt x="247" y="44254"/>
                  <a:pt x="0" y="42314"/>
                  <a:pt x="0" y="39595"/>
                </a:cubicBezTo>
                <a:cubicBezTo>
                  <a:pt x="0" y="38162"/>
                  <a:pt x="62" y="36951"/>
                  <a:pt x="185" y="35962"/>
                </a:cubicBezTo>
                <a:cubicBezTo>
                  <a:pt x="309" y="34973"/>
                  <a:pt x="494" y="34195"/>
                  <a:pt x="741" y="33626"/>
                </a:cubicBezTo>
                <a:cubicBezTo>
                  <a:pt x="989" y="33058"/>
                  <a:pt x="1298" y="32650"/>
                  <a:pt x="1668" y="32403"/>
                </a:cubicBezTo>
                <a:cubicBezTo>
                  <a:pt x="2039" y="32156"/>
                  <a:pt x="2472" y="32032"/>
                  <a:pt x="2966" y="32032"/>
                </a:cubicBezTo>
                <a:lnTo>
                  <a:pt x="10826" y="32032"/>
                </a:lnTo>
                <a:lnTo>
                  <a:pt x="10826" y="17216"/>
                </a:lnTo>
                <a:cubicBezTo>
                  <a:pt x="10826" y="16719"/>
                  <a:pt x="10962" y="16272"/>
                  <a:pt x="11233" y="15875"/>
                </a:cubicBezTo>
                <a:cubicBezTo>
                  <a:pt x="11505" y="15478"/>
                  <a:pt x="12000" y="15143"/>
                  <a:pt x="12716" y="14871"/>
                </a:cubicBezTo>
                <a:cubicBezTo>
                  <a:pt x="13433" y="14598"/>
                  <a:pt x="14397" y="14399"/>
                  <a:pt x="15608" y="14276"/>
                </a:cubicBezTo>
                <a:cubicBezTo>
                  <a:pt x="16819" y="14151"/>
                  <a:pt x="18315" y="14088"/>
                  <a:pt x="20094" y="14088"/>
                </a:cubicBezTo>
                <a:cubicBezTo>
                  <a:pt x="21923" y="14088"/>
                  <a:pt x="23443" y="14151"/>
                  <a:pt x="24654" y="14276"/>
                </a:cubicBezTo>
                <a:cubicBezTo>
                  <a:pt x="25865" y="14399"/>
                  <a:pt x="26817" y="14598"/>
                  <a:pt x="27509" y="14871"/>
                </a:cubicBezTo>
                <a:cubicBezTo>
                  <a:pt x="28201" y="15143"/>
                  <a:pt x="28695" y="15478"/>
                  <a:pt x="28992" y="15875"/>
                </a:cubicBezTo>
                <a:cubicBezTo>
                  <a:pt x="29289" y="16272"/>
                  <a:pt x="29437" y="16719"/>
                  <a:pt x="29437" y="17216"/>
                </a:cubicBezTo>
                <a:lnTo>
                  <a:pt x="29437" y="32032"/>
                </a:lnTo>
                <a:lnTo>
                  <a:pt x="43822" y="32032"/>
                </a:lnTo>
                <a:cubicBezTo>
                  <a:pt x="44316" y="32032"/>
                  <a:pt x="44749" y="32156"/>
                  <a:pt x="45119" y="32403"/>
                </a:cubicBezTo>
                <a:cubicBezTo>
                  <a:pt x="45490" y="32650"/>
                  <a:pt x="45799" y="33058"/>
                  <a:pt x="46046" y="33626"/>
                </a:cubicBezTo>
                <a:cubicBezTo>
                  <a:pt x="46293" y="34195"/>
                  <a:pt x="46479" y="34973"/>
                  <a:pt x="46602" y="35962"/>
                </a:cubicBezTo>
                <a:cubicBezTo>
                  <a:pt x="46726" y="36951"/>
                  <a:pt x="46788" y="38162"/>
                  <a:pt x="46788" y="39595"/>
                </a:cubicBezTo>
                <a:cubicBezTo>
                  <a:pt x="46788" y="42314"/>
                  <a:pt x="46540" y="44254"/>
                  <a:pt x="46046" y="45416"/>
                </a:cubicBezTo>
                <a:cubicBezTo>
                  <a:pt x="45552" y="46578"/>
                  <a:pt x="44835" y="47158"/>
                  <a:pt x="43896" y="47158"/>
                </a:cubicBezTo>
                <a:lnTo>
                  <a:pt x="29437" y="47158"/>
                </a:lnTo>
                <a:lnTo>
                  <a:pt x="29437" y="78171"/>
                </a:lnTo>
                <a:cubicBezTo>
                  <a:pt x="29437" y="81773"/>
                  <a:pt x="30005" y="84475"/>
                  <a:pt x="31142" y="86276"/>
                </a:cubicBezTo>
                <a:cubicBezTo>
                  <a:pt x="32279" y="88078"/>
                  <a:pt x="34306" y="88978"/>
                  <a:pt x="37223" y="88978"/>
                </a:cubicBezTo>
                <a:cubicBezTo>
                  <a:pt x="38211" y="88978"/>
                  <a:pt x="39101" y="88892"/>
                  <a:pt x="39892" y="88719"/>
                </a:cubicBezTo>
                <a:cubicBezTo>
                  <a:pt x="40683" y="88546"/>
                  <a:pt x="41387" y="88348"/>
                  <a:pt x="42005" y="88125"/>
                </a:cubicBezTo>
                <a:cubicBezTo>
                  <a:pt x="42623" y="87903"/>
                  <a:pt x="43142" y="87705"/>
                  <a:pt x="43562" y="87532"/>
                </a:cubicBezTo>
                <a:cubicBezTo>
                  <a:pt x="43982" y="87359"/>
                  <a:pt x="44365" y="87273"/>
                  <a:pt x="44712" y="87273"/>
                </a:cubicBezTo>
                <a:cubicBezTo>
                  <a:pt x="45008" y="87273"/>
                  <a:pt x="45292" y="87359"/>
                  <a:pt x="45564" y="87532"/>
                </a:cubicBezTo>
                <a:cubicBezTo>
                  <a:pt x="45836" y="87705"/>
                  <a:pt x="46046" y="88052"/>
                  <a:pt x="46194" y="88573"/>
                </a:cubicBezTo>
                <a:cubicBezTo>
                  <a:pt x="46343" y="89092"/>
                  <a:pt x="46479" y="89798"/>
                  <a:pt x="46602" y="90693"/>
                </a:cubicBezTo>
                <a:cubicBezTo>
                  <a:pt x="46726" y="91586"/>
                  <a:pt x="46788" y="92727"/>
                  <a:pt x="46788" y="94118"/>
                </a:cubicBezTo>
                <a:close/>
                <a:moveTo>
                  <a:pt x="126410" y="66954"/>
                </a:moveTo>
                <a:cubicBezTo>
                  <a:pt x="126410" y="72601"/>
                  <a:pt x="125668" y="77753"/>
                  <a:pt x="124185" y="82409"/>
                </a:cubicBezTo>
                <a:cubicBezTo>
                  <a:pt x="122702" y="87065"/>
                  <a:pt x="120453" y="91077"/>
                  <a:pt x="117438" y="94444"/>
                </a:cubicBezTo>
                <a:cubicBezTo>
                  <a:pt x="114422" y="97812"/>
                  <a:pt x="110641" y="100412"/>
                  <a:pt x="106093" y="102246"/>
                </a:cubicBezTo>
                <a:cubicBezTo>
                  <a:pt x="101545" y="104078"/>
                  <a:pt x="96231" y="104994"/>
                  <a:pt x="90151" y="104994"/>
                </a:cubicBezTo>
                <a:cubicBezTo>
                  <a:pt x="84269" y="104994"/>
                  <a:pt x="79152" y="104177"/>
                  <a:pt x="74802" y="102543"/>
                </a:cubicBezTo>
                <a:cubicBezTo>
                  <a:pt x="70452" y="100908"/>
                  <a:pt x="66844" y="98531"/>
                  <a:pt x="63977" y="95410"/>
                </a:cubicBezTo>
                <a:cubicBezTo>
                  <a:pt x="61110" y="92290"/>
                  <a:pt x="58984" y="88451"/>
                  <a:pt x="57600" y="83894"/>
                </a:cubicBezTo>
                <a:cubicBezTo>
                  <a:pt x="56216" y="79337"/>
                  <a:pt x="55524" y="74137"/>
                  <a:pt x="55524" y="68293"/>
                </a:cubicBezTo>
                <a:cubicBezTo>
                  <a:pt x="55524" y="62645"/>
                  <a:pt x="56278" y="57481"/>
                  <a:pt x="57785" y="52801"/>
                </a:cubicBezTo>
                <a:cubicBezTo>
                  <a:pt x="59293" y="48120"/>
                  <a:pt x="61554" y="44108"/>
                  <a:pt x="64570" y="40765"/>
                </a:cubicBezTo>
                <a:cubicBezTo>
                  <a:pt x="67585" y="37423"/>
                  <a:pt x="71354" y="34835"/>
                  <a:pt x="75878" y="33003"/>
                </a:cubicBezTo>
                <a:cubicBezTo>
                  <a:pt x="80401" y="31169"/>
                  <a:pt x="85702" y="30253"/>
                  <a:pt x="91782" y="30253"/>
                </a:cubicBezTo>
                <a:cubicBezTo>
                  <a:pt x="97714" y="30253"/>
                  <a:pt x="102855" y="31057"/>
                  <a:pt x="107205" y="32667"/>
                </a:cubicBezTo>
                <a:cubicBezTo>
                  <a:pt x="111555" y="34277"/>
                  <a:pt x="115151" y="36642"/>
                  <a:pt x="117994" y="39762"/>
                </a:cubicBezTo>
                <a:cubicBezTo>
                  <a:pt x="120836" y="42883"/>
                  <a:pt x="122949" y="46721"/>
                  <a:pt x="124334" y="51278"/>
                </a:cubicBezTo>
                <a:cubicBezTo>
                  <a:pt x="125718" y="55835"/>
                  <a:pt x="126410" y="61060"/>
                  <a:pt x="126410" y="66954"/>
                </a:cubicBezTo>
                <a:moveTo>
                  <a:pt x="107205" y="67698"/>
                </a:moveTo>
                <a:cubicBezTo>
                  <a:pt x="107205" y="64435"/>
                  <a:pt x="106946" y="61432"/>
                  <a:pt x="106427" y="58688"/>
                </a:cubicBezTo>
                <a:cubicBezTo>
                  <a:pt x="105908" y="55945"/>
                  <a:pt x="105030" y="53560"/>
                  <a:pt x="103794" y="51533"/>
                </a:cubicBezTo>
                <a:cubicBezTo>
                  <a:pt x="102559" y="49506"/>
                  <a:pt x="100915" y="47925"/>
                  <a:pt x="98864" y="46788"/>
                </a:cubicBezTo>
                <a:cubicBezTo>
                  <a:pt x="96812" y="45651"/>
                  <a:pt x="94229" y="45082"/>
                  <a:pt x="91115" y="45082"/>
                </a:cubicBezTo>
                <a:cubicBezTo>
                  <a:pt x="88347" y="45082"/>
                  <a:pt x="85925" y="45589"/>
                  <a:pt x="83848" y="46602"/>
                </a:cubicBezTo>
                <a:cubicBezTo>
                  <a:pt x="81772" y="47616"/>
                  <a:pt x="80067" y="49099"/>
                  <a:pt x="78732" y="51051"/>
                </a:cubicBezTo>
                <a:cubicBezTo>
                  <a:pt x="77398" y="53004"/>
                  <a:pt x="76397" y="55352"/>
                  <a:pt x="75729" y="58095"/>
                </a:cubicBezTo>
                <a:cubicBezTo>
                  <a:pt x="75062" y="60839"/>
                  <a:pt x="74728" y="63965"/>
                  <a:pt x="74728" y="67475"/>
                </a:cubicBezTo>
                <a:cubicBezTo>
                  <a:pt x="74728" y="70738"/>
                  <a:pt x="75000" y="73741"/>
                  <a:pt x="75544" y="76484"/>
                </a:cubicBezTo>
                <a:cubicBezTo>
                  <a:pt x="76088" y="79228"/>
                  <a:pt x="76965" y="81613"/>
                  <a:pt x="78176" y="83639"/>
                </a:cubicBezTo>
                <a:cubicBezTo>
                  <a:pt x="79387" y="85666"/>
                  <a:pt x="81031" y="87236"/>
                  <a:pt x="83107" y="88348"/>
                </a:cubicBezTo>
                <a:cubicBezTo>
                  <a:pt x="85183" y="89460"/>
                  <a:pt x="87754" y="90016"/>
                  <a:pt x="90818" y="90016"/>
                </a:cubicBezTo>
                <a:cubicBezTo>
                  <a:pt x="93636" y="90016"/>
                  <a:pt x="96083" y="89510"/>
                  <a:pt x="98159" y="88496"/>
                </a:cubicBezTo>
                <a:cubicBezTo>
                  <a:pt x="100235" y="87483"/>
                  <a:pt x="101941" y="86012"/>
                  <a:pt x="103275" y="84084"/>
                </a:cubicBezTo>
                <a:cubicBezTo>
                  <a:pt x="104610" y="82156"/>
                  <a:pt x="105599" y="79821"/>
                  <a:pt x="106241" y="77077"/>
                </a:cubicBezTo>
                <a:cubicBezTo>
                  <a:pt x="106884" y="74334"/>
                  <a:pt x="107205" y="71207"/>
                  <a:pt x="107205" y="67698"/>
                </a:cubicBezTo>
                <a:close/>
                <a:moveTo>
                  <a:pt x="201884" y="100768"/>
                </a:moveTo>
                <a:cubicBezTo>
                  <a:pt x="201884" y="101262"/>
                  <a:pt x="201748" y="101695"/>
                  <a:pt x="201477" y="102065"/>
                </a:cubicBezTo>
                <a:cubicBezTo>
                  <a:pt x="201205" y="102436"/>
                  <a:pt x="200710" y="102733"/>
                  <a:pt x="199994" y="102955"/>
                </a:cubicBezTo>
                <a:cubicBezTo>
                  <a:pt x="199277" y="103178"/>
                  <a:pt x="198301" y="103351"/>
                  <a:pt x="197065" y="103474"/>
                </a:cubicBezTo>
                <a:cubicBezTo>
                  <a:pt x="195829" y="103598"/>
                  <a:pt x="194222" y="103660"/>
                  <a:pt x="192245" y="103660"/>
                </a:cubicBezTo>
                <a:cubicBezTo>
                  <a:pt x="190218" y="103660"/>
                  <a:pt x="188575" y="103610"/>
                  <a:pt x="187314" y="103511"/>
                </a:cubicBezTo>
                <a:cubicBezTo>
                  <a:pt x="186054" y="103412"/>
                  <a:pt x="185016" y="103252"/>
                  <a:pt x="184200" y="103029"/>
                </a:cubicBezTo>
                <a:cubicBezTo>
                  <a:pt x="183384" y="102807"/>
                  <a:pt x="182754" y="102498"/>
                  <a:pt x="182309" y="102102"/>
                </a:cubicBezTo>
                <a:cubicBezTo>
                  <a:pt x="181864" y="101707"/>
                  <a:pt x="181469" y="101188"/>
                  <a:pt x="181123" y="100545"/>
                </a:cubicBezTo>
                <a:lnTo>
                  <a:pt x="159101" y="65696"/>
                </a:lnTo>
                <a:lnTo>
                  <a:pt x="159101" y="100694"/>
                </a:lnTo>
                <a:cubicBezTo>
                  <a:pt x="159101" y="101188"/>
                  <a:pt x="158952" y="101620"/>
                  <a:pt x="158656" y="101991"/>
                </a:cubicBezTo>
                <a:cubicBezTo>
                  <a:pt x="158359" y="102362"/>
                  <a:pt x="157853" y="102671"/>
                  <a:pt x="157136" y="102918"/>
                </a:cubicBezTo>
                <a:cubicBezTo>
                  <a:pt x="156419" y="103165"/>
                  <a:pt x="155467" y="103351"/>
                  <a:pt x="154281" y="103474"/>
                </a:cubicBezTo>
                <a:cubicBezTo>
                  <a:pt x="153095" y="103598"/>
                  <a:pt x="151587" y="103660"/>
                  <a:pt x="149758" y="103660"/>
                </a:cubicBezTo>
                <a:cubicBezTo>
                  <a:pt x="147929" y="103660"/>
                  <a:pt x="146421" y="103598"/>
                  <a:pt x="145235" y="103474"/>
                </a:cubicBezTo>
                <a:cubicBezTo>
                  <a:pt x="144049" y="103351"/>
                  <a:pt x="143097" y="103165"/>
                  <a:pt x="142380" y="102918"/>
                </a:cubicBezTo>
                <a:cubicBezTo>
                  <a:pt x="141663" y="102671"/>
                  <a:pt x="141157" y="102362"/>
                  <a:pt x="140860" y="101991"/>
                </a:cubicBezTo>
                <a:cubicBezTo>
                  <a:pt x="140564" y="101620"/>
                  <a:pt x="140415" y="101188"/>
                  <a:pt x="140415" y="100694"/>
                </a:cubicBezTo>
                <a:lnTo>
                  <a:pt x="140415" y="3188"/>
                </a:lnTo>
                <a:cubicBezTo>
                  <a:pt x="140415" y="2694"/>
                  <a:pt x="140564" y="2249"/>
                  <a:pt x="140860" y="1854"/>
                </a:cubicBezTo>
                <a:cubicBezTo>
                  <a:pt x="141157" y="1458"/>
                  <a:pt x="141663" y="1125"/>
                  <a:pt x="142380" y="853"/>
                </a:cubicBezTo>
                <a:cubicBezTo>
                  <a:pt x="143097" y="581"/>
                  <a:pt x="144049" y="371"/>
                  <a:pt x="145235" y="222"/>
                </a:cubicBezTo>
                <a:cubicBezTo>
                  <a:pt x="146421" y="74"/>
                  <a:pt x="147929" y="0"/>
                  <a:pt x="149758" y="0"/>
                </a:cubicBezTo>
                <a:cubicBezTo>
                  <a:pt x="151587" y="0"/>
                  <a:pt x="153095" y="74"/>
                  <a:pt x="154281" y="222"/>
                </a:cubicBezTo>
                <a:cubicBezTo>
                  <a:pt x="155467" y="371"/>
                  <a:pt x="156419" y="581"/>
                  <a:pt x="157136" y="853"/>
                </a:cubicBezTo>
                <a:cubicBezTo>
                  <a:pt x="157853" y="1125"/>
                  <a:pt x="158359" y="1458"/>
                  <a:pt x="158656" y="1854"/>
                </a:cubicBezTo>
                <a:cubicBezTo>
                  <a:pt x="158952" y="2249"/>
                  <a:pt x="159101" y="2694"/>
                  <a:pt x="159101" y="3188"/>
                </a:cubicBezTo>
                <a:lnTo>
                  <a:pt x="159101" y="61247"/>
                </a:lnTo>
                <a:lnTo>
                  <a:pt x="178676" y="34924"/>
                </a:lnTo>
                <a:cubicBezTo>
                  <a:pt x="179071" y="34331"/>
                  <a:pt x="179516" y="33812"/>
                  <a:pt x="180011" y="33367"/>
                </a:cubicBezTo>
                <a:cubicBezTo>
                  <a:pt x="180505" y="32922"/>
                  <a:pt x="181160" y="32576"/>
                  <a:pt x="181976" y="32329"/>
                </a:cubicBezTo>
                <a:cubicBezTo>
                  <a:pt x="182791" y="32082"/>
                  <a:pt x="183805" y="31896"/>
                  <a:pt x="185016" y="31773"/>
                </a:cubicBezTo>
                <a:cubicBezTo>
                  <a:pt x="186227" y="31649"/>
                  <a:pt x="187771" y="31587"/>
                  <a:pt x="189650" y="31587"/>
                </a:cubicBezTo>
                <a:cubicBezTo>
                  <a:pt x="191479" y="31587"/>
                  <a:pt x="193024" y="31649"/>
                  <a:pt x="194284" y="31773"/>
                </a:cubicBezTo>
                <a:cubicBezTo>
                  <a:pt x="195545" y="31896"/>
                  <a:pt x="196558" y="32082"/>
                  <a:pt x="197324" y="32329"/>
                </a:cubicBezTo>
                <a:cubicBezTo>
                  <a:pt x="198090" y="32576"/>
                  <a:pt x="198622" y="32885"/>
                  <a:pt x="198918" y="33256"/>
                </a:cubicBezTo>
                <a:cubicBezTo>
                  <a:pt x="199215" y="33626"/>
                  <a:pt x="199363" y="34084"/>
                  <a:pt x="199363" y="34627"/>
                </a:cubicBezTo>
                <a:cubicBezTo>
                  <a:pt x="199363" y="35369"/>
                  <a:pt x="199178" y="36160"/>
                  <a:pt x="198807" y="37000"/>
                </a:cubicBezTo>
                <a:cubicBezTo>
                  <a:pt x="198436" y="37840"/>
                  <a:pt x="197880" y="38730"/>
                  <a:pt x="197139" y="39669"/>
                </a:cubicBezTo>
                <a:lnTo>
                  <a:pt x="177786" y="61617"/>
                </a:lnTo>
                <a:lnTo>
                  <a:pt x="200179" y="96245"/>
                </a:lnTo>
                <a:cubicBezTo>
                  <a:pt x="200772" y="97233"/>
                  <a:pt x="201205" y="98086"/>
                  <a:pt x="201477" y="98803"/>
                </a:cubicBezTo>
                <a:cubicBezTo>
                  <a:pt x="201748" y="99520"/>
                  <a:pt x="201884" y="100175"/>
                  <a:pt x="201884" y="100768"/>
                </a:cubicBezTo>
                <a:close/>
                <a:moveTo>
                  <a:pt x="271719" y="65684"/>
                </a:moveTo>
                <a:cubicBezTo>
                  <a:pt x="271719" y="67962"/>
                  <a:pt x="271212" y="69646"/>
                  <a:pt x="270199" y="70735"/>
                </a:cubicBezTo>
                <a:cubicBezTo>
                  <a:pt x="269185" y="71824"/>
                  <a:pt x="267789" y="72369"/>
                  <a:pt x="266009" y="72369"/>
                </a:cubicBezTo>
                <a:lnTo>
                  <a:pt x="225747" y="72369"/>
                </a:lnTo>
                <a:cubicBezTo>
                  <a:pt x="225747" y="75197"/>
                  <a:pt x="226080" y="77765"/>
                  <a:pt x="226748" y="80073"/>
                </a:cubicBezTo>
                <a:cubicBezTo>
                  <a:pt x="227415" y="82381"/>
                  <a:pt x="228478" y="84342"/>
                  <a:pt x="229936" y="85957"/>
                </a:cubicBezTo>
                <a:cubicBezTo>
                  <a:pt x="231394" y="87569"/>
                  <a:pt x="233273" y="88797"/>
                  <a:pt x="235571" y="89641"/>
                </a:cubicBezTo>
                <a:cubicBezTo>
                  <a:pt x="237870" y="90484"/>
                  <a:pt x="240626" y="90906"/>
                  <a:pt x="243839" y="90906"/>
                </a:cubicBezTo>
                <a:cubicBezTo>
                  <a:pt x="247101" y="90906"/>
                  <a:pt x="249968" y="90667"/>
                  <a:pt x="252440" y="90190"/>
                </a:cubicBezTo>
                <a:cubicBezTo>
                  <a:pt x="254912" y="89713"/>
                  <a:pt x="257050" y="89185"/>
                  <a:pt x="258854" y="88607"/>
                </a:cubicBezTo>
                <a:cubicBezTo>
                  <a:pt x="260658" y="88030"/>
                  <a:pt x="262154" y="87502"/>
                  <a:pt x="263340" y="87025"/>
                </a:cubicBezTo>
                <a:cubicBezTo>
                  <a:pt x="264526" y="86547"/>
                  <a:pt x="265490" y="86309"/>
                  <a:pt x="266232" y="86309"/>
                </a:cubicBezTo>
                <a:cubicBezTo>
                  <a:pt x="266677" y="86309"/>
                  <a:pt x="267047" y="86396"/>
                  <a:pt x="267344" y="86571"/>
                </a:cubicBezTo>
                <a:cubicBezTo>
                  <a:pt x="267641" y="86744"/>
                  <a:pt x="267888" y="87054"/>
                  <a:pt x="268085" y="87502"/>
                </a:cubicBezTo>
                <a:cubicBezTo>
                  <a:pt x="268283" y="87949"/>
                  <a:pt x="268419" y="88582"/>
                  <a:pt x="268493" y="89402"/>
                </a:cubicBezTo>
                <a:cubicBezTo>
                  <a:pt x="268567" y="90222"/>
                  <a:pt x="268604" y="91254"/>
                  <a:pt x="268604" y="92496"/>
                </a:cubicBezTo>
                <a:cubicBezTo>
                  <a:pt x="268604" y="93589"/>
                  <a:pt x="268580" y="94521"/>
                  <a:pt x="268530" y="95292"/>
                </a:cubicBezTo>
                <a:cubicBezTo>
                  <a:pt x="268481" y="96062"/>
                  <a:pt x="268407" y="96720"/>
                  <a:pt x="268308" y="97267"/>
                </a:cubicBezTo>
                <a:cubicBezTo>
                  <a:pt x="268209" y="97813"/>
                  <a:pt x="268061" y="98274"/>
                  <a:pt x="267863" y="98648"/>
                </a:cubicBezTo>
                <a:cubicBezTo>
                  <a:pt x="267665" y="99020"/>
                  <a:pt x="267406" y="99380"/>
                  <a:pt x="267084" y="99727"/>
                </a:cubicBezTo>
                <a:cubicBezTo>
                  <a:pt x="266763" y="100075"/>
                  <a:pt x="265886" y="100545"/>
                  <a:pt x="264452" y="101138"/>
                </a:cubicBezTo>
                <a:cubicBezTo>
                  <a:pt x="263019" y="101732"/>
                  <a:pt x="261190" y="102312"/>
                  <a:pt x="258965" y="102881"/>
                </a:cubicBezTo>
                <a:cubicBezTo>
                  <a:pt x="256741" y="103449"/>
                  <a:pt x="254195" y="103944"/>
                  <a:pt x="251328" y="104364"/>
                </a:cubicBezTo>
                <a:cubicBezTo>
                  <a:pt x="248461" y="104784"/>
                  <a:pt x="245396" y="104994"/>
                  <a:pt x="242133" y="104994"/>
                </a:cubicBezTo>
                <a:cubicBezTo>
                  <a:pt x="236251" y="104994"/>
                  <a:pt x="231098" y="104251"/>
                  <a:pt x="226674" y="102765"/>
                </a:cubicBezTo>
                <a:cubicBezTo>
                  <a:pt x="222249" y="101279"/>
                  <a:pt x="218554" y="99025"/>
                  <a:pt x="215588" y="96004"/>
                </a:cubicBezTo>
                <a:cubicBezTo>
                  <a:pt x="212622" y="92982"/>
                  <a:pt x="210410" y="89169"/>
                  <a:pt x="208952" y="84564"/>
                </a:cubicBezTo>
                <a:cubicBezTo>
                  <a:pt x="207494" y="79957"/>
                  <a:pt x="206765" y="74559"/>
                  <a:pt x="206765" y="68367"/>
                </a:cubicBezTo>
                <a:cubicBezTo>
                  <a:pt x="206765" y="62472"/>
                  <a:pt x="207531" y="57160"/>
                  <a:pt x="209063" y="52430"/>
                </a:cubicBezTo>
                <a:cubicBezTo>
                  <a:pt x="210596" y="47700"/>
                  <a:pt x="212820" y="43688"/>
                  <a:pt x="215737" y="40395"/>
                </a:cubicBezTo>
                <a:cubicBezTo>
                  <a:pt x="218653" y="37100"/>
                  <a:pt x="222200" y="34586"/>
                  <a:pt x="226377" y="32852"/>
                </a:cubicBezTo>
                <a:cubicBezTo>
                  <a:pt x="230554" y="31119"/>
                  <a:pt x="235262" y="30253"/>
                  <a:pt x="240502" y="30253"/>
                </a:cubicBezTo>
                <a:cubicBezTo>
                  <a:pt x="246039" y="30253"/>
                  <a:pt x="250772" y="31070"/>
                  <a:pt x="254702" y="32704"/>
                </a:cubicBezTo>
                <a:cubicBezTo>
                  <a:pt x="258631" y="34338"/>
                  <a:pt x="261857" y="36604"/>
                  <a:pt x="264378" y="39500"/>
                </a:cubicBezTo>
                <a:cubicBezTo>
                  <a:pt x="266899" y="42397"/>
                  <a:pt x="268753" y="45826"/>
                  <a:pt x="269939" y="49788"/>
                </a:cubicBezTo>
                <a:cubicBezTo>
                  <a:pt x="271125" y="53749"/>
                  <a:pt x="271719" y="58057"/>
                  <a:pt x="271719" y="62713"/>
                </a:cubicBezTo>
                <a:lnTo>
                  <a:pt x="271719" y="65684"/>
                </a:lnTo>
                <a:moveTo>
                  <a:pt x="253626" y="60357"/>
                </a:moveTo>
                <a:cubicBezTo>
                  <a:pt x="253775" y="55094"/>
                  <a:pt x="252724" y="50961"/>
                  <a:pt x="250475" y="47958"/>
                </a:cubicBezTo>
                <a:cubicBezTo>
                  <a:pt x="248226" y="44953"/>
                  <a:pt x="244753" y="43451"/>
                  <a:pt x="240057" y="43451"/>
                </a:cubicBezTo>
                <a:cubicBezTo>
                  <a:pt x="237685" y="43451"/>
                  <a:pt x="235621" y="43898"/>
                  <a:pt x="233866" y="44793"/>
                </a:cubicBezTo>
                <a:cubicBezTo>
                  <a:pt x="232111" y="45685"/>
                  <a:pt x="230653" y="46890"/>
                  <a:pt x="229491" y="48405"/>
                </a:cubicBezTo>
                <a:cubicBezTo>
                  <a:pt x="228329" y="49919"/>
                  <a:pt x="227440" y="51706"/>
                  <a:pt x="226822" y="53767"/>
                </a:cubicBezTo>
                <a:cubicBezTo>
                  <a:pt x="226204" y="55826"/>
                  <a:pt x="225846" y="58023"/>
                  <a:pt x="225747" y="60357"/>
                </a:cubicBezTo>
                <a:lnTo>
                  <a:pt x="253626" y="60357"/>
                </a:lnTo>
                <a:close/>
                <a:moveTo>
                  <a:pt x="350867" y="100691"/>
                </a:moveTo>
                <a:cubicBezTo>
                  <a:pt x="350867" y="101186"/>
                  <a:pt x="350719" y="101619"/>
                  <a:pt x="350422" y="101991"/>
                </a:cubicBezTo>
                <a:cubicBezTo>
                  <a:pt x="350126" y="102362"/>
                  <a:pt x="349632" y="102671"/>
                  <a:pt x="348939" y="102918"/>
                </a:cubicBezTo>
                <a:cubicBezTo>
                  <a:pt x="348247" y="103165"/>
                  <a:pt x="347296" y="103351"/>
                  <a:pt x="346085" y="103474"/>
                </a:cubicBezTo>
                <a:cubicBezTo>
                  <a:pt x="344874" y="103598"/>
                  <a:pt x="343378" y="103660"/>
                  <a:pt x="341599" y="103660"/>
                </a:cubicBezTo>
                <a:cubicBezTo>
                  <a:pt x="339770" y="103660"/>
                  <a:pt x="338250" y="103598"/>
                  <a:pt x="337039" y="103474"/>
                </a:cubicBezTo>
                <a:cubicBezTo>
                  <a:pt x="335828" y="103351"/>
                  <a:pt x="334876" y="103165"/>
                  <a:pt x="334184" y="102918"/>
                </a:cubicBezTo>
                <a:cubicBezTo>
                  <a:pt x="333492" y="102671"/>
                  <a:pt x="332998" y="102362"/>
                  <a:pt x="332701" y="101991"/>
                </a:cubicBezTo>
                <a:cubicBezTo>
                  <a:pt x="332404" y="101620"/>
                  <a:pt x="332256" y="101188"/>
                  <a:pt x="332256" y="100694"/>
                </a:cubicBezTo>
                <a:lnTo>
                  <a:pt x="332256" y="62952"/>
                </a:lnTo>
                <a:cubicBezTo>
                  <a:pt x="332256" y="59739"/>
                  <a:pt x="332021" y="57218"/>
                  <a:pt x="331552" y="55389"/>
                </a:cubicBezTo>
                <a:cubicBezTo>
                  <a:pt x="331082" y="53560"/>
                  <a:pt x="330402" y="51990"/>
                  <a:pt x="329513" y="50680"/>
                </a:cubicBezTo>
                <a:cubicBezTo>
                  <a:pt x="328623" y="49370"/>
                  <a:pt x="327473" y="48357"/>
                  <a:pt x="326065" y="47640"/>
                </a:cubicBezTo>
                <a:cubicBezTo>
                  <a:pt x="324656" y="46924"/>
                  <a:pt x="323012" y="46565"/>
                  <a:pt x="321134" y="46565"/>
                </a:cubicBezTo>
                <a:cubicBezTo>
                  <a:pt x="318761" y="46565"/>
                  <a:pt x="316364" y="47430"/>
                  <a:pt x="313941" y="49160"/>
                </a:cubicBezTo>
                <a:cubicBezTo>
                  <a:pt x="311519" y="50891"/>
                  <a:pt x="308998" y="53412"/>
                  <a:pt x="306378" y="56724"/>
                </a:cubicBezTo>
                <a:lnTo>
                  <a:pt x="306378" y="100694"/>
                </a:lnTo>
                <a:cubicBezTo>
                  <a:pt x="306378" y="101188"/>
                  <a:pt x="306230" y="101620"/>
                  <a:pt x="305933" y="101991"/>
                </a:cubicBezTo>
                <a:cubicBezTo>
                  <a:pt x="305637" y="102362"/>
                  <a:pt x="305130" y="102671"/>
                  <a:pt x="304413" y="102918"/>
                </a:cubicBezTo>
                <a:cubicBezTo>
                  <a:pt x="303697" y="103165"/>
                  <a:pt x="302745" y="103351"/>
                  <a:pt x="301559" y="103474"/>
                </a:cubicBezTo>
                <a:cubicBezTo>
                  <a:pt x="300372" y="103598"/>
                  <a:pt x="298865" y="103660"/>
                  <a:pt x="297036" y="103660"/>
                </a:cubicBezTo>
                <a:cubicBezTo>
                  <a:pt x="295207" y="103660"/>
                  <a:pt x="293699" y="103598"/>
                  <a:pt x="292513" y="103474"/>
                </a:cubicBezTo>
                <a:cubicBezTo>
                  <a:pt x="291326" y="103351"/>
                  <a:pt x="290375" y="103165"/>
                  <a:pt x="289658" y="102918"/>
                </a:cubicBezTo>
                <a:cubicBezTo>
                  <a:pt x="288941" y="102671"/>
                  <a:pt x="288434" y="102362"/>
                  <a:pt x="288138" y="101991"/>
                </a:cubicBezTo>
                <a:cubicBezTo>
                  <a:pt x="287841" y="101620"/>
                  <a:pt x="287693" y="101188"/>
                  <a:pt x="287693" y="100694"/>
                </a:cubicBezTo>
                <a:lnTo>
                  <a:pt x="287693" y="34553"/>
                </a:lnTo>
                <a:cubicBezTo>
                  <a:pt x="287693" y="34059"/>
                  <a:pt x="287816" y="33626"/>
                  <a:pt x="288064" y="33256"/>
                </a:cubicBezTo>
                <a:cubicBezTo>
                  <a:pt x="288311" y="32885"/>
                  <a:pt x="288756" y="32576"/>
                  <a:pt x="289398" y="32329"/>
                </a:cubicBezTo>
                <a:cubicBezTo>
                  <a:pt x="290041" y="32082"/>
                  <a:pt x="290869" y="31896"/>
                  <a:pt x="291882" y="31773"/>
                </a:cubicBezTo>
                <a:cubicBezTo>
                  <a:pt x="292896" y="31649"/>
                  <a:pt x="294168" y="31587"/>
                  <a:pt x="295701" y="31587"/>
                </a:cubicBezTo>
                <a:cubicBezTo>
                  <a:pt x="297283" y="31587"/>
                  <a:pt x="298593" y="31649"/>
                  <a:pt x="299631" y="31773"/>
                </a:cubicBezTo>
                <a:cubicBezTo>
                  <a:pt x="300669" y="31896"/>
                  <a:pt x="301472" y="32082"/>
                  <a:pt x="302041" y="32329"/>
                </a:cubicBezTo>
                <a:cubicBezTo>
                  <a:pt x="302609" y="32576"/>
                  <a:pt x="303017" y="32885"/>
                  <a:pt x="303264" y="33256"/>
                </a:cubicBezTo>
                <a:cubicBezTo>
                  <a:pt x="303511" y="33626"/>
                  <a:pt x="303635" y="34059"/>
                  <a:pt x="303635" y="34553"/>
                </a:cubicBezTo>
                <a:lnTo>
                  <a:pt x="303635" y="42190"/>
                </a:lnTo>
                <a:cubicBezTo>
                  <a:pt x="307293" y="38211"/>
                  <a:pt x="311013" y="35227"/>
                  <a:pt x="314794" y="33237"/>
                </a:cubicBezTo>
                <a:cubicBezTo>
                  <a:pt x="318576" y="31247"/>
                  <a:pt x="322518" y="30253"/>
                  <a:pt x="326621" y="30253"/>
                </a:cubicBezTo>
                <a:cubicBezTo>
                  <a:pt x="331119" y="30253"/>
                  <a:pt x="334913" y="30995"/>
                  <a:pt x="338003" y="32479"/>
                </a:cubicBezTo>
                <a:cubicBezTo>
                  <a:pt x="341092" y="33964"/>
                  <a:pt x="343588" y="35981"/>
                  <a:pt x="345492" y="38529"/>
                </a:cubicBezTo>
                <a:cubicBezTo>
                  <a:pt x="347395" y="41077"/>
                  <a:pt x="348766" y="44058"/>
                  <a:pt x="349607" y="47474"/>
                </a:cubicBezTo>
                <a:cubicBezTo>
                  <a:pt x="350447" y="50887"/>
                  <a:pt x="350867" y="54994"/>
                  <a:pt x="350867" y="59794"/>
                </a:cubicBezTo>
                <a:lnTo>
                  <a:pt x="350867" y="100691"/>
                </a:lnTo>
                <a:close/>
              </a:path>
            </a:pathLst>
          </a:custGeom>
          <a:solidFill xmlns:a="http://schemas.openxmlformats.org/drawingml/2006/main">
            <a:srgbClr val="80808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Text Optimizationobjectivesforthenext-token">
            <a:extLst xmlns:a="http://schemas.openxmlformats.org/drawingml/2006/main">
              <a:ext uri="{FF2B5EF4-FFF2-40B4-BE49-F238E27FC236}">
                <a16:creationId xmlns:a16="http://schemas.microsoft.com/office/drawing/2014/main" id="{28DAA85A-3B37-4901-8F1B-1B092ED0F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6133" y="1268799"/>
            <a:ext cx="4184149" cy="209909"/>
          </a:xfrm>
          <a:custGeom xmlns:a="http://schemas.openxmlformats.org/drawingml/2006/main">
            <a:pathLst>
              <a:path w="4184149" h="209909">
                <a:moveTo>
                  <a:pt x="137522" y="87716"/>
                </a:moveTo>
                <a:cubicBezTo>
                  <a:pt x="137522" y="100176"/>
                  <a:pt x="136056" y="111406"/>
                  <a:pt x="133124" y="121405"/>
                </a:cubicBezTo>
                <a:cubicBezTo>
                  <a:pt x="130192" y="131405"/>
                  <a:pt x="125814" y="139916"/>
                  <a:pt x="119990" y="146938"/>
                </a:cubicBezTo>
                <a:cubicBezTo>
                  <a:pt x="114166" y="153961"/>
                  <a:pt x="106856" y="159358"/>
                  <a:pt x="98060" y="163129"/>
                </a:cubicBezTo>
                <a:cubicBezTo>
                  <a:pt x="89265" y="166898"/>
                  <a:pt x="79003" y="168783"/>
                  <a:pt x="67275" y="168783"/>
                </a:cubicBezTo>
                <a:cubicBezTo>
                  <a:pt x="55706" y="168783"/>
                  <a:pt x="45702" y="167057"/>
                  <a:pt x="37263" y="163605"/>
                </a:cubicBezTo>
                <a:cubicBezTo>
                  <a:pt x="28824" y="160153"/>
                  <a:pt x="21851" y="155133"/>
                  <a:pt x="16343" y="148547"/>
                </a:cubicBezTo>
                <a:cubicBezTo>
                  <a:pt x="10836" y="141960"/>
                  <a:pt x="6735" y="133786"/>
                  <a:pt x="4041" y="124024"/>
                </a:cubicBezTo>
                <a:cubicBezTo>
                  <a:pt x="1347" y="114263"/>
                  <a:pt x="0" y="103033"/>
                  <a:pt x="0" y="90334"/>
                </a:cubicBezTo>
                <a:cubicBezTo>
                  <a:pt x="0" y="78193"/>
                  <a:pt x="1466" y="67163"/>
                  <a:pt x="4398" y="57243"/>
                </a:cubicBezTo>
                <a:cubicBezTo>
                  <a:pt x="7330" y="47323"/>
                  <a:pt x="11728" y="38891"/>
                  <a:pt x="17591" y="31948"/>
                </a:cubicBezTo>
                <a:cubicBezTo>
                  <a:pt x="23455" y="25004"/>
                  <a:pt x="30785" y="19648"/>
                  <a:pt x="39581" y="15879"/>
                </a:cubicBezTo>
                <a:cubicBezTo>
                  <a:pt x="48376" y="12108"/>
                  <a:pt x="58638" y="10222"/>
                  <a:pt x="70366" y="10222"/>
                </a:cubicBezTo>
                <a:cubicBezTo>
                  <a:pt x="81697" y="10222"/>
                  <a:pt x="91563" y="11928"/>
                  <a:pt x="99962" y="15341"/>
                </a:cubicBezTo>
                <a:cubicBezTo>
                  <a:pt x="108362" y="18753"/>
                  <a:pt x="115355" y="23733"/>
                  <a:pt x="120941" y="30280"/>
                </a:cubicBezTo>
                <a:cubicBezTo>
                  <a:pt x="126528" y="36827"/>
                  <a:pt x="130688" y="44922"/>
                  <a:pt x="133422" y="54565"/>
                </a:cubicBezTo>
                <a:cubicBezTo>
                  <a:pt x="136155" y="64207"/>
                  <a:pt x="137522" y="75258"/>
                  <a:pt x="137522" y="87716"/>
                </a:cubicBezTo>
                <a:moveTo>
                  <a:pt x="116008" y="89146"/>
                </a:moveTo>
                <a:cubicBezTo>
                  <a:pt x="116008" y="80429"/>
                  <a:pt x="115236" y="72327"/>
                  <a:pt x="113691" y="64839"/>
                </a:cubicBezTo>
                <a:cubicBezTo>
                  <a:pt x="112145" y="57350"/>
                  <a:pt x="109570" y="50853"/>
                  <a:pt x="105965" y="45345"/>
                </a:cubicBezTo>
                <a:cubicBezTo>
                  <a:pt x="102359" y="39838"/>
                  <a:pt x="97545" y="35539"/>
                  <a:pt x="91523" y="32449"/>
                </a:cubicBezTo>
                <a:cubicBezTo>
                  <a:pt x="85501" y="29359"/>
                  <a:pt x="78052" y="27813"/>
                  <a:pt x="69177" y="27813"/>
                </a:cubicBezTo>
                <a:cubicBezTo>
                  <a:pt x="60302" y="27813"/>
                  <a:pt x="52854" y="29478"/>
                  <a:pt x="46831" y="32806"/>
                </a:cubicBezTo>
                <a:cubicBezTo>
                  <a:pt x="40809" y="36134"/>
                  <a:pt x="35916" y="40571"/>
                  <a:pt x="32152" y="46118"/>
                </a:cubicBezTo>
                <a:cubicBezTo>
                  <a:pt x="28388" y="51665"/>
                  <a:pt x="25694" y="58143"/>
                  <a:pt x="24069" y="65552"/>
                </a:cubicBezTo>
                <a:cubicBezTo>
                  <a:pt x="22445" y="72961"/>
                  <a:pt x="21633" y="80746"/>
                  <a:pt x="21633" y="88908"/>
                </a:cubicBezTo>
                <a:cubicBezTo>
                  <a:pt x="21633" y="97942"/>
                  <a:pt x="22385" y="106262"/>
                  <a:pt x="23891" y="113869"/>
                </a:cubicBezTo>
                <a:cubicBezTo>
                  <a:pt x="25397" y="121476"/>
                  <a:pt x="27932" y="128033"/>
                  <a:pt x="31498" y="133540"/>
                </a:cubicBezTo>
                <a:cubicBezTo>
                  <a:pt x="35064" y="139048"/>
                  <a:pt x="39838" y="143327"/>
                  <a:pt x="45821" y="146377"/>
                </a:cubicBezTo>
                <a:cubicBezTo>
                  <a:pt x="51804" y="149428"/>
                  <a:pt x="59312" y="150954"/>
                  <a:pt x="68345" y="150954"/>
                </a:cubicBezTo>
                <a:cubicBezTo>
                  <a:pt x="77299" y="150954"/>
                  <a:pt x="84827" y="149289"/>
                  <a:pt x="90929" y="145961"/>
                </a:cubicBezTo>
                <a:cubicBezTo>
                  <a:pt x="97030" y="142633"/>
                  <a:pt x="101943" y="138136"/>
                  <a:pt x="105667" y="132471"/>
                </a:cubicBezTo>
                <a:cubicBezTo>
                  <a:pt x="109392" y="126805"/>
                  <a:pt x="112046" y="120248"/>
                  <a:pt x="113631" y="112799"/>
                </a:cubicBezTo>
                <a:cubicBezTo>
                  <a:pt x="115216" y="105351"/>
                  <a:pt x="116008" y="97466"/>
                  <a:pt x="116008" y="89146"/>
                </a:cubicBezTo>
                <a:close/>
                <a:moveTo>
                  <a:pt x="266612" y="108342"/>
                </a:moveTo>
                <a:cubicBezTo>
                  <a:pt x="266612" y="117700"/>
                  <a:pt x="265602" y="126107"/>
                  <a:pt x="263581" y="133563"/>
                </a:cubicBezTo>
                <a:cubicBezTo>
                  <a:pt x="261560" y="141019"/>
                  <a:pt x="258589" y="147346"/>
                  <a:pt x="254666" y="152543"/>
                </a:cubicBezTo>
                <a:cubicBezTo>
                  <a:pt x="250744" y="157739"/>
                  <a:pt x="245891" y="161744"/>
                  <a:pt x="240106" y="164559"/>
                </a:cubicBezTo>
                <a:cubicBezTo>
                  <a:pt x="234321" y="167375"/>
                  <a:pt x="227705" y="168783"/>
                  <a:pt x="220256" y="168783"/>
                </a:cubicBezTo>
                <a:cubicBezTo>
                  <a:pt x="217087" y="168783"/>
                  <a:pt x="214155" y="168466"/>
                  <a:pt x="211460" y="167832"/>
                </a:cubicBezTo>
                <a:cubicBezTo>
                  <a:pt x="208766" y="167198"/>
                  <a:pt x="206131" y="166207"/>
                  <a:pt x="203556" y="164860"/>
                </a:cubicBezTo>
                <a:cubicBezTo>
                  <a:pt x="200981" y="163511"/>
                  <a:pt x="198425" y="161805"/>
                  <a:pt x="195890" y="159742"/>
                </a:cubicBezTo>
                <a:cubicBezTo>
                  <a:pt x="193354" y="157679"/>
                  <a:pt x="190660" y="155260"/>
                  <a:pt x="187807" y="152484"/>
                </a:cubicBezTo>
                <a:lnTo>
                  <a:pt x="187807" y="205875"/>
                </a:lnTo>
                <a:cubicBezTo>
                  <a:pt x="187807" y="206506"/>
                  <a:pt x="187649" y="207060"/>
                  <a:pt x="187332" y="207535"/>
                </a:cubicBezTo>
                <a:cubicBezTo>
                  <a:pt x="187015" y="208011"/>
                  <a:pt x="186500" y="208406"/>
                  <a:pt x="185786" y="208720"/>
                </a:cubicBezTo>
                <a:cubicBezTo>
                  <a:pt x="185073" y="209037"/>
                  <a:pt x="184083" y="209275"/>
                  <a:pt x="182815" y="209433"/>
                </a:cubicBezTo>
                <a:cubicBezTo>
                  <a:pt x="181547" y="209592"/>
                  <a:pt x="179923" y="209671"/>
                  <a:pt x="177942" y="209671"/>
                </a:cubicBezTo>
                <a:cubicBezTo>
                  <a:pt x="176040" y="209671"/>
                  <a:pt x="174455" y="209592"/>
                  <a:pt x="173187" y="209433"/>
                </a:cubicBezTo>
                <a:cubicBezTo>
                  <a:pt x="171919" y="209275"/>
                  <a:pt x="170909" y="209037"/>
                  <a:pt x="170156" y="208720"/>
                </a:cubicBezTo>
                <a:cubicBezTo>
                  <a:pt x="169403" y="208403"/>
                  <a:pt x="168888" y="208007"/>
                  <a:pt x="168611" y="207531"/>
                </a:cubicBezTo>
                <a:cubicBezTo>
                  <a:pt x="168334" y="207056"/>
                  <a:pt x="168195" y="206501"/>
                  <a:pt x="168195" y="205867"/>
                </a:cubicBezTo>
                <a:lnTo>
                  <a:pt x="168195" y="56459"/>
                </a:lnTo>
                <a:cubicBezTo>
                  <a:pt x="168195" y="55746"/>
                  <a:pt x="168314" y="55171"/>
                  <a:pt x="168552" y="54736"/>
                </a:cubicBezTo>
                <a:cubicBezTo>
                  <a:pt x="168789" y="54300"/>
                  <a:pt x="169265" y="53923"/>
                  <a:pt x="169978" y="53606"/>
                </a:cubicBezTo>
                <a:cubicBezTo>
                  <a:pt x="170691" y="53289"/>
                  <a:pt x="171602" y="53071"/>
                  <a:pt x="172712" y="52953"/>
                </a:cubicBezTo>
                <a:cubicBezTo>
                  <a:pt x="173821" y="52834"/>
                  <a:pt x="175168" y="52774"/>
                  <a:pt x="176753" y="52774"/>
                </a:cubicBezTo>
                <a:cubicBezTo>
                  <a:pt x="178417" y="52774"/>
                  <a:pt x="179784" y="52834"/>
                  <a:pt x="180854" y="52953"/>
                </a:cubicBezTo>
                <a:cubicBezTo>
                  <a:pt x="181923" y="53071"/>
                  <a:pt x="182815" y="53289"/>
                  <a:pt x="183528" y="53606"/>
                </a:cubicBezTo>
                <a:cubicBezTo>
                  <a:pt x="184241" y="53923"/>
                  <a:pt x="184736" y="54301"/>
                  <a:pt x="185014" y="54739"/>
                </a:cubicBezTo>
                <a:cubicBezTo>
                  <a:pt x="185291" y="55175"/>
                  <a:pt x="185430" y="55750"/>
                  <a:pt x="185430" y="56463"/>
                </a:cubicBezTo>
                <a:lnTo>
                  <a:pt x="185430" y="70860"/>
                </a:lnTo>
                <a:cubicBezTo>
                  <a:pt x="188679" y="67529"/>
                  <a:pt x="191809" y="64634"/>
                  <a:pt x="194820" y="62175"/>
                </a:cubicBezTo>
                <a:cubicBezTo>
                  <a:pt x="197831" y="59717"/>
                  <a:pt x="200862" y="57675"/>
                  <a:pt x="203913" y="56050"/>
                </a:cubicBezTo>
                <a:cubicBezTo>
                  <a:pt x="206964" y="54424"/>
                  <a:pt x="210094" y="53194"/>
                  <a:pt x="213303" y="52362"/>
                </a:cubicBezTo>
                <a:cubicBezTo>
                  <a:pt x="216512" y="51528"/>
                  <a:pt x="219900" y="51110"/>
                  <a:pt x="223465" y="51110"/>
                </a:cubicBezTo>
                <a:cubicBezTo>
                  <a:pt x="231231" y="51110"/>
                  <a:pt x="237848" y="52617"/>
                  <a:pt x="243315" y="55631"/>
                </a:cubicBezTo>
                <a:cubicBezTo>
                  <a:pt x="248783" y="58644"/>
                  <a:pt x="253240" y="62770"/>
                  <a:pt x="256687" y="68007"/>
                </a:cubicBezTo>
                <a:cubicBezTo>
                  <a:pt x="260134" y="73242"/>
                  <a:pt x="262650" y="79330"/>
                  <a:pt x="264235" y="86271"/>
                </a:cubicBezTo>
                <a:cubicBezTo>
                  <a:pt x="265820" y="93209"/>
                  <a:pt x="266612" y="100566"/>
                  <a:pt x="266612" y="108342"/>
                </a:cubicBezTo>
                <a:moveTo>
                  <a:pt x="245930" y="110600"/>
                </a:moveTo>
                <a:cubicBezTo>
                  <a:pt x="245930" y="105125"/>
                  <a:pt x="245514" y="99828"/>
                  <a:pt x="244682" y="94710"/>
                </a:cubicBezTo>
                <a:cubicBezTo>
                  <a:pt x="243850" y="89592"/>
                  <a:pt x="242424" y="85049"/>
                  <a:pt x="240403" y="81082"/>
                </a:cubicBezTo>
                <a:cubicBezTo>
                  <a:pt x="238382" y="77115"/>
                  <a:pt x="235668" y="73941"/>
                  <a:pt x="232261" y="71562"/>
                </a:cubicBezTo>
                <a:cubicBezTo>
                  <a:pt x="228854" y="69180"/>
                  <a:pt x="224614" y="67989"/>
                  <a:pt x="219543" y="67989"/>
                </a:cubicBezTo>
                <a:cubicBezTo>
                  <a:pt x="217007" y="67989"/>
                  <a:pt x="214511" y="68366"/>
                  <a:pt x="212055" y="69121"/>
                </a:cubicBezTo>
                <a:cubicBezTo>
                  <a:pt x="209598" y="69874"/>
                  <a:pt x="207102" y="71064"/>
                  <a:pt x="204566" y="72691"/>
                </a:cubicBezTo>
                <a:cubicBezTo>
                  <a:pt x="202031" y="74318"/>
                  <a:pt x="199376" y="76461"/>
                  <a:pt x="196603" y="79121"/>
                </a:cubicBezTo>
                <a:cubicBezTo>
                  <a:pt x="193829" y="81780"/>
                  <a:pt x="190897" y="85055"/>
                  <a:pt x="187807" y="88945"/>
                </a:cubicBezTo>
                <a:lnTo>
                  <a:pt x="187807" y="131542"/>
                </a:lnTo>
                <a:cubicBezTo>
                  <a:pt x="193195" y="138131"/>
                  <a:pt x="198306" y="143173"/>
                  <a:pt x="203140" y="146667"/>
                </a:cubicBezTo>
                <a:cubicBezTo>
                  <a:pt x="207974" y="150159"/>
                  <a:pt x="213045" y="151904"/>
                  <a:pt x="218354" y="151904"/>
                </a:cubicBezTo>
                <a:cubicBezTo>
                  <a:pt x="223267" y="151904"/>
                  <a:pt x="227487" y="150715"/>
                  <a:pt x="231013" y="148335"/>
                </a:cubicBezTo>
                <a:cubicBezTo>
                  <a:pt x="234539" y="145953"/>
                  <a:pt x="237392" y="142778"/>
                  <a:pt x="239571" y="138811"/>
                </a:cubicBezTo>
                <a:cubicBezTo>
                  <a:pt x="241750" y="134844"/>
                  <a:pt x="243355" y="130400"/>
                  <a:pt x="244385" y="125480"/>
                </a:cubicBezTo>
                <a:cubicBezTo>
                  <a:pt x="245415" y="120560"/>
                  <a:pt x="245930" y="115600"/>
                  <a:pt x="245930" y="110600"/>
                </a:cubicBezTo>
                <a:close/>
                <a:moveTo>
                  <a:pt x="352021" y="155615"/>
                </a:moveTo>
                <a:cubicBezTo>
                  <a:pt x="352021" y="157930"/>
                  <a:pt x="351863" y="159767"/>
                  <a:pt x="351546" y="161124"/>
                </a:cubicBezTo>
                <a:cubicBezTo>
                  <a:pt x="351229" y="162481"/>
                  <a:pt x="350754" y="163479"/>
                  <a:pt x="350120" y="164117"/>
                </a:cubicBezTo>
                <a:cubicBezTo>
                  <a:pt x="349486" y="164754"/>
                  <a:pt x="348535" y="165352"/>
                  <a:pt x="347267" y="165911"/>
                </a:cubicBezTo>
                <a:cubicBezTo>
                  <a:pt x="345999" y="166471"/>
                  <a:pt x="344553" y="166930"/>
                  <a:pt x="342929" y="167289"/>
                </a:cubicBezTo>
                <a:cubicBezTo>
                  <a:pt x="341304" y="167649"/>
                  <a:pt x="339581" y="167947"/>
                  <a:pt x="337758" y="168185"/>
                </a:cubicBezTo>
                <a:cubicBezTo>
                  <a:pt x="335936" y="168425"/>
                  <a:pt x="334113" y="168545"/>
                  <a:pt x="332290" y="168545"/>
                </a:cubicBezTo>
                <a:cubicBezTo>
                  <a:pt x="326744" y="168545"/>
                  <a:pt x="321989" y="167812"/>
                  <a:pt x="318027" y="166346"/>
                </a:cubicBezTo>
                <a:cubicBezTo>
                  <a:pt x="314065" y="164878"/>
                  <a:pt x="310816" y="162656"/>
                  <a:pt x="308281" y="159682"/>
                </a:cubicBezTo>
                <a:cubicBezTo>
                  <a:pt x="305745" y="156706"/>
                  <a:pt x="303903" y="152937"/>
                  <a:pt x="302754" y="148376"/>
                </a:cubicBezTo>
                <a:cubicBezTo>
                  <a:pt x="301605" y="143812"/>
                  <a:pt x="301030" y="138436"/>
                  <a:pt x="301030" y="132248"/>
                </a:cubicBezTo>
                <a:lnTo>
                  <a:pt x="301030" y="69653"/>
                </a:lnTo>
                <a:lnTo>
                  <a:pt x="286054" y="69653"/>
                </a:lnTo>
                <a:cubicBezTo>
                  <a:pt x="284865" y="69653"/>
                  <a:pt x="283914" y="69015"/>
                  <a:pt x="283201" y="67740"/>
                </a:cubicBezTo>
                <a:cubicBezTo>
                  <a:pt x="282488" y="66462"/>
                  <a:pt x="282131" y="64386"/>
                  <a:pt x="282131" y="61511"/>
                </a:cubicBezTo>
                <a:cubicBezTo>
                  <a:pt x="282131" y="59995"/>
                  <a:pt x="282230" y="58719"/>
                  <a:pt x="282428" y="57681"/>
                </a:cubicBezTo>
                <a:cubicBezTo>
                  <a:pt x="282626" y="56643"/>
                  <a:pt x="282884" y="55785"/>
                  <a:pt x="283201" y="55107"/>
                </a:cubicBezTo>
                <a:cubicBezTo>
                  <a:pt x="283518" y="54428"/>
                  <a:pt x="283934" y="53949"/>
                  <a:pt x="284449" y="53669"/>
                </a:cubicBezTo>
                <a:cubicBezTo>
                  <a:pt x="284964" y="53390"/>
                  <a:pt x="285538" y="53250"/>
                  <a:pt x="286172" y="53250"/>
                </a:cubicBezTo>
                <a:lnTo>
                  <a:pt x="301030" y="53250"/>
                </a:lnTo>
                <a:lnTo>
                  <a:pt x="301030" y="27813"/>
                </a:lnTo>
                <a:cubicBezTo>
                  <a:pt x="301030" y="27259"/>
                  <a:pt x="301169" y="26744"/>
                  <a:pt x="301446" y="26268"/>
                </a:cubicBezTo>
                <a:cubicBezTo>
                  <a:pt x="301723" y="25793"/>
                  <a:pt x="302238" y="25377"/>
                  <a:pt x="302991" y="25020"/>
                </a:cubicBezTo>
                <a:cubicBezTo>
                  <a:pt x="303744" y="24664"/>
                  <a:pt x="304754" y="24406"/>
                  <a:pt x="306022" y="24248"/>
                </a:cubicBezTo>
                <a:cubicBezTo>
                  <a:pt x="307290" y="24089"/>
                  <a:pt x="308875" y="24010"/>
                  <a:pt x="310777" y="24010"/>
                </a:cubicBezTo>
                <a:cubicBezTo>
                  <a:pt x="312758" y="24010"/>
                  <a:pt x="314382" y="24089"/>
                  <a:pt x="315650" y="24248"/>
                </a:cubicBezTo>
                <a:cubicBezTo>
                  <a:pt x="316918" y="24406"/>
                  <a:pt x="317908" y="24664"/>
                  <a:pt x="318621" y="25020"/>
                </a:cubicBezTo>
                <a:cubicBezTo>
                  <a:pt x="319335" y="25377"/>
                  <a:pt x="319850" y="25793"/>
                  <a:pt x="320167" y="26268"/>
                </a:cubicBezTo>
                <a:cubicBezTo>
                  <a:pt x="320484" y="26744"/>
                  <a:pt x="320642" y="27259"/>
                  <a:pt x="320642" y="27813"/>
                </a:cubicBezTo>
                <a:lnTo>
                  <a:pt x="320642" y="53250"/>
                </a:lnTo>
                <a:lnTo>
                  <a:pt x="348099" y="53250"/>
                </a:lnTo>
                <a:cubicBezTo>
                  <a:pt x="348733" y="53250"/>
                  <a:pt x="349288" y="53390"/>
                  <a:pt x="349763" y="53669"/>
                </a:cubicBezTo>
                <a:cubicBezTo>
                  <a:pt x="350239" y="53949"/>
                  <a:pt x="350655" y="54428"/>
                  <a:pt x="351011" y="55107"/>
                </a:cubicBezTo>
                <a:cubicBezTo>
                  <a:pt x="351368" y="55785"/>
                  <a:pt x="351625" y="56643"/>
                  <a:pt x="351784" y="57681"/>
                </a:cubicBezTo>
                <a:cubicBezTo>
                  <a:pt x="351942" y="58719"/>
                  <a:pt x="352021" y="59995"/>
                  <a:pt x="352021" y="61511"/>
                </a:cubicBezTo>
                <a:cubicBezTo>
                  <a:pt x="352021" y="64386"/>
                  <a:pt x="351665" y="66462"/>
                  <a:pt x="350952" y="67740"/>
                </a:cubicBezTo>
                <a:cubicBezTo>
                  <a:pt x="350239" y="69015"/>
                  <a:pt x="349288" y="69653"/>
                  <a:pt x="348099" y="69653"/>
                </a:cubicBezTo>
                <a:lnTo>
                  <a:pt x="320642" y="69653"/>
                </a:lnTo>
                <a:lnTo>
                  <a:pt x="320642" y="129321"/>
                </a:lnTo>
                <a:cubicBezTo>
                  <a:pt x="320642" y="136690"/>
                  <a:pt x="321732" y="142257"/>
                  <a:pt x="323911" y="146021"/>
                </a:cubicBezTo>
                <a:cubicBezTo>
                  <a:pt x="326090" y="149785"/>
                  <a:pt x="329993" y="151667"/>
                  <a:pt x="335619" y="151667"/>
                </a:cubicBezTo>
                <a:cubicBezTo>
                  <a:pt x="337441" y="151667"/>
                  <a:pt x="339066" y="151488"/>
                  <a:pt x="340492" y="151132"/>
                </a:cubicBezTo>
                <a:cubicBezTo>
                  <a:pt x="341918" y="150775"/>
                  <a:pt x="343186" y="150399"/>
                  <a:pt x="344295" y="150003"/>
                </a:cubicBezTo>
                <a:cubicBezTo>
                  <a:pt x="345405" y="149606"/>
                  <a:pt x="346356" y="149230"/>
                  <a:pt x="347148" y="148873"/>
                </a:cubicBezTo>
                <a:cubicBezTo>
                  <a:pt x="347941" y="148517"/>
                  <a:pt x="348654" y="148339"/>
                  <a:pt x="349288" y="148339"/>
                </a:cubicBezTo>
                <a:cubicBezTo>
                  <a:pt x="349684" y="148339"/>
                  <a:pt x="350060" y="148438"/>
                  <a:pt x="350417" y="148636"/>
                </a:cubicBezTo>
                <a:cubicBezTo>
                  <a:pt x="350773" y="148834"/>
                  <a:pt x="351051" y="149210"/>
                  <a:pt x="351249" y="149765"/>
                </a:cubicBezTo>
                <a:cubicBezTo>
                  <a:pt x="351447" y="150320"/>
                  <a:pt x="351625" y="151075"/>
                  <a:pt x="351784" y="152031"/>
                </a:cubicBezTo>
                <a:cubicBezTo>
                  <a:pt x="351942" y="152984"/>
                  <a:pt x="352021" y="154179"/>
                  <a:pt x="352021" y="155615"/>
                </a:cubicBezTo>
                <a:close/>
                <a:moveTo>
                  <a:pt x="397658" y="163434"/>
                </a:moveTo>
                <a:cubicBezTo>
                  <a:pt x="397658" y="164068"/>
                  <a:pt x="397500" y="164603"/>
                  <a:pt x="397183" y="165039"/>
                </a:cubicBezTo>
                <a:cubicBezTo>
                  <a:pt x="396866" y="165474"/>
                  <a:pt x="396351" y="165851"/>
                  <a:pt x="395638" y="166168"/>
                </a:cubicBezTo>
                <a:cubicBezTo>
                  <a:pt x="394925" y="166485"/>
                  <a:pt x="393934" y="166722"/>
                  <a:pt x="392666" y="166881"/>
                </a:cubicBezTo>
                <a:cubicBezTo>
                  <a:pt x="391398" y="167039"/>
                  <a:pt x="389774" y="167119"/>
                  <a:pt x="387793" y="167119"/>
                </a:cubicBezTo>
                <a:cubicBezTo>
                  <a:pt x="385891" y="167119"/>
                  <a:pt x="384306" y="167039"/>
                  <a:pt x="383039" y="166881"/>
                </a:cubicBezTo>
                <a:cubicBezTo>
                  <a:pt x="381771" y="166722"/>
                  <a:pt x="380760" y="166485"/>
                  <a:pt x="380008" y="166168"/>
                </a:cubicBezTo>
                <a:cubicBezTo>
                  <a:pt x="379255" y="165851"/>
                  <a:pt x="378740" y="165474"/>
                  <a:pt x="378462" y="165039"/>
                </a:cubicBezTo>
                <a:cubicBezTo>
                  <a:pt x="378185" y="164603"/>
                  <a:pt x="378046" y="164068"/>
                  <a:pt x="378046" y="163434"/>
                </a:cubicBezTo>
                <a:lnTo>
                  <a:pt x="378046" y="56459"/>
                </a:lnTo>
                <a:cubicBezTo>
                  <a:pt x="378046" y="55904"/>
                  <a:pt x="378185" y="55389"/>
                  <a:pt x="378462" y="54914"/>
                </a:cubicBezTo>
                <a:cubicBezTo>
                  <a:pt x="378740" y="54438"/>
                  <a:pt x="379255" y="54042"/>
                  <a:pt x="380008" y="53725"/>
                </a:cubicBezTo>
                <a:cubicBezTo>
                  <a:pt x="380760" y="53408"/>
                  <a:pt x="381771" y="53171"/>
                  <a:pt x="383039" y="53012"/>
                </a:cubicBezTo>
                <a:cubicBezTo>
                  <a:pt x="384306" y="52854"/>
                  <a:pt x="385891" y="52774"/>
                  <a:pt x="387793" y="52774"/>
                </a:cubicBezTo>
                <a:cubicBezTo>
                  <a:pt x="389774" y="52774"/>
                  <a:pt x="391398" y="52854"/>
                  <a:pt x="392666" y="53012"/>
                </a:cubicBezTo>
                <a:cubicBezTo>
                  <a:pt x="393934" y="53171"/>
                  <a:pt x="394925" y="53408"/>
                  <a:pt x="395638" y="53725"/>
                </a:cubicBezTo>
                <a:cubicBezTo>
                  <a:pt x="396351" y="54042"/>
                  <a:pt x="396866" y="54438"/>
                  <a:pt x="397183" y="54914"/>
                </a:cubicBezTo>
                <a:cubicBezTo>
                  <a:pt x="397500" y="55389"/>
                  <a:pt x="397658" y="55904"/>
                  <a:pt x="397658" y="56459"/>
                </a:cubicBezTo>
                <a:lnTo>
                  <a:pt x="397658" y="163434"/>
                </a:lnTo>
                <a:moveTo>
                  <a:pt x="399917" y="20206"/>
                </a:moveTo>
                <a:cubicBezTo>
                  <a:pt x="399917" y="24802"/>
                  <a:pt x="399045" y="27932"/>
                  <a:pt x="397302" y="29596"/>
                </a:cubicBezTo>
                <a:cubicBezTo>
                  <a:pt x="395559" y="31260"/>
                  <a:pt x="392349" y="32092"/>
                  <a:pt x="387674" y="32092"/>
                </a:cubicBezTo>
                <a:cubicBezTo>
                  <a:pt x="383078" y="32092"/>
                  <a:pt x="379928" y="31280"/>
                  <a:pt x="378225" y="29656"/>
                </a:cubicBezTo>
                <a:cubicBezTo>
                  <a:pt x="376521" y="28031"/>
                  <a:pt x="375669" y="24961"/>
                  <a:pt x="375669" y="20444"/>
                </a:cubicBezTo>
                <a:cubicBezTo>
                  <a:pt x="375669" y="15848"/>
                  <a:pt x="376541" y="12718"/>
                  <a:pt x="378284" y="11054"/>
                </a:cubicBezTo>
                <a:cubicBezTo>
                  <a:pt x="380027" y="9390"/>
                  <a:pt x="383237" y="8558"/>
                  <a:pt x="387912" y="8558"/>
                </a:cubicBezTo>
                <a:cubicBezTo>
                  <a:pt x="392508" y="8558"/>
                  <a:pt x="395658" y="9370"/>
                  <a:pt x="397361" y="10995"/>
                </a:cubicBezTo>
                <a:cubicBezTo>
                  <a:pt x="399065" y="12619"/>
                  <a:pt x="399917" y="15690"/>
                  <a:pt x="399917" y="20206"/>
                </a:cubicBezTo>
                <a:close/>
                <a:moveTo>
                  <a:pt x="592431" y="163434"/>
                </a:moveTo>
                <a:cubicBezTo>
                  <a:pt x="592431" y="164068"/>
                  <a:pt x="592273" y="164603"/>
                  <a:pt x="591956" y="165039"/>
                </a:cubicBezTo>
                <a:cubicBezTo>
                  <a:pt x="591639" y="165474"/>
                  <a:pt x="591124" y="165851"/>
                  <a:pt x="590411" y="166168"/>
                </a:cubicBezTo>
                <a:cubicBezTo>
                  <a:pt x="589698" y="166485"/>
                  <a:pt x="588707" y="166722"/>
                  <a:pt x="587439" y="166881"/>
                </a:cubicBezTo>
                <a:cubicBezTo>
                  <a:pt x="586171" y="167039"/>
                  <a:pt x="584587" y="167119"/>
                  <a:pt x="582685" y="167119"/>
                </a:cubicBezTo>
                <a:cubicBezTo>
                  <a:pt x="580704" y="167119"/>
                  <a:pt x="579079" y="167039"/>
                  <a:pt x="577811" y="166881"/>
                </a:cubicBezTo>
                <a:cubicBezTo>
                  <a:pt x="576544" y="166722"/>
                  <a:pt x="575533" y="166485"/>
                  <a:pt x="574781" y="166168"/>
                </a:cubicBezTo>
                <a:cubicBezTo>
                  <a:pt x="574028" y="165851"/>
                  <a:pt x="573493" y="165476"/>
                  <a:pt x="573176" y="165042"/>
                </a:cubicBezTo>
                <a:cubicBezTo>
                  <a:pt x="572859" y="164606"/>
                  <a:pt x="572700" y="164072"/>
                  <a:pt x="572700" y="163438"/>
                </a:cubicBezTo>
                <a:lnTo>
                  <a:pt x="572700" y="98499"/>
                </a:lnTo>
                <a:cubicBezTo>
                  <a:pt x="572700" y="93987"/>
                  <a:pt x="572304" y="89871"/>
                  <a:pt x="571512" y="86152"/>
                </a:cubicBezTo>
                <a:cubicBezTo>
                  <a:pt x="570719" y="82433"/>
                  <a:pt x="569452" y="79228"/>
                  <a:pt x="567708" y="76539"/>
                </a:cubicBezTo>
                <a:cubicBezTo>
                  <a:pt x="565965" y="73847"/>
                  <a:pt x="563746" y="71790"/>
                  <a:pt x="561052" y="70366"/>
                </a:cubicBezTo>
                <a:cubicBezTo>
                  <a:pt x="558358" y="68939"/>
                  <a:pt x="555188" y="68226"/>
                  <a:pt x="551543" y="68226"/>
                </a:cubicBezTo>
                <a:cubicBezTo>
                  <a:pt x="547026" y="68226"/>
                  <a:pt x="542490" y="69968"/>
                  <a:pt x="537934" y="73452"/>
                </a:cubicBezTo>
                <a:cubicBezTo>
                  <a:pt x="533377" y="76934"/>
                  <a:pt x="528365" y="82038"/>
                  <a:pt x="522898" y="88763"/>
                </a:cubicBezTo>
                <a:lnTo>
                  <a:pt x="522898" y="163438"/>
                </a:lnTo>
                <a:cubicBezTo>
                  <a:pt x="522898" y="164072"/>
                  <a:pt x="522739" y="164606"/>
                  <a:pt x="522422" y="165042"/>
                </a:cubicBezTo>
                <a:cubicBezTo>
                  <a:pt x="522105" y="165476"/>
                  <a:pt x="521570" y="165851"/>
                  <a:pt x="520818" y="166168"/>
                </a:cubicBezTo>
                <a:cubicBezTo>
                  <a:pt x="520065" y="166485"/>
                  <a:pt x="519055" y="166722"/>
                  <a:pt x="517787" y="166881"/>
                </a:cubicBezTo>
                <a:cubicBezTo>
                  <a:pt x="516519" y="167039"/>
                  <a:pt x="514934" y="167119"/>
                  <a:pt x="513032" y="167119"/>
                </a:cubicBezTo>
                <a:cubicBezTo>
                  <a:pt x="511210" y="167119"/>
                  <a:pt x="509645" y="167039"/>
                  <a:pt x="508337" y="166881"/>
                </a:cubicBezTo>
                <a:cubicBezTo>
                  <a:pt x="507030" y="166722"/>
                  <a:pt x="506000" y="166485"/>
                  <a:pt x="505247" y="166168"/>
                </a:cubicBezTo>
                <a:cubicBezTo>
                  <a:pt x="504494" y="165851"/>
                  <a:pt x="503979" y="165476"/>
                  <a:pt x="503702" y="165042"/>
                </a:cubicBezTo>
                <a:cubicBezTo>
                  <a:pt x="503424" y="164606"/>
                  <a:pt x="503286" y="164072"/>
                  <a:pt x="503286" y="163438"/>
                </a:cubicBezTo>
                <a:lnTo>
                  <a:pt x="503286" y="98499"/>
                </a:lnTo>
                <a:cubicBezTo>
                  <a:pt x="503286" y="93987"/>
                  <a:pt x="502850" y="89871"/>
                  <a:pt x="501978" y="86152"/>
                </a:cubicBezTo>
                <a:cubicBezTo>
                  <a:pt x="501107" y="82433"/>
                  <a:pt x="499799" y="79228"/>
                  <a:pt x="498056" y="76539"/>
                </a:cubicBezTo>
                <a:cubicBezTo>
                  <a:pt x="496312" y="73847"/>
                  <a:pt x="494114" y="71790"/>
                  <a:pt x="491459" y="70366"/>
                </a:cubicBezTo>
                <a:cubicBezTo>
                  <a:pt x="488804" y="68939"/>
                  <a:pt x="485655" y="68226"/>
                  <a:pt x="482009" y="68226"/>
                </a:cubicBezTo>
                <a:cubicBezTo>
                  <a:pt x="477493" y="68226"/>
                  <a:pt x="472936" y="69968"/>
                  <a:pt x="468340" y="73452"/>
                </a:cubicBezTo>
                <a:cubicBezTo>
                  <a:pt x="463745" y="76934"/>
                  <a:pt x="458752" y="82038"/>
                  <a:pt x="453364" y="88763"/>
                </a:cubicBezTo>
                <a:lnTo>
                  <a:pt x="453364" y="163438"/>
                </a:lnTo>
                <a:cubicBezTo>
                  <a:pt x="453364" y="164072"/>
                  <a:pt x="453205" y="164606"/>
                  <a:pt x="452889" y="165042"/>
                </a:cubicBezTo>
                <a:cubicBezTo>
                  <a:pt x="452572" y="165476"/>
                  <a:pt x="452057" y="165851"/>
                  <a:pt x="451343" y="166168"/>
                </a:cubicBezTo>
                <a:cubicBezTo>
                  <a:pt x="450630" y="166485"/>
                  <a:pt x="449640" y="166722"/>
                  <a:pt x="448372" y="166881"/>
                </a:cubicBezTo>
                <a:cubicBezTo>
                  <a:pt x="447104" y="167039"/>
                  <a:pt x="445480" y="167119"/>
                  <a:pt x="443499" y="167119"/>
                </a:cubicBezTo>
                <a:cubicBezTo>
                  <a:pt x="441597" y="167119"/>
                  <a:pt x="440012" y="167039"/>
                  <a:pt x="438744" y="166881"/>
                </a:cubicBezTo>
                <a:cubicBezTo>
                  <a:pt x="437476" y="166722"/>
                  <a:pt x="436466" y="166485"/>
                  <a:pt x="435713" y="166168"/>
                </a:cubicBezTo>
                <a:cubicBezTo>
                  <a:pt x="434960" y="165851"/>
                  <a:pt x="434445" y="165474"/>
                  <a:pt x="434168" y="165039"/>
                </a:cubicBezTo>
                <a:cubicBezTo>
                  <a:pt x="433891" y="164603"/>
                  <a:pt x="433752" y="164068"/>
                  <a:pt x="433752" y="163434"/>
                </a:cubicBezTo>
                <a:lnTo>
                  <a:pt x="433752" y="56459"/>
                </a:lnTo>
                <a:cubicBezTo>
                  <a:pt x="433752" y="55825"/>
                  <a:pt x="433871" y="55290"/>
                  <a:pt x="434108" y="54854"/>
                </a:cubicBezTo>
                <a:cubicBezTo>
                  <a:pt x="434346" y="54419"/>
                  <a:pt x="434822" y="54022"/>
                  <a:pt x="435535" y="53666"/>
                </a:cubicBezTo>
                <a:cubicBezTo>
                  <a:pt x="436248" y="53309"/>
                  <a:pt x="437159" y="53071"/>
                  <a:pt x="438269" y="52953"/>
                </a:cubicBezTo>
                <a:cubicBezTo>
                  <a:pt x="439378" y="52834"/>
                  <a:pt x="440844" y="52774"/>
                  <a:pt x="442666" y="52774"/>
                </a:cubicBezTo>
                <a:cubicBezTo>
                  <a:pt x="444410" y="52774"/>
                  <a:pt x="445856" y="52834"/>
                  <a:pt x="447005" y="52953"/>
                </a:cubicBezTo>
                <a:cubicBezTo>
                  <a:pt x="448154" y="53071"/>
                  <a:pt x="449045" y="53309"/>
                  <a:pt x="449679" y="53666"/>
                </a:cubicBezTo>
                <a:cubicBezTo>
                  <a:pt x="450313" y="54022"/>
                  <a:pt x="450769" y="54419"/>
                  <a:pt x="451046" y="54854"/>
                </a:cubicBezTo>
                <a:cubicBezTo>
                  <a:pt x="451324" y="55290"/>
                  <a:pt x="451462" y="55825"/>
                  <a:pt x="451462" y="56459"/>
                </a:cubicBezTo>
                <a:lnTo>
                  <a:pt x="451462" y="70603"/>
                </a:lnTo>
                <a:cubicBezTo>
                  <a:pt x="457484" y="63868"/>
                  <a:pt x="463328" y="58935"/>
                  <a:pt x="468994" y="55805"/>
                </a:cubicBezTo>
                <a:cubicBezTo>
                  <a:pt x="474660" y="52675"/>
                  <a:pt x="480385" y="51110"/>
                  <a:pt x="486170" y="51110"/>
                </a:cubicBezTo>
                <a:cubicBezTo>
                  <a:pt x="490607" y="51110"/>
                  <a:pt x="494589" y="51625"/>
                  <a:pt x="498115" y="52655"/>
                </a:cubicBezTo>
                <a:cubicBezTo>
                  <a:pt x="501641" y="53686"/>
                  <a:pt x="504752" y="55132"/>
                  <a:pt x="507446" y="56994"/>
                </a:cubicBezTo>
                <a:cubicBezTo>
                  <a:pt x="510140" y="58856"/>
                  <a:pt x="512438" y="61075"/>
                  <a:pt x="514340" y="63650"/>
                </a:cubicBezTo>
                <a:cubicBezTo>
                  <a:pt x="516241" y="66225"/>
                  <a:pt x="517826" y="69098"/>
                  <a:pt x="519094" y="72268"/>
                </a:cubicBezTo>
                <a:cubicBezTo>
                  <a:pt x="522660" y="68385"/>
                  <a:pt x="526048" y="65096"/>
                  <a:pt x="529257" y="62402"/>
                </a:cubicBezTo>
                <a:cubicBezTo>
                  <a:pt x="532466" y="59708"/>
                  <a:pt x="535556" y="57529"/>
                  <a:pt x="538528" y="55865"/>
                </a:cubicBezTo>
                <a:cubicBezTo>
                  <a:pt x="541499" y="54201"/>
                  <a:pt x="544392" y="52992"/>
                  <a:pt x="547205" y="52239"/>
                </a:cubicBezTo>
                <a:cubicBezTo>
                  <a:pt x="550018" y="51487"/>
                  <a:pt x="552851" y="51110"/>
                  <a:pt x="555703" y="51110"/>
                </a:cubicBezTo>
                <a:cubicBezTo>
                  <a:pt x="562597" y="51110"/>
                  <a:pt x="568382" y="52319"/>
                  <a:pt x="573057" y="54736"/>
                </a:cubicBezTo>
                <a:cubicBezTo>
                  <a:pt x="577732" y="57152"/>
                  <a:pt x="581516" y="60381"/>
                  <a:pt x="584408" y="64423"/>
                </a:cubicBezTo>
                <a:cubicBezTo>
                  <a:pt x="587301" y="68464"/>
                  <a:pt x="589361" y="73199"/>
                  <a:pt x="590589" y="78627"/>
                </a:cubicBezTo>
                <a:cubicBezTo>
                  <a:pt x="591817" y="84055"/>
                  <a:pt x="592431" y="89780"/>
                  <a:pt x="592431" y="95802"/>
                </a:cubicBezTo>
                <a:lnTo>
                  <a:pt x="592431" y="163434"/>
                </a:lnTo>
                <a:close/>
                <a:moveTo>
                  <a:pt x="648717" y="163434"/>
                </a:moveTo>
                <a:cubicBezTo>
                  <a:pt x="648717" y="164068"/>
                  <a:pt x="648558" y="164603"/>
                  <a:pt x="648242" y="165039"/>
                </a:cubicBezTo>
                <a:cubicBezTo>
                  <a:pt x="647925" y="165474"/>
                  <a:pt x="647409" y="165851"/>
                  <a:pt x="646696" y="166168"/>
                </a:cubicBezTo>
                <a:cubicBezTo>
                  <a:pt x="645983" y="166485"/>
                  <a:pt x="644993" y="166722"/>
                  <a:pt x="643725" y="166881"/>
                </a:cubicBezTo>
                <a:cubicBezTo>
                  <a:pt x="642457" y="167039"/>
                  <a:pt x="640833" y="167119"/>
                  <a:pt x="638852" y="167119"/>
                </a:cubicBezTo>
                <a:cubicBezTo>
                  <a:pt x="636950" y="167119"/>
                  <a:pt x="635365" y="167039"/>
                  <a:pt x="634097" y="166881"/>
                </a:cubicBezTo>
                <a:cubicBezTo>
                  <a:pt x="632829" y="166722"/>
                  <a:pt x="631819" y="166485"/>
                  <a:pt x="631066" y="166168"/>
                </a:cubicBezTo>
                <a:cubicBezTo>
                  <a:pt x="630313" y="165851"/>
                  <a:pt x="629798" y="165474"/>
                  <a:pt x="629521" y="165039"/>
                </a:cubicBezTo>
                <a:cubicBezTo>
                  <a:pt x="629244" y="164603"/>
                  <a:pt x="629105" y="164068"/>
                  <a:pt x="629105" y="163434"/>
                </a:cubicBezTo>
                <a:lnTo>
                  <a:pt x="629105" y="56459"/>
                </a:lnTo>
                <a:cubicBezTo>
                  <a:pt x="629105" y="55904"/>
                  <a:pt x="629244" y="55389"/>
                  <a:pt x="629521" y="54914"/>
                </a:cubicBezTo>
                <a:cubicBezTo>
                  <a:pt x="629798" y="54438"/>
                  <a:pt x="630313" y="54042"/>
                  <a:pt x="631066" y="53725"/>
                </a:cubicBezTo>
                <a:cubicBezTo>
                  <a:pt x="631819" y="53408"/>
                  <a:pt x="632829" y="53171"/>
                  <a:pt x="634097" y="53012"/>
                </a:cubicBezTo>
                <a:cubicBezTo>
                  <a:pt x="635365" y="52854"/>
                  <a:pt x="636950" y="52774"/>
                  <a:pt x="638852" y="52774"/>
                </a:cubicBezTo>
                <a:cubicBezTo>
                  <a:pt x="640833" y="52774"/>
                  <a:pt x="642457" y="52854"/>
                  <a:pt x="643725" y="53012"/>
                </a:cubicBezTo>
                <a:cubicBezTo>
                  <a:pt x="644993" y="53171"/>
                  <a:pt x="645983" y="53408"/>
                  <a:pt x="646696" y="53725"/>
                </a:cubicBezTo>
                <a:cubicBezTo>
                  <a:pt x="647409" y="54042"/>
                  <a:pt x="647925" y="54438"/>
                  <a:pt x="648242" y="54914"/>
                </a:cubicBezTo>
                <a:cubicBezTo>
                  <a:pt x="648558" y="55389"/>
                  <a:pt x="648717" y="55904"/>
                  <a:pt x="648717" y="56459"/>
                </a:cubicBezTo>
                <a:lnTo>
                  <a:pt x="648717" y="163434"/>
                </a:lnTo>
                <a:moveTo>
                  <a:pt x="650975" y="20206"/>
                </a:moveTo>
                <a:cubicBezTo>
                  <a:pt x="650975" y="24802"/>
                  <a:pt x="650104" y="27932"/>
                  <a:pt x="648360" y="29596"/>
                </a:cubicBezTo>
                <a:cubicBezTo>
                  <a:pt x="646617" y="31260"/>
                  <a:pt x="643408" y="32092"/>
                  <a:pt x="638733" y="32092"/>
                </a:cubicBezTo>
                <a:cubicBezTo>
                  <a:pt x="634137" y="32092"/>
                  <a:pt x="630987" y="31280"/>
                  <a:pt x="629283" y="29656"/>
                </a:cubicBezTo>
                <a:cubicBezTo>
                  <a:pt x="627580" y="28031"/>
                  <a:pt x="626728" y="24961"/>
                  <a:pt x="626728" y="20444"/>
                </a:cubicBezTo>
                <a:cubicBezTo>
                  <a:pt x="626728" y="15848"/>
                  <a:pt x="627599" y="12718"/>
                  <a:pt x="629343" y="11054"/>
                </a:cubicBezTo>
                <a:cubicBezTo>
                  <a:pt x="631086" y="9390"/>
                  <a:pt x="634295" y="8558"/>
                  <a:pt x="638970" y="8558"/>
                </a:cubicBezTo>
                <a:cubicBezTo>
                  <a:pt x="643566" y="8558"/>
                  <a:pt x="646716" y="9370"/>
                  <a:pt x="648420" y="10995"/>
                </a:cubicBezTo>
                <a:cubicBezTo>
                  <a:pt x="650123" y="12619"/>
                  <a:pt x="650975" y="15690"/>
                  <a:pt x="650975" y="20206"/>
                </a:cubicBezTo>
                <a:close/>
                <a:moveTo>
                  <a:pt x="753037" y="158026"/>
                </a:moveTo>
                <a:cubicBezTo>
                  <a:pt x="753037" y="159541"/>
                  <a:pt x="752918" y="160838"/>
                  <a:pt x="752680" y="161915"/>
                </a:cubicBezTo>
                <a:cubicBezTo>
                  <a:pt x="752442" y="162992"/>
                  <a:pt x="752165" y="163870"/>
                  <a:pt x="751848" y="164548"/>
                </a:cubicBezTo>
                <a:cubicBezTo>
                  <a:pt x="751531" y="165227"/>
                  <a:pt x="751095" y="165706"/>
                  <a:pt x="750541" y="165986"/>
                </a:cubicBezTo>
                <a:cubicBezTo>
                  <a:pt x="749986" y="166266"/>
                  <a:pt x="749392" y="166405"/>
                  <a:pt x="748758" y="166405"/>
                </a:cubicBezTo>
                <a:lnTo>
                  <a:pt x="682909" y="166405"/>
                </a:lnTo>
                <a:cubicBezTo>
                  <a:pt x="681245" y="166405"/>
                  <a:pt x="679878" y="165848"/>
                  <a:pt x="678808" y="164734"/>
                </a:cubicBezTo>
                <a:cubicBezTo>
                  <a:pt x="677738" y="163617"/>
                  <a:pt x="677203" y="161745"/>
                  <a:pt x="677203" y="159118"/>
                </a:cubicBezTo>
                <a:lnTo>
                  <a:pt x="677203" y="155054"/>
                </a:lnTo>
                <a:cubicBezTo>
                  <a:pt x="677203" y="153940"/>
                  <a:pt x="677283" y="152944"/>
                  <a:pt x="677441" y="152068"/>
                </a:cubicBezTo>
                <a:cubicBezTo>
                  <a:pt x="677600" y="151191"/>
                  <a:pt x="677837" y="150316"/>
                  <a:pt x="678154" y="149442"/>
                </a:cubicBezTo>
                <a:cubicBezTo>
                  <a:pt x="678471" y="148565"/>
                  <a:pt x="678907" y="147629"/>
                  <a:pt x="679462" y="146634"/>
                </a:cubicBezTo>
                <a:cubicBezTo>
                  <a:pt x="680016" y="145638"/>
                  <a:pt x="680690" y="144503"/>
                  <a:pt x="681482" y="143228"/>
                </a:cubicBezTo>
                <a:lnTo>
                  <a:pt x="728670" y="69890"/>
                </a:lnTo>
                <a:lnTo>
                  <a:pt x="682909" y="69890"/>
                </a:lnTo>
                <a:cubicBezTo>
                  <a:pt x="681641" y="69890"/>
                  <a:pt x="680630" y="69232"/>
                  <a:pt x="679878" y="67914"/>
                </a:cubicBezTo>
                <a:cubicBezTo>
                  <a:pt x="679125" y="66597"/>
                  <a:pt x="678749" y="64462"/>
                  <a:pt x="678749" y="61511"/>
                </a:cubicBezTo>
                <a:cubicBezTo>
                  <a:pt x="678749" y="60074"/>
                  <a:pt x="678828" y="58818"/>
                  <a:pt x="678986" y="57740"/>
                </a:cubicBezTo>
                <a:cubicBezTo>
                  <a:pt x="679145" y="56663"/>
                  <a:pt x="679402" y="55785"/>
                  <a:pt x="679759" y="55107"/>
                </a:cubicBezTo>
                <a:cubicBezTo>
                  <a:pt x="680115" y="54428"/>
                  <a:pt x="680551" y="53949"/>
                  <a:pt x="681066" y="53669"/>
                </a:cubicBezTo>
                <a:cubicBezTo>
                  <a:pt x="681581" y="53390"/>
                  <a:pt x="682195" y="53250"/>
                  <a:pt x="682909" y="53250"/>
                </a:cubicBezTo>
                <a:lnTo>
                  <a:pt x="744241" y="53250"/>
                </a:lnTo>
                <a:cubicBezTo>
                  <a:pt x="745113" y="53250"/>
                  <a:pt x="745885" y="53370"/>
                  <a:pt x="746559" y="53610"/>
                </a:cubicBezTo>
                <a:cubicBezTo>
                  <a:pt x="747232" y="53848"/>
                  <a:pt x="747807" y="54245"/>
                  <a:pt x="748282" y="54802"/>
                </a:cubicBezTo>
                <a:cubicBezTo>
                  <a:pt x="748758" y="55360"/>
                  <a:pt x="749134" y="56076"/>
                  <a:pt x="749411" y="56953"/>
                </a:cubicBezTo>
                <a:cubicBezTo>
                  <a:pt x="749689" y="57830"/>
                  <a:pt x="749827" y="58945"/>
                  <a:pt x="749827" y="60300"/>
                </a:cubicBezTo>
                <a:lnTo>
                  <a:pt x="749827" y="64122"/>
                </a:lnTo>
                <a:cubicBezTo>
                  <a:pt x="749827" y="65236"/>
                  <a:pt x="749748" y="66271"/>
                  <a:pt x="749590" y="67227"/>
                </a:cubicBezTo>
                <a:cubicBezTo>
                  <a:pt x="749431" y="68183"/>
                  <a:pt x="749193" y="69119"/>
                  <a:pt x="748877" y="70035"/>
                </a:cubicBezTo>
                <a:cubicBezTo>
                  <a:pt x="748560" y="70951"/>
                  <a:pt x="748124" y="71927"/>
                  <a:pt x="747569" y="72962"/>
                </a:cubicBezTo>
                <a:cubicBezTo>
                  <a:pt x="747014" y="73997"/>
                  <a:pt x="746341" y="75152"/>
                  <a:pt x="745548" y="76428"/>
                </a:cubicBezTo>
                <a:lnTo>
                  <a:pt x="698598" y="149765"/>
                </a:lnTo>
                <a:lnTo>
                  <a:pt x="748758" y="149765"/>
                </a:lnTo>
                <a:cubicBezTo>
                  <a:pt x="749392" y="149765"/>
                  <a:pt x="749966" y="149905"/>
                  <a:pt x="750481" y="150185"/>
                </a:cubicBezTo>
                <a:cubicBezTo>
                  <a:pt x="750996" y="150464"/>
                  <a:pt x="751432" y="150924"/>
                  <a:pt x="751789" y="151563"/>
                </a:cubicBezTo>
                <a:cubicBezTo>
                  <a:pt x="752145" y="152199"/>
                  <a:pt x="752442" y="153057"/>
                  <a:pt x="752680" y="154137"/>
                </a:cubicBezTo>
                <a:cubicBezTo>
                  <a:pt x="752918" y="155214"/>
                  <a:pt x="753037" y="156510"/>
                  <a:pt x="753037" y="158026"/>
                </a:cubicBezTo>
                <a:close/>
                <a:moveTo>
                  <a:pt x="861549" y="163553"/>
                </a:moveTo>
                <a:cubicBezTo>
                  <a:pt x="861549" y="164504"/>
                  <a:pt x="861232" y="165217"/>
                  <a:pt x="860598" y="165692"/>
                </a:cubicBezTo>
                <a:cubicBezTo>
                  <a:pt x="859964" y="166168"/>
                  <a:pt x="859092" y="166524"/>
                  <a:pt x="857983" y="166762"/>
                </a:cubicBezTo>
                <a:cubicBezTo>
                  <a:pt x="856873" y="167000"/>
                  <a:pt x="855249" y="167119"/>
                  <a:pt x="853109" y="167119"/>
                </a:cubicBezTo>
                <a:cubicBezTo>
                  <a:pt x="851049" y="167119"/>
                  <a:pt x="849405" y="167000"/>
                  <a:pt x="848177" y="166762"/>
                </a:cubicBezTo>
                <a:cubicBezTo>
                  <a:pt x="846948" y="166524"/>
                  <a:pt x="846057" y="166168"/>
                  <a:pt x="845502" y="165692"/>
                </a:cubicBezTo>
                <a:cubicBezTo>
                  <a:pt x="844948" y="165217"/>
                  <a:pt x="844670" y="164504"/>
                  <a:pt x="844670" y="163553"/>
                </a:cubicBezTo>
                <a:lnTo>
                  <a:pt x="844670" y="152855"/>
                </a:lnTo>
                <a:cubicBezTo>
                  <a:pt x="839995" y="157847"/>
                  <a:pt x="834785" y="161750"/>
                  <a:pt x="829040" y="164563"/>
                </a:cubicBezTo>
                <a:cubicBezTo>
                  <a:pt x="823295" y="167376"/>
                  <a:pt x="817213" y="168783"/>
                  <a:pt x="810795" y="168783"/>
                </a:cubicBezTo>
                <a:cubicBezTo>
                  <a:pt x="805169" y="168783"/>
                  <a:pt x="800078" y="168046"/>
                  <a:pt x="795521" y="166573"/>
                </a:cubicBezTo>
                <a:cubicBezTo>
                  <a:pt x="790965" y="165099"/>
                  <a:pt x="787082" y="162968"/>
                  <a:pt x="783873" y="160180"/>
                </a:cubicBezTo>
                <a:cubicBezTo>
                  <a:pt x="780664" y="157392"/>
                  <a:pt x="778167" y="153967"/>
                  <a:pt x="776385" y="149906"/>
                </a:cubicBezTo>
                <a:cubicBezTo>
                  <a:pt x="774602" y="145843"/>
                  <a:pt x="773710" y="141222"/>
                  <a:pt x="773710" y="136044"/>
                </a:cubicBezTo>
                <a:cubicBezTo>
                  <a:pt x="773710" y="129989"/>
                  <a:pt x="774938" y="124732"/>
                  <a:pt x="777395" y="120273"/>
                </a:cubicBezTo>
                <a:cubicBezTo>
                  <a:pt x="779851" y="115813"/>
                  <a:pt x="783378" y="112109"/>
                  <a:pt x="787974" y="109163"/>
                </a:cubicBezTo>
                <a:cubicBezTo>
                  <a:pt x="792569" y="106213"/>
                  <a:pt x="798196" y="104002"/>
                  <a:pt x="804852" y="102529"/>
                </a:cubicBezTo>
                <a:cubicBezTo>
                  <a:pt x="811508" y="101055"/>
                  <a:pt x="818996" y="100319"/>
                  <a:pt x="827317" y="100319"/>
                </a:cubicBezTo>
                <a:lnTo>
                  <a:pt x="842055" y="100319"/>
                </a:lnTo>
                <a:lnTo>
                  <a:pt x="842055" y="92058"/>
                </a:lnTo>
                <a:cubicBezTo>
                  <a:pt x="842055" y="87967"/>
                  <a:pt x="841619" y="84348"/>
                  <a:pt x="840748" y="81201"/>
                </a:cubicBezTo>
                <a:cubicBezTo>
                  <a:pt x="839876" y="78053"/>
                  <a:pt x="838470" y="75437"/>
                  <a:pt x="836528" y="73352"/>
                </a:cubicBezTo>
                <a:cubicBezTo>
                  <a:pt x="834587" y="71267"/>
                  <a:pt x="832071" y="69693"/>
                  <a:pt x="828981" y="68631"/>
                </a:cubicBezTo>
                <a:cubicBezTo>
                  <a:pt x="825890" y="67569"/>
                  <a:pt x="822087" y="67038"/>
                  <a:pt x="817570" y="67038"/>
                </a:cubicBezTo>
                <a:cubicBezTo>
                  <a:pt x="812736" y="67038"/>
                  <a:pt x="808398" y="67606"/>
                  <a:pt x="804555" y="68743"/>
                </a:cubicBezTo>
                <a:cubicBezTo>
                  <a:pt x="800711" y="69879"/>
                  <a:pt x="797344" y="71133"/>
                  <a:pt x="794451" y="72505"/>
                </a:cubicBezTo>
                <a:cubicBezTo>
                  <a:pt x="791559" y="73877"/>
                  <a:pt x="789142" y="75131"/>
                  <a:pt x="787201" y="76268"/>
                </a:cubicBezTo>
                <a:cubicBezTo>
                  <a:pt x="785260" y="77405"/>
                  <a:pt x="783813" y="77973"/>
                  <a:pt x="782863" y="77973"/>
                </a:cubicBezTo>
                <a:cubicBezTo>
                  <a:pt x="782229" y="77973"/>
                  <a:pt x="781674" y="77814"/>
                  <a:pt x="781198" y="77497"/>
                </a:cubicBezTo>
                <a:cubicBezTo>
                  <a:pt x="780723" y="77180"/>
                  <a:pt x="780307" y="76705"/>
                  <a:pt x="779950" y="76071"/>
                </a:cubicBezTo>
                <a:cubicBezTo>
                  <a:pt x="779594" y="75437"/>
                  <a:pt x="779336" y="74625"/>
                  <a:pt x="779178" y="73634"/>
                </a:cubicBezTo>
                <a:cubicBezTo>
                  <a:pt x="779019" y="72644"/>
                  <a:pt x="778940" y="71554"/>
                  <a:pt x="778940" y="70366"/>
                </a:cubicBezTo>
                <a:cubicBezTo>
                  <a:pt x="778940" y="68385"/>
                  <a:pt x="779079" y="66820"/>
                  <a:pt x="779356" y="65671"/>
                </a:cubicBezTo>
                <a:cubicBezTo>
                  <a:pt x="779633" y="64522"/>
                  <a:pt x="780307" y="63432"/>
                  <a:pt x="781377" y="62402"/>
                </a:cubicBezTo>
                <a:cubicBezTo>
                  <a:pt x="782446" y="61372"/>
                  <a:pt x="784289" y="60172"/>
                  <a:pt x="786904" y="58803"/>
                </a:cubicBezTo>
                <a:cubicBezTo>
                  <a:pt x="789519" y="57431"/>
                  <a:pt x="792530" y="56178"/>
                  <a:pt x="795937" y="55044"/>
                </a:cubicBezTo>
                <a:cubicBezTo>
                  <a:pt x="799345" y="53910"/>
                  <a:pt x="803069" y="52971"/>
                  <a:pt x="807110" y="52228"/>
                </a:cubicBezTo>
                <a:cubicBezTo>
                  <a:pt x="811151" y="51483"/>
                  <a:pt x="815232" y="51110"/>
                  <a:pt x="819353" y="51110"/>
                </a:cubicBezTo>
                <a:cubicBezTo>
                  <a:pt x="827039" y="51110"/>
                  <a:pt x="833577" y="51982"/>
                  <a:pt x="838965" y="53725"/>
                </a:cubicBezTo>
                <a:cubicBezTo>
                  <a:pt x="844353" y="55468"/>
                  <a:pt x="848712" y="58024"/>
                  <a:pt x="852040" y="61392"/>
                </a:cubicBezTo>
                <a:cubicBezTo>
                  <a:pt x="855368" y="64759"/>
                  <a:pt x="857785" y="68939"/>
                  <a:pt x="859290" y="73932"/>
                </a:cubicBezTo>
                <a:cubicBezTo>
                  <a:pt x="860796" y="78924"/>
                  <a:pt x="861549" y="84748"/>
                  <a:pt x="861549" y="91404"/>
                </a:cubicBezTo>
                <a:lnTo>
                  <a:pt x="861549" y="163553"/>
                </a:lnTo>
                <a:moveTo>
                  <a:pt x="842055" y="114582"/>
                </a:moveTo>
                <a:lnTo>
                  <a:pt x="825296" y="114582"/>
                </a:lnTo>
                <a:cubicBezTo>
                  <a:pt x="819908" y="114582"/>
                  <a:pt x="815232" y="115039"/>
                  <a:pt x="811270" y="115953"/>
                </a:cubicBezTo>
                <a:cubicBezTo>
                  <a:pt x="807308" y="116866"/>
                  <a:pt x="804020" y="118218"/>
                  <a:pt x="801405" y="120009"/>
                </a:cubicBezTo>
                <a:cubicBezTo>
                  <a:pt x="798790" y="121797"/>
                  <a:pt x="796868" y="123942"/>
                  <a:pt x="795640" y="126446"/>
                </a:cubicBezTo>
                <a:cubicBezTo>
                  <a:pt x="794412" y="128949"/>
                  <a:pt x="793798" y="131831"/>
                  <a:pt x="793798" y="135089"/>
                </a:cubicBezTo>
                <a:cubicBezTo>
                  <a:pt x="793798" y="140653"/>
                  <a:pt x="795561" y="145085"/>
                  <a:pt x="799087" y="148383"/>
                </a:cubicBezTo>
                <a:cubicBezTo>
                  <a:pt x="802613" y="151682"/>
                  <a:pt x="807546" y="153331"/>
                  <a:pt x="813885" y="153331"/>
                </a:cubicBezTo>
                <a:cubicBezTo>
                  <a:pt x="819036" y="153331"/>
                  <a:pt x="823810" y="152020"/>
                  <a:pt x="828208" y="149397"/>
                </a:cubicBezTo>
                <a:cubicBezTo>
                  <a:pt x="832606" y="146775"/>
                  <a:pt x="837222" y="142761"/>
                  <a:pt x="842055" y="137355"/>
                </a:cubicBezTo>
                <a:lnTo>
                  <a:pt x="842055" y="114582"/>
                </a:lnTo>
                <a:close/>
                <a:moveTo>
                  <a:pt x="953342" y="155615"/>
                </a:moveTo>
                <a:cubicBezTo>
                  <a:pt x="953342" y="157930"/>
                  <a:pt x="953183" y="159767"/>
                  <a:pt x="952866" y="161124"/>
                </a:cubicBezTo>
                <a:cubicBezTo>
                  <a:pt x="952549" y="162481"/>
                  <a:pt x="952074" y="163479"/>
                  <a:pt x="951440" y="164117"/>
                </a:cubicBezTo>
                <a:cubicBezTo>
                  <a:pt x="950806" y="164754"/>
                  <a:pt x="949855" y="165352"/>
                  <a:pt x="948587" y="165911"/>
                </a:cubicBezTo>
                <a:cubicBezTo>
                  <a:pt x="947319" y="166471"/>
                  <a:pt x="945873" y="166930"/>
                  <a:pt x="944249" y="167289"/>
                </a:cubicBezTo>
                <a:cubicBezTo>
                  <a:pt x="942624" y="167649"/>
                  <a:pt x="940901" y="167947"/>
                  <a:pt x="939078" y="168185"/>
                </a:cubicBezTo>
                <a:cubicBezTo>
                  <a:pt x="937256" y="168425"/>
                  <a:pt x="935433" y="168545"/>
                  <a:pt x="933611" y="168545"/>
                </a:cubicBezTo>
                <a:cubicBezTo>
                  <a:pt x="928064" y="168545"/>
                  <a:pt x="923309" y="167812"/>
                  <a:pt x="919347" y="166346"/>
                </a:cubicBezTo>
                <a:cubicBezTo>
                  <a:pt x="915385" y="164878"/>
                  <a:pt x="912137" y="162656"/>
                  <a:pt x="909601" y="159682"/>
                </a:cubicBezTo>
                <a:cubicBezTo>
                  <a:pt x="907065" y="156706"/>
                  <a:pt x="905223" y="152937"/>
                  <a:pt x="904074" y="148376"/>
                </a:cubicBezTo>
                <a:cubicBezTo>
                  <a:pt x="902925" y="143812"/>
                  <a:pt x="902350" y="138436"/>
                  <a:pt x="902350" y="132248"/>
                </a:cubicBezTo>
                <a:lnTo>
                  <a:pt x="902350" y="69653"/>
                </a:lnTo>
                <a:lnTo>
                  <a:pt x="887374" y="69653"/>
                </a:lnTo>
                <a:cubicBezTo>
                  <a:pt x="886185" y="69653"/>
                  <a:pt x="885234" y="69015"/>
                  <a:pt x="884521" y="67740"/>
                </a:cubicBezTo>
                <a:cubicBezTo>
                  <a:pt x="883808" y="66462"/>
                  <a:pt x="883451" y="64386"/>
                  <a:pt x="883451" y="61511"/>
                </a:cubicBezTo>
                <a:cubicBezTo>
                  <a:pt x="883451" y="59995"/>
                  <a:pt x="883550" y="58719"/>
                  <a:pt x="883749" y="57681"/>
                </a:cubicBezTo>
                <a:cubicBezTo>
                  <a:pt x="883947" y="56643"/>
                  <a:pt x="884204" y="55785"/>
                  <a:pt x="884521" y="55107"/>
                </a:cubicBezTo>
                <a:cubicBezTo>
                  <a:pt x="884838" y="54428"/>
                  <a:pt x="885254" y="53949"/>
                  <a:pt x="885769" y="53669"/>
                </a:cubicBezTo>
                <a:cubicBezTo>
                  <a:pt x="886284" y="53390"/>
                  <a:pt x="886859" y="53250"/>
                  <a:pt x="887493" y="53250"/>
                </a:cubicBezTo>
                <a:lnTo>
                  <a:pt x="902350" y="53250"/>
                </a:lnTo>
                <a:lnTo>
                  <a:pt x="902350" y="27813"/>
                </a:lnTo>
                <a:cubicBezTo>
                  <a:pt x="902350" y="27259"/>
                  <a:pt x="902489" y="26744"/>
                  <a:pt x="902766" y="26268"/>
                </a:cubicBezTo>
                <a:cubicBezTo>
                  <a:pt x="903044" y="25793"/>
                  <a:pt x="903559" y="25377"/>
                  <a:pt x="904312" y="25020"/>
                </a:cubicBezTo>
                <a:cubicBezTo>
                  <a:pt x="905064" y="24664"/>
                  <a:pt x="906075" y="24406"/>
                  <a:pt x="907342" y="24248"/>
                </a:cubicBezTo>
                <a:cubicBezTo>
                  <a:pt x="908610" y="24089"/>
                  <a:pt x="910195" y="24010"/>
                  <a:pt x="912097" y="24010"/>
                </a:cubicBezTo>
                <a:cubicBezTo>
                  <a:pt x="914078" y="24010"/>
                  <a:pt x="915702" y="24089"/>
                  <a:pt x="916970" y="24248"/>
                </a:cubicBezTo>
                <a:cubicBezTo>
                  <a:pt x="918238" y="24406"/>
                  <a:pt x="919229" y="24664"/>
                  <a:pt x="919942" y="25020"/>
                </a:cubicBezTo>
                <a:cubicBezTo>
                  <a:pt x="920655" y="25377"/>
                  <a:pt x="921170" y="25793"/>
                  <a:pt x="921487" y="26268"/>
                </a:cubicBezTo>
                <a:cubicBezTo>
                  <a:pt x="921804" y="26744"/>
                  <a:pt x="921962" y="27259"/>
                  <a:pt x="921962" y="27813"/>
                </a:cubicBezTo>
                <a:lnTo>
                  <a:pt x="921962" y="53250"/>
                </a:lnTo>
                <a:lnTo>
                  <a:pt x="949419" y="53250"/>
                </a:lnTo>
                <a:cubicBezTo>
                  <a:pt x="950053" y="53250"/>
                  <a:pt x="950608" y="53390"/>
                  <a:pt x="951083" y="53669"/>
                </a:cubicBezTo>
                <a:cubicBezTo>
                  <a:pt x="951559" y="53949"/>
                  <a:pt x="951975" y="54428"/>
                  <a:pt x="952331" y="55107"/>
                </a:cubicBezTo>
                <a:cubicBezTo>
                  <a:pt x="952688" y="55785"/>
                  <a:pt x="952946" y="56643"/>
                  <a:pt x="953104" y="57681"/>
                </a:cubicBezTo>
                <a:cubicBezTo>
                  <a:pt x="953262" y="58719"/>
                  <a:pt x="953342" y="59995"/>
                  <a:pt x="953342" y="61511"/>
                </a:cubicBezTo>
                <a:cubicBezTo>
                  <a:pt x="953342" y="64386"/>
                  <a:pt x="952985" y="66462"/>
                  <a:pt x="952272" y="67740"/>
                </a:cubicBezTo>
                <a:cubicBezTo>
                  <a:pt x="951559" y="69015"/>
                  <a:pt x="950608" y="69653"/>
                  <a:pt x="949419" y="69653"/>
                </a:cubicBezTo>
                <a:lnTo>
                  <a:pt x="921962" y="69653"/>
                </a:lnTo>
                <a:lnTo>
                  <a:pt x="921962" y="129321"/>
                </a:lnTo>
                <a:cubicBezTo>
                  <a:pt x="921962" y="136690"/>
                  <a:pt x="923052" y="142257"/>
                  <a:pt x="925231" y="146021"/>
                </a:cubicBezTo>
                <a:cubicBezTo>
                  <a:pt x="927410" y="149785"/>
                  <a:pt x="931313" y="151667"/>
                  <a:pt x="936939" y="151667"/>
                </a:cubicBezTo>
                <a:cubicBezTo>
                  <a:pt x="938761" y="151667"/>
                  <a:pt x="940386" y="151488"/>
                  <a:pt x="941812" y="151132"/>
                </a:cubicBezTo>
                <a:cubicBezTo>
                  <a:pt x="943239" y="150775"/>
                  <a:pt x="944506" y="150399"/>
                  <a:pt x="945616" y="150003"/>
                </a:cubicBezTo>
                <a:cubicBezTo>
                  <a:pt x="946725" y="149606"/>
                  <a:pt x="947676" y="149230"/>
                  <a:pt x="948468" y="148873"/>
                </a:cubicBezTo>
                <a:cubicBezTo>
                  <a:pt x="949261" y="148517"/>
                  <a:pt x="949974" y="148339"/>
                  <a:pt x="950608" y="148339"/>
                </a:cubicBezTo>
                <a:cubicBezTo>
                  <a:pt x="951004" y="148339"/>
                  <a:pt x="951381" y="148438"/>
                  <a:pt x="951737" y="148636"/>
                </a:cubicBezTo>
                <a:cubicBezTo>
                  <a:pt x="952094" y="148834"/>
                  <a:pt x="952371" y="149210"/>
                  <a:pt x="952569" y="149765"/>
                </a:cubicBezTo>
                <a:cubicBezTo>
                  <a:pt x="952767" y="150320"/>
                  <a:pt x="952946" y="151075"/>
                  <a:pt x="953104" y="152031"/>
                </a:cubicBezTo>
                <a:cubicBezTo>
                  <a:pt x="953262" y="152984"/>
                  <a:pt x="953342" y="154179"/>
                  <a:pt x="953342" y="155615"/>
                </a:cubicBezTo>
                <a:close/>
                <a:moveTo>
                  <a:pt x="998978" y="163434"/>
                </a:moveTo>
                <a:cubicBezTo>
                  <a:pt x="998978" y="164068"/>
                  <a:pt x="998819" y="164603"/>
                  <a:pt x="998502" y="165039"/>
                </a:cubicBezTo>
                <a:cubicBezTo>
                  <a:pt x="998185" y="165474"/>
                  <a:pt x="997670" y="165851"/>
                  <a:pt x="996957" y="166168"/>
                </a:cubicBezTo>
                <a:cubicBezTo>
                  <a:pt x="996244" y="166485"/>
                  <a:pt x="995253" y="166722"/>
                  <a:pt x="993985" y="166881"/>
                </a:cubicBezTo>
                <a:cubicBezTo>
                  <a:pt x="992718" y="167039"/>
                  <a:pt x="991093" y="167119"/>
                  <a:pt x="989112" y="167119"/>
                </a:cubicBezTo>
                <a:cubicBezTo>
                  <a:pt x="987210" y="167119"/>
                  <a:pt x="985626" y="167039"/>
                  <a:pt x="984358" y="166881"/>
                </a:cubicBezTo>
                <a:cubicBezTo>
                  <a:pt x="983090" y="166722"/>
                  <a:pt x="982080" y="166485"/>
                  <a:pt x="981327" y="166168"/>
                </a:cubicBezTo>
                <a:cubicBezTo>
                  <a:pt x="980574" y="165851"/>
                  <a:pt x="980059" y="165474"/>
                  <a:pt x="979782" y="165039"/>
                </a:cubicBezTo>
                <a:cubicBezTo>
                  <a:pt x="979504" y="164603"/>
                  <a:pt x="979366" y="164068"/>
                  <a:pt x="979366" y="163434"/>
                </a:cubicBezTo>
                <a:lnTo>
                  <a:pt x="979366" y="56459"/>
                </a:lnTo>
                <a:cubicBezTo>
                  <a:pt x="979366" y="55904"/>
                  <a:pt x="979504" y="55389"/>
                  <a:pt x="979782" y="54914"/>
                </a:cubicBezTo>
                <a:cubicBezTo>
                  <a:pt x="980059" y="54438"/>
                  <a:pt x="980574" y="54042"/>
                  <a:pt x="981327" y="53725"/>
                </a:cubicBezTo>
                <a:cubicBezTo>
                  <a:pt x="982080" y="53408"/>
                  <a:pt x="983090" y="53171"/>
                  <a:pt x="984358" y="53012"/>
                </a:cubicBezTo>
                <a:cubicBezTo>
                  <a:pt x="985626" y="52854"/>
                  <a:pt x="987210" y="52774"/>
                  <a:pt x="989112" y="52774"/>
                </a:cubicBezTo>
                <a:cubicBezTo>
                  <a:pt x="991093" y="52774"/>
                  <a:pt x="992718" y="52854"/>
                  <a:pt x="993985" y="53012"/>
                </a:cubicBezTo>
                <a:cubicBezTo>
                  <a:pt x="995253" y="53171"/>
                  <a:pt x="996244" y="53408"/>
                  <a:pt x="996957" y="53725"/>
                </a:cubicBezTo>
                <a:cubicBezTo>
                  <a:pt x="997670" y="54042"/>
                  <a:pt x="998185" y="54438"/>
                  <a:pt x="998502" y="54914"/>
                </a:cubicBezTo>
                <a:cubicBezTo>
                  <a:pt x="998819" y="55389"/>
                  <a:pt x="998978" y="55904"/>
                  <a:pt x="998978" y="56459"/>
                </a:cubicBezTo>
                <a:lnTo>
                  <a:pt x="998978" y="163434"/>
                </a:lnTo>
                <a:moveTo>
                  <a:pt x="1001236" y="20206"/>
                </a:moveTo>
                <a:cubicBezTo>
                  <a:pt x="1001236" y="24802"/>
                  <a:pt x="1000364" y="27932"/>
                  <a:pt x="998621" y="29596"/>
                </a:cubicBezTo>
                <a:cubicBezTo>
                  <a:pt x="996878" y="31260"/>
                  <a:pt x="993668" y="32092"/>
                  <a:pt x="988993" y="32092"/>
                </a:cubicBezTo>
                <a:cubicBezTo>
                  <a:pt x="984397" y="32092"/>
                  <a:pt x="981247" y="31280"/>
                  <a:pt x="979544" y="29656"/>
                </a:cubicBezTo>
                <a:cubicBezTo>
                  <a:pt x="977840" y="28031"/>
                  <a:pt x="976988" y="24961"/>
                  <a:pt x="976988" y="20444"/>
                </a:cubicBezTo>
                <a:cubicBezTo>
                  <a:pt x="976988" y="15848"/>
                  <a:pt x="977860" y="12718"/>
                  <a:pt x="979603" y="11054"/>
                </a:cubicBezTo>
                <a:cubicBezTo>
                  <a:pt x="981347" y="9390"/>
                  <a:pt x="984556" y="8558"/>
                  <a:pt x="989231" y="8558"/>
                </a:cubicBezTo>
                <a:cubicBezTo>
                  <a:pt x="993827" y="8558"/>
                  <a:pt x="996977" y="9370"/>
                  <a:pt x="998680" y="10995"/>
                </a:cubicBezTo>
                <a:cubicBezTo>
                  <a:pt x="1000384" y="12619"/>
                  <a:pt x="1001236" y="15690"/>
                  <a:pt x="1001236" y="20206"/>
                </a:cubicBezTo>
                <a:close/>
                <a:moveTo>
                  <a:pt x="1134558" y="108817"/>
                </a:moveTo>
                <a:cubicBezTo>
                  <a:pt x="1134558" y="117541"/>
                  <a:pt x="1133409" y="125572"/>
                  <a:pt x="1131111" y="132909"/>
                </a:cubicBezTo>
                <a:cubicBezTo>
                  <a:pt x="1128813" y="140246"/>
                  <a:pt x="1125386" y="146573"/>
                  <a:pt x="1120830" y="151890"/>
                </a:cubicBezTo>
                <a:cubicBezTo>
                  <a:pt x="1116273" y="157204"/>
                  <a:pt x="1110568" y="161348"/>
                  <a:pt x="1103714" y="164322"/>
                </a:cubicBezTo>
                <a:cubicBezTo>
                  <a:pt x="1096859" y="167296"/>
                  <a:pt x="1088915" y="168783"/>
                  <a:pt x="1079882" y="168783"/>
                </a:cubicBezTo>
                <a:cubicBezTo>
                  <a:pt x="1071086" y="168783"/>
                  <a:pt x="1063420" y="167474"/>
                  <a:pt x="1056882" y="164857"/>
                </a:cubicBezTo>
                <a:cubicBezTo>
                  <a:pt x="1050345" y="162239"/>
                  <a:pt x="1044897" y="158432"/>
                  <a:pt x="1040539" y="153435"/>
                </a:cubicBezTo>
                <a:cubicBezTo>
                  <a:pt x="1036181" y="148438"/>
                  <a:pt x="1032932" y="142370"/>
                  <a:pt x="1030792" y="135230"/>
                </a:cubicBezTo>
                <a:cubicBezTo>
                  <a:pt x="1028653" y="128091"/>
                  <a:pt x="1027583" y="120000"/>
                  <a:pt x="1027583" y="110957"/>
                </a:cubicBezTo>
                <a:cubicBezTo>
                  <a:pt x="1027583" y="102233"/>
                  <a:pt x="1028712" y="94202"/>
                  <a:pt x="1030971" y="86865"/>
                </a:cubicBezTo>
                <a:cubicBezTo>
                  <a:pt x="1033229" y="79528"/>
                  <a:pt x="1036636" y="73202"/>
                  <a:pt x="1041193" y="67888"/>
                </a:cubicBezTo>
                <a:cubicBezTo>
                  <a:pt x="1045749" y="62572"/>
                  <a:pt x="1051435" y="58446"/>
                  <a:pt x="1058249" y="55512"/>
                </a:cubicBezTo>
                <a:cubicBezTo>
                  <a:pt x="1065064" y="52577"/>
                  <a:pt x="1073028" y="51110"/>
                  <a:pt x="1082140" y="51110"/>
                </a:cubicBezTo>
                <a:cubicBezTo>
                  <a:pt x="1090936" y="51110"/>
                  <a:pt x="1098603" y="52419"/>
                  <a:pt x="1105140" y="55036"/>
                </a:cubicBezTo>
                <a:cubicBezTo>
                  <a:pt x="1111677" y="57654"/>
                  <a:pt x="1117125" y="61461"/>
                  <a:pt x="1121483" y="66458"/>
                </a:cubicBezTo>
                <a:cubicBezTo>
                  <a:pt x="1125842" y="71455"/>
                  <a:pt x="1129110" y="77523"/>
                  <a:pt x="1131289" y="84662"/>
                </a:cubicBezTo>
                <a:cubicBezTo>
                  <a:pt x="1133468" y="91802"/>
                  <a:pt x="1134558" y="99853"/>
                  <a:pt x="1134558" y="108817"/>
                </a:cubicBezTo>
                <a:moveTo>
                  <a:pt x="1113876" y="110065"/>
                </a:moveTo>
                <a:cubicBezTo>
                  <a:pt x="1113876" y="104281"/>
                  <a:pt x="1113341" y="98813"/>
                  <a:pt x="1112272" y="93663"/>
                </a:cubicBezTo>
                <a:cubicBezTo>
                  <a:pt x="1111202" y="88512"/>
                  <a:pt x="1109439" y="83995"/>
                  <a:pt x="1106982" y="80112"/>
                </a:cubicBezTo>
                <a:cubicBezTo>
                  <a:pt x="1104526" y="76230"/>
                  <a:pt x="1101198" y="73159"/>
                  <a:pt x="1096998" y="70901"/>
                </a:cubicBezTo>
                <a:cubicBezTo>
                  <a:pt x="1092798" y="68642"/>
                  <a:pt x="1087568" y="67513"/>
                  <a:pt x="1081308" y="67513"/>
                </a:cubicBezTo>
                <a:cubicBezTo>
                  <a:pt x="1075524" y="67513"/>
                  <a:pt x="1070551" y="68543"/>
                  <a:pt x="1066391" y="70603"/>
                </a:cubicBezTo>
                <a:cubicBezTo>
                  <a:pt x="1062231" y="72664"/>
                  <a:pt x="1058804" y="75576"/>
                  <a:pt x="1056110" y="79340"/>
                </a:cubicBezTo>
                <a:cubicBezTo>
                  <a:pt x="1053416" y="83104"/>
                  <a:pt x="1051415" y="87561"/>
                  <a:pt x="1050107" y="92712"/>
                </a:cubicBezTo>
                <a:cubicBezTo>
                  <a:pt x="1048800" y="97862"/>
                  <a:pt x="1048146" y="103488"/>
                  <a:pt x="1048146" y="109590"/>
                </a:cubicBezTo>
                <a:cubicBezTo>
                  <a:pt x="1048146" y="115454"/>
                  <a:pt x="1048681" y="120961"/>
                  <a:pt x="1049751" y="126112"/>
                </a:cubicBezTo>
                <a:cubicBezTo>
                  <a:pt x="1050820" y="131262"/>
                  <a:pt x="1052603" y="135759"/>
                  <a:pt x="1055099" y="139602"/>
                </a:cubicBezTo>
                <a:cubicBezTo>
                  <a:pt x="1057596" y="143445"/>
                  <a:pt x="1060943" y="146496"/>
                  <a:pt x="1065143" y="148755"/>
                </a:cubicBezTo>
                <a:cubicBezTo>
                  <a:pt x="1069343" y="151013"/>
                  <a:pt x="1074573" y="152142"/>
                  <a:pt x="1080833" y="152142"/>
                </a:cubicBezTo>
                <a:cubicBezTo>
                  <a:pt x="1086538" y="152142"/>
                  <a:pt x="1091491" y="151112"/>
                  <a:pt x="1095690" y="149052"/>
                </a:cubicBezTo>
                <a:cubicBezTo>
                  <a:pt x="1099890" y="146992"/>
                  <a:pt x="1103337" y="144099"/>
                  <a:pt x="1106031" y="140375"/>
                </a:cubicBezTo>
                <a:cubicBezTo>
                  <a:pt x="1108726" y="136651"/>
                  <a:pt x="1110707" y="132213"/>
                  <a:pt x="1111974" y="127062"/>
                </a:cubicBezTo>
                <a:cubicBezTo>
                  <a:pt x="1113242" y="121912"/>
                  <a:pt x="1113876" y="116246"/>
                  <a:pt x="1113876" y="110065"/>
                </a:cubicBezTo>
                <a:close/>
                <a:moveTo>
                  <a:pt x="1256152" y="163434"/>
                </a:moveTo>
                <a:cubicBezTo>
                  <a:pt x="1256152" y="164068"/>
                  <a:pt x="1255993" y="164603"/>
                  <a:pt x="1255676" y="165039"/>
                </a:cubicBezTo>
                <a:cubicBezTo>
                  <a:pt x="1255360" y="165474"/>
                  <a:pt x="1254844" y="165851"/>
                  <a:pt x="1254131" y="166168"/>
                </a:cubicBezTo>
                <a:cubicBezTo>
                  <a:pt x="1253418" y="166485"/>
                  <a:pt x="1252428" y="166722"/>
                  <a:pt x="1251160" y="166881"/>
                </a:cubicBezTo>
                <a:cubicBezTo>
                  <a:pt x="1249892" y="167039"/>
                  <a:pt x="1248307" y="167119"/>
                  <a:pt x="1246405" y="167119"/>
                </a:cubicBezTo>
                <a:cubicBezTo>
                  <a:pt x="1244424" y="167119"/>
                  <a:pt x="1242800" y="167039"/>
                  <a:pt x="1241532" y="166881"/>
                </a:cubicBezTo>
                <a:cubicBezTo>
                  <a:pt x="1240264" y="166722"/>
                  <a:pt x="1239274" y="166485"/>
                  <a:pt x="1238560" y="166168"/>
                </a:cubicBezTo>
                <a:cubicBezTo>
                  <a:pt x="1237847" y="165851"/>
                  <a:pt x="1237332" y="165476"/>
                  <a:pt x="1237015" y="165042"/>
                </a:cubicBezTo>
                <a:cubicBezTo>
                  <a:pt x="1236698" y="164606"/>
                  <a:pt x="1236540" y="164072"/>
                  <a:pt x="1236540" y="163438"/>
                </a:cubicBezTo>
                <a:lnTo>
                  <a:pt x="1236540" y="100872"/>
                </a:lnTo>
                <a:cubicBezTo>
                  <a:pt x="1236540" y="94778"/>
                  <a:pt x="1236064" y="89871"/>
                  <a:pt x="1235114" y="86152"/>
                </a:cubicBezTo>
                <a:cubicBezTo>
                  <a:pt x="1234163" y="82433"/>
                  <a:pt x="1232776" y="79228"/>
                  <a:pt x="1230953" y="76539"/>
                </a:cubicBezTo>
                <a:cubicBezTo>
                  <a:pt x="1229131" y="73847"/>
                  <a:pt x="1226773" y="71790"/>
                  <a:pt x="1223881" y="70366"/>
                </a:cubicBezTo>
                <a:cubicBezTo>
                  <a:pt x="1220989" y="68939"/>
                  <a:pt x="1217641" y="68226"/>
                  <a:pt x="1213837" y="68226"/>
                </a:cubicBezTo>
                <a:cubicBezTo>
                  <a:pt x="1208924" y="68226"/>
                  <a:pt x="1204012" y="69968"/>
                  <a:pt x="1199099" y="73452"/>
                </a:cubicBezTo>
                <a:cubicBezTo>
                  <a:pt x="1194186" y="76934"/>
                  <a:pt x="1189035" y="82038"/>
                  <a:pt x="1183647" y="88763"/>
                </a:cubicBezTo>
                <a:lnTo>
                  <a:pt x="1183647" y="163438"/>
                </a:lnTo>
                <a:cubicBezTo>
                  <a:pt x="1183647" y="164072"/>
                  <a:pt x="1183488" y="164606"/>
                  <a:pt x="1183171" y="165042"/>
                </a:cubicBezTo>
                <a:cubicBezTo>
                  <a:pt x="1182854" y="165476"/>
                  <a:pt x="1182339" y="165851"/>
                  <a:pt x="1181626" y="166168"/>
                </a:cubicBezTo>
                <a:cubicBezTo>
                  <a:pt x="1180913" y="166485"/>
                  <a:pt x="1179922" y="166722"/>
                  <a:pt x="1178655" y="166881"/>
                </a:cubicBezTo>
                <a:cubicBezTo>
                  <a:pt x="1177387" y="167039"/>
                  <a:pt x="1175762" y="167119"/>
                  <a:pt x="1173781" y="167119"/>
                </a:cubicBezTo>
                <a:cubicBezTo>
                  <a:pt x="1171879" y="167119"/>
                  <a:pt x="1170295" y="167039"/>
                  <a:pt x="1169027" y="166881"/>
                </a:cubicBezTo>
                <a:cubicBezTo>
                  <a:pt x="1167759" y="166722"/>
                  <a:pt x="1166749" y="166485"/>
                  <a:pt x="1165996" y="166168"/>
                </a:cubicBezTo>
                <a:cubicBezTo>
                  <a:pt x="1165243" y="165851"/>
                  <a:pt x="1164728" y="165474"/>
                  <a:pt x="1164451" y="165039"/>
                </a:cubicBezTo>
                <a:cubicBezTo>
                  <a:pt x="1164173" y="164603"/>
                  <a:pt x="1164035" y="164068"/>
                  <a:pt x="1164035" y="163434"/>
                </a:cubicBezTo>
                <a:lnTo>
                  <a:pt x="1164035" y="56459"/>
                </a:lnTo>
                <a:cubicBezTo>
                  <a:pt x="1164035" y="55825"/>
                  <a:pt x="1164153" y="55290"/>
                  <a:pt x="1164391" y="54854"/>
                </a:cubicBezTo>
                <a:cubicBezTo>
                  <a:pt x="1164629" y="54419"/>
                  <a:pt x="1165104" y="54022"/>
                  <a:pt x="1165818" y="53666"/>
                </a:cubicBezTo>
                <a:cubicBezTo>
                  <a:pt x="1166531" y="53309"/>
                  <a:pt x="1167442" y="53071"/>
                  <a:pt x="1168551" y="52953"/>
                </a:cubicBezTo>
                <a:cubicBezTo>
                  <a:pt x="1169661" y="52834"/>
                  <a:pt x="1171127" y="52774"/>
                  <a:pt x="1172949" y="52774"/>
                </a:cubicBezTo>
                <a:cubicBezTo>
                  <a:pt x="1174692" y="52774"/>
                  <a:pt x="1176139" y="52834"/>
                  <a:pt x="1177288" y="52953"/>
                </a:cubicBezTo>
                <a:cubicBezTo>
                  <a:pt x="1178437" y="53071"/>
                  <a:pt x="1179328" y="53309"/>
                  <a:pt x="1179962" y="53666"/>
                </a:cubicBezTo>
                <a:cubicBezTo>
                  <a:pt x="1180596" y="54022"/>
                  <a:pt x="1181052" y="54419"/>
                  <a:pt x="1181329" y="54854"/>
                </a:cubicBezTo>
                <a:cubicBezTo>
                  <a:pt x="1181606" y="55290"/>
                  <a:pt x="1181745" y="55825"/>
                  <a:pt x="1181745" y="56459"/>
                </a:cubicBezTo>
                <a:lnTo>
                  <a:pt x="1181745" y="70603"/>
                </a:lnTo>
                <a:cubicBezTo>
                  <a:pt x="1187767" y="63868"/>
                  <a:pt x="1193770" y="58935"/>
                  <a:pt x="1199752" y="55805"/>
                </a:cubicBezTo>
                <a:cubicBezTo>
                  <a:pt x="1205735" y="52675"/>
                  <a:pt x="1211777" y="51110"/>
                  <a:pt x="1217879" y="51110"/>
                </a:cubicBezTo>
                <a:cubicBezTo>
                  <a:pt x="1225010" y="51110"/>
                  <a:pt x="1231013" y="52319"/>
                  <a:pt x="1235886" y="54736"/>
                </a:cubicBezTo>
                <a:cubicBezTo>
                  <a:pt x="1240759" y="57152"/>
                  <a:pt x="1244702" y="60381"/>
                  <a:pt x="1247713" y="64423"/>
                </a:cubicBezTo>
                <a:cubicBezTo>
                  <a:pt x="1250724" y="68464"/>
                  <a:pt x="1252883" y="73199"/>
                  <a:pt x="1254191" y="78627"/>
                </a:cubicBezTo>
                <a:cubicBezTo>
                  <a:pt x="1255498" y="84055"/>
                  <a:pt x="1256152" y="90572"/>
                  <a:pt x="1256152" y="98179"/>
                </a:cubicBezTo>
                <a:lnTo>
                  <a:pt x="1256152" y="163434"/>
                </a:lnTo>
                <a:close/>
                <a:moveTo>
                  <a:pt x="1446664" y="108817"/>
                </a:moveTo>
                <a:cubicBezTo>
                  <a:pt x="1446664" y="117541"/>
                  <a:pt x="1445515" y="125572"/>
                  <a:pt x="1443217" y="132909"/>
                </a:cubicBezTo>
                <a:cubicBezTo>
                  <a:pt x="1440919" y="140246"/>
                  <a:pt x="1437492" y="146573"/>
                  <a:pt x="1432936" y="151890"/>
                </a:cubicBezTo>
                <a:cubicBezTo>
                  <a:pt x="1428379" y="157204"/>
                  <a:pt x="1422674" y="161348"/>
                  <a:pt x="1415820" y="164322"/>
                </a:cubicBezTo>
                <a:cubicBezTo>
                  <a:pt x="1408965" y="167296"/>
                  <a:pt x="1401022" y="168783"/>
                  <a:pt x="1391988" y="168783"/>
                </a:cubicBezTo>
                <a:cubicBezTo>
                  <a:pt x="1383192" y="168783"/>
                  <a:pt x="1375526" y="167474"/>
                  <a:pt x="1368989" y="164857"/>
                </a:cubicBezTo>
                <a:cubicBezTo>
                  <a:pt x="1362451" y="162239"/>
                  <a:pt x="1357003" y="158432"/>
                  <a:pt x="1352645" y="153435"/>
                </a:cubicBezTo>
                <a:cubicBezTo>
                  <a:pt x="1348287" y="148438"/>
                  <a:pt x="1345038" y="142370"/>
                  <a:pt x="1342899" y="135230"/>
                </a:cubicBezTo>
                <a:cubicBezTo>
                  <a:pt x="1340759" y="128091"/>
                  <a:pt x="1339689" y="120000"/>
                  <a:pt x="1339689" y="110957"/>
                </a:cubicBezTo>
                <a:cubicBezTo>
                  <a:pt x="1339689" y="102233"/>
                  <a:pt x="1340818" y="94202"/>
                  <a:pt x="1343077" y="86865"/>
                </a:cubicBezTo>
                <a:cubicBezTo>
                  <a:pt x="1345335" y="79528"/>
                  <a:pt x="1348743" y="73202"/>
                  <a:pt x="1353299" y="67888"/>
                </a:cubicBezTo>
                <a:cubicBezTo>
                  <a:pt x="1357855" y="62572"/>
                  <a:pt x="1363541" y="58446"/>
                  <a:pt x="1370355" y="55512"/>
                </a:cubicBezTo>
                <a:cubicBezTo>
                  <a:pt x="1377170" y="52577"/>
                  <a:pt x="1385134" y="51110"/>
                  <a:pt x="1394246" y="51110"/>
                </a:cubicBezTo>
                <a:cubicBezTo>
                  <a:pt x="1403042" y="51110"/>
                  <a:pt x="1410709" y="52419"/>
                  <a:pt x="1417246" y="55036"/>
                </a:cubicBezTo>
                <a:cubicBezTo>
                  <a:pt x="1423783" y="57654"/>
                  <a:pt x="1429231" y="61461"/>
                  <a:pt x="1433589" y="66458"/>
                </a:cubicBezTo>
                <a:cubicBezTo>
                  <a:pt x="1437948" y="71455"/>
                  <a:pt x="1441216" y="77523"/>
                  <a:pt x="1443396" y="84662"/>
                </a:cubicBezTo>
                <a:cubicBezTo>
                  <a:pt x="1445575" y="91802"/>
                  <a:pt x="1446664" y="99853"/>
                  <a:pt x="1446664" y="108817"/>
                </a:cubicBezTo>
                <a:moveTo>
                  <a:pt x="1425982" y="110065"/>
                </a:moveTo>
                <a:cubicBezTo>
                  <a:pt x="1425982" y="104281"/>
                  <a:pt x="1425447" y="98813"/>
                  <a:pt x="1424378" y="93663"/>
                </a:cubicBezTo>
                <a:cubicBezTo>
                  <a:pt x="1423308" y="88512"/>
                  <a:pt x="1421545" y="83995"/>
                  <a:pt x="1419088" y="80112"/>
                </a:cubicBezTo>
                <a:cubicBezTo>
                  <a:pt x="1416632" y="76230"/>
                  <a:pt x="1413304" y="73159"/>
                  <a:pt x="1409104" y="70901"/>
                </a:cubicBezTo>
                <a:cubicBezTo>
                  <a:pt x="1404904" y="68642"/>
                  <a:pt x="1399674" y="67513"/>
                  <a:pt x="1393414" y="67513"/>
                </a:cubicBezTo>
                <a:cubicBezTo>
                  <a:pt x="1387630" y="67513"/>
                  <a:pt x="1382658" y="68543"/>
                  <a:pt x="1378497" y="70603"/>
                </a:cubicBezTo>
                <a:cubicBezTo>
                  <a:pt x="1374337" y="72664"/>
                  <a:pt x="1370910" y="75576"/>
                  <a:pt x="1368216" y="79340"/>
                </a:cubicBezTo>
                <a:cubicBezTo>
                  <a:pt x="1365522" y="83104"/>
                  <a:pt x="1363521" y="87561"/>
                  <a:pt x="1362213" y="92712"/>
                </a:cubicBezTo>
                <a:cubicBezTo>
                  <a:pt x="1360906" y="97862"/>
                  <a:pt x="1360252" y="103488"/>
                  <a:pt x="1360252" y="109590"/>
                </a:cubicBezTo>
                <a:cubicBezTo>
                  <a:pt x="1360252" y="115454"/>
                  <a:pt x="1360787" y="120961"/>
                  <a:pt x="1361857" y="126112"/>
                </a:cubicBezTo>
                <a:cubicBezTo>
                  <a:pt x="1362927" y="131262"/>
                  <a:pt x="1364710" y="135759"/>
                  <a:pt x="1367206" y="139602"/>
                </a:cubicBezTo>
                <a:cubicBezTo>
                  <a:pt x="1369702" y="143445"/>
                  <a:pt x="1373050" y="146496"/>
                  <a:pt x="1377249" y="148755"/>
                </a:cubicBezTo>
                <a:cubicBezTo>
                  <a:pt x="1381449" y="151013"/>
                  <a:pt x="1386679" y="152142"/>
                  <a:pt x="1392939" y="152142"/>
                </a:cubicBezTo>
                <a:cubicBezTo>
                  <a:pt x="1398644" y="152142"/>
                  <a:pt x="1403597" y="151112"/>
                  <a:pt x="1407797" y="149052"/>
                </a:cubicBezTo>
                <a:cubicBezTo>
                  <a:pt x="1411996" y="146992"/>
                  <a:pt x="1415443" y="144099"/>
                  <a:pt x="1418138" y="140375"/>
                </a:cubicBezTo>
                <a:cubicBezTo>
                  <a:pt x="1420832" y="136651"/>
                  <a:pt x="1422813" y="132213"/>
                  <a:pt x="1424081" y="127062"/>
                </a:cubicBezTo>
                <a:cubicBezTo>
                  <a:pt x="1425348" y="121912"/>
                  <a:pt x="1425982" y="116246"/>
                  <a:pt x="1425982" y="110065"/>
                </a:cubicBezTo>
                <a:close/>
                <a:moveTo>
                  <a:pt x="1574558" y="108580"/>
                </a:moveTo>
                <a:cubicBezTo>
                  <a:pt x="1574558" y="117858"/>
                  <a:pt x="1573548" y="126206"/>
                  <a:pt x="1571527" y="133622"/>
                </a:cubicBezTo>
                <a:cubicBezTo>
                  <a:pt x="1569507" y="141039"/>
                  <a:pt x="1566535" y="147365"/>
                  <a:pt x="1562613" y="152603"/>
                </a:cubicBezTo>
                <a:cubicBezTo>
                  <a:pt x="1558690" y="157838"/>
                  <a:pt x="1553876" y="161843"/>
                  <a:pt x="1548171" y="164619"/>
                </a:cubicBezTo>
                <a:cubicBezTo>
                  <a:pt x="1542466" y="167395"/>
                  <a:pt x="1535928" y="168783"/>
                  <a:pt x="1528559" y="168783"/>
                </a:cubicBezTo>
                <a:cubicBezTo>
                  <a:pt x="1525152" y="168783"/>
                  <a:pt x="1522002" y="168445"/>
                  <a:pt x="1519110" y="167769"/>
                </a:cubicBezTo>
                <a:cubicBezTo>
                  <a:pt x="1516217" y="167095"/>
                  <a:pt x="1513384" y="166006"/>
                  <a:pt x="1510611" y="164500"/>
                </a:cubicBezTo>
                <a:cubicBezTo>
                  <a:pt x="1507838" y="162992"/>
                  <a:pt x="1505064" y="161088"/>
                  <a:pt x="1502291" y="158787"/>
                </a:cubicBezTo>
                <a:cubicBezTo>
                  <a:pt x="1499517" y="156487"/>
                  <a:pt x="1496585" y="153711"/>
                  <a:pt x="1493495" y="150460"/>
                </a:cubicBezTo>
                <a:lnTo>
                  <a:pt x="1493495" y="163456"/>
                </a:lnTo>
                <a:cubicBezTo>
                  <a:pt x="1493495" y="164085"/>
                  <a:pt x="1493337" y="164636"/>
                  <a:pt x="1493020" y="165109"/>
                </a:cubicBezTo>
                <a:cubicBezTo>
                  <a:pt x="1492703" y="165582"/>
                  <a:pt x="1492188" y="165957"/>
                  <a:pt x="1491474" y="166235"/>
                </a:cubicBezTo>
                <a:cubicBezTo>
                  <a:pt x="1490761" y="166509"/>
                  <a:pt x="1489870" y="166725"/>
                  <a:pt x="1488800" y="166881"/>
                </a:cubicBezTo>
                <a:cubicBezTo>
                  <a:pt x="1487730" y="167039"/>
                  <a:pt x="1486363" y="167119"/>
                  <a:pt x="1484699" y="167119"/>
                </a:cubicBezTo>
                <a:cubicBezTo>
                  <a:pt x="1483115" y="167119"/>
                  <a:pt x="1481767" y="167039"/>
                  <a:pt x="1480658" y="166881"/>
                </a:cubicBezTo>
                <a:cubicBezTo>
                  <a:pt x="1479549" y="166722"/>
                  <a:pt x="1478637" y="166505"/>
                  <a:pt x="1477924" y="166227"/>
                </a:cubicBezTo>
                <a:cubicBezTo>
                  <a:pt x="1477211" y="165950"/>
                  <a:pt x="1476736" y="165573"/>
                  <a:pt x="1476498" y="165098"/>
                </a:cubicBezTo>
                <a:cubicBezTo>
                  <a:pt x="1476260" y="164620"/>
                  <a:pt x="1476141" y="164064"/>
                  <a:pt x="1476141" y="163430"/>
                </a:cubicBezTo>
                <a:lnTo>
                  <a:pt x="1476141" y="4520"/>
                </a:lnTo>
                <a:cubicBezTo>
                  <a:pt x="1476141" y="3887"/>
                  <a:pt x="1476280" y="3332"/>
                  <a:pt x="1476557" y="2856"/>
                </a:cubicBezTo>
                <a:cubicBezTo>
                  <a:pt x="1476835" y="2378"/>
                  <a:pt x="1477350" y="1981"/>
                  <a:pt x="1478103" y="1664"/>
                </a:cubicBezTo>
                <a:cubicBezTo>
                  <a:pt x="1478855" y="1347"/>
                  <a:pt x="1479866" y="1109"/>
                  <a:pt x="1481133" y="951"/>
                </a:cubicBezTo>
                <a:cubicBezTo>
                  <a:pt x="1482401" y="792"/>
                  <a:pt x="1483986" y="713"/>
                  <a:pt x="1485888" y="713"/>
                </a:cubicBezTo>
                <a:cubicBezTo>
                  <a:pt x="1487869" y="713"/>
                  <a:pt x="1489493" y="792"/>
                  <a:pt x="1490761" y="951"/>
                </a:cubicBezTo>
                <a:cubicBezTo>
                  <a:pt x="1492029" y="1109"/>
                  <a:pt x="1493020" y="1348"/>
                  <a:pt x="1493733" y="1668"/>
                </a:cubicBezTo>
                <a:cubicBezTo>
                  <a:pt x="1494446" y="1985"/>
                  <a:pt x="1494961" y="2382"/>
                  <a:pt x="1495278" y="2860"/>
                </a:cubicBezTo>
                <a:cubicBezTo>
                  <a:pt x="1495595" y="3336"/>
                  <a:pt x="1495753" y="3890"/>
                  <a:pt x="1495753" y="4524"/>
                </a:cubicBezTo>
                <a:lnTo>
                  <a:pt x="1495753" y="68720"/>
                </a:lnTo>
                <a:cubicBezTo>
                  <a:pt x="1498923" y="65469"/>
                  <a:pt x="1501994" y="62733"/>
                  <a:pt x="1504965" y="60511"/>
                </a:cubicBezTo>
                <a:cubicBezTo>
                  <a:pt x="1507937" y="58290"/>
                  <a:pt x="1510849" y="56486"/>
                  <a:pt x="1513701" y="55100"/>
                </a:cubicBezTo>
                <a:cubicBezTo>
                  <a:pt x="1516554" y="53710"/>
                  <a:pt x="1519407" y="52699"/>
                  <a:pt x="1522259" y="52065"/>
                </a:cubicBezTo>
                <a:cubicBezTo>
                  <a:pt x="1525112" y="51428"/>
                  <a:pt x="1528123" y="51110"/>
                  <a:pt x="1531293" y="51110"/>
                </a:cubicBezTo>
                <a:cubicBezTo>
                  <a:pt x="1539058" y="51110"/>
                  <a:pt x="1545695" y="52658"/>
                  <a:pt x="1551202" y="55753"/>
                </a:cubicBezTo>
                <a:cubicBezTo>
                  <a:pt x="1556709" y="58846"/>
                  <a:pt x="1561186" y="62990"/>
                  <a:pt x="1564633" y="68185"/>
                </a:cubicBezTo>
                <a:cubicBezTo>
                  <a:pt x="1568080" y="73381"/>
                  <a:pt x="1570596" y="79469"/>
                  <a:pt x="1572181" y="86449"/>
                </a:cubicBezTo>
                <a:cubicBezTo>
                  <a:pt x="1573766" y="93427"/>
                  <a:pt x="1574558" y="100804"/>
                  <a:pt x="1574558" y="108580"/>
                </a:cubicBezTo>
                <a:moveTo>
                  <a:pt x="1553876" y="110838"/>
                </a:moveTo>
                <a:cubicBezTo>
                  <a:pt x="1553876" y="105363"/>
                  <a:pt x="1553460" y="100046"/>
                  <a:pt x="1552628" y="94888"/>
                </a:cubicBezTo>
                <a:cubicBezTo>
                  <a:pt x="1551796" y="89730"/>
                  <a:pt x="1550350" y="85168"/>
                  <a:pt x="1548290" y="81201"/>
                </a:cubicBezTo>
                <a:cubicBezTo>
                  <a:pt x="1546230" y="77234"/>
                  <a:pt x="1543496" y="74041"/>
                  <a:pt x="1540089" y="71621"/>
                </a:cubicBezTo>
                <a:cubicBezTo>
                  <a:pt x="1536681" y="69199"/>
                  <a:pt x="1532442" y="67989"/>
                  <a:pt x="1527370" y="67989"/>
                </a:cubicBezTo>
                <a:cubicBezTo>
                  <a:pt x="1524835" y="67989"/>
                  <a:pt x="1522339" y="68346"/>
                  <a:pt x="1519882" y="69062"/>
                </a:cubicBezTo>
                <a:cubicBezTo>
                  <a:pt x="1517426" y="69775"/>
                  <a:pt x="1514930" y="70965"/>
                  <a:pt x="1512394" y="72632"/>
                </a:cubicBezTo>
                <a:cubicBezTo>
                  <a:pt x="1509858" y="74298"/>
                  <a:pt x="1507223" y="76441"/>
                  <a:pt x="1504490" y="79061"/>
                </a:cubicBezTo>
                <a:cubicBezTo>
                  <a:pt x="1501756" y="81681"/>
                  <a:pt x="1498844" y="84976"/>
                  <a:pt x="1495753" y="88945"/>
                </a:cubicBezTo>
                <a:lnTo>
                  <a:pt x="1495753" y="131661"/>
                </a:lnTo>
                <a:cubicBezTo>
                  <a:pt x="1501142" y="138250"/>
                  <a:pt x="1506292" y="143272"/>
                  <a:pt x="1511205" y="146727"/>
                </a:cubicBezTo>
                <a:cubicBezTo>
                  <a:pt x="1516118" y="150178"/>
                  <a:pt x="1521229" y="151904"/>
                  <a:pt x="1526538" y="151904"/>
                </a:cubicBezTo>
                <a:cubicBezTo>
                  <a:pt x="1531451" y="151904"/>
                  <a:pt x="1535651" y="150715"/>
                  <a:pt x="1539138" y="148335"/>
                </a:cubicBezTo>
                <a:cubicBezTo>
                  <a:pt x="1542624" y="145953"/>
                  <a:pt x="1545457" y="142798"/>
                  <a:pt x="1547636" y="138871"/>
                </a:cubicBezTo>
                <a:cubicBezTo>
                  <a:pt x="1549815" y="134943"/>
                  <a:pt x="1551400" y="130539"/>
                  <a:pt x="1552391" y="125658"/>
                </a:cubicBezTo>
                <a:cubicBezTo>
                  <a:pt x="1553381" y="120778"/>
                  <a:pt x="1553876" y="115838"/>
                  <a:pt x="1553876" y="110838"/>
                </a:cubicBezTo>
                <a:close/>
                <a:moveTo>
                  <a:pt x="1626212" y="168188"/>
                </a:moveTo>
                <a:cubicBezTo>
                  <a:pt x="1626212" y="176135"/>
                  <a:pt x="1625617" y="182551"/>
                  <a:pt x="1624429" y="187436"/>
                </a:cubicBezTo>
                <a:cubicBezTo>
                  <a:pt x="1623240" y="192325"/>
                  <a:pt x="1621378" y="196438"/>
                  <a:pt x="1618842" y="199776"/>
                </a:cubicBezTo>
                <a:cubicBezTo>
                  <a:pt x="1616306" y="203114"/>
                  <a:pt x="1613058" y="205637"/>
                  <a:pt x="1609096" y="207346"/>
                </a:cubicBezTo>
                <a:cubicBezTo>
                  <a:pt x="1605133" y="209054"/>
                  <a:pt x="1600339" y="209909"/>
                  <a:pt x="1594713" y="209909"/>
                </a:cubicBezTo>
                <a:cubicBezTo>
                  <a:pt x="1592178" y="209909"/>
                  <a:pt x="1590018" y="209749"/>
                  <a:pt x="1588235" y="209429"/>
                </a:cubicBezTo>
                <a:cubicBezTo>
                  <a:pt x="1586452" y="209110"/>
                  <a:pt x="1585086" y="208751"/>
                  <a:pt x="1584135" y="208352"/>
                </a:cubicBezTo>
                <a:cubicBezTo>
                  <a:pt x="1583184" y="207954"/>
                  <a:pt x="1582530" y="207494"/>
                  <a:pt x="1582173" y="206974"/>
                </a:cubicBezTo>
                <a:cubicBezTo>
                  <a:pt x="1581817" y="206457"/>
                  <a:pt x="1581559" y="205859"/>
                  <a:pt x="1581401" y="205180"/>
                </a:cubicBezTo>
                <a:cubicBezTo>
                  <a:pt x="1581242" y="204502"/>
                  <a:pt x="1581143" y="203803"/>
                  <a:pt x="1581104" y="203085"/>
                </a:cubicBezTo>
                <a:cubicBezTo>
                  <a:pt x="1581064" y="202367"/>
                  <a:pt x="1581044" y="201489"/>
                  <a:pt x="1581044" y="200452"/>
                </a:cubicBezTo>
                <a:cubicBezTo>
                  <a:pt x="1581044" y="199015"/>
                  <a:pt x="1581104" y="197779"/>
                  <a:pt x="1581223" y="196741"/>
                </a:cubicBezTo>
                <a:cubicBezTo>
                  <a:pt x="1581341" y="195703"/>
                  <a:pt x="1581540" y="194865"/>
                  <a:pt x="1581817" y="194226"/>
                </a:cubicBezTo>
                <a:cubicBezTo>
                  <a:pt x="1582094" y="193588"/>
                  <a:pt x="1582411" y="193129"/>
                  <a:pt x="1582768" y="192852"/>
                </a:cubicBezTo>
                <a:cubicBezTo>
                  <a:pt x="1583124" y="192575"/>
                  <a:pt x="1583580" y="192436"/>
                  <a:pt x="1584135" y="192436"/>
                </a:cubicBezTo>
                <a:cubicBezTo>
                  <a:pt x="1584610" y="192436"/>
                  <a:pt x="1585541" y="192535"/>
                  <a:pt x="1586928" y="192733"/>
                </a:cubicBezTo>
                <a:cubicBezTo>
                  <a:pt x="1588315" y="192931"/>
                  <a:pt x="1589919" y="193030"/>
                  <a:pt x="1591742" y="193030"/>
                </a:cubicBezTo>
                <a:cubicBezTo>
                  <a:pt x="1594357" y="193030"/>
                  <a:pt x="1596595" y="192634"/>
                  <a:pt x="1598457" y="191842"/>
                </a:cubicBezTo>
                <a:cubicBezTo>
                  <a:pt x="1600320" y="191049"/>
                  <a:pt x="1601845" y="189762"/>
                  <a:pt x="1603034" y="187979"/>
                </a:cubicBezTo>
                <a:cubicBezTo>
                  <a:pt x="1604222" y="186196"/>
                  <a:pt x="1605094" y="183878"/>
                  <a:pt x="1605649" y="181025"/>
                </a:cubicBezTo>
                <a:cubicBezTo>
                  <a:pt x="1606203" y="178173"/>
                  <a:pt x="1606481" y="173854"/>
                  <a:pt x="1606481" y="168070"/>
                </a:cubicBezTo>
                <a:lnTo>
                  <a:pt x="1606481" y="56459"/>
                </a:lnTo>
                <a:cubicBezTo>
                  <a:pt x="1606481" y="55904"/>
                  <a:pt x="1606639" y="55389"/>
                  <a:pt x="1606956" y="54914"/>
                </a:cubicBezTo>
                <a:cubicBezTo>
                  <a:pt x="1607273" y="54438"/>
                  <a:pt x="1607808" y="54042"/>
                  <a:pt x="1608561" y="53725"/>
                </a:cubicBezTo>
                <a:cubicBezTo>
                  <a:pt x="1609313" y="53408"/>
                  <a:pt x="1610324" y="53171"/>
                  <a:pt x="1611592" y="53012"/>
                </a:cubicBezTo>
                <a:cubicBezTo>
                  <a:pt x="1612859" y="52854"/>
                  <a:pt x="1614444" y="52774"/>
                  <a:pt x="1616346" y="52774"/>
                </a:cubicBezTo>
                <a:cubicBezTo>
                  <a:pt x="1618248" y="52774"/>
                  <a:pt x="1619833" y="52854"/>
                  <a:pt x="1621100" y="53012"/>
                </a:cubicBezTo>
                <a:cubicBezTo>
                  <a:pt x="1622368" y="53171"/>
                  <a:pt x="1623379" y="53408"/>
                  <a:pt x="1624131" y="53725"/>
                </a:cubicBezTo>
                <a:cubicBezTo>
                  <a:pt x="1624884" y="54042"/>
                  <a:pt x="1625419" y="54438"/>
                  <a:pt x="1625736" y="54914"/>
                </a:cubicBezTo>
                <a:cubicBezTo>
                  <a:pt x="1626053" y="55389"/>
                  <a:pt x="1626212" y="55904"/>
                  <a:pt x="1626212" y="56459"/>
                </a:cubicBezTo>
                <a:lnTo>
                  <a:pt x="1626212" y="168188"/>
                </a:lnTo>
                <a:moveTo>
                  <a:pt x="1628470" y="20206"/>
                </a:moveTo>
                <a:cubicBezTo>
                  <a:pt x="1628470" y="24802"/>
                  <a:pt x="1627598" y="27932"/>
                  <a:pt x="1625855" y="29596"/>
                </a:cubicBezTo>
                <a:cubicBezTo>
                  <a:pt x="1624112" y="31260"/>
                  <a:pt x="1620902" y="32092"/>
                  <a:pt x="1616227" y="32092"/>
                </a:cubicBezTo>
                <a:cubicBezTo>
                  <a:pt x="1611631" y="32092"/>
                  <a:pt x="1608501" y="31280"/>
                  <a:pt x="1606837" y="29656"/>
                </a:cubicBezTo>
                <a:cubicBezTo>
                  <a:pt x="1605173" y="28031"/>
                  <a:pt x="1604341" y="24961"/>
                  <a:pt x="1604341" y="20444"/>
                </a:cubicBezTo>
                <a:cubicBezTo>
                  <a:pt x="1604341" y="15848"/>
                  <a:pt x="1605193" y="12718"/>
                  <a:pt x="1606897" y="11054"/>
                </a:cubicBezTo>
                <a:cubicBezTo>
                  <a:pt x="1608600" y="9390"/>
                  <a:pt x="1611790" y="8558"/>
                  <a:pt x="1616465" y="8558"/>
                </a:cubicBezTo>
                <a:cubicBezTo>
                  <a:pt x="1621140" y="8558"/>
                  <a:pt x="1624310" y="9370"/>
                  <a:pt x="1625974" y="10995"/>
                </a:cubicBezTo>
                <a:cubicBezTo>
                  <a:pt x="1627638" y="12619"/>
                  <a:pt x="1628470" y="15690"/>
                  <a:pt x="1628470" y="20206"/>
                </a:cubicBezTo>
                <a:close/>
                <a:moveTo>
                  <a:pt x="1754385" y="105311"/>
                </a:moveTo>
                <a:cubicBezTo>
                  <a:pt x="1754385" y="108401"/>
                  <a:pt x="1753612" y="110600"/>
                  <a:pt x="1752067" y="111908"/>
                </a:cubicBezTo>
                <a:cubicBezTo>
                  <a:pt x="1750522" y="113215"/>
                  <a:pt x="1748759" y="113869"/>
                  <a:pt x="1746778" y="113869"/>
                </a:cubicBezTo>
                <a:lnTo>
                  <a:pt x="1676650" y="113869"/>
                </a:lnTo>
                <a:cubicBezTo>
                  <a:pt x="1676650" y="119829"/>
                  <a:pt x="1677244" y="125194"/>
                  <a:pt x="1678433" y="129963"/>
                </a:cubicBezTo>
                <a:cubicBezTo>
                  <a:pt x="1679621" y="134733"/>
                  <a:pt x="1681602" y="138826"/>
                  <a:pt x="1684376" y="142243"/>
                </a:cubicBezTo>
                <a:cubicBezTo>
                  <a:pt x="1687149" y="145661"/>
                  <a:pt x="1690755" y="148284"/>
                  <a:pt x="1695192" y="150114"/>
                </a:cubicBezTo>
                <a:cubicBezTo>
                  <a:pt x="1699630" y="151942"/>
                  <a:pt x="1705058" y="152855"/>
                  <a:pt x="1711476" y="152855"/>
                </a:cubicBezTo>
                <a:cubicBezTo>
                  <a:pt x="1716547" y="152855"/>
                  <a:pt x="1721064" y="152439"/>
                  <a:pt x="1725026" y="151607"/>
                </a:cubicBezTo>
                <a:cubicBezTo>
                  <a:pt x="1728988" y="150775"/>
                  <a:pt x="1732415" y="149844"/>
                  <a:pt x="1735308" y="148814"/>
                </a:cubicBezTo>
                <a:cubicBezTo>
                  <a:pt x="1738200" y="147784"/>
                  <a:pt x="1740577" y="146853"/>
                  <a:pt x="1742439" y="146021"/>
                </a:cubicBezTo>
                <a:cubicBezTo>
                  <a:pt x="1744301" y="145189"/>
                  <a:pt x="1745708" y="144773"/>
                  <a:pt x="1746659" y="144773"/>
                </a:cubicBezTo>
                <a:cubicBezTo>
                  <a:pt x="1747214" y="144773"/>
                  <a:pt x="1747709" y="144911"/>
                  <a:pt x="1748145" y="145189"/>
                </a:cubicBezTo>
                <a:cubicBezTo>
                  <a:pt x="1748580" y="145466"/>
                  <a:pt x="1748917" y="145882"/>
                  <a:pt x="1749155" y="146437"/>
                </a:cubicBezTo>
                <a:cubicBezTo>
                  <a:pt x="1749393" y="146992"/>
                  <a:pt x="1749571" y="147764"/>
                  <a:pt x="1749690" y="148755"/>
                </a:cubicBezTo>
                <a:cubicBezTo>
                  <a:pt x="1749809" y="149745"/>
                  <a:pt x="1749868" y="150954"/>
                  <a:pt x="1749868" y="152380"/>
                </a:cubicBezTo>
                <a:cubicBezTo>
                  <a:pt x="1749868" y="153410"/>
                  <a:pt x="1749829" y="154301"/>
                  <a:pt x="1749749" y="155054"/>
                </a:cubicBezTo>
                <a:cubicBezTo>
                  <a:pt x="1749670" y="155807"/>
                  <a:pt x="1749571" y="156481"/>
                  <a:pt x="1749452" y="157075"/>
                </a:cubicBezTo>
                <a:cubicBezTo>
                  <a:pt x="1749333" y="157669"/>
                  <a:pt x="1749135" y="158204"/>
                  <a:pt x="1748858" y="158680"/>
                </a:cubicBezTo>
                <a:cubicBezTo>
                  <a:pt x="1748580" y="159155"/>
                  <a:pt x="1748224" y="159611"/>
                  <a:pt x="1747788" y="160046"/>
                </a:cubicBezTo>
                <a:cubicBezTo>
                  <a:pt x="1747352" y="160482"/>
                  <a:pt x="1746065" y="161195"/>
                  <a:pt x="1743925" y="162186"/>
                </a:cubicBezTo>
                <a:cubicBezTo>
                  <a:pt x="1741786" y="163176"/>
                  <a:pt x="1739012" y="164147"/>
                  <a:pt x="1735605" y="165098"/>
                </a:cubicBezTo>
                <a:cubicBezTo>
                  <a:pt x="1732197" y="166049"/>
                  <a:pt x="1728255" y="166901"/>
                  <a:pt x="1723778" y="167654"/>
                </a:cubicBezTo>
                <a:cubicBezTo>
                  <a:pt x="1719301" y="168406"/>
                  <a:pt x="1714527" y="168783"/>
                  <a:pt x="1709455" y="168783"/>
                </a:cubicBezTo>
                <a:cubicBezTo>
                  <a:pt x="1700660" y="168783"/>
                  <a:pt x="1692953" y="167553"/>
                  <a:pt x="1686337" y="165094"/>
                </a:cubicBezTo>
                <a:cubicBezTo>
                  <a:pt x="1679720" y="162635"/>
                  <a:pt x="1674154" y="158987"/>
                  <a:pt x="1669637" y="154148"/>
                </a:cubicBezTo>
                <a:cubicBezTo>
                  <a:pt x="1665120" y="149309"/>
                  <a:pt x="1661713" y="143241"/>
                  <a:pt x="1659415" y="135944"/>
                </a:cubicBezTo>
                <a:cubicBezTo>
                  <a:pt x="1657117" y="128646"/>
                  <a:pt x="1655968" y="120159"/>
                  <a:pt x="1655968" y="110481"/>
                </a:cubicBezTo>
                <a:cubicBezTo>
                  <a:pt x="1655968" y="101280"/>
                  <a:pt x="1657157" y="93010"/>
                  <a:pt x="1659534" y="85673"/>
                </a:cubicBezTo>
                <a:cubicBezTo>
                  <a:pt x="1661911" y="78336"/>
                  <a:pt x="1665338" y="72109"/>
                  <a:pt x="1669815" y="66993"/>
                </a:cubicBezTo>
                <a:cubicBezTo>
                  <a:pt x="1674292" y="61877"/>
                  <a:pt x="1679700" y="57951"/>
                  <a:pt x="1686040" y="55215"/>
                </a:cubicBezTo>
                <a:cubicBezTo>
                  <a:pt x="1692379" y="52478"/>
                  <a:pt x="1699471" y="51110"/>
                  <a:pt x="1707316" y="51110"/>
                </a:cubicBezTo>
                <a:cubicBezTo>
                  <a:pt x="1715715" y="51110"/>
                  <a:pt x="1722867" y="52457"/>
                  <a:pt x="1728770" y="55152"/>
                </a:cubicBezTo>
                <a:cubicBezTo>
                  <a:pt x="1734674" y="57846"/>
                  <a:pt x="1739527" y="61471"/>
                  <a:pt x="1743331" y="66027"/>
                </a:cubicBezTo>
                <a:cubicBezTo>
                  <a:pt x="1747134" y="70584"/>
                  <a:pt x="1749928" y="75932"/>
                  <a:pt x="1751710" y="82074"/>
                </a:cubicBezTo>
                <a:cubicBezTo>
                  <a:pt x="1753493" y="88215"/>
                  <a:pt x="1754385" y="94772"/>
                  <a:pt x="1754385" y="101745"/>
                </a:cubicBezTo>
                <a:lnTo>
                  <a:pt x="1754385" y="105311"/>
                </a:lnTo>
                <a:moveTo>
                  <a:pt x="1734654" y="99368"/>
                </a:moveTo>
                <a:cubicBezTo>
                  <a:pt x="1734892" y="89141"/>
                  <a:pt x="1732613" y="81116"/>
                  <a:pt x="1727819" y="75295"/>
                </a:cubicBezTo>
                <a:cubicBezTo>
                  <a:pt x="1723025" y="69473"/>
                  <a:pt x="1715913" y="66562"/>
                  <a:pt x="1706484" y="66562"/>
                </a:cubicBezTo>
                <a:cubicBezTo>
                  <a:pt x="1701650" y="66562"/>
                  <a:pt x="1697411" y="67467"/>
                  <a:pt x="1693766" y="69277"/>
                </a:cubicBezTo>
                <a:cubicBezTo>
                  <a:pt x="1690121" y="71085"/>
                  <a:pt x="1687070" y="73485"/>
                  <a:pt x="1684613" y="76476"/>
                </a:cubicBezTo>
                <a:cubicBezTo>
                  <a:pt x="1682157" y="79465"/>
                  <a:pt x="1680255" y="82946"/>
                  <a:pt x="1678908" y="86921"/>
                </a:cubicBezTo>
                <a:cubicBezTo>
                  <a:pt x="1677561" y="90893"/>
                  <a:pt x="1676808" y="95042"/>
                  <a:pt x="1676650" y="99368"/>
                </a:cubicBezTo>
                <a:lnTo>
                  <a:pt x="1734654" y="99368"/>
                </a:lnTo>
                <a:close/>
                <a:moveTo>
                  <a:pt x="1861335" y="147217"/>
                </a:moveTo>
                <a:cubicBezTo>
                  <a:pt x="1861335" y="148574"/>
                  <a:pt x="1861295" y="149751"/>
                  <a:pt x="1861216" y="150749"/>
                </a:cubicBezTo>
                <a:cubicBezTo>
                  <a:pt x="1861137" y="151747"/>
                  <a:pt x="1860998" y="152585"/>
                  <a:pt x="1860800" y="153264"/>
                </a:cubicBezTo>
                <a:cubicBezTo>
                  <a:pt x="1860602" y="153942"/>
                  <a:pt x="1860364" y="154539"/>
                  <a:pt x="1860087" y="155054"/>
                </a:cubicBezTo>
                <a:cubicBezTo>
                  <a:pt x="1859809" y="155569"/>
                  <a:pt x="1859175" y="156322"/>
                  <a:pt x="1858185" y="157313"/>
                </a:cubicBezTo>
                <a:cubicBezTo>
                  <a:pt x="1857194" y="158303"/>
                  <a:pt x="1855510" y="159531"/>
                  <a:pt x="1853133" y="160997"/>
                </a:cubicBezTo>
                <a:cubicBezTo>
                  <a:pt x="1850756" y="162463"/>
                  <a:pt x="1848082" y="163771"/>
                  <a:pt x="1845110" y="164920"/>
                </a:cubicBezTo>
                <a:cubicBezTo>
                  <a:pt x="1842139" y="166069"/>
                  <a:pt x="1838910" y="167000"/>
                  <a:pt x="1835423" y="167713"/>
                </a:cubicBezTo>
                <a:cubicBezTo>
                  <a:pt x="1831936" y="168426"/>
                  <a:pt x="1828331" y="168783"/>
                  <a:pt x="1824607" y="168783"/>
                </a:cubicBezTo>
                <a:cubicBezTo>
                  <a:pt x="1816920" y="168783"/>
                  <a:pt x="1810106" y="167512"/>
                  <a:pt x="1804163" y="164972"/>
                </a:cubicBezTo>
                <a:cubicBezTo>
                  <a:pt x="1798219" y="162431"/>
                  <a:pt x="1793247" y="158719"/>
                  <a:pt x="1789245" y="153836"/>
                </a:cubicBezTo>
                <a:cubicBezTo>
                  <a:pt x="1785244" y="148953"/>
                  <a:pt x="1782193" y="142958"/>
                  <a:pt x="1780093" y="135851"/>
                </a:cubicBezTo>
                <a:cubicBezTo>
                  <a:pt x="1777993" y="128744"/>
                  <a:pt x="1776943" y="120546"/>
                  <a:pt x="1776943" y="111258"/>
                </a:cubicBezTo>
                <a:cubicBezTo>
                  <a:pt x="1776943" y="100696"/>
                  <a:pt x="1778231" y="91625"/>
                  <a:pt x="1780806" y="84042"/>
                </a:cubicBezTo>
                <a:cubicBezTo>
                  <a:pt x="1783382" y="76460"/>
                  <a:pt x="1786908" y="70247"/>
                  <a:pt x="1791385" y="65403"/>
                </a:cubicBezTo>
                <a:cubicBezTo>
                  <a:pt x="1795862" y="60560"/>
                  <a:pt x="1801132" y="56967"/>
                  <a:pt x="1807193" y="54624"/>
                </a:cubicBezTo>
                <a:cubicBezTo>
                  <a:pt x="1813255" y="52282"/>
                  <a:pt x="1819813" y="51110"/>
                  <a:pt x="1826865" y="51110"/>
                </a:cubicBezTo>
                <a:cubicBezTo>
                  <a:pt x="1830272" y="51110"/>
                  <a:pt x="1833581" y="51427"/>
                  <a:pt x="1836790" y="52061"/>
                </a:cubicBezTo>
                <a:cubicBezTo>
                  <a:pt x="1839999" y="52695"/>
                  <a:pt x="1842951" y="53527"/>
                  <a:pt x="1845645" y="54557"/>
                </a:cubicBezTo>
                <a:cubicBezTo>
                  <a:pt x="1848339" y="55587"/>
                  <a:pt x="1850736" y="56776"/>
                  <a:pt x="1852836" y="58123"/>
                </a:cubicBezTo>
                <a:cubicBezTo>
                  <a:pt x="1854936" y="59470"/>
                  <a:pt x="1856461" y="60619"/>
                  <a:pt x="1857412" y="61570"/>
                </a:cubicBezTo>
                <a:cubicBezTo>
                  <a:pt x="1858363" y="62521"/>
                  <a:pt x="1859017" y="63274"/>
                  <a:pt x="1859373" y="63828"/>
                </a:cubicBezTo>
                <a:cubicBezTo>
                  <a:pt x="1859730" y="64383"/>
                  <a:pt x="1860027" y="65041"/>
                  <a:pt x="1860265" y="65801"/>
                </a:cubicBezTo>
                <a:cubicBezTo>
                  <a:pt x="1860503" y="66558"/>
                  <a:pt x="1860661" y="67417"/>
                  <a:pt x="1860740" y="68375"/>
                </a:cubicBezTo>
                <a:cubicBezTo>
                  <a:pt x="1860820" y="69333"/>
                  <a:pt x="1860859" y="70530"/>
                  <a:pt x="1860859" y="71967"/>
                </a:cubicBezTo>
                <a:cubicBezTo>
                  <a:pt x="1860859" y="75079"/>
                  <a:pt x="1860503" y="77255"/>
                  <a:pt x="1859789" y="78493"/>
                </a:cubicBezTo>
                <a:cubicBezTo>
                  <a:pt x="1859076" y="79731"/>
                  <a:pt x="1858205" y="80350"/>
                  <a:pt x="1857175" y="80350"/>
                </a:cubicBezTo>
                <a:cubicBezTo>
                  <a:pt x="1855986" y="80350"/>
                  <a:pt x="1854619" y="79696"/>
                  <a:pt x="1853074" y="78389"/>
                </a:cubicBezTo>
                <a:cubicBezTo>
                  <a:pt x="1851529" y="77081"/>
                  <a:pt x="1849567" y="75635"/>
                  <a:pt x="1847190" y="74050"/>
                </a:cubicBezTo>
                <a:cubicBezTo>
                  <a:pt x="1844813" y="72466"/>
                  <a:pt x="1841941" y="71019"/>
                  <a:pt x="1838573" y="69712"/>
                </a:cubicBezTo>
                <a:cubicBezTo>
                  <a:pt x="1835205" y="68405"/>
                  <a:pt x="1831223" y="67751"/>
                  <a:pt x="1826627" y="67751"/>
                </a:cubicBezTo>
                <a:cubicBezTo>
                  <a:pt x="1817198" y="67751"/>
                  <a:pt x="1809967" y="71376"/>
                  <a:pt x="1804935" y="78627"/>
                </a:cubicBezTo>
                <a:cubicBezTo>
                  <a:pt x="1799903" y="85877"/>
                  <a:pt x="1797387" y="96396"/>
                  <a:pt x="1797387" y="110184"/>
                </a:cubicBezTo>
                <a:cubicBezTo>
                  <a:pt x="1797387" y="117078"/>
                  <a:pt x="1798041" y="123120"/>
                  <a:pt x="1799349" y="128311"/>
                </a:cubicBezTo>
                <a:cubicBezTo>
                  <a:pt x="1800656" y="133501"/>
                  <a:pt x="1802578" y="137839"/>
                  <a:pt x="1805113" y="141326"/>
                </a:cubicBezTo>
                <a:cubicBezTo>
                  <a:pt x="1807649" y="144812"/>
                  <a:pt x="1810759" y="147408"/>
                  <a:pt x="1814444" y="149111"/>
                </a:cubicBezTo>
                <a:cubicBezTo>
                  <a:pt x="1818129" y="150815"/>
                  <a:pt x="1822348" y="151667"/>
                  <a:pt x="1827103" y="151667"/>
                </a:cubicBezTo>
                <a:cubicBezTo>
                  <a:pt x="1831619" y="151667"/>
                  <a:pt x="1835581" y="150954"/>
                  <a:pt x="1838989" y="149527"/>
                </a:cubicBezTo>
                <a:cubicBezTo>
                  <a:pt x="1842396" y="148101"/>
                  <a:pt x="1845348" y="146536"/>
                  <a:pt x="1847844" y="144832"/>
                </a:cubicBezTo>
                <a:cubicBezTo>
                  <a:pt x="1850340" y="143129"/>
                  <a:pt x="1852440" y="141583"/>
                  <a:pt x="1854144" y="140197"/>
                </a:cubicBezTo>
                <a:cubicBezTo>
                  <a:pt x="1855847" y="138810"/>
                  <a:pt x="1857175" y="138117"/>
                  <a:pt x="1858125" y="138117"/>
                </a:cubicBezTo>
                <a:cubicBezTo>
                  <a:pt x="1858680" y="138117"/>
                  <a:pt x="1859156" y="138276"/>
                  <a:pt x="1859552" y="138596"/>
                </a:cubicBezTo>
                <a:cubicBezTo>
                  <a:pt x="1859948" y="138915"/>
                  <a:pt x="1860285" y="139454"/>
                  <a:pt x="1860562" y="140211"/>
                </a:cubicBezTo>
                <a:cubicBezTo>
                  <a:pt x="1860839" y="140969"/>
                  <a:pt x="1861038" y="141928"/>
                  <a:pt x="1861156" y="143086"/>
                </a:cubicBezTo>
                <a:cubicBezTo>
                  <a:pt x="1861275" y="144243"/>
                  <a:pt x="1861335" y="145620"/>
                  <a:pt x="1861335" y="147217"/>
                </a:cubicBezTo>
                <a:close/>
                <a:moveTo>
                  <a:pt x="1943077" y="155615"/>
                </a:moveTo>
                <a:cubicBezTo>
                  <a:pt x="1943077" y="157930"/>
                  <a:pt x="1942919" y="159767"/>
                  <a:pt x="1942602" y="161124"/>
                </a:cubicBezTo>
                <a:cubicBezTo>
                  <a:pt x="1942285" y="162481"/>
                  <a:pt x="1941809" y="163479"/>
                  <a:pt x="1941175" y="164117"/>
                </a:cubicBezTo>
                <a:cubicBezTo>
                  <a:pt x="1940541" y="164754"/>
                  <a:pt x="1939591" y="165352"/>
                  <a:pt x="1938323" y="165911"/>
                </a:cubicBezTo>
                <a:cubicBezTo>
                  <a:pt x="1937055" y="166471"/>
                  <a:pt x="1935609" y="166930"/>
                  <a:pt x="1933984" y="167289"/>
                </a:cubicBezTo>
                <a:cubicBezTo>
                  <a:pt x="1932360" y="167649"/>
                  <a:pt x="1930636" y="167947"/>
                  <a:pt x="1928814" y="168185"/>
                </a:cubicBezTo>
                <a:cubicBezTo>
                  <a:pt x="1926991" y="168425"/>
                  <a:pt x="1925169" y="168545"/>
                  <a:pt x="1923346" y="168545"/>
                </a:cubicBezTo>
                <a:cubicBezTo>
                  <a:pt x="1917799" y="168545"/>
                  <a:pt x="1913045" y="167812"/>
                  <a:pt x="1909083" y="166346"/>
                </a:cubicBezTo>
                <a:cubicBezTo>
                  <a:pt x="1905121" y="164878"/>
                  <a:pt x="1901872" y="162656"/>
                  <a:pt x="1899336" y="159682"/>
                </a:cubicBezTo>
                <a:cubicBezTo>
                  <a:pt x="1896801" y="156706"/>
                  <a:pt x="1894958" y="152937"/>
                  <a:pt x="1893809" y="148376"/>
                </a:cubicBezTo>
                <a:cubicBezTo>
                  <a:pt x="1892660" y="143812"/>
                  <a:pt x="1892086" y="138436"/>
                  <a:pt x="1892086" y="132248"/>
                </a:cubicBezTo>
                <a:lnTo>
                  <a:pt x="1892086" y="69653"/>
                </a:lnTo>
                <a:lnTo>
                  <a:pt x="1877109" y="69653"/>
                </a:lnTo>
                <a:cubicBezTo>
                  <a:pt x="1875921" y="69653"/>
                  <a:pt x="1874970" y="69015"/>
                  <a:pt x="1874257" y="67740"/>
                </a:cubicBezTo>
                <a:cubicBezTo>
                  <a:pt x="1873543" y="66462"/>
                  <a:pt x="1873187" y="64386"/>
                  <a:pt x="1873187" y="61511"/>
                </a:cubicBezTo>
                <a:cubicBezTo>
                  <a:pt x="1873187" y="59995"/>
                  <a:pt x="1873286" y="58719"/>
                  <a:pt x="1873484" y="57681"/>
                </a:cubicBezTo>
                <a:cubicBezTo>
                  <a:pt x="1873682" y="56643"/>
                  <a:pt x="1873940" y="55785"/>
                  <a:pt x="1874257" y="55107"/>
                </a:cubicBezTo>
                <a:cubicBezTo>
                  <a:pt x="1874574" y="54428"/>
                  <a:pt x="1874990" y="53949"/>
                  <a:pt x="1875505" y="53669"/>
                </a:cubicBezTo>
                <a:cubicBezTo>
                  <a:pt x="1876020" y="53390"/>
                  <a:pt x="1876594" y="53250"/>
                  <a:pt x="1877228" y="53250"/>
                </a:cubicBezTo>
                <a:lnTo>
                  <a:pt x="1892086" y="53250"/>
                </a:lnTo>
                <a:lnTo>
                  <a:pt x="1892086" y="27813"/>
                </a:lnTo>
                <a:cubicBezTo>
                  <a:pt x="1892086" y="27259"/>
                  <a:pt x="1892224" y="26744"/>
                  <a:pt x="1892502" y="26268"/>
                </a:cubicBezTo>
                <a:cubicBezTo>
                  <a:pt x="1892779" y="25793"/>
                  <a:pt x="1893294" y="25377"/>
                  <a:pt x="1894047" y="25020"/>
                </a:cubicBezTo>
                <a:cubicBezTo>
                  <a:pt x="1894800" y="24664"/>
                  <a:pt x="1895810" y="24406"/>
                  <a:pt x="1897078" y="24248"/>
                </a:cubicBezTo>
                <a:cubicBezTo>
                  <a:pt x="1898346" y="24089"/>
                  <a:pt x="1899931" y="24010"/>
                  <a:pt x="1901832" y="24010"/>
                </a:cubicBezTo>
                <a:cubicBezTo>
                  <a:pt x="1903813" y="24010"/>
                  <a:pt x="1905438" y="24089"/>
                  <a:pt x="1906706" y="24248"/>
                </a:cubicBezTo>
                <a:cubicBezTo>
                  <a:pt x="1907974" y="24406"/>
                  <a:pt x="1908964" y="24664"/>
                  <a:pt x="1909677" y="25020"/>
                </a:cubicBezTo>
                <a:cubicBezTo>
                  <a:pt x="1910390" y="25377"/>
                  <a:pt x="1910905" y="25793"/>
                  <a:pt x="1911222" y="26268"/>
                </a:cubicBezTo>
                <a:cubicBezTo>
                  <a:pt x="1911539" y="26744"/>
                  <a:pt x="1911698" y="27259"/>
                  <a:pt x="1911698" y="27813"/>
                </a:cubicBezTo>
                <a:lnTo>
                  <a:pt x="1911698" y="53250"/>
                </a:lnTo>
                <a:lnTo>
                  <a:pt x="1939155" y="53250"/>
                </a:lnTo>
                <a:cubicBezTo>
                  <a:pt x="1939789" y="53250"/>
                  <a:pt x="1940343" y="53390"/>
                  <a:pt x="1940819" y="53669"/>
                </a:cubicBezTo>
                <a:cubicBezTo>
                  <a:pt x="1941294" y="53949"/>
                  <a:pt x="1941710" y="54428"/>
                  <a:pt x="1942067" y="55107"/>
                </a:cubicBezTo>
                <a:cubicBezTo>
                  <a:pt x="1942423" y="55785"/>
                  <a:pt x="1942681" y="56643"/>
                  <a:pt x="1942839" y="57681"/>
                </a:cubicBezTo>
                <a:cubicBezTo>
                  <a:pt x="1942998" y="58719"/>
                  <a:pt x="1943077" y="59995"/>
                  <a:pt x="1943077" y="61511"/>
                </a:cubicBezTo>
                <a:cubicBezTo>
                  <a:pt x="1943077" y="64386"/>
                  <a:pt x="1942721" y="66462"/>
                  <a:pt x="1942007" y="67740"/>
                </a:cubicBezTo>
                <a:cubicBezTo>
                  <a:pt x="1941294" y="69015"/>
                  <a:pt x="1940343" y="69653"/>
                  <a:pt x="1939155" y="69653"/>
                </a:cubicBezTo>
                <a:lnTo>
                  <a:pt x="1911698" y="69653"/>
                </a:lnTo>
                <a:lnTo>
                  <a:pt x="1911698" y="129321"/>
                </a:lnTo>
                <a:cubicBezTo>
                  <a:pt x="1911698" y="136690"/>
                  <a:pt x="1912787" y="142257"/>
                  <a:pt x="1914966" y="146021"/>
                </a:cubicBezTo>
                <a:cubicBezTo>
                  <a:pt x="1917146" y="149785"/>
                  <a:pt x="1921048" y="151667"/>
                  <a:pt x="1926674" y="151667"/>
                </a:cubicBezTo>
                <a:cubicBezTo>
                  <a:pt x="1928497" y="151667"/>
                  <a:pt x="1930121" y="151488"/>
                  <a:pt x="1931548" y="151132"/>
                </a:cubicBezTo>
                <a:cubicBezTo>
                  <a:pt x="1932974" y="150775"/>
                  <a:pt x="1934242" y="150399"/>
                  <a:pt x="1935351" y="150003"/>
                </a:cubicBezTo>
                <a:cubicBezTo>
                  <a:pt x="1936461" y="149606"/>
                  <a:pt x="1937411" y="149230"/>
                  <a:pt x="1938204" y="148873"/>
                </a:cubicBezTo>
                <a:cubicBezTo>
                  <a:pt x="1938996" y="148517"/>
                  <a:pt x="1939709" y="148339"/>
                  <a:pt x="1940343" y="148339"/>
                </a:cubicBezTo>
                <a:cubicBezTo>
                  <a:pt x="1940740" y="148339"/>
                  <a:pt x="1941116" y="148438"/>
                  <a:pt x="1941473" y="148636"/>
                </a:cubicBezTo>
                <a:cubicBezTo>
                  <a:pt x="1941829" y="148834"/>
                  <a:pt x="1942106" y="149210"/>
                  <a:pt x="1942305" y="149765"/>
                </a:cubicBezTo>
                <a:cubicBezTo>
                  <a:pt x="1942503" y="150320"/>
                  <a:pt x="1942681" y="151075"/>
                  <a:pt x="1942839" y="152031"/>
                </a:cubicBezTo>
                <a:cubicBezTo>
                  <a:pt x="1942998" y="152984"/>
                  <a:pt x="1943077" y="154179"/>
                  <a:pt x="1943077" y="155615"/>
                </a:cubicBezTo>
                <a:close/>
                <a:moveTo>
                  <a:pt x="1988713" y="163434"/>
                </a:moveTo>
                <a:cubicBezTo>
                  <a:pt x="1988713" y="164068"/>
                  <a:pt x="1988555" y="164603"/>
                  <a:pt x="1988238" y="165039"/>
                </a:cubicBezTo>
                <a:cubicBezTo>
                  <a:pt x="1987921" y="165474"/>
                  <a:pt x="1987406" y="165851"/>
                  <a:pt x="1986692" y="166168"/>
                </a:cubicBezTo>
                <a:cubicBezTo>
                  <a:pt x="1985979" y="166485"/>
                  <a:pt x="1984989" y="166722"/>
                  <a:pt x="1983721" y="166881"/>
                </a:cubicBezTo>
                <a:cubicBezTo>
                  <a:pt x="1982453" y="167039"/>
                  <a:pt x="1980829" y="167119"/>
                  <a:pt x="1978848" y="167119"/>
                </a:cubicBezTo>
                <a:cubicBezTo>
                  <a:pt x="1976946" y="167119"/>
                  <a:pt x="1975361" y="167039"/>
                  <a:pt x="1974093" y="166881"/>
                </a:cubicBezTo>
                <a:cubicBezTo>
                  <a:pt x="1972825" y="166722"/>
                  <a:pt x="1971815" y="166485"/>
                  <a:pt x="1971062" y="166168"/>
                </a:cubicBezTo>
                <a:cubicBezTo>
                  <a:pt x="1970309" y="165851"/>
                  <a:pt x="1969794" y="165474"/>
                  <a:pt x="1969517" y="165039"/>
                </a:cubicBezTo>
                <a:cubicBezTo>
                  <a:pt x="1969240" y="164603"/>
                  <a:pt x="1969101" y="164068"/>
                  <a:pt x="1969101" y="163434"/>
                </a:cubicBezTo>
                <a:lnTo>
                  <a:pt x="1969101" y="56459"/>
                </a:lnTo>
                <a:cubicBezTo>
                  <a:pt x="1969101" y="55904"/>
                  <a:pt x="1969240" y="55389"/>
                  <a:pt x="1969517" y="54914"/>
                </a:cubicBezTo>
                <a:cubicBezTo>
                  <a:pt x="1969794" y="54438"/>
                  <a:pt x="1970309" y="54042"/>
                  <a:pt x="1971062" y="53725"/>
                </a:cubicBezTo>
                <a:cubicBezTo>
                  <a:pt x="1971815" y="53408"/>
                  <a:pt x="1972825" y="53171"/>
                  <a:pt x="1974093" y="53012"/>
                </a:cubicBezTo>
                <a:cubicBezTo>
                  <a:pt x="1975361" y="52854"/>
                  <a:pt x="1976946" y="52774"/>
                  <a:pt x="1978848" y="52774"/>
                </a:cubicBezTo>
                <a:cubicBezTo>
                  <a:pt x="1980829" y="52774"/>
                  <a:pt x="1982453" y="52854"/>
                  <a:pt x="1983721" y="53012"/>
                </a:cubicBezTo>
                <a:cubicBezTo>
                  <a:pt x="1984989" y="53171"/>
                  <a:pt x="1985979" y="53408"/>
                  <a:pt x="1986692" y="53725"/>
                </a:cubicBezTo>
                <a:cubicBezTo>
                  <a:pt x="1987406" y="54042"/>
                  <a:pt x="1987921" y="54438"/>
                  <a:pt x="1988238" y="54914"/>
                </a:cubicBezTo>
                <a:cubicBezTo>
                  <a:pt x="1988555" y="55389"/>
                  <a:pt x="1988713" y="55904"/>
                  <a:pt x="1988713" y="56459"/>
                </a:cubicBezTo>
                <a:lnTo>
                  <a:pt x="1988713" y="163434"/>
                </a:lnTo>
                <a:moveTo>
                  <a:pt x="1990971" y="20206"/>
                </a:moveTo>
                <a:cubicBezTo>
                  <a:pt x="1990971" y="24802"/>
                  <a:pt x="1990100" y="27932"/>
                  <a:pt x="1988356" y="29596"/>
                </a:cubicBezTo>
                <a:cubicBezTo>
                  <a:pt x="1986613" y="31260"/>
                  <a:pt x="1983404" y="32092"/>
                  <a:pt x="1978729" y="32092"/>
                </a:cubicBezTo>
                <a:cubicBezTo>
                  <a:pt x="1974133" y="32092"/>
                  <a:pt x="1970983" y="31280"/>
                  <a:pt x="1969279" y="29656"/>
                </a:cubicBezTo>
                <a:cubicBezTo>
                  <a:pt x="1967576" y="28031"/>
                  <a:pt x="1966724" y="24961"/>
                  <a:pt x="1966724" y="20444"/>
                </a:cubicBezTo>
                <a:cubicBezTo>
                  <a:pt x="1966724" y="15848"/>
                  <a:pt x="1967595" y="12718"/>
                  <a:pt x="1969339" y="11054"/>
                </a:cubicBezTo>
                <a:cubicBezTo>
                  <a:pt x="1971082" y="9390"/>
                  <a:pt x="1974291" y="8558"/>
                  <a:pt x="1978966" y="8558"/>
                </a:cubicBezTo>
                <a:cubicBezTo>
                  <a:pt x="1983562" y="8558"/>
                  <a:pt x="1986712" y="9370"/>
                  <a:pt x="1988416" y="10995"/>
                </a:cubicBezTo>
                <a:cubicBezTo>
                  <a:pt x="1990120" y="12619"/>
                  <a:pt x="1990971" y="15690"/>
                  <a:pt x="1990971" y="20206"/>
                </a:cubicBezTo>
                <a:close/>
                <a:moveTo>
                  <a:pt x="2112526" y="56221"/>
                </a:moveTo>
                <a:cubicBezTo>
                  <a:pt x="2112526" y="56538"/>
                  <a:pt x="2112506" y="56875"/>
                  <a:pt x="2112467" y="57232"/>
                </a:cubicBezTo>
                <a:cubicBezTo>
                  <a:pt x="2112427" y="57588"/>
                  <a:pt x="2112368" y="57965"/>
                  <a:pt x="2112288" y="58361"/>
                </a:cubicBezTo>
                <a:cubicBezTo>
                  <a:pt x="2112209" y="58757"/>
                  <a:pt x="2112110" y="59193"/>
                  <a:pt x="2111991" y="59668"/>
                </a:cubicBezTo>
                <a:cubicBezTo>
                  <a:pt x="2111872" y="60144"/>
                  <a:pt x="2111734" y="60659"/>
                  <a:pt x="2111575" y="61213"/>
                </a:cubicBezTo>
                <a:lnTo>
                  <a:pt x="2075085" y="162840"/>
                </a:lnTo>
                <a:cubicBezTo>
                  <a:pt x="2074768" y="163711"/>
                  <a:pt x="2074352" y="164424"/>
                  <a:pt x="2073837" y="164979"/>
                </a:cubicBezTo>
                <a:cubicBezTo>
                  <a:pt x="2073322" y="165534"/>
                  <a:pt x="2072549" y="165970"/>
                  <a:pt x="2071519" y="166287"/>
                </a:cubicBezTo>
                <a:cubicBezTo>
                  <a:pt x="2070489" y="166604"/>
                  <a:pt x="2069182" y="166821"/>
                  <a:pt x="2067597" y="166940"/>
                </a:cubicBezTo>
                <a:cubicBezTo>
                  <a:pt x="2066012" y="167059"/>
                  <a:pt x="2064031" y="167119"/>
                  <a:pt x="2061654" y="167119"/>
                </a:cubicBezTo>
                <a:cubicBezTo>
                  <a:pt x="2059276" y="167119"/>
                  <a:pt x="2057295" y="167039"/>
                  <a:pt x="2055711" y="166881"/>
                </a:cubicBezTo>
                <a:cubicBezTo>
                  <a:pt x="2054126" y="166722"/>
                  <a:pt x="2052838" y="166485"/>
                  <a:pt x="2051848" y="166168"/>
                </a:cubicBezTo>
                <a:cubicBezTo>
                  <a:pt x="2050857" y="165851"/>
                  <a:pt x="2050085" y="165415"/>
                  <a:pt x="2049530" y="164860"/>
                </a:cubicBezTo>
                <a:cubicBezTo>
                  <a:pt x="2048975" y="164306"/>
                  <a:pt x="2048539" y="163632"/>
                  <a:pt x="2048222" y="162840"/>
                </a:cubicBezTo>
                <a:lnTo>
                  <a:pt x="2011851" y="61213"/>
                </a:lnTo>
                <a:cubicBezTo>
                  <a:pt x="2011534" y="60263"/>
                  <a:pt x="2011276" y="59431"/>
                  <a:pt x="2011078" y="58717"/>
                </a:cubicBezTo>
                <a:cubicBezTo>
                  <a:pt x="2010880" y="58004"/>
                  <a:pt x="2010761" y="57469"/>
                  <a:pt x="2010722" y="57113"/>
                </a:cubicBezTo>
                <a:cubicBezTo>
                  <a:pt x="2010682" y="56756"/>
                  <a:pt x="2010662" y="56459"/>
                  <a:pt x="2010662" y="56221"/>
                </a:cubicBezTo>
                <a:cubicBezTo>
                  <a:pt x="2010662" y="55587"/>
                  <a:pt x="2010821" y="55033"/>
                  <a:pt x="2011138" y="54557"/>
                </a:cubicBezTo>
                <a:cubicBezTo>
                  <a:pt x="2011455" y="54082"/>
                  <a:pt x="2011990" y="53705"/>
                  <a:pt x="2012742" y="53428"/>
                </a:cubicBezTo>
                <a:cubicBezTo>
                  <a:pt x="2013495" y="53151"/>
                  <a:pt x="2014486" y="52972"/>
                  <a:pt x="2015714" y="52893"/>
                </a:cubicBezTo>
                <a:cubicBezTo>
                  <a:pt x="2016942" y="52814"/>
                  <a:pt x="2018468" y="52774"/>
                  <a:pt x="2020290" y="52774"/>
                </a:cubicBezTo>
                <a:cubicBezTo>
                  <a:pt x="2022588" y="52774"/>
                  <a:pt x="2024430" y="52834"/>
                  <a:pt x="2025817" y="52953"/>
                </a:cubicBezTo>
                <a:cubicBezTo>
                  <a:pt x="2027204" y="53071"/>
                  <a:pt x="2028274" y="53289"/>
                  <a:pt x="2029026" y="53606"/>
                </a:cubicBezTo>
                <a:cubicBezTo>
                  <a:pt x="2029779" y="53923"/>
                  <a:pt x="2030334" y="54320"/>
                  <a:pt x="2030690" y="54795"/>
                </a:cubicBezTo>
                <a:cubicBezTo>
                  <a:pt x="2031047" y="55270"/>
                  <a:pt x="2031384" y="55865"/>
                  <a:pt x="2031701" y="56578"/>
                </a:cubicBezTo>
                <a:lnTo>
                  <a:pt x="2061891" y="144773"/>
                </a:lnTo>
                <a:lnTo>
                  <a:pt x="2062367" y="146199"/>
                </a:lnTo>
                <a:lnTo>
                  <a:pt x="2062723" y="144773"/>
                </a:lnTo>
                <a:lnTo>
                  <a:pt x="2092558" y="56578"/>
                </a:lnTo>
                <a:cubicBezTo>
                  <a:pt x="2092716" y="55865"/>
                  <a:pt x="2092993" y="55270"/>
                  <a:pt x="2093390" y="54795"/>
                </a:cubicBezTo>
                <a:cubicBezTo>
                  <a:pt x="2093786" y="54320"/>
                  <a:pt x="2094360" y="53923"/>
                  <a:pt x="2095113" y="53606"/>
                </a:cubicBezTo>
                <a:cubicBezTo>
                  <a:pt x="2095866" y="53289"/>
                  <a:pt x="2096896" y="53071"/>
                  <a:pt x="2098203" y="52953"/>
                </a:cubicBezTo>
                <a:cubicBezTo>
                  <a:pt x="2099511" y="52834"/>
                  <a:pt x="2101234" y="52774"/>
                  <a:pt x="2103374" y="52774"/>
                </a:cubicBezTo>
                <a:cubicBezTo>
                  <a:pt x="2105196" y="52774"/>
                  <a:pt x="2106702" y="52814"/>
                  <a:pt x="2107891" y="52893"/>
                </a:cubicBezTo>
                <a:cubicBezTo>
                  <a:pt x="2109079" y="52972"/>
                  <a:pt x="2110010" y="53171"/>
                  <a:pt x="2110684" y="53487"/>
                </a:cubicBezTo>
                <a:cubicBezTo>
                  <a:pt x="2111357" y="53804"/>
                  <a:pt x="2111833" y="54181"/>
                  <a:pt x="2112110" y="54617"/>
                </a:cubicBezTo>
                <a:cubicBezTo>
                  <a:pt x="2112388" y="55052"/>
                  <a:pt x="2112526" y="55587"/>
                  <a:pt x="2112526" y="56221"/>
                </a:cubicBezTo>
                <a:close/>
                <a:moveTo>
                  <a:pt x="2226741" y="105311"/>
                </a:moveTo>
                <a:cubicBezTo>
                  <a:pt x="2226741" y="108401"/>
                  <a:pt x="2225968" y="110600"/>
                  <a:pt x="2224423" y="111908"/>
                </a:cubicBezTo>
                <a:cubicBezTo>
                  <a:pt x="2222878" y="113215"/>
                  <a:pt x="2221115" y="113869"/>
                  <a:pt x="2219134" y="113869"/>
                </a:cubicBezTo>
                <a:lnTo>
                  <a:pt x="2149006" y="113869"/>
                </a:lnTo>
                <a:cubicBezTo>
                  <a:pt x="2149006" y="119829"/>
                  <a:pt x="2149600" y="125194"/>
                  <a:pt x="2150789" y="129963"/>
                </a:cubicBezTo>
                <a:cubicBezTo>
                  <a:pt x="2151977" y="134733"/>
                  <a:pt x="2153958" y="138826"/>
                  <a:pt x="2156732" y="142243"/>
                </a:cubicBezTo>
                <a:cubicBezTo>
                  <a:pt x="2159505" y="145661"/>
                  <a:pt x="2163111" y="148284"/>
                  <a:pt x="2167548" y="150114"/>
                </a:cubicBezTo>
                <a:cubicBezTo>
                  <a:pt x="2171986" y="151942"/>
                  <a:pt x="2177414" y="152855"/>
                  <a:pt x="2183832" y="152855"/>
                </a:cubicBezTo>
                <a:cubicBezTo>
                  <a:pt x="2188904" y="152855"/>
                  <a:pt x="2193420" y="152439"/>
                  <a:pt x="2197382" y="151607"/>
                </a:cubicBezTo>
                <a:cubicBezTo>
                  <a:pt x="2201344" y="150775"/>
                  <a:pt x="2204772" y="149844"/>
                  <a:pt x="2207664" y="148814"/>
                </a:cubicBezTo>
                <a:cubicBezTo>
                  <a:pt x="2210556" y="147784"/>
                  <a:pt x="2212933" y="146853"/>
                  <a:pt x="2214795" y="146021"/>
                </a:cubicBezTo>
                <a:cubicBezTo>
                  <a:pt x="2216658" y="145189"/>
                  <a:pt x="2218064" y="144773"/>
                  <a:pt x="2219015" y="144773"/>
                </a:cubicBezTo>
                <a:cubicBezTo>
                  <a:pt x="2219570" y="144773"/>
                  <a:pt x="2220065" y="144911"/>
                  <a:pt x="2220501" y="145189"/>
                </a:cubicBezTo>
                <a:cubicBezTo>
                  <a:pt x="2220937" y="145466"/>
                  <a:pt x="2221273" y="145882"/>
                  <a:pt x="2221511" y="146437"/>
                </a:cubicBezTo>
                <a:cubicBezTo>
                  <a:pt x="2221749" y="146992"/>
                  <a:pt x="2221927" y="147764"/>
                  <a:pt x="2222046" y="148755"/>
                </a:cubicBezTo>
                <a:cubicBezTo>
                  <a:pt x="2222165" y="149745"/>
                  <a:pt x="2222224" y="150954"/>
                  <a:pt x="2222224" y="152380"/>
                </a:cubicBezTo>
                <a:cubicBezTo>
                  <a:pt x="2222224" y="153410"/>
                  <a:pt x="2222185" y="154301"/>
                  <a:pt x="2222105" y="155054"/>
                </a:cubicBezTo>
                <a:cubicBezTo>
                  <a:pt x="2222026" y="155807"/>
                  <a:pt x="2221927" y="156481"/>
                  <a:pt x="2221808" y="157075"/>
                </a:cubicBezTo>
                <a:cubicBezTo>
                  <a:pt x="2221689" y="157669"/>
                  <a:pt x="2221491" y="158204"/>
                  <a:pt x="2221214" y="158680"/>
                </a:cubicBezTo>
                <a:cubicBezTo>
                  <a:pt x="2220937" y="159155"/>
                  <a:pt x="2220580" y="159611"/>
                  <a:pt x="2220144" y="160046"/>
                </a:cubicBezTo>
                <a:cubicBezTo>
                  <a:pt x="2219708" y="160482"/>
                  <a:pt x="2218421" y="161195"/>
                  <a:pt x="2216281" y="162186"/>
                </a:cubicBezTo>
                <a:cubicBezTo>
                  <a:pt x="2214142" y="163176"/>
                  <a:pt x="2211368" y="164147"/>
                  <a:pt x="2207961" y="165098"/>
                </a:cubicBezTo>
                <a:cubicBezTo>
                  <a:pt x="2204554" y="166049"/>
                  <a:pt x="2200611" y="166901"/>
                  <a:pt x="2196134" y="167654"/>
                </a:cubicBezTo>
                <a:cubicBezTo>
                  <a:pt x="2191657" y="168406"/>
                  <a:pt x="2186883" y="168783"/>
                  <a:pt x="2181812" y="168783"/>
                </a:cubicBezTo>
                <a:cubicBezTo>
                  <a:pt x="2173016" y="168783"/>
                  <a:pt x="2165310" y="167553"/>
                  <a:pt x="2158693" y="165094"/>
                </a:cubicBezTo>
                <a:cubicBezTo>
                  <a:pt x="2152076" y="162635"/>
                  <a:pt x="2146510" y="158987"/>
                  <a:pt x="2141993" y="154148"/>
                </a:cubicBezTo>
                <a:cubicBezTo>
                  <a:pt x="2137476" y="149309"/>
                  <a:pt x="2134069" y="143241"/>
                  <a:pt x="2131771" y="135944"/>
                </a:cubicBezTo>
                <a:cubicBezTo>
                  <a:pt x="2129473" y="128646"/>
                  <a:pt x="2128324" y="120159"/>
                  <a:pt x="2128324" y="110481"/>
                </a:cubicBezTo>
                <a:cubicBezTo>
                  <a:pt x="2128324" y="101280"/>
                  <a:pt x="2129513" y="93010"/>
                  <a:pt x="2131890" y="85673"/>
                </a:cubicBezTo>
                <a:cubicBezTo>
                  <a:pt x="2134267" y="78336"/>
                  <a:pt x="2137694" y="72109"/>
                  <a:pt x="2142171" y="66993"/>
                </a:cubicBezTo>
                <a:cubicBezTo>
                  <a:pt x="2146648" y="61877"/>
                  <a:pt x="2152057" y="57951"/>
                  <a:pt x="2158396" y="55215"/>
                </a:cubicBezTo>
                <a:cubicBezTo>
                  <a:pt x="2164735" y="52478"/>
                  <a:pt x="2171827" y="51110"/>
                  <a:pt x="2179672" y="51110"/>
                </a:cubicBezTo>
                <a:cubicBezTo>
                  <a:pt x="2188072" y="51110"/>
                  <a:pt x="2195223" y="52457"/>
                  <a:pt x="2201126" y="55152"/>
                </a:cubicBezTo>
                <a:cubicBezTo>
                  <a:pt x="2207030" y="57846"/>
                  <a:pt x="2211883" y="61471"/>
                  <a:pt x="2215687" y="66027"/>
                </a:cubicBezTo>
                <a:cubicBezTo>
                  <a:pt x="2219490" y="70584"/>
                  <a:pt x="2222284" y="75932"/>
                  <a:pt x="2224067" y="82074"/>
                </a:cubicBezTo>
                <a:cubicBezTo>
                  <a:pt x="2225850" y="88215"/>
                  <a:pt x="2226741" y="94772"/>
                  <a:pt x="2226741" y="101745"/>
                </a:cubicBezTo>
                <a:lnTo>
                  <a:pt x="2226741" y="105311"/>
                </a:lnTo>
                <a:moveTo>
                  <a:pt x="2207010" y="99368"/>
                </a:moveTo>
                <a:cubicBezTo>
                  <a:pt x="2207248" y="89141"/>
                  <a:pt x="2204970" y="81116"/>
                  <a:pt x="2200176" y="75295"/>
                </a:cubicBezTo>
                <a:cubicBezTo>
                  <a:pt x="2195382" y="69473"/>
                  <a:pt x="2188270" y="66562"/>
                  <a:pt x="2178840" y="66562"/>
                </a:cubicBezTo>
                <a:cubicBezTo>
                  <a:pt x="2174006" y="66562"/>
                  <a:pt x="2169767" y="67467"/>
                  <a:pt x="2166122" y="69277"/>
                </a:cubicBezTo>
                <a:cubicBezTo>
                  <a:pt x="2162477" y="71085"/>
                  <a:pt x="2159426" y="73485"/>
                  <a:pt x="2156970" y="76476"/>
                </a:cubicBezTo>
                <a:cubicBezTo>
                  <a:pt x="2154513" y="79465"/>
                  <a:pt x="2152611" y="82946"/>
                  <a:pt x="2151264" y="86921"/>
                </a:cubicBezTo>
                <a:cubicBezTo>
                  <a:pt x="2149917" y="90893"/>
                  <a:pt x="2149164" y="95042"/>
                  <a:pt x="2149006" y="99368"/>
                </a:cubicBezTo>
                <a:lnTo>
                  <a:pt x="2207010" y="99368"/>
                </a:lnTo>
                <a:close/>
                <a:moveTo>
                  <a:pt x="2323944" y="134398"/>
                </a:moveTo>
                <a:cubicBezTo>
                  <a:pt x="2323944" y="139871"/>
                  <a:pt x="2322934" y="144749"/>
                  <a:pt x="2320913" y="149033"/>
                </a:cubicBezTo>
                <a:cubicBezTo>
                  <a:pt x="2318893" y="153315"/>
                  <a:pt x="2316020" y="156924"/>
                  <a:pt x="2312296" y="159861"/>
                </a:cubicBezTo>
                <a:cubicBezTo>
                  <a:pt x="2308572" y="162795"/>
                  <a:pt x="2304134" y="165015"/>
                  <a:pt x="2298983" y="166521"/>
                </a:cubicBezTo>
                <a:cubicBezTo>
                  <a:pt x="2293833" y="168029"/>
                  <a:pt x="2288167" y="168783"/>
                  <a:pt x="2281986" y="168783"/>
                </a:cubicBezTo>
                <a:cubicBezTo>
                  <a:pt x="2278183" y="168783"/>
                  <a:pt x="2274557" y="168489"/>
                  <a:pt x="2271111" y="167902"/>
                </a:cubicBezTo>
                <a:cubicBezTo>
                  <a:pt x="2267664" y="167316"/>
                  <a:pt x="2264573" y="166573"/>
                  <a:pt x="2261839" y="165674"/>
                </a:cubicBezTo>
                <a:cubicBezTo>
                  <a:pt x="2259106" y="164772"/>
                  <a:pt x="2256788" y="163833"/>
                  <a:pt x="2254886" y="162854"/>
                </a:cubicBezTo>
                <a:cubicBezTo>
                  <a:pt x="2252984" y="161874"/>
                  <a:pt x="2251597" y="160992"/>
                  <a:pt x="2250726" y="160210"/>
                </a:cubicBezTo>
                <a:cubicBezTo>
                  <a:pt x="2249854" y="159427"/>
                  <a:pt x="2249220" y="158318"/>
                  <a:pt x="2248824" y="156882"/>
                </a:cubicBezTo>
                <a:cubicBezTo>
                  <a:pt x="2248428" y="155443"/>
                  <a:pt x="2248230" y="153487"/>
                  <a:pt x="2248230" y="151013"/>
                </a:cubicBezTo>
                <a:cubicBezTo>
                  <a:pt x="2248230" y="149497"/>
                  <a:pt x="2248309" y="148221"/>
                  <a:pt x="2248467" y="147183"/>
                </a:cubicBezTo>
                <a:cubicBezTo>
                  <a:pt x="2248626" y="146143"/>
                  <a:pt x="2248824" y="145305"/>
                  <a:pt x="2249062" y="144669"/>
                </a:cubicBezTo>
                <a:cubicBezTo>
                  <a:pt x="2249300" y="144030"/>
                  <a:pt x="2249636" y="143571"/>
                  <a:pt x="2250072" y="143291"/>
                </a:cubicBezTo>
                <a:cubicBezTo>
                  <a:pt x="2250508" y="143011"/>
                  <a:pt x="2251003" y="142871"/>
                  <a:pt x="2251558" y="142871"/>
                </a:cubicBezTo>
                <a:cubicBezTo>
                  <a:pt x="2252430" y="142871"/>
                  <a:pt x="2253717" y="143406"/>
                  <a:pt x="2255421" y="144476"/>
                </a:cubicBezTo>
                <a:cubicBezTo>
                  <a:pt x="2257125" y="145545"/>
                  <a:pt x="2259224" y="146714"/>
                  <a:pt x="2261720" y="147982"/>
                </a:cubicBezTo>
                <a:cubicBezTo>
                  <a:pt x="2264217" y="149250"/>
                  <a:pt x="2267168" y="150419"/>
                  <a:pt x="2270576" y="151488"/>
                </a:cubicBezTo>
                <a:cubicBezTo>
                  <a:pt x="2273983" y="152558"/>
                  <a:pt x="2277905" y="153093"/>
                  <a:pt x="2282343" y="153093"/>
                </a:cubicBezTo>
                <a:cubicBezTo>
                  <a:pt x="2285671" y="153093"/>
                  <a:pt x="2288682" y="152736"/>
                  <a:pt x="2291376" y="152023"/>
                </a:cubicBezTo>
                <a:cubicBezTo>
                  <a:pt x="2294071" y="151308"/>
                  <a:pt x="2296408" y="150255"/>
                  <a:pt x="2298389" y="148866"/>
                </a:cubicBezTo>
                <a:cubicBezTo>
                  <a:pt x="2300370" y="147477"/>
                  <a:pt x="2301896" y="145710"/>
                  <a:pt x="2302965" y="143566"/>
                </a:cubicBezTo>
                <a:cubicBezTo>
                  <a:pt x="2304035" y="141421"/>
                  <a:pt x="2304570" y="138880"/>
                  <a:pt x="2304570" y="135944"/>
                </a:cubicBezTo>
                <a:cubicBezTo>
                  <a:pt x="2304570" y="132930"/>
                  <a:pt x="2303797" y="130392"/>
                  <a:pt x="2302252" y="128329"/>
                </a:cubicBezTo>
                <a:cubicBezTo>
                  <a:pt x="2300707" y="126266"/>
                  <a:pt x="2298666" y="124443"/>
                  <a:pt x="2296131" y="122858"/>
                </a:cubicBezTo>
                <a:cubicBezTo>
                  <a:pt x="2293595" y="121270"/>
                  <a:pt x="2290742" y="119863"/>
                  <a:pt x="2287573" y="118634"/>
                </a:cubicBezTo>
                <a:cubicBezTo>
                  <a:pt x="2284403" y="117404"/>
                  <a:pt x="2281134" y="116115"/>
                  <a:pt x="2277767" y="114768"/>
                </a:cubicBezTo>
                <a:cubicBezTo>
                  <a:pt x="2274399" y="113418"/>
                  <a:pt x="2271111" y="111890"/>
                  <a:pt x="2267901" y="110184"/>
                </a:cubicBezTo>
                <a:cubicBezTo>
                  <a:pt x="2264692" y="108478"/>
                  <a:pt x="2261820" y="106395"/>
                  <a:pt x="2259284" y="103937"/>
                </a:cubicBezTo>
                <a:cubicBezTo>
                  <a:pt x="2256748" y="101478"/>
                  <a:pt x="2254708" y="98543"/>
                  <a:pt x="2253162" y="95133"/>
                </a:cubicBezTo>
                <a:cubicBezTo>
                  <a:pt x="2251617" y="91724"/>
                  <a:pt x="2250845" y="87639"/>
                  <a:pt x="2250845" y="82880"/>
                </a:cubicBezTo>
                <a:cubicBezTo>
                  <a:pt x="2250845" y="78675"/>
                  <a:pt x="2251657" y="74650"/>
                  <a:pt x="2253281" y="70804"/>
                </a:cubicBezTo>
                <a:cubicBezTo>
                  <a:pt x="2254906" y="66956"/>
                  <a:pt x="2257342" y="63584"/>
                  <a:pt x="2260591" y="60690"/>
                </a:cubicBezTo>
                <a:cubicBezTo>
                  <a:pt x="2263840" y="57792"/>
                  <a:pt x="2267901" y="55472"/>
                  <a:pt x="2272775" y="53729"/>
                </a:cubicBezTo>
                <a:cubicBezTo>
                  <a:pt x="2277648" y="51983"/>
                  <a:pt x="2283333" y="51110"/>
                  <a:pt x="2289831" y="51110"/>
                </a:cubicBezTo>
                <a:cubicBezTo>
                  <a:pt x="2292684" y="51110"/>
                  <a:pt x="2295536" y="51352"/>
                  <a:pt x="2298389" y="51835"/>
                </a:cubicBezTo>
                <a:cubicBezTo>
                  <a:pt x="2301242" y="52317"/>
                  <a:pt x="2303817" y="52920"/>
                  <a:pt x="2306115" y="53643"/>
                </a:cubicBezTo>
                <a:cubicBezTo>
                  <a:pt x="2308413" y="54367"/>
                  <a:pt x="2310374" y="55150"/>
                  <a:pt x="2311999" y="55995"/>
                </a:cubicBezTo>
                <a:cubicBezTo>
                  <a:pt x="2313623" y="56839"/>
                  <a:pt x="2314851" y="57583"/>
                  <a:pt x="2315683" y="58227"/>
                </a:cubicBezTo>
                <a:cubicBezTo>
                  <a:pt x="2316515" y="58871"/>
                  <a:pt x="2317070" y="59431"/>
                  <a:pt x="2317347" y="59906"/>
                </a:cubicBezTo>
                <a:cubicBezTo>
                  <a:pt x="2317625" y="60381"/>
                  <a:pt x="2317823" y="60916"/>
                  <a:pt x="2317942" y="61511"/>
                </a:cubicBezTo>
                <a:cubicBezTo>
                  <a:pt x="2318061" y="62105"/>
                  <a:pt x="2318179" y="62838"/>
                  <a:pt x="2318298" y="63710"/>
                </a:cubicBezTo>
                <a:cubicBezTo>
                  <a:pt x="2318417" y="64581"/>
                  <a:pt x="2318477" y="65651"/>
                  <a:pt x="2318477" y="66919"/>
                </a:cubicBezTo>
                <a:cubicBezTo>
                  <a:pt x="2318477" y="68266"/>
                  <a:pt x="2318417" y="69435"/>
                  <a:pt x="2318298" y="70425"/>
                </a:cubicBezTo>
                <a:cubicBezTo>
                  <a:pt x="2318179" y="71416"/>
                  <a:pt x="2317981" y="72228"/>
                  <a:pt x="2317704" y="72862"/>
                </a:cubicBezTo>
                <a:cubicBezTo>
                  <a:pt x="2317427" y="73496"/>
                  <a:pt x="2317090" y="73951"/>
                  <a:pt x="2316694" y="74229"/>
                </a:cubicBezTo>
                <a:cubicBezTo>
                  <a:pt x="2316298" y="74506"/>
                  <a:pt x="2315862" y="74645"/>
                  <a:pt x="2315386" y="74645"/>
                </a:cubicBezTo>
                <a:cubicBezTo>
                  <a:pt x="2314673" y="74645"/>
                  <a:pt x="2313643" y="74203"/>
                  <a:pt x="2312296" y="73319"/>
                </a:cubicBezTo>
                <a:cubicBezTo>
                  <a:pt x="2310949" y="72435"/>
                  <a:pt x="2309205" y="71490"/>
                  <a:pt x="2307066" y="70485"/>
                </a:cubicBezTo>
                <a:cubicBezTo>
                  <a:pt x="2304926" y="69479"/>
                  <a:pt x="2302411" y="68535"/>
                  <a:pt x="2299518" y="67651"/>
                </a:cubicBezTo>
                <a:cubicBezTo>
                  <a:pt x="2296626" y="66766"/>
                  <a:pt x="2293318" y="66324"/>
                  <a:pt x="2289593" y="66324"/>
                </a:cubicBezTo>
                <a:cubicBezTo>
                  <a:pt x="2286265" y="66324"/>
                  <a:pt x="2283333" y="66702"/>
                  <a:pt x="2280798" y="67457"/>
                </a:cubicBezTo>
                <a:cubicBezTo>
                  <a:pt x="2278262" y="68210"/>
                  <a:pt x="2276182" y="69281"/>
                  <a:pt x="2274557" y="70670"/>
                </a:cubicBezTo>
                <a:cubicBezTo>
                  <a:pt x="2272933" y="72060"/>
                  <a:pt x="2271705" y="73707"/>
                  <a:pt x="2270873" y="75614"/>
                </a:cubicBezTo>
                <a:cubicBezTo>
                  <a:pt x="2270041" y="77518"/>
                  <a:pt x="2269625" y="79582"/>
                  <a:pt x="2269625" y="81806"/>
                </a:cubicBezTo>
                <a:cubicBezTo>
                  <a:pt x="2269625" y="84899"/>
                  <a:pt x="2270417" y="87497"/>
                  <a:pt x="2272002" y="89599"/>
                </a:cubicBezTo>
                <a:cubicBezTo>
                  <a:pt x="2273587" y="91701"/>
                  <a:pt x="2275647" y="93546"/>
                  <a:pt x="2278183" y="95133"/>
                </a:cubicBezTo>
                <a:cubicBezTo>
                  <a:pt x="2280718" y="96718"/>
                  <a:pt x="2283611" y="98146"/>
                  <a:pt x="2286860" y="99416"/>
                </a:cubicBezTo>
                <a:cubicBezTo>
                  <a:pt x="2290108" y="100684"/>
                  <a:pt x="2293417" y="101993"/>
                  <a:pt x="2296784" y="103342"/>
                </a:cubicBezTo>
                <a:cubicBezTo>
                  <a:pt x="2300152" y="104689"/>
                  <a:pt x="2303480" y="106196"/>
                  <a:pt x="2306769" y="107863"/>
                </a:cubicBezTo>
                <a:cubicBezTo>
                  <a:pt x="2310057" y="109529"/>
                  <a:pt x="2312969" y="111552"/>
                  <a:pt x="2315505" y="113932"/>
                </a:cubicBezTo>
                <a:cubicBezTo>
                  <a:pt x="2318041" y="116312"/>
                  <a:pt x="2320081" y="119168"/>
                  <a:pt x="2321626" y="122501"/>
                </a:cubicBezTo>
                <a:cubicBezTo>
                  <a:pt x="2323172" y="125832"/>
                  <a:pt x="2323944" y="129798"/>
                  <a:pt x="2323944" y="134398"/>
                </a:cubicBezTo>
                <a:close/>
                <a:moveTo>
                  <a:pt x="2465716" y="12573"/>
                </a:moveTo>
                <a:cubicBezTo>
                  <a:pt x="2465716" y="14089"/>
                  <a:pt x="2465637" y="15305"/>
                  <a:pt x="2465479" y="16221"/>
                </a:cubicBezTo>
                <a:cubicBezTo>
                  <a:pt x="2465320" y="17135"/>
                  <a:pt x="2465142" y="17869"/>
                  <a:pt x="2464944" y="18423"/>
                </a:cubicBezTo>
                <a:cubicBezTo>
                  <a:pt x="2464746" y="18978"/>
                  <a:pt x="2464488" y="19355"/>
                  <a:pt x="2464171" y="19553"/>
                </a:cubicBezTo>
                <a:cubicBezTo>
                  <a:pt x="2463854" y="19751"/>
                  <a:pt x="2463458" y="19850"/>
                  <a:pt x="2462983" y="19850"/>
                </a:cubicBezTo>
                <a:cubicBezTo>
                  <a:pt x="2462428" y="19850"/>
                  <a:pt x="2461735" y="19672"/>
                  <a:pt x="2460903" y="19315"/>
                </a:cubicBezTo>
                <a:cubicBezTo>
                  <a:pt x="2460071" y="18958"/>
                  <a:pt x="2459060" y="18562"/>
                  <a:pt x="2457872" y="18126"/>
                </a:cubicBezTo>
                <a:cubicBezTo>
                  <a:pt x="2456683" y="17690"/>
                  <a:pt x="2455277" y="17294"/>
                  <a:pt x="2453652" y="16938"/>
                </a:cubicBezTo>
                <a:cubicBezTo>
                  <a:pt x="2452028" y="16581"/>
                  <a:pt x="2450146" y="16403"/>
                  <a:pt x="2448006" y="16403"/>
                </a:cubicBezTo>
                <a:cubicBezTo>
                  <a:pt x="2445074" y="16403"/>
                  <a:pt x="2442578" y="16876"/>
                  <a:pt x="2440518" y="17822"/>
                </a:cubicBezTo>
                <a:cubicBezTo>
                  <a:pt x="2438458" y="18765"/>
                  <a:pt x="2436794" y="20241"/>
                  <a:pt x="2435526" y="22249"/>
                </a:cubicBezTo>
                <a:cubicBezTo>
                  <a:pt x="2434258" y="24258"/>
                  <a:pt x="2433347" y="26856"/>
                  <a:pt x="2432792" y="30046"/>
                </a:cubicBezTo>
                <a:cubicBezTo>
                  <a:pt x="2432237" y="33233"/>
                  <a:pt x="2431960" y="37109"/>
                  <a:pt x="2431960" y="41676"/>
                </a:cubicBezTo>
                <a:lnTo>
                  <a:pt x="2431960" y="53250"/>
                </a:lnTo>
                <a:lnTo>
                  <a:pt x="2455851" y="53250"/>
                </a:lnTo>
                <a:cubicBezTo>
                  <a:pt x="2456485" y="53250"/>
                  <a:pt x="2457020" y="53390"/>
                  <a:pt x="2457456" y="53669"/>
                </a:cubicBezTo>
                <a:cubicBezTo>
                  <a:pt x="2457891" y="53949"/>
                  <a:pt x="2458288" y="54428"/>
                  <a:pt x="2458644" y="55107"/>
                </a:cubicBezTo>
                <a:cubicBezTo>
                  <a:pt x="2459001" y="55785"/>
                  <a:pt x="2459278" y="56643"/>
                  <a:pt x="2459476" y="57681"/>
                </a:cubicBezTo>
                <a:cubicBezTo>
                  <a:pt x="2459674" y="58719"/>
                  <a:pt x="2459773" y="59995"/>
                  <a:pt x="2459773" y="61511"/>
                </a:cubicBezTo>
                <a:cubicBezTo>
                  <a:pt x="2459773" y="64386"/>
                  <a:pt x="2459417" y="66462"/>
                  <a:pt x="2458704" y="67740"/>
                </a:cubicBezTo>
                <a:cubicBezTo>
                  <a:pt x="2457991" y="69015"/>
                  <a:pt x="2457040" y="69653"/>
                  <a:pt x="2455851" y="69653"/>
                </a:cubicBezTo>
                <a:lnTo>
                  <a:pt x="2431960" y="69653"/>
                </a:lnTo>
                <a:lnTo>
                  <a:pt x="2431960" y="163434"/>
                </a:lnTo>
                <a:cubicBezTo>
                  <a:pt x="2431960" y="164068"/>
                  <a:pt x="2431801" y="164603"/>
                  <a:pt x="2431484" y="165039"/>
                </a:cubicBezTo>
                <a:cubicBezTo>
                  <a:pt x="2431168" y="165474"/>
                  <a:pt x="2430633" y="165851"/>
                  <a:pt x="2429880" y="166168"/>
                </a:cubicBezTo>
                <a:cubicBezTo>
                  <a:pt x="2429127" y="166485"/>
                  <a:pt x="2428117" y="166722"/>
                  <a:pt x="2426849" y="166881"/>
                </a:cubicBezTo>
                <a:cubicBezTo>
                  <a:pt x="2425581" y="167039"/>
                  <a:pt x="2423996" y="167119"/>
                  <a:pt x="2422094" y="167119"/>
                </a:cubicBezTo>
                <a:cubicBezTo>
                  <a:pt x="2420193" y="167119"/>
                  <a:pt x="2418608" y="167039"/>
                  <a:pt x="2417340" y="166881"/>
                </a:cubicBezTo>
                <a:cubicBezTo>
                  <a:pt x="2416072" y="166722"/>
                  <a:pt x="2415062" y="166485"/>
                  <a:pt x="2414309" y="166168"/>
                </a:cubicBezTo>
                <a:cubicBezTo>
                  <a:pt x="2413556" y="165851"/>
                  <a:pt x="2413021" y="165474"/>
                  <a:pt x="2412704" y="165039"/>
                </a:cubicBezTo>
                <a:cubicBezTo>
                  <a:pt x="2412387" y="164603"/>
                  <a:pt x="2412229" y="164068"/>
                  <a:pt x="2412229" y="163434"/>
                </a:cubicBezTo>
                <a:lnTo>
                  <a:pt x="2412229" y="69653"/>
                </a:lnTo>
                <a:lnTo>
                  <a:pt x="2397134" y="69653"/>
                </a:lnTo>
                <a:cubicBezTo>
                  <a:pt x="2395866" y="69653"/>
                  <a:pt x="2394915" y="69015"/>
                  <a:pt x="2394281" y="67740"/>
                </a:cubicBezTo>
                <a:cubicBezTo>
                  <a:pt x="2393647" y="66462"/>
                  <a:pt x="2393330" y="64386"/>
                  <a:pt x="2393330" y="61511"/>
                </a:cubicBezTo>
                <a:cubicBezTo>
                  <a:pt x="2393330" y="59995"/>
                  <a:pt x="2393409" y="58719"/>
                  <a:pt x="2393568" y="57681"/>
                </a:cubicBezTo>
                <a:cubicBezTo>
                  <a:pt x="2393726" y="56643"/>
                  <a:pt x="2393964" y="55785"/>
                  <a:pt x="2394281" y="55107"/>
                </a:cubicBezTo>
                <a:cubicBezTo>
                  <a:pt x="2394598" y="54428"/>
                  <a:pt x="2394994" y="53949"/>
                  <a:pt x="2395470" y="53669"/>
                </a:cubicBezTo>
                <a:cubicBezTo>
                  <a:pt x="2395945" y="53390"/>
                  <a:pt x="2396500" y="53250"/>
                  <a:pt x="2397134" y="53250"/>
                </a:cubicBezTo>
                <a:lnTo>
                  <a:pt x="2412229" y="53250"/>
                </a:lnTo>
                <a:lnTo>
                  <a:pt x="2412229" y="42222"/>
                </a:lnTo>
                <a:cubicBezTo>
                  <a:pt x="2412229" y="34788"/>
                  <a:pt x="2412922" y="28403"/>
                  <a:pt x="2414309" y="23066"/>
                </a:cubicBezTo>
                <a:cubicBezTo>
                  <a:pt x="2415696" y="17730"/>
                  <a:pt x="2417815" y="13362"/>
                  <a:pt x="2420668" y="9962"/>
                </a:cubicBezTo>
                <a:cubicBezTo>
                  <a:pt x="2423521" y="6562"/>
                  <a:pt x="2427106" y="4052"/>
                  <a:pt x="2431425" y="2433"/>
                </a:cubicBezTo>
                <a:cubicBezTo>
                  <a:pt x="2435744" y="811"/>
                  <a:pt x="2440835" y="0"/>
                  <a:pt x="2446699" y="0"/>
                </a:cubicBezTo>
                <a:cubicBezTo>
                  <a:pt x="2449472" y="0"/>
                  <a:pt x="2452166" y="260"/>
                  <a:pt x="2454781" y="780"/>
                </a:cubicBezTo>
                <a:cubicBezTo>
                  <a:pt x="2457396" y="1298"/>
                  <a:pt x="2459417" y="1856"/>
                  <a:pt x="2460843" y="2455"/>
                </a:cubicBezTo>
                <a:cubicBezTo>
                  <a:pt x="2462270" y="3054"/>
                  <a:pt x="2463220" y="3593"/>
                  <a:pt x="2463696" y="4071"/>
                </a:cubicBezTo>
                <a:cubicBezTo>
                  <a:pt x="2464171" y="4549"/>
                  <a:pt x="2464567" y="5168"/>
                  <a:pt x="2464884" y="5928"/>
                </a:cubicBezTo>
                <a:cubicBezTo>
                  <a:pt x="2465201" y="6686"/>
                  <a:pt x="2465419" y="7603"/>
                  <a:pt x="2465538" y="8681"/>
                </a:cubicBezTo>
                <a:cubicBezTo>
                  <a:pt x="2465657" y="9758"/>
                  <a:pt x="2465716" y="11055"/>
                  <a:pt x="2465716" y="12573"/>
                </a:cubicBezTo>
                <a:close/>
                <a:moveTo>
                  <a:pt x="2581388" y="108817"/>
                </a:moveTo>
                <a:cubicBezTo>
                  <a:pt x="2581388" y="117541"/>
                  <a:pt x="2580239" y="125572"/>
                  <a:pt x="2577941" y="132909"/>
                </a:cubicBezTo>
                <a:cubicBezTo>
                  <a:pt x="2575643" y="140246"/>
                  <a:pt x="2572216" y="146573"/>
                  <a:pt x="2567660" y="151890"/>
                </a:cubicBezTo>
                <a:cubicBezTo>
                  <a:pt x="2563103" y="157204"/>
                  <a:pt x="2557398" y="161348"/>
                  <a:pt x="2550544" y="164322"/>
                </a:cubicBezTo>
                <a:cubicBezTo>
                  <a:pt x="2543689" y="167296"/>
                  <a:pt x="2535745" y="168783"/>
                  <a:pt x="2526712" y="168783"/>
                </a:cubicBezTo>
                <a:cubicBezTo>
                  <a:pt x="2517916" y="168783"/>
                  <a:pt x="2510250" y="167474"/>
                  <a:pt x="2503712" y="164857"/>
                </a:cubicBezTo>
                <a:cubicBezTo>
                  <a:pt x="2497175" y="162239"/>
                  <a:pt x="2491727" y="158432"/>
                  <a:pt x="2487369" y="153435"/>
                </a:cubicBezTo>
                <a:cubicBezTo>
                  <a:pt x="2483011" y="148438"/>
                  <a:pt x="2479762" y="142370"/>
                  <a:pt x="2477622" y="135230"/>
                </a:cubicBezTo>
                <a:cubicBezTo>
                  <a:pt x="2475483" y="128091"/>
                  <a:pt x="2474413" y="120000"/>
                  <a:pt x="2474413" y="110957"/>
                </a:cubicBezTo>
                <a:cubicBezTo>
                  <a:pt x="2474413" y="102233"/>
                  <a:pt x="2475542" y="94202"/>
                  <a:pt x="2477801" y="86865"/>
                </a:cubicBezTo>
                <a:cubicBezTo>
                  <a:pt x="2480059" y="79528"/>
                  <a:pt x="2483466" y="73202"/>
                  <a:pt x="2488023" y="67888"/>
                </a:cubicBezTo>
                <a:cubicBezTo>
                  <a:pt x="2492579" y="62572"/>
                  <a:pt x="2498265" y="58446"/>
                  <a:pt x="2505079" y="55512"/>
                </a:cubicBezTo>
                <a:cubicBezTo>
                  <a:pt x="2511894" y="52577"/>
                  <a:pt x="2519858" y="51110"/>
                  <a:pt x="2528970" y="51110"/>
                </a:cubicBezTo>
                <a:cubicBezTo>
                  <a:pt x="2537766" y="51110"/>
                  <a:pt x="2545433" y="52419"/>
                  <a:pt x="2551970" y="55036"/>
                </a:cubicBezTo>
                <a:cubicBezTo>
                  <a:pt x="2558507" y="57654"/>
                  <a:pt x="2563955" y="61461"/>
                  <a:pt x="2568313" y="66458"/>
                </a:cubicBezTo>
                <a:cubicBezTo>
                  <a:pt x="2572672" y="71455"/>
                  <a:pt x="2575940" y="77523"/>
                  <a:pt x="2578119" y="84662"/>
                </a:cubicBezTo>
                <a:cubicBezTo>
                  <a:pt x="2580298" y="91802"/>
                  <a:pt x="2581388" y="99853"/>
                  <a:pt x="2581388" y="108817"/>
                </a:cubicBezTo>
                <a:moveTo>
                  <a:pt x="2560706" y="110065"/>
                </a:moveTo>
                <a:cubicBezTo>
                  <a:pt x="2560706" y="104281"/>
                  <a:pt x="2560171" y="98813"/>
                  <a:pt x="2559102" y="93663"/>
                </a:cubicBezTo>
                <a:cubicBezTo>
                  <a:pt x="2558032" y="88512"/>
                  <a:pt x="2556269" y="83995"/>
                  <a:pt x="2553812" y="80112"/>
                </a:cubicBezTo>
                <a:cubicBezTo>
                  <a:pt x="2551356" y="76230"/>
                  <a:pt x="2548028" y="73159"/>
                  <a:pt x="2543828" y="70901"/>
                </a:cubicBezTo>
                <a:cubicBezTo>
                  <a:pt x="2539628" y="68642"/>
                  <a:pt x="2534398" y="67513"/>
                  <a:pt x="2528138" y="67513"/>
                </a:cubicBezTo>
                <a:cubicBezTo>
                  <a:pt x="2522354" y="67513"/>
                  <a:pt x="2517381" y="68543"/>
                  <a:pt x="2513221" y="70603"/>
                </a:cubicBezTo>
                <a:cubicBezTo>
                  <a:pt x="2509061" y="72664"/>
                  <a:pt x="2505634" y="75576"/>
                  <a:pt x="2502940" y="79340"/>
                </a:cubicBezTo>
                <a:cubicBezTo>
                  <a:pt x="2500246" y="83104"/>
                  <a:pt x="2498245" y="87561"/>
                  <a:pt x="2496937" y="92712"/>
                </a:cubicBezTo>
                <a:cubicBezTo>
                  <a:pt x="2495630" y="97862"/>
                  <a:pt x="2494976" y="103488"/>
                  <a:pt x="2494976" y="109590"/>
                </a:cubicBezTo>
                <a:cubicBezTo>
                  <a:pt x="2494976" y="115454"/>
                  <a:pt x="2495511" y="120961"/>
                  <a:pt x="2496581" y="126112"/>
                </a:cubicBezTo>
                <a:cubicBezTo>
                  <a:pt x="2497650" y="131262"/>
                  <a:pt x="2499433" y="135759"/>
                  <a:pt x="2501929" y="139602"/>
                </a:cubicBezTo>
                <a:cubicBezTo>
                  <a:pt x="2504425" y="143445"/>
                  <a:pt x="2507773" y="146496"/>
                  <a:pt x="2511973" y="148755"/>
                </a:cubicBezTo>
                <a:cubicBezTo>
                  <a:pt x="2516173" y="151013"/>
                  <a:pt x="2521403" y="152142"/>
                  <a:pt x="2527663" y="152142"/>
                </a:cubicBezTo>
                <a:cubicBezTo>
                  <a:pt x="2533368" y="152142"/>
                  <a:pt x="2538321" y="151112"/>
                  <a:pt x="2542520" y="149052"/>
                </a:cubicBezTo>
                <a:cubicBezTo>
                  <a:pt x="2546720" y="146992"/>
                  <a:pt x="2550167" y="144099"/>
                  <a:pt x="2552861" y="140375"/>
                </a:cubicBezTo>
                <a:cubicBezTo>
                  <a:pt x="2555556" y="136651"/>
                  <a:pt x="2557537" y="132213"/>
                  <a:pt x="2558804" y="127062"/>
                </a:cubicBezTo>
                <a:cubicBezTo>
                  <a:pt x="2560072" y="121912"/>
                  <a:pt x="2560706" y="116246"/>
                  <a:pt x="2560706" y="110065"/>
                </a:cubicBezTo>
                <a:close/>
                <a:moveTo>
                  <a:pt x="2673385" y="63472"/>
                </a:moveTo>
                <a:cubicBezTo>
                  <a:pt x="2673385" y="65215"/>
                  <a:pt x="2673345" y="66681"/>
                  <a:pt x="2673266" y="67870"/>
                </a:cubicBezTo>
                <a:cubicBezTo>
                  <a:pt x="2673187" y="69058"/>
                  <a:pt x="2673028" y="69989"/>
                  <a:pt x="2672791" y="70663"/>
                </a:cubicBezTo>
                <a:cubicBezTo>
                  <a:pt x="2672553" y="71336"/>
                  <a:pt x="2672256" y="71852"/>
                  <a:pt x="2671899" y="72208"/>
                </a:cubicBezTo>
                <a:cubicBezTo>
                  <a:pt x="2671543" y="72565"/>
                  <a:pt x="2671047" y="72743"/>
                  <a:pt x="2670413" y="72743"/>
                </a:cubicBezTo>
                <a:cubicBezTo>
                  <a:pt x="2669779" y="72743"/>
                  <a:pt x="2669007" y="72565"/>
                  <a:pt x="2668096" y="72208"/>
                </a:cubicBezTo>
                <a:cubicBezTo>
                  <a:pt x="2667184" y="71852"/>
                  <a:pt x="2666154" y="71495"/>
                  <a:pt x="2665005" y="71138"/>
                </a:cubicBezTo>
                <a:cubicBezTo>
                  <a:pt x="2663856" y="70782"/>
                  <a:pt x="2662569" y="70445"/>
                  <a:pt x="2661142" y="70128"/>
                </a:cubicBezTo>
                <a:cubicBezTo>
                  <a:pt x="2659716" y="69811"/>
                  <a:pt x="2658171" y="69653"/>
                  <a:pt x="2656507" y="69653"/>
                </a:cubicBezTo>
                <a:cubicBezTo>
                  <a:pt x="2654526" y="69653"/>
                  <a:pt x="2652584" y="70049"/>
                  <a:pt x="2650682" y="70841"/>
                </a:cubicBezTo>
                <a:cubicBezTo>
                  <a:pt x="2648781" y="71634"/>
                  <a:pt x="2646780" y="72941"/>
                  <a:pt x="2644680" y="74764"/>
                </a:cubicBezTo>
                <a:cubicBezTo>
                  <a:pt x="2642580" y="76586"/>
                  <a:pt x="2640381" y="79003"/>
                  <a:pt x="2638083" y="82014"/>
                </a:cubicBezTo>
                <a:cubicBezTo>
                  <a:pt x="2635785" y="85025"/>
                  <a:pt x="2633250" y="88710"/>
                  <a:pt x="2630476" y="93068"/>
                </a:cubicBezTo>
                <a:lnTo>
                  <a:pt x="2630476" y="163434"/>
                </a:lnTo>
                <a:cubicBezTo>
                  <a:pt x="2630476" y="164068"/>
                  <a:pt x="2630318" y="164603"/>
                  <a:pt x="2630001" y="165039"/>
                </a:cubicBezTo>
                <a:cubicBezTo>
                  <a:pt x="2629684" y="165474"/>
                  <a:pt x="2629169" y="165851"/>
                  <a:pt x="2628455" y="166168"/>
                </a:cubicBezTo>
                <a:cubicBezTo>
                  <a:pt x="2627742" y="166485"/>
                  <a:pt x="2626752" y="166722"/>
                  <a:pt x="2625484" y="166881"/>
                </a:cubicBezTo>
                <a:cubicBezTo>
                  <a:pt x="2624216" y="167039"/>
                  <a:pt x="2622592" y="167119"/>
                  <a:pt x="2620611" y="167119"/>
                </a:cubicBezTo>
                <a:cubicBezTo>
                  <a:pt x="2618709" y="167119"/>
                  <a:pt x="2617124" y="167039"/>
                  <a:pt x="2615856" y="166881"/>
                </a:cubicBezTo>
                <a:cubicBezTo>
                  <a:pt x="2614588" y="166722"/>
                  <a:pt x="2613578" y="166485"/>
                  <a:pt x="2612825" y="166168"/>
                </a:cubicBezTo>
                <a:cubicBezTo>
                  <a:pt x="2612072" y="165851"/>
                  <a:pt x="2611557" y="165474"/>
                  <a:pt x="2611280" y="165039"/>
                </a:cubicBezTo>
                <a:cubicBezTo>
                  <a:pt x="2611003" y="164603"/>
                  <a:pt x="2610864" y="164068"/>
                  <a:pt x="2610864" y="163434"/>
                </a:cubicBezTo>
                <a:lnTo>
                  <a:pt x="2610864" y="56459"/>
                </a:lnTo>
                <a:cubicBezTo>
                  <a:pt x="2610864" y="55825"/>
                  <a:pt x="2610983" y="55290"/>
                  <a:pt x="2611221" y="54854"/>
                </a:cubicBezTo>
                <a:cubicBezTo>
                  <a:pt x="2611458" y="54419"/>
                  <a:pt x="2611934" y="54022"/>
                  <a:pt x="2612647" y="53666"/>
                </a:cubicBezTo>
                <a:cubicBezTo>
                  <a:pt x="2613360" y="53309"/>
                  <a:pt x="2614271" y="53071"/>
                  <a:pt x="2615381" y="52953"/>
                </a:cubicBezTo>
                <a:cubicBezTo>
                  <a:pt x="2616490" y="52834"/>
                  <a:pt x="2617956" y="52774"/>
                  <a:pt x="2619779" y="52774"/>
                </a:cubicBezTo>
                <a:cubicBezTo>
                  <a:pt x="2621522" y="52774"/>
                  <a:pt x="2622968" y="52834"/>
                  <a:pt x="2624117" y="52953"/>
                </a:cubicBezTo>
                <a:cubicBezTo>
                  <a:pt x="2625266" y="53071"/>
                  <a:pt x="2626157" y="53309"/>
                  <a:pt x="2626791" y="53666"/>
                </a:cubicBezTo>
                <a:cubicBezTo>
                  <a:pt x="2627425" y="54022"/>
                  <a:pt x="2627881" y="54419"/>
                  <a:pt x="2628158" y="54854"/>
                </a:cubicBezTo>
                <a:cubicBezTo>
                  <a:pt x="2628436" y="55290"/>
                  <a:pt x="2628574" y="55825"/>
                  <a:pt x="2628574" y="56459"/>
                </a:cubicBezTo>
                <a:lnTo>
                  <a:pt x="2628574" y="72030"/>
                </a:lnTo>
                <a:cubicBezTo>
                  <a:pt x="2631506" y="67751"/>
                  <a:pt x="2634260" y="64264"/>
                  <a:pt x="2636835" y="61570"/>
                </a:cubicBezTo>
                <a:cubicBezTo>
                  <a:pt x="2639410" y="58876"/>
                  <a:pt x="2641847" y="56756"/>
                  <a:pt x="2644145" y="55211"/>
                </a:cubicBezTo>
                <a:cubicBezTo>
                  <a:pt x="2646443" y="53666"/>
                  <a:pt x="2648721" y="52596"/>
                  <a:pt x="2650980" y="52002"/>
                </a:cubicBezTo>
                <a:cubicBezTo>
                  <a:pt x="2653238" y="51407"/>
                  <a:pt x="2655516" y="51110"/>
                  <a:pt x="2657814" y="51110"/>
                </a:cubicBezTo>
                <a:cubicBezTo>
                  <a:pt x="2658844" y="51110"/>
                  <a:pt x="2660013" y="51170"/>
                  <a:pt x="2661321" y="51289"/>
                </a:cubicBezTo>
                <a:cubicBezTo>
                  <a:pt x="2662628" y="51407"/>
                  <a:pt x="2663995" y="51625"/>
                  <a:pt x="2665421" y="51942"/>
                </a:cubicBezTo>
                <a:cubicBezTo>
                  <a:pt x="2666848" y="52259"/>
                  <a:pt x="2668135" y="52616"/>
                  <a:pt x="2669284" y="53012"/>
                </a:cubicBezTo>
                <a:cubicBezTo>
                  <a:pt x="2670433" y="53408"/>
                  <a:pt x="2671245" y="53804"/>
                  <a:pt x="2671721" y="54201"/>
                </a:cubicBezTo>
                <a:cubicBezTo>
                  <a:pt x="2672196" y="54597"/>
                  <a:pt x="2672513" y="54973"/>
                  <a:pt x="2672672" y="55330"/>
                </a:cubicBezTo>
                <a:cubicBezTo>
                  <a:pt x="2672830" y="55686"/>
                  <a:pt x="2672969" y="56142"/>
                  <a:pt x="2673088" y="56697"/>
                </a:cubicBezTo>
                <a:cubicBezTo>
                  <a:pt x="2673207" y="57251"/>
                  <a:pt x="2673286" y="58064"/>
                  <a:pt x="2673325" y="59133"/>
                </a:cubicBezTo>
                <a:cubicBezTo>
                  <a:pt x="2673365" y="60203"/>
                  <a:pt x="2673385" y="61649"/>
                  <a:pt x="2673385" y="63472"/>
                </a:cubicBezTo>
                <a:close/>
                <a:moveTo>
                  <a:pt x="2806900" y="155615"/>
                </a:moveTo>
                <a:cubicBezTo>
                  <a:pt x="2806900" y="157930"/>
                  <a:pt x="2806741" y="159767"/>
                  <a:pt x="2806425" y="161124"/>
                </a:cubicBezTo>
                <a:cubicBezTo>
                  <a:pt x="2806108" y="162481"/>
                  <a:pt x="2805632" y="163479"/>
                  <a:pt x="2804998" y="164117"/>
                </a:cubicBezTo>
                <a:cubicBezTo>
                  <a:pt x="2804364" y="164754"/>
                  <a:pt x="2803413" y="165352"/>
                  <a:pt x="2802146" y="165911"/>
                </a:cubicBezTo>
                <a:cubicBezTo>
                  <a:pt x="2800878" y="166471"/>
                  <a:pt x="2799432" y="166930"/>
                  <a:pt x="2797807" y="167289"/>
                </a:cubicBezTo>
                <a:cubicBezTo>
                  <a:pt x="2796183" y="167649"/>
                  <a:pt x="2794459" y="167947"/>
                  <a:pt x="2792637" y="168185"/>
                </a:cubicBezTo>
                <a:cubicBezTo>
                  <a:pt x="2790814" y="168425"/>
                  <a:pt x="2788992" y="168545"/>
                  <a:pt x="2787169" y="168545"/>
                </a:cubicBezTo>
                <a:cubicBezTo>
                  <a:pt x="2781622" y="168545"/>
                  <a:pt x="2776868" y="167812"/>
                  <a:pt x="2772906" y="166346"/>
                </a:cubicBezTo>
                <a:cubicBezTo>
                  <a:pt x="2768944" y="164878"/>
                  <a:pt x="2765695" y="162656"/>
                  <a:pt x="2763159" y="159682"/>
                </a:cubicBezTo>
                <a:cubicBezTo>
                  <a:pt x="2760623" y="156706"/>
                  <a:pt x="2758781" y="152937"/>
                  <a:pt x="2757632" y="148376"/>
                </a:cubicBezTo>
                <a:cubicBezTo>
                  <a:pt x="2756483" y="143812"/>
                  <a:pt x="2755909" y="138436"/>
                  <a:pt x="2755909" y="132248"/>
                </a:cubicBezTo>
                <a:lnTo>
                  <a:pt x="2755909" y="69653"/>
                </a:lnTo>
                <a:lnTo>
                  <a:pt x="2740932" y="69653"/>
                </a:lnTo>
                <a:cubicBezTo>
                  <a:pt x="2739743" y="69653"/>
                  <a:pt x="2738793" y="69015"/>
                  <a:pt x="2738079" y="67740"/>
                </a:cubicBezTo>
                <a:cubicBezTo>
                  <a:pt x="2737366" y="66462"/>
                  <a:pt x="2737010" y="64386"/>
                  <a:pt x="2737010" y="61511"/>
                </a:cubicBezTo>
                <a:cubicBezTo>
                  <a:pt x="2737010" y="59995"/>
                  <a:pt x="2737109" y="58719"/>
                  <a:pt x="2737307" y="57681"/>
                </a:cubicBezTo>
                <a:cubicBezTo>
                  <a:pt x="2737505" y="56643"/>
                  <a:pt x="2737762" y="55785"/>
                  <a:pt x="2738079" y="55107"/>
                </a:cubicBezTo>
                <a:cubicBezTo>
                  <a:pt x="2738396" y="54428"/>
                  <a:pt x="2738812" y="53949"/>
                  <a:pt x="2739327" y="53669"/>
                </a:cubicBezTo>
                <a:cubicBezTo>
                  <a:pt x="2739843" y="53390"/>
                  <a:pt x="2740417" y="53250"/>
                  <a:pt x="2741051" y="53250"/>
                </a:cubicBezTo>
                <a:lnTo>
                  <a:pt x="2755909" y="53250"/>
                </a:lnTo>
                <a:lnTo>
                  <a:pt x="2755909" y="27813"/>
                </a:lnTo>
                <a:cubicBezTo>
                  <a:pt x="2755909" y="27259"/>
                  <a:pt x="2756047" y="26744"/>
                  <a:pt x="2756325" y="26268"/>
                </a:cubicBezTo>
                <a:cubicBezTo>
                  <a:pt x="2756602" y="25793"/>
                  <a:pt x="2757117" y="25377"/>
                  <a:pt x="2757870" y="25020"/>
                </a:cubicBezTo>
                <a:cubicBezTo>
                  <a:pt x="2758623" y="24664"/>
                  <a:pt x="2759633" y="24406"/>
                  <a:pt x="2760901" y="24248"/>
                </a:cubicBezTo>
                <a:cubicBezTo>
                  <a:pt x="2762169" y="24089"/>
                  <a:pt x="2763753" y="24010"/>
                  <a:pt x="2765655" y="24010"/>
                </a:cubicBezTo>
                <a:cubicBezTo>
                  <a:pt x="2767636" y="24010"/>
                  <a:pt x="2769261" y="24089"/>
                  <a:pt x="2770528" y="24248"/>
                </a:cubicBezTo>
                <a:cubicBezTo>
                  <a:pt x="2771796" y="24406"/>
                  <a:pt x="2772787" y="24664"/>
                  <a:pt x="2773500" y="25020"/>
                </a:cubicBezTo>
                <a:cubicBezTo>
                  <a:pt x="2774213" y="25377"/>
                  <a:pt x="2774728" y="25793"/>
                  <a:pt x="2775045" y="26268"/>
                </a:cubicBezTo>
                <a:cubicBezTo>
                  <a:pt x="2775362" y="26744"/>
                  <a:pt x="2775521" y="27259"/>
                  <a:pt x="2775521" y="27813"/>
                </a:cubicBezTo>
                <a:lnTo>
                  <a:pt x="2775521" y="53250"/>
                </a:lnTo>
                <a:lnTo>
                  <a:pt x="2802978" y="53250"/>
                </a:lnTo>
                <a:cubicBezTo>
                  <a:pt x="2803611" y="53250"/>
                  <a:pt x="2804166" y="53390"/>
                  <a:pt x="2804642" y="53669"/>
                </a:cubicBezTo>
                <a:cubicBezTo>
                  <a:pt x="2805117" y="53949"/>
                  <a:pt x="2805533" y="54428"/>
                  <a:pt x="2805890" y="55107"/>
                </a:cubicBezTo>
                <a:cubicBezTo>
                  <a:pt x="2806246" y="55785"/>
                  <a:pt x="2806504" y="56643"/>
                  <a:pt x="2806662" y="57681"/>
                </a:cubicBezTo>
                <a:cubicBezTo>
                  <a:pt x="2806821" y="58719"/>
                  <a:pt x="2806900" y="59995"/>
                  <a:pt x="2806900" y="61511"/>
                </a:cubicBezTo>
                <a:cubicBezTo>
                  <a:pt x="2806900" y="64386"/>
                  <a:pt x="2806543" y="66462"/>
                  <a:pt x="2805830" y="67740"/>
                </a:cubicBezTo>
                <a:cubicBezTo>
                  <a:pt x="2805117" y="69015"/>
                  <a:pt x="2804166" y="69653"/>
                  <a:pt x="2802978" y="69653"/>
                </a:cubicBezTo>
                <a:lnTo>
                  <a:pt x="2775521" y="69653"/>
                </a:lnTo>
                <a:lnTo>
                  <a:pt x="2775521" y="129321"/>
                </a:lnTo>
                <a:cubicBezTo>
                  <a:pt x="2775521" y="136690"/>
                  <a:pt x="2776610" y="142257"/>
                  <a:pt x="2778789" y="146021"/>
                </a:cubicBezTo>
                <a:cubicBezTo>
                  <a:pt x="2780968" y="149785"/>
                  <a:pt x="2784871" y="151667"/>
                  <a:pt x="2790497" y="151667"/>
                </a:cubicBezTo>
                <a:cubicBezTo>
                  <a:pt x="2792320" y="151667"/>
                  <a:pt x="2793944" y="151488"/>
                  <a:pt x="2795370" y="151132"/>
                </a:cubicBezTo>
                <a:cubicBezTo>
                  <a:pt x="2796797" y="150775"/>
                  <a:pt x="2798065" y="150399"/>
                  <a:pt x="2799174" y="150003"/>
                </a:cubicBezTo>
                <a:cubicBezTo>
                  <a:pt x="2800283" y="149606"/>
                  <a:pt x="2801234" y="149230"/>
                  <a:pt x="2802027" y="148873"/>
                </a:cubicBezTo>
                <a:cubicBezTo>
                  <a:pt x="2802819" y="148517"/>
                  <a:pt x="2803532" y="148339"/>
                  <a:pt x="2804166" y="148339"/>
                </a:cubicBezTo>
                <a:cubicBezTo>
                  <a:pt x="2804562" y="148339"/>
                  <a:pt x="2804939" y="148438"/>
                  <a:pt x="2805295" y="148636"/>
                </a:cubicBezTo>
                <a:cubicBezTo>
                  <a:pt x="2805652" y="148834"/>
                  <a:pt x="2805929" y="149210"/>
                  <a:pt x="2806127" y="149765"/>
                </a:cubicBezTo>
                <a:cubicBezTo>
                  <a:pt x="2806325" y="150320"/>
                  <a:pt x="2806504" y="151075"/>
                  <a:pt x="2806662" y="152031"/>
                </a:cubicBezTo>
                <a:cubicBezTo>
                  <a:pt x="2806821" y="152984"/>
                  <a:pt x="2806900" y="154179"/>
                  <a:pt x="2806900" y="155615"/>
                </a:cubicBezTo>
                <a:close/>
                <a:moveTo>
                  <a:pt x="2925042" y="163434"/>
                </a:moveTo>
                <a:cubicBezTo>
                  <a:pt x="2925042" y="164068"/>
                  <a:pt x="2924883" y="164603"/>
                  <a:pt x="2924566" y="165039"/>
                </a:cubicBezTo>
                <a:cubicBezTo>
                  <a:pt x="2924249" y="165474"/>
                  <a:pt x="2923734" y="165851"/>
                  <a:pt x="2923021" y="166168"/>
                </a:cubicBezTo>
                <a:cubicBezTo>
                  <a:pt x="2922308" y="166485"/>
                  <a:pt x="2921317" y="166722"/>
                  <a:pt x="2920049" y="166881"/>
                </a:cubicBezTo>
                <a:cubicBezTo>
                  <a:pt x="2918782" y="167039"/>
                  <a:pt x="2917197" y="167119"/>
                  <a:pt x="2915295" y="167119"/>
                </a:cubicBezTo>
                <a:cubicBezTo>
                  <a:pt x="2913314" y="167119"/>
                  <a:pt x="2911690" y="167039"/>
                  <a:pt x="2910422" y="166881"/>
                </a:cubicBezTo>
                <a:cubicBezTo>
                  <a:pt x="2909154" y="166722"/>
                  <a:pt x="2908163" y="166485"/>
                  <a:pt x="2907450" y="166168"/>
                </a:cubicBezTo>
                <a:cubicBezTo>
                  <a:pt x="2906737" y="165851"/>
                  <a:pt x="2906222" y="165476"/>
                  <a:pt x="2905905" y="165042"/>
                </a:cubicBezTo>
                <a:cubicBezTo>
                  <a:pt x="2905588" y="164606"/>
                  <a:pt x="2905430" y="164072"/>
                  <a:pt x="2905430" y="163438"/>
                </a:cubicBezTo>
                <a:lnTo>
                  <a:pt x="2905430" y="100872"/>
                </a:lnTo>
                <a:cubicBezTo>
                  <a:pt x="2905430" y="94778"/>
                  <a:pt x="2904954" y="89871"/>
                  <a:pt x="2904003" y="86152"/>
                </a:cubicBezTo>
                <a:cubicBezTo>
                  <a:pt x="2903052" y="82433"/>
                  <a:pt x="2901666" y="79228"/>
                  <a:pt x="2899843" y="76539"/>
                </a:cubicBezTo>
                <a:cubicBezTo>
                  <a:pt x="2898021" y="73847"/>
                  <a:pt x="2895663" y="71790"/>
                  <a:pt x="2892771" y="70366"/>
                </a:cubicBezTo>
                <a:cubicBezTo>
                  <a:pt x="2889879" y="68939"/>
                  <a:pt x="2886531" y="68226"/>
                  <a:pt x="2882727" y="68226"/>
                </a:cubicBezTo>
                <a:cubicBezTo>
                  <a:pt x="2877814" y="68226"/>
                  <a:pt x="2872901" y="69968"/>
                  <a:pt x="2867988" y="73452"/>
                </a:cubicBezTo>
                <a:cubicBezTo>
                  <a:pt x="2863075" y="76934"/>
                  <a:pt x="2857925" y="82038"/>
                  <a:pt x="2852536" y="88763"/>
                </a:cubicBezTo>
                <a:lnTo>
                  <a:pt x="2852536" y="163438"/>
                </a:lnTo>
                <a:cubicBezTo>
                  <a:pt x="2852536" y="164072"/>
                  <a:pt x="2852378" y="164606"/>
                  <a:pt x="2852061" y="165042"/>
                </a:cubicBezTo>
                <a:cubicBezTo>
                  <a:pt x="2851744" y="165476"/>
                  <a:pt x="2851229" y="165851"/>
                  <a:pt x="2850516" y="166168"/>
                </a:cubicBezTo>
                <a:cubicBezTo>
                  <a:pt x="2849803" y="166485"/>
                  <a:pt x="2848812" y="166722"/>
                  <a:pt x="2847544" y="166881"/>
                </a:cubicBezTo>
                <a:cubicBezTo>
                  <a:pt x="2846276" y="167039"/>
                  <a:pt x="2844652" y="167119"/>
                  <a:pt x="2842671" y="167119"/>
                </a:cubicBezTo>
                <a:cubicBezTo>
                  <a:pt x="2840769" y="167119"/>
                  <a:pt x="2839184" y="167039"/>
                  <a:pt x="2837917" y="166881"/>
                </a:cubicBezTo>
                <a:cubicBezTo>
                  <a:pt x="2836649" y="166722"/>
                  <a:pt x="2835638" y="166485"/>
                  <a:pt x="2834886" y="166168"/>
                </a:cubicBezTo>
                <a:cubicBezTo>
                  <a:pt x="2834133" y="165851"/>
                  <a:pt x="2833618" y="165474"/>
                  <a:pt x="2833340" y="165039"/>
                </a:cubicBezTo>
                <a:cubicBezTo>
                  <a:pt x="2833063" y="164600"/>
                  <a:pt x="2832924" y="164064"/>
                  <a:pt x="2832924" y="163430"/>
                </a:cubicBezTo>
                <a:lnTo>
                  <a:pt x="2832924" y="4520"/>
                </a:lnTo>
                <a:cubicBezTo>
                  <a:pt x="2832924" y="3887"/>
                  <a:pt x="2833063" y="3332"/>
                  <a:pt x="2833340" y="2856"/>
                </a:cubicBezTo>
                <a:cubicBezTo>
                  <a:pt x="2833618" y="2378"/>
                  <a:pt x="2834133" y="1981"/>
                  <a:pt x="2834886" y="1664"/>
                </a:cubicBezTo>
                <a:cubicBezTo>
                  <a:pt x="2835638" y="1347"/>
                  <a:pt x="2836649" y="1109"/>
                  <a:pt x="2837917" y="951"/>
                </a:cubicBezTo>
                <a:cubicBezTo>
                  <a:pt x="2839184" y="792"/>
                  <a:pt x="2840769" y="713"/>
                  <a:pt x="2842671" y="713"/>
                </a:cubicBezTo>
                <a:cubicBezTo>
                  <a:pt x="2844652" y="713"/>
                  <a:pt x="2846276" y="792"/>
                  <a:pt x="2847544" y="951"/>
                </a:cubicBezTo>
                <a:cubicBezTo>
                  <a:pt x="2848812" y="1109"/>
                  <a:pt x="2849803" y="1348"/>
                  <a:pt x="2850516" y="1668"/>
                </a:cubicBezTo>
                <a:cubicBezTo>
                  <a:pt x="2851229" y="1985"/>
                  <a:pt x="2851744" y="2381"/>
                  <a:pt x="2852061" y="2856"/>
                </a:cubicBezTo>
                <a:cubicBezTo>
                  <a:pt x="2852378" y="3332"/>
                  <a:pt x="2852536" y="3888"/>
                  <a:pt x="2852536" y="4524"/>
                </a:cubicBezTo>
                <a:lnTo>
                  <a:pt x="2852536" y="68702"/>
                </a:lnTo>
                <a:cubicBezTo>
                  <a:pt x="2858162" y="62759"/>
                  <a:pt x="2863828" y="58341"/>
                  <a:pt x="2869534" y="55449"/>
                </a:cubicBezTo>
                <a:cubicBezTo>
                  <a:pt x="2875239" y="52556"/>
                  <a:pt x="2880984" y="51110"/>
                  <a:pt x="2886768" y="51110"/>
                </a:cubicBezTo>
                <a:cubicBezTo>
                  <a:pt x="2893900" y="51110"/>
                  <a:pt x="2899903" y="52319"/>
                  <a:pt x="2904776" y="54736"/>
                </a:cubicBezTo>
                <a:cubicBezTo>
                  <a:pt x="2909649" y="57152"/>
                  <a:pt x="2913591" y="60381"/>
                  <a:pt x="2916603" y="64423"/>
                </a:cubicBezTo>
                <a:cubicBezTo>
                  <a:pt x="2919614" y="68464"/>
                  <a:pt x="2921773" y="73199"/>
                  <a:pt x="2923080" y="78627"/>
                </a:cubicBezTo>
                <a:cubicBezTo>
                  <a:pt x="2924388" y="84055"/>
                  <a:pt x="2925042" y="90612"/>
                  <a:pt x="2925042" y="98298"/>
                </a:cubicBezTo>
                <a:lnTo>
                  <a:pt x="2925042" y="163434"/>
                </a:lnTo>
                <a:close/>
                <a:moveTo>
                  <a:pt x="3052410" y="105311"/>
                </a:moveTo>
                <a:cubicBezTo>
                  <a:pt x="3052410" y="108401"/>
                  <a:pt x="3051637" y="110600"/>
                  <a:pt x="3050092" y="111908"/>
                </a:cubicBezTo>
                <a:cubicBezTo>
                  <a:pt x="3048547" y="113215"/>
                  <a:pt x="3046784" y="113869"/>
                  <a:pt x="3044803" y="113869"/>
                </a:cubicBezTo>
                <a:lnTo>
                  <a:pt x="2974675" y="113869"/>
                </a:lnTo>
                <a:cubicBezTo>
                  <a:pt x="2974675" y="119829"/>
                  <a:pt x="2975269" y="125194"/>
                  <a:pt x="2976458" y="129963"/>
                </a:cubicBezTo>
                <a:cubicBezTo>
                  <a:pt x="2977646" y="134733"/>
                  <a:pt x="2979627" y="138826"/>
                  <a:pt x="2982401" y="142243"/>
                </a:cubicBezTo>
                <a:cubicBezTo>
                  <a:pt x="2985174" y="145661"/>
                  <a:pt x="2988780" y="148284"/>
                  <a:pt x="2993217" y="150114"/>
                </a:cubicBezTo>
                <a:cubicBezTo>
                  <a:pt x="2997655" y="151942"/>
                  <a:pt x="3003083" y="152855"/>
                  <a:pt x="3009501" y="152855"/>
                </a:cubicBezTo>
                <a:cubicBezTo>
                  <a:pt x="3014573" y="152855"/>
                  <a:pt x="3019089" y="152439"/>
                  <a:pt x="3023051" y="151607"/>
                </a:cubicBezTo>
                <a:cubicBezTo>
                  <a:pt x="3027013" y="150775"/>
                  <a:pt x="3030440" y="149844"/>
                  <a:pt x="3033333" y="148814"/>
                </a:cubicBezTo>
                <a:cubicBezTo>
                  <a:pt x="3036225" y="147784"/>
                  <a:pt x="3038602" y="146853"/>
                  <a:pt x="3040464" y="146021"/>
                </a:cubicBezTo>
                <a:cubicBezTo>
                  <a:pt x="3042327" y="145189"/>
                  <a:pt x="3043733" y="144773"/>
                  <a:pt x="3044684" y="144773"/>
                </a:cubicBezTo>
                <a:cubicBezTo>
                  <a:pt x="3045239" y="144773"/>
                  <a:pt x="3045734" y="144911"/>
                  <a:pt x="3046170" y="145189"/>
                </a:cubicBezTo>
                <a:cubicBezTo>
                  <a:pt x="3046606" y="145466"/>
                  <a:pt x="3046942" y="145882"/>
                  <a:pt x="3047180" y="146437"/>
                </a:cubicBezTo>
                <a:cubicBezTo>
                  <a:pt x="3047418" y="146992"/>
                  <a:pt x="3047596" y="147764"/>
                  <a:pt x="3047715" y="148755"/>
                </a:cubicBezTo>
                <a:cubicBezTo>
                  <a:pt x="3047834" y="149745"/>
                  <a:pt x="3047893" y="150954"/>
                  <a:pt x="3047893" y="152380"/>
                </a:cubicBezTo>
                <a:cubicBezTo>
                  <a:pt x="3047893" y="153410"/>
                  <a:pt x="3047854" y="154301"/>
                  <a:pt x="3047774" y="155054"/>
                </a:cubicBezTo>
                <a:cubicBezTo>
                  <a:pt x="3047695" y="155807"/>
                  <a:pt x="3047596" y="156481"/>
                  <a:pt x="3047477" y="157075"/>
                </a:cubicBezTo>
                <a:cubicBezTo>
                  <a:pt x="3047358" y="157669"/>
                  <a:pt x="3047160" y="158204"/>
                  <a:pt x="3046883" y="158680"/>
                </a:cubicBezTo>
                <a:cubicBezTo>
                  <a:pt x="3046606" y="159155"/>
                  <a:pt x="3046249" y="159611"/>
                  <a:pt x="3045813" y="160046"/>
                </a:cubicBezTo>
                <a:cubicBezTo>
                  <a:pt x="3045377" y="160482"/>
                  <a:pt x="3044090" y="161195"/>
                  <a:pt x="3041950" y="162186"/>
                </a:cubicBezTo>
                <a:cubicBezTo>
                  <a:pt x="3039811" y="163176"/>
                  <a:pt x="3037037" y="164147"/>
                  <a:pt x="3033630" y="165098"/>
                </a:cubicBezTo>
                <a:cubicBezTo>
                  <a:pt x="3030223" y="166049"/>
                  <a:pt x="3026280" y="166901"/>
                  <a:pt x="3021803" y="167654"/>
                </a:cubicBezTo>
                <a:cubicBezTo>
                  <a:pt x="3017326" y="168406"/>
                  <a:pt x="3012552" y="168783"/>
                  <a:pt x="3007480" y="168783"/>
                </a:cubicBezTo>
                <a:cubicBezTo>
                  <a:pt x="2998685" y="168783"/>
                  <a:pt x="2990979" y="167553"/>
                  <a:pt x="2984362" y="165094"/>
                </a:cubicBezTo>
                <a:cubicBezTo>
                  <a:pt x="2977745" y="162635"/>
                  <a:pt x="2972179" y="158987"/>
                  <a:pt x="2967662" y="154148"/>
                </a:cubicBezTo>
                <a:cubicBezTo>
                  <a:pt x="2963145" y="149309"/>
                  <a:pt x="2959738" y="143241"/>
                  <a:pt x="2957440" y="135944"/>
                </a:cubicBezTo>
                <a:cubicBezTo>
                  <a:pt x="2955142" y="128646"/>
                  <a:pt x="2953993" y="120159"/>
                  <a:pt x="2953993" y="110481"/>
                </a:cubicBezTo>
                <a:cubicBezTo>
                  <a:pt x="2953993" y="101280"/>
                  <a:pt x="2955182" y="93010"/>
                  <a:pt x="2957559" y="85673"/>
                </a:cubicBezTo>
                <a:cubicBezTo>
                  <a:pt x="2959936" y="78336"/>
                  <a:pt x="2963363" y="72109"/>
                  <a:pt x="2967840" y="66993"/>
                </a:cubicBezTo>
                <a:cubicBezTo>
                  <a:pt x="2972317" y="61877"/>
                  <a:pt x="2977726" y="57951"/>
                  <a:pt x="2984065" y="55215"/>
                </a:cubicBezTo>
                <a:cubicBezTo>
                  <a:pt x="2990404" y="52478"/>
                  <a:pt x="2997496" y="51110"/>
                  <a:pt x="3005341" y="51110"/>
                </a:cubicBezTo>
                <a:cubicBezTo>
                  <a:pt x="3013740" y="51110"/>
                  <a:pt x="3020892" y="52457"/>
                  <a:pt x="3026795" y="55152"/>
                </a:cubicBezTo>
                <a:cubicBezTo>
                  <a:pt x="3032699" y="57846"/>
                  <a:pt x="3037552" y="61471"/>
                  <a:pt x="3041356" y="66027"/>
                </a:cubicBezTo>
                <a:cubicBezTo>
                  <a:pt x="3045159" y="70584"/>
                  <a:pt x="3047953" y="75932"/>
                  <a:pt x="3049736" y="82074"/>
                </a:cubicBezTo>
                <a:cubicBezTo>
                  <a:pt x="3051518" y="88215"/>
                  <a:pt x="3052410" y="94772"/>
                  <a:pt x="3052410" y="101745"/>
                </a:cubicBezTo>
                <a:lnTo>
                  <a:pt x="3052410" y="105311"/>
                </a:lnTo>
                <a:moveTo>
                  <a:pt x="3032679" y="99368"/>
                </a:moveTo>
                <a:cubicBezTo>
                  <a:pt x="3032917" y="89141"/>
                  <a:pt x="3030639" y="81116"/>
                  <a:pt x="3025844" y="75295"/>
                </a:cubicBezTo>
                <a:cubicBezTo>
                  <a:pt x="3021050" y="69473"/>
                  <a:pt x="3013939" y="66562"/>
                  <a:pt x="3004509" y="66562"/>
                </a:cubicBezTo>
                <a:cubicBezTo>
                  <a:pt x="2999675" y="66562"/>
                  <a:pt x="2995436" y="67467"/>
                  <a:pt x="2991791" y="69277"/>
                </a:cubicBezTo>
                <a:cubicBezTo>
                  <a:pt x="2988146" y="71085"/>
                  <a:pt x="2985095" y="73485"/>
                  <a:pt x="2982638" y="76476"/>
                </a:cubicBezTo>
                <a:cubicBezTo>
                  <a:pt x="2980182" y="79465"/>
                  <a:pt x="2978280" y="82946"/>
                  <a:pt x="2976933" y="86921"/>
                </a:cubicBezTo>
                <a:cubicBezTo>
                  <a:pt x="2975586" y="90893"/>
                  <a:pt x="2974833" y="95042"/>
                  <a:pt x="2974675" y="99368"/>
                </a:cubicBezTo>
                <a:lnTo>
                  <a:pt x="3032679" y="99368"/>
                </a:lnTo>
                <a:close/>
                <a:moveTo>
                  <a:pt x="3229517" y="163434"/>
                </a:moveTo>
                <a:cubicBezTo>
                  <a:pt x="3229517" y="164068"/>
                  <a:pt x="3229359" y="164603"/>
                  <a:pt x="3229042" y="165039"/>
                </a:cubicBezTo>
                <a:cubicBezTo>
                  <a:pt x="3228725" y="165474"/>
                  <a:pt x="3228210" y="165851"/>
                  <a:pt x="3227496" y="166168"/>
                </a:cubicBezTo>
                <a:cubicBezTo>
                  <a:pt x="3226783" y="166485"/>
                  <a:pt x="3225793" y="166722"/>
                  <a:pt x="3224525" y="166881"/>
                </a:cubicBezTo>
                <a:cubicBezTo>
                  <a:pt x="3223257" y="167039"/>
                  <a:pt x="3221672" y="167119"/>
                  <a:pt x="3219771" y="167119"/>
                </a:cubicBezTo>
                <a:cubicBezTo>
                  <a:pt x="3217790" y="167119"/>
                  <a:pt x="3216165" y="167039"/>
                  <a:pt x="3214897" y="166881"/>
                </a:cubicBezTo>
                <a:cubicBezTo>
                  <a:pt x="3213629" y="166722"/>
                  <a:pt x="3212639" y="166485"/>
                  <a:pt x="3211926" y="166168"/>
                </a:cubicBezTo>
                <a:cubicBezTo>
                  <a:pt x="3211213" y="165851"/>
                  <a:pt x="3210697" y="165476"/>
                  <a:pt x="3210381" y="165042"/>
                </a:cubicBezTo>
                <a:cubicBezTo>
                  <a:pt x="3210064" y="164606"/>
                  <a:pt x="3209905" y="164072"/>
                  <a:pt x="3209905" y="163438"/>
                </a:cubicBezTo>
                <a:lnTo>
                  <a:pt x="3209905" y="100872"/>
                </a:lnTo>
                <a:cubicBezTo>
                  <a:pt x="3209905" y="94778"/>
                  <a:pt x="3209430" y="89871"/>
                  <a:pt x="3208479" y="86152"/>
                </a:cubicBezTo>
                <a:cubicBezTo>
                  <a:pt x="3207528" y="82433"/>
                  <a:pt x="3206141" y="79228"/>
                  <a:pt x="3204319" y="76539"/>
                </a:cubicBezTo>
                <a:cubicBezTo>
                  <a:pt x="3202496" y="73847"/>
                  <a:pt x="3200139" y="71790"/>
                  <a:pt x="3197246" y="70366"/>
                </a:cubicBezTo>
                <a:cubicBezTo>
                  <a:pt x="3194354" y="68939"/>
                  <a:pt x="3191006" y="68226"/>
                  <a:pt x="3187203" y="68226"/>
                </a:cubicBezTo>
                <a:cubicBezTo>
                  <a:pt x="3182290" y="68226"/>
                  <a:pt x="3177377" y="69968"/>
                  <a:pt x="3172464" y="73452"/>
                </a:cubicBezTo>
                <a:cubicBezTo>
                  <a:pt x="3167551" y="76934"/>
                  <a:pt x="3162400" y="82038"/>
                  <a:pt x="3157012" y="88763"/>
                </a:cubicBezTo>
                <a:lnTo>
                  <a:pt x="3157012" y="163438"/>
                </a:lnTo>
                <a:cubicBezTo>
                  <a:pt x="3157012" y="164072"/>
                  <a:pt x="3156853" y="164606"/>
                  <a:pt x="3156536" y="165042"/>
                </a:cubicBezTo>
                <a:cubicBezTo>
                  <a:pt x="3156219" y="165476"/>
                  <a:pt x="3155704" y="165851"/>
                  <a:pt x="3154991" y="166168"/>
                </a:cubicBezTo>
                <a:cubicBezTo>
                  <a:pt x="3154278" y="166485"/>
                  <a:pt x="3153288" y="166722"/>
                  <a:pt x="3152020" y="166881"/>
                </a:cubicBezTo>
                <a:cubicBezTo>
                  <a:pt x="3150752" y="167039"/>
                  <a:pt x="3149127" y="167119"/>
                  <a:pt x="3147146" y="167119"/>
                </a:cubicBezTo>
                <a:cubicBezTo>
                  <a:pt x="3145245" y="167119"/>
                  <a:pt x="3143660" y="167039"/>
                  <a:pt x="3142392" y="166881"/>
                </a:cubicBezTo>
                <a:cubicBezTo>
                  <a:pt x="3141124" y="166722"/>
                  <a:pt x="3140114" y="166485"/>
                  <a:pt x="3139361" y="166168"/>
                </a:cubicBezTo>
                <a:cubicBezTo>
                  <a:pt x="3138608" y="165851"/>
                  <a:pt x="3138093" y="165474"/>
                  <a:pt x="3137816" y="165039"/>
                </a:cubicBezTo>
                <a:cubicBezTo>
                  <a:pt x="3137538" y="164603"/>
                  <a:pt x="3137400" y="164068"/>
                  <a:pt x="3137400" y="163434"/>
                </a:cubicBezTo>
                <a:lnTo>
                  <a:pt x="3137400" y="56459"/>
                </a:lnTo>
                <a:cubicBezTo>
                  <a:pt x="3137400" y="55825"/>
                  <a:pt x="3137519" y="55290"/>
                  <a:pt x="3137756" y="54854"/>
                </a:cubicBezTo>
                <a:cubicBezTo>
                  <a:pt x="3137994" y="54419"/>
                  <a:pt x="3138470" y="54022"/>
                  <a:pt x="3139183" y="53666"/>
                </a:cubicBezTo>
                <a:cubicBezTo>
                  <a:pt x="3139896" y="53309"/>
                  <a:pt x="3140807" y="53071"/>
                  <a:pt x="3141917" y="52953"/>
                </a:cubicBezTo>
                <a:cubicBezTo>
                  <a:pt x="3143026" y="52834"/>
                  <a:pt x="3144492" y="52774"/>
                  <a:pt x="3146314" y="52774"/>
                </a:cubicBezTo>
                <a:cubicBezTo>
                  <a:pt x="3148058" y="52774"/>
                  <a:pt x="3149504" y="52834"/>
                  <a:pt x="3150653" y="52953"/>
                </a:cubicBezTo>
                <a:cubicBezTo>
                  <a:pt x="3151802" y="53071"/>
                  <a:pt x="3152693" y="53309"/>
                  <a:pt x="3153327" y="53666"/>
                </a:cubicBezTo>
                <a:cubicBezTo>
                  <a:pt x="3153961" y="54022"/>
                  <a:pt x="3154417" y="54419"/>
                  <a:pt x="3154694" y="54854"/>
                </a:cubicBezTo>
                <a:cubicBezTo>
                  <a:pt x="3154971" y="55290"/>
                  <a:pt x="3155110" y="55825"/>
                  <a:pt x="3155110" y="56459"/>
                </a:cubicBezTo>
                <a:lnTo>
                  <a:pt x="3155110" y="70603"/>
                </a:lnTo>
                <a:cubicBezTo>
                  <a:pt x="3161132" y="63868"/>
                  <a:pt x="3167135" y="58935"/>
                  <a:pt x="3173118" y="55805"/>
                </a:cubicBezTo>
                <a:cubicBezTo>
                  <a:pt x="3179100" y="52675"/>
                  <a:pt x="3185142" y="51110"/>
                  <a:pt x="3191244" y="51110"/>
                </a:cubicBezTo>
                <a:cubicBezTo>
                  <a:pt x="3198376" y="51110"/>
                  <a:pt x="3204378" y="52319"/>
                  <a:pt x="3209251" y="54736"/>
                </a:cubicBezTo>
                <a:cubicBezTo>
                  <a:pt x="3214125" y="57152"/>
                  <a:pt x="3218067" y="60381"/>
                  <a:pt x="3221078" y="64423"/>
                </a:cubicBezTo>
                <a:cubicBezTo>
                  <a:pt x="3224089" y="68464"/>
                  <a:pt x="3226248" y="73199"/>
                  <a:pt x="3227556" y="78627"/>
                </a:cubicBezTo>
                <a:cubicBezTo>
                  <a:pt x="3228863" y="84055"/>
                  <a:pt x="3229517" y="90572"/>
                  <a:pt x="3229517" y="98179"/>
                </a:cubicBezTo>
                <a:lnTo>
                  <a:pt x="3229517" y="163434"/>
                </a:lnTo>
                <a:close/>
                <a:moveTo>
                  <a:pt x="3356885" y="105311"/>
                </a:moveTo>
                <a:cubicBezTo>
                  <a:pt x="3356885" y="108401"/>
                  <a:pt x="3356113" y="110600"/>
                  <a:pt x="3354568" y="111908"/>
                </a:cubicBezTo>
                <a:cubicBezTo>
                  <a:pt x="3353022" y="113215"/>
                  <a:pt x="3351259" y="113869"/>
                  <a:pt x="3349278" y="113869"/>
                </a:cubicBezTo>
                <a:lnTo>
                  <a:pt x="3279150" y="113869"/>
                </a:lnTo>
                <a:cubicBezTo>
                  <a:pt x="3279150" y="119829"/>
                  <a:pt x="3279745" y="125194"/>
                  <a:pt x="3280933" y="129963"/>
                </a:cubicBezTo>
                <a:cubicBezTo>
                  <a:pt x="3282122" y="134733"/>
                  <a:pt x="3284103" y="138826"/>
                  <a:pt x="3286876" y="142243"/>
                </a:cubicBezTo>
                <a:cubicBezTo>
                  <a:pt x="3289650" y="145661"/>
                  <a:pt x="3293255" y="148284"/>
                  <a:pt x="3297693" y="150114"/>
                </a:cubicBezTo>
                <a:cubicBezTo>
                  <a:pt x="3302130" y="151942"/>
                  <a:pt x="3307558" y="152855"/>
                  <a:pt x="3313977" y="152855"/>
                </a:cubicBezTo>
                <a:cubicBezTo>
                  <a:pt x="3319048" y="152855"/>
                  <a:pt x="3323565" y="152439"/>
                  <a:pt x="3327527" y="151607"/>
                </a:cubicBezTo>
                <a:cubicBezTo>
                  <a:pt x="3331489" y="150775"/>
                  <a:pt x="3334916" y="149844"/>
                  <a:pt x="3337808" y="148814"/>
                </a:cubicBezTo>
                <a:cubicBezTo>
                  <a:pt x="3340701" y="147784"/>
                  <a:pt x="3343078" y="146853"/>
                  <a:pt x="3344940" y="146021"/>
                </a:cubicBezTo>
                <a:cubicBezTo>
                  <a:pt x="3346802" y="145189"/>
                  <a:pt x="3348209" y="144773"/>
                  <a:pt x="3349159" y="144773"/>
                </a:cubicBezTo>
                <a:cubicBezTo>
                  <a:pt x="3349714" y="144773"/>
                  <a:pt x="3350209" y="144911"/>
                  <a:pt x="3350645" y="145189"/>
                </a:cubicBezTo>
                <a:cubicBezTo>
                  <a:pt x="3351081" y="145466"/>
                  <a:pt x="3351418" y="145882"/>
                  <a:pt x="3351656" y="146437"/>
                </a:cubicBezTo>
                <a:cubicBezTo>
                  <a:pt x="3351893" y="146992"/>
                  <a:pt x="3352072" y="147764"/>
                  <a:pt x="3352190" y="148755"/>
                </a:cubicBezTo>
                <a:cubicBezTo>
                  <a:pt x="3352309" y="149745"/>
                  <a:pt x="3352369" y="150954"/>
                  <a:pt x="3352369" y="152380"/>
                </a:cubicBezTo>
                <a:cubicBezTo>
                  <a:pt x="3352369" y="153410"/>
                  <a:pt x="3352329" y="154301"/>
                  <a:pt x="3352250" y="155054"/>
                </a:cubicBezTo>
                <a:cubicBezTo>
                  <a:pt x="3352171" y="155807"/>
                  <a:pt x="3352072" y="156481"/>
                  <a:pt x="3351953" y="157075"/>
                </a:cubicBezTo>
                <a:cubicBezTo>
                  <a:pt x="3351834" y="157669"/>
                  <a:pt x="3351636" y="158204"/>
                  <a:pt x="3351358" y="158680"/>
                </a:cubicBezTo>
                <a:cubicBezTo>
                  <a:pt x="3351081" y="159155"/>
                  <a:pt x="3350724" y="159611"/>
                  <a:pt x="3350289" y="160046"/>
                </a:cubicBezTo>
                <a:cubicBezTo>
                  <a:pt x="3349853" y="160482"/>
                  <a:pt x="3348565" y="161195"/>
                  <a:pt x="3346426" y="162186"/>
                </a:cubicBezTo>
                <a:cubicBezTo>
                  <a:pt x="3344286" y="163176"/>
                  <a:pt x="3341513" y="164147"/>
                  <a:pt x="3338105" y="165098"/>
                </a:cubicBezTo>
                <a:cubicBezTo>
                  <a:pt x="3334698" y="166049"/>
                  <a:pt x="3330756" y="166901"/>
                  <a:pt x="3326279" y="167654"/>
                </a:cubicBezTo>
                <a:cubicBezTo>
                  <a:pt x="3321802" y="168406"/>
                  <a:pt x="3317027" y="168783"/>
                  <a:pt x="3311956" y="168783"/>
                </a:cubicBezTo>
                <a:cubicBezTo>
                  <a:pt x="3303160" y="168783"/>
                  <a:pt x="3295454" y="167553"/>
                  <a:pt x="3288837" y="165094"/>
                </a:cubicBezTo>
                <a:cubicBezTo>
                  <a:pt x="3282221" y="162635"/>
                  <a:pt x="3276654" y="158987"/>
                  <a:pt x="3272137" y="154148"/>
                </a:cubicBezTo>
                <a:cubicBezTo>
                  <a:pt x="3267621" y="149309"/>
                  <a:pt x="3264213" y="143241"/>
                  <a:pt x="3261915" y="135944"/>
                </a:cubicBezTo>
                <a:cubicBezTo>
                  <a:pt x="3259617" y="128646"/>
                  <a:pt x="3258468" y="120159"/>
                  <a:pt x="3258468" y="110481"/>
                </a:cubicBezTo>
                <a:cubicBezTo>
                  <a:pt x="3258468" y="101280"/>
                  <a:pt x="3259657" y="93010"/>
                  <a:pt x="3262034" y="85673"/>
                </a:cubicBezTo>
                <a:cubicBezTo>
                  <a:pt x="3264412" y="78336"/>
                  <a:pt x="3267839" y="72109"/>
                  <a:pt x="3272316" y="66993"/>
                </a:cubicBezTo>
                <a:cubicBezTo>
                  <a:pt x="3276793" y="61877"/>
                  <a:pt x="3282201" y="57951"/>
                  <a:pt x="3288540" y="55215"/>
                </a:cubicBezTo>
                <a:cubicBezTo>
                  <a:pt x="3294880" y="52478"/>
                  <a:pt x="3301972" y="51110"/>
                  <a:pt x="3309816" y="51110"/>
                </a:cubicBezTo>
                <a:cubicBezTo>
                  <a:pt x="3318216" y="51110"/>
                  <a:pt x="3325367" y="52457"/>
                  <a:pt x="3331271" y="55152"/>
                </a:cubicBezTo>
                <a:cubicBezTo>
                  <a:pt x="3337174" y="57846"/>
                  <a:pt x="3342028" y="61471"/>
                  <a:pt x="3345831" y="66027"/>
                </a:cubicBezTo>
                <a:cubicBezTo>
                  <a:pt x="3349635" y="70584"/>
                  <a:pt x="3352428" y="75932"/>
                  <a:pt x="3354211" y="82074"/>
                </a:cubicBezTo>
                <a:cubicBezTo>
                  <a:pt x="3355994" y="88215"/>
                  <a:pt x="3356885" y="94772"/>
                  <a:pt x="3356885" y="101745"/>
                </a:cubicBezTo>
                <a:lnTo>
                  <a:pt x="3356885" y="105311"/>
                </a:lnTo>
                <a:moveTo>
                  <a:pt x="3337154" y="99368"/>
                </a:moveTo>
                <a:cubicBezTo>
                  <a:pt x="3337392" y="89141"/>
                  <a:pt x="3335114" y="81116"/>
                  <a:pt x="3330320" y="75295"/>
                </a:cubicBezTo>
                <a:cubicBezTo>
                  <a:pt x="3325526" y="69473"/>
                  <a:pt x="3318414" y="66562"/>
                  <a:pt x="3308984" y="66562"/>
                </a:cubicBezTo>
                <a:cubicBezTo>
                  <a:pt x="3304151" y="66562"/>
                  <a:pt x="3299911" y="67467"/>
                  <a:pt x="3296266" y="69277"/>
                </a:cubicBezTo>
                <a:cubicBezTo>
                  <a:pt x="3292621" y="71085"/>
                  <a:pt x="3289570" y="73485"/>
                  <a:pt x="3287114" y="76476"/>
                </a:cubicBezTo>
                <a:cubicBezTo>
                  <a:pt x="3284658" y="79465"/>
                  <a:pt x="3282756" y="82946"/>
                  <a:pt x="3281409" y="86921"/>
                </a:cubicBezTo>
                <a:cubicBezTo>
                  <a:pt x="3280062" y="90893"/>
                  <a:pt x="3279309" y="95042"/>
                  <a:pt x="3279150" y="99368"/>
                </a:cubicBezTo>
                <a:lnTo>
                  <a:pt x="3337154" y="99368"/>
                </a:lnTo>
                <a:close/>
                <a:moveTo>
                  <a:pt x="3467995" y="161176"/>
                </a:moveTo>
                <a:cubicBezTo>
                  <a:pt x="3468629" y="162285"/>
                  <a:pt x="3468946" y="163216"/>
                  <a:pt x="3468946" y="163969"/>
                </a:cubicBezTo>
                <a:cubicBezTo>
                  <a:pt x="3468946" y="164722"/>
                  <a:pt x="3468570" y="165336"/>
                  <a:pt x="3467817" y="165811"/>
                </a:cubicBezTo>
                <a:cubicBezTo>
                  <a:pt x="3467064" y="166287"/>
                  <a:pt x="3465915" y="166623"/>
                  <a:pt x="3464370" y="166821"/>
                </a:cubicBezTo>
                <a:cubicBezTo>
                  <a:pt x="3462825" y="167020"/>
                  <a:pt x="3460824" y="167119"/>
                  <a:pt x="3458368" y="167119"/>
                </a:cubicBezTo>
                <a:cubicBezTo>
                  <a:pt x="3455990" y="167119"/>
                  <a:pt x="3454108" y="167059"/>
                  <a:pt x="3452722" y="166940"/>
                </a:cubicBezTo>
                <a:cubicBezTo>
                  <a:pt x="3451335" y="166821"/>
                  <a:pt x="3450226" y="166623"/>
                  <a:pt x="3449394" y="166346"/>
                </a:cubicBezTo>
                <a:cubicBezTo>
                  <a:pt x="3448562" y="166069"/>
                  <a:pt x="3447928" y="165712"/>
                  <a:pt x="3447492" y="165276"/>
                </a:cubicBezTo>
                <a:cubicBezTo>
                  <a:pt x="3447056" y="164840"/>
                  <a:pt x="3446680" y="164345"/>
                  <a:pt x="3446363" y="163791"/>
                </a:cubicBezTo>
                <a:lnTo>
                  <a:pt x="3420689" y="121357"/>
                </a:lnTo>
                <a:lnTo>
                  <a:pt x="3395134" y="163791"/>
                </a:lnTo>
                <a:cubicBezTo>
                  <a:pt x="3394817" y="164345"/>
                  <a:pt x="3394440" y="164840"/>
                  <a:pt x="3394004" y="165276"/>
                </a:cubicBezTo>
                <a:cubicBezTo>
                  <a:pt x="3393569" y="165712"/>
                  <a:pt x="3392935" y="166069"/>
                  <a:pt x="3392103" y="166346"/>
                </a:cubicBezTo>
                <a:cubicBezTo>
                  <a:pt x="3391271" y="166623"/>
                  <a:pt x="3390181" y="166821"/>
                  <a:pt x="3388834" y="166940"/>
                </a:cubicBezTo>
                <a:cubicBezTo>
                  <a:pt x="3387487" y="167059"/>
                  <a:pt x="3385704" y="167119"/>
                  <a:pt x="3383485" y="167119"/>
                </a:cubicBezTo>
                <a:cubicBezTo>
                  <a:pt x="3381187" y="167119"/>
                  <a:pt x="3379305" y="167020"/>
                  <a:pt x="3377839" y="166821"/>
                </a:cubicBezTo>
                <a:cubicBezTo>
                  <a:pt x="3376373" y="166623"/>
                  <a:pt x="3375304" y="166287"/>
                  <a:pt x="3374630" y="165811"/>
                </a:cubicBezTo>
                <a:cubicBezTo>
                  <a:pt x="3373956" y="165336"/>
                  <a:pt x="3373640" y="164722"/>
                  <a:pt x="3373679" y="163969"/>
                </a:cubicBezTo>
                <a:cubicBezTo>
                  <a:pt x="3373719" y="163216"/>
                  <a:pt x="3374095" y="162285"/>
                  <a:pt x="3374808" y="161176"/>
                </a:cubicBezTo>
                <a:lnTo>
                  <a:pt x="3408089" y="108996"/>
                </a:lnTo>
                <a:lnTo>
                  <a:pt x="3376591" y="58717"/>
                </a:lnTo>
                <a:cubicBezTo>
                  <a:pt x="3375957" y="57608"/>
                  <a:pt x="3375621" y="56677"/>
                  <a:pt x="3375581" y="55924"/>
                </a:cubicBezTo>
                <a:cubicBezTo>
                  <a:pt x="3375541" y="55171"/>
                  <a:pt x="3375898" y="54537"/>
                  <a:pt x="3376651" y="54022"/>
                </a:cubicBezTo>
                <a:cubicBezTo>
                  <a:pt x="3377403" y="53507"/>
                  <a:pt x="3378552" y="53171"/>
                  <a:pt x="3380098" y="53012"/>
                </a:cubicBezTo>
                <a:cubicBezTo>
                  <a:pt x="3381643" y="52854"/>
                  <a:pt x="3383683" y="52774"/>
                  <a:pt x="3386219" y="52774"/>
                </a:cubicBezTo>
                <a:cubicBezTo>
                  <a:pt x="3388517" y="52774"/>
                  <a:pt x="3390359" y="52834"/>
                  <a:pt x="3391746" y="52953"/>
                </a:cubicBezTo>
                <a:cubicBezTo>
                  <a:pt x="3393133" y="53071"/>
                  <a:pt x="3394222" y="53250"/>
                  <a:pt x="3395015" y="53487"/>
                </a:cubicBezTo>
                <a:cubicBezTo>
                  <a:pt x="3395807" y="53725"/>
                  <a:pt x="3396401" y="54042"/>
                  <a:pt x="3396798" y="54438"/>
                </a:cubicBezTo>
                <a:cubicBezTo>
                  <a:pt x="3397194" y="54835"/>
                  <a:pt x="3397550" y="55310"/>
                  <a:pt x="3397867" y="55865"/>
                </a:cubicBezTo>
                <a:lnTo>
                  <a:pt x="3422234" y="95683"/>
                </a:lnTo>
                <a:lnTo>
                  <a:pt x="3446957" y="55865"/>
                </a:lnTo>
                <a:cubicBezTo>
                  <a:pt x="3447274" y="55389"/>
                  <a:pt x="3447631" y="54953"/>
                  <a:pt x="3448027" y="54557"/>
                </a:cubicBezTo>
                <a:cubicBezTo>
                  <a:pt x="3448423" y="54161"/>
                  <a:pt x="3448958" y="53824"/>
                  <a:pt x="3449631" y="53547"/>
                </a:cubicBezTo>
                <a:cubicBezTo>
                  <a:pt x="3450305" y="53270"/>
                  <a:pt x="3451256" y="53071"/>
                  <a:pt x="3452484" y="52953"/>
                </a:cubicBezTo>
                <a:cubicBezTo>
                  <a:pt x="3453712" y="52834"/>
                  <a:pt x="3455396" y="52774"/>
                  <a:pt x="3457536" y="52774"/>
                </a:cubicBezTo>
                <a:cubicBezTo>
                  <a:pt x="3459834" y="52774"/>
                  <a:pt x="3461716" y="52854"/>
                  <a:pt x="3463182" y="53012"/>
                </a:cubicBezTo>
                <a:cubicBezTo>
                  <a:pt x="3464647" y="53171"/>
                  <a:pt x="3465737" y="53468"/>
                  <a:pt x="3466450" y="53903"/>
                </a:cubicBezTo>
                <a:cubicBezTo>
                  <a:pt x="3467163" y="54339"/>
                  <a:pt x="3467480" y="54953"/>
                  <a:pt x="3467401" y="55746"/>
                </a:cubicBezTo>
                <a:cubicBezTo>
                  <a:pt x="3467322" y="56538"/>
                  <a:pt x="3466926" y="57529"/>
                  <a:pt x="3466212" y="58717"/>
                </a:cubicBezTo>
                <a:lnTo>
                  <a:pt x="3434952" y="108401"/>
                </a:lnTo>
                <a:lnTo>
                  <a:pt x="3467995" y="161176"/>
                </a:lnTo>
                <a:close/>
                <a:moveTo>
                  <a:pt x="3548630" y="155615"/>
                </a:moveTo>
                <a:cubicBezTo>
                  <a:pt x="3548630" y="157930"/>
                  <a:pt x="3548471" y="159767"/>
                  <a:pt x="3548154" y="161124"/>
                </a:cubicBezTo>
                <a:cubicBezTo>
                  <a:pt x="3547837" y="162481"/>
                  <a:pt x="3547362" y="163479"/>
                  <a:pt x="3546728" y="164117"/>
                </a:cubicBezTo>
                <a:cubicBezTo>
                  <a:pt x="3546094" y="164754"/>
                  <a:pt x="3545143" y="165352"/>
                  <a:pt x="3543875" y="165911"/>
                </a:cubicBezTo>
                <a:cubicBezTo>
                  <a:pt x="3542608" y="166471"/>
                  <a:pt x="3541161" y="166930"/>
                  <a:pt x="3539537" y="167289"/>
                </a:cubicBezTo>
                <a:cubicBezTo>
                  <a:pt x="3537913" y="167649"/>
                  <a:pt x="3536189" y="167947"/>
                  <a:pt x="3534366" y="168185"/>
                </a:cubicBezTo>
                <a:cubicBezTo>
                  <a:pt x="3532544" y="168425"/>
                  <a:pt x="3530721" y="168545"/>
                  <a:pt x="3528899" y="168545"/>
                </a:cubicBezTo>
                <a:cubicBezTo>
                  <a:pt x="3523352" y="168545"/>
                  <a:pt x="3518598" y="167812"/>
                  <a:pt x="3514636" y="166346"/>
                </a:cubicBezTo>
                <a:cubicBezTo>
                  <a:pt x="3510674" y="164878"/>
                  <a:pt x="3507425" y="162656"/>
                  <a:pt x="3504889" y="159682"/>
                </a:cubicBezTo>
                <a:cubicBezTo>
                  <a:pt x="3502353" y="156706"/>
                  <a:pt x="3500511" y="152937"/>
                  <a:pt x="3499362" y="148376"/>
                </a:cubicBezTo>
                <a:cubicBezTo>
                  <a:pt x="3498213" y="143812"/>
                  <a:pt x="3497638" y="138436"/>
                  <a:pt x="3497638" y="132248"/>
                </a:cubicBezTo>
                <a:lnTo>
                  <a:pt x="3497638" y="69653"/>
                </a:lnTo>
                <a:lnTo>
                  <a:pt x="3482662" y="69653"/>
                </a:lnTo>
                <a:cubicBezTo>
                  <a:pt x="3481473" y="69653"/>
                  <a:pt x="3480522" y="69015"/>
                  <a:pt x="3479809" y="67740"/>
                </a:cubicBezTo>
                <a:cubicBezTo>
                  <a:pt x="3479096" y="66462"/>
                  <a:pt x="3478740" y="64386"/>
                  <a:pt x="3478740" y="61511"/>
                </a:cubicBezTo>
                <a:cubicBezTo>
                  <a:pt x="3478740" y="59995"/>
                  <a:pt x="3478839" y="58719"/>
                  <a:pt x="3479037" y="57681"/>
                </a:cubicBezTo>
                <a:cubicBezTo>
                  <a:pt x="3479235" y="56643"/>
                  <a:pt x="3479492" y="55785"/>
                  <a:pt x="3479809" y="55107"/>
                </a:cubicBezTo>
                <a:cubicBezTo>
                  <a:pt x="3480126" y="54428"/>
                  <a:pt x="3480542" y="53949"/>
                  <a:pt x="3481057" y="53669"/>
                </a:cubicBezTo>
                <a:cubicBezTo>
                  <a:pt x="3481572" y="53390"/>
                  <a:pt x="3482147" y="53250"/>
                  <a:pt x="3482781" y="53250"/>
                </a:cubicBezTo>
                <a:lnTo>
                  <a:pt x="3497638" y="53250"/>
                </a:lnTo>
                <a:lnTo>
                  <a:pt x="3497638" y="27813"/>
                </a:lnTo>
                <a:cubicBezTo>
                  <a:pt x="3497638" y="27259"/>
                  <a:pt x="3497777" y="26744"/>
                  <a:pt x="3498054" y="26268"/>
                </a:cubicBezTo>
                <a:cubicBezTo>
                  <a:pt x="3498332" y="25793"/>
                  <a:pt x="3498847" y="25377"/>
                  <a:pt x="3499600" y="25020"/>
                </a:cubicBezTo>
                <a:cubicBezTo>
                  <a:pt x="3500352" y="24664"/>
                  <a:pt x="3501363" y="24406"/>
                  <a:pt x="3502631" y="24248"/>
                </a:cubicBezTo>
                <a:cubicBezTo>
                  <a:pt x="3503898" y="24089"/>
                  <a:pt x="3505483" y="24010"/>
                  <a:pt x="3507385" y="24010"/>
                </a:cubicBezTo>
                <a:cubicBezTo>
                  <a:pt x="3509366" y="24010"/>
                  <a:pt x="3510990" y="24089"/>
                  <a:pt x="3512258" y="24248"/>
                </a:cubicBezTo>
                <a:cubicBezTo>
                  <a:pt x="3513526" y="24406"/>
                  <a:pt x="3514517" y="24664"/>
                  <a:pt x="3515230" y="25020"/>
                </a:cubicBezTo>
                <a:cubicBezTo>
                  <a:pt x="3515943" y="25377"/>
                  <a:pt x="3516458" y="25793"/>
                  <a:pt x="3516775" y="26268"/>
                </a:cubicBezTo>
                <a:cubicBezTo>
                  <a:pt x="3517092" y="26744"/>
                  <a:pt x="3517250" y="27259"/>
                  <a:pt x="3517250" y="27813"/>
                </a:cubicBezTo>
                <a:lnTo>
                  <a:pt x="3517250" y="53250"/>
                </a:lnTo>
                <a:lnTo>
                  <a:pt x="3544707" y="53250"/>
                </a:lnTo>
                <a:cubicBezTo>
                  <a:pt x="3545341" y="53250"/>
                  <a:pt x="3545896" y="53390"/>
                  <a:pt x="3546371" y="53669"/>
                </a:cubicBezTo>
                <a:cubicBezTo>
                  <a:pt x="3546847" y="53949"/>
                  <a:pt x="3547263" y="54428"/>
                  <a:pt x="3547619" y="55107"/>
                </a:cubicBezTo>
                <a:cubicBezTo>
                  <a:pt x="3547976" y="55785"/>
                  <a:pt x="3548234" y="56643"/>
                  <a:pt x="3548392" y="57681"/>
                </a:cubicBezTo>
                <a:cubicBezTo>
                  <a:pt x="3548551" y="58719"/>
                  <a:pt x="3548630" y="59995"/>
                  <a:pt x="3548630" y="61511"/>
                </a:cubicBezTo>
                <a:cubicBezTo>
                  <a:pt x="3548630" y="64386"/>
                  <a:pt x="3548273" y="66462"/>
                  <a:pt x="3547560" y="67740"/>
                </a:cubicBezTo>
                <a:cubicBezTo>
                  <a:pt x="3546847" y="69015"/>
                  <a:pt x="3545896" y="69653"/>
                  <a:pt x="3544707" y="69653"/>
                </a:cubicBezTo>
                <a:lnTo>
                  <a:pt x="3517250" y="69653"/>
                </a:lnTo>
                <a:lnTo>
                  <a:pt x="3517250" y="129321"/>
                </a:lnTo>
                <a:cubicBezTo>
                  <a:pt x="3517250" y="136690"/>
                  <a:pt x="3518340" y="142257"/>
                  <a:pt x="3520519" y="146021"/>
                </a:cubicBezTo>
                <a:cubicBezTo>
                  <a:pt x="3522698" y="149785"/>
                  <a:pt x="3526601" y="151667"/>
                  <a:pt x="3532227" y="151667"/>
                </a:cubicBezTo>
                <a:cubicBezTo>
                  <a:pt x="3534050" y="151667"/>
                  <a:pt x="3535674" y="151488"/>
                  <a:pt x="3537100" y="151132"/>
                </a:cubicBezTo>
                <a:cubicBezTo>
                  <a:pt x="3538527" y="150775"/>
                  <a:pt x="3539794" y="150399"/>
                  <a:pt x="3540904" y="150003"/>
                </a:cubicBezTo>
                <a:cubicBezTo>
                  <a:pt x="3542013" y="149606"/>
                  <a:pt x="3542964" y="149230"/>
                  <a:pt x="3543757" y="148873"/>
                </a:cubicBezTo>
                <a:cubicBezTo>
                  <a:pt x="3544549" y="148517"/>
                  <a:pt x="3545262" y="148339"/>
                  <a:pt x="3545896" y="148339"/>
                </a:cubicBezTo>
                <a:cubicBezTo>
                  <a:pt x="3546292" y="148339"/>
                  <a:pt x="3546669" y="148438"/>
                  <a:pt x="3547025" y="148636"/>
                </a:cubicBezTo>
                <a:cubicBezTo>
                  <a:pt x="3547382" y="148834"/>
                  <a:pt x="3547659" y="149210"/>
                  <a:pt x="3547857" y="149765"/>
                </a:cubicBezTo>
                <a:cubicBezTo>
                  <a:pt x="3548055" y="150320"/>
                  <a:pt x="3548234" y="151075"/>
                  <a:pt x="3548392" y="152031"/>
                </a:cubicBezTo>
                <a:cubicBezTo>
                  <a:pt x="3548551" y="152984"/>
                  <a:pt x="3548630" y="154179"/>
                  <a:pt x="3548630" y="155615"/>
                </a:cubicBezTo>
                <a:close/>
                <a:moveTo>
                  <a:pt x="3622792" y="106321"/>
                </a:moveTo>
                <a:cubicBezTo>
                  <a:pt x="3622792" y="109434"/>
                  <a:pt x="3622435" y="111589"/>
                  <a:pt x="3621722" y="112788"/>
                </a:cubicBezTo>
                <a:cubicBezTo>
                  <a:pt x="3621009" y="113984"/>
                  <a:pt x="3619979" y="114582"/>
                  <a:pt x="3618632" y="114582"/>
                </a:cubicBezTo>
                <a:lnTo>
                  <a:pt x="3568948" y="114582"/>
                </a:lnTo>
                <a:cubicBezTo>
                  <a:pt x="3567521" y="114582"/>
                  <a:pt x="3566452" y="113964"/>
                  <a:pt x="3565738" y="112729"/>
                </a:cubicBezTo>
                <a:cubicBezTo>
                  <a:pt x="3565025" y="111490"/>
                  <a:pt x="3564669" y="109355"/>
                  <a:pt x="3564669" y="106321"/>
                </a:cubicBezTo>
                <a:cubicBezTo>
                  <a:pt x="3564669" y="103288"/>
                  <a:pt x="3565025" y="101173"/>
                  <a:pt x="3565738" y="99977"/>
                </a:cubicBezTo>
                <a:cubicBezTo>
                  <a:pt x="3566452" y="98778"/>
                  <a:pt x="3567521" y="98179"/>
                  <a:pt x="3568948" y="98179"/>
                </a:cubicBezTo>
                <a:lnTo>
                  <a:pt x="3618632" y="98179"/>
                </a:lnTo>
                <a:cubicBezTo>
                  <a:pt x="3619266" y="98179"/>
                  <a:pt x="3619840" y="98299"/>
                  <a:pt x="3620355" y="98540"/>
                </a:cubicBezTo>
                <a:cubicBezTo>
                  <a:pt x="3620870" y="98777"/>
                  <a:pt x="3621306" y="99235"/>
                  <a:pt x="3621663" y="99914"/>
                </a:cubicBezTo>
                <a:cubicBezTo>
                  <a:pt x="3622019" y="100592"/>
                  <a:pt x="3622297" y="101450"/>
                  <a:pt x="3622495" y="102488"/>
                </a:cubicBezTo>
                <a:cubicBezTo>
                  <a:pt x="3622693" y="103526"/>
                  <a:pt x="3622792" y="104803"/>
                  <a:pt x="3622792" y="106321"/>
                </a:cubicBezTo>
                <a:close/>
                <a:moveTo>
                  <a:pt x="3705064" y="155615"/>
                </a:moveTo>
                <a:cubicBezTo>
                  <a:pt x="3705064" y="157930"/>
                  <a:pt x="3704905" y="159767"/>
                  <a:pt x="3704588" y="161124"/>
                </a:cubicBezTo>
                <a:cubicBezTo>
                  <a:pt x="3704271" y="162481"/>
                  <a:pt x="3703796" y="163479"/>
                  <a:pt x="3703162" y="164117"/>
                </a:cubicBezTo>
                <a:cubicBezTo>
                  <a:pt x="3702528" y="164754"/>
                  <a:pt x="3701577" y="165352"/>
                  <a:pt x="3700309" y="165911"/>
                </a:cubicBezTo>
                <a:cubicBezTo>
                  <a:pt x="3699041" y="166471"/>
                  <a:pt x="3697595" y="166930"/>
                  <a:pt x="3695971" y="167289"/>
                </a:cubicBezTo>
                <a:cubicBezTo>
                  <a:pt x="3694346" y="167649"/>
                  <a:pt x="3692623" y="167947"/>
                  <a:pt x="3690800" y="168185"/>
                </a:cubicBezTo>
                <a:cubicBezTo>
                  <a:pt x="3688978" y="168425"/>
                  <a:pt x="3687155" y="168545"/>
                  <a:pt x="3685333" y="168545"/>
                </a:cubicBezTo>
                <a:cubicBezTo>
                  <a:pt x="3679786" y="168545"/>
                  <a:pt x="3675031" y="167812"/>
                  <a:pt x="3671069" y="166346"/>
                </a:cubicBezTo>
                <a:cubicBezTo>
                  <a:pt x="3667107" y="164878"/>
                  <a:pt x="3663858" y="162656"/>
                  <a:pt x="3661323" y="159682"/>
                </a:cubicBezTo>
                <a:cubicBezTo>
                  <a:pt x="3658787" y="156706"/>
                  <a:pt x="3656945" y="152937"/>
                  <a:pt x="3655796" y="148376"/>
                </a:cubicBezTo>
                <a:cubicBezTo>
                  <a:pt x="3654647" y="143812"/>
                  <a:pt x="3654072" y="138436"/>
                  <a:pt x="3654072" y="132248"/>
                </a:cubicBezTo>
                <a:lnTo>
                  <a:pt x="3654072" y="69653"/>
                </a:lnTo>
                <a:lnTo>
                  <a:pt x="3639096" y="69653"/>
                </a:lnTo>
                <a:cubicBezTo>
                  <a:pt x="3637907" y="69653"/>
                  <a:pt x="3636956" y="69015"/>
                  <a:pt x="3636243" y="67740"/>
                </a:cubicBezTo>
                <a:cubicBezTo>
                  <a:pt x="3635530" y="66462"/>
                  <a:pt x="3635173" y="64386"/>
                  <a:pt x="3635173" y="61511"/>
                </a:cubicBezTo>
                <a:cubicBezTo>
                  <a:pt x="3635173" y="59995"/>
                  <a:pt x="3635272" y="58719"/>
                  <a:pt x="3635471" y="57681"/>
                </a:cubicBezTo>
                <a:cubicBezTo>
                  <a:pt x="3635669" y="56643"/>
                  <a:pt x="3635926" y="55785"/>
                  <a:pt x="3636243" y="55107"/>
                </a:cubicBezTo>
                <a:cubicBezTo>
                  <a:pt x="3636560" y="54428"/>
                  <a:pt x="3636976" y="53949"/>
                  <a:pt x="3637491" y="53669"/>
                </a:cubicBezTo>
                <a:cubicBezTo>
                  <a:pt x="3638006" y="53390"/>
                  <a:pt x="3638581" y="53250"/>
                  <a:pt x="3639215" y="53250"/>
                </a:cubicBezTo>
                <a:lnTo>
                  <a:pt x="3654072" y="53250"/>
                </a:lnTo>
                <a:lnTo>
                  <a:pt x="3654072" y="27813"/>
                </a:lnTo>
                <a:cubicBezTo>
                  <a:pt x="3654072" y="27259"/>
                  <a:pt x="3654211" y="26744"/>
                  <a:pt x="3654488" y="26268"/>
                </a:cubicBezTo>
                <a:cubicBezTo>
                  <a:pt x="3654766" y="25793"/>
                  <a:pt x="3655281" y="25377"/>
                  <a:pt x="3656033" y="25020"/>
                </a:cubicBezTo>
                <a:cubicBezTo>
                  <a:pt x="3656786" y="24664"/>
                  <a:pt x="3657797" y="24406"/>
                  <a:pt x="3659064" y="24248"/>
                </a:cubicBezTo>
                <a:cubicBezTo>
                  <a:pt x="3660332" y="24089"/>
                  <a:pt x="3661917" y="24010"/>
                  <a:pt x="3663819" y="24010"/>
                </a:cubicBezTo>
                <a:cubicBezTo>
                  <a:pt x="3665800" y="24010"/>
                  <a:pt x="3667424" y="24089"/>
                  <a:pt x="3668692" y="24248"/>
                </a:cubicBezTo>
                <a:cubicBezTo>
                  <a:pt x="3669960" y="24406"/>
                  <a:pt x="3670951" y="24664"/>
                  <a:pt x="3671664" y="25020"/>
                </a:cubicBezTo>
                <a:cubicBezTo>
                  <a:pt x="3672377" y="25377"/>
                  <a:pt x="3672892" y="25793"/>
                  <a:pt x="3673209" y="26268"/>
                </a:cubicBezTo>
                <a:cubicBezTo>
                  <a:pt x="3673526" y="26744"/>
                  <a:pt x="3673684" y="27259"/>
                  <a:pt x="3673684" y="27813"/>
                </a:cubicBezTo>
                <a:lnTo>
                  <a:pt x="3673684" y="53250"/>
                </a:lnTo>
                <a:lnTo>
                  <a:pt x="3701141" y="53250"/>
                </a:lnTo>
                <a:cubicBezTo>
                  <a:pt x="3701775" y="53250"/>
                  <a:pt x="3702330" y="53390"/>
                  <a:pt x="3702805" y="53669"/>
                </a:cubicBezTo>
                <a:cubicBezTo>
                  <a:pt x="3703281" y="53949"/>
                  <a:pt x="3703697" y="54428"/>
                  <a:pt x="3704053" y="55107"/>
                </a:cubicBezTo>
                <a:cubicBezTo>
                  <a:pt x="3704410" y="55785"/>
                  <a:pt x="3704667" y="56643"/>
                  <a:pt x="3704826" y="57681"/>
                </a:cubicBezTo>
                <a:cubicBezTo>
                  <a:pt x="3704984" y="58719"/>
                  <a:pt x="3705064" y="59995"/>
                  <a:pt x="3705064" y="61511"/>
                </a:cubicBezTo>
                <a:cubicBezTo>
                  <a:pt x="3705064" y="64386"/>
                  <a:pt x="3704707" y="66462"/>
                  <a:pt x="3703994" y="67740"/>
                </a:cubicBezTo>
                <a:cubicBezTo>
                  <a:pt x="3703281" y="69015"/>
                  <a:pt x="3702330" y="69653"/>
                  <a:pt x="3701141" y="69653"/>
                </a:cubicBezTo>
                <a:lnTo>
                  <a:pt x="3673684" y="69653"/>
                </a:lnTo>
                <a:lnTo>
                  <a:pt x="3673684" y="129321"/>
                </a:lnTo>
                <a:cubicBezTo>
                  <a:pt x="3673684" y="136690"/>
                  <a:pt x="3674774" y="142257"/>
                  <a:pt x="3676953" y="146021"/>
                </a:cubicBezTo>
                <a:cubicBezTo>
                  <a:pt x="3679132" y="149785"/>
                  <a:pt x="3683035" y="151667"/>
                  <a:pt x="3688661" y="151667"/>
                </a:cubicBezTo>
                <a:cubicBezTo>
                  <a:pt x="3690483" y="151667"/>
                  <a:pt x="3692108" y="151488"/>
                  <a:pt x="3693534" y="151132"/>
                </a:cubicBezTo>
                <a:cubicBezTo>
                  <a:pt x="3694960" y="150775"/>
                  <a:pt x="3696228" y="150399"/>
                  <a:pt x="3697338" y="150003"/>
                </a:cubicBezTo>
                <a:cubicBezTo>
                  <a:pt x="3698447" y="149606"/>
                  <a:pt x="3699398" y="149230"/>
                  <a:pt x="3700190" y="148873"/>
                </a:cubicBezTo>
                <a:cubicBezTo>
                  <a:pt x="3700983" y="148517"/>
                  <a:pt x="3701696" y="148339"/>
                  <a:pt x="3702330" y="148339"/>
                </a:cubicBezTo>
                <a:cubicBezTo>
                  <a:pt x="3702726" y="148339"/>
                  <a:pt x="3703102" y="148438"/>
                  <a:pt x="3703459" y="148636"/>
                </a:cubicBezTo>
                <a:cubicBezTo>
                  <a:pt x="3703816" y="148834"/>
                  <a:pt x="3704093" y="149210"/>
                  <a:pt x="3704291" y="149765"/>
                </a:cubicBezTo>
                <a:cubicBezTo>
                  <a:pt x="3704489" y="150320"/>
                  <a:pt x="3704667" y="151075"/>
                  <a:pt x="3704826" y="152031"/>
                </a:cubicBezTo>
                <a:cubicBezTo>
                  <a:pt x="3704984" y="152984"/>
                  <a:pt x="3705064" y="154179"/>
                  <a:pt x="3705064" y="155615"/>
                </a:cubicBezTo>
                <a:close/>
                <a:moveTo>
                  <a:pt x="3830575" y="108817"/>
                </a:moveTo>
                <a:cubicBezTo>
                  <a:pt x="3830575" y="117541"/>
                  <a:pt x="3829426" y="125572"/>
                  <a:pt x="3827128" y="132909"/>
                </a:cubicBezTo>
                <a:cubicBezTo>
                  <a:pt x="3824830" y="140246"/>
                  <a:pt x="3821403" y="146573"/>
                  <a:pt x="3816846" y="151890"/>
                </a:cubicBezTo>
                <a:cubicBezTo>
                  <a:pt x="3812290" y="157204"/>
                  <a:pt x="3806585" y="161348"/>
                  <a:pt x="3799730" y="164322"/>
                </a:cubicBezTo>
                <a:cubicBezTo>
                  <a:pt x="3792876" y="167296"/>
                  <a:pt x="3784932" y="168783"/>
                  <a:pt x="3775899" y="168783"/>
                </a:cubicBezTo>
                <a:cubicBezTo>
                  <a:pt x="3767103" y="168783"/>
                  <a:pt x="3759436" y="167474"/>
                  <a:pt x="3752899" y="164857"/>
                </a:cubicBezTo>
                <a:cubicBezTo>
                  <a:pt x="3746362" y="162239"/>
                  <a:pt x="3740914" y="158432"/>
                  <a:pt x="3736556" y="153435"/>
                </a:cubicBezTo>
                <a:cubicBezTo>
                  <a:pt x="3732197" y="148438"/>
                  <a:pt x="3728949" y="142370"/>
                  <a:pt x="3726809" y="135230"/>
                </a:cubicBezTo>
                <a:cubicBezTo>
                  <a:pt x="3724670" y="128091"/>
                  <a:pt x="3723600" y="120000"/>
                  <a:pt x="3723600" y="110957"/>
                </a:cubicBezTo>
                <a:cubicBezTo>
                  <a:pt x="3723600" y="102233"/>
                  <a:pt x="3724729" y="94202"/>
                  <a:pt x="3726987" y="86865"/>
                </a:cubicBezTo>
                <a:cubicBezTo>
                  <a:pt x="3729246" y="79528"/>
                  <a:pt x="3732653" y="73202"/>
                  <a:pt x="3737209" y="67888"/>
                </a:cubicBezTo>
                <a:cubicBezTo>
                  <a:pt x="3741766" y="62572"/>
                  <a:pt x="3747451" y="58446"/>
                  <a:pt x="3754266" y="55512"/>
                </a:cubicBezTo>
                <a:cubicBezTo>
                  <a:pt x="3761081" y="52577"/>
                  <a:pt x="3769044" y="51110"/>
                  <a:pt x="3778157" y="51110"/>
                </a:cubicBezTo>
                <a:cubicBezTo>
                  <a:pt x="3786953" y="51110"/>
                  <a:pt x="3794619" y="52419"/>
                  <a:pt x="3801157" y="55036"/>
                </a:cubicBezTo>
                <a:cubicBezTo>
                  <a:pt x="3807694" y="57654"/>
                  <a:pt x="3813142" y="61461"/>
                  <a:pt x="3817500" y="66458"/>
                </a:cubicBezTo>
                <a:cubicBezTo>
                  <a:pt x="3821858" y="71455"/>
                  <a:pt x="3825127" y="77523"/>
                  <a:pt x="3827306" y="84662"/>
                </a:cubicBezTo>
                <a:cubicBezTo>
                  <a:pt x="3829485" y="91802"/>
                  <a:pt x="3830575" y="99853"/>
                  <a:pt x="3830575" y="108817"/>
                </a:cubicBezTo>
                <a:moveTo>
                  <a:pt x="3809893" y="110065"/>
                </a:moveTo>
                <a:cubicBezTo>
                  <a:pt x="3809893" y="104281"/>
                  <a:pt x="3809358" y="98813"/>
                  <a:pt x="3808288" y="93663"/>
                </a:cubicBezTo>
                <a:cubicBezTo>
                  <a:pt x="3807219" y="88512"/>
                  <a:pt x="3805455" y="83995"/>
                  <a:pt x="3802999" y="80112"/>
                </a:cubicBezTo>
                <a:cubicBezTo>
                  <a:pt x="3800542" y="76230"/>
                  <a:pt x="3797214" y="73159"/>
                  <a:pt x="3793015" y="70901"/>
                </a:cubicBezTo>
                <a:cubicBezTo>
                  <a:pt x="3788815" y="68642"/>
                  <a:pt x="3783585" y="67513"/>
                  <a:pt x="3777325" y="67513"/>
                </a:cubicBezTo>
                <a:cubicBezTo>
                  <a:pt x="3771540" y="67513"/>
                  <a:pt x="3766568" y="68543"/>
                  <a:pt x="3762408" y="70603"/>
                </a:cubicBezTo>
                <a:cubicBezTo>
                  <a:pt x="3758248" y="72664"/>
                  <a:pt x="3754821" y="75576"/>
                  <a:pt x="3752126" y="79340"/>
                </a:cubicBezTo>
                <a:cubicBezTo>
                  <a:pt x="3749432" y="83104"/>
                  <a:pt x="3747431" y="87561"/>
                  <a:pt x="3746124" y="92712"/>
                </a:cubicBezTo>
                <a:cubicBezTo>
                  <a:pt x="3744816" y="97862"/>
                  <a:pt x="3744163" y="103488"/>
                  <a:pt x="3744163" y="109590"/>
                </a:cubicBezTo>
                <a:cubicBezTo>
                  <a:pt x="3744163" y="115454"/>
                  <a:pt x="3744698" y="120961"/>
                  <a:pt x="3745767" y="126112"/>
                </a:cubicBezTo>
                <a:cubicBezTo>
                  <a:pt x="3746837" y="131262"/>
                  <a:pt x="3748620" y="135759"/>
                  <a:pt x="3751116" y="139602"/>
                </a:cubicBezTo>
                <a:cubicBezTo>
                  <a:pt x="3753612" y="143445"/>
                  <a:pt x="3756960" y="146496"/>
                  <a:pt x="3761160" y="148755"/>
                </a:cubicBezTo>
                <a:cubicBezTo>
                  <a:pt x="3765360" y="151013"/>
                  <a:pt x="3770590" y="152142"/>
                  <a:pt x="3776850" y="152142"/>
                </a:cubicBezTo>
                <a:cubicBezTo>
                  <a:pt x="3782555" y="152142"/>
                  <a:pt x="3787507" y="151112"/>
                  <a:pt x="3791707" y="149052"/>
                </a:cubicBezTo>
                <a:cubicBezTo>
                  <a:pt x="3795907" y="146992"/>
                  <a:pt x="3799354" y="144099"/>
                  <a:pt x="3802048" y="140375"/>
                </a:cubicBezTo>
                <a:cubicBezTo>
                  <a:pt x="3804742" y="136651"/>
                  <a:pt x="3806723" y="132213"/>
                  <a:pt x="3807991" y="127062"/>
                </a:cubicBezTo>
                <a:cubicBezTo>
                  <a:pt x="3809259" y="121912"/>
                  <a:pt x="3809893" y="116246"/>
                  <a:pt x="3809893" y="110065"/>
                </a:cubicBezTo>
                <a:close/>
                <a:moveTo>
                  <a:pt x="3947890" y="163315"/>
                </a:moveTo>
                <a:cubicBezTo>
                  <a:pt x="3947890" y="163949"/>
                  <a:pt x="3947731" y="164504"/>
                  <a:pt x="3947414" y="164979"/>
                </a:cubicBezTo>
                <a:cubicBezTo>
                  <a:pt x="3947097" y="165455"/>
                  <a:pt x="3946562" y="165851"/>
                  <a:pt x="3945810" y="166168"/>
                </a:cubicBezTo>
                <a:cubicBezTo>
                  <a:pt x="3945057" y="166485"/>
                  <a:pt x="3944007" y="166722"/>
                  <a:pt x="3942660" y="166881"/>
                </a:cubicBezTo>
                <a:cubicBezTo>
                  <a:pt x="3941313" y="167039"/>
                  <a:pt x="3939609" y="167119"/>
                  <a:pt x="3937549" y="167119"/>
                </a:cubicBezTo>
                <a:cubicBezTo>
                  <a:pt x="3935409" y="167119"/>
                  <a:pt x="3933646" y="167059"/>
                  <a:pt x="3932259" y="166940"/>
                </a:cubicBezTo>
                <a:cubicBezTo>
                  <a:pt x="3930873" y="166821"/>
                  <a:pt x="3929704" y="166623"/>
                  <a:pt x="3928753" y="166346"/>
                </a:cubicBezTo>
                <a:cubicBezTo>
                  <a:pt x="3927802" y="166069"/>
                  <a:pt x="3927029" y="165672"/>
                  <a:pt x="3926435" y="165157"/>
                </a:cubicBezTo>
                <a:cubicBezTo>
                  <a:pt x="3925841" y="164642"/>
                  <a:pt x="3925306" y="164028"/>
                  <a:pt x="3924831" y="163315"/>
                </a:cubicBezTo>
                <a:lnTo>
                  <a:pt x="3879663" y="104122"/>
                </a:lnTo>
                <a:lnTo>
                  <a:pt x="3879663" y="163434"/>
                </a:lnTo>
                <a:cubicBezTo>
                  <a:pt x="3879663" y="164068"/>
                  <a:pt x="3879505" y="164603"/>
                  <a:pt x="3879188" y="165039"/>
                </a:cubicBezTo>
                <a:cubicBezTo>
                  <a:pt x="3878871" y="165474"/>
                  <a:pt x="3878356" y="165851"/>
                  <a:pt x="3877643" y="166168"/>
                </a:cubicBezTo>
                <a:cubicBezTo>
                  <a:pt x="3876930" y="166485"/>
                  <a:pt x="3875939" y="166722"/>
                  <a:pt x="3874671" y="166881"/>
                </a:cubicBezTo>
                <a:cubicBezTo>
                  <a:pt x="3873403" y="167039"/>
                  <a:pt x="3871779" y="167119"/>
                  <a:pt x="3869798" y="167119"/>
                </a:cubicBezTo>
                <a:cubicBezTo>
                  <a:pt x="3867896" y="167119"/>
                  <a:pt x="3866311" y="167039"/>
                  <a:pt x="3865043" y="166881"/>
                </a:cubicBezTo>
                <a:cubicBezTo>
                  <a:pt x="3863776" y="166722"/>
                  <a:pt x="3862765" y="166485"/>
                  <a:pt x="3862012" y="166168"/>
                </a:cubicBezTo>
                <a:cubicBezTo>
                  <a:pt x="3861260" y="165851"/>
                  <a:pt x="3860745" y="165474"/>
                  <a:pt x="3860467" y="165039"/>
                </a:cubicBezTo>
                <a:cubicBezTo>
                  <a:pt x="3860190" y="164600"/>
                  <a:pt x="3860051" y="164064"/>
                  <a:pt x="3860051" y="163430"/>
                </a:cubicBezTo>
                <a:lnTo>
                  <a:pt x="3860051" y="4520"/>
                </a:lnTo>
                <a:cubicBezTo>
                  <a:pt x="3860051" y="3887"/>
                  <a:pt x="3860190" y="3332"/>
                  <a:pt x="3860467" y="2856"/>
                </a:cubicBezTo>
                <a:cubicBezTo>
                  <a:pt x="3860745" y="2378"/>
                  <a:pt x="3861260" y="1981"/>
                  <a:pt x="3862012" y="1664"/>
                </a:cubicBezTo>
                <a:cubicBezTo>
                  <a:pt x="3862765" y="1347"/>
                  <a:pt x="3863776" y="1109"/>
                  <a:pt x="3865043" y="951"/>
                </a:cubicBezTo>
                <a:cubicBezTo>
                  <a:pt x="3866311" y="792"/>
                  <a:pt x="3867896" y="713"/>
                  <a:pt x="3869798" y="713"/>
                </a:cubicBezTo>
                <a:cubicBezTo>
                  <a:pt x="3871779" y="713"/>
                  <a:pt x="3873403" y="792"/>
                  <a:pt x="3874671" y="951"/>
                </a:cubicBezTo>
                <a:cubicBezTo>
                  <a:pt x="3875939" y="1109"/>
                  <a:pt x="3876930" y="1347"/>
                  <a:pt x="3877643" y="1664"/>
                </a:cubicBezTo>
                <a:cubicBezTo>
                  <a:pt x="3878356" y="1981"/>
                  <a:pt x="3878871" y="2378"/>
                  <a:pt x="3879188" y="2856"/>
                </a:cubicBezTo>
                <a:cubicBezTo>
                  <a:pt x="3879505" y="3332"/>
                  <a:pt x="3879663" y="3887"/>
                  <a:pt x="3879663" y="4520"/>
                </a:cubicBezTo>
                <a:lnTo>
                  <a:pt x="3879663" y="101388"/>
                </a:lnTo>
                <a:lnTo>
                  <a:pt x="3920076" y="56934"/>
                </a:lnTo>
                <a:cubicBezTo>
                  <a:pt x="3920710" y="56142"/>
                  <a:pt x="3921384" y="55488"/>
                  <a:pt x="3922097" y="54973"/>
                </a:cubicBezTo>
                <a:cubicBezTo>
                  <a:pt x="3922810" y="54458"/>
                  <a:pt x="3923662" y="54022"/>
                  <a:pt x="3924652" y="53666"/>
                </a:cubicBezTo>
                <a:cubicBezTo>
                  <a:pt x="3925643" y="53309"/>
                  <a:pt x="3926812" y="53071"/>
                  <a:pt x="3928159" y="52953"/>
                </a:cubicBezTo>
                <a:cubicBezTo>
                  <a:pt x="3929506" y="52834"/>
                  <a:pt x="3931130" y="52774"/>
                  <a:pt x="3933032" y="52774"/>
                </a:cubicBezTo>
                <a:cubicBezTo>
                  <a:pt x="3935013" y="52774"/>
                  <a:pt x="3936677" y="52834"/>
                  <a:pt x="3938024" y="52953"/>
                </a:cubicBezTo>
                <a:cubicBezTo>
                  <a:pt x="3939371" y="53071"/>
                  <a:pt x="3940461" y="53270"/>
                  <a:pt x="3941293" y="53547"/>
                </a:cubicBezTo>
                <a:cubicBezTo>
                  <a:pt x="3942125" y="53824"/>
                  <a:pt x="3942719" y="54181"/>
                  <a:pt x="3943076" y="54617"/>
                </a:cubicBezTo>
                <a:cubicBezTo>
                  <a:pt x="3943432" y="55052"/>
                  <a:pt x="3943611" y="55627"/>
                  <a:pt x="3943611" y="56340"/>
                </a:cubicBezTo>
                <a:cubicBezTo>
                  <a:pt x="3943611" y="57291"/>
                  <a:pt x="3943353" y="58242"/>
                  <a:pt x="3942838" y="59193"/>
                </a:cubicBezTo>
                <a:cubicBezTo>
                  <a:pt x="3942323" y="60144"/>
                  <a:pt x="3941471" y="61253"/>
                  <a:pt x="3940282" y="62521"/>
                </a:cubicBezTo>
                <a:lnTo>
                  <a:pt x="3901534" y="101270"/>
                </a:lnTo>
                <a:lnTo>
                  <a:pt x="3945037" y="157729"/>
                </a:lnTo>
                <a:cubicBezTo>
                  <a:pt x="3946067" y="159076"/>
                  <a:pt x="3946800" y="160165"/>
                  <a:pt x="3947236" y="160997"/>
                </a:cubicBezTo>
                <a:cubicBezTo>
                  <a:pt x="3947672" y="161829"/>
                  <a:pt x="3947890" y="162602"/>
                  <a:pt x="3947890" y="163315"/>
                </a:cubicBezTo>
                <a:close/>
                <a:moveTo>
                  <a:pt x="4061985" y="105311"/>
                </a:moveTo>
                <a:cubicBezTo>
                  <a:pt x="4061985" y="108401"/>
                  <a:pt x="4061212" y="110600"/>
                  <a:pt x="4059667" y="111908"/>
                </a:cubicBezTo>
                <a:cubicBezTo>
                  <a:pt x="4058122" y="113215"/>
                  <a:pt x="4056359" y="113869"/>
                  <a:pt x="4054378" y="113869"/>
                </a:cubicBezTo>
                <a:lnTo>
                  <a:pt x="3984250" y="113869"/>
                </a:lnTo>
                <a:cubicBezTo>
                  <a:pt x="3984250" y="119829"/>
                  <a:pt x="3984844" y="125194"/>
                  <a:pt x="3986033" y="129963"/>
                </a:cubicBezTo>
                <a:cubicBezTo>
                  <a:pt x="3987221" y="134733"/>
                  <a:pt x="3989202" y="138826"/>
                  <a:pt x="3991976" y="142243"/>
                </a:cubicBezTo>
                <a:cubicBezTo>
                  <a:pt x="3994749" y="145661"/>
                  <a:pt x="3998355" y="148284"/>
                  <a:pt x="4002792" y="150114"/>
                </a:cubicBezTo>
                <a:cubicBezTo>
                  <a:pt x="4007230" y="151942"/>
                  <a:pt x="4012658" y="152855"/>
                  <a:pt x="4019076" y="152855"/>
                </a:cubicBezTo>
                <a:cubicBezTo>
                  <a:pt x="4024148" y="152855"/>
                  <a:pt x="4028664" y="152439"/>
                  <a:pt x="4032626" y="151607"/>
                </a:cubicBezTo>
                <a:cubicBezTo>
                  <a:pt x="4036588" y="150775"/>
                  <a:pt x="4040015" y="149844"/>
                  <a:pt x="4042908" y="148814"/>
                </a:cubicBezTo>
                <a:cubicBezTo>
                  <a:pt x="4045800" y="147784"/>
                  <a:pt x="4048177" y="146853"/>
                  <a:pt x="4050039" y="146021"/>
                </a:cubicBezTo>
                <a:cubicBezTo>
                  <a:pt x="4051902" y="145189"/>
                  <a:pt x="4053308" y="144773"/>
                  <a:pt x="4054259" y="144773"/>
                </a:cubicBezTo>
                <a:cubicBezTo>
                  <a:pt x="4054814" y="144773"/>
                  <a:pt x="4055309" y="144911"/>
                  <a:pt x="4055745" y="145189"/>
                </a:cubicBezTo>
                <a:cubicBezTo>
                  <a:pt x="4056181" y="145466"/>
                  <a:pt x="4056517" y="145882"/>
                  <a:pt x="4056755" y="146437"/>
                </a:cubicBezTo>
                <a:cubicBezTo>
                  <a:pt x="4056993" y="146992"/>
                  <a:pt x="4057171" y="147764"/>
                  <a:pt x="4057290" y="148755"/>
                </a:cubicBezTo>
                <a:cubicBezTo>
                  <a:pt x="4057409" y="149745"/>
                  <a:pt x="4057468" y="150954"/>
                  <a:pt x="4057468" y="152380"/>
                </a:cubicBezTo>
                <a:cubicBezTo>
                  <a:pt x="4057468" y="153410"/>
                  <a:pt x="4057429" y="154301"/>
                  <a:pt x="4057349" y="155054"/>
                </a:cubicBezTo>
                <a:cubicBezTo>
                  <a:pt x="4057270" y="155807"/>
                  <a:pt x="4057171" y="156481"/>
                  <a:pt x="4057052" y="157075"/>
                </a:cubicBezTo>
                <a:cubicBezTo>
                  <a:pt x="4056933" y="157669"/>
                  <a:pt x="4056735" y="158204"/>
                  <a:pt x="4056458" y="158680"/>
                </a:cubicBezTo>
                <a:cubicBezTo>
                  <a:pt x="4056181" y="159155"/>
                  <a:pt x="4055824" y="159611"/>
                  <a:pt x="4055388" y="160046"/>
                </a:cubicBezTo>
                <a:cubicBezTo>
                  <a:pt x="4054952" y="160482"/>
                  <a:pt x="4053665" y="161195"/>
                  <a:pt x="4051525" y="162186"/>
                </a:cubicBezTo>
                <a:cubicBezTo>
                  <a:pt x="4049386" y="163176"/>
                  <a:pt x="4046612" y="164147"/>
                  <a:pt x="4043205" y="165098"/>
                </a:cubicBezTo>
                <a:cubicBezTo>
                  <a:pt x="4039798" y="166049"/>
                  <a:pt x="4035855" y="166901"/>
                  <a:pt x="4031378" y="167654"/>
                </a:cubicBezTo>
                <a:cubicBezTo>
                  <a:pt x="4026901" y="168406"/>
                  <a:pt x="4022127" y="168783"/>
                  <a:pt x="4017055" y="168783"/>
                </a:cubicBezTo>
                <a:cubicBezTo>
                  <a:pt x="4008260" y="168783"/>
                  <a:pt x="4000554" y="167553"/>
                  <a:pt x="3993937" y="165094"/>
                </a:cubicBezTo>
                <a:cubicBezTo>
                  <a:pt x="3987320" y="162635"/>
                  <a:pt x="3981754" y="158987"/>
                  <a:pt x="3977237" y="154148"/>
                </a:cubicBezTo>
                <a:cubicBezTo>
                  <a:pt x="3972720" y="149309"/>
                  <a:pt x="3969313" y="143241"/>
                  <a:pt x="3967015" y="135944"/>
                </a:cubicBezTo>
                <a:cubicBezTo>
                  <a:pt x="3964717" y="128646"/>
                  <a:pt x="3963568" y="120159"/>
                  <a:pt x="3963568" y="110481"/>
                </a:cubicBezTo>
                <a:cubicBezTo>
                  <a:pt x="3963568" y="101280"/>
                  <a:pt x="3964757" y="93010"/>
                  <a:pt x="3967134" y="85673"/>
                </a:cubicBezTo>
                <a:cubicBezTo>
                  <a:pt x="3969511" y="78336"/>
                  <a:pt x="3972938" y="72109"/>
                  <a:pt x="3977415" y="66993"/>
                </a:cubicBezTo>
                <a:cubicBezTo>
                  <a:pt x="3981892" y="61877"/>
                  <a:pt x="3987301" y="57951"/>
                  <a:pt x="3993640" y="55215"/>
                </a:cubicBezTo>
                <a:cubicBezTo>
                  <a:pt x="3999979" y="52478"/>
                  <a:pt x="4007071" y="51110"/>
                  <a:pt x="4014916" y="51110"/>
                </a:cubicBezTo>
                <a:cubicBezTo>
                  <a:pt x="4023316" y="51110"/>
                  <a:pt x="4030467" y="52457"/>
                  <a:pt x="4036370" y="55152"/>
                </a:cubicBezTo>
                <a:cubicBezTo>
                  <a:pt x="4042274" y="57846"/>
                  <a:pt x="4047127" y="61471"/>
                  <a:pt x="4050931" y="66027"/>
                </a:cubicBezTo>
                <a:cubicBezTo>
                  <a:pt x="4054734" y="70584"/>
                  <a:pt x="4057528" y="75932"/>
                  <a:pt x="4059311" y="82074"/>
                </a:cubicBezTo>
                <a:cubicBezTo>
                  <a:pt x="4061094" y="88215"/>
                  <a:pt x="4061985" y="94772"/>
                  <a:pt x="4061985" y="101745"/>
                </a:cubicBezTo>
                <a:lnTo>
                  <a:pt x="4061985" y="105311"/>
                </a:lnTo>
                <a:moveTo>
                  <a:pt x="4042254" y="99368"/>
                </a:moveTo>
                <a:cubicBezTo>
                  <a:pt x="4042492" y="89141"/>
                  <a:pt x="4040214" y="81116"/>
                  <a:pt x="4035420" y="75295"/>
                </a:cubicBezTo>
                <a:cubicBezTo>
                  <a:pt x="4030625" y="69473"/>
                  <a:pt x="4023514" y="66562"/>
                  <a:pt x="4014084" y="66562"/>
                </a:cubicBezTo>
                <a:cubicBezTo>
                  <a:pt x="4009250" y="66562"/>
                  <a:pt x="4005011" y="67467"/>
                  <a:pt x="4001366" y="69277"/>
                </a:cubicBezTo>
                <a:cubicBezTo>
                  <a:pt x="3997721" y="71085"/>
                  <a:pt x="3994670" y="73485"/>
                  <a:pt x="3992214" y="76476"/>
                </a:cubicBezTo>
                <a:cubicBezTo>
                  <a:pt x="3989757" y="79465"/>
                  <a:pt x="3987855" y="82946"/>
                  <a:pt x="3986508" y="86921"/>
                </a:cubicBezTo>
                <a:cubicBezTo>
                  <a:pt x="3985161" y="90893"/>
                  <a:pt x="3984408" y="95042"/>
                  <a:pt x="3984250" y="99368"/>
                </a:cubicBezTo>
                <a:lnTo>
                  <a:pt x="4042254" y="99368"/>
                </a:lnTo>
                <a:close/>
                <a:moveTo>
                  <a:pt x="4184149" y="163434"/>
                </a:moveTo>
                <a:cubicBezTo>
                  <a:pt x="4184149" y="164068"/>
                  <a:pt x="4183991" y="164603"/>
                  <a:pt x="4183674" y="165039"/>
                </a:cubicBezTo>
                <a:cubicBezTo>
                  <a:pt x="4183357" y="165474"/>
                  <a:pt x="4182842" y="165851"/>
                  <a:pt x="4182129" y="166168"/>
                </a:cubicBezTo>
                <a:cubicBezTo>
                  <a:pt x="4181416" y="166485"/>
                  <a:pt x="4180425" y="166722"/>
                  <a:pt x="4179157" y="166881"/>
                </a:cubicBezTo>
                <a:cubicBezTo>
                  <a:pt x="4177889" y="167039"/>
                  <a:pt x="4176304" y="167119"/>
                  <a:pt x="4174403" y="167119"/>
                </a:cubicBezTo>
                <a:cubicBezTo>
                  <a:pt x="4172422" y="167119"/>
                  <a:pt x="4170797" y="167039"/>
                  <a:pt x="4169529" y="166881"/>
                </a:cubicBezTo>
                <a:cubicBezTo>
                  <a:pt x="4168262" y="166722"/>
                  <a:pt x="4167271" y="166485"/>
                  <a:pt x="4166558" y="166168"/>
                </a:cubicBezTo>
                <a:cubicBezTo>
                  <a:pt x="4165845" y="165851"/>
                  <a:pt x="4165330" y="165476"/>
                  <a:pt x="4165013" y="165042"/>
                </a:cubicBezTo>
                <a:cubicBezTo>
                  <a:pt x="4164696" y="164606"/>
                  <a:pt x="4164537" y="164072"/>
                  <a:pt x="4164537" y="163438"/>
                </a:cubicBezTo>
                <a:lnTo>
                  <a:pt x="4164537" y="100872"/>
                </a:lnTo>
                <a:cubicBezTo>
                  <a:pt x="4164537" y="94778"/>
                  <a:pt x="4164062" y="89871"/>
                  <a:pt x="4163111" y="86152"/>
                </a:cubicBezTo>
                <a:cubicBezTo>
                  <a:pt x="4162160" y="82433"/>
                  <a:pt x="4160773" y="79228"/>
                  <a:pt x="4158951" y="76539"/>
                </a:cubicBezTo>
                <a:cubicBezTo>
                  <a:pt x="4157128" y="73847"/>
                  <a:pt x="4154771" y="71790"/>
                  <a:pt x="4151879" y="70366"/>
                </a:cubicBezTo>
                <a:cubicBezTo>
                  <a:pt x="4148986" y="68939"/>
                  <a:pt x="4145638" y="68226"/>
                  <a:pt x="4141835" y="68226"/>
                </a:cubicBezTo>
                <a:cubicBezTo>
                  <a:pt x="4136922" y="68226"/>
                  <a:pt x="4132009" y="69968"/>
                  <a:pt x="4127096" y="73452"/>
                </a:cubicBezTo>
                <a:cubicBezTo>
                  <a:pt x="4122183" y="76934"/>
                  <a:pt x="4117032" y="82038"/>
                  <a:pt x="4111644" y="88763"/>
                </a:cubicBezTo>
                <a:lnTo>
                  <a:pt x="4111644" y="163438"/>
                </a:lnTo>
                <a:cubicBezTo>
                  <a:pt x="4111644" y="164072"/>
                  <a:pt x="4111486" y="164606"/>
                  <a:pt x="4111169" y="165042"/>
                </a:cubicBezTo>
                <a:cubicBezTo>
                  <a:pt x="4110852" y="165476"/>
                  <a:pt x="4110337" y="165851"/>
                  <a:pt x="4109623" y="166168"/>
                </a:cubicBezTo>
                <a:cubicBezTo>
                  <a:pt x="4108910" y="166485"/>
                  <a:pt x="4107920" y="166722"/>
                  <a:pt x="4106652" y="166881"/>
                </a:cubicBezTo>
                <a:cubicBezTo>
                  <a:pt x="4105384" y="167039"/>
                  <a:pt x="4103760" y="167119"/>
                  <a:pt x="4101779" y="167119"/>
                </a:cubicBezTo>
                <a:cubicBezTo>
                  <a:pt x="4099877" y="167119"/>
                  <a:pt x="4098292" y="167039"/>
                  <a:pt x="4097024" y="166881"/>
                </a:cubicBezTo>
                <a:cubicBezTo>
                  <a:pt x="4095756" y="166722"/>
                  <a:pt x="4094746" y="166485"/>
                  <a:pt x="4093993" y="166168"/>
                </a:cubicBezTo>
                <a:cubicBezTo>
                  <a:pt x="4093240" y="165851"/>
                  <a:pt x="4092725" y="165474"/>
                  <a:pt x="4092448" y="165039"/>
                </a:cubicBezTo>
                <a:cubicBezTo>
                  <a:pt x="4092171" y="164603"/>
                  <a:pt x="4092032" y="164068"/>
                  <a:pt x="4092032" y="163434"/>
                </a:cubicBezTo>
                <a:lnTo>
                  <a:pt x="4092032" y="56459"/>
                </a:lnTo>
                <a:cubicBezTo>
                  <a:pt x="4092032" y="55825"/>
                  <a:pt x="4092151" y="55290"/>
                  <a:pt x="4092389" y="54854"/>
                </a:cubicBezTo>
                <a:cubicBezTo>
                  <a:pt x="4092626" y="54419"/>
                  <a:pt x="4093102" y="54022"/>
                  <a:pt x="4093815" y="53666"/>
                </a:cubicBezTo>
                <a:cubicBezTo>
                  <a:pt x="4094528" y="53309"/>
                  <a:pt x="4095439" y="53071"/>
                  <a:pt x="4096549" y="52953"/>
                </a:cubicBezTo>
                <a:cubicBezTo>
                  <a:pt x="4097658" y="52834"/>
                  <a:pt x="4099124" y="52774"/>
                  <a:pt x="4100947" y="52774"/>
                </a:cubicBezTo>
                <a:cubicBezTo>
                  <a:pt x="4102690" y="52774"/>
                  <a:pt x="4104136" y="52834"/>
                  <a:pt x="4105285" y="52953"/>
                </a:cubicBezTo>
                <a:cubicBezTo>
                  <a:pt x="4106434" y="53071"/>
                  <a:pt x="4107325" y="53309"/>
                  <a:pt x="4107959" y="53666"/>
                </a:cubicBezTo>
                <a:cubicBezTo>
                  <a:pt x="4108593" y="54022"/>
                  <a:pt x="4109049" y="54419"/>
                  <a:pt x="4109326" y="54854"/>
                </a:cubicBezTo>
                <a:cubicBezTo>
                  <a:pt x="4109604" y="55290"/>
                  <a:pt x="4109742" y="55825"/>
                  <a:pt x="4109742" y="56459"/>
                </a:cubicBezTo>
                <a:lnTo>
                  <a:pt x="4109742" y="70603"/>
                </a:lnTo>
                <a:cubicBezTo>
                  <a:pt x="4115765" y="63868"/>
                  <a:pt x="4121767" y="58935"/>
                  <a:pt x="4127750" y="55805"/>
                </a:cubicBezTo>
                <a:cubicBezTo>
                  <a:pt x="4133732" y="52675"/>
                  <a:pt x="4139775" y="51110"/>
                  <a:pt x="4145876" y="51110"/>
                </a:cubicBezTo>
                <a:cubicBezTo>
                  <a:pt x="4153008" y="51110"/>
                  <a:pt x="4159010" y="52319"/>
                  <a:pt x="4163883" y="54736"/>
                </a:cubicBezTo>
                <a:cubicBezTo>
                  <a:pt x="4168757" y="57152"/>
                  <a:pt x="4172699" y="60381"/>
                  <a:pt x="4175710" y="64423"/>
                </a:cubicBezTo>
                <a:cubicBezTo>
                  <a:pt x="4178721" y="68464"/>
                  <a:pt x="4180881" y="73199"/>
                  <a:pt x="4182188" y="78627"/>
                </a:cubicBezTo>
                <a:cubicBezTo>
                  <a:pt x="4183496" y="84055"/>
                  <a:pt x="4184149" y="90572"/>
                  <a:pt x="4184149" y="98179"/>
                </a:cubicBezTo>
                <a:lnTo>
                  <a:pt x="4184149" y="163434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8" name="Text prediction:">
            <a:extLst xmlns:a="http://schemas.openxmlformats.org/drawingml/2006/main">
              <a:ext uri="{FF2B5EF4-FFF2-40B4-BE49-F238E27FC236}">
                <a16:creationId xmlns:a16="http://schemas.microsoft.com/office/drawing/2014/main" id="{0DC25228-83A5-4625-95A6-4B2931B89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90734" y="1269988"/>
            <a:ext cx="1045447" cy="208482"/>
          </a:xfrm>
          <a:custGeom xmlns:a="http://schemas.openxmlformats.org/drawingml/2006/main">
            <a:pathLst>
              <a:path w="1045447" h="208482">
                <a:moveTo>
                  <a:pt x="98417" y="107153"/>
                </a:moveTo>
                <a:cubicBezTo>
                  <a:pt x="98417" y="116511"/>
                  <a:pt x="97407" y="124918"/>
                  <a:pt x="95386" y="132374"/>
                </a:cubicBezTo>
                <a:cubicBezTo>
                  <a:pt x="93365" y="139830"/>
                  <a:pt x="90394" y="146157"/>
                  <a:pt x="86471" y="151355"/>
                </a:cubicBezTo>
                <a:cubicBezTo>
                  <a:pt x="82549" y="156550"/>
                  <a:pt x="77696" y="160555"/>
                  <a:pt x="71911" y="163371"/>
                </a:cubicBezTo>
                <a:cubicBezTo>
                  <a:pt x="66126" y="166186"/>
                  <a:pt x="59510" y="167594"/>
                  <a:pt x="52061" y="167594"/>
                </a:cubicBezTo>
                <a:cubicBezTo>
                  <a:pt x="48892" y="167594"/>
                  <a:pt x="45960" y="167277"/>
                  <a:pt x="43265" y="166643"/>
                </a:cubicBezTo>
                <a:cubicBezTo>
                  <a:pt x="40571" y="166009"/>
                  <a:pt x="37936" y="165019"/>
                  <a:pt x="35361" y="163672"/>
                </a:cubicBezTo>
                <a:cubicBezTo>
                  <a:pt x="32786" y="162322"/>
                  <a:pt x="30230" y="160616"/>
                  <a:pt x="27695" y="158553"/>
                </a:cubicBezTo>
                <a:cubicBezTo>
                  <a:pt x="25159" y="156490"/>
                  <a:pt x="22465" y="154071"/>
                  <a:pt x="19612" y="151295"/>
                </a:cubicBezTo>
                <a:lnTo>
                  <a:pt x="19612" y="204686"/>
                </a:lnTo>
                <a:cubicBezTo>
                  <a:pt x="19612" y="205318"/>
                  <a:pt x="19454" y="205871"/>
                  <a:pt x="19137" y="206346"/>
                </a:cubicBezTo>
                <a:cubicBezTo>
                  <a:pt x="18820" y="206822"/>
                  <a:pt x="18305" y="207217"/>
                  <a:pt x="17591" y="207531"/>
                </a:cubicBezTo>
                <a:cubicBezTo>
                  <a:pt x="16878" y="207848"/>
                  <a:pt x="15888" y="208086"/>
                  <a:pt x="14620" y="208245"/>
                </a:cubicBezTo>
                <a:cubicBezTo>
                  <a:pt x="13352" y="208403"/>
                  <a:pt x="11728" y="208482"/>
                  <a:pt x="9747" y="208482"/>
                </a:cubicBezTo>
                <a:cubicBezTo>
                  <a:pt x="7845" y="208482"/>
                  <a:pt x="6260" y="208403"/>
                  <a:pt x="4992" y="208245"/>
                </a:cubicBezTo>
                <a:cubicBezTo>
                  <a:pt x="3724" y="208086"/>
                  <a:pt x="2714" y="207848"/>
                  <a:pt x="1961" y="207531"/>
                </a:cubicBezTo>
                <a:cubicBezTo>
                  <a:pt x="1208" y="207214"/>
                  <a:pt x="693" y="206818"/>
                  <a:pt x="416" y="206343"/>
                </a:cubicBezTo>
                <a:cubicBezTo>
                  <a:pt x="139" y="205867"/>
                  <a:pt x="0" y="205313"/>
                  <a:pt x="0" y="204679"/>
                </a:cubicBezTo>
                <a:lnTo>
                  <a:pt x="0" y="55270"/>
                </a:lnTo>
                <a:cubicBezTo>
                  <a:pt x="0" y="54557"/>
                  <a:pt x="119" y="53983"/>
                  <a:pt x="357" y="53547"/>
                </a:cubicBezTo>
                <a:cubicBezTo>
                  <a:pt x="594" y="53111"/>
                  <a:pt x="1070" y="52735"/>
                  <a:pt x="1783" y="52418"/>
                </a:cubicBezTo>
                <a:cubicBezTo>
                  <a:pt x="2496" y="52101"/>
                  <a:pt x="3407" y="51883"/>
                  <a:pt x="4517" y="51764"/>
                </a:cubicBezTo>
                <a:cubicBezTo>
                  <a:pt x="5626" y="51645"/>
                  <a:pt x="6973" y="51586"/>
                  <a:pt x="8558" y="51586"/>
                </a:cubicBezTo>
                <a:cubicBezTo>
                  <a:pt x="10222" y="51586"/>
                  <a:pt x="11589" y="51645"/>
                  <a:pt x="12659" y="51764"/>
                </a:cubicBezTo>
                <a:cubicBezTo>
                  <a:pt x="13728" y="51883"/>
                  <a:pt x="14620" y="52101"/>
                  <a:pt x="15333" y="52418"/>
                </a:cubicBezTo>
                <a:cubicBezTo>
                  <a:pt x="16046" y="52735"/>
                  <a:pt x="16541" y="53112"/>
                  <a:pt x="16819" y="53551"/>
                </a:cubicBezTo>
                <a:cubicBezTo>
                  <a:pt x="17096" y="53986"/>
                  <a:pt x="17235" y="54561"/>
                  <a:pt x="17235" y="55274"/>
                </a:cubicBezTo>
                <a:lnTo>
                  <a:pt x="17235" y="69671"/>
                </a:lnTo>
                <a:cubicBezTo>
                  <a:pt x="20484" y="66341"/>
                  <a:pt x="23614" y="63446"/>
                  <a:pt x="26625" y="60987"/>
                </a:cubicBezTo>
                <a:cubicBezTo>
                  <a:pt x="29636" y="58528"/>
                  <a:pt x="32667" y="56486"/>
                  <a:pt x="35718" y="54862"/>
                </a:cubicBezTo>
                <a:cubicBezTo>
                  <a:pt x="38769" y="53235"/>
                  <a:pt x="41899" y="52005"/>
                  <a:pt x="45108" y="51173"/>
                </a:cubicBezTo>
                <a:cubicBezTo>
                  <a:pt x="48317" y="50339"/>
                  <a:pt x="51705" y="49922"/>
                  <a:pt x="55270" y="49922"/>
                </a:cubicBezTo>
                <a:cubicBezTo>
                  <a:pt x="63036" y="49922"/>
                  <a:pt x="69653" y="51428"/>
                  <a:pt x="75120" y="54442"/>
                </a:cubicBezTo>
                <a:cubicBezTo>
                  <a:pt x="80588" y="57456"/>
                  <a:pt x="85045" y="61581"/>
                  <a:pt x="88492" y="66818"/>
                </a:cubicBezTo>
                <a:cubicBezTo>
                  <a:pt x="91939" y="72053"/>
                  <a:pt x="94455" y="78141"/>
                  <a:pt x="96040" y="85082"/>
                </a:cubicBezTo>
                <a:cubicBezTo>
                  <a:pt x="97625" y="92021"/>
                  <a:pt x="98417" y="99378"/>
                  <a:pt x="98417" y="107153"/>
                </a:cubicBezTo>
                <a:moveTo>
                  <a:pt x="77735" y="109412"/>
                </a:moveTo>
                <a:cubicBezTo>
                  <a:pt x="77735" y="103937"/>
                  <a:pt x="77319" y="98640"/>
                  <a:pt x="76487" y="93521"/>
                </a:cubicBezTo>
                <a:cubicBezTo>
                  <a:pt x="75655" y="88403"/>
                  <a:pt x="74229" y="83860"/>
                  <a:pt x="72208" y="79893"/>
                </a:cubicBezTo>
                <a:cubicBezTo>
                  <a:pt x="70187" y="75926"/>
                  <a:pt x="67473" y="72753"/>
                  <a:pt x="64066" y="70373"/>
                </a:cubicBezTo>
                <a:cubicBezTo>
                  <a:pt x="60659" y="67991"/>
                  <a:pt x="56419" y="66800"/>
                  <a:pt x="51348" y="66800"/>
                </a:cubicBezTo>
                <a:cubicBezTo>
                  <a:pt x="48812" y="66800"/>
                  <a:pt x="46316" y="67178"/>
                  <a:pt x="43860" y="67933"/>
                </a:cubicBezTo>
                <a:cubicBezTo>
                  <a:pt x="41403" y="68686"/>
                  <a:pt x="38907" y="69875"/>
                  <a:pt x="36371" y="71502"/>
                </a:cubicBezTo>
                <a:cubicBezTo>
                  <a:pt x="33836" y="73129"/>
                  <a:pt x="31181" y="75272"/>
                  <a:pt x="28408" y="77932"/>
                </a:cubicBezTo>
                <a:cubicBezTo>
                  <a:pt x="25634" y="80592"/>
                  <a:pt x="22702" y="83866"/>
                  <a:pt x="19612" y="87757"/>
                </a:cubicBezTo>
                <a:lnTo>
                  <a:pt x="19612" y="130353"/>
                </a:lnTo>
                <a:cubicBezTo>
                  <a:pt x="25000" y="136943"/>
                  <a:pt x="30111" y="141984"/>
                  <a:pt x="34945" y="145478"/>
                </a:cubicBezTo>
                <a:cubicBezTo>
                  <a:pt x="39779" y="148970"/>
                  <a:pt x="44850" y="150716"/>
                  <a:pt x="50159" y="150716"/>
                </a:cubicBezTo>
                <a:cubicBezTo>
                  <a:pt x="55072" y="150716"/>
                  <a:pt x="59292" y="149526"/>
                  <a:pt x="62818" y="147146"/>
                </a:cubicBezTo>
                <a:cubicBezTo>
                  <a:pt x="66344" y="144764"/>
                  <a:pt x="69197" y="141590"/>
                  <a:pt x="71376" y="137623"/>
                </a:cubicBezTo>
                <a:cubicBezTo>
                  <a:pt x="73555" y="133656"/>
                  <a:pt x="75160" y="129212"/>
                  <a:pt x="76190" y="124292"/>
                </a:cubicBezTo>
                <a:cubicBezTo>
                  <a:pt x="77220" y="119371"/>
                  <a:pt x="77735" y="114411"/>
                  <a:pt x="77735" y="109412"/>
                </a:cubicBezTo>
                <a:close/>
                <a:moveTo>
                  <a:pt x="190721" y="62283"/>
                </a:moveTo>
                <a:cubicBezTo>
                  <a:pt x="190721" y="64026"/>
                  <a:pt x="190682" y="65492"/>
                  <a:pt x="190602" y="66681"/>
                </a:cubicBezTo>
                <a:cubicBezTo>
                  <a:pt x="190523" y="67870"/>
                  <a:pt x="190365" y="68801"/>
                  <a:pt x="190127" y="69474"/>
                </a:cubicBezTo>
                <a:cubicBezTo>
                  <a:pt x="189889" y="70148"/>
                  <a:pt x="189592" y="70663"/>
                  <a:pt x="189235" y="71019"/>
                </a:cubicBezTo>
                <a:cubicBezTo>
                  <a:pt x="188879" y="71376"/>
                  <a:pt x="188384" y="71554"/>
                  <a:pt x="187750" y="71554"/>
                </a:cubicBezTo>
                <a:cubicBezTo>
                  <a:pt x="187116" y="71554"/>
                  <a:pt x="186343" y="71376"/>
                  <a:pt x="185432" y="71019"/>
                </a:cubicBezTo>
                <a:cubicBezTo>
                  <a:pt x="184521" y="70663"/>
                  <a:pt x="183491" y="70306"/>
                  <a:pt x="182342" y="69950"/>
                </a:cubicBezTo>
                <a:cubicBezTo>
                  <a:pt x="181193" y="69593"/>
                  <a:pt x="179905" y="69256"/>
                  <a:pt x="178479" y="68939"/>
                </a:cubicBezTo>
                <a:cubicBezTo>
                  <a:pt x="177052" y="68622"/>
                  <a:pt x="175507" y="68464"/>
                  <a:pt x="173843" y="68464"/>
                </a:cubicBezTo>
                <a:cubicBezTo>
                  <a:pt x="171862" y="68464"/>
                  <a:pt x="169921" y="68860"/>
                  <a:pt x="168019" y="69653"/>
                </a:cubicBezTo>
                <a:cubicBezTo>
                  <a:pt x="166117" y="70445"/>
                  <a:pt x="164116" y="71752"/>
                  <a:pt x="162016" y="73575"/>
                </a:cubicBezTo>
                <a:cubicBezTo>
                  <a:pt x="159916" y="75398"/>
                  <a:pt x="157717" y="77814"/>
                  <a:pt x="155419" y="80826"/>
                </a:cubicBezTo>
                <a:cubicBezTo>
                  <a:pt x="153122" y="83837"/>
                  <a:pt x="150586" y="87521"/>
                  <a:pt x="147812" y="91880"/>
                </a:cubicBezTo>
                <a:lnTo>
                  <a:pt x="147812" y="162245"/>
                </a:lnTo>
                <a:cubicBezTo>
                  <a:pt x="147812" y="162879"/>
                  <a:pt x="147654" y="163414"/>
                  <a:pt x="147337" y="163850"/>
                </a:cubicBezTo>
                <a:cubicBezTo>
                  <a:pt x="147020" y="164286"/>
                  <a:pt x="146505" y="164662"/>
                  <a:pt x="145792" y="164979"/>
                </a:cubicBezTo>
                <a:cubicBezTo>
                  <a:pt x="145079" y="165296"/>
                  <a:pt x="144088" y="165534"/>
                  <a:pt x="142820" y="165692"/>
                </a:cubicBezTo>
                <a:cubicBezTo>
                  <a:pt x="141552" y="165851"/>
                  <a:pt x="139928" y="165930"/>
                  <a:pt x="137947" y="165930"/>
                </a:cubicBezTo>
                <a:cubicBezTo>
                  <a:pt x="136045" y="165930"/>
                  <a:pt x="134460" y="165851"/>
                  <a:pt x="133192" y="165692"/>
                </a:cubicBezTo>
                <a:cubicBezTo>
                  <a:pt x="131925" y="165534"/>
                  <a:pt x="130914" y="165296"/>
                  <a:pt x="130162" y="164979"/>
                </a:cubicBezTo>
                <a:cubicBezTo>
                  <a:pt x="129409" y="164662"/>
                  <a:pt x="128894" y="164286"/>
                  <a:pt x="128616" y="163850"/>
                </a:cubicBezTo>
                <a:cubicBezTo>
                  <a:pt x="128339" y="163414"/>
                  <a:pt x="128200" y="162879"/>
                  <a:pt x="128200" y="162245"/>
                </a:cubicBezTo>
                <a:lnTo>
                  <a:pt x="128200" y="55270"/>
                </a:lnTo>
                <a:cubicBezTo>
                  <a:pt x="128200" y="54636"/>
                  <a:pt x="128319" y="54102"/>
                  <a:pt x="128557" y="53666"/>
                </a:cubicBezTo>
                <a:cubicBezTo>
                  <a:pt x="128795" y="53230"/>
                  <a:pt x="129270" y="52834"/>
                  <a:pt x="129983" y="52477"/>
                </a:cubicBezTo>
                <a:cubicBezTo>
                  <a:pt x="130696" y="52121"/>
                  <a:pt x="131608" y="51883"/>
                  <a:pt x="132717" y="51764"/>
                </a:cubicBezTo>
                <a:cubicBezTo>
                  <a:pt x="133826" y="51645"/>
                  <a:pt x="135292" y="51586"/>
                  <a:pt x="137115" y="51586"/>
                </a:cubicBezTo>
                <a:cubicBezTo>
                  <a:pt x="138858" y="51586"/>
                  <a:pt x="140304" y="51645"/>
                  <a:pt x="141453" y="51764"/>
                </a:cubicBezTo>
                <a:cubicBezTo>
                  <a:pt x="142602" y="51883"/>
                  <a:pt x="143494" y="52121"/>
                  <a:pt x="144128" y="52477"/>
                </a:cubicBezTo>
                <a:cubicBezTo>
                  <a:pt x="144762" y="52834"/>
                  <a:pt x="145217" y="53230"/>
                  <a:pt x="145495" y="53666"/>
                </a:cubicBezTo>
                <a:cubicBezTo>
                  <a:pt x="145772" y="54102"/>
                  <a:pt x="145911" y="54636"/>
                  <a:pt x="145911" y="55270"/>
                </a:cubicBezTo>
                <a:lnTo>
                  <a:pt x="145911" y="70841"/>
                </a:lnTo>
                <a:cubicBezTo>
                  <a:pt x="148843" y="66562"/>
                  <a:pt x="151596" y="63076"/>
                  <a:pt x="154171" y="60381"/>
                </a:cubicBezTo>
                <a:cubicBezTo>
                  <a:pt x="156747" y="57687"/>
                  <a:pt x="159183" y="55568"/>
                  <a:pt x="161481" y="54022"/>
                </a:cubicBezTo>
                <a:cubicBezTo>
                  <a:pt x="163779" y="52477"/>
                  <a:pt x="166058" y="51407"/>
                  <a:pt x="168316" y="50813"/>
                </a:cubicBezTo>
                <a:cubicBezTo>
                  <a:pt x="170574" y="50219"/>
                  <a:pt x="172852" y="49922"/>
                  <a:pt x="175150" y="49922"/>
                </a:cubicBezTo>
                <a:cubicBezTo>
                  <a:pt x="176181" y="49922"/>
                  <a:pt x="177349" y="49981"/>
                  <a:pt x="178657" y="50100"/>
                </a:cubicBezTo>
                <a:cubicBezTo>
                  <a:pt x="179964" y="50219"/>
                  <a:pt x="181331" y="50437"/>
                  <a:pt x="182758" y="50754"/>
                </a:cubicBezTo>
                <a:cubicBezTo>
                  <a:pt x="184184" y="51071"/>
                  <a:pt x="185472" y="51427"/>
                  <a:pt x="186621" y="51823"/>
                </a:cubicBezTo>
                <a:cubicBezTo>
                  <a:pt x="187770" y="52220"/>
                  <a:pt x="188582" y="52616"/>
                  <a:pt x="189057" y="53012"/>
                </a:cubicBezTo>
                <a:cubicBezTo>
                  <a:pt x="189533" y="53408"/>
                  <a:pt x="189850" y="53785"/>
                  <a:pt x="190008" y="54141"/>
                </a:cubicBezTo>
                <a:cubicBezTo>
                  <a:pt x="190167" y="54498"/>
                  <a:pt x="190305" y="54953"/>
                  <a:pt x="190424" y="55508"/>
                </a:cubicBezTo>
                <a:cubicBezTo>
                  <a:pt x="190543" y="56063"/>
                  <a:pt x="190622" y="56875"/>
                  <a:pt x="190662" y="57945"/>
                </a:cubicBezTo>
                <a:cubicBezTo>
                  <a:pt x="190701" y="59015"/>
                  <a:pt x="190721" y="60461"/>
                  <a:pt x="190721" y="62283"/>
                </a:cubicBezTo>
                <a:close/>
                <a:moveTo>
                  <a:pt x="304952" y="104122"/>
                </a:moveTo>
                <a:cubicBezTo>
                  <a:pt x="304952" y="107213"/>
                  <a:pt x="304179" y="109412"/>
                  <a:pt x="302634" y="110719"/>
                </a:cubicBezTo>
                <a:cubicBezTo>
                  <a:pt x="301089" y="112027"/>
                  <a:pt x="299326" y="112680"/>
                  <a:pt x="297345" y="112680"/>
                </a:cubicBezTo>
                <a:lnTo>
                  <a:pt x="227217" y="112680"/>
                </a:lnTo>
                <a:cubicBezTo>
                  <a:pt x="227217" y="118641"/>
                  <a:pt x="227811" y="124006"/>
                  <a:pt x="228999" y="128775"/>
                </a:cubicBezTo>
                <a:cubicBezTo>
                  <a:pt x="230188" y="133544"/>
                  <a:pt x="232169" y="137637"/>
                  <a:pt x="234943" y="141055"/>
                </a:cubicBezTo>
                <a:cubicBezTo>
                  <a:pt x="237716" y="144472"/>
                  <a:pt x="241321" y="147096"/>
                  <a:pt x="245759" y="148925"/>
                </a:cubicBezTo>
                <a:cubicBezTo>
                  <a:pt x="250196" y="150753"/>
                  <a:pt x="255624" y="151667"/>
                  <a:pt x="262043" y="151667"/>
                </a:cubicBezTo>
                <a:cubicBezTo>
                  <a:pt x="267114" y="151667"/>
                  <a:pt x="271631" y="151251"/>
                  <a:pt x="275593" y="150419"/>
                </a:cubicBezTo>
                <a:cubicBezTo>
                  <a:pt x="279555" y="149587"/>
                  <a:pt x="282982" y="148656"/>
                  <a:pt x="285875" y="147625"/>
                </a:cubicBezTo>
                <a:cubicBezTo>
                  <a:pt x="288767" y="146595"/>
                  <a:pt x="291144" y="145664"/>
                  <a:pt x="293006" y="144832"/>
                </a:cubicBezTo>
                <a:cubicBezTo>
                  <a:pt x="294868" y="144000"/>
                  <a:pt x="296275" y="143584"/>
                  <a:pt x="297226" y="143584"/>
                </a:cubicBezTo>
                <a:cubicBezTo>
                  <a:pt x="297780" y="143584"/>
                  <a:pt x="298276" y="143723"/>
                  <a:pt x="298712" y="144000"/>
                </a:cubicBezTo>
                <a:cubicBezTo>
                  <a:pt x="299147" y="144278"/>
                  <a:pt x="299484" y="144694"/>
                  <a:pt x="299722" y="145248"/>
                </a:cubicBezTo>
                <a:cubicBezTo>
                  <a:pt x="299960" y="145803"/>
                  <a:pt x="300138" y="146575"/>
                  <a:pt x="300257" y="147566"/>
                </a:cubicBezTo>
                <a:cubicBezTo>
                  <a:pt x="300376" y="148557"/>
                  <a:pt x="300435" y="149765"/>
                  <a:pt x="300435" y="151191"/>
                </a:cubicBezTo>
                <a:cubicBezTo>
                  <a:pt x="300435" y="152221"/>
                  <a:pt x="300395" y="153113"/>
                  <a:pt x="300316" y="153866"/>
                </a:cubicBezTo>
                <a:cubicBezTo>
                  <a:pt x="300237" y="154618"/>
                  <a:pt x="300138" y="155292"/>
                  <a:pt x="300019" y="155886"/>
                </a:cubicBezTo>
                <a:cubicBezTo>
                  <a:pt x="299900" y="156481"/>
                  <a:pt x="299702" y="157015"/>
                  <a:pt x="299425" y="157491"/>
                </a:cubicBezTo>
                <a:cubicBezTo>
                  <a:pt x="299147" y="157966"/>
                  <a:pt x="298791" y="158422"/>
                  <a:pt x="298355" y="158858"/>
                </a:cubicBezTo>
                <a:cubicBezTo>
                  <a:pt x="297919" y="159294"/>
                  <a:pt x="296631" y="160007"/>
                  <a:pt x="294492" y="160997"/>
                </a:cubicBezTo>
                <a:cubicBezTo>
                  <a:pt x="292352" y="161988"/>
                  <a:pt x="289579" y="162959"/>
                  <a:pt x="286172" y="163909"/>
                </a:cubicBezTo>
                <a:cubicBezTo>
                  <a:pt x="282764" y="164860"/>
                  <a:pt x="278822" y="165712"/>
                  <a:pt x="274345" y="166465"/>
                </a:cubicBezTo>
                <a:cubicBezTo>
                  <a:pt x="269868" y="167218"/>
                  <a:pt x="265094" y="167594"/>
                  <a:pt x="260022" y="167594"/>
                </a:cubicBezTo>
                <a:cubicBezTo>
                  <a:pt x="251227" y="167594"/>
                  <a:pt x="243520" y="166365"/>
                  <a:pt x="236904" y="163906"/>
                </a:cubicBezTo>
                <a:cubicBezTo>
                  <a:pt x="230287" y="161447"/>
                  <a:pt x="224720" y="157798"/>
                  <a:pt x="220204" y="152959"/>
                </a:cubicBezTo>
                <a:cubicBezTo>
                  <a:pt x="215687" y="148121"/>
                  <a:pt x="212280" y="142053"/>
                  <a:pt x="209982" y="134755"/>
                </a:cubicBezTo>
                <a:cubicBezTo>
                  <a:pt x="207684" y="127457"/>
                  <a:pt x="206535" y="118970"/>
                  <a:pt x="206535" y="109293"/>
                </a:cubicBezTo>
                <a:cubicBezTo>
                  <a:pt x="206535" y="100091"/>
                  <a:pt x="207723" y="91821"/>
                  <a:pt x="210101" y="84484"/>
                </a:cubicBezTo>
                <a:cubicBezTo>
                  <a:pt x="212478" y="77147"/>
                  <a:pt x="215905" y="70920"/>
                  <a:pt x="220382" y="65804"/>
                </a:cubicBezTo>
                <a:cubicBezTo>
                  <a:pt x="224859" y="60688"/>
                  <a:pt x="230267" y="56762"/>
                  <a:pt x="236607" y="54026"/>
                </a:cubicBezTo>
                <a:cubicBezTo>
                  <a:pt x="242946" y="51290"/>
                  <a:pt x="250038" y="49922"/>
                  <a:pt x="257883" y="49922"/>
                </a:cubicBezTo>
                <a:cubicBezTo>
                  <a:pt x="266282" y="49922"/>
                  <a:pt x="273434" y="51269"/>
                  <a:pt x="279337" y="53963"/>
                </a:cubicBezTo>
                <a:cubicBezTo>
                  <a:pt x="285241" y="56657"/>
                  <a:pt x="290094" y="60282"/>
                  <a:pt x="293898" y="64839"/>
                </a:cubicBezTo>
                <a:cubicBezTo>
                  <a:pt x="297701" y="69395"/>
                  <a:pt x="300494" y="74744"/>
                  <a:pt x="302277" y="80885"/>
                </a:cubicBezTo>
                <a:cubicBezTo>
                  <a:pt x="304060" y="87026"/>
                  <a:pt x="304952" y="93583"/>
                  <a:pt x="304952" y="100556"/>
                </a:cubicBezTo>
                <a:lnTo>
                  <a:pt x="304952" y="104122"/>
                </a:lnTo>
                <a:moveTo>
                  <a:pt x="285221" y="98179"/>
                </a:moveTo>
                <a:cubicBezTo>
                  <a:pt x="285458" y="87952"/>
                  <a:pt x="283180" y="79928"/>
                  <a:pt x="278386" y="74106"/>
                </a:cubicBezTo>
                <a:cubicBezTo>
                  <a:pt x="273592" y="68284"/>
                  <a:pt x="266480" y="65374"/>
                  <a:pt x="257051" y="65374"/>
                </a:cubicBezTo>
                <a:cubicBezTo>
                  <a:pt x="252217" y="65374"/>
                  <a:pt x="247978" y="66279"/>
                  <a:pt x="244333" y="68089"/>
                </a:cubicBezTo>
                <a:cubicBezTo>
                  <a:pt x="240687" y="69896"/>
                  <a:pt x="237637" y="72296"/>
                  <a:pt x="235180" y="75287"/>
                </a:cubicBezTo>
                <a:cubicBezTo>
                  <a:pt x="232724" y="78276"/>
                  <a:pt x="230822" y="81758"/>
                  <a:pt x="229475" y="85732"/>
                </a:cubicBezTo>
                <a:cubicBezTo>
                  <a:pt x="228128" y="89704"/>
                  <a:pt x="227375" y="93853"/>
                  <a:pt x="227217" y="98179"/>
                </a:cubicBezTo>
                <a:lnTo>
                  <a:pt x="285221" y="98179"/>
                </a:lnTo>
                <a:close/>
                <a:moveTo>
                  <a:pt x="426640" y="162242"/>
                </a:moveTo>
                <a:cubicBezTo>
                  <a:pt x="426640" y="162876"/>
                  <a:pt x="426502" y="163431"/>
                  <a:pt x="426224" y="163909"/>
                </a:cubicBezTo>
                <a:cubicBezTo>
                  <a:pt x="425947" y="164385"/>
                  <a:pt x="425472" y="164761"/>
                  <a:pt x="424798" y="165039"/>
                </a:cubicBezTo>
                <a:cubicBezTo>
                  <a:pt x="424124" y="165316"/>
                  <a:pt x="423233" y="165534"/>
                  <a:pt x="422124" y="165692"/>
                </a:cubicBezTo>
                <a:cubicBezTo>
                  <a:pt x="421014" y="165851"/>
                  <a:pt x="419667" y="165930"/>
                  <a:pt x="418082" y="165930"/>
                </a:cubicBezTo>
                <a:cubicBezTo>
                  <a:pt x="416418" y="165930"/>
                  <a:pt x="415032" y="165851"/>
                  <a:pt x="413922" y="165692"/>
                </a:cubicBezTo>
                <a:cubicBezTo>
                  <a:pt x="412813" y="165536"/>
                  <a:pt x="411902" y="165321"/>
                  <a:pt x="411188" y="165046"/>
                </a:cubicBezTo>
                <a:cubicBezTo>
                  <a:pt x="410475" y="164769"/>
                  <a:pt x="409960" y="164394"/>
                  <a:pt x="409643" y="163921"/>
                </a:cubicBezTo>
                <a:cubicBezTo>
                  <a:pt x="409326" y="163448"/>
                  <a:pt x="409168" y="162897"/>
                  <a:pt x="409168" y="162268"/>
                </a:cubicBezTo>
                <a:lnTo>
                  <a:pt x="409168" y="148201"/>
                </a:lnTo>
                <a:cubicBezTo>
                  <a:pt x="403542" y="154308"/>
                  <a:pt x="397698" y="159067"/>
                  <a:pt x="391636" y="162479"/>
                </a:cubicBezTo>
                <a:cubicBezTo>
                  <a:pt x="385574" y="165889"/>
                  <a:pt x="378937" y="167594"/>
                  <a:pt x="371727" y="167594"/>
                </a:cubicBezTo>
                <a:cubicBezTo>
                  <a:pt x="363882" y="167594"/>
                  <a:pt x="357186" y="166067"/>
                  <a:pt x="351639" y="163014"/>
                </a:cubicBezTo>
                <a:cubicBezTo>
                  <a:pt x="346092" y="159961"/>
                  <a:pt x="341595" y="155837"/>
                  <a:pt x="338148" y="150642"/>
                </a:cubicBezTo>
                <a:cubicBezTo>
                  <a:pt x="334701" y="145444"/>
                  <a:pt x="332185" y="139336"/>
                  <a:pt x="330601" y="132318"/>
                </a:cubicBezTo>
                <a:cubicBezTo>
                  <a:pt x="329016" y="125298"/>
                  <a:pt x="328223" y="117900"/>
                  <a:pt x="328223" y="110125"/>
                </a:cubicBezTo>
                <a:cubicBezTo>
                  <a:pt x="328223" y="100925"/>
                  <a:pt x="329214" y="92618"/>
                  <a:pt x="331195" y="85201"/>
                </a:cubicBezTo>
                <a:cubicBezTo>
                  <a:pt x="333176" y="77785"/>
                  <a:pt x="336108" y="71459"/>
                  <a:pt x="339991" y="66224"/>
                </a:cubicBezTo>
                <a:cubicBezTo>
                  <a:pt x="343873" y="60987"/>
                  <a:pt x="348687" y="56960"/>
                  <a:pt x="354432" y="54145"/>
                </a:cubicBezTo>
                <a:cubicBezTo>
                  <a:pt x="360177" y="51329"/>
                  <a:pt x="366814" y="49922"/>
                  <a:pt x="374341" y="49922"/>
                </a:cubicBezTo>
                <a:cubicBezTo>
                  <a:pt x="380601" y="49922"/>
                  <a:pt x="386327" y="51290"/>
                  <a:pt x="391517" y="54026"/>
                </a:cubicBezTo>
                <a:cubicBezTo>
                  <a:pt x="396707" y="56762"/>
                  <a:pt x="401838" y="60788"/>
                  <a:pt x="406909" y="66102"/>
                </a:cubicBezTo>
                <a:lnTo>
                  <a:pt x="406909" y="3811"/>
                </a:lnTo>
                <a:cubicBezTo>
                  <a:pt x="406909" y="3256"/>
                  <a:pt x="407048" y="2721"/>
                  <a:pt x="407325" y="2206"/>
                </a:cubicBezTo>
                <a:cubicBezTo>
                  <a:pt x="407603" y="1689"/>
                  <a:pt x="408138" y="1291"/>
                  <a:pt x="408930" y="1014"/>
                </a:cubicBezTo>
                <a:cubicBezTo>
                  <a:pt x="409722" y="734"/>
                  <a:pt x="410733" y="495"/>
                  <a:pt x="411961" y="297"/>
                </a:cubicBezTo>
                <a:cubicBezTo>
                  <a:pt x="413189" y="99"/>
                  <a:pt x="414754" y="0"/>
                  <a:pt x="416656" y="0"/>
                </a:cubicBezTo>
                <a:cubicBezTo>
                  <a:pt x="418637" y="0"/>
                  <a:pt x="420261" y="99"/>
                  <a:pt x="421529" y="297"/>
                </a:cubicBezTo>
                <a:cubicBezTo>
                  <a:pt x="422797" y="495"/>
                  <a:pt x="423788" y="733"/>
                  <a:pt x="424501" y="1010"/>
                </a:cubicBezTo>
                <a:cubicBezTo>
                  <a:pt x="425214" y="1288"/>
                  <a:pt x="425749" y="1685"/>
                  <a:pt x="426105" y="2203"/>
                </a:cubicBezTo>
                <a:cubicBezTo>
                  <a:pt x="426462" y="2718"/>
                  <a:pt x="426640" y="3253"/>
                  <a:pt x="426640" y="3807"/>
                </a:cubicBezTo>
                <a:lnTo>
                  <a:pt x="426640" y="162242"/>
                </a:lnTo>
                <a:moveTo>
                  <a:pt x="406909" y="87043"/>
                </a:moveTo>
                <a:cubicBezTo>
                  <a:pt x="401600" y="80454"/>
                  <a:pt x="396469" y="75433"/>
                  <a:pt x="391517" y="71982"/>
                </a:cubicBezTo>
                <a:cubicBezTo>
                  <a:pt x="386564" y="68527"/>
                  <a:pt x="381394" y="66800"/>
                  <a:pt x="376006" y="66800"/>
                </a:cubicBezTo>
                <a:cubicBezTo>
                  <a:pt x="371013" y="66800"/>
                  <a:pt x="366774" y="67989"/>
                  <a:pt x="363287" y="70366"/>
                </a:cubicBezTo>
                <a:cubicBezTo>
                  <a:pt x="359801" y="72743"/>
                  <a:pt x="356968" y="75873"/>
                  <a:pt x="354789" y="79756"/>
                </a:cubicBezTo>
                <a:cubicBezTo>
                  <a:pt x="352610" y="83639"/>
                  <a:pt x="351025" y="88036"/>
                  <a:pt x="350034" y="92949"/>
                </a:cubicBezTo>
                <a:cubicBezTo>
                  <a:pt x="349044" y="97862"/>
                  <a:pt x="348549" y="102854"/>
                  <a:pt x="348549" y="107926"/>
                </a:cubicBezTo>
                <a:cubicBezTo>
                  <a:pt x="348549" y="113314"/>
                  <a:pt x="348965" y="118584"/>
                  <a:pt x="349797" y="123734"/>
                </a:cubicBezTo>
                <a:cubicBezTo>
                  <a:pt x="350629" y="128885"/>
                  <a:pt x="352075" y="133461"/>
                  <a:pt x="354135" y="137463"/>
                </a:cubicBezTo>
                <a:cubicBezTo>
                  <a:pt x="356195" y="141464"/>
                  <a:pt x="358929" y="144674"/>
                  <a:pt x="362336" y="147091"/>
                </a:cubicBezTo>
                <a:cubicBezTo>
                  <a:pt x="365744" y="149507"/>
                  <a:pt x="370023" y="150716"/>
                  <a:pt x="375173" y="150716"/>
                </a:cubicBezTo>
                <a:cubicBezTo>
                  <a:pt x="377788" y="150716"/>
                  <a:pt x="380304" y="150360"/>
                  <a:pt x="382721" y="149650"/>
                </a:cubicBezTo>
                <a:cubicBezTo>
                  <a:pt x="385138" y="148939"/>
                  <a:pt x="387614" y="147755"/>
                  <a:pt x="390150" y="146099"/>
                </a:cubicBezTo>
                <a:cubicBezTo>
                  <a:pt x="392686" y="144440"/>
                  <a:pt x="395340" y="142289"/>
                  <a:pt x="398114" y="139647"/>
                </a:cubicBezTo>
                <a:cubicBezTo>
                  <a:pt x="400887" y="137002"/>
                  <a:pt x="403819" y="133746"/>
                  <a:pt x="406909" y="129878"/>
                </a:cubicBezTo>
                <a:lnTo>
                  <a:pt x="406909" y="87043"/>
                </a:lnTo>
                <a:close/>
                <a:moveTo>
                  <a:pt x="482812" y="162245"/>
                </a:moveTo>
                <a:cubicBezTo>
                  <a:pt x="482812" y="162879"/>
                  <a:pt x="482653" y="163414"/>
                  <a:pt x="482336" y="163850"/>
                </a:cubicBezTo>
                <a:cubicBezTo>
                  <a:pt x="482019" y="164286"/>
                  <a:pt x="481504" y="164662"/>
                  <a:pt x="480791" y="164979"/>
                </a:cubicBezTo>
                <a:cubicBezTo>
                  <a:pt x="480078" y="165296"/>
                  <a:pt x="479087" y="165534"/>
                  <a:pt x="477820" y="165692"/>
                </a:cubicBezTo>
                <a:cubicBezTo>
                  <a:pt x="476552" y="165851"/>
                  <a:pt x="474927" y="165930"/>
                  <a:pt x="472946" y="165930"/>
                </a:cubicBezTo>
                <a:cubicBezTo>
                  <a:pt x="471044" y="165930"/>
                  <a:pt x="469460" y="165851"/>
                  <a:pt x="468192" y="165692"/>
                </a:cubicBezTo>
                <a:cubicBezTo>
                  <a:pt x="466924" y="165534"/>
                  <a:pt x="465914" y="165296"/>
                  <a:pt x="465161" y="164979"/>
                </a:cubicBezTo>
                <a:cubicBezTo>
                  <a:pt x="464408" y="164662"/>
                  <a:pt x="463893" y="164286"/>
                  <a:pt x="463616" y="163850"/>
                </a:cubicBezTo>
                <a:cubicBezTo>
                  <a:pt x="463338" y="163414"/>
                  <a:pt x="463200" y="162879"/>
                  <a:pt x="463200" y="162245"/>
                </a:cubicBezTo>
                <a:lnTo>
                  <a:pt x="463200" y="55270"/>
                </a:lnTo>
                <a:cubicBezTo>
                  <a:pt x="463200" y="54716"/>
                  <a:pt x="463338" y="54201"/>
                  <a:pt x="463616" y="53725"/>
                </a:cubicBezTo>
                <a:cubicBezTo>
                  <a:pt x="463893" y="53250"/>
                  <a:pt x="464408" y="52854"/>
                  <a:pt x="465161" y="52537"/>
                </a:cubicBezTo>
                <a:cubicBezTo>
                  <a:pt x="465914" y="52220"/>
                  <a:pt x="466924" y="51982"/>
                  <a:pt x="468192" y="51823"/>
                </a:cubicBezTo>
                <a:cubicBezTo>
                  <a:pt x="469460" y="51665"/>
                  <a:pt x="471044" y="51586"/>
                  <a:pt x="472946" y="51586"/>
                </a:cubicBezTo>
                <a:cubicBezTo>
                  <a:pt x="474927" y="51586"/>
                  <a:pt x="476552" y="51665"/>
                  <a:pt x="477820" y="51823"/>
                </a:cubicBezTo>
                <a:cubicBezTo>
                  <a:pt x="479087" y="51982"/>
                  <a:pt x="480078" y="52220"/>
                  <a:pt x="480791" y="52537"/>
                </a:cubicBezTo>
                <a:cubicBezTo>
                  <a:pt x="481504" y="52854"/>
                  <a:pt x="482019" y="53250"/>
                  <a:pt x="482336" y="53725"/>
                </a:cubicBezTo>
                <a:cubicBezTo>
                  <a:pt x="482653" y="54201"/>
                  <a:pt x="482812" y="54716"/>
                  <a:pt x="482812" y="55270"/>
                </a:cubicBezTo>
                <a:lnTo>
                  <a:pt x="482812" y="162245"/>
                </a:lnTo>
                <a:moveTo>
                  <a:pt x="485070" y="19018"/>
                </a:moveTo>
                <a:cubicBezTo>
                  <a:pt x="485070" y="23614"/>
                  <a:pt x="484198" y="26744"/>
                  <a:pt x="482455" y="28408"/>
                </a:cubicBezTo>
                <a:cubicBezTo>
                  <a:pt x="480712" y="30072"/>
                  <a:pt x="477503" y="30904"/>
                  <a:pt x="472827" y="30904"/>
                </a:cubicBezTo>
                <a:cubicBezTo>
                  <a:pt x="468231" y="30904"/>
                  <a:pt x="465082" y="30092"/>
                  <a:pt x="463378" y="28467"/>
                </a:cubicBezTo>
                <a:cubicBezTo>
                  <a:pt x="461674" y="26843"/>
                  <a:pt x="460822" y="23772"/>
                  <a:pt x="460822" y="19255"/>
                </a:cubicBezTo>
                <a:cubicBezTo>
                  <a:pt x="460822" y="14660"/>
                  <a:pt x="461694" y="11530"/>
                  <a:pt x="463437" y="9865"/>
                </a:cubicBezTo>
                <a:cubicBezTo>
                  <a:pt x="465181" y="8201"/>
                  <a:pt x="468390" y="7369"/>
                  <a:pt x="473065" y="7369"/>
                </a:cubicBezTo>
                <a:cubicBezTo>
                  <a:pt x="477661" y="7369"/>
                  <a:pt x="480811" y="8182"/>
                  <a:pt x="482515" y="9806"/>
                </a:cubicBezTo>
                <a:cubicBezTo>
                  <a:pt x="484218" y="11430"/>
                  <a:pt x="485070" y="14501"/>
                  <a:pt x="485070" y="19018"/>
                </a:cubicBezTo>
                <a:close/>
                <a:moveTo>
                  <a:pt x="595808" y="146028"/>
                </a:moveTo>
                <a:cubicBezTo>
                  <a:pt x="595808" y="147385"/>
                  <a:pt x="595769" y="148563"/>
                  <a:pt x="595689" y="149561"/>
                </a:cubicBezTo>
                <a:cubicBezTo>
                  <a:pt x="595610" y="150559"/>
                  <a:pt x="595471" y="151397"/>
                  <a:pt x="595273" y="152075"/>
                </a:cubicBezTo>
                <a:cubicBezTo>
                  <a:pt x="595075" y="152754"/>
                  <a:pt x="594838" y="153351"/>
                  <a:pt x="594560" y="153866"/>
                </a:cubicBezTo>
                <a:cubicBezTo>
                  <a:pt x="594283" y="154381"/>
                  <a:pt x="593649" y="155133"/>
                  <a:pt x="592658" y="156124"/>
                </a:cubicBezTo>
                <a:cubicBezTo>
                  <a:pt x="591668" y="157114"/>
                  <a:pt x="589984" y="158343"/>
                  <a:pt x="587607" y="159809"/>
                </a:cubicBezTo>
                <a:cubicBezTo>
                  <a:pt x="585230" y="161275"/>
                  <a:pt x="582555" y="162582"/>
                  <a:pt x="579584" y="163731"/>
                </a:cubicBezTo>
                <a:cubicBezTo>
                  <a:pt x="576612" y="164880"/>
                  <a:pt x="573383" y="165811"/>
                  <a:pt x="569897" y="166524"/>
                </a:cubicBezTo>
                <a:cubicBezTo>
                  <a:pt x="566410" y="167237"/>
                  <a:pt x="562804" y="167594"/>
                  <a:pt x="559080" y="167594"/>
                </a:cubicBezTo>
                <a:cubicBezTo>
                  <a:pt x="551394" y="167594"/>
                  <a:pt x="544579" y="166324"/>
                  <a:pt x="538636" y="163783"/>
                </a:cubicBezTo>
                <a:cubicBezTo>
                  <a:pt x="532693" y="161242"/>
                  <a:pt x="527721" y="157531"/>
                  <a:pt x="523719" y="152647"/>
                </a:cubicBezTo>
                <a:cubicBezTo>
                  <a:pt x="519717" y="147764"/>
                  <a:pt x="516667" y="141769"/>
                  <a:pt x="514567" y="134662"/>
                </a:cubicBezTo>
                <a:cubicBezTo>
                  <a:pt x="512467" y="127555"/>
                  <a:pt x="511417" y="119358"/>
                  <a:pt x="511417" y="110069"/>
                </a:cubicBezTo>
                <a:cubicBezTo>
                  <a:pt x="511417" y="99508"/>
                  <a:pt x="512705" y="90436"/>
                  <a:pt x="515280" y="82854"/>
                </a:cubicBezTo>
                <a:cubicBezTo>
                  <a:pt x="517855" y="75271"/>
                  <a:pt x="521381" y="69058"/>
                  <a:pt x="525859" y="64215"/>
                </a:cubicBezTo>
                <a:cubicBezTo>
                  <a:pt x="530336" y="59371"/>
                  <a:pt x="535605" y="55778"/>
                  <a:pt x="541667" y="53435"/>
                </a:cubicBezTo>
                <a:cubicBezTo>
                  <a:pt x="547729" y="51093"/>
                  <a:pt x="554286" y="49922"/>
                  <a:pt x="561339" y="49922"/>
                </a:cubicBezTo>
                <a:cubicBezTo>
                  <a:pt x="564746" y="49922"/>
                  <a:pt x="568054" y="50239"/>
                  <a:pt x="571263" y="50873"/>
                </a:cubicBezTo>
                <a:cubicBezTo>
                  <a:pt x="574473" y="51506"/>
                  <a:pt x="577424" y="52338"/>
                  <a:pt x="580119" y="53369"/>
                </a:cubicBezTo>
                <a:cubicBezTo>
                  <a:pt x="582813" y="54399"/>
                  <a:pt x="585210" y="55587"/>
                  <a:pt x="587310" y="56934"/>
                </a:cubicBezTo>
                <a:cubicBezTo>
                  <a:pt x="589410" y="58282"/>
                  <a:pt x="590935" y="59431"/>
                  <a:pt x="591886" y="60381"/>
                </a:cubicBezTo>
                <a:cubicBezTo>
                  <a:pt x="592837" y="61332"/>
                  <a:pt x="593490" y="62085"/>
                  <a:pt x="593847" y="62640"/>
                </a:cubicBezTo>
                <a:cubicBezTo>
                  <a:pt x="594204" y="63194"/>
                  <a:pt x="594501" y="63852"/>
                  <a:pt x="594738" y="64612"/>
                </a:cubicBezTo>
                <a:cubicBezTo>
                  <a:pt x="594976" y="65370"/>
                  <a:pt x="595135" y="66228"/>
                  <a:pt x="595214" y="67186"/>
                </a:cubicBezTo>
                <a:cubicBezTo>
                  <a:pt x="595293" y="68145"/>
                  <a:pt x="595333" y="69342"/>
                  <a:pt x="595333" y="70778"/>
                </a:cubicBezTo>
                <a:cubicBezTo>
                  <a:pt x="595333" y="73891"/>
                  <a:pt x="594976" y="76066"/>
                  <a:pt x="594263" y="77304"/>
                </a:cubicBezTo>
                <a:cubicBezTo>
                  <a:pt x="593550" y="78542"/>
                  <a:pt x="592678" y="79161"/>
                  <a:pt x="591648" y="79161"/>
                </a:cubicBezTo>
                <a:cubicBezTo>
                  <a:pt x="590459" y="79161"/>
                  <a:pt x="589093" y="78508"/>
                  <a:pt x="587547" y="77200"/>
                </a:cubicBezTo>
                <a:cubicBezTo>
                  <a:pt x="586002" y="75893"/>
                  <a:pt x="584041" y="74447"/>
                  <a:pt x="581664" y="72862"/>
                </a:cubicBezTo>
                <a:cubicBezTo>
                  <a:pt x="579287" y="71277"/>
                  <a:pt x="576414" y="69831"/>
                  <a:pt x="573046" y="68523"/>
                </a:cubicBezTo>
                <a:cubicBezTo>
                  <a:pt x="569679" y="67216"/>
                  <a:pt x="565697" y="66562"/>
                  <a:pt x="561101" y="66562"/>
                </a:cubicBezTo>
                <a:cubicBezTo>
                  <a:pt x="551671" y="66562"/>
                  <a:pt x="544440" y="70187"/>
                  <a:pt x="539409" y="77438"/>
                </a:cubicBezTo>
                <a:cubicBezTo>
                  <a:pt x="534377" y="84688"/>
                  <a:pt x="531861" y="95208"/>
                  <a:pt x="531861" y="108996"/>
                </a:cubicBezTo>
                <a:cubicBezTo>
                  <a:pt x="531861" y="115890"/>
                  <a:pt x="532515" y="121932"/>
                  <a:pt x="533822" y="127122"/>
                </a:cubicBezTo>
                <a:cubicBezTo>
                  <a:pt x="535130" y="132312"/>
                  <a:pt x="537051" y="136651"/>
                  <a:pt x="539587" y="140137"/>
                </a:cubicBezTo>
                <a:cubicBezTo>
                  <a:pt x="542123" y="143624"/>
                  <a:pt x="545233" y="146219"/>
                  <a:pt x="548918" y="147923"/>
                </a:cubicBezTo>
                <a:cubicBezTo>
                  <a:pt x="552602" y="149626"/>
                  <a:pt x="556822" y="150478"/>
                  <a:pt x="561576" y="150478"/>
                </a:cubicBezTo>
                <a:cubicBezTo>
                  <a:pt x="566093" y="150478"/>
                  <a:pt x="570055" y="149765"/>
                  <a:pt x="573462" y="148339"/>
                </a:cubicBezTo>
                <a:cubicBezTo>
                  <a:pt x="576870" y="146912"/>
                  <a:pt x="579821" y="145347"/>
                  <a:pt x="582318" y="143644"/>
                </a:cubicBezTo>
                <a:cubicBezTo>
                  <a:pt x="584814" y="141940"/>
                  <a:pt x="586913" y="140395"/>
                  <a:pt x="588617" y="139008"/>
                </a:cubicBezTo>
                <a:cubicBezTo>
                  <a:pt x="590321" y="137621"/>
                  <a:pt x="591648" y="136928"/>
                  <a:pt x="592599" y="136928"/>
                </a:cubicBezTo>
                <a:cubicBezTo>
                  <a:pt x="593154" y="136928"/>
                  <a:pt x="593629" y="137088"/>
                  <a:pt x="594025" y="137407"/>
                </a:cubicBezTo>
                <a:cubicBezTo>
                  <a:pt x="594422" y="137727"/>
                  <a:pt x="594758" y="138265"/>
                  <a:pt x="595036" y="139023"/>
                </a:cubicBezTo>
                <a:cubicBezTo>
                  <a:pt x="595313" y="139781"/>
                  <a:pt x="595511" y="140739"/>
                  <a:pt x="595630" y="141898"/>
                </a:cubicBezTo>
                <a:cubicBezTo>
                  <a:pt x="595749" y="143054"/>
                  <a:pt x="595808" y="144431"/>
                  <a:pt x="595808" y="146028"/>
                </a:cubicBezTo>
                <a:close/>
                <a:moveTo>
                  <a:pt x="677550" y="154427"/>
                </a:moveTo>
                <a:cubicBezTo>
                  <a:pt x="677550" y="156742"/>
                  <a:pt x="677392" y="158578"/>
                  <a:pt x="677075" y="159935"/>
                </a:cubicBezTo>
                <a:cubicBezTo>
                  <a:pt x="676758" y="161292"/>
                  <a:pt x="676282" y="162290"/>
                  <a:pt x="675648" y="162929"/>
                </a:cubicBezTo>
                <a:cubicBezTo>
                  <a:pt x="675014" y="163565"/>
                  <a:pt x="674064" y="164163"/>
                  <a:pt x="672796" y="164723"/>
                </a:cubicBezTo>
                <a:cubicBezTo>
                  <a:pt x="671528" y="165282"/>
                  <a:pt x="670082" y="165742"/>
                  <a:pt x="668457" y="166101"/>
                </a:cubicBezTo>
                <a:cubicBezTo>
                  <a:pt x="666833" y="166460"/>
                  <a:pt x="665109" y="166758"/>
                  <a:pt x="663287" y="166996"/>
                </a:cubicBezTo>
                <a:cubicBezTo>
                  <a:pt x="661464" y="167236"/>
                  <a:pt x="659642" y="167356"/>
                  <a:pt x="657819" y="167356"/>
                </a:cubicBezTo>
                <a:cubicBezTo>
                  <a:pt x="652272" y="167356"/>
                  <a:pt x="647518" y="166623"/>
                  <a:pt x="643556" y="165157"/>
                </a:cubicBezTo>
                <a:cubicBezTo>
                  <a:pt x="639594" y="163689"/>
                  <a:pt x="636345" y="161468"/>
                  <a:pt x="633809" y="158494"/>
                </a:cubicBezTo>
                <a:cubicBezTo>
                  <a:pt x="631274" y="155517"/>
                  <a:pt x="629431" y="151748"/>
                  <a:pt x="628282" y="147187"/>
                </a:cubicBezTo>
                <a:cubicBezTo>
                  <a:pt x="627133" y="142623"/>
                  <a:pt x="626559" y="137247"/>
                  <a:pt x="626559" y="131059"/>
                </a:cubicBezTo>
                <a:lnTo>
                  <a:pt x="626559" y="68464"/>
                </a:lnTo>
                <a:lnTo>
                  <a:pt x="611582" y="68464"/>
                </a:lnTo>
                <a:cubicBezTo>
                  <a:pt x="610394" y="68464"/>
                  <a:pt x="609443" y="67826"/>
                  <a:pt x="608730" y="66551"/>
                </a:cubicBezTo>
                <a:cubicBezTo>
                  <a:pt x="608016" y="65273"/>
                  <a:pt x="607660" y="63197"/>
                  <a:pt x="607660" y="60322"/>
                </a:cubicBezTo>
                <a:cubicBezTo>
                  <a:pt x="607660" y="58807"/>
                  <a:pt x="607759" y="57530"/>
                  <a:pt x="607957" y="56492"/>
                </a:cubicBezTo>
                <a:cubicBezTo>
                  <a:pt x="608155" y="55455"/>
                  <a:pt x="608413" y="54597"/>
                  <a:pt x="608730" y="53918"/>
                </a:cubicBezTo>
                <a:cubicBezTo>
                  <a:pt x="609047" y="53240"/>
                  <a:pt x="609463" y="52761"/>
                  <a:pt x="609978" y="52481"/>
                </a:cubicBezTo>
                <a:cubicBezTo>
                  <a:pt x="610493" y="52201"/>
                  <a:pt x="611067" y="52061"/>
                  <a:pt x="611701" y="52061"/>
                </a:cubicBezTo>
                <a:lnTo>
                  <a:pt x="626559" y="52061"/>
                </a:lnTo>
                <a:lnTo>
                  <a:pt x="626559" y="26625"/>
                </a:lnTo>
                <a:cubicBezTo>
                  <a:pt x="626559" y="26070"/>
                  <a:pt x="626697" y="25555"/>
                  <a:pt x="626975" y="25080"/>
                </a:cubicBezTo>
                <a:cubicBezTo>
                  <a:pt x="627252" y="24604"/>
                  <a:pt x="627767" y="24188"/>
                  <a:pt x="628520" y="23832"/>
                </a:cubicBezTo>
                <a:cubicBezTo>
                  <a:pt x="629273" y="23475"/>
                  <a:pt x="630283" y="23218"/>
                  <a:pt x="631551" y="23059"/>
                </a:cubicBezTo>
                <a:cubicBezTo>
                  <a:pt x="632819" y="22901"/>
                  <a:pt x="634404" y="22821"/>
                  <a:pt x="636305" y="22821"/>
                </a:cubicBezTo>
                <a:cubicBezTo>
                  <a:pt x="638286" y="22821"/>
                  <a:pt x="639911" y="22901"/>
                  <a:pt x="641179" y="23059"/>
                </a:cubicBezTo>
                <a:cubicBezTo>
                  <a:pt x="642446" y="23218"/>
                  <a:pt x="643437" y="23475"/>
                  <a:pt x="644150" y="23832"/>
                </a:cubicBezTo>
                <a:cubicBezTo>
                  <a:pt x="644863" y="24188"/>
                  <a:pt x="645378" y="24604"/>
                  <a:pt x="645695" y="25080"/>
                </a:cubicBezTo>
                <a:cubicBezTo>
                  <a:pt x="646012" y="25555"/>
                  <a:pt x="646171" y="26070"/>
                  <a:pt x="646171" y="26625"/>
                </a:cubicBezTo>
                <a:lnTo>
                  <a:pt x="646171" y="52061"/>
                </a:lnTo>
                <a:lnTo>
                  <a:pt x="673628" y="52061"/>
                </a:lnTo>
                <a:cubicBezTo>
                  <a:pt x="674262" y="52061"/>
                  <a:pt x="674816" y="52201"/>
                  <a:pt x="675292" y="52481"/>
                </a:cubicBezTo>
                <a:cubicBezTo>
                  <a:pt x="675767" y="52761"/>
                  <a:pt x="676183" y="53240"/>
                  <a:pt x="676540" y="53918"/>
                </a:cubicBezTo>
                <a:cubicBezTo>
                  <a:pt x="676896" y="54597"/>
                  <a:pt x="677154" y="55455"/>
                  <a:pt x="677312" y="56492"/>
                </a:cubicBezTo>
                <a:cubicBezTo>
                  <a:pt x="677471" y="57530"/>
                  <a:pt x="677550" y="58807"/>
                  <a:pt x="677550" y="60322"/>
                </a:cubicBezTo>
                <a:cubicBezTo>
                  <a:pt x="677550" y="63197"/>
                  <a:pt x="677194" y="65273"/>
                  <a:pt x="676480" y="66551"/>
                </a:cubicBezTo>
                <a:cubicBezTo>
                  <a:pt x="675767" y="67826"/>
                  <a:pt x="674816" y="68464"/>
                  <a:pt x="673628" y="68464"/>
                </a:cubicBezTo>
                <a:lnTo>
                  <a:pt x="646171" y="68464"/>
                </a:lnTo>
                <a:lnTo>
                  <a:pt x="646171" y="128132"/>
                </a:lnTo>
                <a:cubicBezTo>
                  <a:pt x="646171" y="135502"/>
                  <a:pt x="647260" y="141068"/>
                  <a:pt x="649439" y="144832"/>
                </a:cubicBezTo>
                <a:cubicBezTo>
                  <a:pt x="651619" y="148596"/>
                  <a:pt x="655521" y="150478"/>
                  <a:pt x="661147" y="150478"/>
                </a:cubicBezTo>
                <a:cubicBezTo>
                  <a:pt x="662970" y="150478"/>
                  <a:pt x="664594" y="150300"/>
                  <a:pt x="666021" y="149943"/>
                </a:cubicBezTo>
                <a:cubicBezTo>
                  <a:pt x="667447" y="149587"/>
                  <a:pt x="668715" y="149210"/>
                  <a:pt x="669824" y="148814"/>
                </a:cubicBezTo>
                <a:cubicBezTo>
                  <a:pt x="670934" y="148418"/>
                  <a:pt x="671884" y="148041"/>
                  <a:pt x="672677" y="147685"/>
                </a:cubicBezTo>
                <a:cubicBezTo>
                  <a:pt x="673469" y="147328"/>
                  <a:pt x="674182" y="147150"/>
                  <a:pt x="674816" y="147150"/>
                </a:cubicBezTo>
                <a:cubicBezTo>
                  <a:pt x="675213" y="147150"/>
                  <a:pt x="675589" y="147249"/>
                  <a:pt x="675946" y="147447"/>
                </a:cubicBezTo>
                <a:cubicBezTo>
                  <a:pt x="676302" y="147645"/>
                  <a:pt x="676579" y="148022"/>
                  <a:pt x="676778" y="148576"/>
                </a:cubicBezTo>
                <a:cubicBezTo>
                  <a:pt x="676976" y="149131"/>
                  <a:pt x="677154" y="149886"/>
                  <a:pt x="677312" y="150842"/>
                </a:cubicBezTo>
                <a:cubicBezTo>
                  <a:pt x="677471" y="151795"/>
                  <a:pt x="677550" y="152990"/>
                  <a:pt x="677550" y="154427"/>
                </a:cubicBezTo>
                <a:close/>
                <a:moveTo>
                  <a:pt x="723186" y="162245"/>
                </a:moveTo>
                <a:cubicBezTo>
                  <a:pt x="723186" y="162879"/>
                  <a:pt x="723028" y="163414"/>
                  <a:pt x="722711" y="163850"/>
                </a:cubicBezTo>
                <a:cubicBezTo>
                  <a:pt x="722394" y="164286"/>
                  <a:pt x="721879" y="164662"/>
                  <a:pt x="721165" y="164979"/>
                </a:cubicBezTo>
                <a:cubicBezTo>
                  <a:pt x="720452" y="165296"/>
                  <a:pt x="719462" y="165534"/>
                  <a:pt x="718194" y="165692"/>
                </a:cubicBezTo>
                <a:cubicBezTo>
                  <a:pt x="716926" y="165851"/>
                  <a:pt x="715302" y="165930"/>
                  <a:pt x="713321" y="165930"/>
                </a:cubicBezTo>
                <a:cubicBezTo>
                  <a:pt x="711419" y="165930"/>
                  <a:pt x="709834" y="165851"/>
                  <a:pt x="708566" y="165692"/>
                </a:cubicBezTo>
                <a:cubicBezTo>
                  <a:pt x="707298" y="165534"/>
                  <a:pt x="706288" y="165296"/>
                  <a:pt x="705535" y="164979"/>
                </a:cubicBezTo>
                <a:cubicBezTo>
                  <a:pt x="704782" y="164662"/>
                  <a:pt x="704267" y="164286"/>
                  <a:pt x="703990" y="163850"/>
                </a:cubicBezTo>
                <a:cubicBezTo>
                  <a:pt x="703713" y="163414"/>
                  <a:pt x="703574" y="162879"/>
                  <a:pt x="703574" y="162245"/>
                </a:cubicBezTo>
                <a:lnTo>
                  <a:pt x="703574" y="55270"/>
                </a:lnTo>
                <a:cubicBezTo>
                  <a:pt x="703574" y="54716"/>
                  <a:pt x="703713" y="54201"/>
                  <a:pt x="703990" y="53725"/>
                </a:cubicBezTo>
                <a:cubicBezTo>
                  <a:pt x="704267" y="53250"/>
                  <a:pt x="704782" y="52854"/>
                  <a:pt x="705535" y="52537"/>
                </a:cubicBezTo>
                <a:cubicBezTo>
                  <a:pt x="706288" y="52220"/>
                  <a:pt x="707298" y="51982"/>
                  <a:pt x="708566" y="51823"/>
                </a:cubicBezTo>
                <a:cubicBezTo>
                  <a:pt x="709834" y="51665"/>
                  <a:pt x="711419" y="51586"/>
                  <a:pt x="713321" y="51586"/>
                </a:cubicBezTo>
                <a:cubicBezTo>
                  <a:pt x="715302" y="51586"/>
                  <a:pt x="716926" y="51665"/>
                  <a:pt x="718194" y="51823"/>
                </a:cubicBezTo>
                <a:cubicBezTo>
                  <a:pt x="719462" y="51982"/>
                  <a:pt x="720452" y="52220"/>
                  <a:pt x="721165" y="52537"/>
                </a:cubicBezTo>
                <a:cubicBezTo>
                  <a:pt x="721879" y="52854"/>
                  <a:pt x="722394" y="53250"/>
                  <a:pt x="722711" y="53725"/>
                </a:cubicBezTo>
                <a:cubicBezTo>
                  <a:pt x="723028" y="54201"/>
                  <a:pt x="723186" y="54716"/>
                  <a:pt x="723186" y="55270"/>
                </a:cubicBezTo>
                <a:lnTo>
                  <a:pt x="723186" y="162245"/>
                </a:lnTo>
                <a:moveTo>
                  <a:pt x="725444" y="19018"/>
                </a:moveTo>
                <a:cubicBezTo>
                  <a:pt x="725444" y="23614"/>
                  <a:pt x="724573" y="26744"/>
                  <a:pt x="722829" y="28408"/>
                </a:cubicBezTo>
                <a:cubicBezTo>
                  <a:pt x="721086" y="30072"/>
                  <a:pt x="717877" y="30904"/>
                  <a:pt x="713202" y="30904"/>
                </a:cubicBezTo>
                <a:cubicBezTo>
                  <a:pt x="708606" y="30904"/>
                  <a:pt x="705456" y="30092"/>
                  <a:pt x="703752" y="28467"/>
                </a:cubicBezTo>
                <a:cubicBezTo>
                  <a:pt x="702049" y="26843"/>
                  <a:pt x="701197" y="23772"/>
                  <a:pt x="701197" y="19255"/>
                </a:cubicBezTo>
                <a:cubicBezTo>
                  <a:pt x="701197" y="14660"/>
                  <a:pt x="702068" y="11530"/>
                  <a:pt x="703812" y="9865"/>
                </a:cubicBezTo>
                <a:cubicBezTo>
                  <a:pt x="705555" y="8201"/>
                  <a:pt x="708764" y="7369"/>
                  <a:pt x="713439" y="7369"/>
                </a:cubicBezTo>
                <a:cubicBezTo>
                  <a:pt x="718035" y="7369"/>
                  <a:pt x="721185" y="8182"/>
                  <a:pt x="722889" y="9806"/>
                </a:cubicBezTo>
                <a:cubicBezTo>
                  <a:pt x="724593" y="11430"/>
                  <a:pt x="725444" y="14501"/>
                  <a:pt x="725444" y="19018"/>
                </a:cubicBezTo>
                <a:close/>
                <a:moveTo>
                  <a:pt x="858768" y="107629"/>
                </a:moveTo>
                <a:cubicBezTo>
                  <a:pt x="858768" y="116353"/>
                  <a:pt x="857619" y="124383"/>
                  <a:pt x="855321" y="131720"/>
                </a:cubicBezTo>
                <a:cubicBezTo>
                  <a:pt x="853023" y="139058"/>
                  <a:pt x="849595" y="145384"/>
                  <a:pt x="845039" y="150701"/>
                </a:cubicBezTo>
                <a:cubicBezTo>
                  <a:pt x="840483" y="156015"/>
                  <a:pt x="834777" y="160159"/>
                  <a:pt x="827923" y="163133"/>
                </a:cubicBezTo>
                <a:cubicBezTo>
                  <a:pt x="821069" y="166107"/>
                  <a:pt x="813125" y="167594"/>
                  <a:pt x="804092" y="167594"/>
                </a:cubicBezTo>
                <a:cubicBezTo>
                  <a:pt x="795296" y="167594"/>
                  <a:pt x="787629" y="166285"/>
                  <a:pt x="781092" y="163668"/>
                </a:cubicBezTo>
                <a:cubicBezTo>
                  <a:pt x="774555" y="161051"/>
                  <a:pt x="769107" y="157243"/>
                  <a:pt x="764749" y="152246"/>
                </a:cubicBezTo>
                <a:cubicBezTo>
                  <a:pt x="760390" y="147249"/>
                  <a:pt x="757141" y="141181"/>
                  <a:pt x="755002" y="134042"/>
                </a:cubicBezTo>
                <a:cubicBezTo>
                  <a:pt x="752862" y="126903"/>
                  <a:pt x="751793" y="118812"/>
                  <a:pt x="751793" y="109768"/>
                </a:cubicBezTo>
                <a:cubicBezTo>
                  <a:pt x="751793" y="101044"/>
                  <a:pt x="752922" y="93014"/>
                  <a:pt x="755180" y="85677"/>
                </a:cubicBezTo>
                <a:cubicBezTo>
                  <a:pt x="757439" y="78339"/>
                  <a:pt x="760846" y="72014"/>
                  <a:pt x="765402" y="66700"/>
                </a:cubicBezTo>
                <a:cubicBezTo>
                  <a:pt x="769959" y="61383"/>
                  <a:pt x="775644" y="57258"/>
                  <a:pt x="782459" y="54323"/>
                </a:cubicBezTo>
                <a:cubicBezTo>
                  <a:pt x="789274" y="51389"/>
                  <a:pt x="797237" y="49922"/>
                  <a:pt x="806350" y="49922"/>
                </a:cubicBezTo>
                <a:cubicBezTo>
                  <a:pt x="815146" y="49922"/>
                  <a:pt x="822812" y="51230"/>
                  <a:pt x="829349" y="53848"/>
                </a:cubicBezTo>
                <a:cubicBezTo>
                  <a:pt x="835887" y="56465"/>
                  <a:pt x="841335" y="60272"/>
                  <a:pt x="845693" y="65270"/>
                </a:cubicBezTo>
                <a:cubicBezTo>
                  <a:pt x="850051" y="70267"/>
                  <a:pt x="853320" y="76335"/>
                  <a:pt x="855499" y="83474"/>
                </a:cubicBezTo>
                <a:cubicBezTo>
                  <a:pt x="857678" y="90613"/>
                  <a:pt x="858768" y="98665"/>
                  <a:pt x="858768" y="107629"/>
                </a:cubicBezTo>
                <a:moveTo>
                  <a:pt x="838086" y="108877"/>
                </a:moveTo>
                <a:cubicBezTo>
                  <a:pt x="838086" y="103092"/>
                  <a:pt x="837551" y="97625"/>
                  <a:pt x="836481" y="92474"/>
                </a:cubicBezTo>
                <a:cubicBezTo>
                  <a:pt x="835411" y="87323"/>
                  <a:pt x="833648" y="82807"/>
                  <a:pt x="831192" y="78924"/>
                </a:cubicBezTo>
                <a:cubicBezTo>
                  <a:pt x="828735" y="75041"/>
                  <a:pt x="825407" y="71970"/>
                  <a:pt x="821208" y="69712"/>
                </a:cubicBezTo>
                <a:cubicBezTo>
                  <a:pt x="817008" y="67454"/>
                  <a:pt x="811778" y="66324"/>
                  <a:pt x="805518" y="66324"/>
                </a:cubicBezTo>
                <a:cubicBezTo>
                  <a:pt x="799733" y="66324"/>
                  <a:pt x="794761" y="67355"/>
                  <a:pt x="790601" y="69415"/>
                </a:cubicBezTo>
                <a:cubicBezTo>
                  <a:pt x="786441" y="71475"/>
                  <a:pt x="783013" y="74387"/>
                  <a:pt x="780319" y="78151"/>
                </a:cubicBezTo>
                <a:cubicBezTo>
                  <a:pt x="777625" y="81915"/>
                  <a:pt x="775624" y="86372"/>
                  <a:pt x="774317" y="91523"/>
                </a:cubicBezTo>
                <a:cubicBezTo>
                  <a:pt x="773009" y="96674"/>
                  <a:pt x="772356" y="102300"/>
                  <a:pt x="772356" y="108401"/>
                </a:cubicBezTo>
                <a:cubicBezTo>
                  <a:pt x="772356" y="114265"/>
                  <a:pt x="772890" y="119772"/>
                  <a:pt x="773960" y="124923"/>
                </a:cubicBezTo>
                <a:cubicBezTo>
                  <a:pt x="775030" y="130074"/>
                  <a:pt x="776813" y="134571"/>
                  <a:pt x="779309" y="138414"/>
                </a:cubicBezTo>
                <a:cubicBezTo>
                  <a:pt x="781805" y="142257"/>
                  <a:pt x="785153" y="145308"/>
                  <a:pt x="789353" y="147566"/>
                </a:cubicBezTo>
                <a:cubicBezTo>
                  <a:pt x="793553" y="149824"/>
                  <a:pt x="798782" y="150954"/>
                  <a:pt x="805042" y="150954"/>
                </a:cubicBezTo>
                <a:cubicBezTo>
                  <a:pt x="810748" y="150954"/>
                  <a:pt x="815700" y="149923"/>
                  <a:pt x="819900" y="147863"/>
                </a:cubicBezTo>
                <a:cubicBezTo>
                  <a:pt x="824100" y="145803"/>
                  <a:pt x="827547" y="142911"/>
                  <a:pt x="830241" y="139186"/>
                </a:cubicBezTo>
                <a:cubicBezTo>
                  <a:pt x="832935" y="135462"/>
                  <a:pt x="834916" y="131024"/>
                  <a:pt x="836184" y="125874"/>
                </a:cubicBezTo>
                <a:cubicBezTo>
                  <a:pt x="837452" y="120723"/>
                  <a:pt x="838086" y="115057"/>
                  <a:pt x="838086" y="108877"/>
                </a:cubicBezTo>
                <a:close/>
                <a:moveTo>
                  <a:pt x="980361" y="162245"/>
                </a:moveTo>
                <a:cubicBezTo>
                  <a:pt x="980361" y="162879"/>
                  <a:pt x="980203" y="163414"/>
                  <a:pt x="979886" y="163850"/>
                </a:cubicBezTo>
                <a:cubicBezTo>
                  <a:pt x="979569" y="164286"/>
                  <a:pt x="979054" y="164662"/>
                  <a:pt x="978341" y="164979"/>
                </a:cubicBezTo>
                <a:cubicBezTo>
                  <a:pt x="977628" y="165296"/>
                  <a:pt x="976637" y="165534"/>
                  <a:pt x="975369" y="165692"/>
                </a:cubicBezTo>
                <a:cubicBezTo>
                  <a:pt x="974101" y="165851"/>
                  <a:pt x="972517" y="165930"/>
                  <a:pt x="970615" y="165930"/>
                </a:cubicBezTo>
                <a:cubicBezTo>
                  <a:pt x="968634" y="165930"/>
                  <a:pt x="967009" y="165851"/>
                  <a:pt x="965742" y="165692"/>
                </a:cubicBezTo>
                <a:cubicBezTo>
                  <a:pt x="964474" y="165534"/>
                  <a:pt x="963483" y="165296"/>
                  <a:pt x="962770" y="164979"/>
                </a:cubicBezTo>
                <a:cubicBezTo>
                  <a:pt x="962057" y="164662"/>
                  <a:pt x="961542" y="164287"/>
                  <a:pt x="961225" y="163854"/>
                </a:cubicBezTo>
                <a:cubicBezTo>
                  <a:pt x="960908" y="163418"/>
                  <a:pt x="960749" y="162883"/>
                  <a:pt x="960749" y="162249"/>
                </a:cubicBezTo>
                <a:lnTo>
                  <a:pt x="960749" y="99684"/>
                </a:lnTo>
                <a:cubicBezTo>
                  <a:pt x="960749" y="93589"/>
                  <a:pt x="960274" y="88683"/>
                  <a:pt x="959323" y="84963"/>
                </a:cubicBezTo>
                <a:cubicBezTo>
                  <a:pt x="958372" y="81244"/>
                  <a:pt x="956985" y="78040"/>
                  <a:pt x="955163" y="75350"/>
                </a:cubicBezTo>
                <a:cubicBezTo>
                  <a:pt x="953340" y="72659"/>
                  <a:pt x="950983" y="70601"/>
                  <a:pt x="948091" y="69177"/>
                </a:cubicBezTo>
                <a:cubicBezTo>
                  <a:pt x="945198" y="67751"/>
                  <a:pt x="941850" y="67038"/>
                  <a:pt x="938047" y="67038"/>
                </a:cubicBezTo>
                <a:cubicBezTo>
                  <a:pt x="933134" y="67038"/>
                  <a:pt x="928221" y="68780"/>
                  <a:pt x="923308" y="72264"/>
                </a:cubicBezTo>
                <a:cubicBezTo>
                  <a:pt x="918395" y="75745"/>
                  <a:pt x="913245" y="80849"/>
                  <a:pt x="907856" y="87575"/>
                </a:cubicBezTo>
                <a:lnTo>
                  <a:pt x="907856" y="162249"/>
                </a:lnTo>
                <a:cubicBezTo>
                  <a:pt x="907856" y="162883"/>
                  <a:pt x="907698" y="163418"/>
                  <a:pt x="907381" y="163854"/>
                </a:cubicBezTo>
                <a:cubicBezTo>
                  <a:pt x="907064" y="164287"/>
                  <a:pt x="906549" y="164662"/>
                  <a:pt x="905836" y="164979"/>
                </a:cubicBezTo>
                <a:cubicBezTo>
                  <a:pt x="905122" y="165296"/>
                  <a:pt x="904132" y="165534"/>
                  <a:pt x="902864" y="165692"/>
                </a:cubicBezTo>
                <a:cubicBezTo>
                  <a:pt x="901596" y="165851"/>
                  <a:pt x="899972" y="165930"/>
                  <a:pt x="897991" y="165930"/>
                </a:cubicBezTo>
                <a:cubicBezTo>
                  <a:pt x="896089" y="165930"/>
                  <a:pt x="894504" y="165851"/>
                  <a:pt x="893236" y="165692"/>
                </a:cubicBezTo>
                <a:cubicBezTo>
                  <a:pt x="891968" y="165534"/>
                  <a:pt x="890958" y="165296"/>
                  <a:pt x="890205" y="164979"/>
                </a:cubicBezTo>
                <a:cubicBezTo>
                  <a:pt x="889453" y="164662"/>
                  <a:pt x="888938" y="164286"/>
                  <a:pt x="888660" y="163850"/>
                </a:cubicBezTo>
                <a:cubicBezTo>
                  <a:pt x="888383" y="163414"/>
                  <a:pt x="888244" y="162879"/>
                  <a:pt x="888244" y="162245"/>
                </a:cubicBezTo>
                <a:lnTo>
                  <a:pt x="888244" y="55270"/>
                </a:lnTo>
                <a:cubicBezTo>
                  <a:pt x="888244" y="54636"/>
                  <a:pt x="888363" y="54102"/>
                  <a:pt x="888601" y="53666"/>
                </a:cubicBezTo>
                <a:cubicBezTo>
                  <a:pt x="888838" y="53230"/>
                  <a:pt x="889314" y="52834"/>
                  <a:pt x="890027" y="52477"/>
                </a:cubicBezTo>
                <a:cubicBezTo>
                  <a:pt x="890740" y="52121"/>
                  <a:pt x="891652" y="51883"/>
                  <a:pt x="892761" y="51764"/>
                </a:cubicBezTo>
                <a:cubicBezTo>
                  <a:pt x="893870" y="51645"/>
                  <a:pt x="895336" y="51586"/>
                  <a:pt x="897159" y="51586"/>
                </a:cubicBezTo>
                <a:cubicBezTo>
                  <a:pt x="898902" y="51586"/>
                  <a:pt x="900348" y="51645"/>
                  <a:pt x="901497" y="51764"/>
                </a:cubicBezTo>
                <a:cubicBezTo>
                  <a:pt x="902646" y="51883"/>
                  <a:pt x="903538" y="52121"/>
                  <a:pt x="904172" y="52477"/>
                </a:cubicBezTo>
                <a:cubicBezTo>
                  <a:pt x="904805" y="52834"/>
                  <a:pt x="905261" y="53230"/>
                  <a:pt x="905538" y="53666"/>
                </a:cubicBezTo>
                <a:cubicBezTo>
                  <a:pt x="905816" y="54102"/>
                  <a:pt x="905954" y="54636"/>
                  <a:pt x="905954" y="55270"/>
                </a:cubicBezTo>
                <a:lnTo>
                  <a:pt x="905954" y="69415"/>
                </a:lnTo>
                <a:cubicBezTo>
                  <a:pt x="911977" y="62679"/>
                  <a:pt x="917979" y="57747"/>
                  <a:pt x="923962" y="54617"/>
                </a:cubicBezTo>
                <a:cubicBezTo>
                  <a:pt x="929945" y="51487"/>
                  <a:pt x="935987" y="49922"/>
                  <a:pt x="942088" y="49922"/>
                </a:cubicBezTo>
                <a:cubicBezTo>
                  <a:pt x="949220" y="49922"/>
                  <a:pt x="955222" y="51130"/>
                  <a:pt x="960096" y="53547"/>
                </a:cubicBezTo>
                <a:cubicBezTo>
                  <a:pt x="964969" y="55964"/>
                  <a:pt x="968911" y="59193"/>
                  <a:pt x="971922" y="63234"/>
                </a:cubicBezTo>
                <a:cubicBezTo>
                  <a:pt x="974933" y="67275"/>
                  <a:pt x="977093" y="72010"/>
                  <a:pt x="978400" y="77438"/>
                </a:cubicBezTo>
                <a:cubicBezTo>
                  <a:pt x="979708" y="82866"/>
                  <a:pt x="980361" y="89384"/>
                  <a:pt x="980361" y="96991"/>
                </a:cubicBezTo>
                <a:lnTo>
                  <a:pt x="980361" y="162245"/>
                </a:lnTo>
                <a:close/>
                <a:moveTo>
                  <a:pt x="1045447" y="70069"/>
                </a:moveTo>
                <a:cubicBezTo>
                  <a:pt x="1045447" y="72617"/>
                  <a:pt x="1045268" y="74766"/>
                  <a:pt x="1044912" y="76517"/>
                </a:cubicBezTo>
                <a:cubicBezTo>
                  <a:pt x="1044555" y="78268"/>
                  <a:pt x="1043882" y="79680"/>
                  <a:pt x="1042891" y="80755"/>
                </a:cubicBezTo>
                <a:cubicBezTo>
                  <a:pt x="1041901" y="81827"/>
                  <a:pt x="1040613" y="82582"/>
                  <a:pt x="1039028" y="83021"/>
                </a:cubicBezTo>
                <a:cubicBezTo>
                  <a:pt x="1037443" y="83459"/>
                  <a:pt x="1035423" y="83678"/>
                  <a:pt x="1032966" y="83678"/>
                </a:cubicBezTo>
                <a:cubicBezTo>
                  <a:pt x="1030430" y="83678"/>
                  <a:pt x="1028370" y="83459"/>
                  <a:pt x="1026785" y="83021"/>
                </a:cubicBezTo>
                <a:cubicBezTo>
                  <a:pt x="1025201" y="82582"/>
                  <a:pt x="1023933" y="81827"/>
                  <a:pt x="1022982" y="80755"/>
                </a:cubicBezTo>
                <a:cubicBezTo>
                  <a:pt x="1022031" y="79680"/>
                  <a:pt x="1021377" y="78268"/>
                  <a:pt x="1021021" y="76517"/>
                </a:cubicBezTo>
                <a:cubicBezTo>
                  <a:pt x="1020664" y="74766"/>
                  <a:pt x="1020486" y="72617"/>
                  <a:pt x="1020486" y="70069"/>
                </a:cubicBezTo>
                <a:cubicBezTo>
                  <a:pt x="1020486" y="67362"/>
                  <a:pt x="1020664" y="65114"/>
                  <a:pt x="1021021" y="63323"/>
                </a:cubicBezTo>
                <a:cubicBezTo>
                  <a:pt x="1021377" y="61533"/>
                  <a:pt x="1022031" y="60102"/>
                  <a:pt x="1022982" y="59029"/>
                </a:cubicBezTo>
                <a:cubicBezTo>
                  <a:pt x="1023933" y="57955"/>
                  <a:pt x="1025201" y="57198"/>
                  <a:pt x="1026785" y="56760"/>
                </a:cubicBezTo>
                <a:cubicBezTo>
                  <a:pt x="1028370" y="56322"/>
                  <a:pt x="1030430" y="56102"/>
                  <a:pt x="1032966" y="56102"/>
                </a:cubicBezTo>
                <a:cubicBezTo>
                  <a:pt x="1035423" y="56102"/>
                  <a:pt x="1037443" y="56322"/>
                  <a:pt x="1039028" y="56760"/>
                </a:cubicBezTo>
                <a:cubicBezTo>
                  <a:pt x="1040613" y="57198"/>
                  <a:pt x="1041901" y="57955"/>
                  <a:pt x="1042891" y="59029"/>
                </a:cubicBezTo>
                <a:cubicBezTo>
                  <a:pt x="1043882" y="60102"/>
                  <a:pt x="1044555" y="61533"/>
                  <a:pt x="1044912" y="63323"/>
                </a:cubicBezTo>
                <a:cubicBezTo>
                  <a:pt x="1045268" y="65114"/>
                  <a:pt x="1045447" y="67362"/>
                  <a:pt x="1045447" y="70069"/>
                </a:cubicBezTo>
                <a:moveTo>
                  <a:pt x="1045447" y="152677"/>
                </a:moveTo>
                <a:cubicBezTo>
                  <a:pt x="1045447" y="155304"/>
                  <a:pt x="1045268" y="157493"/>
                  <a:pt x="1044912" y="159244"/>
                </a:cubicBezTo>
                <a:cubicBezTo>
                  <a:pt x="1044555" y="160995"/>
                  <a:pt x="1043882" y="162408"/>
                  <a:pt x="1042891" y="163482"/>
                </a:cubicBezTo>
                <a:cubicBezTo>
                  <a:pt x="1041901" y="164554"/>
                  <a:pt x="1040613" y="165310"/>
                  <a:pt x="1039028" y="165748"/>
                </a:cubicBezTo>
                <a:cubicBezTo>
                  <a:pt x="1037443" y="166186"/>
                  <a:pt x="1035423" y="166405"/>
                  <a:pt x="1032966" y="166405"/>
                </a:cubicBezTo>
                <a:cubicBezTo>
                  <a:pt x="1030430" y="166405"/>
                  <a:pt x="1028370" y="166186"/>
                  <a:pt x="1026785" y="165748"/>
                </a:cubicBezTo>
                <a:cubicBezTo>
                  <a:pt x="1025201" y="165310"/>
                  <a:pt x="1023933" y="164554"/>
                  <a:pt x="1022982" y="163482"/>
                </a:cubicBezTo>
                <a:cubicBezTo>
                  <a:pt x="1022031" y="162408"/>
                  <a:pt x="1021377" y="160995"/>
                  <a:pt x="1021021" y="159244"/>
                </a:cubicBezTo>
                <a:cubicBezTo>
                  <a:pt x="1020664" y="157493"/>
                  <a:pt x="1020486" y="155304"/>
                  <a:pt x="1020486" y="152677"/>
                </a:cubicBezTo>
                <a:cubicBezTo>
                  <a:pt x="1020486" y="150050"/>
                  <a:pt x="1020664" y="147841"/>
                  <a:pt x="1021021" y="146051"/>
                </a:cubicBezTo>
                <a:cubicBezTo>
                  <a:pt x="1021377" y="144260"/>
                  <a:pt x="1022031" y="142849"/>
                  <a:pt x="1022982" y="141816"/>
                </a:cubicBezTo>
                <a:cubicBezTo>
                  <a:pt x="1023933" y="140781"/>
                  <a:pt x="1025201" y="140025"/>
                  <a:pt x="1026785" y="139547"/>
                </a:cubicBezTo>
                <a:cubicBezTo>
                  <a:pt x="1028370" y="139069"/>
                  <a:pt x="1030430" y="138830"/>
                  <a:pt x="1032966" y="138830"/>
                </a:cubicBezTo>
                <a:cubicBezTo>
                  <a:pt x="1035423" y="138830"/>
                  <a:pt x="1037443" y="139069"/>
                  <a:pt x="1039028" y="139547"/>
                </a:cubicBezTo>
                <a:cubicBezTo>
                  <a:pt x="1040613" y="140025"/>
                  <a:pt x="1041901" y="140781"/>
                  <a:pt x="1042891" y="141816"/>
                </a:cubicBezTo>
                <a:cubicBezTo>
                  <a:pt x="1043882" y="142849"/>
                  <a:pt x="1044555" y="144260"/>
                  <a:pt x="1044912" y="146051"/>
                </a:cubicBezTo>
                <a:cubicBezTo>
                  <a:pt x="1045268" y="147841"/>
                  <a:pt x="1045447" y="150050"/>
                  <a:pt x="1045447" y="152677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1298A6-9EA6-4FEF-8C48-8B888CADA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7090" y="1185978"/>
            <a:ext cx="479834" cy="346903"/>
          </a:xfrm>
          <a:custGeom xmlns:a="http://schemas.openxmlformats.org/drawingml/2006/main">
            <a:pathLst>
              <a:path w="479834" h="346903">
                <a:moveTo>
                  <a:pt x="0" y="58606"/>
                </a:moveTo>
                <a:cubicBezTo>
                  <a:pt x="610" y="26312"/>
                  <a:pt x="26464" y="458"/>
                  <a:pt x="58606" y="0"/>
                </a:cubicBezTo>
                <a:lnTo>
                  <a:pt x="421229" y="0"/>
                </a:lnTo>
                <a:cubicBezTo>
                  <a:pt x="453981" y="458"/>
                  <a:pt x="479834" y="26312"/>
                  <a:pt x="479834" y="58606"/>
                </a:cubicBezTo>
                <a:lnTo>
                  <a:pt x="479834" y="289366"/>
                </a:lnTo>
                <a:cubicBezTo>
                  <a:pt x="479834" y="321049"/>
                  <a:pt x="453981" y="346903"/>
                  <a:pt x="421229" y="346140"/>
                </a:cubicBezTo>
                <a:lnTo>
                  <a:pt x="58606" y="346140"/>
                </a:lnTo>
                <a:cubicBezTo>
                  <a:pt x="26464" y="346903"/>
                  <a:pt x="610" y="321049"/>
                  <a:pt x="0" y="289366"/>
                </a:cubicBezTo>
                <a:lnTo>
                  <a:pt x="0" y="58606"/>
                </a:lnTo>
              </a:path>
            </a:pathLst>
          </a:custGeom>
          <a:solidFill xmlns:a="http://schemas.openxmlformats.org/drawingml/2006/main">
            <a:srgbClr val="E06666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1BED2-304F-4ECA-8FF1-DDA86339C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0069" y="1178805"/>
            <a:ext cx="494486" cy="361707"/>
          </a:xfrm>
          <a:custGeom xmlns:a="http://schemas.openxmlformats.org/drawingml/2006/main">
            <a:pathLst>
              <a:path w="494486" h="361707">
                <a:moveTo>
                  <a:pt x="382" y="303391"/>
                </a:moveTo>
                <a:lnTo>
                  <a:pt x="1267" y="309130"/>
                </a:lnTo>
                <a:lnTo>
                  <a:pt x="1419" y="309878"/>
                </a:lnTo>
                <a:lnTo>
                  <a:pt x="2839" y="315403"/>
                </a:lnTo>
                <a:lnTo>
                  <a:pt x="3068" y="316135"/>
                </a:lnTo>
                <a:lnTo>
                  <a:pt x="5006" y="321431"/>
                </a:lnTo>
                <a:lnTo>
                  <a:pt x="5296" y="322118"/>
                </a:lnTo>
                <a:lnTo>
                  <a:pt x="7723" y="327170"/>
                </a:lnTo>
                <a:lnTo>
                  <a:pt x="8074" y="327826"/>
                </a:lnTo>
                <a:lnTo>
                  <a:pt x="10973" y="332587"/>
                </a:lnTo>
                <a:lnTo>
                  <a:pt x="11385" y="333183"/>
                </a:lnTo>
                <a:lnTo>
                  <a:pt x="14712" y="337639"/>
                </a:lnTo>
                <a:lnTo>
                  <a:pt x="15170" y="338189"/>
                </a:lnTo>
                <a:lnTo>
                  <a:pt x="18894" y="342294"/>
                </a:lnTo>
                <a:lnTo>
                  <a:pt x="19413" y="342813"/>
                </a:lnTo>
                <a:lnTo>
                  <a:pt x="23519" y="346537"/>
                </a:lnTo>
                <a:lnTo>
                  <a:pt x="24068" y="346995"/>
                </a:lnTo>
                <a:lnTo>
                  <a:pt x="28525" y="350322"/>
                </a:lnTo>
                <a:lnTo>
                  <a:pt x="29120" y="350734"/>
                </a:lnTo>
                <a:lnTo>
                  <a:pt x="33881" y="353634"/>
                </a:lnTo>
                <a:lnTo>
                  <a:pt x="34538" y="353985"/>
                </a:lnTo>
                <a:lnTo>
                  <a:pt x="39589" y="356411"/>
                </a:lnTo>
                <a:lnTo>
                  <a:pt x="40276" y="356701"/>
                </a:lnTo>
                <a:lnTo>
                  <a:pt x="45587" y="358640"/>
                </a:lnTo>
                <a:lnTo>
                  <a:pt x="46305" y="358868"/>
                </a:lnTo>
                <a:lnTo>
                  <a:pt x="51829" y="360288"/>
                </a:lnTo>
                <a:lnTo>
                  <a:pt x="52593" y="360440"/>
                </a:lnTo>
                <a:lnTo>
                  <a:pt x="58316" y="361326"/>
                </a:lnTo>
                <a:lnTo>
                  <a:pt x="59079" y="361402"/>
                </a:lnTo>
                <a:lnTo>
                  <a:pt x="64985" y="361692"/>
                </a:lnTo>
                <a:lnTo>
                  <a:pt x="65367" y="361707"/>
                </a:lnTo>
                <a:lnTo>
                  <a:pt x="429119" y="361707"/>
                </a:lnTo>
                <a:lnTo>
                  <a:pt x="429501" y="361692"/>
                </a:lnTo>
                <a:lnTo>
                  <a:pt x="435407" y="361402"/>
                </a:lnTo>
                <a:lnTo>
                  <a:pt x="436170" y="361326"/>
                </a:lnTo>
                <a:lnTo>
                  <a:pt x="441909" y="360440"/>
                </a:lnTo>
                <a:lnTo>
                  <a:pt x="442656" y="360288"/>
                </a:lnTo>
                <a:lnTo>
                  <a:pt x="448181" y="358868"/>
                </a:lnTo>
                <a:lnTo>
                  <a:pt x="448914" y="358640"/>
                </a:lnTo>
                <a:lnTo>
                  <a:pt x="454210" y="356701"/>
                </a:lnTo>
                <a:lnTo>
                  <a:pt x="454896" y="356411"/>
                </a:lnTo>
                <a:lnTo>
                  <a:pt x="459948" y="353985"/>
                </a:lnTo>
                <a:lnTo>
                  <a:pt x="460604" y="353634"/>
                </a:lnTo>
                <a:lnTo>
                  <a:pt x="465366" y="350734"/>
                </a:lnTo>
                <a:lnTo>
                  <a:pt x="465961" y="350322"/>
                </a:lnTo>
                <a:lnTo>
                  <a:pt x="470418" y="346995"/>
                </a:lnTo>
                <a:lnTo>
                  <a:pt x="470982" y="346537"/>
                </a:lnTo>
                <a:lnTo>
                  <a:pt x="475073" y="342813"/>
                </a:lnTo>
                <a:lnTo>
                  <a:pt x="475592" y="342294"/>
                </a:lnTo>
                <a:lnTo>
                  <a:pt x="479315" y="338189"/>
                </a:lnTo>
                <a:lnTo>
                  <a:pt x="479773" y="337639"/>
                </a:lnTo>
                <a:lnTo>
                  <a:pt x="483100" y="333183"/>
                </a:lnTo>
                <a:lnTo>
                  <a:pt x="483512" y="332587"/>
                </a:lnTo>
                <a:lnTo>
                  <a:pt x="486412" y="327826"/>
                </a:lnTo>
                <a:lnTo>
                  <a:pt x="486763" y="327170"/>
                </a:lnTo>
                <a:lnTo>
                  <a:pt x="489190" y="322118"/>
                </a:lnTo>
                <a:lnTo>
                  <a:pt x="489480" y="321431"/>
                </a:lnTo>
                <a:lnTo>
                  <a:pt x="491418" y="316135"/>
                </a:lnTo>
                <a:lnTo>
                  <a:pt x="491647" y="315403"/>
                </a:lnTo>
                <a:lnTo>
                  <a:pt x="493066" y="309878"/>
                </a:lnTo>
                <a:lnTo>
                  <a:pt x="493219" y="309130"/>
                </a:lnTo>
                <a:lnTo>
                  <a:pt x="494104" y="303391"/>
                </a:lnTo>
                <a:lnTo>
                  <a:pt x="494181" y="302628"/>
                </a:lnTo>
                <a:lnTo>
                  <a:pt x="494471" y="296722"/>
                </a:lnTo>
                <a:lnTo>
                  <a:pt x="494486" y="296340"/>
                </a:lnTo>
                <a:lnTo>
                  <a:pt x="494486" y="65367"/>
                </a:lnTo>
                <a:lnTo>
                  <a:pt x="494471" y="64985"/>
                </a:lnTo>
                <a:lnTo>
                  <a:pt x="494181" y="59079"/>
                </a:lnTo>
                <a:lnTo>
                  <a:pt x="494104" y="58316"/>
                </a:lnTo>
                <a:lnTo>
                  <a:pt x="493219" y="52577"/>
                </a:lnTo>
                <a:lnTo>
                  <a:pt x="493066" y="51829"/>
                </a:lnTo>
                <a:lnTo>
                  <a:pt x="491647" y="46305"/>
                </a:lnTo>
                <a:lnTo>
                  <a:pt x="491418" y="45572"/>
                </a:lnTo>
                <a:lnTo>
                  <a:pt x="489480" y="40276"/>
                </a:lnTo>
                <a:lnTo>
                  <a:pt x="489190" y="39589"/>
                </a:lnTo>
                <a:lnTo>
                  <a:pt x="486763" y="34538"/>
                </a:lnTo>
                <a:lnTo>
                  <a:pt x="486412" y="33881"/>
                </a:lnTo>
                <a:lnTo>
                  <a:pt x="483512" y="29120"/>
                </a:lnTo>
                <a:lnTo>
                  <a:pt x="483100" y="28525"/>
                </a:lnTo>
                <a:lnTo>
                  <a:pt x="479773" y="24068"/>
                </a:lnTo>
                <a:lnTo>
                  <a:pt x="479315" y="23519"/>
                </a:lnTo>
                <a:lnTo>
                  <a:pt x="475592" y="19413"/>
                </a:lnTo>
                <a:lnTo>
                  <a:pt x="475073" y="18894"/>
                </a:lnTo>
                <a:lnTo>
                  <a:pt x="470982" y="15170"/>
                </a:lnTo>
                <a:lnTo>
                  <a:pt x="470418" y="14712"/>
                </a:lnTo>
                <a:lnTo>
                  <a:pt x="465961" y="11385"/>
                </a:lnTo>
                <a:lnTo>
                  <a:pt x="465366" y="10973"/>
                </a:lnTo>
                <a:lnTo>
                  <a:pt x="460604" y="8074"/>
                </a:lnTo>
                <a:lnTo>
                  <a:pt x="459948" y="7723"/>
                </a:lnTo>
                <a:lnTo>
                  <a:pt x="454896" y="5296"/>
                </a:lnTo>
                <a:lnTo>
                  <a:pt x="454210" y="5006"/>
                </a:lnTo>
                <a:lnTo>
                  <a:pt x="448914" y="3068"/>
                </a:lnTo>
                <a:lnTo>
                  <a:pt x="448181" y="2839"/>
                </a:lnTo>
                <a:lnTo>
                  <a:pt x="442656" y="1419"/>
                </a:lnTo>
                <a:lnTo>
                  <a:pt x="441909" y="1267"/>
                </a:lnTo>
                <a:lnTo>
                  <a:pt x="436170" y="382"/>
                </a:lnTo>
                <a:lnTo>
                  <a:pt x="435407" y="305"/>
                </a:lnTo>
                <a:lnTo>
                  <a:pt x="429501" y="15"/>
                </a:lnTo>
                <a:lnTo>
                  <a:pt x="429119" y="0"/>
                </a:lnTo>
                <a:lnTo>
                  <a:pt x="65367" y="0"/>
                </a:lnTo>
                <a:lnTo>
                  <a:pt x="64985" y="15"/>
                </a:lnTo>
                <a:lnTo>
                  <a:pt x="59079" y="305"/>
                </a:lnTo>
                <a:lnTo>
                  <a:pt x="58316" y="382"/>
                </a:lnTo>
                <a:lnTo>
                  <a:pt x="52593" y="1267"/>
                </a:lnTo>
                <a:lnTo>
                  <a:pt x="51829" y="1419"/>
                </a:lnTo>
                <a:lnTo>
                  <a:pt x="46305" y="2839"/>
                </a:lnTo>
                <a:lnTo>
                  <a:pt x="45587" y="3068"/>
                </a:lnTo>
                <a:lnTo>
                  <a:pt x="40276" y="5006"/>
                </a:lnTo>
                <a:lnTo>
                  <a:pt x="39589" y="5296"/>
                </a:lnTo>
                <a:lnTo>
                  <a:pt x="34538" y="7723"/>
                </a:lnTo>
                <a:lnTo>
                  <a:pt x="33881" y="8074"/>
                </a:lnTo>
                <a:lnTo>
                  <a:pt x="29120" y="10973"/>
                </a:lnTo>
                <a:lnTo>
                  <a:pt x="28525" y="11385"/>
                </a:lnTo>
                <a:lnTo>
                  <a:pt x="24068" y="14712"/>
                </a:lnTo>
                <a:lnTo>
                  <a:pt x="23519" y="15170"/>
                </a:lnTo>
                <a:lnTo>
                  <a:pt x="19413" y="18894"/>
                </a:lnTo>
                <a:lnTo>
                  <a:pt x="18894" y="19413"/>
                </a:lnTo>
                <a:lnTo>
                  <a:pt x="15170" y="23519"/>
                </a:lnTo>
                <a:lnTo>
                  <a:pt x="14712" y="24068"/>
                </a:lnTo>
                <a:lnTo>
                  <a:pt x="11385" y="28525"/>
                </a:lnTo>
                <a:lnTo>
                  <a:pt x="10973" y="29120"/>
                </a:lnTo>
                <a:lnTo>
                  <a:pt x="8074" y="33881"/>
                </a:lnTo>
                <a:lnTo>
                  <a:pt x="7723" y="34538"/>
                </a:lnTo>
                <a:lnTo>
                  <a:pt x="5296" y="39589"/>
                </a:lnTo>
                <a:lnTo>
                  <a:pt x="5006" y="40276"/>
                </a:lnTo>
                <a:lnTo>
                  <a:pt x="3068" y="45572"/>
                </a:lnTo>
                <a:lnTo>
                  <a:pt x="2839" y="46305"/>
                </a:lnTo>
                <a:lnTo>
                  <a:pt x="1419" y="51829"/>
                </a:lnTo>
                <a:lnTo>
                  <a:pt x="1267" y="52577"/>
                </a:lnTo>
                <a:lnTo>
                  <a:pt x="382" y="58316"/>
                </a:lnTo>
                <a:lnTo>
                  <a:pt x="305" y="59079"/>
                </a:lnTo>
                <a:lnTo>
                  <a:pt x="15" y="64985"/>
                </a:lnTo>
                <a:lnTo>
                  <a:pt x="0" y="65367"/>
                </a:lnTo>
                <a:lnTo>
                  <a:pt x="0" y="296340"/>
                </a:lnTo>
                <a:lnTo>
                  <a:pt x="15" y="296722"/>
                </a:lnTo>
                <a:lnTo>
                  <a:pt x="305" y="302628"/>
                </a:lnTo>
                <a:lnTo>
                  <a:pt x="382" y="303391"/>
                </a:lnTo>
                <a:close/>
                <a:moveTo>
                  <a:pt x="16289" y="55257"/>
                </a:moveTo>
                <a:lnTo>
                  <a:pt x="17497" y="50553"/>
                </a:lnTo>
                <a:lnTo>
                  <a:pt x="19209" y="45875"/>
                </a:lnTo>
                <a:lnTo>
                  <a:pt x="21292" y="41539"/>
                </a:lnTo>
                <a:lnTo>
                  <a:pt x="23881" y="37288"/>
                </a:lnTo>
                <a:lnTo>
                  <a:pt x="26671" y="33547"/>
                </a:lnTo>
                <a:lnTo>
                  <a:pt x="29941" y="29941"/>
                </a:lnTo>
                <a:lnTo>
                  <a:pt x="33542" y="26676"/>
                </a:lnTo>
                <a:lnTo>
                  <a:pt x="37470" y="23756"/>
                </a:lnTo>
                <a:lnTo>
                  <a:pt x="41532" y="21295"/>
                </a:lnTo>
                <a:lnTo>
                  <a:pt x="45875" y="19209"/>
                </a:lnTo>
                <a:lnTo>
                  <a:pt x="50553" y="17497"/>
                </a:lnTo>
                <a:lnTo>
                  <a:pt x="55257" y="16289"/>
                </a:lnTo>
                <a:lnTo>
                  <a:pt x="60251" y="15532"/>
                </a:lnTo>
                <a:lnTo>
                  <a:pt x="65468" y="15262"/>
                </a:lnTo>
                <a:lnTo>
                  <a:pt x="429018" y="15262"/>
                </a:lnTo>
                <a:lnTo>
                  <a:pt x="434235" y="15532"/>
                </a:lnTo>
                <a:lnTo>
                  <a:pt x="439229" y="16289"/>
                </a:lnTo>
                <a:lnTo>
                  <a:pt x="443933" y="17497"/>
                </a:lnTo>
                <a:lnTo>
                  <a:pt x="448610" y="19209"/>
                </a:lnTo>
                <a:lnTo>
                  <a:pt x="452953" y="21295"/>
                </a:lnTo>
                <a:lnTo>
                  <a:pt x="457094" y="23803"/>
                </a:lnTo>
                <a:lnTo>
                  <a:pt x="460939" y="26671"/>
                </a:lnTo>
                <a:lnTo>
                  <a:pt x="464545" y="29941"/>
                </a:lnTo>
                <a:lnTo>
                  <a:pt x="467815" y="33547"/>
                </a:lnTo>
                <a:lnTo>
                  <a:pt x="470682" y="37392"/>
                </a:lnTo>
                <a:lnTo>
                  <a:pt x="473190" y="41532"/>
                </a:lnTo>
                <a:lnTo>
                  <a:pt x="475277" y="45875"/>
                </a:lnTo>
                <a:lnTo>
                  <a:pt x="476989" y="50553"/>
                </a:lnTo>
                <a:lnTo>
                  <a:pt x="478197" y="55257"/>
                </a:lnTo>
                <a:lnTo>
                  <a:pt x="478954" y="60251"/>
                </a:lnTo>
                <a:lnTo>
                  <a:pt x="479224" y="65468"/>
                </a:lnTo>
                <a:lnTo>
                  <a:pt x="479224" y="296239"/>
                </a:lnTo>
                <a:lnTo>
                  <a:pt x="478954" y="301456"/>
                </a:lnTo>
                <a:lnTo>
                  <a:pt x="478197" y="306450"/>
                </a:lnTo>
                <a:lnTo>
                  <a:pt x="476989" y="311154"/>
                </a:lnTo>
                <a:lnTo>
                  <a:pt x="475277" y="315832"/>
                </a:lnTo>
                <a:lnTo>
                  <a:pt x="473190" y="320175"/>
                </a:lnTo>
                <a:lnTo>
                  <a:pt x="470730" y="324237"/>
                </a:lnTo>
                <a:lnTo>
                  <a:pt x="467810" y="328166"/>
                </a:lnTo>
                <a:lnTo>
                  <a:pt x="464545" y="331766"/>
                </a:lnTo>
                <a:lnTo>
                  <a:pt x="460939" y="335036"/>
                </a:lnTo>
                <a:lnTo>
                  <a:pt x="457094" y="337904"/>
                </a:lnTo>
                <a:lnTo>
                  <a:pt x="452953" y="340412"/>
                </a:lnTo>
                <a:lnTo>
                  <a:pt x="448610" y="342498"/>
                </a:lnTo>
                <a:lnTo>
                  <a:pt x="443933" y="344210"/>
                </a:lnTo>
                <a:lnTo>
                  <a:pt x="439229" y="345419"/>
                </a:lnTo>
                <a:lnTo>
                  <a:pt x="434235" y="346176"/>
                </a:lnTo>
                <a:lnTo>
                  <a:pt x="429018" y="346445"/>
                </a:lnTo>
                <a:lnTo>
                  <a:pt x="65468" y="346445"/>
                </a:lnTo>
                <a:lnTo>
                  <a:pt x="60251" y="346176"/>
                </a:lnTo>
                <a:lnTo>
                  <a:pt x="55257" y="345419"/>
                </a:lnTo>
                <a:lnTo>
                  <a:pt x="50553" y="344210"/>
                </a:lnTo>
                <a:lnTo>
                  <a:pt x="45875" y="342498"/>
                </a:lnTo>
                <a:lnTo>
                  <a:pt x="41532" y="340412"/>
                </a:lnTo>
                <a:lnTo>
                  <a:pt x="37470" y="337951"/>
                </a:lnTo>
                <a:lnTo>
                  <a:pt x="33542" y="335032"/>
                </a:lnTo>
                <a:lnTo>
                  <a:pt x="29941" y="331766"/>
                </a:lnTo>
                <a:lnTo>
                  <a:pt x="26676" y="328166"/>
                </a:lnTo>
                <a:lnTo>
                  <a:pt x="23833" y="324341"/>
                </a:lnTo>
                <a:lnTo>
                  <a:pt x="21292" y="320168"/>
                </a:lnTo>
                <a:lnTo>
                  <a:pt x="19209" y="315832"/>
                </a:lnTo>
                <a:lnTo>
                  <a:pt x="17497" y="311154"/>
                </a:lnTo>
                <a:lnTo>
                  <a:pt x="16289" y="306450"/>
                </a:lnTo>
                <a:lnTo>
                  <a:pt x="15532" y="301456"/>
                </a:lnTo>
                <a:lnTo>
                  <a:pt x="15262" y="296239"/>
                </a:lnTo>
                <a:lnTo>
                  <a:pt x="15262" y="65468"/>
                </a:lnTo>
                <a:lnTo>
                  <a:pt x="15532" y="60251"/>
                </a:lnTo>
                <a:lnTo>
                  <a:pt x="16289" y="55257"/>
                </a:lnTo>
                <a:close/>
              </a:path>
            </a:pathLst>
          </a:custGeom>
          <a:solidFill xmlns:a="http://schemas.openxmlformats.org/drawingml/2006/main">
            <a:srgbClr val="C0000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Text film">
            <a:extLst xmlns:a="http://schemas.openxmlformats.org/drawingml/2006/main">
              <a:ext uri="{FF2B5EF4-FFF2-40B4-BE49-F238E27FC236}">
                <a16:creationId xmlns:a16="http://schemas.microsoft.com/office/drawing/2014/main" id="{DAC804A5-99AA-4A88-9D10-5599AB73F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4069" y="1274887"/>
            <a:ext cx="314462" cy="147211"/>
          </a:xfrm>
          <a:custGeom xmlns:a="http://schemas.openxmlformats.org/drawingml/2006/main">
            <a:pathLst>
              <a:path w="314462" h="147211">
                <a:moveTo>
                  <a:pt x="63764" y="11076"/>
                </a:moveTo>
                <a:cubicBezTo>
                  <a:pt x="63764" y="12410"/>
                  <a:pt x="63694" y="13481"/>
                  <a:pt x="63554" y="14289"/>
                </a:cubicBezTo>
                <a:cubicBezTo>
                  <a:pt x="63415" y="15093"/>
                  <a:pt x="63257" y="15740"/>
                  <a:pt x="63083" y="16229"/>
                </a:cubicBezTo>
                <a:cubicBezTo>
                  <a:pt x="62908" y="16717"/>
                  <a:pt x="62682" y="17049"/>
                  <a:pt x="62402" y="17223"/>
                </a:cubicBezTo>
                <a:cubicBezTo>
                  <a:pt x="62123" y="17398"/>
                  <a:pt x="61774" y="17485"/>
                  <a:pt x="61355" y="17485"/>
                </a:cubicBezTo>
                <a:cubicBezTo>
                  <a:pt x="60867" y="17485"/>
                  <a:pt x="60256" y="17328"/>
                  <a:pt x="59523" y="17014"/>
                </a:cubicBezTo>
                <a:cubicBezTo>
                  <a:pt x="58790" y="16700"/>
                  <a:pt x="57900" y="16351"/>
                  <a:pt x="56853" y="15967"/>
                </a:cubicBezTo>
                <a:cubicBezTo>
                  <a:pt x="55806" y="15583"/>
                  <a:pt x="54567" y="15234"/>
                  <a:pt x="53136" y="14920"/>
                </a:cubicBezTo>
                <a:cubicBezTo>
                  <a:pt x="51705" y="14606"/>
                  <a:pt x="50048" y="14449"/>
                  <a:pt x="48163" y="14449"/>
                </a:cubicBezTo>
                <a:cubicBezTo>
                  <a:pt x="45580" y="14449"/>
                  <a:pt x="43382" y="14866"/>
                  <a:pt x="41567" y="15699"/>
                </a:cubicBezTo>
                <a:cubicBezTo>
                  <a:pt x="39752" y="16530"/>
                  <a:pt x="38286" y="17830"/>
                  <a:pt x="37169" y="19599"/>
                </a:cubicBezTo>
                <a:cubicBezTo>
                  <a:pt x="36052" y="21368"/>
                  <a:pt x="35250" y="23657"/>
                  <a:pt x="34761" y="26467"/>
                </a:cubicBezTo>
                <a:cubicBezTo>
                  <a:pt x="34272" y="29274"/>
                  <a:pt x="34028" y="32689"/>
                  <a:pt x="34028" y="36711"/>
                </a:cubicBezTo>
                <a:lnTo>
                  <a:pt x="34028" y="46907"/>
                </a:lnTo>
                <a:lnTo>
                  <a:pt x="55073" y="46907"/>
                </a:lnTo>
                <a:cubicBezTo>
                  <a:pt x="55632" y="46907"/>
                  <a:pt x="56103" y="47030"/>
                  <a:pt x="56487" y="47276"/>
                </a:cubicBezTo>
                <a:cubicBezTo>
                  <a:pt x="56871" y="47523"/>
                  <a:pt x="57220" y="47945"/>
                  <a:pt x="57534" y="48542"/>
                </a:cubicBezTo>
                <a:cubicBezTo>
                  <a:pt x="57848" y="49140"/>
                  <a:pt x="58092" y="49896"/>
                  <a:pt x="58267" y="50810"/>
                </a:cubicBezTo>
                <a:cubicBezTo>
                  <a:pt x="58441" y="51724"/>
                  <a:pt x="58528" y="52848"/>
                  <a:pt x="58528" y="54183"/>
                </a:cubicBezTo>
                <a:cubicBezTo>
                  <a:pt x="58528" y="56716"/>
                  <a:pt x="58214" y="58545"/>
                  <a:pt x="57586" y="59670"/>
                </a:cubicBezTo>
                <a:cubicBezTo>
                  <a:pt x="56958" y="60794"/>
                  <a:pt x="56120" y="61355"/>
                  <a:pt x="55073" y="61355"/>
                </a:cubicBezTo>
                <a:lnTo>
                  <a:pt x="34028" y="61355"/>
                </a:lnTo>
                <a:lnTo>
                  <a:pt x="34028" y="143965"/>
                </a:lnTo>
                <a:cubicBezTo>
                  <a:pt x="34028" y="144524"/>
                  <a:pt x="33889" y="144995"/>
                  <a:pt x="33609" y="145379"/>
                </a:cubicBezTo>
                <a:cubicBezTo>
                  <a:pt x="33330" y="145763"/>
                  <a:pt x="32859" y="146094"/>
                  <a:pt x="32196" y="146373"/>
                </a:cubicBezTo>
                <a:cubicBezTo>
                  <a:pt x="31533" y="146653"/>
                  <a:pt x="30643" y="146862"/>
                  <a:pt x="29526" y="147002"/>
                </a:cubicBezTo>
                <a:cubicBezTo>
                  <a:pt x="28409" y="147141"/>
                  <a:pt x="27013" y="147211"/>
                  <a:pt x="25338" y="147211"/>
                </a:cubicBezTo>
                <a:cubicBezTo>
                  <a:pt x="23663" y="147211"/>
                  <a:pt x="22267" y="147141"/>
                  <a:pt x="21150" y="147002"/>
                </a:cubicBezTo>
                <a:cubicBezTo>
                  <a:pt x="20033" y="146862"/>
                  <a:pt x="19143" y="146653"/>
                  <a:pt x="18480" y="146373"/>
                </a:cubicBezTo>
                <a:cubicBezTo>
                  <a:pt x="17817" y="146094"/>
                  <a:pt x="17346" y="145763"/>
                  <a:pt x="17066" y="145379"/>
                </a:cubicBezTo>
                <a:cubicBezTo>
                  <a:pt x="16787" y="144995"/>
                  <a:pt x="16648" y="144524"/>
                  <a:pt x="16648" y="143965"/>
                </a:cubicBezTo>
                <a:lnTo>
                  <a:pt x="16648" y="61355"/>
                </a:lnTo>
                <a:lnTo>
                  <a:pt x="3350" y="61355"/>
                </a:lnTo>
                <a:cubicBezTo>
                  <a:pt x="2234" y="61355"/>
                  <a:pt x="1396" y="60794"/>
                  <a:pt x="838" y="59670"/>
                </a:cubicBezTo>
                <a:cubicBezTo>
                  <a:pt x="279" y="58545"/>
                  <a:pt x="0" y="56716"/>
                  <a:pt x="0" y="54183"/>
                </a:cubicBezTo>
                <a:cubicBezTo>
                  <a:pt x="0" y="52848"/>
                  <a:pt x="70" y="51724"/>
                  <a:pt x="209" y="50810"/>
                </a:cubicBezTo>
                <a:cubicBezTo>
                  <a:pt x="349" y="49896"/>
                  <a:pt x="558" y="49140"/>
                  <a:pt x="838" y="48542"/>
                </a:cubicBezTo>
                <a:cubicBezTo>
                  <a:pt x="1117" y="47945"/>
                  <a:pt x="1466" y="47523"/>
                  <a:pt x="1885" y="47276"/>
                </a:cubicBezTo>
                <a:cubicBezTo>
                  <a:pt x="2303" y="47030"/>
                  <a:pt x="2792" y="46907"/>
                  <a:pt x="3350" y="46907"/>
                </a:cubicBezTo>
                <a:lnTo>
                  <a:pt x="16648" y="46907"/>
                </a:lnTo>
                <a:lnTo>
                  <a:pt x="16648" y="37192"/>
                </a:lnTo>
                <a:cubicBezTo>
                  <a:pt x="16648" y="30644"/>
                  <a:pt x="17258" y="25019"/>
                  <a:pt x="18480" y="20319"/>
                </a:cubicBezTo>
                <a:cubicBezTo>
                  <a:pt x="19701" y="15618"/>
                  <a:pt x="21569" y="11770"/>
                  <a:pt x="24081" y="8775"/>
                </a:cubicBezTo>
                <a:cubicBezTo>
                  <a:pt x="26594" y="5780"/>
                  <a:pt x="29753" y="3570"/>
                  <a:pt x="33557" y="2143"/>
                </a:cubicBezTo>
                <a:cubicBezTo>
                  <a:pt x="37361" y="714"/>
                  <a:pt x="41846" y="0"/>
                  <a:pt x="47011" y="0"/>
                </a:cubicBezTo>
                <a:cubicBezTo>
                  <a:pt x="49454" y="0"/>
                  <a:pt x="51828" y="229"/>
                  <a:pt x="54131" y="687"/>
                </a:cubicBezTo>
                <a:cubicBezTo>
                  <a:pt x="56434" y="1143"/>
                  <a:pt x="58214" y="1635"/>
                  <a:pt x="59471" y="2163"/>
                </a:cubicBezTo>
                <a:cubicBezTo>
                  <a:pt x="60727" y="2691"/>
                  <a:pt x="61565" y="3165"/>
                  <a:pt x="61984" y="3586"/>
                </a:cubicBezTo>
                <a:cubicBezTo>
                  <a:pt x="62402" y="4007"/>
                  <a:pt x="62751" y="4552"/>
                  <a:pt x="63031" y="5222"/>
                </a:cubicBezTo>
                <a:cubicBezTo>
                  <a:pt x="63310" y="5890"/>
                  <a:pt x="63502" y="6698"/>
                  <a:pt x="63606" y="7647"/>
                </a:cubicBezTo>
                <a:cubicBezTo>
                  <a:pt x="63711" y="8595"/>
                  <a:pt x="63764" y="9738"/>
                  <a:pt x="63764" y="11076"/>
                </a:cubicBezTo>
                <a:close/>
                <a:moveTo>
                  <a:pt x="94284" y="143965"/>
                </a:moveTo>
                <a:cubicBezTo>
                  <a:pt x="94284" y="144524"/>
                  <a:pt x="94144" y="144995"/>
                  <a:pt x="93865" y="145379"/>
                </a:cubicBezTo>
                <a:cubicBezTo>
                  <a:pt x="93586" y="145763"/>
                  <a:pt x="93132" y="146094"/>
                  <a:pt x="92504" y="146373"/>
                </a:cubicBezTo>
                <a:cubicBezTo>
                  <a:pt x="91876" y="146653"/>
                  <a:pt x="91003" y="146862"/>
                  <a:pt x="89886" y="147002"/>
                </a:cubicBezTo>
                <a:cubicBezTo>
                  <a:pt x="88770" y="147141"/>
                  <a:pt x="87339" y="147211"/>
                  <a:pt x="85594" y="147211"/>
                </a:cubicBezTo>
                <a:cubicBezTo>
                  <a:pt x="83918" y="147211"/>
                  <a:pt x="82522" y="147141"/>
                  <a:pt x="81406" y="147002"/>
                </a:cubicBezTo>
                <a:cubicBezTo>
                  <a:pt x="80289" y="146862"/>
                  <a:pt x="79399" y="146653"/>
                  <a:pt x="78736" y="146373"/>
                </a:cubicBezTo>
                <a:cubicBezTo>
                  <a:pt x="78073" y="146094"/>
                  <a:pt x="77619" y="145763"/>
                  <a:pt x="77375" y="145379"/>
                </a:cubicBezTo>
                <a:cubicBezTo>
                  <a:pt x="77130" y="144995"/>
                  <a:pt x="77008" y="144524"/>
                  <a:pt x="77008" y="143965"/>
                </a:cubicBezTo>
                <a:lnTo>
                  <a:pt x="77008" y="49733"/>
                </a:lnTo>
                <a:cubicBezTo>
                  <a:pt x="77008" y="49245"/>
                  <a:pt x="77130" y="48791"/>
                  <a:pt x="77375" y="48372"/>
                </a:cubicBezTo>
                <a:cubicBezTo>
                  <a:pt x="77619" y="47954"/>
                  <a:pt x="78073" y="47605"/>
                  <a:pt x="78736" y="47325"/>
                </a:cubicBezTo>
                <a:cubicBezTo>
                  <a:pt x="79399" y="47046"/>
                  <a:pt x="80289" y="46837"/>
                  <a:pt x="81406" y="46697"/>
                </a:cubicBezTo>
                <a:cubicBezTo>
                  <a:pt x="82522" y="46558"/>
                  <a:pt x="83918" y="46488"/>
                  <a:pt x="85594" y="46488"/>
                </a:cubicBezTo>
                <a:cubicBezTo>
                  <a:pt x="87339" y="46488"/>
                  <a:pt x="88770" y="46558"/>
                  <a:pt x="89886" y="46697"/>
                </a:cubicBezTo>
                <a:cubicBezTo>
                  <a:pt x="91003" y="46837"/>
                  <a:pt x="91876" y="47046"/>
                  <a:pt x="92504" y="47325"/>
                </a:cubicBezTo>
                <a:cubicBezTo>
                  <a:pt x="93132" y="47605"/>
                  <a:pt x="93586" y="47954"/>
                  <a:pt x="93865" y="48372"/>
                </a:cubicBezTo>
                <a:cubicBezTo>
                  <a:pt x="94144" y="48791"/>
                  <a:pt x="94284" y="49245"/>
                  <a:pt x="94284" y="49733"/>
                </a:cubicBezTo>
                <a:lnTo>
                  <a:pt x="94284" y="143965"/>
                </a:lnTo>
                <a:moveTo>
                  <a:pt x="96273" y="17799"/>
                </a:moveTo>
                <a:cubicBezTo>
                  <a:pt x="96273" y="21848"/>
                  <a:pt x="95505" y="24605"/>
                  <a:pt x="93970" y="26071"/>
                </a:cubicBezTo>
                <a:cubicBezTo>
                  <a:pt x="92434" y="27537"/>
                  <a:pt x="89607" y="28270"/>
                  <a:pt x="85489" y="28270"/>
                </a:cubicBezTo>
                <a:cubicBezTo>
                  <a:pt x="81441" y="28270"/>
                  <a:pt x="78666" y="27554"/>
                  <a:pt x="77165" y="26123"/>
                </a:cubicBezTo>
                <a:cubicBezTo>
                  <a:pt x="75664" y="24692"/>
                  <a:pt x="74914" y="21987"/>
                  <a:pt x="74914" y="18009"/>
                </a:cubicBezTo>
                <a:cubicBezTo>
                  <a:pt x="74914" y="13960"/>
                  <a:pt x="75682" y="11203"/>
                  <a:pt x="77218" y="9737"/>
                </a:cubicBezTo>
                <a:cubicBezTo>
                  <a:pt x="78753" y="8271"/>
                  <a:pt x="81580" y="7539"/>
                  <a:pt x="85698" y="7539"/>
                </a:cubicBezTo>
                <a:cubicBezTo>
                  <a:pt x="89747" y="7539"/>
                  <a:pt x="92521" y="8254"/>
                  <a:pt x="94022" y="9685"/>
                </a:cubicBezTo>
                <a:cubicBezTo>
                  <a:pt x="95523" y="11116"/>
                  <a:pt x="96273" y="13821"/>
                  <a:pt x="96273" y="17799"/>
                </a:cubicBezTo>
                <a:close/>
                <a:moveTo>
                  <a:pt x="143121" y="143962"/>
                </a:moveTo>
                <a:cubicBezTo>
                  <a:pt x="143121" y="144520"/>
                  <a:pt x="142982" y="144993"/>
                  <a:pt x="142703" y="145379"/>
                </a:cubicBezTo>
                <a:cubicBezTo>
                  <a:pt x="142423" y="145763"/>
                  <a:pt x="141970" y="146094"/>
                  <a:pt x="141342" y="146373"/>
                </a:cubicBezTo>
                <a:cubicBezTo>
                  <a:pt x="140713" y="146653"/>
                  <a:pt x="139841" y="146862"/>
                  <a:pt x="138724" y="147002"/>
                </a:cubicBezTo>
                <a:cubicBezTo>
                  <a:pt x="137607" y="147141"/>
                  <a:pt x="136176" y="147211"/>
                  <a:pt x="134431" y="147211"/>
                </a:cubicBezTo>
                <a:cubicBezTo>
                  <a:pt x="132756" y="147211"/>
                  <a:pt x="131360" y="147141"/>
                  <a:pt x="130243" y="147002"/>
                </a:cubicBezTo>
                <a:cubicBezTo>
                  <a:pt x="129126" y="146862"/>
                  <a:pt x="128236" y="146653"/>
                  <a:pt x="127573" y="146373"/>
                </a:cubicBezTo>
                <a:cubicBezTo>
                  <a:pt x="126910" y="146094"/>
                  <a:pt x="126456" y="145763"/>
                  <a:pt x="126212" y="145379"/>
                </a:cubicBezTo>
                <a:cubicBezTo>
                  <a:pt x="125968" y="144993"/>
                  <a:pt x="125846" y="144520"/>
                  <a:pt x="125846" y="143962"/>
                </a:cubicBezTo>
                <a:lnTo>
                  <a:pt x="125846" y="3982"/>
                </a:lnTo>
                <a:cubicBezTo>
                  <a:pt x="125846" y="3424"/>
                  <a:pt x="125968" y="2935"/>
                  <a:pt x="126212" y="2516"/>
                </a:cubicBezTo>
                <a:cubicBezTo>
                  <a:pt x="126456" y="2095"/>
                  <a:pt x="126910" y="1745"/>
                  <a:pt x="127573" y="1466"/>
                </a:cubicBezTo>
                <a:cubicBezTo>
                  <a:pt x="128236" y="1187"/>
                  <a:pt x="129126" y="977"/>
                  <a:pt x="130243" y="838"/>
                </a:cubicBezTo>
                <a:cubicBezTo>
                  <a:pt x="131360" y="698"/>
                  <a:pt x="132756" y="628"/>
                  <a:pt x="134431" y="628"/>
                </a:cubicBezTo>
                <a:cubicBezTo>
                  <a:pt x="136176" y="628"/>
                  <a:pt x="137607" y="698"/>
                  <a:pt x="138724" y="838"/>
                </a:cubicBezTo>
                <a:cubicBezTo>
                  <a:pt x="139841" y="977"/>
                  <a:pt x="140713" y="1187"/>
                  <a:pt x="141342" y="1466"/>
                </a:cubicBezTo>
                <a:cubicBezTo>
                  <a:pt x="141970" y="1745"/>
                  <a:pt x="142423" y="2095"/>
                  <a:pt x="142703" y="2516"/>
                </a:cubicBezTo>
                <a:cubicBezTo>
                  <a:pt x="142982" y="2935"/>
                  <a:pt x="143121" y="3424"/>
                  <a:pt x="143121" y="3982"/>
                </a:cubicBezTo>
                <a:lnTo>
                  <a:pt x="143121" y="143962"/>
                </a:lnTo>
                <a:close/>
                <a:moveTo>
                  <a:pt x="314462" y="143965"/>
                </a:moveTo>
                <a:cubicBezTo>
                  <a:pt x="314462" y="144524"/>
                  <a:pt x="314323" y="144995"/>
                  <a:pt x="314043" y="145379"/>
                </a:cubicBezTo>
                <a:cubicBezTo>
                  <a:pt x="313764" y="145763"/>
                  <a:pt x="313310" y="146094"/>
                  <a:pt x="312682" y="146373"/>
                </a:cubicBezTo>
                <a:cubicBezTo>
                  <a:pt x="312054" y="146653"/>
                  <a:pt x="311181" y="146862"/>
                  <a:pt x="310065" y="147002"/>
                </a:cubicBezTo>
                <a:cubicBezTo>
                  <a:pt x="308948" y="147141"/>
                  <a:pt x="307552" y="147211"/>
                  <a:pt x="305877" y="147211"/>
                </a:cubicBezTo>
                <a:cubicBezTo>
                  <a:pt x="304132" y="147211"/>
                  <a:pt x="302701" y="147141"/>
                  <a:pt x="301584" y="147002"/>
                </a:cubicBezTo>
                <a:cubicBezTo>
                  <a:pt x="300467" y="146862"/>
                  <a:pt x="299577" y="146653"/>
                  <a:pt x="298914" y="146373"/>
                </a:cubicBezTo>
                <a:cubicBezTo>
                  <a:pt x="298251" y="146094"/>
                  <a:pt x="297780" y="145764"/>
                  <a:pt x="297500" y="145382"/>
                </a:cubicBezTo>
                <a:cubicBezTo>
                  <a:pt x="297221" y="144998"/>
                  <a:pt x="297082" y="144527"/>
                  <a:pt x="297082" y="143969"/>
                </a:cubicBezTo>
                <a:lnTo>
                  <a:pt x="297082" y="86765"/>
                </a:lnTo>
                <a:cubicBezTo>
                  <a:pt x="297082" y="82791"/>
                  <a:pt x="296733" y="79166"/>
                  <a:pt x="296035" y="75889"/>
                </a:cubicBezTo>
                <a:cubicBezTo>
                  <a:pt x="295337" y="72613"/>
                  <a:pt x="294220" y="69790"/>
                  <a:pt x="292684" y="67422"/>
                </a:cubicBezTo>
                <a:cubicBezTo>
                  <a:pt x="291148" y="65051"/>
                  <a:pt x="289194" y="63238"/>
                  <a:pt x="286821" y="61984"/>
                </a:cubicBezTo>
                <a:cubicBezTo>
                  <a:pt x="284448" y="60727"/>
                  <a:pt x="281655" y="60099"/>
                  <a:pt x="278445" y="60099"/>
                </a:cubicBezTo>
                <a:cubicBezTo>
                  <a:pt x="274466" y="60099"/>
                  <a:pt x="270470" y="61634"/>
                  <a:pt x="266456" y="64703"/>
                </a:cubicBezTo>
                <a:cubicBezTo>
                  <a:pt x="262443" y="67770"/>
                  <a:pt x="258028" y="72265"/>
                  <a:pt x="253211" y="78190"/>
                </a:cubicBezTo>
                <a:lnTo>
                  <a:pt x="253211" y="143969"/>
                </a:lnTo>
                <a:cubicBezTo>
                  <a:pt x="253211" y="144527"/>
                  <a:pt x="253072" y="144998"/>
                  <a:pt x="252793" y="145382"/>
                </a:cubicBezTo>
                <a:cubicBezTo>
                  <a:pt x="252513" y="145764"/>
                  <a:pt x="252042" y="146094"/>
                  <a:pt x="251379" y="146373"/>
                </a:cubicBezTo>
                <a:cubicBezTo>
                  <a:pt x="250716" y="146653"/>
                  <a:pt x="249826" y="146862"/>
                  <a:pt x="248709" y="147002"/>
                </a:cubicBezTo>
                <a:cubicBezTo>
                  <a:pt x="247592" y="147141"/>
                  <a:pt x="246196" y="147211"/>
                  <a:pt x="244521" y="147211"/>
                </a:cubicBezTo>
                <a:cubicBezTo>
                  <a:pt x="242916" y="147211"/>
                  <a:pt x="241537" y="147141"/>
                  <a:pt x="240385" y="147002"/>
                </a:cubicBezTo>
                <a:cubicBezTo>
                  <a:pt x="239234" y="146862"/>
                  <a:pt x="238326" y="146653"/>
                  <a:pt x="237663" y="146373"/>
                </a:cubicBezTo>
                <a:cubicBezTo>
                  <a:pt x="237000" y="146094"/>
                  <a:pt x="236546" y="145764"/>
                  <a:pt x="236302" y="145382"/>
                </a:cubicBezTo>
                <a:cubicBezTo>
                  <a:pt x="236058" y="144998"/>
                  <a:pt x="235936" y="144527"/>
                  <a:pt x="235936" y="143969"/>
                </a:cubicBezTo>
                <a:lnTo>
                  <a:pt x="235936" y="86765"/>
                </a:lnTo>
                <a:cubicBezTo>
                  <a:pt x="235936" y="82791"/>
                  <a:pt x="235552" y="79166"/>
                  <a:pt x="234784" y="75889"/>
                </a:cubicBezTo>
                <a:cubicBezTo>
                  <a:pt x="234016" y="72613"/>
                  <a:pt x="232864" y="69790"/>
                  <a:pt x="231329" y="67422"/>
                </a:cubicBezTo>
                <a:cubicBezTo>
                  <a:pt x="229793" y="65051"/>
                  <a:pt x="227856" y="63238"/>
                  <a:pt x="225518" y="61984"/>
                </a:cubicBezTo>
                <a:cubicBezTo>
                  <a:pt x="223179" y="60727"/>
                  <a:pt x="220405" y="60099"/>
                  <a:pt x="217194" y="60099"/>
                </a:cubicBezTo>
                <a:cubicBezTo>
                  <a:pt x="213215" y="60099"/>
                  <a:pt x="209202" y="61634"/>
                  <a:pt x="205153" y="64703"/>
                </a:cubicBezTo>
                <a:cubicBezTo>
                  <a:pt x="201105" y="67770"/>
                  <a:pt x="196707" y="72265"/>
                  <a:pt x="191961" y="78190"/>
                </a:cubicBezTo>
                <a:lnTo>
                  <a:pt x="191961" y="143969"/>
                </a:lnTo>
                <a:cubicBezTo>
                  <a:pt x="191961" y="144527"/>
                  <a:pt x="191821" y="144998"/>
                  <a:pt x="191542" y="145382"/>
                </a:cubicBezTo>
                <a:cubicBezTo>
                  <a:pt x="191263" y="145764"/>
                  <a:pt x="190809" y="146094"/>
                  <a:pt x="190181" y="146373"/>
                </a:cubicBezTo>
                <a:cubicBezTo>
                  <a:pt x="189553" y="146653"/>
                  <a:pt x="188680" y="146862"/>
                  <a:pt x="187563" y="147002"/>
                </a:cubicBezTo>
                <a:cubicBezTo>
                  <a:pt x="186446" y="147141"/>
                  <a:pt x="185015" y="147211"/>
                  <a:pt x="183270" y="147211"/>
                </a:cubicBezTo>
                <a:cubicBezTo>
                  <a:pt x="181595" y="147211"/>
                  <a:pt x="180199" y="147141"/>
                  <a:pt x="179082" y="147002"/>
                </a:cubicBezTo>
                <a:cubicBezTo>
                  <a:pt x="177966" y="146862"/>
                  <a:pt x="177076" y="146653"/>
                  <a:pt x="176412" y="146373"/>
                </a:cubicBezTo>
                <a:cubicBezTo>
                  <a:pt x="175749" y="146094"/>
                  <a:pt x="175296" y="145763"/>
                  <a:pt x="175051" y="145379"/>
                </a:cubicBezTo>
                <a:cubicBezTo>
                  <a:pt x="174807" y="144995"/>
                  <a:pt x="174685" y="144524"/>
                  <a:pt x="174685" y="143965"/>
                </a:cubicBezTo>
                <a:lnTo>
                  <a:pt x="174685" y="49733"/>
                </a:lnTo>
                <a:cubicBezTo>
                  <a:pt x="174685" y="49175"/>
                  <a:pt x="174790" y="48704"/>
                  <a:pt x="174999" y="48320"/>
                </a:cubicBezTo>
                <a:cubicBezTo>
                  <a:pt x="175208" y="47936"/>
                  <a:pt x="175627" y="47587"/>
                  <a:pt x="176255" y="47273"/>
                </a:cubicBezTo>
                <a:cubicBezTo>
                  <a:pt x="176884" y="46959"/>
                  <a:pt x="177686" y="46749"/>
                  <a:pt x="178664" y="46645"/>
                </a:cubicBezTo>
                <a:cubicBezTo>
                  <a:pt x="179641" y="46540"/>
                  <a:pt x="180932" y="46488"/>
                  <a:pt x="182538" y="46488"/>
                </a:cubicBezTo>
                <a:cubicBezTo>
                  <a:pt x="184073" y="46488"/>
                  <a:pt x="185347" y="46540"/>
                  <a:pt x="186359" y="46645"/>
                </a:cubicBezTo>
                <a:cubicBezTo>
                  <a:pt x="187371" y="46749"/>
                  <a:pt x="188157" y="46959"/>
                  <a:pt x="188715" y="47273"/>
                </a:cubicBezTo>
                <a:cubicBezTo>
                  <a:pt x="189273" y="47587"/>
                  <a:pt x="189675" y="47936"/>
                  <a:pt x="189919" y="48320"/>
                </a:cubicBezTo>
                <a:cubicBezTo>
                  <a:pt x="190163" y="48704"/>
                  <a:pt x="190286" y="49175"/>
                  <a:pt x="190286" y="49733"/>
                </a:cubicBezTo>
                <a:lnTo>
                  <a:pt x="190286" y="62193"/>
                </a:lnTo>
                <a:cubicBezTo>
                  <a:pt x="195590" y="56260"/>
                  <a:pt x="200738" y="51915"/>
                  <a:pt x="205729" y="49158"/>
                </a:cubicBezTo>
                <a:cubicBezTo>
                  <a:pt x="210720" y="46400"/>
                  <a:pt x="215763" y="45022"/>
                  <a:pt x="220859" y="45022"/>
                </a:cubicBezTo>
                <a:cubicBezTo>
                  <a:pt x="224767" y="45022"/>
                  <a:pt x="228275" y="45476"/>
                  <a:pt x="231381" y="46383"/>
                </a:cubicBezTo>
                <a:cubicBezTo>
                  <a:pt x="234487" y="47290"/>
                  <a:pt x="237227" y="48564"/>
                  <a:pt x="239600" y="50205"/>
                </a:cubicBezTo>
                <a:cubicBezTo>
                  <a:pt x="241973" y="51845"/>
                  <a:pt x="243998" y="53799"/>
                  <a:pt x="245673" y="56068"/>
                </a:cubicBezTo>
                <a:cubicBezTo>
                  <a:pt x="247348" y="58336"/>
                  <a:pt x="248744" y="60867"/>
                  <a:pt x="249861" y="63659"/>
                </a:cubicBezTo>
                <a:cubicBezTo>
                  <a:pt x="253002" y="60239"/>
                  <a:pt x="255986" y="57342"/>
                  <a:pt x="258813" y="54969"/>
                </a:cubicBezTo>
                <a:cubicBezTo>
                  <a:pt x="261640" y="52595"/>
                  <a:pt x="264362" y="50676"/>
                  <a:pt x="266980" y="49210"/>
                </a:cubicBezTo>
                <a:cubicBezTo>
                  <a:pt x="269597" y="47744"/>
                  <a:pt x="272145" y="46680"/>
                  <a:pt x="274623" y="46017"/>
                </a:cubicBezTo>
                <a:cubicBezTo>
                  <a:pt x="277101" y="45353"/>
                  <a:pt x="279596" y="45022"/>
                  <a:pt x="282109" y="45022"/>
                </a:cubicBezTo>
                <a:cubicBezTo>
                  <a:pt x="288182" y="45022"/>
                  <a:pt x="293277" y="46086"/>
                  <a:pt x="297396" y="48215"/>
                </a:cubicBezTo>
                <a:cubicBezTo>
                  <a:pt x="301514" y="50344"/>
                  <a:pt x="304847" y="53189"/>
                  <a:pt x="307395" y="56749"/>
                </a:cubicBezTo>
                <a:cubicBezTo>
                  <a:pt x="309943" y="60308"/>
                  <a:pt x="311757" y="64479"/>
                  <a:pt x="312839" y="69260"/>
                </a:cubicBezTo>
                <a:cubicBezTo>
                  <a:pt x="313921" y="74042"/>
                  <a:pt x="314462" y="79085"/>
                  <a:pt x="314462" y="84390"/>
                </a:cubicBezTo>
                <a:lnTo>
                  <a:pt x="314462" y="14396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5a617e81c644ca"/>
          <a:stretch xmlns:a="http://schemas.openxmlformats.org/drawingml/2006/main"/>
        </p:blipFill>
        <p:spPr>
          <a:xfrm xmlns:a="http://schemas.openxmlformats.org/drawingml/2006/main">
            <a:off x="11375884" y="4651042"/>
            <a:ext cx="1038233" cy="1472468"/>
          </a:xfrm>
          <a:prstGeom xmlns:a="http://schemas.openxmlformats.org/drawingml/2006/main" prst="rect">
            <a:avLst/>
          </a:prstGeom>
        </p:spPr>
      </p:pic>
      <p:sp>
        <p:nvSpPr>
          <p:cNvPr id="183" name="Text Ignore">
            <a:extLst xmlns:a="http://schemas.openxmlformats.org/drawingml/2006/main">
              <a:ext uri="{FF2B5EF4-FFF2-40B4-BE49-F238E27FC236}">
                <a16:creationId xmlns:a16="http://schemas.microsoft.com/office/drawing/2014/main" id="{561CAE00-6C7B-4673-B648-457626FC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1538" y="5354181"/>
            <a:ext cx="543325" cy="174434"/>
          </a:xfrm>
          <a:custGeom xmlns:a="http://schemas.openxmlformats.org/drawingml/2006/main">
            <a:pathLst>
              <a:path w="543325" h="174434">
                <a:moveTo>
                  <a:pt x="27641" y="132343"/>
                </a:moveTo>
                <a:cubicBezTo>
                  <a:pt x="27641" y="133041"/>
                  <a:pt x="27414" y="133670"/>
                  <a:pt x="26961" y="134228"/>
                </a:cubicBezTo>
                <a:cubicBezTo>
                  <a:pt x="26507" y="134786"/>
                  <a:pt x="25757" y="135240"/>
                  <a:pt x="24710" y="135589"/>
                </a:cubicBezTo>
                <a:cubicBezTo>
                  <a:pt x="23663" y="135938"/>
                  <a:pt x="22267" y="136217"/>
                  <a:pt x="20522" y="136427"/>
                </a:cubicBezTo>
                <a:cubicBezTo>
                  <a:pt x="18777" y="136636"/>
                  <a:pt x="16543" y="136741"/>
                  <a:pt x="13821" y="136741"/>
                </a:cubicBezTo>
                <a:cubicBezTo>
                  <a:pt x="11168" y="136741"/>
                  <a:pt x="8952" y="136636"/>
                  <a:pt x="7172" y="136427"/>
                </a:cubicBezTo>
                <a:cubicBezTo>
                  <a:pt x="5392" y="136217"/>
                  <a:pt x="3979" y="135938"/>
                  <a:pt x="2932" y="135589"/>
                </a:cubicBezTo>
                <a:cubicBezTo>
                  <a:pt x="1885" y="135240"/>
                  <a:pt x="1134" y="134786"/>
                  <a:pt x="681" y="134228"/>
                </a:cubicBezTo>
                <a:cubicBezTo>
                  <a:pt x="227" y="133670"/>
                  <a:pt x="0" y="133041"/>
                  <a:pt x="0" y="132343"/>
                </a:cubicBezTo>
                <a:lnTo>
                  <a:pt x="0" y="4397"/>
                </a:lnTo>
                <a:cubicBezTo>
                  <a:pt x="0" y="3699"/>
                  <a:pt x="227" y="3071"/>
                  <a:pt x="681" y="2513"/>
                </a:cubicBezTo>
                <a:cubicBezTo>
                  <a:pt x="1134" y="1954"/>
                  <a:pt x="1902" y="1501"/>
                  <a:pt x="2984" y="1152"/>
                </a:cubicBezTo>
                <a:cubicBezTo>
                  <a:pt x="4066" y="803"/>
                  <a:pt x="5479" y="524"/>
                  <a:pt x="7224" y="314"/>
                </a:cubicBezTo>
                <a:cubicBezTo>
                  <a:pt x="8969" y="105"/>
                  <a:pt x="11168" y="0"/>
                  <a:pt x="13821" y="0"/>
                </a:cubicBezTo>
                <a:cubicBezTo>
                  <a:pt x="16543" y="0"/>
                  <a:pt x="18777" y="105"/>
                  <a:pt x="20522" y="314"/>
                </a:cubicBezTo>
                <a:cubicBezTo>
                  <a:pt x="22267" y="524"/>
                  <a:pt x="23663" y="803"/>
                  <a:pt x="24710" y="1152"/>
                </a:cubicBezTo>
                <a:cubicBezTo>
                  <a:pt x="25757" y="1501"/>
                  <a:pt x="26507" y="1954"/>
                  <a:pt x="26961" y="2513"/>
                </a:cubicBezTo>
                <a:cubicBezTo>
                  <a:pt x="27414" y="3071"/>
                  <a:pt x="27641" y="3699"/>
                  <a:pt x="27641" y="4397"/>
                </a:cubicBezTo>
                <a:lnTo>
                  <a:pt x="27641" y="132343"/>
                </a:lnTo>
                <a:close/>
                <a:moveTo>
                  <a:pt x="137553" y="45650"/>
                </a:moveTo>
                <a:cubicBezTo>
                  <a:pt x="137553" y="49001"/>
                  <a:pt x="137169" y="51479"/>
                  <a:pt x="136401" y="53084"/>
                </a:cubicBezTo>
                <a:cubicBezTo>
                  <a:pt x="135633" y="54689"/>
                  <a:pt x="134691" y="55492"/>
                  <a:pt x="133574" y="55492"/>
                </a:cubicBezTo>
                <a:lnTo>
                  <a:pt x="122580" y="55492"/>
                </a:lnTo>
                <a:cubicBezTo>
                  <a:pt x="124116" y="57152"/>
                  <a:pt x="125215" y="59038"/>
                  <a:pt x="125879" y="61149"/>
                </a:cubicBezTo>
                <a:cubicBezTo>
                  <a:pt x="126542" y="63261"/>
                  <a:pt x="126873" y="65458"/>
                  <a:pt x="126873" y="67742"/>
                </a:cubicBezTo>
                <a:cubicBezTo>
                  <a:pt x="126873" y="73187"/>
                  <a:pt x="125966" y="78020"/>
                  <a:pt x="124151" y="82243"/>
                </a:cubicBezTo>
                <a:cubicBezTo>
                  <a:pt x="122336" y="86466"/>
                  <a:pt x="119736" y="90026"/>
                  <a:pt x="116351" y="92923"/>
                </a:cubicBezTo>
                <a:cubicBezTo>
                  <a:pt x="112965" y="95820"/>
                  <a:pt x="108882" y="98019"/>
                  <a:pt x="104100" y="99519"/>
                </a:cubicBezTo>
                <a:cubicBezTo>
                  <a:pt x="99319" y="101020"/>
                  <a:pt x="93997" y="101770"/>
                  <a:pt x="88133" y="101770"/>
                </a:cubicBezTo>
                <a:cubicBezTo>
                  <a:pt x="85132" y="101770"/>
                  <a:pt x="82270" y="101404"/>
                  <a:pt x="79548" y="100671"/>
                </a:cubicBezTo>
                <a:cubicBezTo>
                  <a:pt x="76826" y="99938"/>
                  <a:pt x="74732" y="99083"/>
                  <a:pt x="73266" y="98106"/>
                </a:cubicBezTo>
                <a:cubicBezTo>
                  <a:pt x="72428" y="99013"/>
                  <a:pt x="71678" y="100095"/>
                  <a:pt x="71015" y="101352"/>
                </a:cubicBezTo>
                <a:cubicBezTo>
                  <a:pt x="70352" y="102608"/>
                  <a:pt x="70020" y="104004"/>
                  <a:pt x="70020" y="105540"/>
                </a:cubicBezTo>
                <a:cubicBezTo>
                  <a:pt x="70020" y="107564"/>
                  <a:pt x="70910" y="109222"/>
                  <a:pt x="72690" y="110513"/>
                </a:cubicBezTo>
                <a:cubicBezTo>
                  <a:pt x="74470" y="111804"/>
                  <a:pt x="76965" y="112520"/>
                  <a:pt x="80176" y="112659"/>
                </a:cubicBezTo>
                <a:lnTo>
                  <a:pt x="102896" y="113500"/>
                </a:lnTo>
                <a:cubicBezTo>
                  <a:pt x="108201" y="113710"/>
                  <a:pt x="112930" y="114462"/>
                  <a:pt x="117084" y="115758"/>
                </a:cubicBezTo>
                <a:cubicBezTo>
                  <a:pt x="121237" y="117054"/>
                  <a:pt x="124727" y="118875"/>
                  <a:pt x="127554" y="121222"/>
                </a:cubicBezTo>
                <a:cubicBezTo>
                  <a:pt x="130381" y="123569"/>
                  <a:pt x="132545" y="126388"/>
                  <a:pt x="134045" y="129680"/>
                </a:cubicBezTo>
                <a:cubicBezTo>
                  <a:pt x="135546" y="132972"/>
                  <a:pt x="136296" y="136718"/>
                  <a:pt x="136296" y="140919"/>
                </a:cubicBezTo>
                <a:cubicBezTo>
                  <a:pt x="136296" y="145541"/>
                  <a:pt x="135284" y="149901"/>
                  <a:pt x="133260" y="153997"/>
                </a:cubicBezTo>
                <a:cubicBezTo>
                  <a:pt x="131236" y="158096"/>
                  <a:pt x="128199" y="161651"/>
                  <a:pt x="124151" y="164664"/>
                </a:cubicBezTo>
                <a:cubicBezTo>
                  <a:pt x="120102" y="167676"/>
                  <a:pt x="115024" y="170057"/>
                  <a:pt x="108917" y="171806"/>
                </a:cubicBezTo>
                <a:cubicBezTo>
                  <a:pt x="102809" y="173558"/>
                  <a:pt x="95672" y="174434"/>
                  <a:pt x="87505" y="174434"/>
                </a:cubicBezTo>
                <a:cubicBezTo>
                  <a:pt x="79548" y="174434"/>
                  <a:pt x="72760" y="173804"/>
                  <a:pt x="67141" y="172546"/>
                </a:cubicBezTo>
                <a:cubicBezTo>
                  <a:pt x="61522" y="171287"/>
                  <a:pt x="56915" y="169539"/>
                  <a:pt x="53320" y="167301"/>
                </a:cubicBezTo>
                <a:cubicBezTo>
                  <a:pt x="49725" y="165065"/>
                  <a:pt x="47108" y="162392"/>
                  <a:pt x="45467" y="159281"/>
                </a:cubicBezTo>
                <a:cubicBezTo>
                  <a:pt x="43827" y="156171"/>
                  <a:pt x="43007" y="152764"/>
                  <a:pt x="43007" y="149060"/>
                </a:cubicBezTo>
                <a:cubicBezTo>
                  <a:pt x="43007" y="146752"/>
                  <a:pt x="43303" y="144549"/>
                  <a:pt x="43897" y="142450"/>
                </a:cubicBezTo>
                <a:cubicBezTo>
                  <a:pt x="44490" y="140354"/>
                  <a:pt x="45363" y="138344"/>
                  <a:pt x="46514" y="136420"/>
                </a:cubicBezTo>
                <a:cubicBezTo>
                  <a:pt x="47666" y="134499"/>
                  <a:pt x="49080" y="132664"/>
                  <a:pt x="50755" y="130917"/>
                </a:cubicBezTo>
                <a:cubicBezTo>
                  <a:pt x="52430" y="129170"/>
                  <a:pt x="54350" y="127492"/>
                  <a:pt x="56513" y="125885"/>
                </a:cubicBezTo>
                <a:cubicBezTo>
                  <a:pt x="53512" y="124273"/>
                  <a:pt x="51191" y="122084"/>
                  <a:pt x="49551" y="119318"/>
                </a:cubicBezTo>
                <a:cubicBezTo>
                  <a:pt x="47910" y="116550"/>
                  <a:pt x="47090" y="113519"/>
                  <a:pt x="47090" y="110225"/>
                </a:cubicBezTo>
                <a:cubicBezTo>
                  <a:pt x="47090" y="106092"/>
                  <a:pt x="48033" y="102326"/>
                  <a:pt x="49917" y="98927"/>
                </a:cubicBezTo>
                <a:cubicBezTo>
                  <a:pt x="51802" y="95529"/>
                  <a:pt x="54245" y="92463"/>
                  <a:pt x="57246" y="89730"/>
                </a:cubicBezTo>
                <a:cubicBezTo>
                  <a:pt x="54803" y="87287"/>
                  <a:pt x="52849" y="84355"/>
                  <a:pt x="51383" y="80935"/>
                </a:cubicBezTo>
                <a:cubicBezTo>
                  <a:pt x="49917" y="77514"/>
                  <a:pt x="49184" y="73257"/>
                  <a:pt x="49184" y="68161"/>
                </a:cubicBezTo>
                <a:cubicBezTo>
                  <a:pt x="49184" y="62717"/>
                  <a:pt x="50144" y="57848"/>
                  <a:pt x="52064" y="53555"/>
                </a:cubicBezTo>
                <a:cubicBezTo>
                  <a:pt x="53983" y="49262"/>
                  <a:pt x="56653" y="45633"/>
                  <a:pt x="60073" y="42666"/>
                </a:cubicBezTo>
                <a:cubicBezTo>
                  <a:pt x="63494" y="39700"/>
                  <a:pt x="67577" y="37431"/>
                  <a:pt x="72323" y="35860"/>
                </a:cubicBezTo>
                <a:cubicBezTo>
                  <a:pt x="77070" y="34290"/>
                  <a:pt x="82305" y="33505"/>
                  <a:pt x="88029" y="33505"/>
                </a:cubicBezTo>
                <a:cubicBezTo>
                  <a:pt x="90960" y="33505"/>
                  <a:pt x="93770" y="33689"/>
                  <a:pt x="96457" y="34058"/>
                </a:cubicBezTo>
                <a:cubicBezTo>
                  <a:pt x="99145" y="34424"/>
                  <a:pt x="101640" y="34938"/>
                  <a:pt x="103943" y="35599"/>
                </a:cubicBezTo>
                <a:lnTo>
                  <a:pt x="133574" y="35599"/>
                </a:lnTo>
                <a:cubicBezTo>
                  <a:pt x="134761" y="35599"/>
                  <a:pt x="135721" y="36367"/>
                  <a:pt x="136453" y="37902"/>
                </a:cubicBezTo>
                <a:cubicBezTo>
                  <a:pt x="137186" y="39438"/>
                  <a:pt x="137553" y="42020"/>
                  <a:pt x="137553" y="45650"/>
                </a:cubicBezTo>
                <a:moveTo>
                  <a:pt x="103734" y="67585"/>
                </a:moveTo>
                <a:cubicBezTo>
                  <a:pt x="103734" y="62577"/>
                  <a:pt x="102338" y="58681"/>
                  <a:pt x="99546" y="55898"/>
                </a:cubicBezTo>
                <a:cubicBezTo>
                  <a:pt x="96754" y="53114"/>
                  <a:pt x="92810" y="51723"/>
                  <a:pt x="87715" y="51723"/>
                </a:cubicBezTo>
                <a:cubicBezTo>
                  <a:pt x="85132" y="51723"/>
                  <a:pt x="82863" y="52158"/>
                  <a:pt x="80909" y="53028"/>
                </a:cubicBezTo>
                <a:cubicBezTo>
                  <a:pt x="78955" y="53896"/>
                  <a:pt x="77332" y="55079"/>
                  <a:pt x="76040" y="56575"/>
                </a:cubicBezTo>
                <a:cubicBezTo>
                  <a:pt x="74749" y="58071"/>
                  <a:pt x="73789" y="59811"/>
                  <a:pt x="73161" y="61794"/>
                </a:cubicBezTo>
                <a:cubicBezTo>
                  <a:pt x="72533" y="63777"/>
                  <a:pt x="72219" y="65847"/>
                  <a:pt x="72219" y="68004"/>
                </a:cubicBezTo>
                <a:cubicBezTo>
                  <a:pt x="72219" y="72733"/>
                  <a:pt x="73615" y="76472"/>
                  <a:pt x="76407" y="79220"/>
                </a:cubicBezTo>
                <a:cubicBezTo>
                  <a:pt x="79199" y="81969"/>
                  <a:pt x="83073" y="83343"/>
                  <a:pt x="88029" y="83343"/>
                </a:cubicBezTo>
                <a:cubicBezTo>
                  <a:pt x="90681" y="83343"/>
                  <a:pt x="92985" y="82926"/>
                  <a:pt x="94939" y="82093"/>
                </a:cubicBezTo>
                <a:cubicBezTo>
                  <a:pt x="96893" y="81258"/>
                  <a:pt x="98516" y="80109"/>
                  <a:pt x="99808" y="78648"/>
                </a:cubicBezTo>
                <a:cubicBezTo>
                  <a:pt x="101099" y="77186"/>
                  <a:pt x="102076" y="75499"/>
                  <a:pt x="102739" y="73586"/>
                </a:cubicBezTo>
                <a:cubicBezTo>
                  <a:pt x="103402" y="71673"/>
                  <a:pt x="103734" y="69673"/>
                  <a:pt x="103734" y="67585"/>
                </a:cubicBezTo>
                <a:moveTo>
                  <a:pt x="109911" y="142274"/>
                </a:moveTo>
                <a:cubicBezTo>
                  <a:pt x="109911" y="139106"/>
                  <a:pt x="108655" y="136679"/>
                  <a:pt x="106142" y="134990"/>
                </a:cubicBezTo>
                <a:cubicBezTo>
                  <a:pt x="103629" y="133300"/>
                  <a:pt x="100174" y="132384"/>
                  <a:pt x="95777" y="132242"/>
                </a:cubicBezTo>
                <a:lnTo>
                  <a:pt x="77035" y="131715"/>
                </a:lnTo>
                <a:cubicBezTo>
                  <a:pt x="75220" y="133052"/>
                  <a:pt x="73772" y="134337"/>
                  <a:pt x="72690" y="135570"/>
                </a:cubicBezTo>
                <a:cubicBezTo>
                  <a:pt x="71608" y="136802"/>
                  <a:pt x="70735" y="137981"/>
                  <a:pt x="70072" y="139106"/>
                </a:cubicBezTo>
                <a:cubicBezTo>
                  <a:pt x="69409" y="140234"/>
                  <a:pt x="68973" y="141326"/>
                  <a:pt x="68764" y="142382"/>
                </a:cubicBezTo>
                <a:cubicBezTo>
                  <a:pt x="68554" y="143437"/>
                  <a:pt x="68449" y="144528"/>
                  <a:pt x="68449" y="145654"/>
                </a:cubicBezTo>
                <a:cubicBezTo>
                  <a:pt x="68449" y="149174"/>
                  <a:pt x="70212" y="151850"/>
                  <a:pt x="73737" y="153680"/>
                </a:cubicBezTo>
                <a:cubicBezTo>
                  <a:pt x="77262" y="155510"/>
                  <a:pt x="82235" y="156425"/>
                  <a:pt x="88657" y="156425"/>
                </a:cubicBezTo>
                <a:cubicBezTo>
                  <a:pt x="92636" y="156425"/>
                  <a:pt x="95986" y="156020"/>
                  <a:pt x="98708" y="155211"/>
                </a:cubicBezTo>
                <a:cubicBezTo>
                  <a:pt x="101431" y="154402"/>
                  <a:pt x="103629" y="153327"/>
                  <a:pt x="105305" y="151988"/>
                </a:cubicBezTo>
                <a:cubicBezTo>
                  <a:pt x="106980" y="150651"/>
                  <a:pt x="108166" y="149155"/>
                  <a:pt x="108864" y="147499"/>
                </a:cubicBezTo>
                <a:cubicBezTo>
                  <a:pt x="109562" y="145846"/>
                  <a:pt x="109911" y="144104"/>
                  <a:pt x="109911" y="142274"/>
                </a:cubicBezTo>
                <a:close/>
                <a:moveTo>
                  <a:pt x="244069" y="132550"/>
                </a:moveTo>
                <a:cubicBezTo>
                  <a:pt x="244069" y="133248"/>
                  <a:pt x="243860" y="133859"/>
                  <a:pt x="243441" y="134385"/>
                </a:cubicBezTo>
                <a:cubicBezTo>
                  <a:pt x="243022" y="134909"/>
                  <a:pt x="242324" y="135345"/>
                  <a:pt x="241347" y="135694"/>
                </a:cubicBezTo>
                <a:cubicBezTo>
                  <a:pt x="240370" y="136043"/>
                  <a:pt x="239026" y="136305"/>
                  <a:pt x="237316" y="136479"/>
                </a:cubicBezTo>
                <a:cubicBezTo>
                  <a:pt x="235606" y="136654"/>
                  <a:pt x="233495" y="136741"/>
                  <a:pt x="230982" y="136741"/>
                </a:cubicBezTo>
                <a:cubicBezTo>
                  <a:pt x="228399" y="136741"/>
                  <a:pt x="226253" y="136654"/>
                  <a:pt x="224543" y="136479"/>
                </a:cubicBezTo>
                <a:cubicBezTo>
                  <a:pt x="222832" y="136305"/>
                  <a:pt x="221489" y="136043"/>
                  <a:pt x="220511" y="135694"/>
                </a:cubicBezTo>
                <a:cubicBezTo>
                  <a:pt x="219534" y="135345"/>
                  <a:pt x="218836" y="134909"/>
                  <a:pt x="218417" y="134385"/>
                </a:cubicBezTo>
                <a:cubicBezTo>
                  <a:pt x="217999" y="133862"/>
                  <a:pt x="217789" y="133251"/>
                  <a:pt x="217789" y="132553"/>
                </a:cubicBezTo>
                <a:lnTo>
                  <a:pt x="217789" y="79259"/>
                </a:lnTo>
                <a:cubicBezTo>
                  <a:pt x="217789" y="74722"/>
                  <a:pt x="217458" y="71162"/>
                  <a:pt x="216795" y="68580"/>
                </a:cubicBezTo>
                <a:cubicBezTo>
                  <a:pt x="216131" y="65997"/>
                  <a:pt x="215172" y="63781"/>
                  <a:pt x="213915" y="61931"/>
                </a:cubicBezTo>
                <a:cubicBezTo>
                  <a:pt x="212659" y="60082"/>
                  <a:pt x="211036" y="58651"/>
                  <a:pt x="209047" y="57638"/>
                </a:cubicBezTo>
                <a:cubicBezTo>
                  <a:pt x="207057" y="56626"/>
                  <a:pt x="204736" y="56120"/>
                  <a:pt x="202084" y="56120"/>
                </a:cubicBezTo>
                <a:cubicBezTo>
                  <a:pt x="198733" y="56120"/>
                  <a:pt x="195348" y="57342"/>
                  <a:pt x="191928" y="59785"/>
                </a:cubicBezTo>
                <a:cubicBezTo>
                  <a:pt x="188508" y="62228"/>
                  <a:pt x="184948" y="65788"/>
                  <a:pt x="181248" y="70464"/>
                </a:cubicBezTo>
                <a:lnTo>
                  <a:pt x="181248" y="132553"/>
                </a:lnTo>
                <a:cubicBezTo>
                  <a:pt x="181248" y="133251"/>
                  <a:pt x="181039" y="133862"/>
                  <a:pt x="180620" y="134385"/>
                </a:cubicBezTo>
                <a:cubicBezTo>
                  <a:pt x="180201" y="134909"/>
                  <a:pt x="179486" y="135345"/>
                  <a:pt x="178474" y="135694"/>
                </a:cubicBezTo>
                <a:cubicBezTo>
                  <a:pt x="177461" y="136043"/>
                  <a:pt x="176118" y="136305"/>
                  <a:pt x="174443" y="136479"/>
                </a:cubicBezTo>
                <a:cubicBezTo>
                  <a:pt x="172767" y="136654"/>
                  <a:pt x="170638" y="136741"/>
                  <a:pt x="168056" y="136741"/>
                </a:cubicBezTo>
                <a:cubicBezTo>
                  <a:pt x="165473" y="136741"/>
                  <a:pt x="163344" y="136654"/>
                  <a:pt x="161669" y="136479"/>
                </a:cubicBezTo>
                <a:cubicBezTo>
                  <a:pt x="159994" y="136305"/>
                  <a:pt x="158650" y="136043"/>
                  <a:pt x="157638" y="135694"/>
                </a:cubicBezTo>
                <a:cubicBezTo>
                  <a:pt x="156626" y="135345"/>
                  <a:pt x="155910" y="134909"/>
                  <a:pt x="155492" y="134385"/>
                </a:cubicBezTo>
                <a:cubicBezTo>
                  <a:pt x="155073" y="133862"/>
                  <a:pt x="154863" y="133251"/>
                  <a:pt x="154863" y="132553"/>
                </a:cubicBezTo>
                <a:lnTo>
                  <a:pt x="154863" y="39159"/>
                </a:lnTo>
                <a:cubicBezTo>
                  <a:pt x="154863" y="38461"/>
                  <a:pt x="155038" y="37850"/>
                  <a:pt x="155387" y="37326"/>
                </a:cubicBezTo>
                <a:cubicBezTo>
                  <a:pt x="155736" y="36803"/>
                  <a:pt x="156364" y="36367"/>
                  <a:pt x="157271" y="36017"/>
                </a:cubicBezTo>
                <a:cubicBezTo>
                  <a:pt x="158179" y="35668"/>
                  <a:pt x="159348" y="35407"/>
                  <a:pt x="160779" y="35232"/>
                </a:cubicBezTo>
                <a:cubicBezTo>
                  <a:pt x="162210" y="35058"/>
                  <a:pt x="164007" y="34970"/>
                  <a:pt x="166171" y="34970"/>
                </a:cubicBezTo>
                <a:cubicBezTo>
                  <a:pt x="168405" y="34970"/>
                  <a:pt x="170255" y="35058"/>
                  <a:pt x="171720" y="35232"/>
                </a:cubicBezTo>
                <a:cubicBezTo>
                  <a:pt x="173186" y="35407"/>
                  <a:pt x="174320" y="35668"/>
                  <a:pt x="175123" y="36017"/>
                </a:cubicBezTo>
                <a:cubicBezTo>
                  <a:pt x="175926" y="36367"/>
                  <a:pt x="176502" y="36803"/>
                  <a:pt x="176851" y="37326"/>
                </a:cubicBezTo>
                <a:cubicBezTo>
                  <a:pt x="177200" y="37850"/>
                  <a:pt x="177374" y="38461"/>
                  <a:pt x="177374" y="39159"/>
                </a:cubicBezTo>
                <a:lnTo>
                  <a:pt x="177374" y="49943"/>
                </a:lnTo>
                <a:cubicBezTo>
                  <a:pt x="182540" y="44324"/>
                  <a:pt x="187792" y="40110"/>
                  <a:pt x="193132" y="37300"/>
                </a:cubicBezTo>
                <a:cubicBezTo>
                  <a:pt x="198472" y="34491"/>
                  <a:pt x="204038" y="33086"/>
                  <a:pt x="209832" y="33086"/>
                </a:cubicBezTo>
                <a:cubicBezTo>
                  <a:pt x="216184" y="33086"/>
                  <a:pt x="221541" y="34134"/>
                  <a:pt x="225904" y="36230"/>
                </a:cubicBezTo>
                <a:cubicBezTo>
                  <a:pt x="230266" y="38326"/>
                  <a:pt x="233791" y="41174"/>
                  <a:pt x="236479" y="44773"/>
                </a:cubicBezTo>
                <a:cubicBezTo>
                  <a:pt x="239166" y="48370"/>
                  <a:pt x="241103" y="52580"/>
                  <a:pt x="242290" y="57403"/>
                </a:cubicBezTo>
                <a:cubicBezTo>
                  <a:pt x="243476" y="62224"/>
                  <a:pt x="244069" y="68023"/>
                  <a:pt x="244069" y="74800"/>
                </a:cubicBezTo>
                <a:lnTo>
                  <a:pt x="244069" y="132550"/>
                </a:lnTo>
                <a:close/>
                <a:moveTo>
                  <a:pt x="362244" y="84910"/>
                </a:moveTo>
                <a:cubicBezTo>
                  <a:pt x="362244" y="92885"/>
                  <a:pt x="361197" y="100160"/>
                  <a:pt x="359103" y="106734"/>
                </a:cubicBezTo>
                <a:cubicBezTo>
                  <a:pt x="357009" y="113308"/>
                  <a:pt x="353833" y="118973"/>
                  <a:pt x="349575" y="123728"/>
                </a:cubicBezTo>
                <a:cubicBezTo>
                  <a:pt x="345317" y="128484"/>
                  <a:pt x="339977" y="132156"/>
                  <a:pt x="333555" y="134745"/>
                </a:cubicBezTo>
                <a:cubicBezTo>
                  <a:pt x="327134" y="137332"/>
                  <a:pt x="319630" y="138626"/>
                  <a:pt x="311045" y="138626"/>
                </a:cubicBezTo>
                <a:cubicBezTo>
                  <a:pt x="302738" y="138626"/>
                  <a:pt x="295514" y="137472"/>
                  <a:pt x="289371" y="135164"/>
                </a:cubicBezTo>
                <a:cubicBezTo>
                  <a:pt x="283229" y="132856"/>
                  <a:pt x="278133" y="129499"/>
                  <a:pt x="274085" y="125093"/>
                </a:cubicBezTo>
                <a:cubicBezTo>
                  <a:pt x="270036" y="120687"/>
                  <a:pt x="267035" y="115266"/>
                  <a:pt x="265080" y="108831"/>
                </a:cubicBezTo>
                <a:cubicBezTo>
                  <a:pt x="263126" y="102396"/>
                  <a:pt x="262149" y="95053"/>
                  <a:pt x="262149" y="86801"/>
                </a:cubicBezTo>
                <a:cubicBezTo>
                  <a:pt x="262149" y="78826"/>
                  <a:pt x="263213" y="71534"/>
                  <a:pt x="265342" y="64925"/>
                </a:cubicBezTo>
                <a:cubicBezTo>
                  <a:pt x="267471" y="58316"/>
                  <a:pt x="270664" y="52651"/>
                  <a:pt x="274922" y="47931"/>
                </a:cubicBezTo>
                <a:cubicBezTo>
                  <a:pt x="279180" y="43210"/>
                  <a:pt x="284503" y="39557"/>
                  <a:pt x="290889" y="36970"/>
                </a:cubicBezTo>
                <a:cubicBezTo>
                  <a:pt x="297276" y="34380"/>
                  <a:pt x="304762" y="33086"/>
                  <a:pt x="313348" y="33086"/>
                </a:cubicBezTo>
                <a:cubicBezTo>
                  <a:pt x="321724" y="33086"/>
                  <a:pt x="328983" y="34222"/>
                  <a:pt x="335126" y="36495"/>
                </a:cubicBezTo>
                <a:cubicBezTo>
                  <a:pt x="341269" y="38768"/>
                  <a:pt x="346347" y="42108"/>
                  <a:pt x="350360" y="46514"/>
                </a:cubicBezTo>
                <a:cubicBezTo>
                  <a:pt x="354374" y="50920"/>
                  <a:pt x="357358" y="56341"/>
                  <a:pt x="359312" y="62775"/>
                </a:cubicBezTo>
                <a:cubicBezTo>
                  <a:pt x="361267" y="69210"/>
                  <a:pt x="362244" y="76588"/>
                  <a:pt x="362244" y="84910"/>
                </a:cubicBezTo>
                <a:moveTo>
                  <a:pt x="335126" y="85960"/>
                </a:moveTo>
                <a:cubicBezTo>
                  <a:pt x="335126" y="81353"/>
                  <a:pt x="334760" y="77113"/>
                  <a:pt x="334027" y="73239"/>
                </a:cubicBezTo>
                <a:cubicBezTo>
                  <a:pt x="333294" y="69365"/>
                  <a:pt x="332055" y="65997"/>
                  <a:pt x="330310" y="63135"/>
                </a:cubicBezTo>
                <a:cubicBezTo>
                  <a:pt x="328565" y="60273"/>
                  <a:pt x="326244" y="58040"/>
                  <a:pt x="323347" y="56434"/>
                </a:cubicBezTo>
                <a:cubicBezTo>
                  <a:pt x="320450" y="54829"/>
                  <a:pt x="316803" y="54026"/>
                  <a:pt x="312406" y="54026"/>
                </a:cubicBezTo>
                <a:cubicBezTo>
                  <a:pt x="308497" y="54026"/>
                  <a:pt x="305076" y="54742"/>
                  <a:pt x="302145" y="56173"/>
                </a:cubicBezTo>
                <a:cubicBezTo>
                  <a:pt x="299213" y="57604"/>
                  <a:pt x="296805" y="59698"/>
                  <a:pt x="294920" y="62455"/>
                </a:cubicBezTo>
                <a:cubicBezTo>
                  <a:pt x="293036" y="65212"/>
                  <a:pt x="291622" y="68527"/>
                  <a:pt x="290680" y="72401"/>
                </a:cubicBezTo>
                <a:cubicBezTo>
                  <a:pt x="289738" y="76275"/>
                  <a:pt x="289266" y="80690"/>
                  <a:pt x="289266" y="85646"/>
                </a:cubicBezTo>
                <a:cubicBezTo>
                  <a:pt x="289266" y="90253"/>
                  <a:pt x="289650" y="94494"/>
                  <a:pt x="290418" y="98368"/>
                </a:cubicBezTo>
                <a:cubicBezTo>
                  <a:pt x="291186" y="102242"/>
                  <a:pt x="292425" y="105609"/>
                  <a:pt x="294135" y="108471"/>
                </a:cubicBezTo>
                <a:cubicBezTo>
                  <a:pt x="295845" y="111333"/>
                  <a:pt x="298166" y="113549"/>
                  <a:pt x="301098" y="115120"/>
                </a:cubicBezTo>
                <a:cubicBezTo>
                  <a:pt x="304029" y="116690"/>
                  <a:pt x="307659" y="117476"/>
                  <a:pt x="311987" y="117476"/>
                </a:cubicBezTo>
                <a:cubicBezTo>
                  <a:pt x="315966" y="117476"/>
                  <a:pt x="319421" y="116760"/>
                  <a:pt x="322352" y="115329"/>
                </a:cubicBezTo>
                <a:cubicBezTo>
                  <a:pt x="325284" y="113898"/>
                  <a:pt x="327692" y="111822"/>
                  <a:pt x="329577" y="109100"/>
                </a:cubicBezTo>
                <a:cubicBezTo>
                  <a:pt x="331461" y="106377"/>
                  <a:pt x="332857" y="103079"/>
                  <a:pt x="333765" y="99205"/>
                </a:cubicBezTo>
                <a:cubicBezTo>
                  <a:pt x="334672" y="95331"/>
                  <a:pt x="335126" y="90916"/>
                  <a:pt x="335126" y="85960"/>
                </a:cubicBezTo>
                <a:close/>
                <a:moveTo>
                  <a:pt x="441498" y="47744"/>
                </a:moveTo>
                <a:cubicBezTo>
                  <a:pt x="441498" y="50257"/>
                  <a:pt x="441429" y="52316"/>
                  <a:pt x="441289" y="53922"/>
                </a:cubicBezTo>
                <a:cubicBezTo>
                  <a:pt x="441149" y="55527"/>
                  <a:pt x="440940" y="56783"/>
                  <a:pt x="440661" y="57691"/>
                </a:cubicBezTo>
                <a:cubicBezTo>
                  <a:pt x="440382" y="58598"/>
                  <a:pt x="440015" y="59226"/>
                  <a:pt x="439561" y="59575"/>
                </a:cubicBezTo>
                <a:cubicBezTo>
                  <a:pt x="439108" y="59924"/>
                  <a:pt x="438532" y="60099"/>
                  <a:pt x="437834" y="60099"/>
                </a:cubicBezTo>
                <a:cubicBezTo>
                  <a:pt x="437276" y="60099"/>
                  <a:pt x="436647" y="59977"/>
                  <a:pt x="435949" y="59733"/>
                </a:cubicBezTo>
                <a:cubicBezTo>
                  <a:pt x="435251" y="59488"/>
                  <a:pt x="434466" y="59226"/>
                  <a:pt x="433593" y="58947"/>
                </a:cubicBezTo>
                <a:cubicBezTo>
                  <a:pt x="432721" y="58668"/>
                  <a:pt x="431761" y="58406"/>
                  <a:pt x="430714" y="58162"/>
                </a:cubicBezTo>
                <a:cubicBezTo>
                  <a:pt x="429667" y="57918"/>
                  <a:pt x="428515" y="57796"/>
                  <a:pt x="427259" y="57796"/>
                </a:cubicBezTo>
                <a:cubicBezTo>
                  <a:pt x="425793" y="57796"/>
                  <a:pt x="424327" y="58094"/>
                  <a:pt x="422862" y="58692"/>
                </a:cubicBezTo>
                <a:cubicBezTo>
                  <a:pt x="421396" y="59288"/>
                  <a:pt x="419878" y="60218"/>
                  <a:pt x="418307" y="61483"/>
                </a:cubicBezTo>
                <a:cubicBezTo>
                  <a:pt x="416736" y="62748"/>
                  <a:pt x="415096" y="64434"/>
                  <a:pt x="413386" y="66541"/>
                </a:cubicBezTo>
                <a:cubicBezTo>
                  <a:pt x="411676" y="68649"/>
                  <a:pt x="409844" y="71248"/>
                  <a:pt x="407889" y="74338"/>
                </a:cubicBezTo>
                <a:lnTo>
                  <a:pt x="407889" y="132553"/>
                </a:lnTo>
                <a:cubicBezTo>
                  <a:pt x="407889" y="133251"/>
                  <a:pt x="407680" y="133862"/>
                  <a:pt x="407261" y="134385"/>
                </a:cubicBezTo>
                <a:cubicBezTo>
                  <a:pt x="406842" y="134909"/>
                  <a:pt x="406127" y="135345"/>
                  <a:pt x="405115" y="135694"/>
                </a:cubicBezTo>
                <a:cubicBezTo>
                  <a:pt x="404102" y="136043"/>
                  <a:pt x="402759" y="136305"/>
                  <a:pt x="401083" y="136479"/>
                </a:cubicBezTo>
                <a:cubicBezTo>
                  <a:pt x="399408" y="136654"/>
                  <a:pt x="397279" y="136741"/>
                  <a:pt x="394697" y="136741"/>
                </a:cubicBezTo>
                <a:cubicBezTo>
                  <a:pt x="392114" y="136741"/>
                  <a:pt x="389985" y="136654"/>
                  <a:pt x="388310" y="136479"/>
                </a:cubicBezTo>
                <a:cubicBezTo>
                  <a:pt x="386635" y="136305"/>
                  <a:pt x="385291" y="136043"/>
                  <a:pt x="384279" y="135694"/>
                </a:cubicBezTo>
                <a:cubicBezTo>
                  <a:pt x="383267" y="135345"/>
                  <a:pt x="382551" y="134909"/>
                  <a:pt x="382132" y="134385"/>
                </a:cubicBezTo>
                <a:cubicBezTo>
                  <a:pt x="381714" y="133862"/>
                  <a:pt x="381504" y="133251"/>
                  <a:pt x="381504" y="132553"/>
                </a:cubicBezTo>
                <a:lnTo>
                  <a:pt x="381504" y="39159"/>
                </a:lnTo>
                <a:cubicBezTo>
                  <a:pt x="381504" y="38461"/>
                  <a:pt x="381679" y="37850"/>
                  <a:pt x="382028" y="37326"/>
                </a:cubicBezTo>
                <a:cubicBezTo>
                  <a:pt x="382377" y="36803"/>
                  <a:pt x="383005" y="36367"/>
                  <a:pt x="383912" y="36017"/>
                </a:cubicBezTo>
                <a:cubicBezTo>
                  <a:pt x="384820" y="35668"/>
                  <a:pt x="385989" y="35407"/>
                  <a:pt x="387420" y="35232"/>
                </a:cubicBezTo>
                <a:cubicBezTo>
                  <a:pt x="388851" y="35058"/>
                  <a:pt x="390648" y="34970"/>
                  <a:pt x="392812" y="34970"/>
                </a:cubicBezTo>
                <a:cubicBezTo>
                  <a:pt x="395046" y="34970"/>
                  <a:pt x="396895" y="35058"/>
                  <a:pt x="398361" y="35232"/>
                </a:cubicBezTo>
                <a:cubicBezTo>
                  <a:pt x="399827" y="35407"/>
                  <a:pt x="400961" y="35668"/>
                  <a:pt x="401764" y="36017"/>
                </a:cubicBezTo>
                <a:cubicBezTo>
                  <a:pt x="402567" y="36367"/>
                  <a:pt x="403143" y="36803"/>
                  <a:pt x="403492" y="37326"/>
                </a:cubicBezTo>
                <a:cubicBezTo>
                  <a:pt x="403841" y="37850"/>
                  <a:pt x="404015" y="38461"/>
                  <a:pt x="404015" y="39159"/>
                </a:cubicBezTo>
                <a:lnTo>
                  <a:pt x="404015" y="50780"/>
                </a:lnTo>
                <a:cubicBezTo>
                  <a:pt x="406458" y="47269"/>
                  <a:pt x="408762" y="44372"/>
                  <a:pt x="410925" y="42090"/>
                </a:cubicBezTo>
                <a:cubicBezTo>
                  <a:pt x="413089" y="39809"/>
                  <a:pt x="415148" y="38001"/>
                  <a:pt x="417103" y="36669"/>
                </a:cubicBezTo>
                <a:cubicBezTo>
                  <a:pt x="419057" y="35334"/>
                  <a:pt x="421012" y="34403"/>
                  <a:pt x="422966" y="33878"/>
                </a:cubicBezTo>
                <a:cubicBezTo>
                  <a:pt x="424921" y="33350"/>
                  <a:pt x="426875" y="33086"/>
                  <a:pt x="428830" y="33086"/>
                </a:cubicBezTo>
                <a:cubicBezTo>
                  <a:pt x="429737" y="33086"/>
                  <a:pt x="430714" y="33138"/>
                  <a:pt x="431761" y="33243"/>
                </a:cubicBezTo>
                <a:cubicBezTo>
                  <a:pt x="432808" y="33348"/>
                  <a:pt x="433890" y="33522"/>
                  <a:pt x="435007" y="33766"/>
                </a:cubicBezTo>
                <a:cubicBezTo>
                  <a:pt x="436124" y="34011"/>
                  <a:pt x="437101" y="34290"/>
                  <a:pt x="437939" y="34604"/>
                </a:cubicBezTo>
                <a:cubicBezTo>
                  <a:pt x="438776" y="34918"/>
                  <a:pt x="439387" y="35250"/>
                  <a:pt x="439771" y="35599"/>
                </a:cubicBezTo>
                <a:cubicBezTo>
                  <a:pt x="440155" y="35948"/>
                  <a:pt x="440434" y="36332"/>
                  <a:pt x="440609" y="36750"/>
                </a:cubicBezTo>
                <a:cubicBezTo>
                  <a:pt x="440783" y="37169"/>
                  <a:pt x="440940" y="37745"/>
                  <a:pt x="441080" y="38478"/>
                </a:cubicBezTo>
                <a:cubicBezTo>
                  <a:pt x="441219" y="39211"/>
                  <a:pt x="441324" y="40310"/>
                  <a:pt x="441394" y="41776"/>
                </a:cubicBezTo>
                <a:cubicBezTo>
                  <a:pt x="441464" y="43242"/>
                  <a:pt x="441498" y="45231"/>
                  <a:pt x="441498" y="47744"/>
                </a:cubicBezTo>
                <a:close/>
                <a:moveTo>
                  <a:pt x="543325" y="83117"/>
                </a:moveTo>
                <a:cubicBezTo>
                  <a:pt x="543325" y="86334"/>
                  <a:pt x="542610" y="88712"/>
                  <a:pt x="541179" y="90250"/>
                </a:cubicBezTo>
                <a:cubicBezTo>
                  <a:pt x="539748" y="91788"/>
                  <a:pt x="537776" y="92557"/>
                  <a:pt x="535263" y="92557"/>
                </a:cubicBezTo>
                <a:lnTo>
                  <a:pt x="478410" y="92557"/>
                </a:lnTo>
                <a:cubicBezTo>
                  <a:pt x="478410" y="96551"/>
                  <a:pt x="478881" y="100177"/>
                  <a:pt x="479823" y="103436"/>
                </a:cubicBezTo>
                <a:cubicBezTo>
                  <a:pt x="480766" y="106695"/>
                  <a:pt x="482267" y="109464"/>
                  <a:pt x="484326" y="111743"/>
                </a:cubicBezTo>
                <a:cubicBezTo>
                  <a:pt x="486385" y="114021"/>
                  <a:pt x="489037" y="115755"/>
                  <a:pt x="492283" y="116946"/>
                </a:cubicBezTo>
                <a:cubicBezTo>
                  <a:pt x="495529" y="118137"/>
                  <a:pt x="499420" y="118732"/>
                  <a:pt x="503957" y="118732"/>
                </a:cubicBezTo>
                <a:cubicBezTo>
                  <a:pt x="508564" y="118732"/>
                  <a:pt x="512613" y="118395"/>
                  <a:pt x="516103" y="117721"/>
                </a:cubicBezTo>
                <a:cubicBezTo>
                  <a:pt x="519593" y="117047"/>
                  <a:pt x="522612" y="116302"/>
                  <a:pt x="525159" y="115486"/>
                </a:cubicBezTo>
                <a:cubicBezTo>
                  <a:pt x="527707" y="114671"/>
                  <a:pt x="529819" y="113926"/>
                  <a:pt x="531494" y="113252"/>
                </a:cubicBezTo>
                <a:cubicBezTo>
                  <a:pt x="533169" y="112578"/>
                  <a:pt x="534530" y="112241"/>
                  <a:pt x="535577" y="112241"/>
                </a:cubicBezTo>
                <a:cubicBezTo>
                  <a:pt x="536206" y="112241"/>
                  <a:pt x="536729" y="112364"/>
                  <a:pt x="537148" y="112610"/>
                </a:cubicBezTo>
                <a:cubicBezTo>
                  <a:pt x="537567" y="112855"/>
                  <a:pt x="537916" y="113293"/>
                  <a:pt x="538195" y="113926"/>
                </a:cubicBezTo>
                <a:cubicBezTo>
                  <a:pt x="538474" y="114556"/>
                  <a:pt x="538666" y="115450"/>
                  <a:pt x="538771" y="116609"/>
                </a:cubicBezTo>
                <a:cubicBezTo>
                  <a:pt x="538875" y="117767"/>
                  <a:pt x="538928" y="119223"/>
                  <a:pt x="538928" y="120977"/>
                </a:cubicBezTo>
                <a:cubicBezTo>
                  <a:pt x="538928" y="122521"/>
                  <a:pt x="538893" y="123837"/>
                  <a:pt x="538823" y="124926"/>
                </a:cubicBezTo>
                <a:cubicBezTo>
                  <a:pt x="538753" y="126012"/>
                  <a:pt x="538649" y="126941"/>
                  <a:pt x="538509" y="127714"/>
                </a:cubicBezTo>
                <a:cubicBezTo>
                  <a:pt x="538369" y="128486"/>
                  <a:pt x="538160" y="129136"/>
                  <a:pt x="537881" y="129664"/>
                </a:cubicBezTo>
                <a:cubicBezTo>
                  <a:pt x="537602" y="130189"/>
                  <a:pt x="537235" y="130698"/>
                  <a:pt x="536781" y="131188"/>
                </a:cubicBezTo>
                <a:cubicBezTo>
                  <a:pt x="536328" y="131679"/>
                  <a:pt x="535089" y="132343"/>
                  <a:pt x="533064" y="133181"/>
                </a:cubicBezTo>
                <a:cubicBezTo>
                  <a:pt x="531040" y="134019"/>
                  <a:pt x="528458" y="134839"/>
                  <a:pt x="525317" y="135642"/>
                </a:cubicBezTo>
                <a:cubicBezTo>
                  <a:pt x="522175" y="136444"/>
                  <a:pt x="518581" y="137142"/>
                  <a:pt x="514532" y="137736"/>
                </a:cubicBezTo>
                <a:cubicBezTo>
                  <a:pt x="510484" y="138329"/>
                  <a:pt x="506156" y="138626"/>
                  <a:pt x="501549" y="138626"/>
                </a:cubicBezTo>
                <a:cubicBezTo>
                  <a:pt x="493243" y="138626"/>
                  <a:pt x="485966" y="137576"/>
                  <a:pt x="479719" y="135478"/>
                </a:cubicBezTo>
                <a:cubicBezTo>
                  <a:pt x="473472" y="133380"/>
                  <a:pt x="468254" y="130197"/>
                  <a:pt x="464066" y="125930"/>
                </a:cubicBezTo>
                <a:cubicBezTo>
                  <a:pt x="459878" y="121664"/>
                  <a:pt x="456754" y="116279"/>
                  <a:pt x="454695" y="109777"/>
                </a:cubicBezTo>
                <a:cubicBezTo>
                  <a:pt x="452636" y="103272"/>
                  <a:pt x="451606" y="95649"/>
                  <a:pt x="451606" y="86906"/>
                </a:cubicBezTo>
                <a:cubicBezTo>
                  <a:pt x="451606" y="78582"/>
                  <a:pt x="452688" y="71081"/>
                  <a:pt x="454852" y="64402"/>
                </a:cubicBezTo>
                <a:cubicBezTo>
                  <a:pt x="457016" y="57722"/>
                  <a:pt x="460157" y="52058"/>
                  <a:pt x="464275" y="47407"/>
                </a:cubicBezTo>
                <a:cubicBezTo>
                  <a:pt x="468394" y="42754"/>
                  <a:pt x="473402" y="39204"/>
                  <a:pt x="479300" y="36757"/>
                </a:cubicBezTo>
                <a:cubicBezTo>
                  <a:pt x="485198" y="34310"/>
                  <a:pt x="491847" y="33086"/>
                  <a:pt x="499246" y="33086"/>
                </a:cubicBezTo>
                <a:cubicBezTo>
                  <a:pt x="507063" y="33086"/>
                  <a:pt x="513747" y="34240"/>
                  <a:pt x="519296" y="36548"/>
                </a:cubicBezTo>
                <a:cubicBezTo>
                  <a:pt x="524845" y="38855"/>
                  <a:pt x="529400" y="42054"/>
                  <a:pt x="532960" y="46144"/>
                </a:cubicBezTo>
                <a:cubicBezTo>
                  <a:pt x="536520" y="50234"/>
                  <a:pt x="539137" y="55077"/>
                  <a:pt x="540812" y="60672"/>
                </a:cubicBezTo>
                <a:cubicBezTo>
                  <a:pt x="542488" y="66264"/>
                  <a:pt x="543325" y="72348"/>
                  <a:pt x="543325" y="78922"/>
                </a:cubicBezTo>
                <a:lnTo>
                  <a:pt x="543325" y="83117"/>
                </a:lnTo>
                <a:moveTo>
                  <a:pt x="517778" y="75595"/>
                </a:moveTo>
                <a:cubicBezTo>
                  <a:pt x="517987" y="68163"/>
                  <a:pt x="516504" y="62327"/>
                  <a:pt x="513328" y="58087"/>
                </a:cubicBezTo>
                <a:cubicBezTo>
                  <a:pt x="510152" y="53844"/>
                  <a:pt x="505249" y="51723"/>
                  <a:pt x="498618" y="51723"/>
                </a:cubicBezTo>
                <a:cubicBezTo>
                  <a:pt x="495267" y="51723"/>
                  <a:pt x="492353" y="52354"/>
                  <a:pt x="489875" y="53617"/>
                </a:cubicBezTo>
                <a:cubicBezTo>
                  <a:pt x="487397" y="54878"/>
                  <a:pt x="485338" y="56578"/>
                  <a:pt x="483697" y="58718"/>
                </a:cubicBezTo>
                <a:cubicBezTo>
                  <a:pt x="482057" y="60856"/>
                  <a:pt x="480801" y="63380"/>
                  <a:pt x="479928" y="66289"/>
                </a:cubicBezTo>
                <a:cubicBezTo>
                  <a:pt x="479056" y="69197"/>
                  <a:pt x="478550" y="72299"/>
                  <a:pt x="478410" y="75595"/>
                </a:cubicBezTo>
                <a:lnTo>
                  <a:pt x="517778" y="75595"/>
                </a:lnTo>
                <a:close/>
              </a:path>
            </a:pathLst>
          </a:custGeom>
          <a:solidFill xmlns:a="http://schemas.openxmlformats.org/drawingml/2006/main">
            <a:srgbClr val="A6A6A6"/>
          </a:solidFill>
          <a:ln xmlns:a="http://schemas.openxmlformats.org/drawingml/2006/main" w="0" cap="flat">
            <a:noFill/>
            <a:miter/>
          </a:ln>
        </p:spPr>
      </p:sp>
      <p:pic>
        <p:nvPicPr>
          <p:cNvPr id="3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2673266cf4df4"/>
          <a:stretch xmlns:a="http://schemas.openxmlformats.org/drawingml/2006/main"/>
        </p:blipFill>
        <p:spPr>
          <a:xfrm xmlns:a="http://schemas.openxmlformats.org/drawingml/2006/main">
            <a:off x="10239388" y="6228970"/>
            <a:ext cx="248769" cy="248769"/>
          </a:xfrm>
          <a:prstGeom xmlns:a="http://schemas.openxmlformats.org/drawingml/2006/main" prst="rect">
            <a:avLst/>
          </a:prstGeom>
        </p:spPr>
      </p:pic>
      <p:pic>
        <p:nvPicPr>
          <p:cNvPr id="3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c6d36417414c6d"/>
          <a:stretch xmlns:a="http://schemas.openxmlformats.org/drawingml/2006/main"/>
        </p:blipFill>
        <p:spPr>
          <a:xfrm xmlns:a="http://schemas.openxmlformats.org/drawingml/2006/main">
            <a:off x="6984024" y="5685153"/>
            <a:ext cx="1990915" cy="489247"/>
          </a:xfrm>
          <a:prstGeom xmlns:a="http://schemas.openxmlformats.org/drawingml/2006/main" prst="rect">
            <a:avLst/>
          </a:prstGeom>
        </p:spPr>
      </p:pic>
      <p:sp>
        <p:nvSpPr>
          <p:cNvPr id="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D1B00-835B-4BDD-88C9-6D0C9AA2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7121" y="5656099"/>
            <a:ext cx="1965779" cy="150833"/>
          </a:xfrm>
          <a:custGeom xmlns:a="http://schemas.openxmlformats.org/drawingml/2006/main">
            <a:pathLst>
              <a:path w="1965779" h="150833">
                <a:moveTo>
                  <a:pt x="31607" y="15201"/>
                </a:moveTo>
                <a:lnTo>
                  <a:pt x="31897" y="15460"/>
                </a:lnTo>
                <a:lnTo>
                  <a:pt x="34461" y="18192"/>
                </a:lnTo>
                <a:lnTo>
                  <a:pt x="36430" y="21367"/>
                </a:lnTo>
                <a:lnTo>
                  <a:pt x="37743" y="24862"/>
                </a:lnTo>
                <a:lnTo>
                  <a:pt x="38353" y="28555"/>
                </a:lnTo>
                <a:lnTo>
                  <a:pt x="38231" y="32294"/>
                </a:lnTo>
                <a:lnTo>
                  <a:pt x="37376" y="35942"/>
                </a:lnTo>
                <a:lnTo>
                  <a:pt x="35835" y="39345"/>
                </a:lnTo>
                <a:lnTo>
                  <a:pt x="33653" y="42382"/>
                </a:lnTo>
                <a:lnTo>
                  <a:pt x="30936" y="44931"/>
                </a:lnTo>
                <a:lnTo>
                  <a:pt x="27746" y="46915"/>
                </a:lnTo>
                <a:lnTo>
                  <a:pt x="24251" y="48228"/>
                </a:lnTo>
                <a:lnTo>
                  <a:pt x="20558" y="48838"/>
                </a:lnTo>
                <a:lnTo>
                  <a:pt x="16819" y="48716"/>
                </a:lnTo>
                <a:lnTo>
                  <a:pt x="13186" y="47861"/>
                </a:lnTo>
                <a:lnTo>
                  <a:pt x="9783" y="46320"/>
                </a:lnTo>
                <a:lnTo>
                  <a:pt x="6731" y="44137"/>
                </a:lnTo>
                <a:lnTo>
                  <a:pt x="6456" y="43893"/>
                </a:lnTo>
                <a:lnTo>
                  <a:pt x="3892" y="41161"/>
                </a:lnTo>
                <a:lnTo>
                  <a:pt x="1923" y="37987"/>
                </a:lnTo>
                <a:lnTo>
                  <a:pt x="610" y="34477"/>
                </a:lnTo>
                <a:lnTo>
                  <a:pt x="0" y="30783"/>
                </a:lnTo>
                <a:lnTo>
                  <a:pt x="122" y="27059"/>
                </a:lnTo>
                <a:lnTo>
                  <a:pt x="962" y="23412"/>
                </a:lnTo>
                <a:lnTo>
                  <a:pt x="2518" y="20008"/>
                </a:lnTo>
                <a:lnTo>
                  <a:pt x="4685" y="16971"/>
                </a:lnTo>
                <a:lnTo>
                  <a:pt x="7417" y="14407"/>
                </a:lnTo>
                <a:lnTo>
                  <a:pt x="10592" y="12438"/>
                </a:lnTo>
                <a:lnTo>
                  <a:pt x="14102" y="11111"/>
                </a:lnTo>
                <a:lnTo>
                  <a:pt x="17795" y="10515"/>
                </a:lnTo>
                <a:lnTo>
                  <a:pt x="21519" y="10638"/>
                </a:lnTo>
                <a:lnTo>
                  <a:pt x="25167" y="11477"/>
                </a:lnTo>
                <a:lnTo>
                  <a:pt x="28570" y="13034"/>
                </a:lnTo>
                <a:lnTo>
                  <a:pt x="31607" y="15201"/>
                </a:lnTo>
                <a:close/>
                <a:moveTo>
                  <a:pt x="91571" y="52425"/>
                </a:moveTo>
                <a:lnTo>
                  <a:pt x="91922" y="52593"/>
                </a:lnTo>
                <a:lnTo>
                  <a:pt x="95097" y="54561"/>
                </a:lnTo>
                <a:lnTo>
                  <a:pt x="97829" y="57110"/>
                </a:lnTo>
                <a:lnTo>
                  <a:pt x="100011" y="60147"/>
                </a:lnTo>
                <a:lnTo>
                  <a:pt x="101553" y="63551"/>
                </a:lnTo>
                <a:lnTo>
                  <a:pt x="102407" y="67198"/>
                </a:lnTo>
                <a:lnTo>
                  <a:pt x="102529" y="70937"/>
                </a:lnTo>
                <a:lnTo>
                  <a:pt x="101934" y="74631"/>
                </a:lnTo>
                <a:lnTo>
                  <a:pt x="100622" y="78126"/>
                </a:lnTo>
                <a:lnTo>
                  <a:pt x="98653" y="81300"/>
                </a:lnTo>
                <a:lnTo>
                  <a:pt x="96089" y="84032"/>
                </a:lnTo>
                <a:lnTo>
                  <a:pt x="93052" y="86215"/>
                </a:lnTo>
                <a:lnTo>
                  <a:pt x="89648" y="87771"/>
                </a:lnTo>
                <a:lnTo>
                  <a:pt x="86016" y="88626"/>
                </a:lnTo>
                <a:lnTo>
                  <a:pt x="82277" y="88748"/>
                </a:lnTo>
                <a:lnTo>
                  <a:pt x="78584" y="88138"/>
                </a:lnTo>
                <a:lnTo>
                  <a:pt x="75073" y="86825"/>
                </a:lnTo>
                <a:lnTo>
                  <a:pt x="74738" y="86657"/>
                </a:lnTo>
                <a:lnTo>
                  <a:pt x="71563" y="84688"/>
                </a:lnTo>
                <a:lnTo>
                  <a:pt x="68831" y="82140"/>
                </a:lnTo>
                <a:lnTo>
                  <a:pt x="66649" y="79102"/>
                </a:lnTo>
                <a:lnTo>
                  <a:pt x="65092" y="75699"/>
                </a:lnTo>
                <a:lnTo>
                  <a:pt x="64253" y="72051"/>
                </a:lnTo>
                <a:lnTo>
                  <a:pt x="64115" y="68312"/>
                </a:lnTo>
                <a:lnTo>
                  <a:pt x="64726" y="64619"/>
                </a:lnTo>
                <a:lnTo>
                  <a:pt x="66038" y="61124"/>
                </a:lnTo>
                <a:lnTo>
                  <a:pt x="68007" y="57949"/>
                </a:lnTo>
                <a:lnTo>
                  <a:pt x="70556" y="55218"/>
                </a:lnTo>
                <a:lnTo>
                  <a:pt x="73593" y="53035"/>
                </a:lnTo>
                <a:lnTo>
                  <a:pt x="77012" y="51478"/>
                </a:lnTo>
                <a:lnTo>
                  <a:pt x="80644" y="50624"/>
                </a:lnTo>
                <a:lnTo>
                  <a:pt x="84383" y="50502"/>
                </a:lnTo>
                <a:lnTo>
                  <a:pt x="88076" y="51112"/>
                </a:lnTo>
                <a:lnTo>
                  <a:pt x="91571" y="52425"/>
                </a:lnTo>
                <a:close/>
                <a:moveTo>
                  <a:pt x="159319" y="79209"/>
                </a:moveTo>
                <a:lnTo>
                  <a:pt x="159685" y="79316"/>
                </a:lnTo>
                <a:lnTo>
                  <a:pt x="163165" y="80705"/>
                </a:lnTo>
                <a:lnTo>
                  <a:pt x="166294" y="82735"/>
                </a:lnTo>
                <a:lnTo>
                  <a:pt x="168980" y="85345"/>
                </a:lnTo>
                <a:lnTo>
                  <a:pt x="171101" y="88427"/>
                </a:lnTo>
                <a:lnTo>
                  <a:pt x="172582" y="91861"/>
                </a:lnTo>
                <a:lnTo>
                  <a:pt x="173360" y="95524"/>
                </a:lnTo>
                <a:lnTo>
                  <a:pt x="173406" y="99263"/>
                </a:lnTo>
                <a:lnTo>
                  <a:pt x="172719" y="102942"/>
                </a:lnTo>
                <a:lnTo>
                  <a:pt x="171345" y="106406"/>
                </a:lnTo>
                <a:lnTo>
                  <a:pt x="169300" y="109550"/>
                </a:lnTo>
                <a:lnTo>
                  <a:pt x="166691" y="112221"/>
                </a:lnTo>
                <a:lnTo>
                  <a:pt x="163608" y="114342"/>
                </a:lnTo>
                <a:lnTo>
                  <a:pt x="160174" y="115823"/>
                </a:lnTo>
                <a:lnTo>
                  <a:pt x="156511" y="116601"/>
                </a:lnTo>
                <a:lnTo>
                  <a:pt x="152772" y="116647"/>
                </a:lnTo>
                <a:lnTo>
                  <a:pt x="149109" y="115975"/>
                </a:lnTo>
                <a:lnTo>
                  <a:pt x="148727" y="115868"/>
                </a:lnTo>
                <a:lnTo>
                  <a:pt x="145263" y="114480"/>
                </a:lnTo>
                <a:lnTo>
                  <a:pt x="142119" y="112434"/>
                </a:lnTo>
                <a:lnTo>
                  <a:pt x="139448" y="109840"/>
                </a:lnTo>
                <a:lnTo>
                  <a:pt x="137327" y="106757"/>
                </a:lnTo>
                <a:lnTo>
                  <a:pt x="135846" y="103308"/>
                </a:lnTo>
                <a:lnTo>
                  <a:pt x="135068" y="99660"/>
                </a:lnTo>
                <a:lnTo>
                  <a:pt x="135022" y="95921"/>
                </a:lnTo>
                <a:lnTo>
                  <a:pt x="135709" y="92243"/>
                </a:lnTo>
                <a:lnTo>
                  <a:pt x="137082" y="88763"/>
                </a:lnTo>
                <a:lnTo>
                  <a:pt x="139128" y="85635"/>
                </a:lnTo>
                <a:lnTo>
                  <a:pt x="141737" y="82948"/>
                </a:lnTo>
                <a:lnTo>
                  <a:pt x="144820" y="80827"/>
                </a:lnTo>
                <a:lnTo>
                  <a:pt x="148254" y="79362"/>
                </a:lnTo>
                <a:lnTo>
                  <a:pt x="151902" y="78584"/>
                </a:lnTo>
                <a:lnTo>
                  <a:pt x="155641" y="78523"/>
                </a:lnTo>
                <a:lnTo>
                  <a:pt x="159319" y="79209"/>
                </a:lnTo>
                <a:close/>
                <a:moveTo>
                  <a:pt x="231630" y="96669"/>
                </a:moveTo>
                <a:lnTo>
                  <a:pt x="232012" y="96730"/>
                </a:lnTo>
                <a:lnTo>
                  <a:pt x="235598" y="97768"/>
                </a:lnTo>
                <a:lnTo>
                  <a:pt x="238925" y="99492"/>
                </a:lnTo>
                <a:lnTo>
                  <a:pt x="241840" y="101812"/>
                </a:lnTo>
                <a:lnTo>
                  <a:pt x="244267" y="104681"/>
                </a:lnTo>
                <a:lnTo>
                  <a:pt x="246068" y="107947"/>
                </a:lnTo>
                <a:lnTo>
                  <a:pt x="247212" y="111519"/>
                </a:lnTo>
                <a:lnTo>
                  <a:pt x="247624" y="115227"/>
                </a:lnTo>
                <a:lnTo>
                  <a:pt x="247304" y="118951"/>
                </a:lnTo>
                <a:lnTo>
                  <a:pt x="246266" y="122553"/>
                </a:lnTo>
                <a:lnTo>
                  <a:pt x="244557" y="125865"/>
                </a:lnTo>
                <a:lnTo>
                  <a:pt x="242222" y="128795"/>
                </a:lnTo>
                <a:lnTo>
                  <a:pt x="239368" y="131207"/>
                </a:lnTo>
                <a:lnTo>
                  <a:pt x="236086" y="133023"/>
                </a:lnTo>
                <a:lnTo>
                  <a:pt x="232530" y="134152"/>
                </a:lnTo>
                <a:lnTo>
                  <a:pt x="228807" y="134564"/>
                </a:lnTo>
                <a:lnTo>
                  <a:pt x="225083" y="134259"/>
                </a:lnTo>
                <a:lnTo>
                  <a:pt x="224716" y="134183"/>
                </a:lnTo>
                <a:lnTo>
                  <a:pt x="221115" y="133145"/>
                </a:lnTo>
                <a:lnTo>
                  <a:pt x="217803" y="131436"/>
                </a:lnTo>
                <a:lnTo>
                  <a:pt x="214872" y="129100"/>
                </a:lnTo>
                <a:lnTo>
                  <a:pt x="212461" y="126246"/>
                </a:lnTo>
                <a:lnTo>
                  <a:pt x="210645" y="122965"/>
                </a:lnTo>
                <a:lnTo>
                  <a:pt x="209515" y="119409"/>
                </a:lnTo>
                <a:lnTo>
                  <a:pt x="209103" y="115685"/>
                </a:lnTo>
                <a:lnTo>
                  <a:pt x="209409" y="111961"/>
                </a:lnTo>
                <a:lnTo>
                  <a:pt x="210446" y="108375"/>
                </a:lnTo>
                <a:lnTo>
                  <a:pt x="212156" y="105048"/>
                </a:lnTo>
                <a:lnTo>
                  <a:pt x="214491" y="102133"/>
                </a:lnTo>
                <a:lnTo>
                  <a:pt x="217360" y="99706"/>
                </a:lnTo>
                <a:lnTo>
                  <a:pt x="220626" y="97905"/>
                </a:lnTo>
                <a:lnTo>
                  <a:pt x="224182" y="96760"/>
                </a:lnTo>
                <a:lnTo>
                  <a:pt x="227906" y="96348"/>
                </a:lnTo>
                <a:lnTo>
                  <a:pt x="231630" y="96669"/>
                </a:lnTo>
                <a:close/>
                <a:moveTo>
                  <a:pt x="305711" y="103766"/>
                </a:moveTo>
                <a:lnTo>
                  <a:pt x="306093" y="103796"/>
                </a:lnTo>
                <a:lnTo>
                  <a:pt x="309771" y="104483"/>
                </a:lnTo>
                <a:lnTo>
                  <a:pt x="313235" y="105872"/>
                </a:lnTo>
                <a:lnTo>
                  <a:pt x="316379" y="107902"/>
                </a:lnTo>
                <a:lnTo>
                  <a:pt x="319050" y="110511"/>
                </a:lnTo>
                <a:lnTo>
                  <a:pt x="321172" y="113594"/>
                </a:lnTo>
                <a:lnTo>
                  <a:pt x="322652" y="117028"/>
                </a:lnTo>
                <a:lnTo>
                  <a:pt x="323430" y="120691"/>
                </a:lnTo>
                <a:lnTo>
                  <a:pt x="323476" y="124430"/>
                </a:lnTo>
                <a:lnTo>
                  <a:pt x="322805" y="128108"/>
                </a:lnTo>
                <a:lnTo>
                  <a:pt x="321416" y="131573"/>
                </a:lnTo>
                <a:lnTo>
                  <a:pt x="319386" y="134717"/>
                </a:lnTo>
                <a:lnTo>
                  <a:pt x="316776" y="137403"/>
                </a:lnTo>
                <a:lnTo>
                  <a:pt x="313693" y="139509"/>
                </a:lnTo>
                <a:lnTo>
                  <a:pt x="310259" y="140990"/>
                </a:lnTo>
                <a:lnTo>
                  <a:pt x="306596" y="141768"/>
                </a:lnTo>
                <a:lnTo>
                  <a:pt x="302857" y="141829"/>
                </a:lnTo>
                <a:lnTo>
                  <a:pt x="302476" y="141783"/>
                </a:lnTo>
                <a:lnTo>
                  <a:pt x="298798" y="141112"/>
                </a:lnTo>
                <a:lnTo>
                  <a:pt x="295318" y="139723"/>
                </a:lnTo>
                <a:lnTo>
                  <a:pt x="292189" y="137693"/>
                </a:lnTo>
                <a:lnTo>
                  <a:pt x="289503" y="135083"/>
                </a:lnTo>
                <a:lnTo>
                  <a:pt x="287397" y="132000"/>
                </a:lnTo>
                <a:lnTo>
                  <a:pt x="285917" y="128566"/>
                </a:lnTo>
                <a:lnTo>
                  <a:pt x="285138" y="124903"/>
                </a:lnTo>
                <a:lnTo>
                  <a:pt x="285077" y="121164"/>
                </a:lnTo>
                <a:lnTo>
                  <a:pt x="285764" y="117486"/>
                </a:lnTo>
                <a:lnTo>
                  <a:pt x="287153" y="114006"/>
                </a:lnTo>
                <a:lnTo>
                  <a:pt x="289183" y="110878"/>
                </a:lnTo>
                <a:lnTo>
                  <a:pt x="291792" y="108192"/>
                </a:lnTo>
                <a:lnTo>
                  <a:pt x="294875" y="106086"/>
                </a:lnTo>
                <a:lnTo>
                  <a:pt x="298309" y="104605"/>
                </a:lnTo>
                <a:lnTo>
                  <a:pt x="301972" y="103827"/>
                </a:lnTo>
                <a:lnTo>
                  <a:pt x="305711" y="103766"/>
                </a:lnTo>
                <a:close/>
                <a:moveTo>
                  <a:pt x="381716" y="110542"/>
                </a:moveTo>
                <a:lnTo>
                  <a:pt x="382097" y="110573"/>
                </a:lnTo>
                <a:lnTo>
                  <a:pt x="385775" y="111259"/>
                </a:lnTo>
                <a:lnTo>
                  <a:pt x="389255" y="112648"/>
                </a:lnTo>
                <a:lnTo>
                  <a:pt x="392384" y="114678"/>
                </a:lnTo>
                <a:lnTo>
                  <a:pt x="395070" y="117288"/>
                </a:lnTo>
                <a:lnTo>
                  <a:pt x="397191" y="120371"/>
                </a:lnTo>
                <a:lnTo>
                  <a:pt x="398656" y="123805"/>
                </a:lnTo>
                <a:lnTo>
                  <a:pt x="399435" y="127467"/>
                </a:lnTo>
                <a:lnTo>
                  <a:pt x="399480" y="131207"/>
                </a:lnTo>
                <a:lnTo>
                  <a:pt x="398809" y="134885"/>
                </a:lnTo>
                <a:lnTo>
                  <a:pt x="397420" y="138349"/>
                </a:lnTo>
                <a:lnTo>
                  <a:pt x="395390" y="141493"/>
                </a:lnTo>
                <a:lnTo>
                  <a:pt x="392780" y="144164"/>
                </a:lnTo>
                <a:lnTo>
                  <a:pt x="389698" y="146285"/>
                </a:lnTo>
                <a:lnTo>
                  <a:pt x="386264" y="147766"/>
                </a:lnTo>
                <a:lnTo>
                  <a:pt x="382601" y="148544"/>
                </a:lnTo>
                <a:lnTo>
                  <a:pt x="378862" y="148590"/>
                </a:lnTo>
                <a:lnTo>
                  <a:pt x="378480" y="148559"/>
                </a:lnTo>
                <a:lnTo>
                  <a:pt x="374802" y="147873"/>
                </a:lnTo>
                <a:lnTo>
                  <a:pt x="371322" y="146499"/>
                </a:lnTo>
                <a:lnTo>
                  <a:pt x="368194" y="144454"/>
                </a:lnTo>
                <a:lnTo>
                  <a:pt x="365507" y="141844"/>
                </a:lnTo>
                <a:lnTo>
                  <a:pt x="363401" y="138761"/>
                </a:lnTo>
                <a:lnTo>
                  <a:pt x="361921" y="135327"/>
                </a:lnTo>
                <a:lnTo>
                  <a:pt x="361143" y="131664"/>
                </a:lnTo>
                <a:lnTo>
                  <a:pt x="361097" y="127925"/>
                </a:lnTo>
                <a:lnTo>
                  <a:pt x="361768" y="124247"/>
                </a:lnTo>
                <a:lnTo>
                  <a:pt x="363157" y="120783"/>
                </a:lnTo>
                <a:lnTo>
                  <a:pt x="365187" y="117639"/>
                </a:lnTo>
                <a:lnTo>
                  <a:pt x="367797" y="114968"/>
                </a:lnTo>
                <a:lnTo>
                  <a:pt x="370880" y="112847"/>
                </a:lnTo>
                <a:lnTo>
                  <a:pt x="374314" y="111366"/>
                </a:lnTo>
                <a:lnTo>
                  <a:pt x="377976" y="110588"/>
                </a:lnTo>
                <a:lnTo>
                  <a:pt x="381716" y="110542"/>
                </a:lnTo>
                <a:close/>
                <a:moveTo>
                  <a:pt x="456285" y="112679"/>
                </a:moveTo>
                <a:lnTo>
                  <a:pt x="456667" y="112679"/>
                </a:lnTo>
                <a:lnTo>
                  <a:pt x="460391" y="113030"/>
                </a:lnTo>
                <a:lnTo>
                  <a:pt x="463977" y="114098"/>
                </a:lnTo>
                <a:lnTo>
                  <a:pt x="467274" y="115853"/>
                </a:lnTo>
                <a:lnTo>
                  <a:pt x="470174" y="118219"/>
                </a:lnTo>
                <a:lnTo>
                  <a:pt x="472554" y="121088"/>
                </a:lnTo>
                <a:lnTo>
                  <a:pt x="474340" y="124385"/>
                </a:lnTo>
                <a:lnTo>
                  <a:pt x="475424" y="127956"/>
                </a:lnTo>
                <a:lnTo>
                  <a:pt x="475805" y="131680"/>
                </a:lnTo>
                <a:lnTo>
                  <a:pt x="475454" y="135404"/>
                </a:lnTo>
                <a:lnTo>
                  <a:pt x="474386" y="138990"/>
                </a:lnTo>
                <a:lnTo>
                  <a:pt x="472631" y="142287"/>
                </a:lnTo>
                <a:lnTo>
                  <a:pt x="470280" y="145187"/>
                </a:lnTo>
                <a:lnTo>
                  <a:pt x="467396" y="147583"/>
                </a:lnTo>
                <a:lnTo>
                  <a:pt x="464099" y="149353"/>
                </a:lnTo>
                <a:lnTo>
                  <a:pt x="460528" y="150452"/>
                </a:lnTo>
                <a:lnTo>
                  <a:pt x="456804" y="150833"/>
                </a:lnTo>
                <a:lnTo>
                  <a:pt x="456423" y="150833"/>
                </a:lnTo>
                <a:lnTo>
                  <a:pt x="452699" y="150482"/>
                </a:lnTo>
                <a:lnTo>
                  <a:pt x="449112" y="149399"/>
                </a:lnTo>
                <a:lnTo>
                  <a:pt x="445816" y="147659"/>
                </a:lnTo>
                <a:lnTo>
                  <a:pt x="442916" y="145293"/>
                </a:lnTo>
                <a:lnTo>
                  <a:pt x="440535" y="142409"/>
                </a:lnTo>
                <a:lnTo>
                  <a:pt x="438749" y="139112"/>
                </a:lnTo>
                <a:lnTo>
                  <a:pt x="437650" y="135541"/>
                </a:lnTo>
                <a:lnTo>
                  <a:pt x="437269" y="131817"/>
                </a:lnTo>
                <a:lnTo>
                  <a:pt x="437635" y="128093"/>
                </a:lnTo>
                <a:lnTo>
                  <a:pt x="438704" y="124522"/>
                </a:lnTo>
                <a:lnTo>
                  <a:pt x="440459" y="121210"/>
                </a:lnTo>
                <a:lnTo>
                  <a:pt x="442809" y="118310"/>
                </a:lnTo>
                <a:lnTo>
                  <a:pt x="445693" y="115929"/>
                </a:lnTo>
                <a:lnTo>
                  <a:pt x="448990" y="114159"/>
                </a:lnTo>
                <a:lnTo>
                  <a:pt x="452561" y="113060"/>
                </a:lnTo>
                <a:lnTo>
                  <a:pt x="456285" y="112679"/>
                </a:lnTo>
                <a:close/>
                <a:moveTo>
                  <a:pt x="530611" y="109611"/>
                </a:moveTo>
                <a:lnTo>
                  <a:pt x="530840" y="109580"/>
                </a:lnTo>
                <a:lnTo>
                  <a:pt x="530367" y="109642"/>
                </a:lnTo>
                <a:lnTo>
                  <a:pt x="530718" y="109596"/>
                </a:lnTo>
                <a:lnTo>
                  <a:pt x="534457" y="109519"/>
                </a:lnTo>
                <a:lnTo>
                  <a:pt x="538135" y="110191"/>
                </a:lnTo>
                <a:lnTo>
                  <a:pt x="541615" y="111549"/>
                </a:lnTo>
                <a:lnTo>
                  <a:pt x="544759" y="113579"/>
                </a:lnTo>
                <a:lnTo>
                  <a:pt x="547460" y="116174"/>
                </a:lnTo>
                <a:lnTo>
                  <a:pt x="549597" y="119241"/>
                </a:lnTo>
                <a:lnTo>
                  <a:pt x="551092" y="122660"/>
                </a:lnTo>
                <a:lnTo>
                  <a:pt x="551886" y="126323"/>
                </a:lnTo>
                <a:lnTo>
                  <a:pt x="551947" y="130062"/>
                </a:lnTo>
                <a:lnTo>
                  <a:pt x="551291" y="133740"/>
                </a:lnTo>
                <a:lnTo>
                  <a:pt x="549917" y="137220"/>
                </a:lnTo>
                <a:lnTo>
                  <a:pt x="547902" y="140364"/>
                </a:lnTo>
                <a:lnTo>
                  <a:pt x="545308" y="143065"/>
                </a:lnTo>
                <a:lnTo>
                  <a:pt x="542240" y="145202"/>
                </a:lnTo>
                <a:lnTo>
                  <a:pt x="538806" y="146697"/>
                </a:lnTo>
                <a:lnTo>
                  <a:pt x="535159" y="147491"/>
                </a:lnTo>
                <a:lnTo>
                  <a:pt x="534823" y="147537"/>
                </a:lnTo>
                <a:lnTo>
                  <a:pt x="534350" y="147583"/>
                </a:lnTo>
                <a:lnTo>
                  <a:pt x="534304" y="147583"/>
                </a:lnTo>
                <a:lnTo>
                  <a:pt x="530565" y="147552"/>
                </a:lnTo>
                <a:lnTo>
                  <a:pt x="526902" y="146804"/>
                </a:lnTo>
                <a:lnTo>
                  <a:pt x="523453" y="145354"/>
                </a:lnTo>
                <a:lnTo>
                  <a:pt x="520370" y="143264"/>
                </a:lnTo>
                <a:lnTo>
                  <a:pt x="517730" y="140593"/>
                </a:lnTo>
                <a:lnTo>
                  <a:pt x="515669" y="137479"/>
                </a:lnTo>
                <a:lnTo>
                  <a:pt x="514265" y="134015"/>
                </a:lnTo>
                <a:lnTo>
                  <a:pt x="513563" y="130337"/>
                </a:lnTo>
                <a:lnTo>
                  <a:pt x="513578" y="126598"/>
                </a:lnTo>
                <a:lnTo>
                  <a:pt x="514342" y="122935"/>
                </a:lnTo>
                <a:lnTo>
                  <a:pt x="515791" y="119485"/>
                </a:lnTo>
                <a:lnTo>
                  <a:pt x="517882" y="116387"/>
                </a:lnTo>
                <a:lnTo>
                  <a:pt x="520538" y="113762"/>
                </a:lnTo>
                <a:lnTo>
                  <a:pt x="523667" y="111702"/>
                </a:lnTo>
                <a:lnTo>
                  <a:pt x="527131" y="110298"/>
                </a:lnTo>
                <a:lnTo>
                  <a:pt x="530809" y="109596"/>
                </a:lnTo>
                <a:lnTo>
                  <a:pt x="530611" y="109611"/>
                </a:lnTo>
                <a:close/>
                <a:moveTo>
                  <a:pt x="603990" y="98165"/>
                </a:moveTo>
                <a:lnTo>
                  <a:pt x="604372" y="98088"/>
                </a:lnTo>
                <a:lnTo>
                  <a:pt x="608080" y="97676"/>
                </a:lnTo>
                <a:lnTo>
                  <a:pt x="611819" y="98012"/>
                </a:lnTo>
                <a:lnTo>
                  <a:pt x="615406" y="99050"/>
                </a:lnTo>
                <a:lnTo>
                  <a:pt x="618718" y="100774"/>
                </a:lnTo>
                <a:lnTo>
                  <a:pt x="621633" y="103125"/>
                </a:lnTo>
                <a:lnTo>
                  <a:pt x="624044" y="105979"/>
                </a:lnTo>
                <a:lnTo>
                  <a:pt x="625845" y="109260"/>
                </a:lnTo>
                <a:lnTo>
                  <a:pt x="626974" y="112831"/>
                </a:lnTo>
                <a:lnTo>
                  <a:pt x="627371" y="116540"/>
                </a:lnTo>
                <a:lnTo>
                  <a:pt x="627051" y="120279"/>
                </a:lnTo>
                <a:lnTo>
                  <a:pt x="625998" y="123866"/>
                </a:lnTo>
                <a:lnTo>
                  <a:pt x="624273" y="127177"/>
                </a:lnTo>
                <a:lnTo>
                  <a:pt x="621938" y="130092"/>
                </a:lnTo>
                <a:lnTo>
                  <a:pt x="619069" y="132504"/>
                </a:lnTo>
                <a:lnTo>
                  <a:pt x="615787" y="134305"/>
                </a:lnTo>
                <a:lnTo>
                  <a:pt x="612231" y="135419"/>
                </a:lnTo>
                <a:lnTo>
                  <a:pt x="611850" y="135510"/>
                </a:lnTo>
                <a:lnTo>
                  <a:pt x="608141" y="135907"/>
                </a:lnTo>
                <a:lnTo>
                  <a:pt x="604417" y="135587"/>
                </a:lnTo>
                <a:lnTo>
                  <a:pt x="600816" y="134534"/>
                </a:lnTo>
                <a:lnTo>
                  <a:pt x="597504" y="132809"/>
                </a:lnTo>
                <a:lnTo>
                  <a:pt x="594589" y="130474"/>
                </a:lnTo>
                <a:lnTo>
                  <a:pt x="592177" y="127605"/>
                </a:lnTo>
                <a:lnTo>
                  <a:pt x="590376" y="124339"/>
                </a:lnTo>
                <a:lnTo>
                  <a:pt x="589262" y="120767"/>
                </a:lnTo>
                <a:lnTo>
                  <a:pt x="588850" y="117044"/>
                </a:lnTo>
                <a:lnTo>
                  <a:pt x="589171" y="113320"/>
                </a:lnTo>
                <a:lnTo>
                  <a:pt x="590224" y="109733"/>
                </a:lnTo>
                <a:lnTo>
                  <a:pt x="591948" y="106421"/>
                </a:lnTo>
                <a:lnTo>
                  <a:pt x="594283" y="103491"/>
                </a:lnTo>
                <a:lnTo>
                  <a:pt x="597153" y="101095"/>
                </a:lnTo>
                <a:lnTo>
                  <a:pt x="600434" y="99294"/>
                </a:lnTo>
                <a:lnTo>
                  <a:pt x="603990" y="98165"/>
                </a:lnTo>
                <a:close/>
                <a:moveTo>
                  <a:pt x="677659" y="80705"/>
                </a:moveTo>
                <a:lnTo>
                  <a:pt x="678026" y="80613"/>
                </a:lnTo>
                <a:lnTo>
                  <a:pt x="681734" y="80094"/>
                </a:lnTo>
                <a:lnTo>
                  <a:pt x="685458" y="80293"/>
                </a:lnTo>
                <a:lnTo>
                  <a:pt x="689090" y="81239"/>
                </a:lnTo>
                <a:lnTo>
                  <a:pt x="692448" y="82857"/>
                </a:lnTo>
                <a:lnTo>
                  <a:pt x="695439" y="85100"/>
                </a:lnTo>
                <a:lnTo>
                  <a:pt x="697942" y="87878"/>
                </a:lnTo>
                <a:lnTo>
                  <a:pt x="699835" y="91098"/>
                </a:lnTo>
                <a:lnTo>
                  <a:pt x="701086" y="94639"/>
                </a:lnTo>
                <a:lnTo>
                  <a:pt x="701605" y="98332"/>
                </a:lnTo>
                <a:lnTo>
                  <a:pt x="701391" y="102072"/>
                </a:lnTo>
                <a:lnTo>
                  <a:pt x="700461" y="105689"/>
                </a:lnTo>
                <a:lnTo>
                  <a:pt x="698843" y="109062"/>
                </a:lnTo>
                <a:lnTo>
                  <a:pt x="696599" y="112053"/>
                </a:lnTo>
                <a:lnTo>
                  <a:pt x="693806" y="114541"/>
                </a:lnTo>
                <a:lnTo>
                  <a:pt x="690586" y="116448"/>
                </a:lnTo>
                <a:lnTo>
                  <a:pt x="687061" y="117685"/>
                </a:lnTo>
                <a:lnTo>
                  <a:pt x="686694" y="117776"/>
                </a:lnTo>
                <a:lnTo>
                  <a:pt x="682986" y="118310"/>
                </a:lnTo>
                <a:lnTo>
                  <a:pt x="679262" y="118097"/>
                </a:lnTo>
                <a:lnTo>
                  <a:pt x="675629" y="117166"/>
                </a:lnTo>
                <a:lnTo>
                  <a:pt x="672257" y="115548"/>
                </a:lnTo>
                <a:lnTo>
                  <a:pt x="669265" y="113304"/>
                </a:lnTo>
                <a:lnTo>
                  <a:pt x="666777" y="110511"/>
                </a:lnTo>
                <a:lnTo>
                  <a:pt x="664870" y="107291"/>
                </a:lnTo>
                <a:lnTo>
                  <a:pt x="663634" y="103766"/>
                </a:lnTo>
                <a:lnTo>
                  <a:pt x="663115" y="100057"/>
                </a:lnTo>
                <a:lnTo>
                  <a:pt x="663313" y="96318"/>
                </a:lnTo>
                <a:lnTo>
                  <a:pt x="664259" y="92701"/>
                </a:lnTo>
                <a:lnTo>
                  <a:pt x="665877" y="89328"/>
                </a:lnTo>
                <a:lnTo>
                  <a:pt x="668121" y="86337"/>
                </a:lnTo>
                <a:lnTo>
                  <a:pt x="670913" y="83849"/>
                </a:lnTo>
                <a:lnTo>
                  <a:pt x="674134" y="81941"/>
                </a:lnTo>
                <a:lnTo>
                  <a:pt x="677659" y="80705"/>
                </a:lnTo>
                <a:close/>
                <a:moveTo>
                  <a:pt x="750535" y="61277"/>
                </a:moveTo>
                <a:lnTo>
                  <a:pt x="750901" y="61170"/>
                </a:lnTo>
                <a:lnTo>
                  <a:pt x="754579" y="60468"/>
                </a:lnTo>
                <a:lnTo>
                  <a:pt x="758318" y="60513"/>
                </a:lnTo>
                <a:lnTo>
                  <a:pt x="761981" y="61277"/>
                </a:lnTo>
                <a:lnTo>
                  <a:pt x="765415" y="62742"/>
                </a:lnTo>
                <a:lnTo>
                  <a:pt x="768513" y="64848"/>
                </a:lnTo>
                <a:lnTo>
                  <a:pt x="771123" y="67519"/>
                </a:lnTo>
                <a:lnTo>
                  <a:pt x="773168" y="70647"/>
                </a:lnTo>
                <a:lnTo>
                  <a:pt x="774572" y="74127"/>
                </a:lnTo>
                <a:lnTo>
                  <a:pt x="775259" y="77790"/>
                </a:lnTo>
                <a:lnTo>
                  <a:pt x="775229" y="81529"/>
                </a:lnTo>
                <a:lnTo>
                  <a:pt x="774465" y="85192"/>
                </a:lnTo>
                <a:lnTo>
                  <a:pt x="773000" y="88641"/>
                </a:lnTo>
                <a:lnTo>
                  <a:pt x="770879" y="91724"/>
                </a:lnTo>
                <a:lnTo>
                  <a:pt x="768208" y="94349"/>
                </a:lnTo>
                <a:lnTo>
                  <a:pt x="765079" y="96394"/>
                </a:lnTo>
                <a:lnTo>
                  <a:pt x="761615" y="97783"/>
                </a:lnTo>
                <a:lnTo>
                  <a:pt x="761249" y="97890"/>
                </a:lnTo>
                <a:lnTo>
                  <a:pt x="757571" y="98592"/>
                </a:lnTo>
                <a:lnTo>
                  <a:pt x="753831" y="98546"/>
                </a:lnTo>
                <a:lnTo>
                  <a:pt x="750169" y="97783"/>
                </a:lnTo>
                <a:lnTo>
                  <a:pt x="746735" y="96318"/>
                </a:lnTo>
                <a:lnTo>
                  <a:pt x="743652" y="94212"/>
                </a:lnTo>
                <a:lnTo>
                  <a:pt x="741027" y="91541"/>
                </a:lnTo>
                <a:lnTo>
                  <a:pt x="738982" y="88412"/>
                </a:lnTo>
                <a:lnTo>
                  <a:pt x="737577" y="84933"/>
                </a:lnTo>
                <a:lnTo>
                  <a:pt x="736891" y="81270"/>
                </a:lnTo>
                <a:lnTo>
                  <a:pt x="736921" y="77530"/>
                </a:lnTo>
                <a:lnTo>
                  <a:pt x="737700" y="73868"/>
                </a:lnTo>
                <a:lnTo>
                  <a:pt x="739165" y="70418"/>
                </a:lnTo>
                <a:lnTo>
                  <a:pt x="741271" y="67336"/>
                </a:lnTo>
                <a:lnTo>
                  <a:pt x="743942" y="64710"/>
                </a:lnTo>
                <a:lnTo>
                  <a:pt x="747070" y="62665"/>
                </a:lnTo>
                <a:lnTo>
                  <a:pt x="750535" y="61277"/>
                </a:lnTo>
                <a:close/>
                <a:moveTo>
                  <a:pt x="828432" y="44992"/>
                </a:moveTo>
                <a:lnTo>
                  <a:pt x="828813" y="44962"/>
                </a:lnTo>
                <a:lnTo>
                  <a:pt x="832552" y="44931"/>
                </a:lnTo>
                <a:lnTo>
                  <a:pt x="836230" y="45633"/>
                </a:lnTo>
                <a:lnTo>
                  <a:pt x="839695" y="47022"/>
                </a:lnTo>
                <a:lnTo>
                  <a:pt x="842824" y="49082"/>
                </a:lnTo>
                <a:lnTo>
                  <a:pt x="845479" y="51707"/>
                </a:lnTo>
                <a:lnTo>
                  <a:pt x="847585" y="54790"/>
                </a:lnTo>
                <a:lnTo>
                  <a:pt x="849050" y="58239"/>
                </a:lnTo>
                <a:lnTo>
                  <a:pt x="849814" y="61902"/>
                </a:lnTo>
                <a:lnTo>
                  <a:pt x="849844" y="65641"/>
                </a:lnTo>
                <a:lnTo>
                  <a:pt x="849142" y="69304"/>
                </a:lnTo>
                <a:lnTo>
                  <a:pt x="847738" y="72784"/>
                </a:lnTo>
                <a:lnTo>
                  <a:pt x="845693" y="75913"/>
                </a:lnTo>
                <a:lnTo>
                  <a:pt x="843068" y="78568"/>
                </a:lnTo>
                <a:lnTo>
                  <a:pt x="839970" y="80674"/>
                </a:lnTo>
                <a:lnTo>
                  <a:pt x="836536" y="82140"/>
                </a:lnTo>
                <a:lnTo>
                  <a:pt x="832873" y="82903"/>
                </a:lnTo>
                <a:lnTo>
                  <a:pt x="832491" y="82933"/>
                </a:lnTo>
                <a:lnTo>
                  <a:pt x="828752" y="82964"/>
                </a:lnTo>
                <a:lnTo>
                  <a:pt x="825074" y="82277"/>
                </a:lnTo>
                <a:lnTo>
                  <a:pt x="821610" y="80873"/>
                </a:lnTo>
                <a:lnTo>
                  <a:pt x="818481" y="78812"/>
                </a:lnTo>
                <a:lnTo>
                  <a:pt x="815810" y="76187"/>
                </a:lnTo>
                <a:lnTo>
                  <a:pt x="813719" y="73105"/>
                </a:lnTo>
                <a:lnTo>
                  <a:pt x="812254" y="69655"/>
                </a:lnTo>
                <a:lnTo>
                  <a:pt x="811491" y="65992"/>
                </a:lnTo>
                <a:lnTo>
                  <a:pt x="811460" y="62253"/>
                </a:lnTo>
                <a:lnTo>
                  <a:pt x="812162" y="58590"/>
                </a:lnTo>
                <a:lnTo>
                  <a:pt x="813567" y="55111"/>
                </a:lnTo>
                <a:lnTo>
                  <a:pt x="815612" y="51997"/>
                </a:lnTo>
                <a:lnTo>
                  <a:pt x="818237" y="49326"/>
                </a:lnTo>
                <a:lnTo>
                  <a:pt x="821320" y="47220"/>
                </a:lnTo>
                <a:lnTo>
                  <a:pt x="824769" y="45755"/>
                </a:lnTo>
                <a:lnTo>
                  <a:pt x="828432" y="44992"/>
                </a:lnTo>
                <a:close/>
                <a:moveTo>
                  <a:pt x="907687" y="43008"/>
                </a:moveTo>
                <a:lnTo>
                  <a:pt x="908068" y="43023"/>
                </a:lnTo>
                <a:lnTo>
                  <a:pt x="911777" y="43603"/>
                </a:lnTo>
                <a:lnTo>
                  <a:pt x="915287" y="44885"/>
                </a:lnTo>
                <a:lnTo>
                  <a:pt x="918477" y="46824"/>
                </a:lnTo>
                <a:lnTo>
                  <a:pt x="921239" y="49357"/>
                </a:lnTo>
                <a:lnTo>
                  <a:pt x="923452" y="52364"/>
                </a:lnTo>
                <a:lnTo>
                  <a:pt x="925024" y="55752"/>
                </a:lnTo>
                <a:lnTo>
                  <a:pt x="925909" y="59384"/>
                </a:lnTo>
                <a:lnTo>
                  <a:pt x="926077" y="63123"/>
                </a:lnTo>
                <a:lnTo>
                  <a:pt x="925497" y="66817"/>
                </a:lnTo>
                <a:lnTo>
                  <a:pt x="924215" y="70342"/>
                </a:lnTo>
                <a:lnTo>
                  <a:pt x="922277" y="73532"/>
                </a:lnTo>
                <a:lnTo>
                  <a:pt x="919744" y="76294"/>
                </a:lnTo>
                <a:lnTo>
                  <a:pt x="916722" y="78492"/>
                </a:lnTo>
                <a:lnTo>
                  <a:pt x="913334" y="80079"/>
                </a:lnTo>
                <a:lnTo>
                  <a:pt x="909701" y="80964"/>
                </a:lnTo>
                <a:lnTo>
                  <a:pt x="905962" y="81117"/>
                </a:lnTo>
                <a:lnTo>
                  <a:pt x="905581" y="81102"/>
                </a:lnTo>
                <a:lnTo>
                  <a:pt x="901887" y="80537"/>
                </a:lnTo>
                <a:lnTo>
                  <a:pt x="898377" y="79255"/>
                </a:lnTo>
                <a:lnTo>
                  <a:pt x="895187" y="77302"/>
                </a:lnTo>
                <a:lnTo>
                  <a:pt x="892425" y="74783"/>
                </a:lnTo>
                <a:lnTo>
                  <a:pt x="890212" y="71761"/>
                </a:lnTo>
                <a:lnTo>
                  <a:pt x="888640" y="68373"/>
                </a:lnTo>
                <a:lnTo>
                  <a:pt x="887755" y="64741"/>
                </a:lnTo>
                <a:lnTo>
                  <a:pt x="887587" y="61002"/>
                </a:lnTo>
                <a:lnTo>
                  <a:pt x="888167" y="57308"/>
                </a:lnTo>
                <a:lnTo>
                  <a:pt x="889449" y="53783"/>
                </a:lnTo>
                <a:lnTo>
                  <a:pt x="891387" y="50593"/>
                </a:lnTo>
                <a:lnTo>
                  <a:pt x="893920" y="47846"/>
                </a:lnTo>
                <a:lnTo>
                  <a:pt x="896927" y="45633"/>
                </a:lnTo>
                <a:lnTo>
                  <a:pt x="900330" y="44046"/>
                </a:lnTo>
                <a:lnTo>
                  <a:pt x="903963" y="43161"/>
                </a:lnTo>
                <a:lnTo>
                  <a:pt x="907687" y="43008"/>
                </a:lnTo>
                <a:close/>
                <a:moveTo>
                  <a:pt x="984851" y="48563"/>
                </a:moveTo>
                <a:lnTo>
                  <a:pt x="985232" y="48609"/>
                </a:lnTo>
                <a:lnTo>
                  <a:pt x="988880" y="49388"/>
                </a:lnTo>
                <a:lnTo>
                  <a:pt x="992329" y="50853"/>
                </a:lnTo>
                <a:lnTo>
                  <a:pt x="995412" y="52974"/>
                </a:lnTo>
                <a:lnTo>
                  <a:pt x="998022" y="55645"/>
                </a:lnTo>
                <a:lnTo>
                  <a:pt x="1000067" y="58789"/>
                </a:lnTo>
                <a:lnTo>
                  <a:pt x="1001456" y="62253"/>
                </a:lnTo>
                <a:lnTo>
                  <a:pt x="1002127" y="65931"/>
                </a:lnTo>
                <a:lnTo>
                  <a:pt x="1002082" y="69671"/>
                </a:lnTo>
                <a:lnTo>
                  <a:pt x="1001318" y="73333"/>
                </a:lnTo>
                <a:lnTo>
                  <a:pt x="999838" y="76767"/>
                </a:lnTo>
                <a:lnTo>
                  <a:pt x="997732" y="79850"/>
                </a:lnTo>
                <a:lnTo>
                  <a:pt x="995046" y="82460"/>
                </a:lnTo>
                <a:lnTo>
                  <a:pt x="991917" y="84505"/>
                </a:lnTo>
                <a:lnTo>
                  <a:pt x="988437" y="85894"/>
                </a:lnTo>
                <a:lnTo>
                  <a:pt x="984759" y="86581"/>
                </a:lnTo>
                <a:lnTo>
                  <a:pt x="981020" y="86535"/>
                </a:lnTo>
                <a:lnTo>
                  <a:pt x="980654" y="86489"/>
                </a:lnTo>
                <a:lnTo>
                  <a:pt x="976991" y="85711"/>
                </a:lnTo>
                <a:lnTo>
                  <a:pt x="973557" y="84246"/>
                </a:lnTo>
                <a:lnTo>
                  <a:pt x="970474" y="82124"/>
                </a:lnTo>
                <a:lnTo>
                  <a:pt x="967849" y="79453"/>
                </a:lnTo>
                <a:lnTo>
                  <a:pt x="965819" y="76310"/>
                </a:lnTo>
                <a:lnTo>
                  <a:pt x="964430" y="72845"/>
                </a:lnTo>
                <a:lnTo>
                  <a:pt x="963744" y="69167"/>
                </a:lnTo>
                <a:lnTo>
                  <a:pt x="963789" y="65428"/>
                </a:lnTo>
                <a:lnTo>
                  <a:pt x="964568" y="61765"/>
                </a:lnTo>
                <a:lnTo>
                  <a:pt x="966033" y="58331"/>
                </a:lnTo>
                <a:lnTo>
                  <a:pt x="968154" y="55248"/>
                </a:lnTo>
                <a:lnTo>
                  <a:pt x="970825" y="52638"/>
                </a:lnTo>
                <a:lnTo>
                  <a:pt x="973954" y="50593"/>
                </a:lnTo>
                <a:lnTo>
                  <a:pt x="977434" y="49204"/>
                </a:lnTo>
                <a:lnTo>
                  <a:pt x="981112" y="48518"/>
                </a:lnTo>
                <a:lnTo>
                  <a:pt x="984851" y="48563"/>
                </a:lnTo>
                <a:close/>
                <a:moveTo>
                  <a:pt x="1060947" y="58514"/>
                </a:moveTo>
                <a:lnTo>
                  <a:pt x="1061313" y="58560"/>
                </a:lnTo>
                <a:lnTo>
                  <a:pt x="1064961" y="59415"/>
                </a:lnTo>
                <a:lnTo>
                  <a:pt x="1068364" y="60971"/>
                </a:lnTo>
                <a:lnTo>
                  <a:pt x="1071401" y="63154"/>
                </a:lnTo>
                <a:lnTo>
                  <a:pt x="1073950" y="65886"/>
                </a:lnTo>
                <a:lnTo>
                  <a:pt x="1075919" y="69060"/>
                </a:lnTo>
                <a:lnTo>
                  <a:pt x="1077231" y="72570"/>
                </a:lnTo>
                <a:lnTo>
                  <a:pt x="1077826" y="76264"/>
                </a:lnTo>
                <a:lnTo>
                  <a:pt x="1077704" y="80003"/>
                </a:lnTo>
                <a:lnTo>
                  <a:pt x="1076834" y="83635"/>
                </a:lnTo>
                <a:lnTo>
                  <a:pt x="1075293" y="87039"/>
                </a:lnTo>
                <a:lnTo>
                  <a:pt x="1073111" y="90076"/>
                </a:lnTo>
                <a:lnTo>
                  <a:pt x="1070363" y="92625"/>
                </a:lnTo>
                <a:lnTo>
                  <a:pt x="1067189" y="94593"/>
                </a:lnTo>
                <a:lnTo>
                  <a:pt x="1063679" y="95906"/>
                </a:lnTo>
                <a:lnTo>
                  <a:pt x="1060001" y="96501"/>
                </a:lnTo>
                <a:lnTo>
                  <a:pt x="1056261" y="96379"/>
                </a:lnTo>
                <a:lnTo>
                  <a:pt x="1055880" y="96318"/>
                </a:lnTo>
                <a:lnTo>
                  <a:pt x="1052232" y="95463"/>
                </a:lnTo>
                <a:lnTo>
                  <a:pt x="1048829" y="93922"/>
                </a:lnTo>
                <a:lnTo>
                  <a:pt x="1045807" y="91724"/>
                </a:lnTo>
                <a:lnTo>
                  <a:pt x="1043243" y="88992"/>
                </a:lnTo>
                <a:lnTo>
                  <a:pt x="1041274" y="85818"/>
                </a:lnTo>
                <a:lnTo>
                  <a:pt x="1039977" y="82307"/>
                </a:lnTo>
                <a:lnTo>
                  <a:pt x="1039366" y="78614"/>
                </a:lnTo>
                <a:lnTo>
                  <a:pt x="1039504" y="74890"/>
                </a:lnTo>
                <a:lnTo>
                  <a:pt x="1040358" y="71243"/>
                </a:lnTo>
                <a:lnTo>
                  <a:pt x="1041915" y="67839"/>
                </a:lnTo>
                <a:lnTo>
                  <a:pt x="1044098" y="64802"/>
                </a:lnTo>
                <a:lnTo>
                  <a:pt x="1046829" y="62253"/>
                </a:lnTo>
                <a:lnTo>
                  <a:pt x="1050004" y="60285"/>
                </a:lnTo>
                <a:lnTo>
                  <a:pt x="1053514" y="58972"/>
                </a:lnTo>
                <a:lnTo>
                  <a:pt x="1057208" y="58377"/>
                </a:lnTo>
                <a:lnTo>
                  <a:pt x="1060947" y="58514"/>
                </a:lnTo>
                <a:close/>
                <a:moveTo>
                  <a:pt x="1137577" y="73303"/>
                </a:moveTo>
                <a:lnTo>
                  <a:pt x="1137745" y="73349"/>
                </a:lnTo>
                <a:lnTo>
                  <a:pt x="1137226" y="73227"/>
                </a:lnTo>
                <a:lnTo>
                  <a:pt x="1137424" y="73272"/>
                </a:lnTo>
                <a:lnTo>
                  <a:pt x="1141011" y="74371"/>
                </a:lnTo>
                <a:lnTo>
                  <a:pt x="1144292" y="76142"/>
                </a:lnTo>
                <a:lnTo>
                  <a:pt x="1147177" y="78523"/>
                </a:lnTo>
                <a:lnTo>
                  <a:pt x="1149542" y="81422"/>
                </a:lnTo>
                <a:lnTo>
                  <a:pt x="1151297" y="84734"/>
                </a:lnTo>
                <a:lnTo>
                  <a:pt x="1152366" y="88305"/>
                </a:lnTo>
                <a:lnTo>
                  <a:pt x="1152717" y="92029"/>
                </a:lnTo>
                <a:lnTo>
                  <a:pt x="1152350" y="95753"/>
                </a:lnTo>
                <a:lnTo>
                  <a:pt x="1151251" y="99324"/>
                </a:lnTo>
                <a:lnTo>
                  <a:pt x="1149466" y="102621"/>
                </a:lnTo>
                <a:lnTo>
                  <a:pt x="1147085" y="105506"/>
                </a:lnTo>
                <a:lnTo>
                  <a:pt x="1144185" y="107871"/>
                </a:lnTo>
                <a:lnTo>
                  <a:pt x="1140889" y="109626"/>
                </a:lnTo>
                <a:lnTo>
                  <a:pt x="1137302" y="110695"/>
                </a:lnTo>
                <a:lnTo>
                  <a:pt x="1133578" y="111046"/>
                </a:lnTo>
                <a:lnTo>
                  <a:pt x="1129854" y="110664"/>
                </a:lnTo>
                <a:lnTo>
                  <a:pt x="1129656" y="110634"/>
                </a:lnTo>
                <a:lnTo>
                  <a:pt x="1129137" y="110511"/>
                </a:lnTo>
                <a:lnTo>
                  <a:pt x="1128969" y="110481"/>
                </a:lnTo>
                <a:lnTo>
                  <a:pt x="1125428" y="109275"/>
                </a:lnTo>
                <a:lnTo>
                  <a:pt x="1122178" y="107413"/>
                </a:lnTo>
                <a:lnTo>
                  <a:pt x="1119369" y="104956"/>
                </a:lnTo>
                <a:lnTo>
                  <a:pt x="1117080" y="101995"/>
                </a:lnTo>
                <a:lnTo>
                  <a:pt x="1115432" y="98638"/>
                </a:lnTo>
                <a:lnTo>
                  <a:pt x="1114455" y="95021"/>
                </a:lnTo>
                <a:lnTo>
                  <a:pt x="1114196" y="91297"/>
                </a:lnTo>
                <a:lnTo>
                  <a:pt x="1114684" y="87588"/>
                </a:lnTo>
                <a:lnTo>
                  <a:pt x="1115890" y="84047"/>
                </a:lnTo>
                <a:lnTo>
                  <a:pt x="1117752" y="80797"/>
                </a:lnTo>
                <a:lnTo>
                  <a:pt x="1120209" y="77988"/>
                </a:lnTo>
                <a:lnTo>
                  <a:pt x="1123170" y="75699"/>
                </a:lnTo>
                <a:lnTo>
                  <a:pt x="1126527" y="74051"/>
                </a:lnTo>
                <a:lnTo>
                  <a:pt x="1130144" y="73074"/>
                </a:lnTo>
                <a:lnTo>
                  <a:pt x="1133868" y="72830"/>
                </a:lnTo>
                <a:lnTo>
                  <a:pt x="1137577" y="73303"/>
                </a:lnTo>
                <a:close/>
                <a:moveTo>
                  <a:pt x="1204149" y="72998"/>
                </a:moveTo>
                <a:lnTo>
                  <a:pt x="1204516" y="72906"/>
                </a:lnTo>
                <a:lnTo>
                  <a:pt x="1208224" y="72357"/>
                </a:lnTo>
                <a:lnTo>
                  <a:pt x="1211948" y="72525"/>
                </a:lnTo>
                <a:lnTo>
                  <a:pt x="1215580" y="73425"/>
                </a:lnTo>
                <a:lnTo>
                  <a:pt x="1218969" y="75012"/>
                </a:lnTo>
                <a:lnTo>
                  <a:pt x="1221975" y="77241"/>
                </a:lnTo>
                <a:lnTo>
                  <a:pt x="1224493" y="80003"/>
                </a:lnTo>
                <a:lnTo>
                  <a:pt x="1226432" y="83208"/>
                </a:lnTo>
                <a:lnTo>
                  <a:pt x="1227698" y="86718"/>
                </a:lnTo>
                <a:lnTo>
                  <a:pt x="1228248" y="90427"/>
                </a:lnTo>
                <a:lnTo>
                  <a:pt x="1228080" y="94151"/>
                </a:lnTo>
                <a:lnTo>
                  <a:pt x="1227179" y="97783"/>
                </a:lnTo>
                <a:lnTo>
                  <a:pt x="1225592" y="101171"/>
                </a:lnTo>
                <a:lnTo>
                  <a:pt x="1223364" y="104178"/>
                </a:lnTo>
                <a:lnTo>
                  <a:pt x="1220602" y="106696"/>
                </a:lnTo>
                <a:lnTo>
                  <a:pt x="1217397" y="108634"/>
                </a:lnTo>
                <a:lnTo>
                  <a:pt x="1213886" y="109901"/>
                </a:lnTo>
                <a:lnTo>
                  <a:pt x="1213520" y="109993"/>
                </a:lnTo>
                <a:lnTo>
                  <a:pt x="1209811" y="110542"/>
                </a:lnTo>
                <a:lnTo>
                  <a:pt x="1206088" y="110374"/>
                </a:lnTo>
                <a:lnTo>
                  <a:pt x="1202455" y="109474"/>
                </a:lnTo>
                <a:lnTo>
                  <a:pt x="1199067" y="107886"/>
                </a:lnTo>
                <a:lnTo>
                  <a:pt x="1196060" y="105658"/>
                </a:lnTo>
                <a:lnTo>
                  <a:pt x="1193542" y="102896"/>
                </a:lnTo>
                <a:lnTo>
                  <a:pt x="1191604" y="99691"/>
                </a:lnTo>
                <a:lnTo>
                  <a:pt x="1190337" y="96181"/>
                </a:lnTo>
                <a:lnTo>
                  <a:pt x="1189788" y="92487"/>
                </a:lnTo>
                <a:lnTo>
                  <a:pt x="1189956" y="88748"/>
                </a:lnTo>
                <a:lnTo>
                  <a:pt x="1190856" y="85116"/>
                </a:lnTo>
                <a:lnTo>
                  <a:pt x="1192443" y="81728"/>
                </a:lnTo>
                <a:lnTo>
                  <a:pt x="1194672" y="78721"/>
                </a:lnTo>
                <a:lnTo>
                  <a:pt x="1197434" y="76203"/>
                </a:lnTo>
                <a:lnTo>
                  <a:pt x="1200639" y="74280"/>
                </a:lnTo>
                <a:lnTo>
                  <a:pt x="1204149" y="72998"/>
                </a:lnTo>
                <a:close/>
                <a:moveTo>
                  <a:pt x="1268631" y="42306"/>
                </a:moveTo>
                <a:lnTo>
                  <a:pt x="1268967" y="42138"/>
                </a:lnTo>
                <a:lnTo>
                  <a:pt x="1272416" y="40688"/>
                </a:lnTo>
                <a:lnTo>
                  <a:pt x="1276079" y="39956"/>
                </a:lnTo>
                <a:lnTo>
                  <a:pt x="1279818" y="39956"/>
                </a:lnTo>
                <a:lnTo>
                  <a:pt x="1283496" y="40673"/>
                </a:lnTo>
                <a:lnTo>
                  <a:pt x="1286945" y="42092"/>
                </a:lnTo>
                <a:lnTo>
                  <a:pt x="1290059" y="44168"/>
                </a:lnTo>
                <a:lnTo>
                  <a:pt x="1292714" y="46808"/>
                </a:lnTo>
                <a:lnTo>
                  <a:pt x="1294805" y="49906"/>
                </a:lnTo>
                <a:lnTo>
                  <a:pt x="1296240" y="53356"/>
                </a:lnTo>
                <a:lnTo>
                  <a:pt x="1296972" y="57018"/>
                </a:lnTo>
                <a:lnTo>
                  <a:pt x="1296987" y="60773"/>
                </a:lnTo>
                <a:lnTo>
                  <a:pt x="1296255" y="64436"/>
                </a:lnTo>
                <a:lnTo>
                  <a:pt x="1294835" y="67900"/>
                </a:lnTo>
                <a:lnTo>
                  <a:pt x="1292775" y="71014"/>
                </a:lnTo>
                <a:lnTo>
                  <a:pt x="1290135" y="73654"/>
                </a:lnTo>
                <a:lnTo>
                  <a:pt x="1287021" y="75745"/>
                </a:lnTo>
                <a:lnTo>
                  <a:pt x="1286686" y="75928"/>
                </a:lnTo>
                <a:lnTo>
                  <a:pt x="1283236" y="77363"/>
                </a:lnTo>
                <a:lnTo>
                  <a:pt x="1279574" y="78095"/>
                </a:lnTo>
                <a:lnTo>
                  <a:pt x="1275834" y="78110"/>
                </a:lnTo>
                <a:lnTo>
                  <a:pt x="1272156" y="77393"/>
                </a:lnTo>
                <a:lnTo>
                  <a:pt x="1268707" y="75959"/>
                </a:lnTo>
                <a:lnTo>
                  <a:pt x="1265594" y="73898"/>
                </a:lnTo>
                <a:lnTo>
                  <a:pt x="1262938" y="71258"/>
                </a:lnTo>
                <a:lnTo>
                  <a:pt x="1260847" y="68144"/>
                </a:lnTo>
                <a:lnTo>
                  <a:pt x="1259413" y="64695"/>
                </a:lnTo>
                <a:lnTo>
                  <a:pt x="1258680" y="61032"/>
                </a:lnTo>
                <a:lnTo>
                  <a:pt x="1258665" y="57293"/>
                </a:lnTo>
                <a:lnTo>
                  <a:pt x="1259382" y="53615"/>
                </a:lnTo>
                <a:lnTo>
                  <a:pt x="1260817" y="50166"/>
                </a:lnTo>
                <a:lnTo>
                  <a:pt x="1262892" y="47052"/>
                </a:lnTo>
                <a:lnTo>
                  <a:pt x="1265517" y="44397"/>
                </a:lnTo>
                <a:lnTo>
                  <a:pt x="1268631" y="42306"/>
                </a:lnTo>
                <a:close/>
                <a:moveTo>
                  <a:pt x="1343109" y="13843"/>
                </a:moveTo>
                <a:lnTo>
                  <a:pt x="1343475" y="13720"/>
                </a:lnTo>
                <a:lnTo>
                  <a:pt x="1347138" y="12957"/>
                </a:lnTo>
                <a:lnTo>
                  <a:pt x="1350877" y="12927"/>
                </a:lnTo>
                <a:lnTo>
                  <a:pt x="1354540" y="13629"/>
                </a:lnTo>
                <a:lnTo>
                  <a:pt x="1358020" y="15018"/>
                </a:lnTo>
                <a:lnTo>
                  <a:pt x="1361148" y="17078"/>
                </a:lnTo>
                <a:lnTo>
                  <a:pt x="1363804" y="19688"/>
                </a:lnTo>
                <a:lnTo>
                  <a:pt x="1365910" y="22786"/>
                </a:lnTo>
                <a:lnTo>
                  <a:pt x="1367375" y="26220"/>
                </a:lnTo>
                <a:lnTo>
                  <a:pt x="1368138" y="29883"/>
                </a:lnTo>
                <a:lnTo>
                  <a:pt x="1368184" y="33622"/>
                </a:lnTo>
                <a:lnTo>
                  <a:pt x="1367482" y="37300"/>
                </a:lnTo>
                <a:lnTo>
                  <a:pt x="1366078" y="40765"/>
                </a:lnTo>
                <a:lnTo>
                  <a:pt x="1364033" y="43893"/>
                </a:lnTo>
                <a:lnTo>
                  <a:pt x="1361408" y="46564"/>
                </a:lnTo>
                <a:lnTo>
                  <a:pt x="1358325" y="48670"/>
                </a:lnTo>
                <a:lnTo>
                  <a:pt x="1354876" y="50135"/>
                </a:lnTo>
                <a:lnTo>
                  <a:pt x="1354510" y="50242"/>
                </a:lnTo>
                <a:lnTo>
                  <a:pt x="1350862" y="51005"/>
                </a:lnTo>
                <a:lnTo>
                  <a:pt x="1347123" y="51051"/>
                </a:lnTo>
                <a:lnTo>
                  <a:pt x="1343445" y="50349"/>
                </a:lnTo>
                <a:lnTo>
                  <a:pt x="1339980" y="48945"/>
                </a:lnTo>
                <a:lnTo>
                  <a:pt x="1336852" y="46900"/>
                </a:lnTo>
                <a:lnTo>
                  <a:pt x="1334181" y="44275"/>
                </a:lnTo>
                <a:lnTo>
                  <a:pt x="1332075" y="41192"/>
                </a:lnTo>
                <a:lnTo>
                  <a:pt x="1330609" y="37743"/>
                </a:lnTo>
                <a:lnTo>
                  <a:pt x="1329846" y="34080"/>
                </a:lnTo>
                <a:lnTo>
                  <a:pt x="1329816" y="30341"/>
                </a:lnTo>
                <a:lnTo>
                  <a:pt x="1330503" y="26678"/>
                </a:lnTo>
                <a:lnTo>
                  <a:pt x="1331907" y="23198"/>
                </a:lnTo>
                <a:lnTo>
                  <a:pt x="1333952" y="20069"/>
                </a:lnTo>
                <a:lnTo>
                  <a:pt x="1336577" y="17414"/>
                </a:lnTo>
                <a:lnTo>
                  <a:pt x="1339660" y="15308"/>
                </a:lnTo>
                <a:lnTo>
                  <a:pt x="1343109" y="13843"/>
                </a:lnTo>
                <a:close/>
                <a:moveTo>
                  <a:pt x="1423325" y="0"/>
                </a:moveTo>
                <a:lnTo>
                  <a:pt x="1423539" y="0"/>
                </a:lnTo>
                <a:lnTo>
                  <a:pt x="1424180" y="0"/>
                </a:lnTo>
                <a:lnTo>
                  <a:pt x="1424363" y="0"/>
                </a:lnTo>
                <a:lnTo>
                  <a:pt x="1428072" y="427"/>
                </a:lnTo>
                <a:lnTo>
                  <a:pt x="1431643" y="1572"/>
                </a:lnTo>
                <a:lnTo>
                  <a:pt x="1434909" y="3373"/>
                </a:lnTo>
                <a:lnTo>
                  <a:pt x="1437763" y="5800"/>
                </a:lnTo>
                <a:lnTo>
                  <a:pt x="1440098" y="8715"/>
                </a:lnTo>
                <a:lnTo>
                  <a:pt x="1441808" y="12042"/>
                </a:lnTo>
                <a:lnTo>
                  <a:pt x="1442830" y="15643"/>
                </a:lnTo>
                <a:lnTo>
                  <a:pt x="1443151" y="19367"/>
                </a:lnTo>
                <a:lnTo>
                  <a:pt x="1442723" y="23076"/>
                </a:lnTo>
                <a:lnTo>
                  <a:pt x="1441579" y="26647"/>
                </a:lnTo>
                <a:lnTo>
                  <a:pt x="1439763" y="29913"/>
                </a:lnTo>
                <a:lnTo>
                  <a:pt x="1437351" y="32767"/>
                </a:lnTo>
                <a:lnTo>
                  <a:pt x="1434421" y="35102"/>
                </a:lnTo>
                <a:lnTo>
                  <a:pt x="1431109" y="36812"/>
                </a:lnTo>
                <a:lnTo>
                  <a:pt x="1427507" y="37850"/>
                </a:lnTo>
                <a:lnTo>
                  <a:pt x="1423783" y="38155"/>
                </a:lnTo>
                <a:lnTo>
                  <a:pt x="1423600" y="38155"/>
                </a:lnTo>
                <a:lnTo>
                  <a:pt x="1424256" y="38155"/>
                </a:lnTo>
                <a:lnTo>
                  <a:pt x="1424043" y="38155"/>
                </a:lnTo>
                <a:lnTo>
                  <a:pt x="1420319" y="37850"/>
                </a:lnTo>
                <a:lnTo>
                  <a:pt x="1416717" y="36842"/>
                </a:lnTo>
                <a:lnTo>
                  <a:pt x="1413390" y="35133"/>
                </a:lnTo>
                <a:lnTo>
                  <a:pt x="1410460" y="32813"/>
                </a:lnTo>
                <a:lnTo>
                  <a:pt x="1408033" y="29974"/>
                </a:lnTo>
                <a:lnTo>
                  <a:pt x="1406202" y="26708"/>
                </a:lnTo>
                <a:lnTo>
                  <a:pt x="1405057" y="23152"/>
                </a:lnTo>
                <a:lnTo>
                  <a:pt x="1404614" y="19444"/>
                </a:lnTo>
                <a:lnTo>
                  <a:pt x="1404904" y="15705"/>
                </a:lnTo>
                <a:lnTo>
                  <a:pt x="1405927" y="12118"/>
                </a:lnTo>
                <a:lnTo>
                  <a:pt x="1407636" y="8776"/>
                </a:lnTo>
                <a:lnTo>
                  <a:pt x="1409941" y="5845"/>
                </a:lnTo>
                <a:lnTo>
                  <a:pt x="1412795" y="3419"/>
                </a:lnTo>
                <a:lnTo>
                  <a:pt x="1416061" y="1587"/>
                </a:lnTo>
                <a:lnTo>
                  <a:pt x="1419617" y="443"/>
                </a:lnTo>
                <a:lnTo>
                  <a:pt x="1423325" y="0"/>
                </a:lnTo>
                <a:close/>
                <a:moveTo>
                  <a:pt x="1504855" y="14682"/>
                </a:moveTo>
                <a:lnTo>
                  <a:pt x="1505206" y="14819"/>
                </a:lnTo>
                <a:lnTo>
                  <a:pt x="1508579" y="16437"/>
                </a:lnTo>
                <a:lnTo>
                  <a:pt x="1511555" y="18696"/>
                </a:lnTo>
                <a:lnTo>
                  <a:pt x="1514058" y="21489"/>
                </a:lnTo>
                <a:lnTo>
                  <a:pt x="1515950" y="24709"/>
                </a:lnTo>
                <a:lnTo>
                  <a:pt x="1517186" y="28235"/>
                </a:lnTo>
                <a:lnTo>
                  <a:pt x="1517705" y="31943"/>
                </a:lnTo>
                <a:lnTo>
                  <a:pt x="1517491" y="35667"/>
                </a:lnTo>
                <a:lnTo>
                  <a:pt x="1516560" y="39299"/>
                </a:lnTo>
                <a:lnTo>
                  <a:pt x="1514927" y="42657"/>
                </a:lnTo>
                <a:lnTo>
                  <a:pt x="1512684" y="45648"/>
                </a:lnTo>
                <a:lnTo>
                  <a:pt x="1509891" y="48136"/>
                </a:lnTo>
                <a:lnTo>
                  <a:pt x="1506671" y="50044"/>
                </a:lnTo>
                <a:lnTo>
                  <a:pt x="1503145" y="51265"/>
                </a:lnTo>
                <a:lnTo>
                  <a:pt x="1499437" y="51799"/>
                </a:lnTo>
                <a:lnTo>
                  <a:pt x="1495697" y="51585"/>
                </a:lnTo>
                <a:lnTo>
                  <a:pt x="1492080" y="50639"/>
                </a:lnTo>
                <a:lnTo>
                  <a:pt x="1491714" y="50517"/>
                </a:lnTo>
                <a:lnTo>
                  <a:pt x="1488356" y="48884"/>
                </a:lnTo>
                <a:lnTo>
                  <a:pt x="1485365" y="46640"/>
                </a:lnTo>
                <a:lnTo>
                  <a:pt x="1482877" y="43847"/>
                </a:lnTo>
                <a:lnTo>
                  <a:pt x="1480970" y="40627"/>
                </a:lnTo>
                <a:lnTo>
                  <a:pt x="1479749" y="37102"/>
                </a:lnTo>
                <a:lnTo>
                  <a:pt x="1479230" y="33393"/>
                </a:lnTo>
                <a:lnTo>
                  <a:pt x="1479428" y="29654"/>
                </a:lnTo>
                <a:lnTo>
                  <a:pt x="1480375" y="26037"/>
                </a:lnTo>
                <a:lnTo>
                  <a:pt x="1481992" y="22664"/>
                </a:lnTo>
                <a:lnTo>
                  <a:pt x="1484251" y="19688"/>
                </a:lnTo>
                <a:lnTo>
                  <a:pt x="1487044" y="17185"/>
                </a:lnTo>
                <a:lnTo>
                  <a:pt x="1490264" y="15292"/>
                </a:lnTo>
                <a:lnTo>
                  <a:pt x="1493790" y="14056"/>
                </a:lnTo>
                <a:lnTo>
                  <a:pt x="1497498" y="13537"/>
                </a:lnTo>
                <a:lnTo>
                  <a:pt x="1501222" y="13751"/>
                </a:lnTo>
                <a:lnTo>
                  <a:pt x="1504855" y="14682"/>
                </a:lnTo>
                <a:close/>
                <a:moveTo>
                  <a:pt x="1575258" y="40078"/>
                </a:moveTo>
                <a:lnTo>
                  <a:pt x="1575624" y="40185"/>
                </a:lnTo>
                <a:lnTo>
                  <a:pt x="1579104" y="41558"/>
                </a:lnTo>
                <a:lnTo>
                  <a:pt x="1582248" y="43588"/>
                </a:lnTo>
                <a:lnTo>
                  <a:pt x="1584934" y="46183"/>
                </a:lnTo>
                <a:lnTo>
                  <a:pt x="1587070" y="49250"/>
                </a:lnTo>
                <a:lnTo>
                  <a:pt x="1588551" y="52684"/>
                </a:lnTo>
                <a:lnTo>
                  <a:pt x="1589345" y="56332"/>
                </a:lnTo>
                <a:lnTo>
                  <a:pt x="1589421" y="60071"/>
                </a:lnTo>
                <a:lnTo>
                  <a:pt x="1588749" y="63749"/>
                </a:lnTo>
                <a:lnTo>
                  <a:pt x="1587376" y="67229"/>
                </a:lnTo>
                <a:lnTo>
                  <a:pt x="1585361" y="70388"/>
                </a:lnTo>
                <a:lnTo>
                  <a:pt x="1582751" y="73074"/>
                </a:lnTo>
                <a:lnTo>
                  <a:pt x="1579684" y="75195"/>
                </a:lnTo>
                <a:lnTo>
                  <a:pt x="1576250" y="76691"/>
                </a:lnTo>
                <a:lnTo>
                  <a:pt x="1572602" y="77485"/>
                </a:lnTo>
                <a:lnTo>
                  <a:pt x="1568863" y="77546"/>
                </a:lnTo>
                <a:lnTo>
                  <a:pt x="1565185" y="76889"/>
                </a:lnTo>
                <a:lnTo>
                  <a:pt x="1564819" y="76783"/>
                </a:lnTo>
                <a:lnTo>
                  <a:pt x="1561339" y="75409"/>
                </a:lnTo>
                <a:lnTo>
                  <a:pt x="1558195" y="73395"/>
                </a:lnTo>
                <a:lnTo>
                  <a:pt x="1555494" y="70785"/>
                </a:lnTo>
                <a:lnTo>
                  <a:pt x="1553372" y="67717"/>
                </a:lnTo>
                <a:lnTo>
                  <a:pt x="1551877" y="64283"/>
                </a:lnTo>
                <a:lnTo>
                  <a:pt x="1551083" y="60636"/>
                </a:lnTo>
                <a:lnTo>
                  <a:pt x="1551022" y="56896"/>
                </a:lnTo>
                <a:lnTo>
                  <a:pt x="1551678" y="53218"/>
                </a:lnTo>
                <a:lnTo>
                  <a:pt x="1553052" y="49739"/>
                </a:lnTo>
                <a:lnTo>
                  <a:pt x="1555082" y="46595"/>
                </a:lnTo>
                <a:lnTo>
                  <a:pt x="1557676" y="43893"/>
                </a:lnTo>
                <a:lnTo>
                  <a:pt x="1560744" y="41772"/>
                </a:lnTo>
                <a:lnTo>
                  <a:pt x="1564178" y="40276"/>
                </a:lnTo>
                <a:lnTo>
                  <a:pt x="1567840" y="39483"/>
                </a:lnTo>
                <a:lnTo>
                  <a:pt x="1571580" y="39422"/>
                </a:lnTo>
                <a:lnTo>
                  <a:pt x="1575258" y="40078"/>
                </a:lnTo>
                <a:close/>
                <a:moveTo>
                  <a:pt x="1647782" y="59659"/>
                </a:moveTo>
                <a:lnTo>
                  <a:pt x="1648149" y="59750"/>
                </a:lnTo>
                <a:lnTo>
                  <a:pt x="1651705" y="60895"/>
                </a:lnTo>
                <a:lnTo>
                  <a:pt x="1654971" y="62726"/>
                </a:lnTo>
                <a:lnTo>
                  <a:pt x="1657825" y="65153"/>
                </a:lnTo>
                <a:lnTo>
                  <a:pt x="1660129" y="68083"/>
                </a:lnTo>
                <a:lnTo>
                  <a:pt x="1661839" y="71426"/>
                </a:lnTo>
                <a:lnTo>
                  <a:pt x="1662846" y="75012"/>
                </a:lnTo>
                <a:lnTo>
                  <a:pt x="1663151" y="78751"/>
                </a:lnTo>
                <a:lnTo>
                  <a:pt x="1662709" y="82460"/>
                </a:lnTo>
                <a:lnTo>
                  <a:pt x="1661549" y="86016"/>
                </a:lnTo>
                <a:lnTo>
                  <a:pt x="1659732" y="89282"/>
                </a:lnTo>
                <a:lnTo>
                  <a:pt x="1657306" y="92121"/>
                </a:lnTo>
                <a:lnTo>
                  <a:pt x="1654360" y="94441"/>
                </a:lnTo>
                <a:lnTo>
                  <a:pt x="1651033" y="96135"/>
                </a:lnTo>
                <a:lnTo>
                  <a:pt x="1647431" y="97157"/>
                </a:lnTo>
                <a:lnTo>
                  <a:pt x="1643707" y="97447"/>
                </a:lnTo>
                <a:lnTo>
                  <a:pt x="1639999" y="97020"/>
                </a:lnTo>
                <a:lnTo>
                  <a:pt x="1639617" y="96928"/>
                </a:lnTo>
                <a:lnTo>
                  <a:pt x="1636061" y="95784"/>
                </a:lnTo>
                <a:lnTo>
                  <a:pt x="1632795" y="93952"/>
                </a:lnTo>
                <a:lnTo>
                  <a:pt x="1629956" y="91526"/>
                </a:lnTo>
                <a:lnTo>
                  <a:pt x="1627637" y="88595"/>
                </a:lnTo>
                <a:lnTo>
                  <a:pt x="1625943" y="85253"/>
                </a:lnTo>
                <a:lnTo>
                  <a:pt x="1624920" y="81666"/>
                </a:lnTo>
                <a:lnTo>
                  <a:pt x="1624630" y="77927"/>
                </a:lnTo>
                <a:lnTo>
                  <a:pt x="1625057" y="74219"/>
                </a:lnTo>
                <a:lnTo>
                  <a:pt x="1626217" y="70663"/>
                </a:lnTo>
                <a:lnTo>
                  <a:pt x="1628049" y="67397"/>
                </a:lnTo>
                <a:lnTo>
                  <a:pt x="1630475" y="64558"/>
                </a:lnTo>
                <a:lnTo>
                  <a:pt x="1633406" y="62238"/>
                </a:lnTo>
                <a:lnTo>
                  <a:pt x="1636733" y="60529"/>
                </a:lnTo>
                <a:lnTo>
                  <a:pt x="1640335" y="59521"/>
                </a:lnTo>
                <a:lnTo>
                  <a:pt x="1644074" y="59231"/>
                </a:lnTo>
                <a:lnTo>
                  <a:pt x="1647782" y="59659"/>
                </a:lnTo>
                <a:close/>
                <a:moveTo>
                  <a:pt x="1721391" y="72143"/>
                </a:moveTo>
                <a:lnTo>
                  <a:pt x="1721772" y="72204"/>
                </a:lnTo>
                <a:lnTo>
                  <a:pt x="1725404" y="73043"/>
                </a:lnTo>
                <a:lnTo>
                  <a:pt x="1728823" y="74585"/>
                </a:lnTo>
                <a:lnTo>
                  <a:pt x="1731860" y="76767"/>
                </a:lnTo>
                <a:lnTo>
                  <a:pt x="1734409" y="79499"/>
                </a:lnTo>
                <a:lnTo>
                  <a:pt x="1736393" y="82674"/>
                </a:lnTo>
                <a:lnTo>
                  <a:pt x="1737706" y="86169"/>
                </a:lnTo>
                <a:lnTo>
                  <a:pt x="1738316" y="89862"/>
                </a:lnTo>
                <a:lnTo>
                  <a:pt x="1738194" y="93601"/>
                </a:lnTo>
                <a:lnTo>
                  <a:pt x="1737355" y="97249"/>
                </a:lnTo>
                <a:lnTo>
                  <a:pt x="1735798" y="100652"/>
                </a:lnTo>
                <a:lnTo>
                  <a:pt x="1733631" y="103689"/>
                </a:lnTo>
                <a:lnTo>
                  <a:pt x="1730899" y="106253"/>
                </a:lnTo>
                <a:lnTo>
                  <a:pt x="1727724" y="108222"/>
                </a:lnTo>
                <a:lnTo>
                  <a:pt x="1724229" y="109535"/>
                </a:lnTo>
                <a:lnTo>
                  <a:pt x="1720536" y="110145"/>
                </a:lnTo>
                <a:lnTo>
                  <a:pt x="1716797" y="110023"/>
                </a:lnTo>
                <a:lnTo>
                  <a:pt x="1716415" y="109977"/>
                </a:lnTo>
                <a:lnTo>
                  <a:pt x="1712768" y="109123"/>
                </a:lnTo>
                <a:lnTo>
                  <a:pt x="1709364" y="107581"/>
                </a:lnTo>
                <a:lnTo>
                  <a:pt x="1706327" y="105414"/>
                </a:lnTo>
                <a:lnTo>
                  <a:pt x="1703778" y="102682"/>
                </a:lnTo>
                <a:lnTo>
                  <a:pt x="1701794" y="99508"/>
                </a:lnTo>
                <a:lnTo>
                  <a:pt x="1700482" y="95997"/>
                </a:lnTo>
                <a:lnTo>
                  <a:pt x="1699871" y="92319"/>
                </a:lnTo>
                <a:lnTo>
                  <a:pt x="1699993" y="88580"/>
                </a:lnTo>
                <a:lnTo>
                  <a:pt x="1700833" y="84933"/>
                </a:lnTo>
                <a:lnTo>
                  <a:pt x="1702374" y="81529"/>
                </a:lnTo>
                <a:lnTo>
                  <a:pt x="1704557" y="78492"/>
                </a:lnTo>
                <a:lnTo>
                  <a:pt x="1707289" y="75928"/>
                </a:lnTo>
                <a:lnTo>
                  <a:pt x="1710463" y="73959"/>
                </a:lnTo>
                <a:lnTo>
                  <a:pt x="1713958" y="72631"/>
                </a:lnTo>
                <a:lnTo>
                  <a:pt x="1717651" y="72021"/>
                </a:lnTo>
                <a:lnTo>
                  <a:pt x="1721391" y="72143"/>
                </a:lnTo>
                <a:close/>
                <a:moveTo>
                  <a:pt x="1794587" y="75730"/>
                </a:moveTo>
                <a:lnTo>
                  <a:pt x="1794968" y="75714"/>
                </a:lnTo>
                <a:lnTo>
                  <a:pt x="1798692" y="75989"/>
                </a:lnTo>
                <a:lnTo>
                  <a:pt x="1802294" y="76981"/>
                </a:lnTo>
                <a:lnTo>
                  <a:pt x="1805636" y="78675"/>
                </a:lnTo>
                <a:lnTo>
                  <a:pt x="1808582" y="80964"/>
                </a:lnTo>
                <a:lnTo>
                  <a:pt x="1811024" y="83803"/>
                </a:lnTo>
                <a:lnTo>
                  <a:pt x="1812870" y="87054"/>
                </a:lnTo>
                <a:lnTo>
                  <a:pt x="1814046" y="90610"/>
                </a:lnTo>
                <a:lnTo>
                  <a:pt x="1814503" y="94319"/>
                </a:lnTo>
                <a:lnTo>
                  <a:pt x="1814229" y="98042"/>
                </a:lnTo>
                <a:lnTo>
                  <a:pt x="1813221" y="101660"/>
                </a:lnTo>
                <a:lnTo>
                  <a:pt x="1811543" y="104987"/>
                </a:lnTo>
                <a:lnTo>
                  <a:pt x="1809253" y="107947"/>
                </a:lnTo>
                <a:lnTo>
                  <a:pt x="1806415" y="110389"/>
                </a:lnTo>
                <a:lnTo>
                  <a:pt x="1803164" y="112221"/>
                </a:lnTo>
                <a:lnTo>
                  <a:pt x="1799608" y="113396"/>
                </a:lnTo>
                <a:lnTo>
                  <a:pt x="1795899" y="113854"/>
                </a:lnTo>
                <a:lnTo>
                  <a:pt x="1795518" y="113869"/>
                </a:lnTo>
                <a:lnTo>
                  <a:pt x="1791778" y="113594"/>
                </a:lnTo>
                <a:lnTo>
                  <a:pt x="1788177" y="112587"/>
                </a:lnTo>
                <a:lnTo>
                  <a:pt x="1784834" y="110908"/>
                </a:lnTo>
                <a:lnTo>
                  <a:pt x="1781889" y="108619"/>
                </a:lnTo>
                <a:lnTo>
                  <a:pt x="1779447" y="105780"/>
                </a:lnTo>
                <a:lnTo>
                  <a:pt x="1777600" y="102529"/>
                </a:lnTo>
                <a:lnTo>
                  <a:pt x="1776440" y="98973"/>
                </a:lnTo>
                <a:lnTo>
                  <a:pt x="1775982" y="95265"/>
                </a:lnTo>
                <a:lnTo>
                  <a:pt x="1776257" y="91541"/>
                </a:lnTo>
                <a:lnTo>
                  <a:pt x="1777249" y="87924"/>
                </a:lnTo>
                <a:lnTo>
                  <a:pt x="1778928" y="84581"/>
                </a:lnTo>
                <a:lnTo>
                  <a:pt x="1781232" y="81636"/>
                </a:lnTo>
                <a:lnTo>
                  <a:pt x="1784056" y="79194"/>
                </a:lnTo>
                <a:lnTo>
                  <a:pt x="1787322" y="77347"/>
                </a:lnTo>
                <a:lnTo>
                  <a:pt x="1790863" y="76187"/>
                </a:lnTo>
                <a:lnTo>
                  <a:pt x="1794587" y="75730"/>
                </a:lnTo>
                <a:close/>
                <a:moveTo>
                  <a:pt x="1868882" y="70907"/>
                </a:moveTo>
                <a:lnTo>
                  <a:pt x="1869263" y="70861"/>
                </a:lnTo>
                <a:lnTo>
                  <a:pt x="1873002" y="70785"/>
                </a:lnTo>
                <a:lnTo>
                  <a:pt x="1876680" y="71426"/>
                </a:lnTo>
                <a:lnTo>
                  <a:pt x="1880175" y="72784"/>
                </a:lnTo>
                <a:lnTo>
                  <a:pt x="1883319" y="74799"/>
                </a:lnTo>
                <a:lnTo>
                  <a:pt x="1886021" y="77393"/>
                </a:lnTo>
                <a:lnTo>
                  <a:pt x="1888173" y="80461"/>
                </a:lnTo>
                <a:lnTo>
                  <a:pt x="1889668" y="83879"/>
                </a:lnTo>
                <a:lnTo>
                  <a:pt x="1890477" y="87527"/>
                </a:lnTo>
                <a:lnTo>
                  <a:pt x="1890554" y="91266"/>
                </a:lnTo>
                <a:lnTo>
                  <a:pt x="1889897" y="94960"/>
                </a:lnTo>
                <a:lnTo>
                  <a:pt x="1888539" y="98439"/>
                </a:lnTo>
                <a:lnTo>
                  <a:pt x="1886540" y="101599"/>
                </a:lnTo>
                <a:lnTo>
                  <a:pt x="1883945" y="104285"/>
                </a:lnTo>
                <a:lnTo>
                  <a:pt x="1880877" y="106437"/>
                </a:lnTo>
                <a:lnTo>
                  <a:pt x="1877459" y="107932"/>
                </a:lnTo>
                <a:lnTo>
                  <a:pt x="1873796" y="108741"/>
                </a:lnTo>
                <a:lnTo>
                  <a:pt x="1873430" y="108787"/>
                </a:lnTo>
                <a:lnTo>
                  <a:pt x="1869691" y="108863"/>
                </a:lnTo>
                <a:lnTo>
                  <a:pt x="1865997" y="108222"/>
                </a:lnTo>
                <a:lnTo>
                  <a:pt x="1862517" y="106864"/>
                </a:lnTo>
                <a:lnTo>
                  <a:pt x="1859373" y="104849"/>
                </a:lnTo>
                <a:lnTo>
                  <a:pt x="1856672" y="102255"/>
                </a:lnTo>
                <a:lnTo>
                  <a:pt x="1854520" y="99187"/>
                </a:lnTo>
                <a:lnTo>
                  <a:pt x="1853024" y="95768"/>
                </a:lnTo>
                <a:lnTo>
                  <a:pt x="1852216" y="92121"/>
                </a:lnTo>
                <a:lnTo>
                  <a:pt x="1852139" y="88382"/>
                </a:lnTo>
                <a:lnTo>
                  <a:pt x="1852780" y="84688"/>
                </a:lnTo>
                <a:lnTo>
                  <a:pt x="1854139" y="81209"/>
                </a:lnTo>
                <a:lnTo>
                  <a:pt x="1856153" y="78049"/>
                </a:lnTo>
                <a:lnTo>
                  <a:pt x="1858748" y="75363"/>
                </a:lnTo>
                <a:lnTo>
                  <a:pt x="1861815" y="73211"/>
                </a:lnTo>
                <a:lnTo>
                  <a:pt x="1865234" y="71716"/>
                </a:lnTo>
                <a:lnTo>
                  <a:pt x="1868882" y="70907"/>
                </a:lnTo>
                <a:close/>
                <a:moveTo>
                  <a:pt x="1942642" y="58087"/>
                </a:moveTo>
                <a:lnTo>
                  <a:pt x="1943024" y="58011"/>
                </a:lnTo>
                <a:lnTo>
                  <a:pt x="1946748" y="57644"/>
                </a:lnTo>
                <a:lnTo>
                  <a:pt x="1950472" y="58026"/>
                </a:lnTo>
                <a:lnTo>
                  <a:pt x="1954043" y="59125"/>
                </a:lnTo>
                <a:lnTo>
                  <a:pt x="1957340" y="60880"/>
                </a:lnTo>
                <a:lnTo>
                  <a:pt x="1960224" y="63261"/>
                </a:lnTo>
                <a:lnTo>
                  <a:pt x="1962590" y="66160"/>
                </a:lnTo>
                <a:lnTo>
                  <a:pt x="1964345" y="69457"/>
                </a:lnTo>
                <a:lnTo>
                  <a:pt x="1965428" y="73043"/>
                </a:lnTo>
                <a:lnTo>
                  <a:pt x="1965779" y="76767"/>
                </a:lnTo>
                <a:lnTo>
                  <a:pt x="1965413" y="80491"/>
                </a:lnTo>
                <a:lnTo>
                  <a:pt x="1964314" y="84063"/>
                </a:lnTo>
                <a:lnTo>
                  <a:pt x="1962544" y="87359"/>
                </a:lnTo>
                <a:lnTo>
                  <a:pt x="1960163" y="90244"/>
                </a:lnTo>
                <a:lnTo>
                  <a:pt x="1957263" y="92609"/>
                </a:lnTo>
                <a:lnTo>
                  <a:pt x="1953967" y="94364"/>
                </a:lnTo>
                <a:lnTo>
                  <a:pt x="1950380" y="95448"/>
                </a:lnTo>
                <a:lnTo>
                  <a:pt x="1950014" y="95524"/>
                </a:lnTo>
                <a:lnTo>
                  <a:pt x="1946290" y="95875"/>
                </a:lnTo>
                <a:lnTo>
                  <a:pt x="1942566" y="95509"/>
                </a:lnTo>
                <a:lnTo>
                  <a:pt x="1938995" y="94410"/>
                </a:lnTo>
                <a:lnTo>
                  <a:pt x="1935698" y="92640"/>
                </a:lnTo>
                <a:lnTo>
                  <a:pt x="1932814" y="90259"/>
                </a:lnTo>
                <a:lnTo>
                  <a:pt x="1930448" y="87359"/>
                </a:lnTo>
                <a:lnTo>
                  <a:pt x="1928693" y="84063"/>
                </a:lnTo>
                <a:lnTo>
                  <a:pt x="1927609" y="80491"/>
                </a:lnTo>
                <a:lnTo>
                  <a:pt x="1927258" y="76767"/>
                </a:lnTo>
                <a:lnTo>
                  <a:pt x="1927625" y="73043"/>
                </a:lnTo>
                <a:lnTo>
                  <a:pt x="1928724" y="69457"/>
                </a:lnTo>
                <a:lnTo>
                  <a:pt x="1930494" y="66176"/>
                </a:lnTo>
                <a:lnTo>
                  <a:pt x="1932860" y="63276"/>
                </a:lnTo>
                <a:lnTo>
                  <a:pt x="1935759" y="60910"/>
                </a:lnTo>
                <a:lnTo>
                  <a:pt x="1939071" y="59155"/>
                </a:lnTo>
                <a:lnTo>
                  <a:pt x="1942642" y="58087"/>
                </a:lnTo>
              </a:path>
            </a:pathLst>
          </a:custGeom>
          <a:solidFill xmlns:a="http://schemas.openxmlformats.org/drawingml/2006/main">
            <a:srgbClr val="4F81BD"/>
          </a:solidFill>
          <a:ln xmlns:a="http://schemas.openxmlformats.org/drawingml/2006/main" w="0" cap="flat">
            <a:noFill/>
            <a:miter/>
          </a:ln>
        </p:spPr>
      </p:sp>
    </p:spTree>
    <p:extLst>
      <p:ext uri="{BB962C8B-B14F-4D97-AF65-F5344CB8AC3E}">
        <p14:creationId xmlns:p14="http://schemas.microsoft.com/office/powerpoint/2010/main" val="577544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2026-09-08T02:02:01.6720000Z</dcterms:created>
  <dcterms:modified xsi:type="dcterms:W3CDTF">2026-09-08T02:02:01.6720000Z</dcterms:modified>
</coreProperties>
</file>