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ede43a8f34b41" /><Relationship Type="http://schemas.openxmlformats.org/officeDocument/2006/relationships/extended-properties" Target="/docProps/app.xml" Id="Ra667b0341e9947e5" /><Relationship Type="http://schemas.openxmlformats.org/officeDocument/2006/relationships/officeDocument" Target="/ppt/presentation.xml" Id="R33562b75227844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d1ffc21bb647f3"/>
  </p:sldMasterIdLst>
  <p:notesMasterIdLst>
    <p:notesMasterId xmlns:r="http://schemas.openxmlformats.org/officeDocument/2006/relationships" r:id="R0cb6a68544fb4381"/>
  </p:notesMasterIdLst>
  <p:sldIdLst>
    <p:sldId xmlns:r="http://schemas.openxmlformats.org/officeDocument/2006/relationships" id="256" r:id="R7cfdbe6a80f44907"/>
  </p:sldIdLst>
  <p:sldSz cx="6915150" cy="3000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00e924fea84867" /><Relationship Type="http://schemas.openxmlformats.org/officeDocument/2006/relationships/slideMaster" Target="/ppt/slideMasters/slideMaster1.xml" Id="R5cd1ffc21bb647f3" /><Relationship Type="http://schemas.openxmlformats.org/officeDocument/2006/relationships/notesMaster" Target="/ppt/notesMasters/notesMaster1.xml" Id="R0cb6a68544fb4381" /><Relationship Type="http://schemas.openxmlformats.org/officeDocument/2006/relationships/presProps" Target="/ppt/presProps.xml" Id="Ra3b06bb78e0749d1" /><Relationship Type="http://schemas.openxmlformats.org/officeDocument/2006/relationships/tableStyles" Target="/ppt/tableStyles.xml" Id="R4ff30d0d84ec42cb" /><Relationship Type="http://schemas.openxmlformats.org/officeDocument/2006/relationships/slide" Target="/ppt/slides/slide1.xml" Id="R7cfdbe6a80f4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3089b4d2248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3e38244f2d4d57" /><Relationship Type="http://schemas.openxmlformats.org/officeDocument/2006/relationships/notesMaster" Target="/ppt/notesMasters/notesMaster1.xml" Id="R7016488720b443b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素材ID：AI-083</ns1:t>
            </ns1:r>
          </ns1:p>
          <ns1:p>
            <ns1:r>
              <ns1:t>论文：StreamTimer: Efficient Inference for Long-Context Time Series Transformers</ns1:t>
            </ns1:r>
          </ns1:p>
          <ns1:p>
            <ns1:r>
              <ns1:t>会议：IJCAI 2026</ns1:t>
            </ns1:r>
          </ns1:p>
          <ns1:p>
            <ns1:r>
              <ns1:t>奖项：Distinguished Paper</ns1:t>
            </ns1:r>
          </ns1:p>
          <ns1:p>
            <ns1:r>
              <ns1:t>图号：Figure 1，PDF第3页</ns1:t>
            </ns1:r>
          </ns1:p>
          <ns1:p>
            <ns1:r>
              <ns1:t>类型：方法细节</ns1:t>
            </ns1:r>
          </ns1:p>
          <ns1:p>
            <ns1:r>
              <ns1:t>借鉴点：在时间序列上标出输入/局部token/自回归区间，下方显示全局局部统计共同参与归一化与反归一化。</ns1:t>
            </ns1:r>
          </ns1:p>
          <ns1:p>
            <ns1:r>
              <ns1:t>论文URL：https://2026.ijcai.org/press/</ns1:t>
            </ns1:r>
          </ns1:p>
          <ns1:p>
            <ns1:r>
              <ns1:t>官方获奖URL：https://2026.ijcai.org/press/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38091ae1643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673d1f409d433d" /><Relationship Type="http://schemas.openxmlformats.org/officeDocument/2006/relationships/slideLayout" Target="/ppt/slideLayouts/slideLayout1.xml" Id="R26491bd8acd54d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91bd8acd54d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86534054046d5" /><Relationship Type="http://schemas.openxmlformats.org/officeDocument/2006/relationships/notesSlide" Target="/ppt/notesSlides/notesSlide1.xml" Id="R314f4b42027e40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AI-083-1">
            <a:extLst xmlns:a="http://schemas.openxmlformats.org/drawingml/2006/main">
              <a:ext uri="{FF2B5EF4-FFF2-40B4-BE49-F238E27FC236}">
                <a16:creationId xmlns:a16="http://schemas.microsoft.com/office/drawing/2014/main" id="{7CAFFA12-5446-482E-902A-C4AD144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409575"/>
            <a:ext cx="6629400" cy="609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0EBF8"/>
              </a:gs>
              <a:gs pos="100000">
                <a:srgbClr val="CCDFEF"/>
              </a:gs>
            </a:gsLst>
            <a:lin ang="5400000"/>
          </a:gradFill>
          <a:ln xmlns:a="http://schemas.openxmlformats.org/drawingml/2006/main" w="7620">
            <a:solidFill>
              <a:srgbClr val="B0BDD1"/>
            </a:solidFill>
          </a:ln>
        </p:spPr>
      </p:sp>
      <p:sp>
        <p:nvSpPr>
          <p:cNvPr id="2" name="AI-083-2">
            <a:extLst xmlns:a="http://schemas.openxmlformats.org/drawingml/2006/main">
              <a:ext uri="{FF2B5EF4-FFF2-40B4-BE49-F238E27FC236}">
                <a16:creationId xmlns:a16="http://schemas.microsoft.com/office/drawing/2014/main" id="{E88456D4-B82C-43CA-B880-C14D3C26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409575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AED4">
              <a:alpha val="70000"/>
            </a:srgbClr>
          </a:solidFill>
          <a:ln xmlns:a="http://schemas.openxmlformats.org/drawingml/2006/main" w="9525">
            <a:solidFill>
              <a:srgbClr val="A6A2B8"/>
            </a:solidFill>
          </a:ln>
        </p:spPr>
      </p:sp>
      <p:sp>
        <p:nvSpPr>
          <p:cNvPr id="3" name="AI-083-3">
            <a:extLst xmlns:a="http://schemas.openxmlformats.org/drawingml/2006/main">
              <a:ext uri="{FF2B5EF4-FFF2-40B4-BE49-F238E27FC236}">
                <a16:creationId xmlns:a16="http://schemas.microsoft.com/office/drawing/2014/main" id="{18835D67-DA67-45D5-B15B-8ABEEAF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409575"/>
            <a:ext cx="100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AED4">
              <a:alpha val="70000"/>
            </a:srgbClr>
          </a:solidFill>
          <a:ln xmlns:a="http://schemas.openxmlformats.org/drawingml/2006/main" w="9525">
            <a:solidFill>
              <a:srgbClr val="A6A2B8"/>
            </a:solidFill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871B5D62-CD69-4CEE-8B57-3A483A9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433388"/>
            <a:ext cx="6610350" cy="509588"/>
          </a:xfrm>
          <a:custGeom xmlns:a="http://schemas.openxmlformats.org/drawingml/2006/main">
            <a:pathLst>
              <a:path w="6610350" h="509588">
                <a:moveTo>
                  <a:pt x="0" y="423863"/>
                </a:moveTo>
                <a:lnTo>
                  <a:pt x="19050" y="419100"/>
                </a:lnTo>
                <a:lnTo>
                  <a:pt x="38100" y="404813"/>
                </a:lnTo>
                <a:lnTo>
                  <a:pt x="57150" y="395288"/>
                </a:lnTo>
                <a:lnTo>
                  <a:pt x="76200" y="381000"/>
                </a:lnTo>
                <a:lnTo>
                  <a:pt x="95250" y="371475"/>
                </a:lnTo>
                <a:lnTo>
                  <a:pt x="114300" y="352425"/>
                </a:lnTo>
                <a:lnTo>
                  <a:pt x="133350" y="333375"/>
                </a:lnTo>
                <a:lnTo>
                  <a:pt x="152400" y="314325"/>
                </a:lnTo>
                <a:lnTo>
                  <a:pt x="171450" y="300038"/>
                </a:lnTo>
                <a:lnTo>
                  <a:pt x="190500" y="300038"/>
                </a:lnTo>
                <a:lnTo>
                  <a:pt x="209550" y="309563"/>
                </a:lnTo>
                <a:lnTo>
                  <a:pt x="228600" y="323850"/>
                </a:lnTo>
                <a:lnTo>
                  <a:pt x="247650" y="347663"/>
                </a:lnTo>
                <a:lnTo>
                  <a:pt x="266700" y="376238"/>
                </a:lnTo>
                <a:lnTo>
                  <a:pt x="285750" y="404813"/>
                </a:lnTo>
                <a:lnTo>
                  <a:pt x="304800" y="428625"/>
                </a:lnTo>
                <a:lnTo>
                  <a:pt x="323850" y="442913"/>
                </a:lnTo>
                <a:lnTo>
                  <a:pt x="342900" y="442913"/>
                </a:lnTo>
                <a:lnTo>
                  <a:pt x="361950" y="428625"/>
                </a:lnTo>
                <a:lnTo>
                  <a:pt x="381000" y="409575"/>
                </a:lnTo>
                <a:lnTo>
                  <a:pt x="400050" y="376238"/>
                </a:lnTo>
                <a:lnTo>
                  <a:pt x="419100" y="352425"/>
                </a:lnTo>
                <a:lnTo>
                  <a:pt x="438150" y="314325"/>
                </a:lnTo>
                <a:lnTo>
                  <a:pt x="457200" y="280988"/>
                </a:lnTo>
                <a:lnTo>
                  <a:pt x="476250" y="238125"/>
                </a:lnTo>
                <a:lnTo>
                  <a:pt x="495300" y="209550"/>
                </a:lnTo>
                <a:lnTo>
                  <a:pt x="514350" y="180975"/>
                </a:lnTo>
                <a:lnTo>
                  <a:pt x="533400" y="166688"/>
                </a:lnTo>
                <a:lnTo>
                  <a:pt x="552450" y="166688"/>
                </a:lnTo>
                <a:lnTo>
                  <a:pt x="571500" y="190500"/>
                </a:lnTo>
                <a:lnTo>
                  <a:pt x="590550" y="228600"/>
                </a:lnTo>
                <a:lnTo>
                  <a:pt x="609600" y="276225"/>
                </a:lnTo>
                <a:lnTo>
                  <a:pt x="628650" y="323850"/>
                </a:lnTo>
                <a:lnTo>
                  <a:pt x="647700" y="366713"/>
                </a:lnTo>
                <a:lnTo>
                  <a:pt x="666750" y="409575"/>
                </a:lnTo>
                <a:lnTo>
                  <a:pt x="685800" y="442913"/>
                </a:lnTo>
                <a:lnTo>
                  <a:pt x="704850" y="466725"/>
                </a:lnTo>
                <a:lnTo>
                  <a:pt x="723900" y="490538"/>
                </a:lnTo>
                <a:lnTo>
                  <a:pt x="742950" y="500063"/>
                </a:lnTo>
                <a:lnTo>
                  <a:pt x="762000" y="500063"/>
                </a:lnTo>
                <a:lnTo>
                  <a:pt x="781050" y="500063"/>
                </a:lnTo>
                <a:lnTo>
                  <a:pt x="800100" y="485775"/>
                </a:lnTo>
                <a:lnTo>
                  <a:pt x="819150" y="471488"/>
                </a:lnTo>
                <a:lnTo>
                  <a:pt x="838200" y="457200"/>
                </a:lnTo>
                <a:lnTo>
                  <a:pt x="857250" y="438150"/>
                </a:lnTo>
                <a:lnTo>
                  <a:pt x="876300" y="419100"/>
                </a:lnTo>
                <a:lnTo>
                  <a:pt x="895350" y="414338"/>
                </a:lnTo>
                <a:lnTo>
                  <a:pt x="914400" y="428625"/>
                </a:lnTo>
                <a:lnTo>
                  <a:pt x="933450" y="452438"/>
                </a:lnTo>
                <a:lnTo>
                  <a:pt x="952500" y="471488"/>
                </a:lnTo>
                <a:lnTo>
                  <a:pt x="971550" y="500063"/>
                </a:lnTo>
                <a:lnTo>
                  <a:pt x="990600" y="509588"/>
                </a:lnTo>
                <a:lnTo>
                  <a:pt x="1009650" y="495300"/>
                </a:lnTo>
                <a:lnTo>
                  <a:pt x="1028700" y="466725"/>
                </a:lnTo>
                <a:lnTo>
                  <a:pt x="1047750" y="433388"/>
                </a:lnTo>
                <a:lnTo>
                  <a:pt x="1066800" y="395288"/>
                </a:lnTo>
                <a:lnTo>
                  <a:pt x="1085850" y="352425"/>
                </a:lnTo>
                <a:lnTo>
                  <a:pt x="1104900" y="323850"/>
                </a:lnTo>
                <a:lnTo>
                  <a:pt x="1123950" y="300038"/>
                </a:lnTo>
                <a:lnTo>
                  <a:pt x="1143000" y="300038"/>
                </a:lnTo>
                <a:lnTo>
                  <a:pt x="1162050" y="314325"/>
                </a:lnTo>
                <a:lnTo>
                  <a:pt x="1181100" y="328613"/>
                </a:lnTo>
                <a:lnTo>
                  <a:pt x="1200150" y="338138"/>
                </a:lnTo>
                <a:lnTo>
                  <a:pt x="1219200" y="347663"/>
                </a:lnTo>
                <a:lnTo>
                  <a:pt x="1238250" y="338138"/>
                </a:lnTo>
                <a:lnTo>
                  <a:pt x="1257300" y="309563"/>
                </a:lnTo>
                <a:lnTo>
                  <a:pt x="1276350" y="280988"/>
                </a:lnTo>
                <a:lnTo>
                  <a:pt x="1295400" y="233363"/>
                </a:lnTo>
                <a:lnTo>
                  <a:pt x="1314450" y="195263"/>
                </a:lnTo>
                <a:lnTo>
                  <a:pt x="1333500" y="161925"/>
                </a:lnTo>
                <a:lnTo>
                  <a:pt x="1352550" y="128588"/>
                </a:lnTo>
                <a:lnTo>
                  <a:pt x="1371600" y="100013"/>
                </a:lnTo>
                <a:lnTo>
                  <a:pt x="1390650" y="80963"/>
                </a:lnTo>
                <a:lnTo>
                  <a:pt x="1409700" y="57150"/>
                </a:lnTo>
                <a:lnTo>
                  <a:pt x="1428750" y="42863"/>
                </a:lnTo>
                <a:lnTo>
                  <a:pt x="1447800" y="38100"/>
                </a:lnTo>
                <a:lnTo>
                  <a:pt x="1466850" y="38100"/>
                </a:lnTo>
                <a:lnTo>
                  <a:pt x="1485900" y="42863"/>
                </a:lnTo>
                <a:lnTo>
                  <a:pt x="1504950" y="61913"/>
                </a:lnTo>
                <a:lnTo>
                  <a:pt x="1524000" y="80963"/>
                </a:lnTo>
                <a:lnTo>
                  <a:pt x="1543050" y="123825"/>
                </a:lnTo>
                <a:lnTo>
                  <a:pt x="1562100" y="161925"/>
                </a:lnTo>
                <a:lnTo>
                  <a:pt x="1581150" y="204788"/>
                </a:lnTo>
                <a:lnTo>
                  <a:pt x="1600200" y="242888"/>
                </a:lnTo>
                <a:lnTo>
                  <a:pt x="1619250" y="276225"/>
                </a:lnTo>
                <a:lnTo>
                  <a:pt x="1638300" y="295275"/>
                </a:lnTo>
                <a:lnTo>
                  <a:pt x="1657350" y="309563"/>
                </a:lnTo>
                <a:lnTo>
                  <a:pt x="1676400" y="319088"/>
                </a:lnTo>
                <a:lnTo>
                  <a:pt x="1695450" y="323850"/>
                </a:lnTo>
                <a:lnTo>
                  <a:pt x="1714500" y="333375"/>
                </a:lnTo>
                <a:lnTo>
                  <a:pt x="1733550" y="357188"/>
                </a:lnTo>
                <a:lnTo>
                  <a:pt x="1752600" y="385763"/>
                </a:lnTo>
                <a:lnTo>
                  <a:pt x="1771650" y="414338"/>
                </a:lnTo>
                <a:lnTo>
                  <a:pt x="1790700" y="442913"/>
                </a:lnTo>
                <a:lnTo>
                  <a:pt x="1809750" y="466725"/>
                </a:lnTo>
                <a:lnTo>
                  <a:pt x="1828800" y="485775"/>
                </a:lnTo>
                <a:lnTo>
                  <a:pt x="1847850" y="500063"/>
                </a:lnTo>
                <a:lnTo>
                  <a:pt x="1866900" y="500063"/>
                </a:lnTo>
                <a:lnTo>
                  <a:pt x="1885950" y="500063"/>
                </a:lnTo>
                <a:lnTo>
                  <a:pt x="1905000" y="500063"/>
                </a:lnTo>
                <a:lnTo>
                  <a:pt x="1924050" y="490538"/>
                </a:lnTo>
                <a:lnTo>
                  <a:pt x="1943100" y="476250"/>
                </a:lnTo>
                <a:lnTo>
                  <a:pt x="1962150" y="461963"/>
                </a:lnTo>
                <a:lnTo>
                  <a:pt x="1981200" y="438150"/>
                </a:lnTo>
                <a:lnTo>
                  <a:pt x="2000250" y="414338"/>
                </a:lnTo>
                <a:lnTo>
                  <a:pt x="2019300" y="385763"/>
                </a:lnTo>
                <a:lnTo>
                  <a:pt x="2038350" y="352425"/>
                </a:lnTo>
                <a:lnTo>
                  <a:pt x="2057400" y="323850"/>
                </a:lnTo>
                <a:lnTo>
                  <a:pt x="2076450" y="290513"/>
                </a:lnTo>
                <a:lnTo>
                  <a:pt x="2095500" y="261938"/>
                </a:lnTo>
                <a:lnTo>
                  <a:pt x="2114550" y="233363"/>
                </a:lnTo>
                <a:lnTo>
                  <a:pt x="2133600" y="209550"/>
                </a:lnTo>
                <a:lnTo>
                  <a:pt x="2152650" y="190500"/>
                </a:lnTo>
                <a:lnTo>
                  <a:pt x="2171700" y="176213"/>
                </a:lnTo>
                <a:lnTo>
                  <a:pt x="2190750" y="176213"/>
                </a:lnTo>
                <a:lnTo>
                  <a:pt x="2209800" y="180975"/>
                </a:lnTo>
                <a:lnTo>
                  <a:pt x="2228850" y="185738"/>
                </a:lnTo>
                <a:lnTo>
                  <a:pt x="2247900" y="195263"/>
                </a:lnTo>
                <a:lnTo>
                  <a:pt x="2266950" y="209550"/>
                </a:lnTo>
                <a:lnTo>
                  <a:pt x="2286000" y="228600"/>
                </a:lnTo>
                <a:lnTo>
                  <a:pt x="2305050" y="252413"/>
                </a:lnTo>
                <a:lnTo>
                  <a:pt x="2324100" y="285750"/>
                </a:lnTo>
                <a:lnTo>
                  <a:pt x="2343150" y="328613"/>
                </a:lnTo>
                <a:lnTo>
                  <a:pt x="2362200" y="371475"/>
                </a:lnTo>
                <a:lnTo>
                  <a:pt x="2381250" y="404813"/>
                </a:lnTo>
                <a:lnTo>
                  <a:pt x="2400300" y="428625"/>
                </a:lnTo>
                <a:lnTo>
                  <a:pt x="2419350" y="433388"/>
                </a:lnTo>
                <a:lnTo>
                  <a:pt x="2438400" y="423863"/>
                </a:lnTo>
                <a:lnTo>
                  <a:pt x="2457450" y="409575"/>
                </a:lnTo>
                <a:lnTo>
                  <a:pt x="2476500" y="376238"/>
                </a:lnTo>
                <a:lnTo>
                  <a:pt x="2495550" y="347663"/>
                </a:lnTo>
                <a:lnTo>
                  <a:pt x="2514600" y="323850"/>
                </a:lnTo>
                <a:lnTo>
                  <a:pt x="2533650" y="300038"/>
                </a:lnTo>
                <a:lnTo>
                  <a:pt x="2552700" y="285750"/>
                </a:lnTo>
                <a:lnTo>
                  <a:pt x="2571750" y="285750"/>
                </a:lnTo>
                <a:lnTo>
                  <a:pt x="2590800" y="295275"/>
                </a:lnTo>
                <a:lnTo>
                  <a:pt x="2609850" y="319088"/>
                </a:lnTo>
                <a:lnTo>
                  <a:pt x="2628900" y="333375"/>
                </a:lnTo>
                <a:lnTo>
                  <a:pt x="2647950" y="347663"/>
                </a:lnTo>
                <a:lnTo>
                  <a:pt x="2667000" y="342900"/>
                </a:lnTo>
                <a:lnTo>
                  <a:pt x="2686050" y="328613"/>
                </a:lnTo>
                <a:lnTo>
                  <a:pt x="2705100" y="304800"/>
                </a:lnTo>
                <a:lnTo>
                  <a:pt x="2724150" y="280988"/>
                </a:lnTo>
                <a:lnTo>
                  <a:pt x="2743200" y="257175"/>
                </a:lnTo>
                <a:lnTo>
                  <a:pt x="2762250" y="242888"/>
                </a:lnTo>
                <a:lnTo>
                  <a:pt x="2781300" y="242888"/>
                </a:lnTo>
                <a:lnTo>
                  <a:pt x="2800350" y="257175"/>
                </a:lnTo>
                <a:lnTo>
                  <a:pt x="2819400" y="276225"/>
                </a:lnTo>
                <a:lnTo>
                  <a:pt x="2838450" y="300038"/>
                </a:lnTo>
                <a:lnTo>
                  <a:pt x="2857500" y="323850"/>
                </a:lnTo>
                <a:lnTo>
                  <a:pt x="2876550" y="342900"/>
                </a:lnTo>
                <a:lnTo>
                  <a:pt x="2895600" y="357188"/>
                </a:lnTo>
                <a:lnTo>
                  <a:pt x="2914650" y="366713"/>
                </a:lnTo>
                <a:lnTo>
                  <a:pt x="2933700" y="361950"/>
                </a:lnTo>
                <a:lnTo>
                  <a:pt x="2952750" y="357188"/>
                </a:lnTo>
                <a:lnTo>
                  <a:pt x="2971800" y="347663"/>
                </a:lnTo>
                <a:lnTo>
                  <a:pt x="2990850" y="357188"/>
                </a:lnTo>
                <a:lnTo>
                  <a:pt x="3009900" y="376238"/>
                </a:lnTo>
                <a:lnTo>
                  <a:pt x="3028950" y="414338"/>
                </a:lnTo>
                <a:lnTo>
                  <a:pt x="3048000" y="438150"/>
                </a:lnTo>
                <a:lnTo>
                  <a:pt x="3067050" y="442913"/>
                </a:lnTo>
                <a:lnTo>
                  <a:pt x="3086100" y="433388"/>
                </a:lnTo>
                <a:lnTo>
                  <a:pt x="3105150" y="419100"/>
                </a:lnTo>
                <a:lnTo>
                  <a:pt x="3124200" y="400050"/>
                </a:lnTo>
                <a:lnTo>
                  <a:pt x="3143250" y="376238"/>
                </a:lnTo>
                <a:lnTo>
                  <a:pt x="3162300" y="352425"/>
                </a:lnTo>
                <a:lnTo>
                  <a:pt x="3181350" y="338138"/>
                </a:lnTo>
                <a:lnTo>
                  <a:pt x="3200400" y="338138"/>
                </a:lnTo>
                <a:lnTo>
                  <a:pt x="3219450" y="338138"/>
                </a:lnTo>
                <a:lnTo>
                  <a:pt x="3238500" y="338138"/>
                </a:lnTo>
                <a:lnTo>
                  <a:pt x="3257550" y="342900"/>
                </a:lnTo>
                <a:lnTo>
                  <a:pt x="3276600" y="338138"/>
                </a:lnTo>
                <a:lnTo>
                  <a:pt x="3295650" y="328613"/>
                </a:lnTo>
                <a:lnTo>
                  <a:pt x="3314700" y="304800"/>
                </a:lnTo>
                <a:lnTo>
                  <a:pt x="3333750" y="280988"/>
                </a:lnTo>
                <a:lnTo>
                  <a:pt x="3352800" y="257175"/>
                </a:lnTo>
                <a:lnTo>
                  <a:pt x="3371850" y="242888"/>
                </a:lnTo>
                <a:lnTo>
                  <a:pt x="3390900" y="233363"/>
                </a:lnTo>
                <a:lnTo>
                  <a:pt x="3409950" y="223838"/>
                </a:lnTo>
                <a:lnTo>
                  <a:pt x="3429000" y="219075"/>
                </a:lnTo>
                <a:lnTo>
                  <a:pt x="3448050" y="204788"/>
                </a:lnTo>
                <a:lnTo>
                  <a:pt x="3467100" y="176213"/>
                </a:lnTo>
                <a:lnTo>
                  <a:pt x="3486150" y="147638"/>
                </a:lnTo>
                <a:lnTo>
                  <a:pt x="3505200" y="109538"/>
                </a:lnTo>
                <a:lnTo>
                  <a:pt x="3524250" y="95250"/>
                </a:lnTo>
                <a:lnTo>
                  <a:pt x="3543300" y="104775"/>
                </a:lnTo>
                <a:lnTo>
                  <a:pt x="3562350" y="123825"/>
                </a:lnTo>
                <a:lnTo>
                  <a:pt x="3581400" y="138113"/>
                </a:lnTo>
                <a:lnTo>
                  <a:pt x="3600450" y="133350"/>
                </a:lnTo>
                <a:lnTo>
                  <a:pt x="3619500" y="104775"/>
                </a:lnTo>
                <a:lnTo>
                  <a:pt x="3638550" y="61913"/>
                </a:lnTo>
                <a:lnTo>
                  <a:pt x="3657600" y="23813"/>
                </a:lnTo>
                <a:lnTo>
                  <a:pt x="3676650" y="9525"/>
                </a:lnTo>
                <a:lnTo>
                  <a:pt x="3695700" y="38100"/>
                </a:lnTo>
                <a:lnTo>
                  <a:pt x="3714750" y="80963"/>
                </a:lnTo>
                <a:lnTo>
                  <a:pt x="3733800" y="138113"/>
                </a:lnTo>
                <a:lnTo>
                  <a:pt x="3752850" y="176213"/>
                </a:lnTo>
                <a:lnTo>
                  <a:pt x="3771900" y="200025"/>
                </a:lnTo>
                <a:lnTo>
                  <a:pt x="3790950" y="214313"/>
                </a:lnTo>
                <a:lnTo>
                  <a:pt x="3810000" y="219075"/>
                </a:lnTo>
                <a:lnTo>
                  <a:pt x="3829050" y="223838"/>
                </a:lnTo>
                <a:lnTo>
                  <a:pt x="3848100" y="223838"/>
                </a:lnTo>
                <a:lnTo>
                  <a:pt x="3867150" y="219075"/>
                </a:lnTo>
                <a:lnTo>
                  <a:pt x="3886200" y="219075"/>
                </a:lnTo>
                <a:lnTo>
                  <a:pt x="3905250" y="204788"/>
                </a:lnTo>
                <a:lnTo>
                  <a:pt x="3924300" y="176213"/>
                </a:lnTo>
                <a:lnTo>
                  <a:pt x="3943350" y="152400"/>
                </a:lnTo>
                <a:lnTo>
                  <a:pt x="3962400" y="142875"/>
                </a:lnTo>
                <a:lnTo>
                  <a:pt x="3981450" y="161925"/>
                </a:lnTo>
                <a:lnTo>
                  <a:pt x="4000500" y="195263"/>
                </a:lnTo>
                <a:lnTo>
                  <a:pt x="4019550" y="238125"/>
                </a:lnTo>
                <a:lnTo>
                  <a:pt x="4038600" y="285750"/>
                </a:lnTo>
                <a:lnTo>
                  <a:pt x="4057650" y="309563"/>
                </a:lnTo>
                <a:lnTo>
                  <a:pt x="4076700" y="333375"/>
                </a:lnTo>
                <a:lnTo>
                  <a:pt x="4095750" y="328613"/>
                </a:lnTo>
                <a:lnTo>
                  <a:pt x="4114800" y="309563"/>
                </a:lnTo>
                <a:lnTo>
                  <a:pt x="4133850" y="285750"/>
                </a:lnTo>
                <a:lnTo>
                  <a:pt x="4152900" y="280988"/>
                </a:lnTo>
                <a:lnTo>
                  <a:pt x="4171950" y="300038"/>
                </a:lnTo>
                <a:lnTo>
                  <a:pt x="4191000" y="323850"/>
                </a:lnTo>
                <a:lnTo>
                  <a:pt x="4210050" y="352425"/>
                </a:lnTo>
                <a:lnTo>
                  <a:pt x="4229100" y="385763"/>
                </a:lnTo>
                <a:lnTo>
                  <a:pt x="4248150" y="409575"/>
                </a:lnTo>
                <a:lnTo>
                  <a:pt x="4267200" y="428625"/>
                </a:lnTo>
                <a:lnTo>
                  <a:pt x="4286250" y="438150"/>
                </a:lnTo>
                <a:lnTo>
                  <a:pt x="4305300" y="438150"/>
                </a:lnTo>
                <a:lnTo>
                  <a:pt x="4324350" y="428625"/>
                </a:lnTo>
                <a:lnTo>
                  <a:pt x="4343400" y="409575"/>
                </a:lnTo>
                <a:lnTo>
                  <a:pt x="4362450" y="381000"/>
                </a:lnTo>
                <a:lnTo>
                  <a:pt x="4381500" y="357188"/>
                </a:lnTo>
                <a:lnTo>
                  <a:pt x="4400550" y="333375"/>
                </a:lnTo>
                <a:lnTo>
                  <a:pt x="4419600" y="309563"/>
                </a:lnTo>
                <a:lnTo>
                  <a:pt x="4438650" y="295275"/>
                </a:lnTo>
                <a:lnTo>
                  <a:pt x="4457700" y="290513"/>
                </a:lnTo>
                <a:lnTo>
                  <a:pt x="4476750" y="271463"/>
                </a:lnTo>
                <a:lnTo>
                  <a:pt x="4495800" y="280988"/>
                </a:lnTo>
                <a:lnTo>
                  <a:pt x="4514850" y="295275"/>
                </a:lnTo>
                <a:lnTo>
                  <a:pt x="4533900" y="304800"/>
                </a:lnTo>
                <a:lnTo>
                  <a:pt x="4552950" y="328613"/>
                </a:lnTo>
                <a:lnTo>
                  <a:pt x="4572000" y="352425"/>
                </a:lnTo>
                <a:lnTo>
                  <a:pt x="4591050" y="366713"/>
                </a:lnTo>
                <a:lnTo>
                  <a:pt x="4610100" y="381000"/>
                </a:lnTo>
                <a:lnTo>
                  <a:pt x="4629150" y="395288"/>
                </a:lnTo>
                <a:lnTo>
                  <a:pt x="4648200" y="404813"/>
                </a:lnTo>
                <a:lnTo>
                  <a:pt x="4667250" y="409575"/>
                </a:lnTo>
                <a:lnTo>
                  <a:pt x="4686300" y="404813"/>
                </a:lnTo>
                <a:lnTo>
                  <a:pt x="4705350" y="395288"/>
                </a:lnTo>
                <a:lnTo>
                  <a:pt x="4724400" y="381000"/>
                </a:lnTo>
                <a:lnTo>
                  <a:pt x="4743450" y="366713"/>
                </a:lnTo>
                <a:lnTo>
                  <a:pt x="4762500" y="357188"/>
                </a:lnTo>
                <a:lnTo>
                  <a:pt x="4781550" y="366713"/>
                </a:lnTo>
                <a:lnTo>
                  <a:pt x="4800600" y="381000"/>
                </a:lnTo>
                <a:lnTo>
                  <a:pt x="4819650" y="400050"/>
                </a:lnTo>
                <a:lnTo>
                  <a:pt x="4838700" y="414338"/>
                </a:lnTo>
                <a:lnTo>
                  <a:pt x="4857750" y="428625"/>
                </a:lnTo>
                <a:lnTo>
                  <a:pt x="4876800" y="433388"/>
                </a:lnTo>
                <a:lnTo>
                  <a:pt x="4895850" y="433388"/>
                </a:lnTo>
                <a:lnTo>
                  <a:pt x="4914900" y="423863"/>
                </a:lnTo>
                <a:lnTo>
                  <a:pt x="4933950" y="404813"/>
                </a:lnTo>
                <a:lnTo>
                  <a:pt x="4953000" y="390525"/>
                </a:lnTo>
                <a:lnTo>
                  <a:pt x="4972050" y="385763"/>
                </a:lnTo>
                <a:lnTo>
                  <a:pt x="4991100" y="400050"/>
                </a:lnTo>
                <a:lnTo>
                  <a:pt x="5010150" y="423863"/>
                </a:lnTo>
                <a:lnTo>
                  <a:pt x="5029200" y="452438"/>
                </a:lnTo>
                <a:lnTo>
                  <a:pt x="5048250" y="476250"/>
                </a:lnTo>
                <a:lnTo>
                  <a:pt x="5067300" y="490538"/>
                </a:lnTo>
                <a:lnTo>
                  <a:pt x="5086350" y="481013"/>
                </a:lnTo>
                <a:lnTo>
                  <a:pt x="5105400" y="461963"/>
                </a:lnTo>
                <a:lnTo>
                  <a:pt x="5124450" y="438150"/>
                </a:lnTo>
                <a:lnTo>
                  <a:pt x="5143500" y="404813"/>
                </a:lnTo>
                <a:lnTo>
                  <a:pt x="5162550" y="381000"/>
                </a:lnTo>
                <a:lnTo>
                  <a:pt x="5181600" y="357188"/>
                </a:lnTo>
                <a:lnTo>
                  <a:pt x="5200650" y="333375"/>
                </a:lnTo>
                <a:lnTo>
                  <a:pt x="5219700" y="319088"/>
                </a:lnTo>
                <a:lnTo>
                  <a:pt x="5238750" y="309563"/>
                </a:lnTo>
                <a:lnTo>
                  <a:pt x="5257800" y="309563"/>
                </a:lnTo>
                <a:lnTo>
                  <a:pt x="5276850" y="338138"/>
                </a:lnTo>
                <a:lnTo>
                  <a:pt x="5295900" y="371475"/>
                </a:lnTo>
                <a:lnTo>
                  <a:pt x="5314950" y="400050"/>
                </a:lnTo>
                <a:lnTo>
                  <a:pt x="5334000" y="433388"/>
                </a:lnTo>
                <a:lnTo>
                  <a:pt x="5353050" y="452438"/>
                </a:lnTo>
                <a:lnTo>
                  <a:pt x="5372100" y="461963"/>
                </a:lnTo>
                <a:lnTo>
                  <a:pt x="5391150" y="461963"/>
                </a:lnTo>
                <a:lnTo>
                  <a:pt x="5410200" y="447675"/>
                </a:lnTo>
                <a:lnTo>
                  <a:pt x="5429250" y="419100"/>
                </a:lnTo>
                <a:lnTo>
                  <a:pt x="5448300" y="371475"/>
                </a:lnTo>
                <a:lnTo>
                  <a:pt x="5467350" y="314325"/>
                </a:lnTo>
                <a:lnTo>
                  <a:pt x="5486400" y="261938"/>
                </a:lnTo>
                <a:lnTo>
                  <a:pt x="5505450" y="204788"/>
                </a:lnTo>
                <a:lnTo>
                  <a:pt x="5524500" y="166688"/>
                </a:lnTo>
                <a:lnTo>
                  <a:pt x="5543550" y="161925"/>
                </a:lnTo>
                <a:lnTo>
                  <a:pt x="5562600" y="180975"/>
                </a:lnTo>
                <a:lnTo>
                  <a:pt x="5581650" y="221932"/>
                </a:lnTo>
                <a:lnTo>
                  <a:pt x="5600700" y="323850"/>
                </a:lnTo>
                <a:lnTo>
                  <a:pt x="5619750" y="347663"/>
                </a:lnTo>
                <a:lnTo>
                  <a:pt x="5638800" y="395288"/>
                </a:lnTo>
                <a:lnTo>
                  <a:pt x="5657850" y="423863"/>
                </a:lnTo>
                <a:lnTo>
                  <a:pt x="5676900" y="419100"/>
                </a:lnTo>
                <a:lnTo>
                  <a:pt x="5695950" y="385763"/>
                </a:lnTo>
                <a:lnTo>
                  <a:pt x="5715000" y="328613"/>
                </a:lnTo>
                <a:lnTo>
                  <a:pt x="5734050" y="252413"/>
                </a:lnTo>
                <a:lnTo>
                  <a:pt x="5753100" y="166688"/>
                </a:lnTo>
                <a:lnTo>
                  <a:pt x="5772150" y="90488"/>
                </a:lnTo>
                <a:lnTo>
                  <a:pt x="5791200" y="38100"/>
                </a:lnTo>
                <a:lnTo>
                  <a:pt x="5810250" y="0"/>
                </a:lnTo>
                <a:lnTo>
                  <a:pt x="5829300" y="14288"/>
                </a:lnTo>
                <a:lnTo>
                  <a:pt x="5848350" y="57150"/>
                </a:lnTo>
                <a:lnTo>
                  <a:pt x="5867400" y="128588"/>
                </a:lnTo>
                <a:lnTo>
                  <a:pt x="5886450" y="200025"/>
                </a:lnTo>
                <a:lnTo>
                  <a:pt x="5905500" y="285750"/>
                </a:lnTo>
                <a:lnTo>
                  <a:pt x="5924550" y="352425"/>
                </a:lnTo>
                <a:lnTo>
                  <a:pt x="5943600" y="400050"/>
                </a:lnTo>
                <a:lnTo>
                  <a:pt x="5962650" y="423863"/>
                </a:lnTo>
                <a:lnTo>
                  <a:pt x="5981700" y="419100"/>
                </a:lnTo>
                <a:lnTo>
                  <a:pt x="6000750" y="385763"/>
                </a:lnTo>
                <a:lnTo>
                  <a:pt x="6019800" y="352425"/>
                </a:lnTo>
                <a:lnTo>
                  <a:pt x="6038850" y="314325"/>
                </a:lnTo>
                <a:lnTo>
                  <a:pt x="6057900" y="285750"/>
                </a:lnTo>
                <a:lnTo>
                  <a:pt x="6076950" y="257175"/>
                </a:lnTo>
                <a:lnTo>
                  <a:pt x="6096000" y="247650"/>
                </a:lnTo>
                <a:lnTo>
                  <a:pt x="6115050" y="233363"/>
                </a:lnTo>
                <a:lnTo>
                  <a:pt x="6134100" y="233363"/>
                </a:lnTo>
                <a:lnTo>
                  <a:pt x="6153150" y="233363"/>
                </a:lnTo>
                <a:lnTo>
                  <a:pt x="6172200" y="233363"/>
                </a:lnTo>
                <a:lnTo>
                  <a:pt x="6191250" y="247650"/>
                </a:lnTo>
                <a:lnTo>
                  <a:pt x="6210300" y="276225"/>
                </a:lnTo>
                <a:lnTo>
                  <a:pt x="6229350" y="319088"/>
                </a:lnTo>
                <a:lnTo>
                  <a:pt x="6248400" y="361950"/>
                </a:lnTo>
                <a:lnTo>
                  <a:pt x="6267450" y="385763"/>
                </a:lnTo>
                <a:lnTo>
                  <a:pt x="6286500" y="390525"/>
                </a:lnTo>
                <a:lnTo>
                  <a:pt x="6305550" y="366713"/>
                </a:lnTo>
                <a:lnTo>
                  <a:pt x="6324600" y="328613"/>
                </a:lnTo>
                <a:lnTo>
                  <a:pt x="6343650" y="280988"/>
                </a:lnTo>
                <a:lnTo>
                  <a:pt x="6362700" y="233363"/>
                </a:lnTo>
                <a:lnTo>
                  <a:pt x="6381750" y="200025"/>
                </a:lnTo>
                <a:lnTo>
                  <a:pt x="6400800" y="166688"/>
                </a:lnTo>
                <a:lnTo>
                  <a:pt x="6419850" y="147638"/>
                </a:lnTo>
                <a:lnTo>
                  <a:pt x="6438900" y="152400"/>
                </a:lnTo>
                <a:lnTo>
                  <a:pt x="6457950" y="176213"/>
                </a:lnTo>
                <a:lnTo>
                  <a:pt x="6477000" y="204788"/>
                </a:lnTo>
                <a:lnTo>
                  <a:pt x="6496050" y="223838"/>
                </a:lnTo>
                <a:lnTo>
                  <a:pt x="6515100" y="219075"/>
                </a:lnTo>
                <a:lnTo>
                  <a:pt x="6534150" y="185738"/>
                </a:lnTo>
                <a:lnTo>
                  <a:pt x="6553200" y="138113"/>
                </a:lnTo>
                <a:lnTo>
                  <a:pt x="6572250" y="95250"/>
                </a:lnTo>
                <a:lnTo>
                  <a:pt x="6591300" y="71438"/>
                </a:lnTo>
                <a:lnTo>
                  <a:pt x="661035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580A7"/>
            </a:solidFill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E237588B-0246-4650-907B-C6A8BBE0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23900"/>
            <a:ext cx="2038350" cy="95"/>
          </a:xfrm>
          <a:custGeom xmlns:a="http://schemas.openxmlformats.org/drawingml/2006/main">
            <a:pathLst>
              <a:path w="2038350" h="95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250B4"/>
            </a:solidFill>
            <a:prstDash val="dot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79DBB533-042B-4FFB-B60C-1EAD21C8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57225"/>
            <a:ext cx="76200" cy="133350"/>
          </a:xfrm>
          <a:custGeom xmlns:a="http://schemas.openxmlformats.org/drawingml/2006/main">
            <a:pathLst>
              <a:path w="76200" h="133350">
                <a:moveTo>
                  <a:pt x="0" y="0"/>
                </a:moveTo>
                <a:lnTo>
                  <a:pt x="76200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8250B4"/>
            </a:solidFill>
          </a:ln>
        </p:spPr>
      </p:sp>
      <p:sp>
        <p:nvSpPr>
          <p:cNvPr id="7" name="line-7">
            <a:extLst xmlns:a="http://schemas.openxmlformats.org/drawingml/2006/main">
              <a:ext uri="{FF2B5EF4-FFF2-40B4-BE49-F238E27FC236}">
                <a16:creationId xmlns:a16="http://schemas.microsoft.com/office/drawing/2014/main" id="{AAC710E2-D132-4849-8DCD-D0818592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1019175"/>
            <a:ext cx="6838950" cy="10"/>
          </a:xfrm>
          <a:custGeom xmlns:a="http://schemas.openxmlformats.org/drawingml/2006/main">
            <a:pathLst>
              <a:path w="6838950" h="10">
                <a:moveTo>
                  <a:pt x="0" y="0"/>
                </a:moveTo>
                <a:lnTo>
                  <a:pt x="6838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934C1359-E592-4C54-9B8A-7DE664B2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129" y="98343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9" name="line-9">
            <a:extLst xmlns:a="http://schemas.openxmlformats.org/drawingml/2006/main">
              <a:ext uri="{FF2B5EF4-FFF2-40B4-BE49-F238E27FC236}">
                <a16:creationId xmlns:a16="http://schemas.microsoft.com/office/drawing/2014/main" id="{56B49F2A-03E1-4981-8D2B-39545E51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76200"/>
            <a:ext cx="10" cy="333375"/>
          </a:xfrm>
          <a:custGeom xmlns:a="http://schemas.openxmlformats.org/drawingml/2006/main">
            <a:pathLst>
              <a:path w="10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0" name="line-10">
            <a:extLst xmlns:a="http://schemas.openxmlformats.org/drawingml/2006/main">
              <a:ext uri="{FF2B5EF4-FFF2-40B4-BE49-F238E27FC236}">
                <a16:creationId xmlns:a16="http://schemas.microsoft.com/office/drawing/2014/main" id="{B70FAF6D-4B91-4A52-8E78-CF753D7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6200"/>
            <a:ext cx="10" cy="342900"/>
          </a:xfrm>
          <a:custGeom xmlns:a="http://schemas.openxmlformats.org/drawingml/2006/main">
            <a:pathLst>
              <a:path w="10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1" name="line-11">
            <a:extLst xmlns:a="http://schemas.openxmlformats.org/drawingml/2006/main">
              <a:ext uri="{FF2B5EF4-FFF2-40B4-BE49-F238E27FC236}">
                <a16:creationId xmlns:a16="http://schemas.microsoft.com/office/drawing/2014/main" id="{B5DD6DD6-4D1F-4681-83DC-085433C7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8125"/>
            <a:ext cx="10" cy="171450"/>
          </a:xfrm>
          <a:custGeom xmlns:a="http://schemas.openxmlformats.org/drawingml/2006/main">
            <a:pathLst>
              <a:path w="10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" name="line-12">
            <a:extLst xmlns:a="http://schemas.openxmlformats.org/drawingml/2006/main">
              <a:ext uri="{FF2B5EF4-FFF2-40B4-BE49-F238E27FC236}">
                <a16:creationId xmlns:a16="http://schemas.microsoft.com/office/drawing/2014/main" id="{4627414D-8F40-437F-A358-E23B7DE7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142875"/>
            <a:ext cx="3543300" cy="10"/>
          </a:xfrm>
          <a:custGeom xmlns:a="http://schemas.openxmlformats.org/drawingml/2006/main">
            <a:pathLst>
              <a:path w="3543300" h="10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19B2E16B-50BB-4B67-9492-9837D12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95250"/>
            <a:ext cx="47625" cy="95250"/>
          </a:xfrm>
          <a:custGeom xmlns:a="http://schemas.openxmlformats.org/drawingml/2006/main">
            <a:pathLst>
              <a:path w="47625" h="95250">
                <a:moveTo>
                  <a:pt x="47625" y="0"/>
                </a:moveTo>
                <a:lnTo>
                  <a:pt x="0" y="47625"/>
                </a:lnTo>
                <a:lnTo>
                  <a:pt x="476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0454D033-6AFA-471E-8DE1-46E91296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95250"/>
            <a:ext cx="47625" cy="95250"/>
          </a:xfrm>
          <a:custGeom xmlns:a="http://schemas.openxmlformats.org/drawingml/2006/main">
            <a:pathLst>
              <a:path w="47625" h="95250">
                <a:moveTo>
                  <a:pt x="0" y="0"/>
                </a:moveTo>
                <a:lnTo>
                  <a:pt x="47625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" name="line-15">
            <a:extLst xmlns:a="http://schemas.openxmlformats.org/drawingml/2006/main">
              <a:ext uri="{FF2B5EF4-FFF2-40B4-BE49-F238E27FC236}">
                <a16:creationId xmlns:a16="http://schemas.microsoft.com/office/drawing/2014/main" id="{06B05770-8E16-4B8C-84FE-F8D25193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14325"/>
            <a:ext cx="1000125" cy="10"/>
          </a:xfrm>
          <a:custGeom xmlns:a="http://schemas.openxmlformats.org/drawingml/2006/main">
            <a:pathLst>
              <a:path w="1000125" h="10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177FCC2D-4A22-465A-BF82-BF42FA4A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6700"/>
            <a:ext cx="47625" cy="95250"/>
          </a:xfrm>
          <a:custGeom xmlns:a="http://schemas.openxmlformats.org/drawingml/2006/main">
            <a:pathLst>
              <a:path w="47625" h="95250">
                <a:moveTo>
                  <a:pt x="47625" y="0"/>
                </a:moveTo>
                <a:lnTo>
                  <a:pt x="0" y="47625"/>
                </a:lnTo>
                <a:lnTo>
                  <a:pt x="476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DB75E53D-4A36-42B7-A540-BDDECA26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6700"/>
            <a:ext cx="47625" cy="95250"/>
          </a:xfrm>
          <a:custGeom xmlns:a="http://schemas.openxmlformats.org/drawingml/2006/main">
            <a:pathLst>
              <a:path w="47625" h="95250">
                <a:moveTo>
                  <a:pt x="0" y="0"/>
                </a:moveTo>
                <a:lnTo>
                  <a:pt x="47625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8" name="AI-083-18">
            <a:extLst xmlns:a="http://schemas.openxmlformats.org/drawingml/2006/main">
              <a:ext uri="{FF2B5EF4-FFF2-40B4-BE49-F238E27FC236}">
                <a16:creationId xmlns:a16="http://schemas.microsoft.com/office/drawing/2014/main" id="{02102479-A7EC-4CCC-AD29-BA1C725F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1428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Context</a:t>
            </a:r>
          </a:p>
        </p:txBody>
      </p:sp>
      <p:sp>
        <p:nvSpPr>
          <p:cNvPr id="19" name="AI-083-19">
            <a:extLst xmlns:a="http://schemas.openxmlformats.org/drawingml/2006/main">
              <a:ext uri="{FF2B5EF4-FFF2-40B4-BE49-F238E27FC236}">
                <a16:creationId xmlns:a16="http://schemas.microsoft.com/office/drawing/2014/main" id="{4C879977-0AD8-46DD-B09D-9F3BE7CB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37147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Token</a:t>
            </a:r>
          </a:p>
        </p:txBody>
      </p:sp>
      <p:sp>
        <p:nvSpPr>
          <p:cNvPr id="20" name="AI-083-20">
            <a:extLst xmlns:a="http://schemas.openxmlformats.org/drawingml/2006/main">
              <a:ext uri="{FF2B5EF4-FFF2-40B4-BE49-F238E27FC236}">
                <a16:creationId xmlns:a16="http://schemas.microsoft.com/office/drawing/2014/main" id="{C2C9E195-02D1-4BA4-A1DE-EAB72CA4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19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Autoregressive</a:t>
            </a:r>
          </a:p>
        </p:txBody>
      </p:sp>
      <p:sp>
        <p:nvSpPr>
          <p:cNvPr id="21" name="AI-083-21">
            <a:extLst xmlns:a="http://schemas.openxmlformats.org/drawingml/2006/main">
              <a:ext uri="{FF2B5EF4-FFF2-40B4-BE49-F238E27FC236}">
                <a16:creationId xmlns:a16="http://schemas.microsoft.com/office/drawing/2014/main" id="{0CBFF8FE-1732-43F8-86BB-721A638A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1219200"/>
            <a:ext cx="1466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1E5F2"/>
          </a:solidFill>
          <a:ln xmlns:a="http://schemas.openxmlformats.org/drawingml/2006/main" w="21908">
            <a:solidFill>
              <a:srgbClr val="418DCF"/>
            </a:solidFill>
          </a:ln>
        </p:spPr>
      </p:sp>
      <p:sp>
        <p:nvSpPr>
          <p:cNvPr id="22" name="AI-083-22">
            <a:extLst xmlns:a="http://schemas.openxmlformats.org/drawingml/2006/main">
              <a:ext uri="{FF2B5EF4-FFF2-40B4-BE49-F238E27FC236}">
                <a16:creationId xmlns:a16="http://schemas.microsoft.com/office/drawing/2014/main" id="{76FF259E-32F5-43E4-800D-50922019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1371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Global Statistics</a:t>
            </a:r>
          </a:p>
        </p:txBody>
      </p:sp>
      <p:sp>
        <p:nvSpPr>
          <p:cNvPr id="23" name="line-23">
            <a:extLst xmlns:a="http://schemas.openxmlformats.org/drawingml/2006/main">
              <a:ext uri="{FF2B5EF4-FFF2-40B4-BE49-F238E27FC236}">
                <a16:creationId xmlns:a16="http://schemas.microsoft.com/office/drawing/2014/main" id="{D4CFD760-FDB5-4450-B71A-61FA70F6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0" cy="190500"/>
          </a:xfrm>
          <a:custGeom xmlns:a="http://schemas.openxmlformats.org/drawingml/2006/main">
            <a:pathLst>
              <a:path w="10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18DCF"/>
            </a:solidFill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46154216-EBCA-4C60-9789-58D3C1D8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14" y="1141279"/>
            <a:ext cx="71472" cy="77921"/>
          </a:xfrm>
          <a:custGeom xmlns:a="http://schemas.openxmlformats.org/drawingml/2006/main">
            <a:pathLst>
              <a:path w="71472" h="77921">
                <a:moveTo>
                  <a:pt x="35736" y="77921"/>
                </a:moveTo>
                <a:lnTo>
                  <a:pt x="0" y="0"/>
                </a:lnTo>
                <a:lnTo>
                  <a:pt x="71472" y="0"/>
                </a:lnTo>
                <a:close/>
              </a:path>
            </a:pathLst>
          </a:custGeom>
          <a:solidFill xmlns:a="http://schemas.openxmlformats.org/drawingml/2006/main">
            <a:srgbClr val="418DCF"/>
          </a:solidFill>
          <a:ln xmlns:a="http://schemas.openxmlformats.org/drawingml/2006/main" w="20955">
            <a:solidFill>
              <a:srgbClr val="418DCF"/>
            </a:solidFill>
          </a:ln>
        </p:spPr>
      </p:sp>
      <p:sp>
        <p:nvSpPr>
          <p:cNvPr id="25" name="AI-083-25">
            <a:extLst xmlns:a="http://schemas.openxmlformats.org/drawingml/2006/main">
              <a:ext uri="{FF2B5EF4-FFF2-40B4-BE49-F238E27FC236}">
                <a16:creationId xmlns:a16="http://schemas.microsoft.com/office/drawing/2014/main" id="{BBDBC9C3-DE47-417D-B102-D63AB03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219200"/>
            <a:ext cx="1466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0E0"/>
          </a:solidFill>
          <a:ln xmlns:a="http://schemas.openxmlformats.org/drawingml/2006/main" w="21908">
            <a:solidFill>
              <a:srgbClr val="DD575A"/>
            </a:solidFill>
          </a:ln>
        </p:spPr>
      </p:sp>
      <p:sp>
        <p:nvSpPr>
          <p:cNvPr id="26" name="AI-083-26">
            <a:extLst xmlns:a="http://schemas.openxmlformats.org/drawingml/2006/main">
              <a:ext uri="{FF2B5EF4-FFF2-40B4-BE49-F238E27FC236}">
                <a16:creationId xmlns:a16="http://schemas.microsoft.com/office/drawing/2014/main" id="{DB53292A-6487-4A4F-BAC0-5706A694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1371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Statistics</a:t>
            </a:r>
          </a:p>
        </p:txBody>
      </p:sp>
      <p:sp>
        <p:nvSpPr>
          <p:cNvPr id="27" name="line-27">
            <a:extLst xmlns:a="http://schemas.openxmlformats.org/drawingml/2006/main">
              <a:ext uri="{FF2B5EF4-FFF2-40B4-BE49-F238E27FC236}">
                <a16:creationId xmlns:a16="http://schemas.microsoft.com/office/drawing/2014/main" id="{9C0155D5-E51D-4618-8240-C6398D1F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028700"/>
            <a:ext cx="10" cy="190500"/>
          </a:xfrm>
          <a:custGeom xmlns:a="http://schemas.openxmlformats.org/drawingml/2006/main">
            <a:pathLst>
              <a:path w="10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D575A"/>
            </a:solidFill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C1DBF6D0-832C-4121-B463-955BFAC1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639" y="1141279"/>
            <a:ext cx="71472" cy="77921"/>
          </a:xfrm>
          <a:custGeom xmlns:a="http://schemas.openxmlformats.org/drawingml/2006/main">
            <a:pathLst>
              <a:path w="71472" h="77921">
                <a:moveTo>
                  <a:pt x="35736" y="77921"/>
                </a:moveTo>
                <a:lnTo>
                  <a:pt x="0" y="0"/>
                </a:lnTo>
                <a:lnTo>
                  <a:pt x="71472" y="0"/>
                </a:lnTo>
                <a:close/>
              </a:path>
            </a:pathLst>
          </a:custGeom>
          <a:solidFill xmlns:a="http://schemas.openxmlformats.org/drawingml/2006/main">
            <a:srgbClr val="DD575A"/>
          </a:solidFill>
          <a:ln xmlns:a="http://schemas.openxmlformats.org/drawingml/2006/main" w="20955">
            <a:solidFill>
              <a:srgbClr val="DD575A"/>
            </a:solidFill>
          </a:ln>
        </p:spPr>
      </p:sp>
      <p:sp>
        <p:nvSpPr>
          <p:cNvPr id="29" name="AI-083-29">
            <a:extLst xmlns:a="http://schemas.openxmlformats.org/drawingml/2006/main">
              <a:ext uri="{FF2B5EF4-FFF2-40B4-BE49-F238E27FC236}">
                <a16:creationId xmlns:a16="http://schemas.microsoft.com/office/drawing/2014/main" id="{851E0BBF-505B-45F9-BEFF-01E02E0F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1219200"/>
            <a:ext cx="1457325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7DEF5"/>
          </a:solidFill>
          <a:ln xmlns:a="http://schemas.openxmlformats.org/drawingml/2006/main" w="22860">
            <a:solidFill>
              <a:srgbClr val="8760BC"/>
            </a:solidFill>
          </a:ln>
        </p:spPr>
      </p:sp>
      <p:sp>
        <p:nvSpPr>
          <p:cNvPr id="30" name="AI-083-30">
            <a:extLst xmlns:a="http://schemas.openxmlformats.org/drawingml/2006/main">
              <a:ext uri="{FF2B5EF4-FFF2-40B4-BE49-F238E27FC236}">
                <a16:creationId xmlns:a16="http://schemas.microsoft.com/office/drawing/2014/main" id="{F7E93735-D8E8-4A20-B920-C9900D33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3811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Hybrid Fusion</a:t>
            </a:r>
          </a:p>
        </p:txBody>
      </p:sp>
      <p:sp>
        <p:nvSpPr>
          <p:cNvPr id="31" name="line-31">
            <a:extLst xmlns:a="http://schemas.openxmlformats.org/drawingml/2006/main">
              <a:ext uri="{FF2B5EF4-FFF2-40B4-BE49-F238E27FC236}">
                <a16:creationId xmlns:a16="http://schemas.microsoft.com/office/drawing/2014/main" id="{86BE9665-5C00-4CDD-917B-893AEE24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95425"/>
            <a:ext cx="1171575" cy="10"/>
          </a:xfrm>
          <a:custGeom xmlns:a="http://schemas.openxmlformats.org/drawingml/2006/main">
            <a:pathLst>
              <a:path w="1171575" h="10">
                <a:moveTo>
                  <a:pt x="0" y="0"/>
                </a:moveTo>
                <a:lnTo>
                  <a:pt x="1171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18DCF"/>
            </a:solidFill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C9C17790-F098-45FA-9AAD-51655A7F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946" y="145571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8DCF"/>
          </a:solidFill>
          <a:ln xmlns:a="http://schemas.openxmlformats.org/drawingml/2006/main" w="20955">
            <a:solidFill>
              <a:srgbClr val="418DCF"/>
            </a:solidFill>
          </a:ln>
        </p:spPr>
      </p:sp>
      <p:sp>
        <p:nvSpPr>
          <p:cNvPr id="33" name="line-33">
            <a:extLst xmlns:a="http://schemas.openxmlformats.org/drawingml/2006/main">
              <a:ext uri="{FF2B5EF4-FFF2-40B4-BE49-F238E27FC236}">
                <a16:creationId xmlns:a16="http://schemas.microsoft.com/office/drawing/2014/main" id="{417609EC-3212-4F39-A96C-E8B57F28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95425"/>
            <a:ext cx="1171575" cy="10"/>
          </a:xfrm>
          <a:custGeom xmlns:a="http://schemas.openxmlformats.org/drawingml/2006/main">
            <a:pathLst>
              <a:path w="1171575" h="10">
                <a:moveTo>
                  <a:pt x="1171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D575A"/>
            </a:solidFill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126509F3-0937-4319-999A-3647D040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55718"/>
            <a:ext cx="86579" cy="79414"/>
          </a:xfrm>
          <a:custGeom xmlns:a="http://schemas.openxmlformats.org/drawingml/2006/main">
            <a:pathLst>
              <a:path w="86579" h="79414">
                <a:moveTo>
                  <a:pt x="0" y="39707"/>
                </a:moveTo>
                <a:lnTo>
                  <a:pt x="86579" y="0"/>
                </a:lnTo>
                <a:lnTo>
                  <a:pt x="86579" y="79414"/>
                </a:lnTo>
                <a:close/>
              </a:path>
            </a:pathLst>
          </a:custGeom>
          <a:solidFill xmlns:a="http://schemas.openxmlformats.org/drawingml/2006/main">
            <a:srgbClr val="DD575A"/>
          </a:solidFill>
          <a:ln xmlns:a="http://schemas.openxmlformats.org/drawingml/2006/main" w="20955">
            <a:solidFill>
              <a:srgbClr val="DD575A"/>
            </a:solidFill>
          </a:ln>
        </p:spPr>
      </p:sp>
      <p:sp>
        <p:nvSpPr>
          <p:cNvPr id="35" name="AI-083-35">
            <a:extLst xmlns:a="http://schemas.openxmlformats.org/drawingml/2006/main">
              <a:ext uri="{FF2B5EF4-FFF2-40B4-BE49-F238E27FC236}">
                <a16:creationId xmlns:a16="http://schemas.microsoft.com/office/drawing/2014/main" id="{D369163C-43E0-4419-B532-B329A29D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12001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36" name="AI-083-36">
            <a:extLst xmlns:a="http://schemas.openxmlformats.org/drawingml/2006/main">
              <a:ext uri="{FF2B5EF4-FFF2-40B4-BE49-F238E27FC236}">
                <a16:creationId xmlns:a16="http://schemas.microsoft.com/office/drawing/2014/main" id="{E7ABEC3B-18C6-448D-B903-376A568B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1295400"/>
            <a:ext cx="542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global</a:t>
            </a:r>
          </a:p>
        </p:txBody>
      </p:sp>
      <p:sp>
        <p:nvSpPr>
          <p:cNvPr id="37" name="AI-083-37">
            <a:extLst xmlns:a="http://schemas.openxmlformats.org/drawingml/2006/main">
              <a:ext uri="{FF2B5EF4-FFF2-40B4-BE49-F238E27FC236}">
                <a16:creationId xmlns:a16="http://schemas.microsoft.com/office/drawing/2014/main" id="{377B877D-8C36-4339-A7E9-9D30136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14859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38" name="AI-083-38">
            <a:extLst xmlns:a="http://schemas.openxmlformats.org/drawingml/2006/main">
              <a:ext uri="{FF2B5EF4-FFF2-40B4-BE49-F238E27FC236}">
                <a16:creationId xmlns:a16="http://schemas.microsoft.com/office/drawing/2014/main" id="{CFF1DAEE-1A33-410B-9BB6-BF38DE93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1581150"/>
            <a:ext cx="542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global</a:t>
            </a:r>
          </a:p>
        </p:txBody>
      </p:sp>
      <p:sp>
        <p:nvSpPr>
          <p:cNvPr id="39" name="AI-083-39">
            <a:extLst xmlns:a="http://schemas.openxmlformats.org/drawingml/2006/main">
              <a:ext uri="{FF2B5EF4-FFF2-40B4-BE49-F238E27FC236}">
                <a16:creationId xmlns:a16="http://schemas.microsoft.com/office/drawing/2014/main" id="{6F0AE0DC-A33E-431C-BB5C-B1A1A6D9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12001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40" name="AI-083-40">
            <a:extLst xmlns:a="http://schemas.openxmlformats.org/drawingml/2006/main">
              <a:ext uri="{FF2B5EF4-FFF2-40B4-BE49-F238E27FC236}">
                <a16:creationId xmlns:a16="http://schemas.microsoft.com/office/drawing/2014/main" id="{8756FD3A-6470-4819-B4F1-4593E2F0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675" y="129540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</a:t>
            </a:r>
          </a:p>
        </p:txBody>
      </p:sp>
      <p:sp>
        <p:nvSpPr>
          <p:cNvPr id="41" name="AI-083-41">
            <a:extLst xmlns:a="http://schemas.openxmlformats.org/drawingml/2006/main">
              <a:ext uri="{FF2B5EF4-FFF2-40B4-BE49-F238E27FC236}">
                <a16:creationId xmlns:a16="http://schemas.microsoft.com/office/drawing/2014/main" id="{82BD285C-7D33-441E-9DFF-DAB7301D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1152525"/>
            <a:ext cx="1428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2" name="AI-083-42">
            <a:extLst xmlns:a="http://schemas.openxmlformats.org/drawingml/2006/main">
              <a:ext uri="{FF2B5EF4-FFF2-40B4-BE49-F238E27FC236}">
                <a16:creationId xmlns:a16="http://schemas.microsoft.com/office/drawing/2014/main" id="{986E914F-2A80-410E-B350-03F79E68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14859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43" name="AI-083-43">
            <a:extLst xmlns:a="http://schemas.openxmlformats.org/drawingml/2006/main">
              <a:ext uri="{FF2B5EF4-FFF2-40B4-BE49-F238E27FC236}">
                <a16:creationId xmlns:a16="http://schemas.microsoft.com/office/drawing/2014/main" id="{08ED40AA-957D-4233-85F8-FFACF516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675" y="15811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</a:t>
            </a:r>
          </a:p>
        </p:txBody>
      </p:sp>
      <p:sp>
        <p:nvSpPr>
          <p:cNvPr id="44" name="AI-083-44">
            <a:extLst xmlns:a="http://schemas.openxmlformats.org/drawingml/2006/main">
              <a:ext uri="{FF2B5EF4-FFF2-40B4-BE49-F238E27FC236}">
                <a16:creationId xmlns:a16="http://schemas.microsoft.com/office/drawing/2014/main" id="{22396638-321C-4DE5-8C8C-F633646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1438275"/>
            <a:ext cx="1428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ED32A30C-D383-490D-AF97-A6272EF5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771525" cy="533400"/>
          </a:xfrm>
          <a:custGeom xmlns:a="http://schemas.openxmlformats.org/drawingml/2006/main">
            <a:pathLst>
              <a:path w="771525" h="533400">
                <a:moveTo>
                  <a:pt x="771525" y="0"/>
                </a:moveTo>
                <a:lnTo>
                  <a:pt x="0" y="0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8760BC"/>
            </a:solidFill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55BA69A0-CED9-4946-8819-A2E0FDF3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57425"/>
            <a:ext cx="152400" cy="85725"/>
          </a:xfrm>
          <a:custGeom xmlns:a="http://schemas.openxmlformats.org/drawingml/2006/main">
            <a:pathLst>
              <a:path w="152400" h="85725">
                <a:moveTo>
                  <a:pt x="0" y="0"/>
                </a:moveTo>
                <a:lnTo>
                  <a:pt x="76200" y="85725"/>
                </a:ln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8760BC"/>
            </a:solidFill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7D50D161-8CC6-4F91-9486-5A47C7E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0"/>
                </a:moveTo>
                <a:lnTo>
                  <a:pt x="762000" y="0"/>
                </a:lnTo>
                <a:lnTo>
                  <a:pt x="76200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8760BC"/>
            </a:solidFill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F6FB57D1-128F-46EC-B752-3E6A86B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57425"/>
            <a:ext cx="152400" cy="85725"/>
          </a:xfrm>
          <a:custGeom xmlns:a="http://schemas.openxmlformats.org/drawingml/2006/main">
            <a:pathLst>
              <a:path w="152400" h="85725">
                <a:moveTo>
                  <a:pt x="0" y="0"/>
                </a:moveTo>
                <a:lnTo>
                  <a:pt x="76200" y="85725"/>
                </a:ln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8760BC"/>
            </a:solidFill>
          </a:ln>
        </p:spPr>
      </p:sp>
      <p:sp>
        <p:nvSpPr>
          <p:cNvPr id="49" name="AI-083-49">
            <a:extLst xmlns:a="http://schemas.openxmlformats.org/drawingml/2006/main">
              <a:ext uri="{FF2B5EF4-FFF2-40B4-BE49-F238E27FC236}">
                <a16:creationId xmlns:a16="http://schemas.microsoft.com/office/drawing/2014/main" id="{06B15370-5AA2-4CFF-8636-8D10AEB0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2352675"/>
            <a:ext cx="9620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DFDF"/>
          </a:solidFill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50" name="AI-083-50">
            <a:extLst xmlns:a="http://schemas.openxmlformats.org/drawingml/2006/main">
              <a:ext uri="{FF2B5EF4-FFF2-40B4-BE49-F238E27FC236}">
                <a16:creationId xmlns:a16="http://schemas.microsoft.com/office/drawing/2014/main" id="{FED10A6D-C9E6-4EEA-84A7-5F0CE8B8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4003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</a:t>
            </a:r>
          </a:p>
        </p:txBody>
      </p:sp>
      <p:sp>
        <p:nvSpPr>
          <p:cNvPr id="51" name="AI-083-51">
            <a:extLst xmlns:a="http://schemas.openxmlformats.org/drawingml/2006/main">
              <a:ext uri="{FF2B5EF4-FFF2-40B4-BE49-F238E27FC236}">
                <a16:creationId xmlns:a16="http://schemas.microsoft.com/office/drawing/2014/main" id="{246FB593-BF3C-4F9A-8C68-51A3C1F2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238375"/>
            <a:ext cx="1457325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DFDF"/>
          </a:solidFill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52" name="AI-083-52">
            <a:extLst xmlns:a="http://schemas.openxmlformats.org/drawingml/2006/main">
              <a:ext uri="{FF2B5EF4-FFF2-40B4-BE49-F238E27FC236}">
                <a16:creationId xmlns:a16="http://schemas.microsoft.com/office/drawing/2014/main" id="{E73FAB78-3A47-4F6B-A3E5-816C6C04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2276475"/>
            <a:ext cx="1419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Generated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53" name="AI-083-53">
            <a:extLst xmlns:a="http://schemas.openxmlformats.org/drawingml/2006/main">
              <a:ext uri="{FF2B5EF4-FFF2-40B4-BE49-F238E27FC236}">
                <a16:creationId xmlns:a16="http://schemas.microsoft.com/office/drawing/2014/main" id="{EAAEEA7C-DBDA-42EA-A648-5D9C2BD1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2352675"/>
            <a:ext cx="9620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DFDF"/>
          </a:solidFill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54" name="AI-083-54">
            <a:extLst xmlns:a="http://schemas.openxmlformats.org/drawingml/2006/main">
              <a:ext uri="{FF2B5EF4-FFF2-40B4-BE49-F238E27FC236}">
                <a16:creationId xmlns:a16="http://schemas.microsoft.com/office/drawing/2014/main" id="{8731E3A4-1DCB-464C-AF05-6667F4DB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2400300"/>
            <a:ext cx="942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Denorm</a:t>
            </a:r>
          </a:p>
        </p:txBody>
      </p:sp>
      <p:sp>
        <p:nvSpPr>
          <p:cNvPr id="55" name="AI-083-55">
            <a:extLst xmlns:a="http://schemas.openxmlformats.org/drawingml/2006/main">
              <a:ext uri="{FF2B5EF4-FFF2-40B4-BE49-F238E27FC236}">
                <a16:creationId xmlns:a16="http://schemas.microsoft.com/office/drawing/2014/main" id="{EC516164-6EF5-483E-8A24-A19D031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2314575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56" name="line-56">
            <a:extLst xmlns:a="http://schemas.openxmlformats.org/drawingml/2006/main">
              <a:ext uri="{FF2B5EF4-FFF2-40B4-BE49-F238E27FC236}">
                <a16:creationId xmlns:a16="http://schemas.microsoft.com/office/drawing/2014/main" id="{B4926430-82B7-4FB3-BFD6-85419DD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62225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B480A4A9-093D-42BD-8CE3-F4FEE48B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04" y="252648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58" name="line-58">
            <a:extLst xmlns:a="http://schemas.openxmlformats.org/drawingml/2006/main">
              <a:ext uri="{FF2B5EF4-FFF2-40B4-BE49-F238E27FC236}">
                <a16:creationId xmlns:a16="http://schemas.microsoft.com/office/drawing/2014/main" id="{9041D20F-C291-4068-9410-F337F09C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62225"/>
            <a:ext cx="295275" cy="10"/>
          </a:xfrm>
          <a:custGeom xmlns:a="http://schemas.openxmlformats.org/drawingml/2006/main">
            <a:pathLst>
              <a:path w="295275" h="10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98BDFD6F-A7BF-44D7-98FA-22F7364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604" y="252648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60" name="line-60">
            <a:extLst xmlns:a="http://schemas.openxmlformats.org/drawingml/2006/main">
              <a:ext uri="{FF2B5EF4-FFF2-40B4-BE49-F238E27FC236}">
                <a16:creationId xmlns:a16="http://schemas.microsoft.com/office/drawing/2014/main" id="{8575B251-F8EE-43B8-9E16-FC19DD2D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62225"/>
            <a:ext cx="295275" cy="10"/>
          </a:xfrm>
          <a:custGeom xmlns:a="http://schemas.openxmlformats.org/drawingml/2006/main">
            <a:pathLst>
              <a:path w="295275" h="10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ED11C537-676C-4296-929D-C0000A84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204" y="252648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62" name="line-62">
            <a:extLst xmlns:a="http://schemas.openxmlformats.org/drawingml/2006/main">
              <a:ext uri="{FF2B5EF4-FFF2-40B4-BE49-F238E27FC236}">
                <a16:creationId xmlns:a16="http://schemas.microsoft.com/office/drawing/2014/main" id="{2F3ED966-E996-445D-BE95-A8D46FF3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62225"/>
            <a:ext cx="276225" cy="10"/>
          </a:xfrm>
          <a:custGeom xmlns:a="http://schemas.openxmlformats.org/drawingml/2006/main">
            <a:pathLst>
              <a:path w="276225" h="10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0AD72056-0DD4-4F28-ADBB-06C6C0CF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454" y="252648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64" name="AI-083-64">
            <a:extLst xmlns:a="http://schemas.openxmlformats.org/drawingml/2006/main">
              <a:ext uri="{FF2B5EF4-FFF2-40B4-BE49-F238E27FC236}">
                <a16:creationId xmlns:a16="http://schemas.microsoft.com/office/drawing/2014/main" id="{5608B5B1-0A18-4B39-94F4-9DE2E386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2314575"/>
            <a:ext cx="1009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Forecast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17308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2026-09-08T03:36:21.5370000Z</dcterms:created>
  <dcterms:modified xsi:type="dcterms:W3CDTF">2026-09-08T03:36:21.5370000Z</dcterms:modified>
</coreProperties>
</file>