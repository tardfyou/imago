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df00a6ecd44e4" /><Relationship Type="http://schemas.openxmlformats.org/officeDocument/2006/relationships/extended-properties" Target="/docProps/app.xml" Id="Re6b1c2b8a6924a55" /><Relationship Type="http://schemas.openxmlformats.org/officeDocument/2006/relationships/officeDocument" Target="/ppt/presentation.xml" Id="R8699fa518234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f8874be49748bb"/>
  </p:sldMasterIdLst>
  <p:notesMasterIdLst>
    <p:notesMasterId xmlns:r="http://schemas.openxmlformats.org/officeDocument/2006/relationships" r:id="Rffb084b5bf9e4fec"/>
  </p:notesMasterIdLst>
  <p:sldIdLst>
    <p:sldId xmlns:r="http://schemas.openxmlformats.org/officeDocument/2006/relationships" id="256" r:id="R34d46e3c06b146bf"/>
  </p:sldIdLst>
  <p:sldSz cx="6400800" cy="5429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2ecad799864e5c" /><Relationship Type="http://schemas.openxmlformats.org/officeDocument/2006/relationships/slideMaster" Target="/ppt/slideMasters/slideMaster1.xml" Id="R24f8874be49748bb" /><Relationship Type="http://schemas.openxmlformats.org/officeDocument/2006/relationships/notesMaster" Target="/ppt/notesMasters/notesMaster1.xml" Id="Rffb084b5bf9e4fec" /><Relationship Type="http://schemas.openxmlformats.org/officeDocument/2006/relationships/presProps" Target="/ppt/presProps.xml" Id="Rcd782d1c9b5f4a54" /><Relationship Type="http://schemas.openxmlformats.org/officeDocument/2006/relationships/tableStyles" Target="/ppt/tableStyles.xml" Id="Reb628c1ab43c4685" /><Relationship Type="http://schemas.openxmlformats.org/officeDocument/2006/relationships/slide" Target="/ppt/slides/slide1.xml" Id="R34d46e3c06b146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f398a6304744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469ec50415458c" /><Relationship Type="http://schemas.openxmlformats.org/officeDocument/2006/relationships/notesMaster" Target="/ppt/notesMasters/notesMaster1.xml" Id="Rd329309058224ec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素材ID：AI-018</ns1:t>
            </ns1:r>
          </ns1:p>
          <ns1:p>
            <ns1:r>
              <ns1:t>论文：Native Sparse Attention: Hardware-Aligned and Natively Trainable Sparse Attention</ns1:t>
            </ns1:r>
          </ns1:p>
          <ns1:p>
            <ns1:r>
              <ns1:t>会议：ACL 2025</ns1:t>
            </ns1:r>
          </ns1:p>
          <ns1:p>
            <ns1:r>
              <ns1:t>奖项：Best Paper</ns1:t>
            </ns1:r>
          </ns1:p>
          <ns1:p>
            <ns1:r>
              <ns1:t>图号：Figure 3，PDF第5页</ns1:t>
            </ns1:r>
          </ns1:p>
          <ns1:p>
            <ns1:r>
              <ns1:t>类型：方法细节</ns1:t>
            </ns1:r>
          </ns1:p>
          <ns1:p>
            <ns1:r>
              <ns1:t>借鉴点：把查询、键、值的矩阵布局与SRAM/HBM搬运路径叠加，适合讲清算法和硬件实现关系。</ns1:t>
            </ns1:r>
          </ns1:p>
          <ns1:p>
            <ns1:r>
              <ns1:t>论文URL：https://aclanthology.org/2025.acl-long.1126/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697751f61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7cf607e8584597" /><Relationship Type="http://schemas.openxmlformats.org/officeDocument/2006/relationships/slideLayout" Target="/ppt/slideLayouts/slideLayout1.xml" Id="R87cc4ec0551d43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c4ec0551d43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df05f2a074b41" /><Relationship Type="http://schemas.openxmlformats.org/officeDocument/2006/relationships/image" Target="/ppt/media/image.png" Id="R7b809e04611a4dd7" /><Relationship Type="http://schemas.openxmlformats.org/officeDocument/2006/relationships/image" Target="/ppt/media/image2.png" Id="R43ba52bf666f4750" /><Relationship Type="http://schemas.openxmlformats.org/officeDocument/2006/relationships/notesSlide" Target="/ppt/notesSlides/notesSlide1.xml" Id="Rdfabf68f4c674b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A06CC-4C6E-44BD-B634-43A5BFDF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3" y="24205"/>
            <a:ext cx="6237126" cy="5405045"/>
          </a:xfrm>
          <a:custGeom xmlns:a="http://schemas.openxmlformats.org/drawingml/2006/main">
            <a:pathLst>
              <a:path w="6237126" h="5405045">
                <a:moveTo>
                  <a:pt x="6237126" y="0"/>
                </a:moveTo>
                <a:lnTo>
                  <a:pt x="0" y="0"/>
                </a:lnTo>
                <a:lnTo>
                  <a:pt x="0" y="5405045"/>
                </a:lnTo>
                <a:lnTo>
                  <a:pt x="6237126" y="5405045"/>
                </a:lnTo>
                <a:lnTo>
                  <a:pt x="623712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DAF76-3412-4E5E-BB8A-B29C9D8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1121691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E2521-0EC2-4ACF-B080-7133C93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1110098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13999-5837-4983-A277-A01D7561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1121691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09E1A-1B49-45AF-B9BF-F334BFEB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111009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6D396-2B9B-46E7-BA38-42EDDCAB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1121691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61960-27ED-4308-A1BA-EDEF6C21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111009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3DA5B-29BE-4E24-B713-9F26AAE5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1121691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6DF2D-3693-4D36-B03D-4620831A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111009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AA9A0-6560-4438-B5CF-19863D76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1121691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CB910-1F11-4E65-98AC-49A50E72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111009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039A8-2ECE-40EC-BAF1-8EB31F49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1121691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47616-768D-406A-BF6C-22E3738D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111009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7904E-DFCB-4D05-9986-C27EE6A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1121691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5FBB1-6F26-4FE1-A3D5-90C168C8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111009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A63B0-6810-437C-B3D7-41025F56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1121691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0BD86-D97A-4420-8C29-2E89C487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111009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F4A23-4254-450B-8AC7-5FAC1BA4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1121691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37A10-118E-4AA5-946C-E2F21E9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111009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AC132-B46B-44D8-88F7-EEF72365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413591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0C38A-D291-42C3-876B-4969C872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412432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5407C-08C5-4840-9B23-22FB788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413591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EDF11-FE27-4755-B645-4C9530CF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412432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9DD02-89AB-4C13-92C2-7AAE1245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413591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C2901-FA3F-4097-8613-E6B6D58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412432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79348-62F4-47A0-93A7-64724E46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413591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FEEB1-2E30-48E9-BE28-E2DD9415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412432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6BDC9-DCD2-4C3A-AE7B-8FC4124D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413591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A9B15-5B1F-4B75-BC8A-9A2782D0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412432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690B3-B41B-4051-8F99-47029B3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413591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E84F0-B947-4FDE-9C33-20490AC7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412432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BD461-D882-49A5-B9D3-5806CA8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413591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68C3F-EA2C-4C48-A359-7A9A0EA8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412432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1B488-2FF8-4DEE-91CA-BDA856E9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413591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7DFB5-7EA3-479C-9D26-01B68D1C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412432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8F26E-F6AD-4D40-9A29-95528D7C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1353555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6D675-F8AB-4D46-81BF-8FFEA6FB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1341961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AA0C7-5B42-4400-868E-91C9A9B1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135355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9B5A4-90B6-4C92-936A-CD9325E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1341961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7822F-7AF0-471B-8BF3-BCFBF1C3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135355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5D925-79F4-4B4D-958D-9D5788F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1341961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5841A-C5B6-422E-9E8D-4C04BE33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135355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A7731-92F0-4197-9AF6-0933A015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1341961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D35EC-9C1F-4094-90FF-3E3C671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135355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5F33D-730B-4238-BB39-C55CA583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1341961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44DF2-9DDF-4B1C-BBDA-B675C812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135355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FACC3-A508-4584-9132-0C140656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1341961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FD407-1EB7-4063-8EB9-FCF0D406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135355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F5F1A-95B7-454D-A8DC-2C71BA51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1341961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7CE00-5ED9-40E3-9642-E18A1CE1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135355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896C4-3947-40DE-BF08-6AE47D8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1341961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8D027-5B7D-41A5-9228-1067CB92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135355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262F1-BB41-4650-BC90-B88C8097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1341961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1CD09-95B8-4ECA-A2A4-FD3CC872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1585418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B487C-73AF-49F2-B2AD-05EEA4C5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1573825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D9792-B215-4F96-AF9B-F5E650E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158541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AA0BF-3ACB-4CEE-92F9-BC46B0F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157382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40636-BD23-4095-8FA2-4A4D6824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158541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CEB73-F8C9-4EF2-A86E-495537F4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157382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BD481-35F5-461F-A28A-A361A4D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158541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B5140-2785-436B-93A4-E9C1C4D9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157382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0E1B6-15F4-4F17-9AD5-4414D2E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158541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85FDC8-BA87-4F4D-8869-1C345B2B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157382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25ADA-8B0F-4752-968C-DE0C6BA3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158541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958FA-3D7D-44DF-A23C-BF9822E6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157382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6EF1F-B299-4736-B938-BC86FB39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158541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4238B-CFBC-4210-A535-1E553032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157382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669EA-907E-4949-9E3A-D725C004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158541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DB8A9-9466-49EF-9AA7-0E9CEEC5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157382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72720-1AD4-448C-BDBC-9366AAF1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158541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FA1B7-2501-4658-8B61-87969E3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157382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1B6C9-6A24-486B-B95E-56EC3E88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1817282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15B44-37CB-4127-AF7B-DD569DEC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1805688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1290A-E89A-44B6-B141-1E4FD61F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181728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9EA63-16E1-4B0E-A418-E784A9A5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180568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B9CD0-2065-4D8D-B292-B4194654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181728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5F287-AF58-4316-8563-BA81CEF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180568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2919B-B6B7-49BC-9933-78E8BEEB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181728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1F25A-03E9-4D83-A928-DCF9FE4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180568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0A72F-3C72-43FB-AF5C-A6D3733E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181728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86C8E-BCE9-4E1E-8F43-2F405F07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180568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7B0AA-572A-4682-AFD4-B0F24A16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181728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A3792-BA1D-45AF-B00B-668E220E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180568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DAF46-90DB-4AD1-A95D-A66E54CD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181728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5D951-8C14-483D-9E1B-B4398026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180568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B663C-73E5-4622-B4BA-31EE04C2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181728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4D800-B094-4E38-835A-6582771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180568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028ED-1659-45A3-8ACE-49469F0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181728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02249-A61B-4CD0-AFDF-E1CE089F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180568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3D8A2-D1ED-443C-97C9-884868DA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049145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812E0-86B0-4399-B669-822205EB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037552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C9635-9606-402B-A62A-98951E5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04914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5F3B7-7CE5-49FC-848F-A1C27116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03755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B56F4-67F5-4FD2-BF71-CFF3F00C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204914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5382E-3383-422E-86E2-B69EF93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203755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E4CEA-DA74-44AB-B13E-8F8D4907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204914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0724B-2908-4B98-B8AD-B879557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203755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4F441-5555-49A2-8BC2-C9E156C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204914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15FF3-A877-4BF3-ACB8-EA070B06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203755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CEAF6-B2BA-42C9-BFD3-5BC4E42E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204914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82949-2320-46AE-A62C-09EF2B30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203755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040A2-65F8-4180-A9BD-79108C26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204914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FD92F-71E6-4EBA-86EF-9C28789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203755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B1A21-3B22-49E0-8E7E-5934924C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204914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23158-0014-4BFD-ADCE-DEB7C4A9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203755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146C4-85B4-41A9-ABEC-B664CCA2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204914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08D34-9074-4B33-8A15-B5D2843D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203755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6AA32-A816-49AD-82F1-A3D0608E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281008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77AF0-F0D2-44BE-9503-F4E40E6B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269415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F7620-3AE6-4567-AD69-28AADB2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28100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29B59-5574-4009-9B3D-DA82F3A9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26941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8F59C-F1C7-4994-8260-4A9CBA50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228100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D010B-ABB5-497F-AF06-6EC3FF34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226941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33865-AB2F-471F-BF64-1E7729D9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228100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253AE-B838-4A0B-BEEC-F21E0854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226941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B8DDA-E07A-4604-B1AF-834FB482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228100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7003D8-D5BE-42B7-B695-AA69C634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226941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37581-55E0-4AC3-B124-2855EBD0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228100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0C5B8-B4BA-4025-8E2B-8E48653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226941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5BDA7-AB60-42B7-A25D-18571FA9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228100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317C4-1F04-4272-9890-F951D944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226941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53B61-54AA-4F48-A8A3-0CDEB912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228100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8FAB7-C840-4406-AEDF-A7C18AE7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226941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526C5-A9F2-4FE4-A3FB-B85533F2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512872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1F3A4-2DC5-4126-BBD8-299934D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501278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A19DE-CB62-4575-9C99-FEFA19F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51287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50243-403D-4A29-BAF1-FF689F2F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50127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5F348-D5C8-4257-A9D2-173427C4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251287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5319E-8FB6-492D-8244-9005FD44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250127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2AAEF-16AE-4EAD-A2D2-E5A5A1D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251287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4B84D-4423-4E75-83E2-998AD848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250127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E8569-C1C5-4472-A713-D217A755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251287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83A0C-A90E-490F-80FE-3B15304B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250127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EC99F-B686-455D-A3C5-DC68EDF7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251287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992D5-644B-4315-AE87-45E3D1D8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250127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01ED5-111D-4732-B197-F97214DF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251287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80963-E427-46E3-8AE9-4B41F9A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250127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0C590-0EA8-4C50-A054-685C944B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251287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5385D-A544-46FA-A0CE-C128F23A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250127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C05AB-A74A-4B28-9905-3A279BB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251287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25B5A-7A27-4EF7-8A96-74BF9555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2501278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8BF9A-E320-496B-8E2F-CC0764D4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744735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6A5D3-885F-432B-BD3B-E169B99A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733142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3392A-1B7F-414A-80D1-B2AC1B22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7447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07732-3D4C-4F69-ABB1-55BAEFD3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73314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E9648-6CCD-42DB-B7B5-D6FC648F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27447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62F58-0881-4512-9C98-FDD98258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273314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2C60D-AF95-4F4E-B978-E32C3B54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27447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60FAE-AFB0-4D56-B00B-AFB29F82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273314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2213A-1B1C-42FC-BB0A-CCC1B2D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27447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FFAF8-B38E-4E8D-9D96-0280DDC0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273314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6B7DD-E66B-4022-8B06-6DC34908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27447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BF386-65C6-4522-B467-30C8F27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273314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B0AA6-E54C-4443-A962-D70F8E43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27447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EDA10-1C2A-49BB-883C-7892718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273314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4D430-392A-44E2-924F-A025421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297659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1C48F-1C81-4DC7-8257-27C214E7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296500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6D330-154F-4A4D-89D4-A47C04DB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297659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B4E76-ACC3-492F-988F-45885E5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296500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FAEAC-B00A-4B45-89BE-7CE2ECC8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297659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F1BA5-597A-4A2F-8C0E-E64E07F3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296500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849F8-1F64-495C-817B-98F0774A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297659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66FE4-338B-49D2-B195-A6F6A73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296500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35EA1-3150-4CF0-A6B7-64F25DBF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297659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4DA30-0976-4571-91FC-EFE5DA5B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296500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CDC1D-2FA0-44EF-99D1-133E2CDB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297659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FE514-5399-465E-8DD8-149E6F0E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296500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C326C-12BF-4F46-B1E7-B347E1B8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297659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7E925-B615-481D-8027-0D972CF1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296500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1DD52-1A8D-4BE6-A3EF-41D081BC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320846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0F7F9-FB89-47D2-9834-6BAE254A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319686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ABC73-B905-4DBD-8891-DD9F8F42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320846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265C0-1FC7-48D9-820C-576A8796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319686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FAE88-DF02-4297-8318-11A508F3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320846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717A6-15D8-4C61-BF95-B008F48D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319686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C4080-3F74-4BFF-8687-8D3194B4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320846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E3885-607F-474F-85E1-2C06072E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319686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9B7DB-C071-4E45-A0D4-F7B5C810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320846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28618-ED1E-4856-8011-63A5C8B5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319686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0FA8B-AB7D-4AE0-A15F-13007F54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320846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4245E-B709-46E8-AFC2-71048FF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319686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78D7B-47ED-460F-80CB-ABB32BAB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320846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210FE-7F77-4A7B-981C-B9943C85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319686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7F4B4-29A7-44A6-801D-A96E84B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320846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6534E-112A-4DC8-9036-89797D7B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319686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CCF5F-AF53-4F68-ACB1-D4183D85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3440326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453DB-81CA-45AC-81CA-ED2E9876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342873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4F91B-0098-4D6D-B850-38B69793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3440326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28F20-C0B7-4FC5-9AB4-5A1AD470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342873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12FFD-DD27-4119-A762-0A429D3B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3440326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94A31-9C02-4AC7-93A1-FE55C429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342873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D3693-3982-44D8-BA69-36D48BC4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3440326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38926-A591-436B-8C36-E3D94C90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342873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8A8B8-8D9A-4017-BB55-B7EFDDD6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3440326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EE84A-F7A2-4CED-89C8-D36F99F6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342873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42B85-AE33-4C93-B1EE-6D710C4B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3440326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947E6-0D06-46B7-AD32-43B5AA4B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342873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DAB3C-93A6-4B0E-B241-B4E0B270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3440326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DF842-F878-4807-AB85-9D6C5D46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342873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08F30-DAD3-49C8-90F7-DB1085C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3440326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65C10-BA53-4A0A-ACDA-0AD62541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342873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2D36F-A13B-48F6-9921-444E326C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3672189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0861F-0EEE-48A0-B9FB-3BE3BE49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366059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7F651-FBF9-4E53-B4CA-A34FDD0D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3672189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A209A-EDC1-475A-81A1-EB7E4FF0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366059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86714-7BAF-4423-9DB8-46947A0D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3672189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8C50E-5A36-46CF-8C51-049800D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366059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D5743-95EA-4F85-82C0-3FCA59C3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3672189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96DCB-4F74-4ECE-B71F-18971CC2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366059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C2339-967A-43BD-9E75-38C0ABDF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3672189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3B17F-5FE1-4541-A833-ABC0AB4C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366059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71743-C149-43C1-BD5C-2AF0460C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3672189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D51E8-392A-4009-B939-07E84967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366059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37376-F811-4020-AB3A-CB5C875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3672189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295A2-9118-491D-B53E-EC5C358B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366059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748ED-2858-4E99-B95D-E942ED47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3672189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06B4C-F10F-4172-8069-E00127D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366059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8D4E0-3CB2-4A7F-9963-77A4117A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5" y="390405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AAC8F9-0377-4321-936F-4ABB1D6B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42" y="389245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3D24F-C4FB-4091-B841-A8E4E7A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390405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38928-4633-4EFA-BD66-5940D989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389245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84F34-60A9-4E3E-8FA3-FCFA9158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390405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3CF04-2352-4E02-BEF6-425F5AD9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389245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85FDB-9FCF-43B4-9D8C-39BA814F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16" y="390405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63457-DDBF-4FFF-9C53-8C7DAFBB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3" y="389245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9C232-299C-416D-9312-CE3B173F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243" y="390405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0AFDF-7E7D-42E4-A0F5-86E26F9D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650" y="389245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67780-4DBA-4E1B-BFE7-35EEFBF9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70" y="390405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E7ED3-D596-4109-8CD3-CBD3D232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76" y="389245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A09F4-7A2C-4724-8A6B-1546430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697" y="390405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16A9D-390B-4FB3-A048-9EBD7006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04" y="389245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EEC02-5DE8-45DA-B118-68D8B10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24" y="3904052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34A68-F3D4-46F9-B13E-C694BCD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830" y="3892459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08870-8961-4F57-BD31-11A5EFBF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228100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B5644-B39F-451C-A259-2AE46F3F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226941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16E84-6A9B-41C8-A191-2758F9DA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62" y="27447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8837E-4E18-4A76-9F9D-56FEFF9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69" y="273314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3EC1B-5BFD-43AD-9C0D-C42DCACF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2733142"/>
            <a:ext cx="486913" cy="255050"/>
          </a:xfrm>
          <a:custGeom xmlns:a="http://schemas.openxmlformats.org/drawingml/2006/main">
            <a:pathLst>
              <a:path w="486913" h="255050">
                <a:moveTo>
                  <a:pt x="15428" y="393"/>
                </a:moveTo>
                <a:lnTo>
                  <a:pt x="14185" y="690"/>
                </a:lnTo>
                <a:lnTo>
                  <a:pt x="12975" y="1066"/>
                </a:lnTo>
                <a:lnTo>
                  <a:pt x="11801" y="1518"/>
                </a:lnTo>
                <a:lnTo>
                  <a:pt x="10665" y="2043"/>
                </a:lnTo>
                <a:lnTo>
                  <a:pt x="9570" y="2638"/>
                </a:lnTo>
                <a:lnTo>
                  <a:pt x="8519" y="3300"/>
                </a:lnTo>
                <a:lnTo>
                  <a:pt x="7515" y="4026"/>
                </a:lnTo>
                <a:lnTo>
                  <a:pt x="6561" y="4813"/>
                </a:lnTo>
                <a:lnTo>
                  <a:pt x="5659" y="5659"/>
                </a:lnTo>
                <a:lnTo>
                  <a:pt x="4813" y="6561"/>
                </a:lnTo>
                <a:lnTo>
                  <a:pt x="4026" y="7515"/>
                </a:lnTo>
                <a:lnTo>
                  <a:pt x="3300" y="8519"/>
                </a:lnTo>
                <a:lnTo>
                  <a:pt x="2638" y="9570"/>
                </a:lnTo>
                <a:lnTo>
                  <a:pt x="2043" y="10665"/>
                </a:lnTo>
                <a:lnTo>
                  <a:pt x="1518" y="11801"/>
                </a:lnTo>
                <a:lnTo>
                  <a:pt x="1066" y="12975"/>
                </a:lnTo>
                <a:lnTo>
                  <a:pt x="690" y="14185"/>
                </a:lnTo>
                <a:lnTo>
                  <a:pt x="393" y="15428"/>
                </a:lnTo>
                <a:lnTo>
                  <a:pt x="176" y="16700"/>
                </a:lnTo>
                <a:lnTo>
                  <a:pt x="45" y="17999"/>
                </a:lnTo>
                <a:lnTo>
                  <a:pt x="0" y="19322"/>
                </a:lnTo>
                <a:lnTo>
                  <a:pt x="0" y="235728"/>
                </a:lnTo>
                <a:lnTo>
                  <a:pt x="45" y="237051"/>
                </a:lnTo>
                <a:lnTo>
                  <a:pt x="176" y="238350"/>
                </a:lnTo>
                <a:lnTo>
                  <a:pt x="393" y="239622"/>
                </a:lnTo>
                <a:lnTo>
                  <a:pt x="690" y="240864"/>
                </a:lnTo>
                <a:lnTo>
                  <a:pt x="1066" y="242074"/>
                </a:lnTo>
                <a:lnTo>
                  <a:pt x="1518" y="243249"/>
                </a:lnTo>
                <a:lnTo>
                  <a:pt x="2043" y="244385"/>
                </a:lnTo>
                <a:lnTo>
                  <a:pt x="2638" y="245480"/>
                </a:lnTo>
                <a:lnTo>
                  <a:pt x="3300" y="246531"/>
                </a:lnTo>
                <a:lnTo>
                  <a:pt x="4026" y="247535"/>
                </a:lnTo>
                <a:lnTo>
                  <a:pt x="4813" y="248489"/>
                </a:lnTo>
                <a:lnTo>
                  <a:pt x="5659" y="249390"/>
                </a:lnTo>
                <a:lnTo>
                  <a:pt x="6561" y="250236"/>
                </a:lnTo>
                <a:lnTo>
                  <a:pt x="7515" y="251024"/>
                </a:lnTo>
                <a:lnTo>
                  <a:pt x="8519" y="251750"/>
                </a:lnTo>
                <a:lnTo>
                  <a:pt x="9570" y="252412"/>
                </a:lnTo>
                <a:lnTo>
                  <a:pt x="10665" y="253007"/>
                </a:lnTo>
                <a:lnTo>
                  <a:pt x="11801" y="253531"/>
                </a:lnTo>
                <a:lnTo>
                  <a:pt x="12975" y="253983"/>
                </a:lnTo>
                <a:lnTo>
                  <a:pt x="14185" y="254360"/>
                </a:lnTo>
                <a:lnTo>
                  <a:pt x="15428" y="254657"/>
                </a:lnTo>
                <a:lnTo>
                  <a:pt x="16700" y="254873"/>
                </a:lnTo>
                <a:lnTo>
                  <a:pt x="17999" y="255005"/>
                </a:lnTo>
                <a:lnTo>
                  <a:pt x="19322" y="255050"/>
                </a:lnTo>
                <a:lnTo>
                  <a:pt x="467591" y="255050"/>
                </a:lnTo>
                <a:lnTo>
                  <a:pt x="468914" y="255005"/>
                </a:lnTo>
                <a:lnTo>
                  <a:pt x="470213" y="254873"/>
                </a:lnTo>
                <a:lnTo>
                  <a:pt x="471485" y="254657"/>
                </a:lnTo>
                <a:lnTo>
                  <a:pt x="472728" y="254360"/>
                </a:lnTo>
                <a:lnTo>
                  <a:pt x="473938" y="253983"/>
                </a:lnTo>
                <a:lnTo>
                  <a:pt x="475112" y="253531"/>
                </a:lnTo>
                <a:lnTo>
                  <a:pt x="476248" y="253007"/>
                </a:lnTo>
                <a:lnTo>
                  <a:pt x="477343" y="252412"/>
                </a:lnTo>
                <a:lnTo>
                  <a:pt x="478394" y="251750"/>
                </a:lnTo>
                <a:lnTo>
                  <a:pt x="479398" y="251024"/>
                </a:lnTo>
                <a:lnTo>
                  <a:pt x="480352" y="250236"/>
                </a:lnTo>
                <a:lnTo>
                  <a:pt x="481254" y="249390"/>
                </a:lnTo>
                <a:lnTo>
                  <a:pt x="482100" y="248489"/>
                </a:lnTo>
                <a:lnTo>
                  <a:pt x="482887" y="247535"/>
                </a:lnTo>
                <a:lnTo>
                  <a:pt x="483613" y="246531"/>
                </a:lnTo>
                <a:lnTo>
                  <a:pt x="484275" y="245480"/>
                </a:lnTo>
                <a:lnTo>
                  <a:pt x="484870" y="244385"/>
                </a:lnTo>
                <a:lnTo>
                  <a:pt x="485395" y="243249"/>
                </a:lnTo>
                <a:lnTo>
                  <a:pt x="485847" y="242074"/>
                </a:lnTo>
                <a:lnTo>
                  <a:pt x="486223" y="240864"/>
                </a:lnTo>
                <a:lnTo>
                  <a:pt x="486521" y="239622"/>
                </a:lnTo>
                <a:lnTo>
                  <a:pt x="486737" y="238350"/>
                </a:lnTo>
                <a:lnTo>
                  <a:pt x="486869" y="237051"/>
                </a:lnTo>
                <a:lnTo>
                  <a:pt x="486913" y="235728"/>
                </a:lnTo>
                <a:lnTo>
                  <a:pt x="486913" y="19322"/>
                </a:lnTo>
                <a:lnTo>
                  <a:pt x="486869" y="17999"/>
                </a:lnTo>
                <a:lnTo>
                  <a:pt x="486737" y="16700"/>
                </a:lnTo>
                <a:lnTo>
                  <a:pt x="486521" y="15428"/>
                </a:lnTo>
                <a:lnTo>
                  <a:pt x="486223" y="14185"/>
                </a:lnTo>
                <a:lnTo>
                  <a:pt x="485847" y="12975"/>
                </a:lnTo>
                <a:lnTo>
                  <a:pt x="485395" y="11801"/>
                </a:lnTo>
                <a:lnTo>
                  <a:pt x="484870" y="10665"/>
                </a:lnTo>
                <a:lnTo>
                  <a:pt x="484275" y="9570"/>
                </a:lnTo>
                <a:lnTo>
                  <a:pt x="483613" y="8519"/>
                </a:lnTo>
                <a:lnTo>
                  <a:pt x="482887" y="7515"/>
                </a:lnTo>
                <a:lnTo>
                  <a:pt x="482100" y="6561"/>
                </a:lnTo>
                <a:lnTo>
                  <a:pt x="481254" y="5659"/>
                </a:lnTo>
                <a:lnTo>
                  <a:pt x="480352" y="4813"/>
                </a:lnTo>
                <a:lnTo>
                  <a:pt x="479398" y="4026"/>
                </a:lnTo>
                <a:lnTo>
                  <a:pt x="478394" y="3300"/>
                </a:lnTo>
                <a:lnTo>
                  <a:pt x="477343" y="2638"/>
                </a:lnTo>
                <a:lnTo>
                  <a:pt x="476248" y="2043"/>
                </a:lnTo>
                <a:lnTo>
                  <a:pt x="475112" y="1518"/>
                </a:lnTo>
                <a:lnTo>
                  <a:pt x="473938" y="1066"/>
                </a:lnTo>
                <a:lnTo>
                  <a:pt x="472728" y="690"/>
                </a:lnTo>
                <a:lnTo>
                  <a:pt x="471485" y="393"/>
                </a:lnTo>
                <a:lnTo>
                  <a:pt x="470213" y="176"/>
                </a:lnTo>
                <a:lnTo>
                  <a:pt x="468914" y="45"/>
                </a:lnTo>
                <a:lnTo>
                  <a:pt x="467591" y="0"/>
                </a:lnTo>
                <a:lnTo>
                  <a:pt x="19322" y="0"/>
                </a:lnTo>
                <a:lnTo>
                  <a:pt x="17999" y="45"/>
                </a:lnTo>
                <a:lnTo>
                  <a:pt x="16700" y="176"/>
                </a:lnTo>
                <a:lnTo>
                  <a:pt x="15428" y="393"/>
                </a:lnTo>
                <a:close/>
                <a:moveTo>
                  <a:pt x="23186" y="231863"/>
                </a:moveTo>
                <a:lnTo>
                  <a:pt x="23186" y="23186"/>
                </a:ln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09e04611a4dd7"/>
          <a:stretch xmlns:a="http://schemas.openxmlformats.org/drawingml/2006/main"/>
        </p:blipFill>
        <p:spPr>
          <a:xfrm xmlns:a="http://schemas.openxmlformats.org/drawingml/2006/main">
            <a:off x="2167366" y="2918632"/>
            <a:ext cx="610574" cy="378710"/>
          </a:xfrm>
          <a:prstGeom xmlns:a="http://schemas.openxmlformats.org/drawingml/2006/main" prst="rect">
            <a:avLst/>
          </a:prstGeom>
        </p:spPr>
      </p:pic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D6326-9502-4EFD-9D93-B909B91B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89" y="297659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7729"/>
                </a:moveTo>
                <a:cubicBezTo>
                  <a:pt x="0" y="3460"/>
                  <a:pt x="3460" y="0"/>
                  <a:pt x="7729" y="0"/>
                </a:cubicBezTo>
                <a:lnTo>
                  <a:pt x="455998" y="0"/>
                </a:lnTo>
                <a:cubicBezTo>
                  <a:pt x="460267" y="0"/>
                  <a:pt x="463727" y="3460"/>
                  <a:pt x="463727" y="7729"/>
                </a:cubicBezTo>
                <a:lnTo>
                  <a:pt x="463727" y="224135"/>
                </a:lnTo>
                <a:cubicBezTo>
                  <a:pt x="463727" y="228403"/>
                  <a:pt x="460267" y="231863"/>
                  <a:pt x="455998" y="231863"/>
                </a:cubicBezTo>
                <a:lnTo>
                  <a:pt x="7729" y="231863"/>
                </a:lnTo>
                <a:cubicBezTo>
                  <a:pt x="3460" y="231863"/>
                  <a:pt x="0" y="228403"/>
                  <a:pt x="0" y="224135"/>
                </a:cubicBezTo>
                <a:lnTo>
                  <a:pt x="0" y="7729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029B8-54ED-4149-BB81-A6D28F0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196" y="2965005"/>
            <a:ext cx="486913" cy="255050"/>
          </a:xfrm>
          <a:custGeom xmlns:a="http://schemas.openxmlformats.org/drawingml/2006/main">
            <a:pathLst>
              <a:path w="486913" h="255050">
                <a:moveTo>
                  <a:pt x="15428" y="393"/>
                </a:moveTo>
                <a:lnTo>
                  <a:pt x="14185" y="690"/>
                </a:lnTo>
                <a:lnTo>
                  <a:pt x="12975" y="1066"/>
                </a:lnTo>
                <a:lnTo>
                  <a:pt x="11801" y="1518"/>
                </a:lnTo>
                <a:lnTo>
                  <a:pt x="10665" y="2043"/>
                </a:lnTo>
                <a:lnTo>
                  <a:pt x="9570" y="2638"/>
                </a:lnTo>
                <a:lnTo>
                  <a:pt x="8519" y="3300"/>
                </a:lnTo>
                <a:lnTo>
                  <a:pt x="7515" y="4026"/>
                </a:lnTo>
                <a:lnTo>
                  <a:pt x="6561" y="4813"/>
                </a:lnTo>
                <a:lnTo>
                  <a:pt x="5659" y="5659"/>
                </a:lnTo>
                <a:lnTo>
                  <a:pt x="4813" y="6561"/>
                </a:lnTo>
                <a:lnTo>
                  <a:pt x="4026" y="7515"/>
                </a:lnTo>
                <a:lnTo>
                  <a:pt x="3300" y="8519"/>
                </a:lnTo>
                <a:lnTo>
                  <a:pt x="2638" y="9570"/>
                </a:lnTo>
                <a:lnTo>
                  <a:pt x="2043" y="10665"/>
                </a:lnTo>
                <a:lnTo>
                  <a:pt x="1518" y="11801"/>
                </a:lnTo>
                <a:lnTo>
                  <a:pt x="1066" y="12975"/>
                </a:lnTo>
                <a:lnTo>
                  <a:pt x="690" y="14185"/>
                </a:lnTo>
                <a:lnTo>
                  <a:pt x="393" y="15428"/>
                </a:lnTo>
                <a:lnTo>
                  <a:pt x="176" y="16700"/>
                </a:lnTo>
                <a:lnTo>
                  <a:pt x="45" y="17999"/>
                </a:lnTo>
                <a:lnTo>
                  <a:pt x="0" y="19322"/>
                </a:lnTo>
                <a:lnTo>
                  <a:pt x="0" y="235728"/>
                </a:lnTo>
                <a:lnTo>
                  <a:pt x="45" y="237051"/>
                </a:lnTo>
                <a:lnTo>
                  <a:pt x="176" y="238350"/>
                </a:lnTo>
                <a:lnTo>
                  <a:pt x="393" y="239622"/>
                </a:lnTo>
                <a:lnTo>
                  <a:pt x="690" y="240864"/>
                </a:lnTo>
                <a:lnTo>
                  <a:pt x="1066" y="242074"/>
                </a:lnTo>
                <a:lnTo>
                  <a:pt x="1518" y="243249"/>
                </a:lnTo>
                <a:lnTo>
                  <a:pt x="2043" y="244385"/>
                </a:lnTo>
                <a:lnTo>
                  <a:pt x="2638" y="245480"/>
                </a:lnTo>
                <a:lnTo>
                  <a:pt x="3300" y="246531"/>
                </a:lnTo>
                <a:lnTo>
                  <a:pt x="4026" y="247535"/>
                </a:lnTo>
                <a:lnTo>
                  <a:pt x="4813" y="248489"/>
                </a:lnTo>
                <a:lnTo>
                  <a:pt x="5659" y="249390"/>
                </a:lnTo>
                <a:lnTo>
                  <a:pt x="6561" y="250236"/>
                </a:lnTo>
                <a:lnTo>
                  <a:pt x="7515" y="251024"/>
                </a:lnTo>
                <a:lnTo>
                  <a:pt x="8519" y="251750"/>
                </a:lnTo>
                <a:lnTo>
                  <a:pt x="9570" y="252412"/>
                </a:lnTo>
                <a:lnTo>
                  <a:pt x="10665" y="253007"/>
                </a:lnTo>
                <a:lnTo>
                  <a:pt x="11801" y="253531"/>
                </a:lnTo>
                <a:lnTo>
                  <a:pt x="12975" y="253983"/>
                </a:lnTo>
                <a:lnTo>
                  <a:pt x="14185" y="254360"/>
                </a:lnTo>
                <a:lnTo>
                  <a:pt x="15428" y="254657"/>
                </a:lnTo>
                <a:lnTo>
                  <a:pt x="16700" y="254873"/>
                </a:lnTo>
                <a:lnTo>
                  <a:pt x="17999" y="255005"/>
                </a:lnTo>
                <a:lnTo>
                  <a:pt x="19322" y="255050"/>
                </a:lnTo>
                <a:lnTo>
                  <a:pt x="467591" y="255050"/>
                </a:lnTo>
                <a:lnTo>
                  <a:pt x="468914" y="255005"/>
                </a:lnTo>
                <a:lnTo>
                  <a:pt x="470213" y="254873"/>
                </a:lnTo>
                <a:lnTo>
                  <a:pt x="471485" y="254657"/>
                </a:lnTo>
                <a:lnTo>
                  <a:pt x="472728" y="254360"/>
                </a:lnTo>
                <a:lnTo>
                  <a:pt x="473938" y="253983"/>
                </a:lnTo>
                <a:lnTo>
                  <a:pt x="475112" y="253531"/>
                </a:lnTo>
                <a:lnTo>
                  <a:pt x="476248" y="253007"/>
                </a:lnTo>
                <a:lnTo>
                  <a:pt x="477343" y="252412"/>
                </a:lnTo>
                <a:lnTo>
                  <a:pt x="478394" y="251750"/>
                </a:lnTo>
                <a:lnTo>
                  <a:pt x="479398" y="251024"/>
                </a:lnTo>
                <a:lnTo>
                  <a:pt x="480352" y="250236"/>
                </a:lnTo>
                <a:lnTo>
                  <a:pt x="481254" y="249390"/>
                </a:lnTo>
                <a:lnTo>
                  <a:pt x="482100" y="248489"/>
                </a:lnTo>
                <a:lnTo>
                  <a:pt x="482887" y="247535"/>
                </a:lnTo>
                <a:lnTo>
                  <a:pt x="483613" y="246531"/>
                </a:lnTo>
                <a:lnTo>
                  <a:pt x="484275" y="245480"/>
                </a:lnTo>
                <a:lnTo>
                  <a:pt x="484870" y="244385"/>
                </a:lnTo>
                <a:lnTo>
                  <a:pt x="485395" y="243249"/>
                </a:lnTo>
                <a:lnTo>
                  <a:pt x="485847" y="242074"/>
                </a:lnTo>
                <a:lnTo>
                  <a:pt x="486223" y="240864"/>
                </a:lnTo>
                <a:lnTo>
                  <a:pt x="486521" y="239622"/>
                </a:lnTo>
                <a:lnTo>
                  <a:pt x="486737" y="238350"/>
                </a:lnTo>
                <a:lnTo>
                  <a:pt x="486869" y="237051"/>
                </a:lnTo>
                <a:lnTo>
                  <a:pt x="486913" y="235728"/>
                </a:lnTo>
                <a:lnTo>
                  <a:pt x="486913" y="19322"/>
                </a:lnTo>
                <a:lnTo>
                  <a:pt x="486869" y="17999"/>
                </a:lnTo>
                <a:lnTo>
                  <a:pt x="486737" y="16700"/>
                </a:lnTo>
                <a:lnTo>
                  <a:pt x="486521" y="15428"/>
                </a:lnTo>
                <a:lnTo>
                  <a:pt x="486223" y="14185"/>
                </a:lnTo>
                <a:lnTo>
                  <a:pt x="485847" y="12975"/>
                </a:lnTo>
                <a:lnTo>
                  <a:pt x="485395" y="11801"/>
                </a:lnTo>
                <a:lnTo>
                  <a:pt x="484870" y="10665"/>
                </a:lnTo>
                <a:lnTo>
                  <a:pt x="484275" y="9570"/>
                </a:lnTo>
                <a:lnTo>
                  <a:pt x="483613" y="8519"/>
                </a:lnTo>
                <a:lnTo>
                  <a:pt x="482887" y="7515"/>
                </a:lnTo>
                <a:lnTo>
                  <a:pt x="482100" y="6561"/>
                </a:lnTo>
                <a:lnTo>
                  <a:pt x="481254" y="5659"/>
                </a:lnTo>
                <a:lnTo>
                  <a:pt x="480352" y="4813"/>
                </a:lnTo>
                <a:lnTo>
                  <a:pt x="479398" y="4026"/>
                </a:lnTo>
                <a:lnTo>
                  <a:pt x="478394" y="3300"/>
                </a:lnTo>
                <a:lnTo>
                  <a:pt x="477343" y="2638"/>
                </a:lnTo>
                <a:lnTo>
                  <a:pt x="476248" y="2043"/>
                </a:lnTo>
                <a:lnTo>
                  <a:pt x="475112" y="1518"/>
                </a:lnTo>
                <a:lnTo>
                  <a:pt x="473938" y="1066"/>
                </a:lnTo>
                <a:lnTo>
                  <a:pt x="472728" y="690"/>
                </a:lnTo>
                <a:lnTo>
                  <a:pt x="471485" y="393"/>
                </a:lnTo>
                <a:lnTo>
                  <a:pt x="470213" y="176"/>
                </a:lnTo>
                <a:lnTo>
                  <a:pt x="468914" y="45"/>
                </a:lnTo>
                <a:lnTo>
                  <a:pt x="467591" y="0"/>
                </a:lnTo>
                <a:lnTo>
                  <a:pt x="19322" y="0"/>
                </a:lnTo>
                <a:lnTo>
                  <a:pt x="17999" y="45"/>
                </a:lnTo>
                <a:lnTo>
                  <a:pt x="16700" y="176"/>
                </a:lnTo>
                <a:lnTo>
                  <a:pt x="15428" y="393"/>
                </a:lnTo>
                <a:close/>
                <a:moveTo>
                  <a:pt x="23186" y="231863"/>
                </a:moveTo>
                <a:lnTo>
                  <a:pt x="23186" y="23186"/>
                </a:ln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082FA-2EC0-46F9-8045-CA2B40D1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835" y="3220057"/>
            <a:ext cx="1346052" cy="1286842"/>
          </a:xfrm>
          <a:custGeom xmlns:a="http://schemas.openxmlformats.org/drawingml/2006/main">
            <a:pathLst>
              <a:path w="1346052" h="1286842">
                <a:moveTo>
                  <a:pt x="22951" y="9257"/>
                </a:moveTo>
                <a:lnTo>
                  <a:pt x="22773" y="8511"/>
                </a:lnTo>
                <a:lnTo>
                  <a:pt x="22547" y="7785"/>
                </a:lnTo>
                <a:lnTo>
                  <a:pt x="22276" y="7081"/>
                </a:lnTo>
                <a:lnTo>
                  <a:pt x="21961" y="6399"/>
                </a:lnTo>
                <a:lnTo>
                  <a:pt x="21604" y="5742"/>
                </a:lnTo>
                <a:lnTo>
                  <a:pt x="21207" y="5111"/>
                </a:lnTo>
                <a:lnTo>
                  <a:pt x="20771" y="4509"/>
                </a:lnTo>
                <a:lnTo>
                  <a:pt x="20299" y="3936"/>
                </a:lnTo>
                <a:lnTo>
                  <a:pt x="19791" y="3396"/>
                </a:lnTo>
                <a:lnTo>
                  <a:pt x="19250" y="2888"/>
                </a:lnTo>
                <a:lnTo>
                  <a:pt x="18678" y="2416"/>
                </a:lnTo>
                <a:lnTo>
                  <a:pt x="18075" y="1980"/>
                </a:lnTo>
                <a:lnTo>
                  <a:pt x="17445" y="1583"/>
                </a:lnTo>
                <a:lnTo>
                  <a:pt x="16788" y="1226"/>
                </a:lnTo>
                <a:lnTo>
                  <a:pt x="16106" y="911"/>
                </a:lnTo>
                <a:lnTo>
                  <a:pt x="15401" y="640"/>
                </a:lnTo>
                <a:lnTo>
                  <a:pt x="14675" y="414"/>
                </a:lnTo>
                <a:lnTo>
                  <a:pt x="13930" y="236"/>
                </a:lnTo>
                <a:lnTo>
                  <a:pt x="13167" y="106"/>
                </a:lnTo>
                <a:lnTo>
                  <a:pt x="12387" y="27"/>
                </a:lnTo>
                <a:lnTo>
                  <a:pt x="11594" y="0"/>
                </a:lnTo>
                <a:lnTo>
                  <a:pt x="10800" y="27"/>
                </a:lnTo>
                <a:lnTo>
                  <a:pt x="10020" y="106"/>
                </a:lnTo>
                <a:lnTo>
                  <a:pt x="9257" y="236"/>
                </a:lnTo>
                <a:lnTo>
                  <a:pt x="8512" y="414"/>
                </a:lnTo>
                <a:lnTo>
                  <a:pt x="7786" y="640"/>
                </a:lnTo>
                <a:lnTo>
                  <a:pt x="7081" y="911"/>
                </a:lnTo>
                <a:lnTo>
                  <a:pt x="6399" y="1226"/>
                </a:lnTo>
                <a:lnTo>
                  <a:pt x="5742" y="1583"/>
                </a:lnTo>
                <a:lnTo>
                  <a:pt x="5112" y="1980"/>
                </a:lnTo>
                <a:lnTo>
                  <a:pt x="4509" y="2416"/>
                </a:lnTo>
                <a:lnTo>
                  <a:pt x="3937" y="2888"/>
                </a:lnTo>
                <a:lnTo>
                  <a:pt x="3396" y="3396"/>
                </a:lnTo>
                <a:lnTo>
                  <a:pt x="2888" y="3936"/>
                </a:lnTo>
                <a:lnTo>
                  <a:pt x="2416" y="4509"/>
                </a:lnTo>
                <a:lnTo>
                  <a:pt x="1980" y="5111"/>
                </a:lnTo>
                <a:lnTo>
                  <a:pt x="1583" y="5742"/>
                </a:lnTo>
                <a:lnTo>
                  <a:pt x="1226" y="6399"/>
                </a:lnTo>
                <a:lnTo>
                  <a:pt x="911" y="7081"/>
                </a:lnTo>
                <a:lnTo>
                  <a:pt x="640" y="7785"/>
                </a:lnTo>
                <a:lnTo>
                  <a:pt x="415" y="8511"/>
                </a:lnTo>
                <a:lnTo>
                  <a:pt x="236" y="9257"/>
                </a:lnTo>
                <a:lnTo>
                  <a:pt x="106" y="10020"/>
                </a:lnTo>
                <a:lnTo>
                  <a:pt x="27" y="10799"/>
                </a:lnTo>
                <a:lnTo>
                  <a:pt x="0" y="11593"/>
                </a:lnTo>
                <a:lnTo>
                  <a:pt x="0" y="548744"/>
                </a:lnTo>
                <a:lnTo>
                  <a:pt x="116" y="552184"/>
                </a:lnTo>
                <a:lnTo>
                  <a:pt x="459" y="555561"/>
                </a:lnTo>
                <a:lnTo>
                  <a:pt x="1021" y="558869"/>
                </a:lnTo>
                <a:lnTo>
                  <a:pt x="1795" y="562099"/>
                </a:lnTo>
                <a:lnTo>
                  <a:pt x="2773" y="565245"/>
                </a:lnTo>
                <a:lnTo>
                  <a:pt x="3948" y="568299"/>
                </a:lnTo>
                <a:lnTo>
                  <a:pt x="5312" y="571253"/>
                </a:lnTo>
                <a:lnTo>
                  <a:pt x="6859" y="574100"/>
                </a:lnTo>
                <a:lnTo>
                  <a:pt x="8580" y="576832"/>
                </a:lnTo>
                <a:lnTo>
                  <a:pt x="10468" y="579443"/>
                </a:lnTo>
                <a:lnTo>
                  <a:pt x="12515" y="581923"/>
                </a:lnTo>
                <a:lnTo>
                  <a:pt x="14714" y="584267"/>
                </a:lnTo>
                <a:lnTo>
                  <a:pt x="17058" y="586466"/>
                </a:lnTo>
                <a:lnTo>
                  <a:pt x="19539" y="588514"/>
                </a:lnTo>
                <a:lnTo>
                  <a:pt x="22149" y="590402"/>
                </a:lnTo>
                <a:lnTo>
                  <a:pt x="24882" y="592122"/>
                </a:lnTo>
                <a:lnTo>
                  <a:pt x="27729" y="593669"/>
                </a:lnTo>
                <a:lnTo>
                  <a:pt x="30683" y="595033"/>
                </a:lnTo>
                <a:lnTo>
                  <a:pt x="33736" y="596209"/>
                </a:lnTo>
                <a:lnTo>
                  <a:pt x="36882" y="597187"/>
                </a:lnTo>
                <a:lnTo>
                  <a:pt x="40113" y="597961"/>
                </a:lnTo>
                <a:lnTo>
                  <a:pt x="43420" y="598523"/>
                </a:lnTo>
                <a:lnTo>
                  <a:pt x="46798" y="598865"/>
                </a:lnTo>
                <a:lnTo>
                  <a:pt x="50237" y="598981"/>
                </a:lnTo>
                <a:lnTo>
                  <a:pt x="50237" y="598981"/>
                </a:lnTo>
                <a:lnTo>
                  <a:pt x="1240476" y="598982"/>
                </a:lnTo>
                <a:lnTo>
                  <a:pt x="1242328" y="599045"/>
                </a:lnTo>
                <a:lnTo>
                  <a:pt x="1244147" y="599229"/>
                </a:lnTo>
                <a:lnTo>
                  <a:pt x="1245928" y="599532"/>
                </a:lnTo>
                <a:lnTo>
                  <a:pt x="1247668" y="599949"/>
                </a:lnTo>
                <a:lnTo>
                  <a:pt x="1249361" y="600475"/>
                </a:lnTo>
                <a:lnTo>
                  <a:pt x="1251006" y="601108"/>
                </a:lnTo>
                <a:lnTo>
                  <a:pt x="1252596" y="601843"/>
                </a:lnTo>
                <a:lnTo>
                  <a:pt x="1254129" y="602675"/>
                </a:lnTo>
                <a:lnTo>
                  <a:pt x="1255601" y="603602"/>
                </a:lnTo>
                <a:lnTo>
                  <a:pt x="1257006" y="604619"/>
                </a:lnTo>
                <a:lnTo>
                  <a:pt x="1258342" y="605721"/>
                </a:lnTo>
                <a:lnTo>
                  <a:pt x="1259604" y="606905"/>
                </a:lnTo>
                <a:lnTo>
                  <a:pt x="1260788" y="608167"/>
                </a:lnTo>
                <a:lnTo>
                  <a:pt x="1261891" y="609503"/>
                </a:lnTo>
                <a:lnTo>
                  <a:pt x="1262907" y="610909"/>
                </a:lnTo>
                <a:lnTo>
                  <a:pt x="1263834" y="612380"/>
                </a:lnTo>
                <a:lnTo>
                  <a:pt x="1264666" y="613913"/>
                </a:lnTo>
                <a:lnTo>
                  <a:pt x="1265401" y="615504"/>
                </a:lnTo>
                <a:lnTo>
                  <a:pt x="1266034" y="617148"/>
                </a:lnTo>
                <a:lnTo>
                  <a:pt x="1266561" y="618842"/>
                </a:lnTo>
                <a:lnTo>
                  <a:pt x="1266977" y="620581"/>
                </a:lnTo>
                <a:lnTo>
                  <a:pt x="1267280" y="622362"/>
                </a:lnTo>
                <a:lnTo>
                  <a:pt x="1267465" y="624181"/>
                </a:lnTo>
                <a:lnTo>
                  <a:pt x="1267527" y="626033"/>
                </a:lnTo>
                <a:lnTo>
                  <a:pt x="1267526" y="1170910"/>
                </a:lnTo>
                <a:lnTo>
                  <a:pt x="1212186" y="1170910"/>
                </a:lnTo>
                <a:lnTo>
                  <a:pt x="1279119" y="1286842"/>
                </a:lnTo>
                <a:lnTo>
                  <a:pt x="1346052" y="1170911"/>
                </a:lnTo>
                <a:lnTo>
                  <a:pt x="1290712" y="1170911"/>
                </a:lnTo>
                <a:lnTo>
                  <a:pt x="1290713" y="626033"/>
                </a:lnTo>
                <a:lnTo>
                  <a:pt x="1290597" y="622594"/>
                </a:lnTo>
                <a:lnTo>
                  <a:pt x="1290255" y="619216"/>
                </a:lnTo>
                <a:lnTo>
                  <a:pt x="1289693" y="615909"/>
                </a:lnTo>
                <a:lnTo>
                  <a:pt x="1288919" y="612678"/>
                </a:lnTo>
                <a:lnTo>
                  <a:pt x="1287941" y="609532"/>
                </a:lnTo>
                <a:lnTo>
                  <a:pt x="1286766" y="606478"/>
                </a:lnTo>
                <a:lnTo>
                  <a:pt x="1285401" y="603524"/>
                </a:lnTo>
                <a:lnTo>
                  <a:pt x="1283855" y="600677"/>
                </a:lnTo>
                <a:lnTo>
                  <a:pt x="1282134" y="597945"/>
                </a:lnTo>
                <a:lnTo>
                  <a:pt x="1280246" y="595335"/>
                </a:lnTo>
                <a:lnTo>
                  <a:pt x="1278199" y="592854"/>
                </a:lnTo>
                <a:lnTo>
                  <a:pt x="1275999" y="590510"/>
                </a:lnTo>
                <a:lnTo>
                  <a:pt x="1273656" y="588311"/>
                </a:lnTo>
                <a:lnTo>
                  <a:pt x="1271175" y="586263"/>
                </a:lnTo>
                <a:lnTo>
                  <a:pt x="1268564" y="584376"/>
                </a:lnTo>
                <a:lnTo>
                  <a:pt x="1265832" y="582655"/>
                </a:lnTo>
                <a:lnTo>
                  <a:pt x="1262985" y="581108"/>
                </a:lnTo>
                <a:lnTo>
                  <a:pt x="1260031" y="579744"/>
                </a:lnTo>
                <a:lnTo>
                  <a:pt x="1256977" y="578569"/>
                </a:lnTo>
                <a:lnTo>
                  <a:pt x="1253831" y="577590"/>
                </a:lnTo>
                <a:lnTo>
                  <a:pt x="1250601" y="576817"/>
                </a:lnTo>
                <a:lnTo>
                  <a:pt x="1247293" y="576254"/>
                </a:lnTo>
                <a:lnTo>
                  <a:pt x="1243916" y="575912"/>
                </a:lnTo>
                <a:lnTo>
                  <a:pt x="1240476" y="575796"/>
                </a:lnTo>
                <a:lnTo>
                  <a:pt x="50237" y="575795"/>
                </a:lnTo>
                <a:lnTo>
                  <a:pt x="50237" y="575795"/>
                </a:lnTo>
                <a:lnTo>
                  <a:pt x="48385" y="575732"/>
                </a:lnTo>
                <a:lnTo>
                  <a:pt x="46567" y="575548"/>
                </a:lnTo>
                <a:lnTo>
                  <a:pt x="44785" y="575245"/>
                </a:lnTo>
                <a:lnTo>
                  <a:pt x="43046" y="574829"/>
                </a:lnTo>
                <a:lnTo>
                  <a:pt x="41352" y="574302"/>
                </a:lnTo>
                <a:lnTo>
                  <a:pt x="39708" y="573669"/>
                </a:lnTo>
                <a:lnTo>
                  <a:pt x="38117" y="572934"/>
                </a:lnTo>
                <a:lnTo>
                  <a:pt x="36584" y="572102"/>
                </a:lnTo>
                <a:lnTo>
                  <a:pt x="35113" y="571175"/>
                </a:lnTo>
                <a:lnTo>
                  <a:pt x="33707" y="570159"/>
                </a:lnTo>
                <a:lnTo>
                  <a:pt x="32371" y="569056"/>
                </a:lnTo>
                <a:lnTo>
                  <a:pt x="31109" y="567872"/>
                </a:lnTo>
                <a:lnTo>
                  <a:pt x="29925" y="566610"/>
                </a:lnTo>
                <a:lnTo>
                  <a:pt x="28823" y="565274"/>
                </a:lnTo>
                <a:lnTo>
                  <a:pt x="27806" y="563868"/>
                </a:lnTo>
                <a:lnTo>
                  <a:pt x="26880" y="562397"/>
                </a:lnTo>
                <a:lnTo>
                  <a:pt x="26047" y="560864"/>
                </a:lnTo>
                <a:lnTo>
                  <a:pt x="25312" y="559274"/>
                </a:lnTo>
                <a:lnTo>
                  <a:pt x="24679" y="557629"/>
                </a:lnTo>
                <a:lnTo>
                  <a:pt x="24153" y="555935"/>
                </a:lnTo>
                <a:lnTo>
                  <a:pt x="23736" y="554196"/>
                </a:lnTo>
                <a:lnTo>
                  <a:pt x="23433" y="552415"/>
                </a:lnTo>
                <a:lnTo>
                  <a:pt x="23249" y="550596"/>
                </a:lnTo>
                <a:lnTo>
                  <a:pt x="23186" y="548744"/>
                </a:lnTo>
                <a:lnTo>
                  <a:pt x="23187" y="11593"/>
                </a:lnTo>
                <a:lnTo>
                  <a:pt x="23160" y="10799"/>
                </a:lnTo>
                <a:lnTo>
                  <a:pt x="23081" y="10020"/>
                </a:lnTo>
                <a:lnTo>
                  <a:pt x="22951" y="9257"/>
                </a:lnTo>
                <a:close/>
                <a:moveTo>
                  <a:pt x="50237" y="581791"/>
                </a:moveTo>
                <a:lnTo>
                  <a:pt x="50237" y="587388"/>
                </a:lnTo>
                <a:lnTo>
                  <a:pt x="50237" y="575795"/>
                </a:lnTo>
                <a:lnTo>
                  <a:pt x="50237" y="5817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BABC5-B3BF-426A-A57A-1B85B4DB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76" y="4735651"/>
            <a:ext cx="663981" cy="179060"/>
          </a:xfrm>
          <a:custGeom xmlns:a="http://schemas.openxmlformats.org/drawingml/2006/main">
            <a:pathLst>
              <a:path w="663981" h="179060">
                <a:moveTo>
                  <a:pt x="0" y="134499"/>
                </a:moveTo>
                <a:close/>
                <a:moveTo>
                  <a:pt x="136854" y="68110"/>
                </a:moveTo>
                <a:cubicBezTo>
                  <a:pt x="136854" y="78314"/>
                  <a:pt x="135586" y="87613"/>
                  <a:pt x="133050" y="96006"/>
                </a:cubicBezTo>
                <a:cubicBezTo>
                  <a:pt x="130514" y="104339"/>
                  <a:pt x="126649" y="111524"/>
                  <a:pt x="121457" y="117562"/>
                </a:cubicBezTo>
                <a:cubicBezTo>
                  <a:pt x="116324" y="123600"/>
                  <a:pt x="109803" y="128249"/>
                  <a:pt x="101893" y="131510"/>
                </a:cubicBezTo>
                <a:cubicBezTo>
                  <a:pt x="93983" y="134710"/>
                  <a:pt x="84624" y="136310"/>
                  <a:pt x="73816" y="136310"/>
                </a:cubicBezTo>
                <a:cubicBezTo>
                  <a:pt x="63008" y="136310"/>
                  <a:pt x="53649" y="134710"/>
                  <a:pt x="45739" y="131510"/>
                </a:cubicBezTo>
                <a:cubicBezTo>
                  <a:pt x="37829" y="128249"/>
                  <a:pt x="31277" y="123600"/>
                  <a:pt x="26085" y="117562"/>
                </a:cubicBezTo>
                <a:cubicBezTo>
                  <a:pt x="20952" y="111524"/>
                  <a:pt x="17118" y="104308"/>
                  <a:pt x="14582" y="95915"/>
                </a:cubicBezTo>
                <a:cubicBezTo>
                  <a:pt x="12046" y="87522"/>
                  <a:pt x="10778" y="78194"/>
                  <a:pt x="10778" y="67929"/>
                </a:cubicBezTo>
                <a:cubicBezTo>
                  <a:pt x="10778" y="54222"/>
                  <a:pt x="13012" y="42297"/>
                  <a:pt x="17480" y="32153"/>
                </a:cubicBezTo>
                <a:cubicBezTo>
                  <a:pt x="22009" y="21949"/>
                  <a:pt x="28953" y="14039"/>
                  <a:pt x="38312" y="8423"/>
                </a:cubicBezTo>
                <a:cubicBezTo>
                  <a:pt x="47671" y="2808"/>
                  <a:pt x="59566" y="0"/>
                  <a:pt x="73997" y="0"/>
                </a:cubicBezTo>
                <a:cubicBezTo>
                  <a:pt x="88368" y="0"/>
                  <a:pt x="100172" y="2808"/>
                  <a:pt x="109411" y="8423"/>
                </a:cubicBezTo>
                <a:cubicBezTo>
                  <a:pt x="118709" y="14039"/>
                  <a:pt x="125593" y="21949"/>
                  <a:pt x="130061" y="32153"/>
                </a:cubicBezTo>
                <a:cubicBezTo>
                  <a:pt x="134589" y="42357"/>
                  <a:pt x="136854" y="54343"/>
                  <a:pt x="136854" y="68110"/>
                </a:cubicBezTo>
                <a:close/>
                <a:moveTo>
                  <a:pt x="40214" y="68110"/>
                </a:moveTo>
                <a:cubicBezTo>
                  <a:pt x="40214" y="77348"/>
                  <a:pt x="41361" y="85318"/>
                  <a:pt x="43656" y="92021"/>
                </a:cubicBezTo>
                <a:cubicBezTo>
                  <a:pt x="46010" y="98663"/>
                  <a:pt x="49663" y="103795"/>
                  <a:pt x="54615" y="107418"/>
                </a:cubicBezTo>
                <a:cubicBezTo>
                  <a:pt x="59566" y="110980"/>
                  <a:pt x="65966" y="112762"/>
                  <a:pt x="73816" y="112762"/>
                </a:cubicBezTo>
                <a:cubicBezTo>
                  <a:pt x="81786" y="112762"/>
                  <a:pt x="88247" y="110980"/>
                  <a:pt x="93198" y="107418"/>
                </a:cubicBezTo>
                <a:cubicBezTo>
                  <a:pt x="98149" y="103795"/>
                  <a:pt x="101742" y="98663"/>
                  <a:pt x="103976" y="92021"/>
                </a:cubicBezTo>
                <a:cubicBezTo>
                  <a:pt x="106271" y="85318"/>
                  <a:pt x="107418" y="77348"/>
                  <a:pt x="107418" y="68110"/>
                </a:cubicBezTo>
                <a:cubicBezTo>
                  <a:pt x="107418" y="54222"/>
                  <a:pt x="104822" y="43293"/>
                  <a:pt x="99629" y="35323"/>
                </a:cubicBezTo>
                <a:cubicBezTo>
                  <a:pt x="94436" y="27353"/>
                  <a:pt x="85892" y="23367"/>
                  <a:pt x="73997" y="23367"/>
                </a:cubicBezTo>
                <a:cubicBezTo>
                  <a:pt x="66087" y="23367"/>
                  <a:pt x="59626" y="25179"/>
                  <a:pt x="54615" y="28802"/>
                </a:cubicBezTo>
                <a:cubicBezTo>
                  <a:pt x="49663" y="32364"/>
                  <a:pt x="46010" y="37497"/>
                  <a:pt x="43656" y="44199"/>
                </a:cubicBezTo>
                <a:cubicBezTo>
                  <a:pt x="41361" y="50841"/>
                  <a:pt x="40214" y="58811"/>
                  <a:pt x="40214" y="68110"/>
                </a:cubicBezTo>
                <a:close/>
                <a:moveTo>
                  <a:pt x="147632" y="134499"/>
                </a:moveTo>
                <a:close/>
                <a:moveTo>
                  <a:pt x="255050" y="33240"/>
                </a:moveTo>
                <a:lnTo>
                  <a:pt x="255050" y="134499"/>
                </a:lnTo>
                <a:lnTo>
                  <a:pt x="233856" y="134499"/>
                </a:lnTo>
                <a:lnTo>
                  <a:pt x="230143" y="121547"/>
                </a:lnTo>
                <a:lnTo>
                  <a:pt x="228693" y="121547"/>
                </a:lnTo>
                <a:cubicBezTo>
                  <a:pt x="226520" y="124989"/>
                  <a:pt x="223803" y="127797"/>
                  <a:pt x="220542" y="129970"/>
                </a:cubicBezTo>
                <a:cubicBezTo>
                  <a:pt x="217281" y="132144"/>
                  <a:pt x="213689" y="133744"/>
                  <a:pt x="209764" y="134771"/>
                </a:cubicBezTo>
                <a:cubicBezTo>
                  <a:pt x="205839" y="135797"/>
                  <a:pt x="201763" y="136310"/>
                  <a:pt x="197537" y="136310"/>
                </a:cubicBezTo>
                <a:cubicBezTo>
                  <a:pt x="190291" y="136310"/>
                  <a:pt x="183981" y="135042"/>
                  <a:pt x="178607" y="132506"/>
                </a:cubicBezTo>
                <a:cubicBezTo>
                  <a:pt x="173233" y="129910"/>
                  <a:pt x="169037" y="125895"/>
                  <a:pt x="166018" y="120460"/>
                </a:cubicBezTo>
                <a:cubicBezTo>
                  <a:pt x="163059" y="115026"/>
                  <a:pt x="161580" y="107961"/>
                  <a:pt x="161580" y="99267"/>
                </a:cubicBezTo>
                <a:lnTo>
                  <a:pt x="161580" y="33240"/>
                </a:lnTo>
                <a:lnTo>
                  <a:pt x="189204" y="33240"/>
                </a:lnTo>
                <a:lnTo>
                  <a:pt x="189204" y="92383"/>
                </a:lnTo>
                <a:cubicBezTo>
                  <a:pt x="189204" y="99629"/>
                  <a:pt x="190502" y="105093"/>
                  <a:pt x="193099" y="108777"/>
                </a:cubicBezTo>
                <a:cubicBezTo>
                  <a:pt x="195695" y="112460"/>
                  <a:pt x="199831" y="114301"/>
                  <a:pt x="205507" y="114301"/>
                </a:cubicBezTo>
                <a:cubicBezTo>
                  <a:pt x="211122" y="114301"/>
                  <a:pt x="215530" y="113033"/>
                  <a:pt x="218731" y="110497"/>
                </a:cubicBezTo>
                <a:cubicBezTo>
                  <a:pt x="221931" y="107901"/>
                  <a:pt x="224165" y="104127"/>
                  <a:pt x="225433" y="99176"/>
                </a:cubicBezTo>
                <a:cubicBezTo>
                  <a:pt x="226761" y="94164"/>
                  <a:pt x="227425" y="88066"/>
                  <a:pt x="227425" y="80880"/>
                </a:cubicBezTo>
                <a:lnTo>
                  <a:pt x="227425" y="33240"/>
                </a:lnTo>
                <a:lnTo>
                  <a:pt x="255050" y="33240"/>
                </a:lnTo>
                <a:close/>
                <a:moveTo>
                  <a:pt x="269541" y="134499"/>
                </a:moveTo>
                <a:close/>
                <a:moveTo>
                  <a:pt x="326692" y="114301"/>
                </a:moveTo>
                <a:cubicBezTo>
                  <a:pt x="329711" y="114301"/>
                  <a:pt x="332639" y="114000"/>
                  <a:pt x="335477" y="113396"/>
                </a:cubicBezTo>
                <a:cubicBezTo>
                  <a:pt x="338376" y="112792"/>
                  <a:pt x="341244" y="112037"/>
                  <a:pt x="344082" y="111131"/>
                </a:cubicBezTo>
                <a:lnTo>
                  <a:pt x="344082" y="131691"/>
                </a:lnTo>
                <a:cubicBezTo>
                  <a:pt x="341123" y="133020"/>
                  <a:pt x="337440" y="134106"/>
                  <a:pt x="333032" y="134952"/>
                </a:cubicBezTo>
                <a:cubicBezTo>
                  <a:pt x="328685" y="135857"/>
                  <a:pt x="323914" y="136310"/>
                  <a:pt x="318722" y="136310"/>
                </a:cubicBezTo>
                <a:cubicBezTo>
                  <a:pt x="312684" y="136310"/>
                  <a:pt x="307249" y="135344"/>
                  <a:pt x="302419" y="133412"/>
                </a:cubicBezTo>
                <a:cubicBezTo>
                  <a:pt x="297649" y="131419"/>
                  <a:pt x="293875" y="128008"/>
                  <a:pt x="291097" y="123177"/>
                </a:cubicBezTo>
                <a:cubicBezTo>
                  <a:pt x="288380" y="118287"/>
                  <a:pt x="287022" y="111494"/>
                  <a:pt x="287022" y="102799"/>
                </a:cubicBezTo>
                <a:lnTo>
                  <a:pt x="287022" y="53981"/>
                </a:lnTo>
                <a:lnTo>
                  <a:pt x="273798" y="53981"/>
                </a:lnTo>
                <a:lnTo>
                  <a:pt x="273798" y="42297"/>
                </a:lnTo>
                <a:lnTo>
                  <a:pt x="289014" y="33059"/>
                </a:lnTo>
                <a:lnTo>
                  <a:pt x="296984" y="11684"/>
                </a:lnTo>
                <a:lnTo>
                  <a:pt x="314646" y="11684"/>
                </a:lnTo>
                <a:lnTo>
                  <a:pt x="314646" y="33240"/>
                </a:lnTo>
                <a:lnTo>
                  <a:pt x="342995" y="33240"/>
                </a:lnTo>
                <a:lnTo>
                  <a:pt x="342995" y="53981"/>
                </a:lnTo>
                <a:lnTo>
                  <a:pt x="314646" y="53981"/>
                </a:lnTo>
                <a:lnTo>
                  <a:pt x="314646" y="102799"/>
                </a:lnTo>
                <a:cubicBezTo>
                  <a:pt x="314646" y="106663"/>
                  <a:pt x="315733" y="109561"/>
                  <a:pt x="317906" y="111494"/>
                </a:cubicBezTo>
                <a:cubicBezTo>
                  <a:pt x="320141" y="113366"/>
                  <a:pt x="323069" y="114301"/>
                  <a:pt x="326692" y="114301"/>
                </a:cubicBezTo>
                <a:close/>
                <a:moveTo>
                  <a:pt x="350150" y="134499"/>
                </a:moveTo>
                <a:close/>
                <a:moveTo>
                  <a:pt x="420977" y="31338"/>
                </a:moveTo>
                <a:cubicBezTo>
                  <a:pt x="432389" y="31338"/>
                  <a:pt x="441597" y="35776"/>
                  <a:pt x="448601" y="44652"/>
                </a:cubicBezTo>
                <a:cubicBezTo>
                  <a:pt x="455666" y="53528"/>
                  <a:pt x="459198" y="66540"/>
                  <a:pt x="459198" y="83688"/>
                </a:cubicBezTo>
                <a:cubicBezTo>
                  <a:pt x="459198" y="95161"/>
                  <a:pt x="457538" y="104822"/>
                  <a:pt x="454217" y="112671"/>
                </a:cubicBezTo>
                <a:cubicBezTo>
                  <a:pt x="450896" y="120460"/>
                  <a:pt x="446307" y="126347"/>
                  <a:pt x="440450" y="130333"/>
                </a:cubicBezTo>
                <a:cubicBezTo>
                  <a:pt x="434593" y="134318"/>
                  <a:pt x="427860" y="136310"/>
                  <a:pt x="420252" y="136310"/>
                </a:cubicBezTo>
                <a:cubicBezTo>
                  <a:pt x="415362" y="136310"/>
                  <a:pt x="411165" y="135707"/>
                  <a:pt x="407663" y="134499"/>
                </a:cubicBezTo>
                <a:cubicBezTo>
                  <a:pt x="404161" y="133231"/>
                  <a:pt x="401172" y="131631"/>
                  <a:pt x="398696" y="129699"/>
                </a:cubicBezTo>
                <a:cubicBezTo>
                  <a:pt x="396221" y="127706"/>
                  <a:pt x="394077" y="125593"/>
                  <a:pt x="392266" y="123359"/>
                </a:cubicBezTo>
                <a:lnTo>
                  <a:pt x="390817" y="123359"/>
                </a:lnTo>
                <a:cubicBezTo>
                  <a:pt x="391300" y="125774"/>
                  <a:pt x="391662" y="128249"/>
                  <a:pt x="391904" y="130785"/>
                </a:cubicBezTo>
                <a:cubicBezTo>
                  <a:pt x="392145" y="133321"/>
                  <a:pt x="392266" y="135797"/>
                  <a:pt x="392266" y="138212"/>
                </a:cubicBezTo>
                <a:lnTo>
                  <a:pt x="392266" y="179060"/>
                </a:lnTo>
                <a:lnTo>
                  <a:pt x="364641" y="179060"/>
                </a:lnTo>
                <a:lnTo>
                  <a:pt x="364641" y="33240"/>
                </a:lnTo>
                <a:lnTo>
                  <a:pt x="387103" y="33240"/>
                </a:lnTo>
                <a:lnTo>
                  <a:pt x="390998" y="46373"/>
                </a:lnTo>
                <a:lnTo>
                  <a:pt x="392266" y="46373"/>
                </a:lnTo>
                <a:cubicBezTo>
                  <a:pt x="394077" y="43656"/>
                  <a:pt x="396281" y="41150"/>
                  <a:pt x="398878" y="38855"/>
                </a:cubicBezTo>
                <a:cubicBezTo>
                  <a:pt x="401474" y="36561"/>
                  <a:pt x="404584" y="34749"/>
                  <a:pt x="408206" y="33421"/>
                </a:cubicBezTo>
                <a:cubicBezTo>
                  <a:pt x="411890" y="32032"/>
                  <a:pt x="416147" y="31338"/>
                  <a:pt x="420977" y="31338"/>
                </a:cubicBezTo>
                <a:close/>
                <a:moveTo>
                  <a:pt x="412101" y="53437"/>
                </a:moveTo>
                <a:cubicBezTo>
                  <a:pt x="407271" y="53437"/>
                  <a:pt x="403436" y="54434"/>
                  <a:pt x="400598" y="56426"/>
                </a:cubicBezTo>
                <a:cubicBezTo>
                  <a:pt x="397760" y="58419"/>
                  <a:pt x="395677" y="61408"/>
                  <a:pt x="394349" y="65393"/>
                </a:cubicBezTo>
                <a:cubicBezTo>
                  <a:pt x="393081" y="69378"/>
                  <a:pt x="392387" y="74420"/>
                  <a:pt x="392266" y="80518"/>
                </a:cubicBezTo>
                <a:lnTo>
                  <a:pt x="392266" y="83507"/>
                </a:lnTo>
                <a:cubicBezTo>
                  <a:pt x="392266" y="90028"/>
                  <a:pt x="392870" y="95553"/>
                  <a:pt x="394077" y="100082"/>
                </a:cubicBezTo>
                <a:cubicBezTo>
                  <a:pt x="395345" y="104610"/>
                  <a:pt x="397428" y="108052"/>
                  <a:pt x="400327" y="110407"/>
                </a:cubicBezTo>
                <a:cubicBezTo>
                  <a:pt x="403285" y="112762"/>
                  <a:pt x="407331" y="113939"/>
                  <a:pt x="412463" y="113939"/>
                </a:cubicBezTo>
                <a:cubicBezTo>
                  <a:pt x="416690" y="113939"/>
                  <a:pt x="420162" y="112762"/>
                  <a:pt x="422879" y="110407"/>
                </a:cubicBezTo>
                <a:cubicBezTo>
                  <a:pt x="425596" y="108052"/>
                  <a:pt x="427619" y="104610"/>
                  <a:pt x="428947" y="100082"/>
                </a:cubicBezTo>
                <a:cubicBezTo>
                  <a:pt x="430336" y="95493"/>
                  <a:pt x="431030" y="89907"/>
                  <a:pt x="431030" y="83326"/>
                </a:cubicBezTo>
                <a:cubicBezTo>
                  <a:pt x="431030" y="73423"/>
                  <a:pt x="429491" y="65966"/>
                  <a:pt x="426411" y="60955"/>
                </a:cubicBezTo>
                <a:cubicBezTo>
                  <a:pt x="423332" y="55943"/>
                  <a:pt x="418562" y="53437"/>
                  <a:pt x="412101" y="53437"/>
                </a:cubicBezTo>
                <a:close/>
                <a:moveTo>
                  <a:pt x="467531" y="134499"/>
                </a:moveTo>
                <a:close/>
                <a:moveTo>
                  <a:pt x="574949" y="33240"/>
                </a:moveTo>
                <a:lnTo>
                  <a:pt x="574949" y="134499"/>
                </a:lnTo>
                <a:lnTo>
                  <a:pt x="553755" y="134499"/>
                </a:lnTo>
                <a:lnTo>
                  <a:pt x="550042" y="121547"/>
                </a:lnTo>
                <a:lnTo>
                  <a:pt x="548592" y="121547"/>
                </a:lnTo>
                <a:cubicBezTo>
                  <a:pt x="546419" y="124989"/>
                  <a:pt x="543702" y="127797"/>
                  <a:pt x="540441" y="129970"/>
                </a:cubicBezTo>
                <a:cubicBezTo>
                  <a:pt x="537180" y="132144"/>
                  <a:pt x="533588" y="133744"/>
                  <a:pt x="529663" y="134771"/>
                </a:cubicBezTo>
                <a:cubicBezTo>
                  <a:pt x="525738" y="135797"/>
                  <a:pt x="521662" y="136310"/>
                  <a:pt x="517436" y="136310"/>
                </a:cubicBezTo>
                <a:cubicBezTo>
                  <a:pt x="510190" y="136310"/>
                  <a:pt x="503880" y="135042"/>
                  <a:pt x="498506" y="132506"/>
                </a:cubicBezTo>
                <a:cubicBezTo>
                  <a:pt x="493132" y="129910"/>
                  <a:pt x="488936" y="125895"/>
                  <a:pt x="485917" y="120460"/>
                </a:cubicBezTo>
                <a:cubicBezTo>
                  <a:pt x="482958" y="115026"/>
                  <a:pt x="481479" y="107961"/>
                  <a:pt x="481479" y="99267"/>
                </a:cubicBezTo>
                <a:lnTo>
                  <a:pt x="481479" y="33240"/>
                </a:lnTo>
                <a:lnTo>
                  <a:pt x="509103" y="33240"/>
                </a:lnTo>
                <a:lnTo>
                  <a:pt x="509103" y="92383"/>
                </a:lnTo>
                <a:cubicBezTo>
                  <a:pt x="509103" y="99629"/>
                  <a:pt x="510401" y="105093"/>
                  <a:pt x="512998" y="108777"/>
                </a:cubicBezTo>
                <a:cubicBezTo>
                  <a:pt x="515594" y="112460"/>
                  <a:pt x="519730" y="114301"/>
                  <a:pt x="525406" y="114301"/>
                </a:cubicBezTo>
                <a:cubicBezTo>
                  <a:pt x="531022" y="114301"/>
                  <a:pt x="535429" y="113033"/>
                  <a:pt x="538630" y="110497"/>
                </a:cubicBezTo>
                <a:cubicBezTo>
                  <a:pt x="541830" y="107901"/>
                  <a:pt x="544064" y="104127"/>
                  <a:pt x="545332" y="99176"/>
                </a:cubicBezTo>
                <a:cubicBezTo>
                  <a:pt x="546660" y="94164"/>
                  <a:pt x="547324" y="88066"/>
                  <a:pt x="547324" y="80880"/>
                </a:cubicBezTo>
                <a:lnTo>
                  <a:pt x="547324" y="33240"/>
                </a:lnTo>
                <a:lnTo>
                  <a:pt x="574949" y="33240"/>
                </a:lnTo>
                <a:close/>
                <a:moveTo>
                  <a:pt x="589440" y="134499"/>
                </a:moveTo>
                <a:close/>
                <a:moveTo>
                  <a:pt x="646591" y="114301"/>
                </a:moveTo>
                <a:cubicBezTo>
                  <a:pt x="649610" y="114301"/>
                  <a:pt x="652538" y="114000"/>
                  <a:pt x="655376" y="113396"/>
                </a:cubicBezTo>
                <a:cubicBezTo>
                  <a:pt x="658275" y="112792"/>
                  <a:pt x="661143" y="112037"/>
                  <a:pt x="663981" y="111131"/>
                </a:cubicBezTo>
                <a:lnTo>
                  <a:pt x="663981" y="131691"/>
                </a:lnTo>
                <a:cubicBezTo>
                  <a:pt x="661022" y="133020"/>
                  <a:pt x="657339" y="134106"/>
                  <a:pt x="652931" y="134952"/>
                </a:cubicBezTo>
                <a:cubicBezTo>
                  <a:pt x="648584" y="135857"/>
                  <a:pt x="643813" y="136310"/>
                  <a:pt x="638621" y="136310"/>
                </a:cubicBezTo>
                <a:cubicBezTo>
                  <a:pt x="632583" y="136310"/>
                  <a:pt x="627148" y="135344"/>
                  <a:pt x="622318" y="133412"/>
                </a:cubicBezTo>
                <a:cubicBezTo>
                  <a:pt x="617548" y="131419"/>
                  <a:pt x="613774" y="128008"/>
                  <a:pt x="610996" y="123177"/>
                </a:cubicBezTo>
                <a:cubicBezTo>
                  <a:pt x="608279" y="118287"/>
                  <a:pt x="606921" y="111494"/>
                  <a:pt x="606921" y="102799"/>
                </a:cubicBezTo>
                <a:lnTo>
                  <a:pt x="606921" y="53981"/>
                </a:lnTo>
                <a:lnTo>
                  <a:pt x="593697" y="53981"/>
                </a:lnTo>
                <a:lnTo>
                  <a:pt x="593697" y="42297"/>
                </a:lnTo>
                <a:lnTo>
                  <a:pt x="608913" y="33059"/>
                </a:lnTo>
                <a:lnTo>
                  <a:pt x="616883" y="11684"/>
                </a:lnTo>
                <a:lnTo>
                  <a:pt x="634545" y="11684"/>
                </a:lnTo>
                <a:lnTo>
                  <a:pt x="634545" y="33240"/>
                </a:lnTo>
                <a:lnTo>
                  <a:pt x="662894" y="33240"/>
                </a:lnTo>
                <a:lnTo>
                  <a:pt x="662894" y="53981"/>
                </a:lnTo>
                <a:lnTo>
                  <a:pt x="634545" y="53981"/>
                </a:lnTo>
                <a:lnTo>
                  <a:pt x="634545" y="102799"/>
                </a:lnTo>
                <a:cubicBezTo>
                  <a:pt x="634545" y="106663"/>
                  <a:pt x="635632" y="109561"/>
                  <a:pt x="637806" y="111494"/>
                </a:cubicBezTo>
                <a:cubicBezTo>
                  <a:pt x="640040" y="113366"/>
                  <a:pt x="642968" y="114301"/>
                  <a:pt x="646591" y="1143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C8B78-2E2E-41A9-ADFA-4FB20EBB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93" y="650235"/>
            <a:ext cx="3709815" cy="231863"/>
          </a:xfrm>
          <a:custGeom xmlns:a="http://schemas.openxmlformats.org/drawingml/2006/main">
            <a:pathLst>
              <a:path w="3709815" h="231863">
                <a:moveTo>
                  <a:pt x="0" y="0"/>
                </a:moveTo>
                <a:lnTo>
                  <a:pt x="3709815" y="0"/>
                </a:lnTo>
                <a:lnTo>
                  <a:pt x="3709815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D32CE-9EBB-4E67-9C06-20116447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00" y="638643"/>
            <a:ext cx="3733001" cy="255050"/>
          </a:xfrm>
          <a:custGeom xmlns:a="http://schemas.openxmlformats.org/drawingml/2006/main">
            <a:pathLst>
              <a:path w="3733001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3721408" y="255050"/>
                </a:lnTo>
                <a:lnTo>
                  <a:pt x="3733001" y="255050"/>
                </a:lnTo>
                <a:lnTo>
                  <a:pt x="3733001" y="243457"/>
                </a:lnTo>
                <a:lnTo>
                  <a:pt x="3733001" y="11593"/>
                </a:lnTo>
                <a:lnTo>
                  <a:pt x="3733001" y="0"/>
                </a:lnTo>
                <a:lnTo>
                  <a:pt x="3721408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3709815" y="23186"/>
                </a:lnTo>
                <a:lnTo>
                  <a:pt x="3709815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11D2A-C59B-4741-A4CF-C4F484A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93" y="6502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884C4-E98C-4951-AF69-094D4DB3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00" y="638643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08001-AACB-4D52-A18A-C50F80F2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520" y="6502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665E4-9210-4F67-83AB-4DE86DF7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927" y="638643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E62A9-56AC-431E-AD3D-FA69B4F9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247" y="6502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1B69C-6350-4D9A-976E-C9D8ED1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653" y="638643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2DB94-1F92-471A-9C06-A0E54A9D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973" y="6502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36005-ABD3-4D42-9B04-4268ED83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380" y="638643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FA6A3-C492-44A5-9A69-E909AB1D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700" y="6502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7640D-C0E3-4C56-B0DC-F3FEA75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107" y="638643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0C9B1-A581-4CF3-840A-C67137A8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427" y="6502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CB439-20EC-4A27-ADEB-083566D0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34" y="638643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8B0C7-29ED-4277-ADC0-FD37F73A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154" y="6502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CA1E9-27A5-4D9B-99A5-4E7955D0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561" y="638643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294B1-F69E-4C89-B3EE-63F53F4F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881" y="650235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FA8A3-E692-49D8-919E-B2FAA6BC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288" y="638643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DCAC7-2831-4978-8226-F8199D16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247" y="1191250"/>
            <a:ext cx="463727" cy="231863"/>
          </a:xfrm>
          <a:custGeom xmlns:a="http://schemas.openxmlformats.org/drawingml/2006/main">
            <a:pathLst>
              <a:path w="463727" h="231863">
                <a:moveTo>
                  <a:pt x="0" y="0"/>
                </a:moveTo>
                <a:lnTo>
                  <a:pt x="463727" y="0"/>
                </a:lnTo>
                <a:lnTo>
                  <a:pt x="463727" y="231863"/>
                </a:lnTo>
                <a:lnTo>
                  <a:pt x="0" y="23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10562-5672-4754-8C73-474C9E52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653" y="1179657"/>
            <a:ext cx="486913" cy="255050"/>
          </a:xfrm>
          <a:custGeom xmlns:a="http://schemas.openxmlformats.org/drawingml/2006/main">
            <a:pathLst>
              <a:path w="486913" h="255050">
                <a:moveTo>
                  <a:pt x="0" y="243457"/>
                </a:moveTo>
                <a:lnTo>
                  <a:pt x="0" y="255050"/>
                </a:lnTo>
                <a:lnTo>
                  <a:pt x="11593" y="255050"/>
                </a:lnTo>
                <a:lnTo>
                  <a:pt x="475320" y="255050"/>
                </a:lnTo>
                <a:lnTo>
                  <a:pt x="486913" y="255050"/>
                </a:lnTo>
                <a:lnTo>
                  <a:pt x="486913" y="243457"/>
                </a:lnTo>
                <a:lnTo>
                  <a:pt x="486913" y="11593"/>
                </a:lnTo>
                <a:lnTo>
                  <a:pt x="486913" y="0"/>
                </a:lnTo>
                <a:lnTo>
                  <a:pt x="475320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243457"/>
                </a:lnTo>
                <a:close/>
                <a:moveTo>
                  <a:pt x="23186" y="23186"/>
                </a:moveTo>
                <a:lnTo>
                  <a:pt x="463727" y="23186"/>
                </a:lnTo>
                <a:lnTo>
                  <a:pt x="463727" y="231863"/>
                </a:lnTo>
                <a:lnTo>
                  <a:pt x="23186" y="231863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73A15-1FA7-475C-B0B5-802BD1E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010" y="451913"/>
            <a:ext cx="1943788" cy="133866"/>
          </a:xfrm>
          <a:custGeom xmlns:a="http://schemas.openxmlformats.org/drawingml/2006/main">
            <a:pathLst>
              <a:path w="1943788" h="133866">
                <a:moveTo>
                  <a:pt x="1827857" y="55340"/>
                </a:moveTo>
                <a:lnTo>
                  <a:pt x="11593" y="55340"/>
                </a:lnTo>
                <a:lnTo>
                  <a:pt x="10799" y="55367"/>
                </a:lnTo>
                <a:lnTo>
                  <a:pt x="10020" y="55446"/>
                </a:lnTo>
                <a:lnTo>
                  <a:pt x="9257" y="55576"/>
                </a:lnTo>
                <a:lnTo>
                  <a:pt x="8511" y="55754"/>
                </a:lnTo>
                <a:lnTo>
                  <a:pt x="7785" y="55980"/>
                </a:lnTo>
                <a:lnTo>
                  <a:pt x="7081" y="56251"/>
                </a:lnTo>
                <a:lnTo>
                  <a:pt x="6399" y="56566"/>
                </a:lnTo>
                <a:lnTo>
                  <a:pt x="5742" y="56923"/>
                </a:lnTo>
                <a:lnTo>
                  <a:pt x="5111" y="57320"/>
                </a:lnTo>
                <a:lnTo>
                  <a:pt x="4509" y="57756"/>
                </a:lnTo>
                <a:lnTo>
                  <a:pt x="3936" y="58228"/>
                </a:lnTo>
                <a:lnTo>
                  <a:pt x="3396" y="58736"/>
                </a:lnTo>
                <a:lnTo>
                  <a:pt x="2888" y="59276"/>
                </a:lnTo>
                <a:lnTo>
                  <a:pt x="2416" y="59849"/>
                </a:lnTo>
                <a:lnTo>
                  <a:pt x="1980" y="60451"/>
                </a:lnTo>
                <a:lnTo>
                  <a:pt x="1583" y="61082"/>
                </a:lnTo>
                <a:lnTo>
                  <a:pt x="1226" y="61739"/>
                </a:lnTo>
                <a:lnTo>
                  <a:pt x="911" y="62421"/>
                </a:lnTo>
                <a:lnTo>
                  <a:pt x="640" y="63125"/>
                </a:lnTo>
                <a:lnTo>
                  <a:pt x="414" y="63851"/>
                </a:lnTo>
                <a:lnTo>
                  <a:pt x="236" y="64597"/>
                </a:lnTo>
                <a:lnTo>
                  <a:pt x="106" y="65360"/>
                </a:lnTo>
                <a:lnTo>
                  <a:pt x="27" y="66139"/>
                </a:lnTo>
                <a:lnTo>
                  <a:pt x="0" y="66933"/>
                </a:lnTo>
                <a:lnTo>
                  <a:pt x="27" y="67727"/>
                </a:lnTo>
                <a:lnTo>
                  <a:pt x="106" y="68506"/>
                </a:lnTo>
                <a:lnTo>
                  <a:pt x="236" y="69270"/>
                </a:lnTo>
                <a:lnTo>
                  <a:pt x="414" y="70015"/>
                </a:lnTo>
                <a:lnTo>
                  <a:pt x="640" y="70741"/>
                </a:lnTo>
                <a:lnTo>
                  <a:pt x="911" y="71446"/>
                </a:lnTo>
                <a:lnTo>
                  <a:pt x="1226" y="72128"/>
                </a:lnTo>
                <a:lnTo>
                  <a:pt x="1583" y="72785"/>
                </a:lnTo>
                <a:lnTo>
                  <a:pt x="1980" y="73415"/>
                </a:lnTo>
                <a:lnTo>
                  <a:pt x="2416" y="74017"/>
                </a:lnTo>
                <a:lnTo>
                  <a:pt x="2888" y="74590"/>
                </a:lnTo>
                <a:lnTo>
                  <a:pt x="3396" y="75131"/>
                </a:lnTo>
                <a:lnTo>
                  <a:pt x="3936" y="75638"/>
                </a:lnTo>
                <a:lnTo>
                  <a:pt x="4509" y="76111"/>
                </a:lnTo>
                <a:lnTo>
                  <a:pt x="5111" y="76546"/>
                </a:lnTo>
                <a:lnTo>
                  <a:pt x="5742" y="76944"/>
                </a:lnTo>
                <a:lnTo>
                  <a:pt x="6399" y="77300"/>
                </a:lnTo>
                <a:lnTo>
                  <a:pt x="7081" y="77615"/>
                </a:lnTo>
                <a:lnTo>
                  <a:pt x="7785" y="77887"/>
                </a:lnTo>
                <a:lnTo>
                  <a:pt x="8511" y="78112"/>
                </a:lnTo>
                <a:lnTo>
                  <a:pt x="9257" y="78291"/>
                </a:lnTo>
                <a:lnTo>
                  <a:pt x="10020" y="78421"/>
                </a:lnTo>
                <a:lnTo>
                  <a:pt x="10799" y="78500"/>
                </a:lnTo>
                <a:lnTo>
                  <a:pt x="11593" y="78526"/>
                </a:lnTo>
                <a:lnTo>
                  <a:pt x="1827857" y="78526"/>
                </a:lnTo>
                <a:lnTo>
                  <a:pt x="1827857" y="133866"/>
                </a:lnTo>
                <a:lnTo>
                  <a:pt x="1943788" y="66933"/>
                </a:lnTo>
                <a:lnTo>
                  <a:pt x="1827857" y="0"/>
                </a:lnTo>
                <a:lnTo>
                  <a:pt x="1827857" y="5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2B3AF-E955-4B7F-BDB5-B8D9EF41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432" y="975641"/>
            <a:ext cx="989286" cy="146051"/>
          </a:xfrm>
          <a:custGeom xmlns:a="http://schemas.openxmlformats.org/drawingml/2006/main">
            <a:pathLst>
              <a:path w="989286" h="146051">
                <a:moveTo>
                  <a:pt x="507809" y="23081"/>
                </a:moveTo>
                <a:lnTo>
                  <a:pt x="508572" y="22951"/>
                </a:lnTo>
                <a:lnTo>
                  <a:pt x="509317" y="22772"/>
                </a:lnTo>
                <a:lnTo>
                  <a:pt x="510043" y="22547"/>
                </a:lnTo>
                <a:lnTo>
                  <a:pt x="510748" y="22275"/>
                </a:lnTo>
                <a:lnTo>
                  <a:pt x="511430" y="21960"/>
                </a:lnTo>
                <a:lnTo>
                  <a:pt x="512087" y="21604"/>
                </a:lnTo>
                <a:lnTo>
                  <a:pt x="512717" y="21206"/>
                </a:lnTo>
                <a:lnTo>
                  <a:pt x="513320" y="20771"/>
                </a:lnTo>
                <a:lnTo>
                  <a:pt x="513892" y="20298"/>
                </a:lnTo>
                <a:lnTo>
                  <a:pt x="514433" y="19791"/>
                </a:lnTo>
                <a:lnTo>
                  <a:pt x="514941" y="19250"/>
                </a:lnTo>
                <a:lnTo>
                  <a:pt x="515413" y="18677"/>
                </a:lnTo>
                <a:lnTo>
                  <a:pt x="515849" y="18075"/>
                </a:lnTo>
                <a:lnTo>
                  <a:pt x="516246" y="17444"/>
                </a:lnTo>
                <a:lnTo>
                  <a:pt x="516603" y="16787"/>
                </a:lnTo>
                <a:lnTo>
                  <a:pt x="516918" y="16106"/>
                </a:lnTo>
                <a:lnTo>
                  <a:pt x="517189" y="15401"/>
                </a:lnTo>
                <a:lnTo>
                  <a:pt x="517414" y="14675"/>
                </a:lnTo>
                <a:lnTo>
                  <a:pt x="517593" y="13930"/>
                </a:lnTo>
                <a:lnTo>
                  <a:pt x="517723" y="13166"/>
                </a:lnTo>
                <a:lnTo>
                  <a:pt x="517802" y="12387"/>
                </a:lnTo>
                <a:lnTo>
                  <a:pt x="517829" y="11593"/>
                </a:lnTo>
                <a:lnTo>
                  <a:pt x="517802" y="10799"/>
                </a:lnTo>
                <a:lnTo>
                  <a:pt x="517723" y="10020"/>
                </a:lnTo>
                <a:lnTo>
                  <a:pt x="517593" y="9257"/>
                </a:lnTo>
                <a:lnTo>
                  <a:pt x="517414" y="8511"/>
                </a:lnTo>
                <a:lnTo>
                  <a:pt x="517189" y="7785"/>
                </a:lnTo>
                <a:lnTo>
                  <a:pt x="516918" y="7081"/>
                </a:lnTo>
                <a:lnTo>
                  <a:pt x="516603" y="6399"/>
                </a:lnTo>
                <a:lnTo>
                  <a:pt x="516246" y="5742"/>
                </a:lnTo>
                <a:lnTo>
                  <a:pt x="515849" y="5111"/>
                </a:lnTo>
                <a:lnTo>
                  <a:pt x="515413" y="4509"/>
                </a:lnTo>
                <a:lnTo>
                  <a:pt x="514941" y="3936"/>
                </a:lnTo>
                <a:lnTo>
                  <a:pt x="514433" y="3396"/>
                </a:lnTo>
                <a:lnTo>
                  <a:pt x="513892" y="2888"/>
                </a:lnTo>
                <a:lnTo>
                  <a:pt x="513320" y="2416"/>
                </a:lnTo>
                <a:lnTo>
                  <a:pt x="512717" y="1980"/>
                </a:lnTo>
                <a:lnTo>
                  <a:pt x="512087" y="1583"/>
                </a:lnTo>
                <a:lnTo>
                  <a:pt x="511430" y="1226"/>
                </a:lnTo>
                <a:lnTo>
                  <a:pt x="510748" y="911"/>
                </a:lnTo>
                <a:lnTo>
                  <a:pt x="510043" y="640"/>
                </a:lnTo>
                <a:lnTo>
                  <a:pt x="509317" y="414"/>
                </a:lnTo>
                <a:lnTo>
                  <a:pt x="508572" y="236"/>
                </a:lnTo>
                <a:lnTo>
                  <a:pt x="507809" y="106"/>
                </a:lnTo>
                <a:lnTo>
                  <a:pt x="507029" y="27"/>
                </a:lnTo>
                <a:lnTo>
                  <a:pt x="506235" y="0"/>
                </a:lnTo>
                <a:lnTo>
                  <a:pt x="444405" y="0"/>
                </a:lnTo>
                <a:lnTo>
                  <a:pt x="443611" y="27"/>
                </a:lnTo>
                <a:lnTo>
                  <a:pt x="442832" y="106"/>
                </a:lnTo>
                <a:lnTo>
                  <a:pt x="442069" y="236"/>
                </a:lnTo>
                <a:lnTo>
                  <a:pt x="441323" y="414"/>
                </a:lnTo>
                <a:lnTo>
                  <a:pt x="440597" y="640"/>
                </a:lnTo>
                <a:lnTo>
                  <a:pt x="439893" y="911"/>
                </a:lnTo>
                <a:lnTo>
                  <a:pt x="439211" y="1226"/>
                </a:lnTo>
                <a:lnTo>
                  <a:pt x="438554" y="1583"/>
                </a:lnTo>
                <a:lnTo>
                  <a:pt x="437923" y="1980"/>
                </a:lnTo>
                <a:lnTo>
                  <a:pt x="437321" y="2416"/>
                </a:lnTo>
                <a:lnTo>
                  <a:pt x="436748" y="2888"/>
                </a:lnTo>
                <a:lnTo>
                  <a:pt x="436208" y="3396"/>
                </a:lnTo>
                <a:lnTo>
                  <a:pt x="435700" y="3936"/>
                </a:lnTo>
                <a:lnTo>
                  <a:pt x="435228" y="4509"/>
                </a:lnTo>
                <a:lnTo>
                  <a:pt x="434792" y="5111"/>
                </a:lnTo>
                <a:lnTo>
                  <a:pt x="434395" y="5742"/>
                </a:lnTo>
                <a:lnTo>
                  <a:pt x="434038" y="6399"/>
                </a:lnTo>
                <a:lnTo>
                  <a:pt x="433723" y="7081"/>
                </a:lnTo>
                <a:lnTo>
                  <a:pt x="433452" y="7785"/>
                </a:lnTo>
                <a:lnTo>
                  <a:pt x="433226" y="8511"/>
                </a:lnTo>
                <a:lnTo>
                  <a:pt x="433048" y="9257"/>
                </a:lnTo>
                <a:lnTo>
                  <a:pt x="432918" y="10020"/>
                </a:lnTo>
                <a:lnTo>
                  <a:pt x="432839" y="10799"/>
                </a:lnTo>
                <a:lnTo>
                  <a:pt x="432812" y="11593"/>
                </a:lnTo>
                <a:lnTo>
                  <a:pt x="432839" y="12387"/>
                </a:lnTo>
                <a:lnTo>
                  <a:pt x="432918" y="13166"/>
                </a:lnTo>
                <a:lnTo>
                  <a:pt x="433048" y="13930"/>
                </a:lnTo>
                <a:lnTo>
                  <a:pt x="433226" y="14675"/>
                </a:lnTo>
                <a:lnTo>
                  <a:pt x="433452" y="15401"/>
                </a:lnTo>
                <a:lnTo>
                  <a:pt x="433723" y="16106"/>
                </a:lnTo>
                <a:lnTo>
                  <a:pt x="434038" y="16788"/>
                </a:lnTo>
                <a:lnTo>
                  <a:pt x="434395" y="17445"/>
                </a:lnTo>
                <a:lnTo>
                  <a:pt x="434792" y="18075"/>
                </a:lnTo>
                <a:lnTo>
                  <a:pt x="435228" y="18677"/>
                </a:lnTo>
                <a:lnTo>
                  <a:pt x="435700" y="19250"/>
                </a:lnTo>
                <a:lnTo>
                  <a:pt x="436208" y="19791"/>
                </a:lnTo>
                <a:lnTo>
                  <a:pt x="436748" y="20298"/>
                </a:lnTo>
                <a:lnTo>
                  <a:pt x="437321" y="20771"/>
                </a:lnTo>
                <a:lnTo>
                  <a:pt x="437923" y="21206"/>
                </a:lnTo>
                <a:lnTo>
                  <a:pt x="438554" y="21604"/>
                </a:lnTo>
                <a:lnTo>
                  <a:pt x="439211" y="21960"/>
                </a:lnTo>
                <a:lnTo>
                  <a:pt x="439893" y="22275"/>
                </a:lnTo>
                <a:lnTo>
                  <a:pt x="440597" y="22547"/>
                </a:lnTo>
                <a:lnTo>
                  <a:pt x="441323" y="22772"/>
                </a:lnTo>
                <a:lnTo>
                  <a:pt x="442069" y="22951"/>
                </a:lnTo>
                <a:lnTo>
                  <a:pt x="442832" y="23081"/>
                </a:lnTo>
                <a:lnTo>
                  <a:pt x="443611" y="23160"/>
                </a:lnTo>
                <a:lnTo>
                  <a:pt x="444405" y="23186"/>
                </a:lnTo>
                <a:lnTo>
                  <a:pt x="506235" y="23186"/>
                </a:lnTo>
                <a:lnTo>
                  <a:pt x="507029" y="23160"/>
                </a:lnTo>
                <a:lnTo>
                  <a:pt x="507809" y="23081"/>
                </a:lnTo>
                <a:close/>
                <a:moveTo>
                  <a:pt x="46316" y="22547"/>
                </a:moveTo>
                <a:lnTo>
                  <a:pt x="47021" y="22275"/>
                </a:lnTo>
                <a:lnTo>
                  <a:pt x="47703" y="21960"/>
                </a:lnTo>
                <a:lnTo>
                  <a:pt x="48360" y="21604"/>
                </a:lnTo>
                <a:lnTo>
                  <a:pt x="48990" y="21206"/>
                </a:lnTo>
                <a:lnTo>
                  <a:pt x="49593" y="20771"/>
                </a:lnTo>
                <a:lnTo>
                  <a:pt x="50165" y="20298"/>
                </a:lnTo>
                <a:lnTo>
                  <a:pt x="50706" y="19791"/>
                </a:lnTo>
                <a:lnTo>
                  <a:pt x="51214" y="19250"/>
                </a:lnTo>
                <a:lnTo>
                  <a:pt x="51686" y="18677"/>
                </a:lnTo>
                <a:lnTo>
                  <a:pt x="52122" y="18075"/>
                </a:lnTo>
                <a:lnTo>
                  <a:pt x="52519" y="17445"/>
                </a:lnTo>
                <a:lnTo>
                  <a:pt x="52876" y="16788"/>
                </a:lnTo>
                <a:lnTo>
                  <a:pt x="53191" y="16106"/>
                </a:lnTo>
                <a:lnTo>
                  <a:pt x="53462" y="15401"/>
                </a:lnTo>
                <a:lnTo>
                  <a:pt x="53687" y="14675"/>
                </a:lnTo>
                <a:lnTo>
                  <a:pt x="53866" y="13930"/>
                </a:lnTo>
                <a:lnTo>
                  <a:pt x="53996" y="13166"/>
                </a:lnTo>
                <a:lnTo>
                  <a:pt x="54075" y="12387"/>
                </a:lnTo>
                <a:lnTo>
                  <a:pt x="54102" y="11593"/>
                </a:lnTo>
                <a:lnTo>
                  <a:pt x="54075" y="10799"/>
                </a:lnTo>
                <a:lnTo>
                  <a:pt x="53996" y="10020"/>
                </a:lnTo>
                <a:lnTo>
                  <a:pt x="53866" y="9257"/>
                </a:lnTo>
                <a:lnTo>
                  <a:pt x="53687" y="8511"/>
                </a:lnTo>
                <a:lnTo>
                  <a:pt x="53462" y="7785"/>
                </a:lnTo>
                <a:lnTo>
                  <a:pt x="53191" y="7081"/>
                </a:lnTo>
                <a:lnTo>
                  <a:pt x="52876" y="6399"/>
                </a:lnTo>
                <a:lnTo>
                  <a:pt x="52519" y="5742"/>
                </a:lnTo>
                <a:lnTo>
                  <a:pt x="52122" y="5111"/>
                </a:lnTo>
                <a:lnTo>
                  <a:pt x="51686" y="4509"/>
                </a:lnTo>
                <a:lnTo>
                  <a:pt x="51214" y="3937"/>
                </a:lnTo>
                <a:lnTo>
                  <a:pt x="50706" y="3396"/>
                </a:lnTo>
                <a:lnTo>
                  <a:pt x="50165" y="2888"/>
                </a:lnTo>
                <a:lnTo>
                  <a:pt x="49593" y="2416"/>
                </a:lnTo>
                <a:lnTo>
                  <a:pt x="48990" y="1980"/>
                </a:lnTo>
                <a:lnTo>
                  <a:pt x="48360" y="1583"/>
                </a:lnTo>
                <a:lnTo>
                  <a:pt x="47703" y="1226"/>
                </a:lnTo>
                <a:lnTo>
                  <a:pt x="47021" y="911"/>
                </a:lnTo>
                <a:lnTo>
                  <a:pt x="46316" y="640"/>
                </a:lnTo>
                <a:lnTo>
                  <a:pt x="45590" y="414"/>
                </a:lnTo>
                <a:lnTo>
                  <a:pt x="44845" y="236"/>
                </a:lnTo>
                <a:lnTo>
                  <a:pt x="44082" y="106"/>
                </a:lnTo>
                <a:lnTo>
                  <a:pt x="43302" y="27"/>
                </a:lnTo>
                <a:lnTo>
                  <a:pt x="42508" y="0"/>
                </a:lnTo>
                <a:lnTo>
                  <a:pt x="11593" y="0"/>
                </a:lnTo>
                <a:lnTo>
                  <a:pt x="0" y="0"/>
                </a:lnTo>
                <a:lnTo>
                  <a:pt x="0" y="23186"/>
                </a:lnTo>
                <a:lnTo>
                  <a:pt x="11593" y="23186"/>
                </a:lnTo>
                <a:lnTo>
                  <a:pt x="42508" y="23186"/>
                </a:lnTo>
                <a:lnTo>
                  <a:pt x="43302" y="23160"/>
                </a:lnTo>
                <a:lnTo>
                  <a:pt x="44082" y="23081"/>
                </a:lnTo>
                <a:lnTo>
                  <a:pt x="44845" y="22951"/>
                </a:lnTo>
                <a:lnTo>
                  <a:pt x="45590" y="22772"/>
                </a:lnTo>
                <a:lnTo>
                  <a:pt x="46316" y="22547"/>
                </a:lnTo>
                <a:close/>
                <a:moveTo>
                  <a:pt x="132172" y="414"/>
                </a:moveTo>
                <a:lnTo>
                  <a:pt x="131446" y="640"/>
                </a:lnTo>
                <a:lnTo>
                  <a:pt x="130741" y="911"/>
                </a:lnTo>
                <a:lnTo>
                  <a:pt x="130060" y="1226"/>
                </a:lnTo>
                <a:lnTo>
                  <a:pt x="129403" y="1583"/>
                </a:lnTo>
                <a:lnTo>
                  <a:pt x="128772" y="1980"/>
                </a:lnTo>
                <a:lnTo>
                  <a:pt x="128170" y="2416"/>
                </a:lnTo>
                <a:lnTo>
                  <a:pt x="127597" y="2888"/>
                </a:lnTo>
                <a:lnTo>
                  <a:pt x="127056" y="3396"/>
                </a:lnTo>
                <a:lnTo>
                  <a:pt x="126549" y="3936"/>
                </a:lnTo>
                <a:lnTo>
                  <a:pt x="126076" y="4509"/>
                </a:lnTo>
                <a:lnTo>
                  <a:pt x="125641" y="5111"/>
                </a:lnTo>
                <a:lnTo>
                  <a:pt x="125243" y="5742"/>
                </a:lnTo>
                <a:lnTo>
                  <a:pt x="124887" y="6399"/>
                </a:lnTo>
                <a:lnTo>
                  <a:pt x="124572" y="7081"/>
                </a:lnTo>
                <a:lnTo>
                  <a:pt x="124300" y="7785"/>
                </a:lnTo>
                <a:lnTo>
                  <a:pt x="124075" y="8511"/>
                </a:lnTo>
                <a:lnTo>
                  <a:pt x="123896" y="9257"/>
                </a:lnTo>
                <a:lnTo>
                  <a:pt x="123766" y="10020"/>
                </a:lnTo>
                <a:lnTo>
                  <a:pt x="123687" y="10799"/>
                </a:lnTo>
                <a:lnTo>
                  <a:pt x="123661" y="11593"/>
                </a:lnTo>
                <a:lnTo>
                  <a:pt x="123687" y="12387"/>
                </a:lnTo>
                <a:lnTo>
                  <a:pt x="123766" y="13166"/>
                </a:lnTo>
                <a:lnTo>
                  <a:pt x="123896" y="13930"/>
                </a:lnTo>
                <a:lnTo>
                  <a:pt x="124075" y="14675"/>
                </a:lnTo>
                <a:lnTo>
                  <a:pt x="124301" y="15401"/>
                </a:lnTo>
                <a:lnTo>
                  <a:pt x="124572" y="16106"/>
                </a:lnTo>
                <a:lnTo>
                  <a:pt x="124887" y="16787"/>
                </a:lnTo>
                <a:lnTo>
                  <a:pt x="125243" y="17444"/>
                </a:lnTo>
                <a:lnTo>
                  <a:pt x="125641" y="18075"/>
                </a:lnTo>
                <a:lnTo>
                  <a:pt x="126076" y="18677"/>
                </a:lnTo>
                <a:lnTo>
                  <a:pt x="126549" y="19250"/>
                </a:lnTo>
                <a:lnTo>
                  <a:pt x="127056" y="19791"/>
                </a:lnTo>
                <a:lnTo>
                  <a:pt x="127597" y="20298"/>
                </a:lnTo>
                <a:lnTo>
                  <a:pt x="128170" y="20771"/>
                </a:lnTo>
                <a:lnTo>
                  <a:pt x="128772" y="21206"/>
                </a:lnTo>
                <a:lnTo>
                  <a:pt x="129403" y="21604"/>
                </a:lnTo>
                <a:lnTo>
                  <a:pt x="130060" y="21960"/>
                </a:lnTo>
                <a:lnTo>
                  <a:pt x="130741" y="22275"/>
                </a:lnTo>
                <a:lnTo>
                  <a:pt x="131446" y="22547"/>
                </a:lnTo>
                <a:lnTo>
                  <a:pt x="132172" y="22772"/>
                </a:lnTo>
                <a:lnTo>
                  <a:pt x="132917" y="22951"/>
                </a:lnTo>
                <a:lnTo>
                  <a:pt x="133681" y="23081"/>
                </a:lnTo>
                <a:lnTo>
                  <a:pt x="134460" y="23160"/>
                </a:lnTo>
                <a:lnTo>
                  <a:pt x="135254" y="23186"/>
                </a:lnTo>
                <a:lnTo>
                  <a:pt x="197084" y="23186"/>
                </a:lnTo>
                <a:lnTo>
                  <a:pt x="197878" y="23160"/>
                </a:lnTo>
                <a:lnTo>
                  <a:pt x="198657" y="23081"/>
                </a:lnTo>
                <a:lnTo>
                  <a:pt x="199421" y="22951"/>
                </a:lnTo>
                <a:lnTo>
                  <a:pt x="200166" y="22772"/>
                </a:lnTo>
                <a:lnTo>
                  <a:pt x="200892" y="22547"/>
                </a:lnTo>
                <a:lnTo>
                  <a:pt x="201597" y="22275"/>
                </a:lnTo>
                <a:lnTo>
                  <a:pt x="202278" y="21960"/>
                </a:lnTo>
                <a:lnTo>
                  <a:pt x="202935" y="21604"/>
                </a:lnTo>
                <a:lnTo>
                  <a:pt x="203566" y="21206"/>
                </a:lnTo>
                <a:lnTo>
                  <a:pt x="204168" y="20771"/>
                </a:lnTo>
                <a:lnTo>
                  <a:pt x="204741" y="20298"/>
                </a:lnTo>
                <a:lnTo>
                  <a:pt x="205282" y="19791"/>
                </a:lnTo>
                <a:lnTo>
                  <a:pt x="205789" y="19250"/>
                </a:lnTo>
                <a:lnTo>
                  <a:pt x="206262" y="18677"/>
                </a:lnTo>
                <a:lnTo>
                  <a:pt x="206697" y="18075"/>
                </a:lnTo>
                <a:lnTo>
                  <a:pt x="207094" y="17445"/>
                </a:lnTo>
                <a:lnTo>
                  <a:pt x="207451" y="16788"/>
                </a:lnTo>
                <a:lnTo>
                  <a:pt x="207766" y="16106"/>
                </a:lnTo>
                <a:lnTo>
                  <a:pt x="208037" y="15401"/>
                </a:lnTo>
                <a:lnTo>
                  <a:pt x="208263" y="14675"/>
                </a:lnTo>
                <a:lnTo>
                  <a:pt x="208442" y="13930"/>
                </a:lnTo>
                <a:lnTo>
                  <a:pt x="208571" y="13166"/>
                </a:lnTo>
                <a:lnTo>
                  <a:pt x="208650" y="12387"/>
                </a:lnTo>
                <a:lnTo>
                  <a:pt x="208677" y="11593"/>
                </a:lnTo>
                <a:lnTo>
                  <a:pt x="208651" y="10800"/>
                </a:lnTo>
                <a:lnTo>
                  <a:pt x="208571" y="10020"/>
                </a:lnTo>
                <a:lnTo>
                  <a:pt x="208442" y="9257"/>
                </a:lnTo>
                <a:lnTo>
                  <a:pt x="208263" y="8511"/>
                </a:lnTo>
                <a:lnTo>
                  <a:pt x="208037" y="7785"/>
                </a:lnTo>
                <a:lnTo>
                  <a:pt x="207766" y="7081"/>
                </a:lnTo>
                <a:lnTo>
                  <a:pt x="207451" y="6399"/>
                </a:lnTo>
                <a:lnTo>
                  <a:pt x="207094" y="5742"/>
                </a:lnTo>
                <a:lnTo>
                  <a:pt x="206697" y="5111"/>
                </a:lnTo>
                <a:lnTo>
                  <a:pt x="206262" y="4509"/>
                </a:lnTo>
                <a:lnTo>
                  <a:pt x="205789" y="3937"/>
                </a:lnTo>
                <a:lnTo>
                  <a:pt x="205282" y="3396"/>
                </a:lnTo>
                <a:lnTo>
                  <a:pt x="204741" y="2888"/>
                </a:lnTo>
                <a:lnTo>
                  <a:pt x="204168" y="2416"/>
                </a:lnTo>
                <a:lnTo>
                  <a:pt x="203566" y="1980"/>
                </a:lnTo>
                <a:lnTo>
                  <a:pt x="202935" y="1583"/>
                </a:lnTo>
                <a:lnTo>
                  <a:pt x="202278" y="1226"/>
                </a:lnTo>
                <a:lnTo>
                  <a:pt x="201597" y="911"/>
                </a:lnTo>
                <a:lnTo>
                  <a:pt x="200892" y="640"/>
                </a:lnTo>
                <a:lnTo>
                  <a:pt x="200166" y="414"/>
                </a:lnTo>
                <a:lnTo>
                  <a:pt x="199421" y="236"/>
                </a:lnTo>
                <a:lnTo>
                  <a:pt x="198657" y="106"/>
                </a:lnTo>
                <a:lnTo>
                  <a:pt x="197878" y="27"/>
                </a:lnTo>
                <a:lnTo>
                  <a:pt x="197084" y="0"/>
                </a:lnTo>
                <a:lnTo>
                  <a:pt x="135254" y="0"/>
                </a:lnTo>
                <a:lnTo>
                  <a:pt x="134460" y="27"/>
                </a:lnTo>
                <a:lnTo>
                  <a:pt x="133681" y="106"/>
                </a:lnTo>
                <a:lnTo>
                  <a:pt x="132917" y="236"/>
                </a:lnTo>
                <a:lnTo>
                  <a:pt x="132172" y="414"/>
                </a:lnTo>
                <a:close/>
                <a:moveTo>
                  <a:pt x="595173" y="640"/>
                </a:moveTo>
                <a:lnTo>
                  <a:pt x="594468" y="911"/>
                </a:lnTo>
                <a:lnTo>
                  <a:pt x="593787" y="1226"/>
                </a:lnTo>
                <a:lnTo>
                  <a:pt x="593130" y="1583"/>
                </a:lnTo>
                <a:lnTo>
                  <a:pt x="592499" y="1980"/>
                </a:lnTo>
                <a:lnTo>
                  <a:pt x="591897" y="2416"/>
                </a:lnTo>
                <a:lnTo>
                  <a:pt x="591324" y="2888"/>
                </a:lnTo>
                <a:lnTo>
                  <a:pt x="590783" y="3396"/>
                </a:lnTo>
                <a:lnTo>
                  <a:pt x="590276" y="3936"/>
                </a:lnTo>
                <a:lnTo>
                  <a:pt x="589803" y="4509"/>
                </a:lnTo>
                <a:lnTo>
                  <a:pt x="589368" y="5111"/>
                </a:lnTo>
                <a:lnTo>
                  <a:pt x="588970" y="5742"/>
                </a:lnTo>
                <a:lnTo>
                  <a:pt x="588614" y="6399"/>
                </a:lnTo>
                <a:lnTo>
                  <a:pt x="588299" y="7081"/>
                </a:lnTo>
                <a:lnTo>
                  <a:pt x="588028" y="7785"/>
                </a:lnTo>
                <a:lnTo>
                  <a:pt x="587802" y="8511"/>
                </a:lnTo>
                <a:lnTo>
                  <a:pt x="587623" y="9257"/>
                </a:lnTo>
                <a:lnTo>
                  <a:pt x="587494" y="10020"/>
                </a:lnTo>
                <a:lnTo>
                  <a:pt x="587414" y="10799"/>
                </a:lnTo>
                <a:lnTo>
                  <a:pt x="587388" y="11593"/>
                </a:lnTo>
                <a:lnTo>
                  <a:pt x="587414" y="12387"/>
                </a:lnTo>
                <a:lnTo>
                  <a:pt x="587494" y="13166"/>
                </a:lnTo>
                <a:lnTo>
                  <a:pt x="587623" y="13930"/>
                </a:lnTo>
                <a:lnTo>
                  <a:pt x="587802" y="14675"/>
                </a:lnTo>
                <a:lnTo>
                  <a:pt x="588028" y="15401"/>
                </a:lnTo>
                <a:lnTo>
                  <a:pt x="588299" y="16106"/>
                </a:lnTo>
                <a:lnTo>
                  <a:pt x="588614" y="16787"/>
                </a:lnTo>
                <a:lnTo>
                  <a:pt x="588970" y="17444"/>
                </a:lnTo>
                <a:lnTo>
                  <a:pt x="589368" y="18075"/>
                </a:lnTo>
                <a:lnTo>
                  <a:pt x="589803" y="18677"/>
                </a:lnTo>
                <a:lnTo>
                  <a:pt x="590276" y="19250"/>
                </a:lnTo>
                <a:lnTo>
                  <a:pt x="590783" y="19791"/>
                </a:lnTo>
                <a:lnTo>
                  <a:pt x="591324" y="20298"/>
                </a:lnTo>
                <a:lnTo>
                  <a:pt x="591897" y="20771"/>
                </a:lnTo>
                <a:lnTo>
                  <a:pt x="592499" y="21206"/>
                </a:lnTo>
                <a:lnTo>
                  <a:pt x="593130" y="21604"/>
                </a:lnTo>
                <a:lnTo>
                  <a:pt x="593787" y="21960"/>
                </a:lnTo>
                <a:lnTo>
                  <a:pt x="594468" y="22275"/>
                </a:lnTo>
                <a:lnTo>
                  <a:pt x="595173" y="22547"/>
                </a:lnTo>
                <a:lnTo>
                  <a:pt x="595899" y="22772"/>
                </a:lnTo>
                <a:lnTo>
                  <a:pt x="596644" y="22951"/>
                </a:lnTo>
                <a:lnTo>
                  <a:pt x="597408" y="23081"/>
                </a:lnTo>
                <a:lnTo>
                  <a:pt x="598187" y="23160"/>
                </a:lnTo>
                <a:lnTo>
                  <a:pt x="598981" y="23186"/>
                </a:lnTo>
                <a:lnTo>
                  <a:pt x="660811" y="23186"/>
                </a:lnTo>
                <a:lnTo>
                  <a:pt x="661605" y="23160"/>
                </a:lnTo>
                <a:lnTo>
                  <a:pt x="662384" y="23081"/>
                </a:lnTo>
                <a:lnTo>
                  <a:pt x="663148" y="22951"/>
                </a:lnTo>
                <a:lnTo>
                  <a:pt x="663893" y="22772"/>
                </a:lnTo>
                <a:lnTo>
                  <a:pt x="664619" y="22547"/>
                </a:lnTo>
                <a:lnTo>
                  <a:pt x="665324" y="22275"/>
                </a:lnTo>
                <a:lnTo>
                  <a:pt x="666005" y="21960"/>
                </a:lnTo>
                <a:lnTo>
                  <a:pt x="666662" y="21604"/>
                </a:lnTo>
                <a:lnTo>
                  <a:pt x="667293" y="21206"/>
                </a:lnTo>
                <a:lnTo>
                  <a:pt x="667895" y="20771"/>
                </a:lnTo>
                <a:lnTo>
                  <a:pt x="668468" y="20298"/>
                </a:lnTo>
                <a:lnTo>
                  <a:pt x="669009" y="19791"/>
                </a:lnTo>
                <a:lnTo>
                  <a:pt x="669516" y="19250"/>
                </a:lnTo>
                <a:lnTo>
                  <a:pt x="669989" y="18677"/>
                </a:lnTo>
                <a:lnTo>
                  <a:pt x="670424" y="18075"/>
                </a:lnTo>
                <a:lnTo>
                  <a:pt x="670822" y="17444"/>
                </a:lnTo>
                <a:lnTo>
                  <a:pt x="671178" y="16787"/>
                </a:lnTo>
                <a:lnTo>
                  <a:pt x="671493" y="16106"/>
                </a:lnTo>
                <a:lnTo>
                  <a:pt x="671764" y="15401"/>
                </a:lnTo>
                <a:lnTo>
                  <a:pt x="671990" y="14675"/>
                </a:lnTo>
                <a:lnTo>
                  <a:pt x="672169" y="13930"/>
                </a:lnTo>
                <a:lnTo>
                  <a:pt x="672298" y="13166"/>
                </a:lnTo>
                <a:lnTo>
                  <a:pt x="672378" y="12387"/>
                </a:lnTo>
                <a:lnTo>
                  <a:pt x="672404" y="11593"/>
                </a:lnTo>
                <a:lnTo>
                  <a:pt x="672378" y="10799"/>
                </a:lnTo>
                <a:lnTo>
                  <a:pt x="672298" y="10020"/>
                </a:lnTo>
                <a:lnTo>
                  <a:pt x="672169" y="9257"/>
                </a:lnTo>
                <a:lnTo>
                  <a:pt x="671990" y="8511"/>
                </a:lnTo>
                <a:lnTo>
                  <a:pt x="671764" y="7785"/>
                </a:lnTo>
                <a:lnTo>
                  <a:pt x="671493" y="7081"/>
                </a:lnTo>
                <a:lnTo>
                  <a:pt x="671178" y="6399"/>
                </a:lnTo>
                <a:lnTo>
                  <a:pt x="670822" y="5742"/>
                </a:lnTo>
                <a:lnTo>
                  <a:pt x="670424" y="5111"/>
                </a:lnTo>
                <a:lnTo>
                  <a:pt x="669989" y="4509"/>
                </a:lnTo>
                <a:lnTo>
                  <a:pt x="669516" y="3936"/>
                </a:lnTo>
                <a:lnTo>
                  <a:pt x="669009" y="3396"/>
                </a:lnTo>
                <a:lnTo>
                  <a:pt x="668468" y="2888"/>
                </a:lnTo>
                <a:lnTo>
                  <a:pt x="667895" y="2416"/>
                </a:lnTo>
                <a:lnTo>
                  <a:pt x="667293" y="1980"/>
                </a:lnTo>
                <a:lnTo>
                  <a:pt x="666662" y="1583"/>
                </a:lnTo>
                <a:lnTo>
                  <a:pt x="666005" y="1226"/>
                </a:lnTo>
                <a:lnTo>
                  <a:pt x="665324" y="911"/>
                </a:lnTo>
                <a:lnTo>
                  <a:pt x="664619" y="640"/>
                </a:lnTo>
                <a:lnTo>
                  <a:pt x="663893" y="414"/>
                </a:lnTo>
                <a:lnTo>
                  <a:pt x="663148" y="236"/>
                </a:lnTo>
                <a:lnTo>
                  <a:pt x="662384" y="106"/>
                </a:lnTo>
                <a:lnTo>
                  <a:pt x="661605" y="27"/>
                </a:lnTo>
                <a:lnTo>
                  <a:pt x="660811" y="0"/>
                </a:lnTo>
                <a:lnTo>
                  <a:pt x="598981" y="0"/>
                </a:lnTo>
                <a:lnTo>
                  <a:pt x="598187" y="27"/>
                </a:lnTo>
                <a:lnTo>
                  <a:pt x="597408" y="106"/>
                </a:lnTo>
                <a:lnTo>
                  <a:pt x="596644" y="236"/>
                </a:lnTo>
                <a:lnTo>
                  <a:pt x="595899" y="414"/>
                </a:lnTo>
                <a:lnTo>
                  <a:pt x="595173" y="640"/>
                </a:lnTo>
                <a:close/>
                <a:moveTo>
                  <a:pt x="286022" y="640"/>
                </a:moveTo>
                <a:lnTo>
                  <a:pt x="285317" y="911"/>
                </a:lnTo>
                <a:lnTo>
                  <a:pt x="284635" y="1226"/>
                </a:lnTo>
                <a:lnTo>
                  <a:pt x="283978" y="1583"/>
                </a:lnTo>
                <a:lnTo>
                  <a:pt x="283348" y="1980"/>
                </a:lnTo>
                <a:lnTo>
                  <a:pt x="282745" y="2416"/>
                </a:lnTo>
                <a:lnTo>
                  <a:pt x="282173" y="2888"/>
                </a:lnTo>
                <a:lnTo>
                  <a:pt x="281632" y="3396"/>
                </a:lnTo>
                <a:lnTo>
                  <a:pt x="281124" y="3936"/>
                </a:lnTo>
                <a:lnTo>
                  <a:pt x="280652" y="4509"/>
                </a:lnTo>
                <a:lnTo>
                  <a:pt x="280216" y="5111"/>
                </a:lnTo>
                <a:lnTo>
                  <a:pt x="279819" y="5742"/>
                </a:lnTo>
                <a:lnTo>
                  <a:pt x="279462" y="6399"/>
                </a:lnTo>
                <a:lnTo>
                  <a:pt x="279147" y="7081"/>
                </a:lnTo>
                <a:lnTo>
                  <a:pt x="278876" y="7785"/>
                </a:lnTo>
                <a:lnTo>
                  <a:pt x="278650" y="8511"/>
                </a:lnTo>
                <a:lnTo>
                  <a:pt x="278472" y="9257"/>
                </a:lnTo>
                <a:lnTo>
                  <a:pt x="278342" y="10020"/>
                </a:lnTo>
                <a:lnTo>
                  <a:pt x="278263" y="10799"/>
                </a:lnTo>
                <a:lnTo>
                  <a:pt x="278236" y="11593"/>
                </a:lnTo>
                <a:lnTo>
                  <a:pt x="278263" y="12387"/>
                </a:lnTo>
                <a:lnTo>
                  <a:pt x="278342" y="13166"/>
                </a:lnTo>
                <a:lnTo>
                  <a:pt x="278472" y="13930"/>
                </a:lnTo>
                <a:lnTo>
                  <a:pt x="278650" y="14675"/>
                </a:lnTo>
                <a:lnTo>
                  <a:pt x="278876" y="15401"/>
                </a:lnTo>
                <a:lnTo>
                  <a:pt x="279147" y="16106"/>
                </a:lnTo>
                <a:lnTo>
                  <a:pt x="279462" y="16788"/>
                </a:lnTo>
                <a:lnTo>
                  <a:pt x="279819" y="17445"/>
                </a:lnTo>
                <a:lnTo>
                  <a:pt x="280216" y="18075"/>
                </a:lnTo>
                <a:lnTo>
                  <a:pt x="280652" y="18677"/>
                </a:lnTo>
                <a:lnTo>
                  <a:pt x="281124" y="19250"/>
                </a:lnTo>
                <a:lnTo>
                  <a:pt x="281632" y="19791"/>
                </a:lnTo>
                <a:lnTo>
                  <a:pt x="282173" y="20298"/>
                </a:lnTo>
                <a:lnTo>
                  <a:pt x="282745" y="20771"/>
                </a:lnTo>
                <a:lnTo>
                  <a:pt x="283348" y="21206"/>
                </a:lnTo>
                <a:lnTo>
                  <a:pt x="283978" y="21604"/>
                </a:lnTo>
                <a:lnTo>
                  <a:pt x="284635" y="21960"/>
                </a:lnTo>
                <a:lnTo>
                  <a:pt x="285317" y="22275"/>
                </a:lnTo>
                <a:lnTo>
                  <a:pt x="286022" y="22547"/>
                </a:lnTo>
                <a:lnTo>
                  <a:pt x="286748" y="22772"/>
                </a:lnTo>
                <a:lnTo>
                  <a:pt x="287493" y="22951"/>
                </a:lnTo>
                <a:lnTo>
                  <a:pt x="288256" y="23081"/>
                </a:lnTo>
                <a:lnTo>
                  <a:pt x="289036" y="23160"/>
                </a:lnTo>
                <a:lnTo>
                  <a:pt x="289830" y="23186"/>
                </a:lnTo>
                <a:lnTo>
                  <a:pt x="351660" y="23186"/>
                </a:lnTo>
                <a:lnTo>
                  <a:pt x="352454" y="23160"/>
                </a:lnTo>
                <a:lnTo>
                  <a:pt x="353233" y="23081"/>
                </a:lnTo>
                <a:lnTo>
                  <a:pt x="353996" y="22951"/>
                </a:lnTo>
                <a:lnTo>
                  <a:pt x="354742" y="22772"/>
                </a:lnTo>
                <a:lnTo>
                  <a:pt x="355468" y="22547"/>
                </a:lnTo>
                <a:lnTo>
                  <a:pt x="356172" y="22275"/>
                </a:lnTo>
                <a:lnTo>
                  <a:pt x="356854" y="21960"/>
                </a:lnTo>
                <a:lnTo>
                  <a:pt x="357511" y="21604"/>
                </a:lnTo>
                <a:lnTo>
                  <a:pt x="358142" y="21206"/>
                </a:lnTo>
                <a:lnTo>
                  <a:pt x="358744" y="20771"/>
                </a:lnTo>
                <a:lnTo>
                  <a:pt x="359317" y="20298"/>
                </a:lnTo>
                <a:lnTo>
                  <a:pt x="359857" y="19791"/>
                </a:lnTo>
                <a:lnTo>
                  <a:pt x="360365" y="19250"/>
                </a:lnTo>
                <a:lnTo>
                  <a:pt x="360837" y="18677"/>
                </a:lnTo>
                <a:lnTo>
                  <a:pt x="361273" y="18075"/>
                </a:lnTo>
                <a:lnTo>
                  <a:pt x="361670" y="17445"/>
                </a:lnTo>
                <a:lnTo>
                  <a:pt x="362027" y="16788"/>
                </a:lnTo>
                <a:lnTo>
                  <a:pt x="362342" y="16106"/>
                </a:lnTo>
                <a:lnTo>
                  <a:pt x="362613" y="15401"/>
                </a:lnTo>
                <a:lnTo>
                  <a:pt x="362839" y="14675"/>
                </a:lnTo>
                <a:lnTo>
                  <a:pt x="363017" y="13930"/>
                </a:lnTo>
                <a:lnTo>
                  <a:pt x="363147" y="13166"/>
                </a:lnTo>
                <a:lnTo>
                  <a:pt x="363226" y="12387"/>
                </a:lnTo>
                <a:lnTo>
                  <a:pt x="363253" y="11593"/>
                </a:lnTo>
                <a:lnTo>
                  <a:pt x="363226" y="10799"/>
                </a:lnTo>
                <a:lnTo>
                  <a:pt x="363147" y="10020"/>
                </a:lnTo>
                <a:lnTo>
                  <a:pt x="363017" y="9257"/>
                </a:lnTo>
                <a:lnTo>
                  <a:pt x="362839" y="8511"/>
                </a:lnTo>
                <a:lnTo>
                  <a:pt x="362613" y="7785"/>
                </a:lnTo>
                <a:lnTo>
                  <a:pt x="362342" y="7081"/>
                </a:lnTo>
                <a:lnTo>
                  <a:pt x="362027" y="6399"/>
                </a:lnTo>
                <a:lnTo>
                  <a:pt x="361670" y="5742"/>
                </a:lnTo>
                <a:lnTo>
                  <a:pt x="361273" y="5111"/>
                </a:lnTo>
                <a:lnTo>
                  <a:pt x="360837" y="4509"/>
                </a:lnTo>
                <a:lnTo>
                  <a:pt x="360365" y="3936"/>
                </a:lnTo>
                <a:lnTo>
                  <a:pt x="359857" y="3396"/>
                </a:lnTo>
                <a:lnTo>
                  <a:pt x="359317" y="2888"/>
                </a:lnTo>
                <a:lnTo>
                  <a:pt x="358744" y="2416"/>
                </a:lnTo>
                <a:lnTo>
                  <a:pt x="358142" y="1980"/>
                </a:lnTo>
                <a:lnTo>
                  <a:pt x="357511" y="1583"/>
                </a:lnTo>
                <a:lnTo>
                  <a:pt x="356854" y="1226"/>
                </a:lnTo>
                <a:lnTo>
                  <a:pt x="356172" y="911"/>
                </a:lnTo>
                <a:lnTo>
                  <a:pt x="355468" y="640"/>
                </a:lnTo>
                <a:lnTo>
                  <a:pt x="354742" y="414"/>
                </a:lnTo>
                <a:lnTo>
                  <a:pt x="353996" y="236"/>
                </a:lnTo>
                <a:lnTo>
                  <a:pt x="353233" y="106"/>
                </a:lnTo>
                <a:lnTo>
                  <a:pt x="352454" y="27"/>
                </a:lnTo>
                <a:lnTo>
                  <a:pt x="351660" y="0"/>
                </a:lnTo>
                <a:lnTo>
                  <a:pt x="289830" y="0"/>
                </a:lnTo>
                <a:lnTo>
                  <a:pt x="289036" y="27"/>
                </a:lnTo>
                <a:lnTo>
                  <a:pt x="288256" y="106"/>
                </a:lnTo>
                <a:lnTo>
                  <a:pt x="287493" y="236"/>
                </a:lnTo>
                <a:lnTo>
                  <a:pt x="286748" y="414"/>
                </a:lnTo>
                <a:lnTo>
                  <a:pt x="286022" y="640"/>
                </a:lnTo>
                <a:close/>
                <a:moveTo>
                  <a:pt x="818469" y="22772"/>
                </a:moveTo>
                <a:lnTo>
                  <a:pt x="819195" y="22546"/>
                </a:lnTo>
                <a:lnTo>
                  <a:pt x="819899" y="22275"/>
                </a:lnTo>
                <a:lnTo>
                  <a:pt x="820581" y="21960"/>
                </a:lnTo>
                <a:lnTo>
                  <a:pt x="821238" y="21604"/>
                </a:lnTo>
                <a:lnTo>
                  <a:pt x="821869" y="21206"/>
                </a:lnTo>
                <a:lnTo>
                  <a:pt x="822471" y="20771"/>
                </a:lnTo>
                <a:lnTo>
                  <a:pt x="823044" y="20298"/>
                </a:lnTo>
                <a:lnTo>
                  <a:pt x="823584" y="19791"/>
                </a:lnTo>
                <a:lnTo>
                  <a:pt x="824092" y="19250"/>
                </a:lnTo>
                <a:lnTo>
                  <a:pt x="824564" y="18677"/>
                </a:lnTo>
                <a:lnTo>
                  <a:pt x="825000" y="18075"/>
                </a:lnTo>
                <a:lnTo>
                  <a:pt x="825397" y="17444"/>
                </a:lnTo>
                <a:lnTo>
                  <a:pt x="825754" y="16787"/>
                </a:lnTo>
                <a:lnTo>
                  <a:pt x="826069" y="16106"/>
                </a:lnTo>
                <a:lnTo>
                  <a:pt x="826340" y="15401"/>
                </a:lnTo>
                <a:lnTo>
                  <a:pt x="826566" y="14675"/>
                </a:lnTo>
                <a:lnTo>
                  <a:pt x="826744" y="13930"/>
                </a:lnTo>
                <a:lnTo>
                  <a:pt x="826874" y="13166"/>
                </a:lnTo>
                <a:lnTo>
                  <a:pt x="826953" y="12387"/>
                </a:lnTo>
                <a:lnTo>
                  <a:pt x="826980" y="11593"/>
                </a:lnTo>
                <a:lnTo>
                  <a:pt x="826953" y="10799"/>
                </a:lnTo>
                <a:lnTo>
                  <a:pt x="826874" y="10020"/>
                </a:lnTo>
                <a:lnTo>
                  <a:pt x="826744" y="9257"/>
                </a:lnTo>
                <a:lnTo>
                  <a:pt x="826566" y="8511"/>
                </a:lnTo>
                <a:lnTo>
                  <a:pt x="826340" y="7785"/>
                </a:lnTo>
                <a:lnTo>
                  <a:pt x="826069" y="7081"/>
                </a:lnTo>
                <a:lnTo>
                  <a:pt x="825754" y="6399"/>
                </a:lnTo>
                <a:lnTo>
                  <a:pt x="825397" y="5742"/>
                </a:lnTo>
                <a:lnTo>
                  <a:pt x="825000" y="5111"/>
                </a:lnTo>
                <a:lnTo>
                  <a:pt x="824564" y="4509"/>
                </a:lnTo>
                <a:lnTo>
                  <a:pt x="824092" y="3936"/>
                </a:lnTo>
                <a:lnTo>
                  <a:pt x="823584" y="3396"/>
                </a:lnTo>
                <a:lnTo>
                  <a:pt x="823044" y="2888"/>
                </a:lnTo>
                <a:lnTo>
                  <a:pt x="822471" y="2416"/>
                </a:lnTo>
                <a:lnTo>
                  <a:pt x="821869" y="1980"/>
                </a:lnTo>
                <a:lnTo>
                  <a:pt x="821238" y="1583"/>
                </a:lnTo>
                <a:lnTo>
                  <a:pt x="820581" y="1226"/>
                </a:lnTo>
                <a:lnTo>
                  <a:pt x="819899" y="911"/>
                </a:lnTo>
                <a:lnTo>
                  <a:pt x="819195" y="640"/>
                </a:lnTo>
                <a:lnTo>
                  <a:pt x="818469" y="414"/>
                </a:lnTo>
                <a:lnTo>
                  <a:pt x="817723" y="236"/>
                </a:lnTo>
                <a:lnTo>
                  <a:pt x="816960" y="106"/>
                </a:lnTo>
                <a:lnTo>
                  <a:pt x="816181" y="27"/>
                </a:lnTo>
                <a:lnTo>
                  <a:pt x="815387" y="0"/>
                </a:lnTo>
                <a:lnTo>
                  <a:pt x="753557" y="0"/>
                </a:lnTo>
                <a:lnTo>
                  <a:pt x="752763" y="27"/>
                </a:lnTo>
                <a:lnTo>
                  <a:pt x="751983" y="106"/>
                </a:lnTo>
                <a:lnTo>
                  <a:pt x="751220" y="236"/>
                </a:lnTo>
                <a:lnTo>
                  <a:pt x="750475" y="414"/>
                </a:lnTo>
                <a:lnTo>
                  <a:pt x="749749" y="640"/>
                </a:lnTo>
                <a:lnTo>
                  <a:pt x="749044" y="911"/>
                </a:lnTo>
                <a:lnTo>
                  <a:pt x="748362" y="1226"/>
                </a:lnTo>
                <a:lnTo>
                  <a:pt x="747705" y="1583"/>
                </a:lnTo>
                <a:lnTo>
                  <a:pt x="747075" y="1980"/>
                </a:lnTo>
                <a:lnTo>
                  <a:pt x="746472" y="2416"/>
                </a:lnTo>
                <a:lnTo>
                  <a:pt x="745900" y="2888"/>
                </a:lnTo>
                <a:lnTo>
                  <a:pt x="745359" y="3396"/>
                </a:lnTo>
                <a:lnTo>
                  <a:pt x="744851" y="3936"/>
                </a:lnTo>
                <a:lnTo>
                  <a:pt x="744379" y="4509"/>
                </a:lnTo>
                <a:lnTo>
                  <a:pt x="743943" y="5111"/>
                </a:lnTo>
                <a:lnTo>
                  <a:pt x="743546" y="5742"/>
                </a:lnTo>
                <a:lnTo>
                  <a:pt x="743189" y="6399"/>
                </a:lnTo>
                <a:lnTo>
                  <a:pt x="742874" y="7081"/>
                </a:lnTo>
                <a:lnTo>
                  <a:pt x="742603" y="7785"/>
                </a:lnTo>
                <a:lnTo>
                  <a:pt x="742377" y="8511"/>
                </a:lnTo>
                <a:lnTo>
                  <a:pt x="742199" y="9257"/>
                </a:lnTo>
                <a:lnTo>
                  <a:pt x="742069" y="10020"/>
                </a:lnTo>
                <a:lnTo>
                  <a:pt x="741990" y="10799"/>
                </a:lnTo>
                <a:lnTo>
                  <a:pt x="741963" y="11593"/>
                </a:lnTo>
                <a:lnTo>
                  <a:pt x="741990" y="12387"/>
                </a:lnTo>
                <a:lnTo>
                  <a:pt x="742069" y="13166"/>
                </a:lnTo>
                <a:lnTo>
                  <a:pt x="742199" y="13930"/>
                </a:lnTo>
                <a:lnTo>
                  <a:pt x="742377" y="14675"/>
                </a:lnTo>
                <a:lnTo>
                  <a:pt x="742603" y="15401"/>
                </a:lnTo>
                <a:lnTo>
                  <a:pt x="742874" y="16106"/>
                </a:lnTo>
                <a:lnTo>
                  <a:pt x="743189" y="16787"/>
                </a:lnTo>
                <a:lnTo>
                  <a:pt x="743546" y="17444"/>
                </a:lnTo>
                <a:lnTo>
                  <a:pt x="743943" y="18075"/>
                </a:lnTo>
                <a:lnTo>
                  <a:pt x="744379" y="18677"/>
                </a:lnTo>
                <a:lnTo>
                  <a:pt x="744851" y="19250"/>
                </a:lnTo>
                <a:lnTo>
                  <a:pt x="745359" y="19791"/>
                </a:lnTo>
                <a:lnTo>
                  <a:pt x="745900" y="20298"/>
                </a:lnTo>
                <a:lnTo>
                  <a:pt x="746472" y="20771"/>
                </a:lnTo>
                <a:lnTo>
                  <a:pt x="747075" y="21206"/>
                </a:lnTo>
                <a:lnTo>
                  <a:pt x="747705" y="21604"/>
                </a:lnTo>
                <a:lnTo>
                  <a:pt x="748362" y="21960"/>
                </a:lnTo>
                <a:lnTo>
                  <a:pt x="749044" y="22275"/>
                </a:lnTo>
                <a:lnTo>
                  <a:pt x="749749" y="22547"/>
                </a:lnTo>
                <a:lnTo>
                  <a:pt x="750475" y="22772"/>
                </a:lnTo>
                <a:lnTo>
                  <a:pt x="751220" y="22951"/>
                </a:lnTo>
                <a:lnTo>
                  <a:pt x="751983" y="23081"/>
                </a:lnTo>
                <a:lnTo>
                  <a:pt x="752763" y="23160"/>
                </a:lnTo>
                <a:lnTo>
                  <a:pt x="753557" y="23186"/>
                </a:lnTo>
                <a:lnTo>
                  <a:pt x="815387" y="23186"/>
                </a:lnTo>
                <a:lnTo>
                  <a:pt x="816181" y="23160"/>
                </a:lnTo>
                <a:lnTo>
                  <a:pt x="816960" y="23080"/>
                </a:lnTo>
                <a:lnTo>
                  <a:pt x="817723" y="22951"/>
                </a:lnTo>
                <a:lnTo>
                  <a:pt x="818469" y="22772"/>
                </a:lnTo>
                <a:close/>
                <a:moveTo>
                  <a:pt x="904324" y="640"/>
                </a:moveTo>
                <a:lnTo>
                  <a:pt x="903620" y="911"/>
                </a:lnTo>
                <a:lnTo>
                  <a:pt x="902938" y="1226"/>
                </a:lnTo>
                <a:lnTo>
                  <a:pt x="902281" y="1583"/>
                </a:lnTo>
                <a:lnTo>
                  <a:pt x="901650" y="1980"/>
                </a:lnTo>
                <a:lnTo>
                  <a:pt x="901048" y="2416"/>
                </a:lnTo>
                <a:lnTo>
                  <a:pt x="900475" y="2888"/>
                </a:lnTo>
                <a:lnTo>
                  <a:pt x="899935" y="3396"/>
                </a:lnTo>
                <a:lnTo>
                  <a:pt x="899427" y="3936"/>
                </a:lnTo>
                <a:lnTo>
                  <a:pt x="898955" y="4509"/>
                </a:lnTo>
                <a:lnTo>
                  <a:pt x="898519" y="5111"/>
                </a:lnTo>
                <a:lnTo>
                  <a:pt x="898122" y="5742"/>
                </a:lnTo>
                <a:lnTo>
                  <a:pt x="897765" y="6399"/>
                </a:lnTo>
                <a:lnTo>
                  <a:pt x="897450" y="7081"/>
                </a:lnTo>
                <a:lnTo>
                  <a:pt x="897179" y="7785"/>
                </a:lnTo>
                <a:lnTo>
                  <a:pt x="896953" y="8511"/>
                </a:lnTo>
                <a:lnTo>
                  <a:pt x="896775" y="9257"/>
                </a:lnTo>
                <a:lnTo>
                  <a:pt x="896645" y="10020"/>
                </a:lnTo>
                <a:lnTo>
                  <a:pt x="896566" y="10799"/>
                </a:lnTo>
                <a:lnTo>
                  <a:pt x="896539" y="11593"/>
                </a:lnTo>
                <a:lnTo>
                  <a:pt x="896566" y="12387"/>
                </a:lnTo>
                <a:lnTo>
                  <a:pt x="896645" y="13166"/>
                </a:lnTo>
                <a:lnTo>
                  <a:pt x="896775" y="13930"/>
                </a:lnTo>
                <a:lnTo>
                  <a:pt x="896953" y="14675"/>
                </a:lnTo>
                <a:lnTo>
                  <a:pt x="897179" y="15401"/>
                </a:lnTo>
                <a:lnTo>
                  <a:pt x="897450" y="16106"/>
                </a:lnTo>
                <a:lnTo>
                  <a:pt x="897765" y="16787"/>
                </a:lnTo>
                <a:lnTo>
                  <a:pt x="898122" y="17444"/>
                </a:lnTo>
                <a:lnTo>
                  <a:pt x="898519" y="18075"/>
                </a:lnTo>
                <a:lnTo>
                  <a:pt x="898955" y="18677"/>
                </a:lnTo>
                <a:lnTo>
                  <a:pt x="899427" y="19250"/>
                </a:lnTo>
                <a:lnTo>
                  <a:pt x="899935" y="19791"/>
                </a:lnTo>
                <a:lnTo>
                  <a:pt x="900475" y="20298"/>
                </a:lnTo>
                <a:lnTo>
                  <a:pt x="901048" y="20771"/>
                </a:lnTo>
                <a:lnTo>
                  <a:pt x="901650" y="21206"/>
                </a:lnTo>
                <a:lnTo>
                  <a:pt x="902281" y="21604"/>
                </a:lnTo>
                <a:lnTo>
                  <a:pt x="902938" y="21960"/>
                </a:lnTo>
                <a:lnTo>
                  <a:pt x="903620" y="22275"/>
                </a:lnTo>
                <a:lnTo>
                  <a:pt x="904324" y="22546"/>
                </a:lnTo>
                <a:lnTo>
                  <a:pt x="905050" y="22772"/>
                </a:lnTo>
                <a:lnTo>
                  <a:pt x="905796" y="22951"/>
                </a:lnTo>
                <a:lnTo>
                  <a:pt x="906559" y="23081"/>
                </a:lnTo>
                <a:lnTo>
                  <a:pt x="907338" y="23160"/>
                </a:lnTo>
                <a:lnTo>
                  <a:pt x="908132" y="23186"/>
                </a:lnTo>
                <a:lnTo>
                  <a:pt x="939047" y="23186"/>
                </a:lnTo>
                <a:lnTo>
                  <a:pt x="940899" y="23249"/>
                </a:lnTo>
                <a:lnTo>
                  <a:pt x="942718" y="23433"/>
                </a:lnTo>
                <a:lnTo>
                  <a:pt x="944499" y="23736"/>
                </a:lnTo>
                <a:lnTo>
                  <a:pt x="946238" y="24153"/>
                </a:lnTo>
                <a:lnTo>
                  <a:pt x="947932" y="24679"/>
                </a:lnTo>
                <a:lnTo>
                  <a:pt x="949577" y="25312"/>
                </a:lnTo>
                <a:lnTo>
                  <a:pt x="951167" y="26047"/>
                </a:lnTo>
                <a:lnTo>
                  <a:pt x="952700" y="26879"/>
                </a:lnTo>
                <a:lnTo>
                  <a:pt x="954172" y="27806"/>
                </a:lnTo>
                <a:lnTo>
                  <a:pt x="955577" y="28823"/>
                </a:lnTo>
                <a:lnTo>
                  <a:pt x="956913" y="29925"/>
                </a:lnTo>
                <a:lnTo>
                  <a:pt x="958175" y="31109"/>
                </a:lnTo>
                <a:lnTo>
                  <a:pt x="959359" y="32371"/>
                </a:lnTo>
                <a:lnTo>
                  <a:pt x="960462" y="33707"/>
                </a:lnTo>
                <a:lnTo>
                  <a:pt x="961478" y="35112"/>
                </a:lnTo>
                <a:lnTo>
                  <a:pt x="962405" y="36584"/>
                </a:lnTo>
                <a:lnTo>
                  <a:pt x="963237" y="38117"/>
                </a:lnTo>
                <a:lnTo>
                  <a:pt x="963972" y="39707"/>
                </a:lnTo>
                <a:lnTo>
                  <a:pt x="964605" y="41352"/>
                </a:lnTo>
                <a:lnTo>
                  <a:pt x="965132" y="43045"/>
                </a:lnTo>
                <a:lnTo>
                  <a:pt x="965548" y="44785"/>
                </a:lnTo>
                <a:lnTo>
                  <a:pt x="965851" y="46566"/>
                </a:lnTo>
                <a:lnTo>
                  <a:pt x="966036" y="48384"/>
                </a:lnTo>
                <a:lnTo>
                  <a:pt x="966098" y="50237"/>
                </a:lnTo>
                <a:lnTo>
                  <a:pt x="966098" y="67081"/>
                </a:lnTo>
                <a:lnTo>
                  <a:pt x="966125" y="67875"/>
                </a:lnTo>
                <a:lnTo>
                  <a:pt x="966204" y="68654"/>
                </a:lnTo>
                <a:lnTo>
                  <a:pt x="966334" y="69417"/>
                </a:lnTo>
                <a:lnTo>
                  <a:pt x="966513" y="70163"/>
                </a:lnTo>
                <a:lnTo>
                  <a:pt x="966738" y="70889"/>
                </a:lnTo>
                <a:lnTo>
                  <a:pt x="967010" y="71593"/>
                </a:lnTo>
                <a:lnTo>
                  <a:pt x="967324" y="72275"/>
                </a:lnTo>
                <a:lnTo>
                  <a:pt x="967681" y="72932"/>
                </a:lnTo>
                <a:lnTo>
                  <a:pt x="968078" y="73563"/>
                </a:lnTo>
                <a:lnTo>
                  <a:pt x="968514" y="74165"/>
                </a:lnTo>
                <a:lnTo>
                  <a:pt x="968987" y="74737"/>
                </a:lnTo>
                <a:lnTo>
                  <a:pt x="969494" y="75278"/>
                </a:lnTo>
                <a:lnTo>
                  <a:pt x="970035" y="75786"/>
                </a:lnTo>
                <a:lnTo>
                  <a:pt x="970608" y="76258"/>
                </a:lnTo>
                <a:lnTo>
                  <a:pt x="971210" y="76694"/>
                </a:lnTo>
                <a:lnTo>
                  <a:pt x="971841" y="77091"/>
                </a:lnTo>
                <a:lnTo>
                  <a:pt x="972498" y="77448"/>
                </a:lnTo>
                <a:lnTo>
                  <a:pt x="973179" y="77763"/>
                </a:lnTo>
                <a:lnTo>
                  <a:pt x="973884" y="78034"/>
                </a:lnTo>
                <a:lnTo>
                  <a:pt x="974610" y="78260"/>
                </a:lnTo>
                <a:lnTo>
                  <a:pt x="975355" y="78438"/>
                </a:lnTo>
                <a:lnTo>
                  <a:pt x="976119" y="78568"/>
                </a:lnTo>
                <a:lnTo>
                  <a:pt x="976898" y="78647"/>
                </a:lnTo>
                <a:lnTo>
                  <a:pt x="977692" y="78674"/>
                </a:lnTo>
                <a:lnTo>
                  <a:pt x="978486" y="78647"/>
                </a:lnTo>
                <a:lnTo>
                  <a:pt x="979265" y="78568"/>
                </a:lnTo>
                <a:lnTo>
                  <a:pt x="980028" y="78438"/>
                </a:lnTo>
                <a:lnTo>
                  <a:pt x="980774" y="78260"/>
                </a:lnTo>
                <a:lnTo>
                  <a:pt x="981500" y="78034"/>
                </a:lnTo>
                <a:lnTo>
                  <a:pt x="982204" y="77763"/>
                </a:lnTo>
                <a:lnTo>
                  <a:pt x="982886" y="77448"/>
                </a:lnTo>
                <a:lnTo>
                  <a:pt x="983543" y="77091"/>
                </a:lnTo>
                <a:lnTo>
                  <a:pt x="984174" y="76694"/>
                </a:lnTo>
                <a:lnTo>
                  <a:pt x="984776" y="76258"/>
                </a:lnTo>
                <a:lnTo>
                  <a:pt x="985349" y="75786"/>
                </a:lnTo>
                <a:lnTo>
                  <a:pt x="985889" y="75278"/>
                </a:lnTo>
                <a:lnTo>
                  <a:pt x="986397" y="74737"/>
                </a:lnTo>
                <a:lnTo>
                  <a:pt x="986869" y="74165"/>
                </a:lnTo>
                <a:lnTo>
                  <a:pt x="987305" y="73562"/>
                </a:lnTo>
                <a:lnTo>
                  <a:pt x="987702" y="72932"/>
                </a:lnTo>
                <a:lnTo>
                  <a:pt x="988059" y="72275"/>
                </a:lnTo>
                <a:lnTo>
                  <a:pt x="988374" y="71593"/>
                </a:lnTo>
                <a:lnTo>
                  <a:pt x="988645" y="70888"/>
                </a:lnTo>
                <a:lnTo>
                  <a:pt x="988871" y="70162"/>
                </a:lnTo>
                <a:lnTo>
                  <a:pt x="989049" y="69417"/>
                </a:lnTo>
                <a:lnTo>
                  <a:pt x="989179" y="68653"/>
                </a:lnTo>
                <a:lnTo>
                  <a:pt x="989258" y="67874"/>
                </a:lnTo>
                <a:lnTo>
                  <a:pt x="989285" y="67080"/>
                </a:lnTo>
                <a:lnTo>
                  <a:pt x="989284" y="50236"/>
                </a:lnTo>
                <a:lnTo>
                  <a:pt x="989168" y="46797"/>
                </a:lnTo>
                <a:lnTo>
                  <a:pt x="988826" y="43419"/>
                </a:lnTo>
                <a:lnTo>
                  <a:pt x="988264" y="40112"/>
                </a:lnTo>
                <a:lnTo>
                  <a:pt x="987490" y="36881"/>
                </a:lnTo>
                <a:lnTo>
                  <a:pt x="986511" y="33736"/>
                </a:lnTo>
                <a:lnTo>
                  <a:pt x="985336" y="30682"/>
                </a:lnTo>
                <a:lnTo>
                  <a:pt x="983972" y="27728"/>
                </a:lnTo>
                <a:lnTo>
                  <a:pt x="982425" y="24881"/>
                </a:lnTo>
                <a:lnTo>
                  <a:pt x="980704" y="22149"/>
                </a:lnTo>
                <a:lnTo>
                  <a:pt x="978817" y="19538"/>
                </a:lnTo>
                <a:lnTo>
                  <a:pt x="976769" y="17057"/>
                </a:lnTo>
                <a:lnTo>
                  <a:pt x="974570" y="14714"/>
                </a:lnTo>
                <a:lnTo>
                  <a:pt x="972226" y="12515"/>
                </a:lnTo>
                <a:lnTo>
                  <a:pt x="969745" y="10467"/>
                </a:lnTo>
                <a:lnTo>
                  <a:pt x="967135" y="8580"/>
                </a:lnTo>
                <a:lnTo>
                  <a:pt x="964403" y="6859"/>
                </a:lnTo>
                <a:lnTo>
                  <a:pt x="961556" y="5312"/>
                </a:lnTo>
                <a:lnTo>
                  <a:pt x="958602" y="3948"/>
                </a:lnTo>
                <a:lnTo>
                  <a:pt x="955548" y="2773"/>
                </a:lnTo>
                <a:lnTo>
                  <a:pt x="952402" y="1794"/>
                </a:lnTo>
                <a:lnTo>
                  <a:pt x="949172" y="1021"/>
                </a:lnTo>
                <a:lnTo>
                  <a:pt x="945864" y="459"/>
                </a:lnTo>
                <a:lnTo>
                  <a:pt x="942487" y="116"/>
                </a:lnTo>
                <a:lnTo>
                  <a:pt x="939047" y="0"/>
                </a:lnTo>
                <a:lnTo>
                  <a:pt x="908132" y="0"/>
                </a:lnTo>
                <a:lnTo>
                  <a:pt x="907339" y="27"/>
                </a:lnTo>
                <a:lnTo>
                  <a:pt x="906559" y="106"/>
                </a:lnTo>
                <a:lnTo>
                  <a:pt x="905796" y="236"/>
                </a:lnTo>
                <a:lnTo>
                  <a:pt x="905050" y="414"/>
                </a:lnTo>
                <a:lnTo>
                  <a:pt x="904324" y="640"/>
                </a:lnTo>
                <a:close/>
                <a:moveTo>
                  <a:pt x="988646" y="113805"/>
                </a:moveTo>
                <a:lnTo>
                  <a:pt x="988375" y="113101"/>
                </a:lnTo>
                <a:lnTo>
                  <a:pt x="988060" y="112419"/>
                </a:lnTo>
                <a:lnTo>
                  <a:pt x="987703" y="111762"/>
                </a:lnTo>
                <a:lnTo>
                  <a:pt x="987306" y="111131"/>
                </a:lnTo>
                <a:lnTo>
                  <a:pt x="986870" y="110529"/>
                </a:lnTo>
                <a:lnTo>
                  <a:pt x="986398" y="109956"/>
                </a:lnTo>
                <a:lnTo>
                  <a:pt x="985890" y="109416"/>
                </a:lnTo>
                <a:lnTo>
                  <a:pt x="985349" y="108908"/>
                </a:lnTo>
                <a:lnTo>
                  <a:pt x="984777" y="108436"/>
                </a:lnTo>
                <a:lnTo>
                  <a:pt x="984174" y="108000"/>
                </a:lnTo>
                <a:lnTo>
                  <a:pt x="983544" y="107603"/>
                </a:lnTo>
                <a:lnTo>
                  <a:pt x="982887" y="107246"/>
                </a:lnTo>
                <a:lnTo>
                  <a:pt x="982205" y="106931"/>
                </a:lnTo>
                <a:lnTo>
                  <a:pt x="981500" y="106660"/>
                </a:lnTo>
                <a:lnTo>
                  <a:pt x="980774" y="106434"/>
                </a:lnTo>
                <a:lnTo>
                  <a:pt x="980029" y="106256"/>
                </a:lnTo>
                <a:lnTo>
                  <a:pt x="979266" y="106126"/>
                </a:lnTo>
                <a:lnTo>
                  <a:pt x="978486" y="106047"/>
                </a:lnTo>
                <a:lnTo>
                  <a:pt x="977692" y="106020"/>
                </a:lnTo>
                <a:lnTo>
                  <a:pt x="976899" y="106047"/>
                </a:lnTo>
                <a:lnTo>
                  <a:pt x="976119" y="106126"/>
                </a:lnTo>
                <a:lnTo>
                  <a:pt x="975356" y="106256"/>
                </a:lnTo>
                <a:lnTo>
                  <a:pt x="974610" y="106434"/>
                </a:lnTo>
                <a:lnTo>
                  <a:pt x="973885" y="106660"/>
                </a:lnTo>
                <a:lnTo>
                  <a:pt x="973180" y="106931"/>
                </a:lnTo>
                <a:lnTo>
                  <a:pt x="972498" y="107246"/>
                </a:lnTo>
                <a:lnTo>
                  <a:pt x="971841" y="107603"/>
                </a:lnTo>
                <a:lnTo>
                  <a:pt x="971211" y="108000"/>
                </a:lnTo>
                <a:lnTo>
                  <a:pt x="970608" y="108436"/>
                </a:lnTo>
                <a:lnTo>
                  <a:pt x="970036" y="108908"/>
                </a:lnTo>
                <a:lnTo>
                  <a:pt x="969495" y="109416"/>
                </a:lnTo>
                <a:lnTo>
                  <a:pt x="968987" y="109957"/>
                </a:lnTo>
                <a:lnTo>
                  <a:pt x="968515" y="110529"/>
                </a:lnTo>
                <a:lnTo>
                  <a:pt x="968079" y="111132"/>
                </a:lnTo>
                <a:lnTo>
                  <a:pt x="967682" y="111762"/>
                </a:lnTo>
                <a:lnTo>
                  <a:pt x="967325" y="112419"/>
                </a:lnTo>
                <a:lnTo>
                  <a:pt x="967010" y="113101"/>
                </a:lnTo>
                <a:lnTo>
                  <a:pt x="966739" y="113806"/>
                </a:lnTo>
                <a:lnTo>
                  <a:pt x="966514" y="114532"/>
                </a:lnTo>
                <a:lnTo>
                  <a:pt x="966335" y="115277"/>
                </a:lnTo>
                <a:lnTo>
                  <a:pt x="966205" y="116040"/>
                </a:lnTo>
                <a:lnTo>
                  <a:pt x="966126" y="116820"/>
                </a:lnTo>
                <a:lnTo>
                  <a:pt x="966099" y="117614"/>
                </a:lnTo>
                <a:lnTo>
                  <a:pt x="966100" y="134458"/>
                </a:lnTo>
                <a:lnTo>
                  <a:pt x="966100" y="146051"/>
                </a:lnTo>
                <a:lnTo>
                  <a:pt x="989286" y="146051"/>
                </a:lnTo>
                <a:lnTo>
                  <a:pt x="989286" y="134457"/>
                </a:lnTo>
                <a:lnTo>
                  <a:pt x="989286" y="117613"/>
                </a:lnTo>
                <a:lnTo>
                  <a:pt x="989259" y="116819"/>
                </a:lnTo>
                <a:lnTo>
                  <a:pt x="989180" y="116040"/>
                </a:lnTo>
                <a:lnTo>
                  <a:pt x="989050" y="115277"/>
                </a:lnTo>
                <a:lnTo>
                  <a:pt x="988872" y="114531"/>
                </a:lnTo>
                <a:lnTo>
                  <a:pt x="988646" y="113805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7F854-04AE-43C5-B204-0ADC378B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608" y="2120992"/>
            <a:ext cx="448271" cy="749416"/>
          </a:xfrm>
          <a:custGeom xmlns:a="http://schemas.openxmlformats.org/drawingml/2006/main">
            <a:pathLst>
              <a:path w="448271" h="749416">
                <a:moveTo>
                  <a:pt x="408158" y="748395"/>
                </a:moveTo>
                <a:lnTo>
                  <a:pt x="411389" y="747621"/>
                </a:lnTo>
                <a:lnTo>
                  <a:pt x="414534" y="746643"/>
                </a:lnTo>
                <a:lnTo>
                  <a:pt x="417588" y="745468"/>
                </a:lnTo>
                <a:lnTo>
                  <a:pt x="420542" y="744104"/>
                </a:lnTo>
                <a:lnTo>
                  <a:pt x="423389" y="742557"/>
                </a:lnTo>
                <a:lnTo>
                  <a:pt x="426122" y="740836"/>
                </a:lnTo>
                <a:lnTo>
                  <a:pt x="428732" y="738948"/>
                </a:lnTo>
                <a:lnTo>
                  <a:pt x="431213" y="736901"/>
                </a:lnTo>
                <a:lnTo>
                  <a:pt x="433557" y="734702"/>
                </a:lnTo>
                <a:lnTo>
                  <a:pt x="435756" y="732358"/>
                </a:lnTo>
                <a:lnTo>
                  <a:pt x="437803" y="729877"/>
                </a:lnTo>
                <a:lnTo>
                  <a:pt x="439691" y="727267"/>
                </a:lnTo>
                <a:lnTo>
                  <a:pt x="441412" y="724534"/>
                </a:lnTo>
                <a:lnTo>
                  <a:pt x="442958" y="721687"/>
                </a:lnTo>
                <a:lnTo>
                  <a:pt x="444323" y="718733"/>
                </a:lnTo>
                <a:lnTo>
                  <a:pt x="445498" y="715680"/>
                </a:lnTo>
                <a:lnTo>
                  <a:pt x="446476" y="712534"/>
                </a:lnTo>
                <a:lnTo>
                  <a:pt x="447250" y="709303"/>
                </a:lnTo>
                <a:lnTo>
                  <a:pt x="447812" y="705996"/>
                </a:lnTo>
                <a:lnTo>
                  <a:pt x="448155" y="702618"/>
                </a:lnTo>
                <a:lnTo>
                  <a:pt x="448271" y="699179"/>
                </a:lnTo>
                <a:lnTo>
                  <a:pt x="448271" y="664800"/>
                </a:lnTo>
                <a:lnTo>
                  <a:pt x="448244" y="664006"/>
                </a:lnTo>
                <a:lnTo>
                  <a:pt x="448165" y="663226"/>
                </a:lnTo>
                <a:lnTo>
                  <a:pt x="448035" y="662463"/>
                </a:lnTo>
                <a:lnTo>
                  <a:pt x="447857" y="661718"/>
                </a:lnTo>
                <a:lnTo>
                  <a:pt x="447631" y="660992"/>
                </a:lnTo>
                <a:lnTo>
                  <a:pt x="447360" y="660287"/>
                </a:lnTo>
                <a:lnTo>
                  <a:pt x="447045" y="659605"/>
                </a:lnTo>
                <a:lnTo>
                  <a:pt x="446688" y="658948"/>
                </a:lnTo>
                <a:lnTo>
                  <a:pt x="446291" y="658318"/>
                </a:lnTo>
                <a:lnTo>
                  <a:pt x="445855" y="657715"/>
                </a:lnTo>
                <a:lnTo>
                  <a:pt x="445383" y="657143"/>
                </a:lnTo>
                <a:lnTo>
                  <a:pt x="444875" y="656602"/>
                </a:lnTo>
                <a:lnTo>
                  <a:pt x="444334" y="656094"/>
                </a:lnTo>
                <a:lnTo>
                  <a:pt x="443762" y="655622"/>
                </a:lnTo>
                <a:lnTo>
                  <a:pt x="443159" y="655186"/>
                </a:lnTo>
                <a:lnTo>
                  <a:pt x="442529" y="654789"/>
                </a:lnTo>
                <a:lnTo>
                  <a:pt x="441872" y="654432"/>
                </a:lnTo>
                <a:lnTo>
                  <a:pt x="441190" y="654117"/>
                </a:lnTo>
                <a:lnTo>
                  <a:pt x="440485" y="653846"/>
                </a:lnTo>
                <a:lnTo>
                  <a:pt x="439759" y="653621"/>
                </a:lnTo>
                <a:lnTo>
                  <a:pt x="439014" y="653442"/>
                </a:lnTo>
                <a:lnTo>
                  <a:pt x="438251" y="653312"/>
                </a:lnTo>
                <a:lnTo>
                  <a:pt x="437471" y="653233"/>
                </a:lnTo>
                <a:lnTo>
                  <a:pt x="436677" y="653206"/>
                </a:lnTo>
                <a:lnTo>
                  <a:pt x="435884" y="653233"/>
                </a:lnTo>
                <a:lnTo>
                  <a:pt x="435104" y="653312"/>
                </a:lnTo>
                <a:lnTo>
                  <a:pt x="434341" y="653442"/>
                </a:lnTo>
                <a:lnTo>
                  <a:pt x="433596" y="653621"/>
                </a:lnTo>
                <a:lnTo>
                  <a:pt x="432870" y="653846"/>
                </a:lnTo>
                <a:lnTo>
                  <a:pt x="432165" y="654117"/>
                </a:lnTo>
                <a:lnTo>
                  <a:pt x="431483" y="654432"/>
                </a:lnTo>
                <a:lnTo>
                  <a:pt x="430826" y="654789"/>
                </a:lnTo>
                <a:lnTo>
                  <a:pt x="430196" y="655186"/>
                </a:lnTo>
                <a:lnTo>
                  <a:pt x="429593" y="655622"/>
                </a:lnTo>
                <a:lnTo>
                  <a:pt x="429021" y="656094"/>
                </a:lnTo>
                <a:lnTo>
                  <a:pt x="428480" y="656602"/>
                </a:lnTo>
                <a:lnTo>
                  <a:pt x="427972" y="657143"/>
                </a:lnTo>
                <a:lnTo>
                  <a:pt x="427500" y="657715"/>
                </a:lnTo>
                <a:lnTo>
                  <a:pt x="427064" y="658318"/>
                </a:lnTo>
                <a:lnTo>
                  <a:pt x="426667" y="658948"/>
                </a:lnTo>
                <a:lnTo>
                  <a:pt x="426310" y="659605"/>
                </a:lnTo>
                <a:lnTo>
                  <a:pt x="425995" y="660287"/>
                </a:lnTo>
                <a:lnTo>
                  <a:pt x="425724" y="660992"/>
                </a:lnTo>
                <a:lnTo>
                  <a:pt x="425498" y="661718"/>
                </a:lnTo>
                <a:lnTo>
                  <a:pt x="425320" y="662463"/>
                </a:lnTo>
                <a:lnTo>
                  <a:pt x="425190" y="663226"/>
                </a:lnTo>
                <a:lnTo>
                  <a:pt x="425111" y="664006"/>
                </a:lnTo>
                <a:lnTo>
                  <a:pt x="425084" y="664800"/>
                </a:lnTo>
                <a:lnTo>
                  <a:pt x="425084" y="699179"/>
                </a:lnTo>
                <a:lnTo>
                  <a:pt x="425022" y="701031"/>
                </a:lnTo>
                <a:lnTo>
                  <a:pt x="424837" y="702849"/>
                </a:lnTo>
                <a:lnTo>
                  <a:pt x="424535" y="704631"/>
                </a:lnTo>
                <a:lnTo>
                  <a:pt x="424118" y="706370"/>
                </a:lnTo>
                <a:lnTo>
                  <a:pt x="423591" y="708064"/>
                </a:lnTo>
                <a:lnTo>
                  <a:pt x="422958" y="709708"/>
                </a:lnTo>
                <a:lnTo>
                  <a:pt x="422224" y="711299"/>
                </a:lnTo>
                <a:lnTo>
                  <a:pt x="421391" y="712832"/>
                </a:lnTo>
                <a:lnTo>
                  <a:pt x="420464" y="714303"/>
                </a:lnTo>
                <a:lnTo>
                  <a:pt x="419448" y="715709"/>
                </a:lnTo>
                <a:lnTo>
                  <a:pt x="418346" y="717045"/>
                </a:lnTo>
                <a:lnTo>
                  <a:pt x="417161" y="718307"/>
                </a:lnTo>
                <a:lnTo>
                  <a:pt x="415899" y="719491"/>
                </a:lnTo>
                <a:lnTo>
                  <a:pt x="414563" y="720593"/>
                </a:lnTo>
                <a:lnTo>
                  <a:pt x="413158" y="721610"/>
                </a:lnTo>
                <a:lnTo>
                  <a:pt x="411687" y="722536"/>
                </a:lnTo>
                <a:lnTo>
                  <a:pt x="410154" y="723369"/>
                </a:lnTo>
                <a:lnTo>
                  <a:pt x="408563" y="724104"/>
                </a:lnTo>
                <a:lnTo>
                  <a:pt x="406919" y="724737"/>
                </a:lnTo>
                <a:lnTo>
                  <a:pt x="405225" y="725263"/>
                </a:lnTo>
                <a:lnTo>
                  <a:pt x="403485" y="725680"/>
                </a:lnTo>
                <a:lnTo>
                  <a:pt x="401704" y="725983"/>
                </a:lnTo>
                <a:lnTo>
                  <a:pt x="399886" y="726167"/>
                </a:lnTo>
                <a:lnTo>
                  <a:pt x="398034" y="726230"/>
                </a:lnTo>
                <a:lnTo>
                  <a:pt x="398034" y="726230"/>
                </a:lnTo>
                <a:lnTo>
                  <a:pt x="398034" y="729717"/>
                </a:lnTo>
                <a:lnTo>
                  <a:pt x="398034" y="749416"/>
                </a:lnTo>
                <a:lnTo>
                  <a:pt x="401473" y="749300"/>
                </a:lnTo>
                <a:lnTo>
                  <a:pt x="404850" y="748957"/>
                </a:lnTo>
                <a:lnTo>
                  <a:pt x="408158" y="748395"/>
                </a:lnTo>
                <a:close/>
                <a:moveTo>
                  <a:pt x="41164" y="748776"/>
                </a:moveTo>
                <a:lnTo>
                  <a:pt x="41868" y="748505"/>
                </a:lnTo>
                <a:lnTo>
                  <a:pt x="42550" y="748190"/>
                </a:lnTo>
                <a:lnTo>
                  <a:pt x="43207" y="747833"/>
                </a:lnTo>
                <a:lnTo>
                  <a:pt x="43838" y="747436"/>
                </a:lnTo>
                <a:lnTo>
                  <a:pt x="44440" y="747000"/>
                </a:lnTo>
                <a:lnTo>
                  <a:pt x="45013" y="746528"/>
                </a:lnTo>
                <a:lnTo>
                  <a:pt x="45553" y="746020"/>
                </a:lnTo>
                <a:lnTo>
                  <a:pt x="46061" y="745479"/>
                </a:lnTo>
                <a:lnTo>
                  <a:pt x="46533" y="744907"/>
                </a:lnTo>
                <a:lnTo>
                  <a:pt x="46969" y="744304"/>
                </a:lnTo>
                <a:lnTo>
                  <a:pt x="47366" y="743674"/>
                </a:lnTo>
                <a:lnTo>
                  <a:pt x="47723" y="743017"/>
                </a:lnTo>
                <a:lnTo>
                  <a:pt x="48038" y="742335"/>
                </a:lnTo>
                <a:lnTo>
                  <a:pt x="48309" y="741631"/>
                </a:lnTo>
                <a:lnTo>
                  <a:pt x="48535" y="740905"/>
                </a:lnTo>
                <a:lnTo>
                  <a:pt x="48714" y="740159"/>
                </a:lnTo>
                <a:lnTo>
                  <a:pt x="48843" y="739396"/>
                </a:lnTo>
                <a:lnTo>
                  <a:pt x="48922" y="738616"/>
                </a:lnTo>
                <a:lnTo>
                  <a:pt x="48949" y="737823"/>
                </a:lnTo>
                <a:lnTo>
                  <a:pt x="48922" y="737029"/>
                </a:lnTo>
                <a:lnTo>
                  <a:pt x="48843" y="736250"/>
                </a:lnTo>
                <a:lnTo>
                  <a:pt x="48714" y="735486"/>
                </a:lnTo>
                <a:lnTo>
                  <a:pt x="48535" y="734741"/>
                </a:lnTo>
                <a:lnTo>
                  <a:pt x="48309" y="734015"/>
                </a:lnTo>
                <a:lnTo>
                  <a:pt x="48038" y="733310"/>
                </a:lnTo>
                <a:lnTo>
                  <a:pt x="47723" y="732628"/>
                </a:lnTo>
                <a:lnTo>
                  <a:pt x="47366" y="731971"/>
                </a:lnTo>
                <a:lnTo>
                  <a:pt x="46969" y="731341"/>
                </a:lnTo>
                <a:lnTo>
                  <a:pt x="46533" y="730738"/>
                </a:lnTo>
                <a:lnTo>
                  <a:pt x="46061" y="730166"/>
                </a:lnTo>
                <a:lnTo>
                  <a:pt x="45553" y="729625"/>
                </a:lnTo>
                <a:lnTo>
                  <a:pt x="45013" y="729118"/>
                </a:lnTo>
                <a:lnTo>
                  <a:pt x="44440" y="728645"/>
                </a:lnTo>
                <a:lnTo>
                  <a:pt x="43838" y="728209"/>
                </a:lnTo>
                <a:lnTo>
                  <a:pt x="43207" y="727812"/>
                </a:lnTo>
                <a:lnTo>
                  <a:pt x="42550" y="727455"/>
                </a:lnTo>
                <a:lnTo>
                  <a:pt x="41868" y="727141"/>
                </a:lnTo>
                <a:lnTo>
                  <a:pt x="41164" y="726869"/>
                </a:lnTo>
                <a:lnTo>
                  <a:pt x="40438" y="726644"/>
                </a:lnTo>
                <a:lnTo>
                  <a:pt x="39692" y="726465"/>
                </a:lnTo>
                <a:lnTo>
                  <a:pt x="38929" y="726335"/>
                </a:lnTo>
                <a:lnTo>
                  <a:pt x="38150" y="726256"/>
                </a:lnTo>
                <a:lnTo>
                  <a:pt x="37356" y="726229"/>
                </a:lnTo>
                <a:lnTo>
                  <a:pt x="11593" y="726229"/>
                </a:lnTo>
                <a:lnTo>
                  <a:pt x="0" y="726229"/>
                </a:lnTo>
                <a:lnTo>
                  <a:pt x="0" y="749416"/>
                </a:lnTo>
                <a:lnTo>
                  <a:pt x="11593" y="749416"/>
                </a:lnTo>
                <a:lnTo>
                  <a:pt x="37356" y="749416"/>
                </a:lnTo>
                <a:lnTo>
                  <a:pt x="38150" y="749389"/>
                </a:lnTo>
                <a:lnTo>
                  <a:pt x="38929" y="749310"/>
                </a:lnTo>
                <a:lnTo>
                  <a:pt x="39692" y="749180"/>
                </a:lnTo>
                <a:lnTo>
                  <a:pt x="40438" y="749002"/>
                </a:lnTo>
                <a:lnTo>
                  <a:pt x="41164" y="748776"/>
                </a:lnTo>
                <a:close/>
                <a:moveTo>
                  <a:pt x="110836" y="726869"/>
                </a:moveTo>
                <a:lnTo>
                  <a:pt x="110131" y="727141"/>
                </a:lnTo>
                <a:lnTo>
                  <a:pt x="109450" y="727455"/>
                </a:lnTo>
                <a:lnTo>
                  <a:pt x="108793" y="727812"/>
                </a:lnTo>
                <a:lnTo>
                  <a:pt x="108162" y="728209"/>
                </a:lnTo>
                <a:lnTo>
                  <a:pt x="107560" y="728645"/>
                </a:lnTo>
                <a:lnTo>
                  <a:pt x="106987" y="729118"/>
                </a:lnTo>
                <a:lnTo>
                  <a:pt x="106446" y="729625"/>
                </a:lnTo>
                <a:lnTo>
                  <a:pt x="105939" y="730166"/>
                </a:lnTo>
                <a:lnTo>
                  <a:pt x="105466" y="730738"/>
                </a:lnTo>
                <a:lnTo>
                  <a:pt x="105031" y="731341"/>
                </a:lnTo>
                <a:lnTo>
                  <a:pt x="104634" y="731971"/>
                </a:lnTo>
                <a:lnTo>
                  <a:pt x="104277" y="732628"/>
                </a:lnTo>
                <a:lnTo>
                  <a:pt x="103962" y="733310"/>
                </a:lnTo>
                <a:lnTo>
                  <a:pt x="103691" y="734015"/>
                </a:lnTo>
                <a:lnTo>
                  <a:pt x="103465" y="734741"/>
                </a:lnTo>
                <a:lnTo>
                  <a:pt x="103286" y="735486"/>
                </a:lnTo>
                <a:lnTo>
                  <a:pt x="103157" y="736250"/>
                </a:lnTo>
                <a:lnTo>
                  <a:pt x="103078" y="737029"/>
                </a:lnTo>
                <a:lnTo>
                  <a:pt x="103051" y="737823"/>
                </a:lnTo>
                <a:lnTo>
                  <a:pt x="103078" y="738616"/>
                </a:lnTo>
                <a:lnTo>
                  <a:pt x="103157" y="739396"/>
                </a:lnTo>
                <a:lnTo>
                  <a:pt x="103286" y="740159"/>
                </a:lnTo>
                <a:lnTo>
                  <a:pt x="103465" y="740905"/>
                </a:lnTo>
                <a:lnTo>
                  <a:pt x="103691" y="741631"/>
                </a:lnTo>
                <a:lnTo>
                  <a:pt x="103962" y="742335"/>
                </a:lnTo>
                <a:lnTo>
                  <a:pt x="104277" y="743017"/>
                </a:lnTo>
                <a:lnTo>
                  <a:pt x="104634" y="743674"/>
                </a:lnTo>
                <a:lnTo>
                  <a:pt x="105031" y="744304"/>
                </a:lnTo>
                <a:lnTo>
                  <a:pt x="105466" y="744907"/>
                </a:lnTo>
                <a:lnTo>
                  <a:pt x="105939" y="745479"/>
                </a:lnTo>
                <a:lnTo>
                  <a:pt x="106446" y="746020"/>
                </a:lnTo>
                <a:lnTo>
                  <a:pt x="106987" y="746528"/>
                </a:lnTo>
                <a:lnTo>
                  <a:pt x="107560" y="747000"/>
                </a:lnTo>
                <a:lnTo>
                  <a:pt x="108162" y="747436"/>
                </a:lnTo>
                <a:lnTo>
                  <a:pt x="108793" y="747833"/>
                </a:lnTo>
                <a:lnTo>
                  <a:pt x="109450" y="748190"/>
                </a:lnTo>
                <a:lnTo>
                  <a:pt x="110131" y="748505"/>
                </a:lnTo>
                <a:lnTo>
                  <a:pt x="110836" y="748776"/>
                </a:lnTo>
                <a:lnTo>
                  <a:pt x="111562" y="749002"/>
                </a:lnTo>
                <a:lnTo>
                  <a:pt x="112308" y="749180"/>
                </a:lnTo>
                <a:lnTo>
                  <a:pt x="113071" y="749310"/>
                </a:lnTo>
                <a:lnTo>
                  <a:pt x="113850" y="749389"/>
                </a:lnTo>
                <a:lnTo>
                  <a:pt x="114644" y="749416"/>
                </a:lnTo>
                <a:lnTo>
                  <a:pt x="166169" y="749416"/>
                </a:lnTo>
                <a:lnTo>
                  <a:pt x="166963" y="749389"/>
                </a:lnTo>
                <a:lnTo>
                  <a:pt x="167742" y="749310"/>
                </a:lnTo>
                <a:lnTo>
                  <a:pt x="168506" y="749180"/>
                </a:lnTo>
                <a:lnTo>
                  <a:pt x="169251" y="749002"/>
                </a:lnTo>
                <a:lnTo>
                  <a:pt x="169977" y="748776"/>
                </a:lnTo>
                <a:lnTo>
                  <a:pt x="170682" y="748505"/>
                </a:lnTo>
                <a:lnTo>
                  <a:pt x="171364" y="748190"/>
                </a:lnTo>
                <a:lnTo>
                  <a:pt x="172021" y="747833"/>
                </a:lnTo>
                <a:lnTo>
                  <a:pt x="172651" y="747436"/>
                </a:lnTo>
                <a:lnTo>
                  <a:pt x="173254" y="747000"/>
                </a:lnTo>
                <a:lnTo>
                  <a:pt x="173826" y="746528"/>
                </a:lnTo>
                <a:lnTo>
                  <a:pt x="174367" y="746020"/>
                </a:lnTo>
                <a:lnTo>
                  <a:pt x="174874" y="745479"/>
                </a:lnTo>
                <a:lnTo>
                  <a:pt x="175347" y="744907"/>
                </a:lnTo>
                <a:lnTo>
                  <a:pt x="175783" y="744305"/>
                </a:lnTo>
                <a:lnTo>
                  <a:pt x="176180" y="743674"/>
                </a:lnTo>
                <a:lnTo>
                  <a:pt x="176537" y="743017"/>
                </a:lnTo>
                <a:lnTo>
                  <a:pt x="176851" y="742335"/>
                </a:lnTo>
                <a:lnTo>
                  <a:pt x="177123" y="741631"/>
                </a:lnTo>
                <a:lnTo>
                  <a:pt x="177348" y="740905"/>
                </a:lnTo>
                <a:lnTo>
                  <a:pt x="177527" y="740159"/>
                </a:lnTo>
                <a:lnTo>
                  <a:pt x="177657" y="739396"/>
                </a:lnTo>
                <a:lnTo>
                  <a:pt x="177736" y="738616"/>
                </a:lnTo>
                <a:lnTo>
                  <a:pt x="177762" y="737823"/>
                </a:lnTo>
                <a:lnTo>
                  <a:pt x="177736" y="737029"/>
                </a:lnTo>
                <a:lnTo>
                  <a:pt x="177657" y="736250"/>
                </a:lnTo>
                <a:lnTo>
                  <a:pt x="177527" y="735486"/>
                </a:lnTo>
                <a:lnTo>
                  <a:pt x="177348" y="734741"/>
                </a:lnTo>
                <a:lnTo>
                  <a:pt x="177123" y="734015"/>
                </a:lnTo>
                <a:lnTo>
                  <a:pt x="176851" y="733310"/>
                </a:lnTo>
                <a:lnTo>
                  <a:pt x="176537" y="732628"/>
                </a:lnTo>
                <a:lnTo>
                  <a:pt x="176180" y="731971"/>
                </a:lnTo>
                <a:lnTo>
                  <a:pt x="175783" y="731341"/>
                </a:lnTo>
                <a:lnTo>
                  <a:pt x="175347" y="730738"/>
                </a:lnTo>
                <a:lnTo>
                  <a:pt x="174874" y="730166"/>
                </a:lnTo>
                <a:lnTo>
                  <a:pt x="174367" y="729625"/>
                </a:lnTo>
                <a:lnTo>
                  <a:pt x="173826" y="729118"/>
                </a:lnTo>
                <a:lnTo>
                  <a:pt x="173254" y="728645"/>
                </a:lnTo>
                <a:lnTo>
                  <a:pt x="172651" y="728209"/>
                </a:lnTo>
                <a:lnTo>
                  <a:pt x="172021" y="727812"/>
                </a:lnTo>
                <a:lnTo>
                  <a:pt x="171364" y="727455"/>
                </a:lnTo>
                <a:lnTo>
                  <a:pt x="170682" y="727141"/>
                </a:lnTo>
                <a:lnTo>
                  <a:pt x="169977" y="726869"/>
                </a:lnTo>
                <a:lnTo>
                  <a:pt x="169251" y="726644"/>
                </a:lnTo>
                <a:lnTo>
                  <a:pt x="168506" y="726465"/>
                </a:lnTo>
                <a:lnTo>
                  <a:pt x="167742" y="726335"/>
                </a:lnTo>
                <a:lnTo>
                  <a:pt x="166963" y="726256"/>
                </a:lnTo>
                <a:lnTo>
                  <a:pt x="166169" y="726230"/>
                </a:lnTo>
                <a:lnTo>
                  <a:pt x="114644" y="726230"/>
                </a:lnTo>
                <a:lnTo>
                  <a:pt x="113850" y="726256"/>
                </a:lnTo>
                <a:lnTo>
                  <a:pt x="113071" y="726335"/>
                </a:lnTo>
                <a:lnTo>
                  <a:pt x="112308" y="726465"/>
                </a:lnTo>
                <a:lnTo>
                  <a:pt x="111562" y="726644"/>
                </a:lnTo>
                <a:lnTo>
                  <a:pt x="110836" y="726869"/>
                </a:lnTo>
                <a:close/>
                <a:moveTo>
                  <a:pt x="298791" y="748776"/>
                </a:moveTo>
                <a:lnTo>
                  <a:pt x="299495" y="748505"/>
                </a:lnTo>
                <a:lnTo>
                  <a:pt x="300177" y="748190"/>
                </a:lnTo>
                <a:lnTo>
                  <a:pt x="300834" y="747833"/>
                </a:lnTo>
                <a:lnTo>
                  <a:pt x="301465" y="747436"/>
                </a:lnTo>
                <a:lnTo>
                  <a:pt x="302067" y="747000"/>
                </a:lnTo>
                <a:lnTo>
                  <a:pt x="302640" y="746528"/>
                </a:lnTo>
                <a:lnTo>
                  <a:pt x="303180" y="746020"/>
                </a:lnTo>
                <a:lnTo>
                  <a:pt x="303688" y="745479"/>
                </a:lnTo>
                <a:lnTo>
                  <a:pt x="304160" y="744907"/>
                </a:lnTo>
                <a:lnTo>
                  <a:pt x="304596" y="744305"/>
                </a:lnTo>
                <a:lnTo>
                  <a:pt x="304993" y="743674"/>
                </a:lnTo>
                <a:lnTo>
                  <a:pt x="305350" y="743017"/>
                </a:lnTo>
                <a:lnTo>
                  <a:pt x="305665" y="742335"/>
                </a:lnTo>
                <a:lnTo>
                  <a:pt x="305936" y="741631"/>
                </a:lnTo>
                <a:lnTo>
                  <a:pt x="306162" y="740905"/>
                </a:lnTo>
                <a:lnTo>
                  <a:pt x="306340" y="740159"/>
                </a:lnTo>
                <a:lnTo>
                  <a:pt x="306470" y="739396"/>
                </a:lnTo>
                <a:lnTo>
                  <a:pt x="306549" y="738616"/>
                </a:lnTo>
                <a:lnTo>
                  <a:pt x="306576" y="737823"/>
                </a:lnTo>
                <a:lnTo>
                  <a:pt x="306549" y="737029"/>
                </a:lnTo>
                <a:lnTo>
                  <a:pt x="306470" y="736250"/>
                </a:lnTo>
                <a:lnTo>
                  <a:pt x="306340" y="735486"/>
                </a:lnTo>
                <a:lnTo>
                  <a:pt x="306162" y="734741"/>
                </a:lnTo>
                <a:lnTo>
                  <a:pt x="305936" y="734015"/>
                </a:lnTo>
                <a:lnTo>
                  <a:pt x="305665" y="733310"/>
                </a:lnTo>
                <a:lnTo>
                  <a:pt x="305350" y="732628"/>
                </a:lnTo>
                <a:lnTo>
                  <a:pt x="304993" y="731971"/>
                </a:lnTo>
                <a:lnTo>
                  <a:pt x="304596" y="731341"/>
                </a:lnTo>
                <a:lnTo>
                  <a:pt x="304160" y="730738"/>
                </a:lnTo>
                <a:lnTo>
                  <a:pt x="303688" y="730166"/>
                </a:lnTo>
                <a:lnTo>
                  <a:pt x="303180" y="729625"/>
                </a:lnTo>
                <a:lnTo>
                  <a:pt x="302640" y="729118"/>
                </a:lnTo>
                <a:lnTo>
                  <a:pt x="302067" y="728645"/>
                </a:lnTo>
                <a:lnTo>
                  <a:pt x="301465" y="728209"/>
                </a:lnTo>
                <a:lnTo>
                  <a:pt x="300834" y="727812"/>
                </a:lnTo>
                <a:lnTo>
                  <a:pt x="300177" y="727455"/>
                </a:lnTo>
                <a:lnTo>
                  <a:pt x="299495" y="727141"/>
                </a:lnTo>
                <a:lnTo>
                  <a:pt x="298791" y="726869"/>
                </a:lnTo>
                <a:lnTo>
                  <a:pt x="298065" y="726644"/>
                </a:lnTo>
                <a:lnTo>
                  <a:pt x="297319" y="726465"/>
                </a:lnTo>
                <a:lnTo>
                  <a:pt x="296556" y="726335"/>
                </a:lnTo>
                <a:lnTo>
                  <a:pt x="295777" y="726256"/>
                </a:lnTo>
                <a:lnTo>
                  <a:pt x="294983" y="726230"/>
                </a:lnTo>
                <a:lnTo>
                  <a:pt x="243457" y="726230"/>
                </a:lnTo>
                <a:lnTo>
                  <a:pt x="242664" y="726256"/>
                </a:lnTo>
                <a:lnTo>
                  <a:pt x="241884" y="726335"/>
                </a:lnTo>
                <a:lnTo>
                  <a:pt x="241121" y="726465"/>
                </a:lnTo>
                <a:lnTo>
                  <a:pt x="240375" y="726644"/>
                </a:lnTo>
                <a:lnTo>
                  <a:pt x="239650" y="726869"/>
                </a:lnTo>
                <a:lnTo>
                  <a:pt x="238945" y="727141"/>
                </a:lnTo>
                <a:lnTo>
                  <a:pt x="238263" y="727455"/>
                </a:lnTo>
                <a:lnTo>
                  <a:pt x="237606" y="727812"/>
                </a:lnTo>
                <a:lnTo>
                  <a:pt x="236976" y="728209"/>
                </a:lnTo>
                <a:lnTo>
                  <a:pt x="236373" y="728645"/>
                </a:lnTo>
                <a:lnTo>
                  <a:pt x="235801" y="729118"/>
                </a:lnTo>
                <a:lnTo>
                  <a:pt x="235260" y="729625"/>
                </a:lnTo>
                <a:lnTo>
                  <a:pt x="234752" y="730166"/>
                </a:lnTo>
                <a:lnTo>
                  <a:pt x="234280" y="730738"/>
                </a:lnTo>
                <a:lnTo>
                  <a:pt x="233844" y="731341"/>
                </a:lnTo>
                <a:lnTo>
                  <a:pt x="233447" y="731971"/>
                </a:lnTo>
                <a:lnTo>
                  <a:pt x="233090" y="732628"/>
                </a:lnTo>
                <a:lnTo>
                  <a:pt x="232775" y="733310"/>
                </a:lnTo>
                <a:lnTo>
                  <a:pt x="232504" y="734015"/>
                </a:lnTo>
                <a:lnTo>
                  <a:pt x="232278" y="734741"/>
                </a:lnTo>
                <a:lnTo>
                  <a:pt x="232100" y="735486"/>
                </a:lnTo>
                <a:lnTo>
                  <a:pt x="231970" y="736250"/>
                </a:lnTo>
                <a:lnTo>
                  <a:pt x="231891" y="737029"/>
                </a:lnTo>
                <a:lnTo>
                  <a:pt x="231864" y="737823"/>
                </a:lnTo>
                <a:lnTo>
                  <a:pt x="231891" y="738616"/>
                </a:lnTo>
                <a:lnTo>
                  <a:pt x="231970" y="739396"/>
                </a:lnTo>
                <a:lnTo>
                  <a:pt x="232100" y="740159"/>
                </a:lnTo>
                <a:lnTo>
                  <a:pt x="232278" y="740905"/>
                </a:lnTo>
                <a:lnTo>
                  <a:pt x="232504" y="741631"/>
                </a:lnTo>
                <a:lnTo>
                  <a:pt x="232775" y="742335"/>
                </a:lnTo>
                <a:lnTo>
                  <a:pt x="233090" y="743017"/>
                </a:lnTo>
                <a:lnTo>
                  <a:pt x="233447" y="743674"/>
                </a:lnTo>
                <a:lnTo>
                  <a:pt x="233844" y="744305"/>
                </a:lnTo>
                <a:lnTo>
                  <a:pt x="234280" y="744907"/>
                </a:lnTo>
                <a:lnTo>
                  <a:pt x="234752" y="745479"/>
                </a:lnTo>
                <a:lnTo>
                  <a:pt x="235260" y="746020"/>
                </a:lnTo>
                <a:lnTo>
                  <a:pt x="235801" y="746528"/>
                </a:lnTo>
                <a:lnTo>
                  <a:pt x="236373" y="747000"/>
                </a:lnTo>
                <a:lnTo>
                  <a:pt x="236976" y="747436"/>
                </a:lnTo>
                <a:lnTo>
                  <a:pt x="237606" y="747833"/>
                </a:lnTo>
                <a:lnTo>
                  <a:pt x="238263" y="748190"/>
                </a:lnTo>
                <a:lnTo>
                  <a:pt x="238945" y="748505"/>
                </a:lnTo>
                <a:lnTo>
                  <a:pt x="239650" y="748776"/>
                </a:lnTo>
                <a:lnTo>
                  <a:pt x="240376" y="749002"/>
                </a:lnTo>
                <a:lnTo>
                  <a:pt x="241121" y="749180"/>
                </a:lnTo>
                <a:lnTo>
                  <a:pt x="241884" y="749310"/>
                </a:lnTo>
                <a:lnTo>
                  <a:pt x="242664" y="749389"/>
                </a:lnTo>
                <a:lnTo>
                  <a:pt x="243457" y="749416"/>
                </a:lnTo>
                <a:lnTo>
                  <a:pt x="294983" y="749416"/>
                </a:lnTo>
                <a:lnTo>
                  <a:pt x="295777" y="749389"/>
                </a:lnTo>
                <a:lnTo>
                  <a:pt x="296556" y="749310"/>
                </a:lnTo>
                <a:lnTo>
                  <a:pt x="297319" y="749180"/>
                </a:lnTo>
                <a:lnTo>
                  <a:pt x="298065" y="749002"/>
                </a:lnTo>
                <a:lnTo>
                  <a:pt x="298791" y="748776"/>
                </a:lnTo>
                <a:close/>
                <a:moveTo>
                  <a:pt x="368463" y="726869"/>
                </a:moveTo>
                <a:lnTo>
                  <a:pt x="367758" y="727141"/>
                </a:lnTo>
                <a:lnTo>
                  <a:pt x="367077" y="727455"/>
                </a:lnTo>
                <a:lnTo>
                  <a:pt x="366420" y="727812"/>
                </a:lnTo>
                <a:lnTo>
                  <a:pt x="365789" y="728209"/>
                </a:lnTo>
                <a:lnTo>
                  <a:pt x="365187" y="728645"/>
                </a:lnTo>
                <a:lnTo>
                  <a:pt x="364614" y="729118"/>
                </a:lnTo>
                <a:lnTo>
                  <a:pt x="364073" y="729625"/>
                </a:lnTo>
                <a:lnTo>
                  <a:pt x="363566" y="730166"/>
                </a:lnTo>
                <a:lnTo>
                  <a:pt x="363093" y="730738"/>
                </a:lnTo>
                <a:lnTo>
                  <a:pt x="362658" y="731341"/>
                </a:lnTo>
                <a:lnTo>
                  <a:pt x="362261" y="731971"/>
                </a:lnTo>
                <a:lnTo>
                  <a:pt x="361904" y="732628"/>
                </a:lnTo>
                <a:lnTo>
                  <a:pt x="361589" y="733310"/>
                </a:lnTo>
                <a:lnTo>
                  <a:pt x="361318" y="734015"/>
                </a:lnTo>
                <a:lnTo>
                  <a:pt x="361092" y="734741"/>
                </a:lnTo>
                <a:lnTo>
                  <a:pt x="360913" y="735486"/>
                </a:lnTo>
                <a:lnTo>
                  <a:pt x="360784" y="736250"/>
                </a:lnTo>
                <a:lnTo>
                  <a:pt x="360704" y="737029"/>
                </a:lnTo>
                <a:lnTo>
                  <a:pt x="360678" y="737823"/>
                </a:lnTo>
                <a:lnTo>
                  <a:pt x="360704" y="738616"/>
                </a:lnTo>
                <a:lnTo>
                  <a:pt x="360784" y="739396"/>
                </a:lnTo>
                <a:lnTo>
                  <a:pt x="360913" y="740159"/>
                </a:lnTo>
                <a:lnTo>
                  <a:pt x="361092" y="740905"/>
                </a:lnTo>
                <a:lnTo>
                  <a:pt x="361318" y="741631"/>
                </a:lnTo>
                <a:lnTo>
                  <a:pt x="361589" y="742335"/>
                </a:lnTo>
                <a:lnTo>
                  <a:pt x="361904" y="743017"/>
                </a:lnTo>
                <a:lnTo>
                  <a:pt x="362261" y="743674"/>
                </a:lnTo>
                <a:lnTo>
                  <a:pt x="362658" y="744305"/>
                </a:lnTo>
                <a:lnTo>
                  <a:pt x="363093" y="744907"/>
                </a:lnTo>
                <a:lnTo>
                  <a:pt x="363566" y="745479"/>
                </a:lnTo>
                <a:lnTo>
                  <a:pt x="364073" y="746020"/>
                </a:lnTo>
                <a:lnTo>
                  <a:pt x="364614" y="746528"/>
                </a:lnTo>
                <a:lnTo>
                  <a:pt x="365187" y="747000"/>
                </a:lnTo>
                <a:lnTo>
                  <a:pt x="365789" y="747436"/>
                </a:lnTo>
                <a:lnTo>
                  <a:pt x="366420" y="747833"/>
                </a:lnTo>
                <a:lnTo>
                  <a:pt x="367077" y="748190"/>
                </a:lnTo>
                <a:lnTo>
                  <a:pt x="367758" y="748505"/>
                </a:lnTo>
                <a:lnTo>
                  <a:pt x="368463" y="748776"/>
                </a:lnTo>
                <a:lnTo>
                  <a:pt x="369189" y="749002"/>
                </a:lnTo>
                <a:lnTo>
                  <a:pt x="369934" y="749180"/>
                </a:lnTo>
                <a:lnTo>
                  <a:pt x="370698" y="749310"/>
                </a:lnTo>
                <a:lnTo>
                  <a:pt x="371477" y="749389"/>
                </a:lnTo>
                <a:lnTo>
                  <a:pt x="372271" y="749416"/>
                </a:lnTo>
                <a:lnTo>
                  <a:pt x="398034" y="749416"/>
                </a:lnTo>
                <a:lnTo>
                  <a:pt x="398034" y="726230"/>
                </a:lnTo>
                <a:lnTo>
                  <a:pt x="372271" y="726230"/>
                </a:lnTo>
                <a:lnTo>
                  <a:pt x="371477" y="726256"/>
                </a:lnTo>
                <a:lnTo>
                  <a:pt x="370698" y="726335"/>
                </a:lnTo>
                <a:lnTo>
                  <a:pt x="369934" y="726465"/>
                </a:lnTo>
                <a:lnTo>
                  <a:pt x="369189" y="726644"/>
                </a:lnTo>
                <a:lnTo>
                  <a:pt x="368463" y="726869"/>
                </a:lnTo>
                <a:close/>
                <a:moveTo>
                  <a:pt x="425084" y="45972"/>
                </a:moveTo>
                <a:lnTo>
                  <a:pt x="425111" y="46766"/>
                </a:lnTo>
                <a:lnTo>
                  <a:pt x="425190" y="47546"/>
                </a:lnTo>
                <a:lnTo>
                  <a:pt x="425320" y="48309"/>
                </a:lnTo>
                <a:lnTo>
                  <a:pt x="425498" y="49054"/>
                </a:lnTo>
                <a:lnTo>
                  <a:pt x="425724" y="49780"/>
                </a:lnTo>
                <a:lnTo>
                  <a:pt x="425995" y="50485"/>
                </a:lnTo>
                <a:lnTo>
                  <a:pt x="426310" y="51167"/>
                </a:lnTo>
                <a:lnTo>
                  <a:pt x="426667" y="51824"/>
                </a:lnTo>
                <a:lnTo>
                  <a:pt x="427064" y="52454"/>
                </a:lnTo>
                <a:lnTo>
                  <a:pt x="427500" y="53057"/>
                </a:lnTo>
                <a:lnTo>
                  <a:pt x="427972" y="53629"/>
                </a:lnTo>
                <a:lnTo>
                  <a:pt x="428480" y="54170"/>
                </a:lnTo>
                <a:lnTo>
                  <a:pt x="429021" y="54678"/>
                </a:lnTo>
                <a:lnTo>
                  <a:pt x="429593" y="55150"/>
                </a:lnTo>
                <a:lnTo>
                  <a:pt x="430196" y="55586"/>
                </a:lnTo>
                <a:lnTo>
                  <a:pt x="430826" y="55983"/>
                </a:lnTo>
                <a:lnTo>
                  <a:pt x="431483" y="56340"/>
                </a:lnTo>
                <a:lnTo>
                  <a:pt x="432165" y="56655"/>
                </a:lnTo>
                <a:lnTo>
                  <a:pt x="432870" y="56926"/>
                </a:lnTo>
                <a:lnTo>
                  <a:pt x="433596" y="57152"/>
                </a:lnTo>
                <a:lnTo>
                  <a:pt x="434341" y="57330"/>
                </a:lnTo>
                <a:lnTo>
                  <a:pt x="435104" y="57460"/>
                </a:lnTo>
                <a:lnTo>
                  <a:pt x="435884" y="57539"/>
                </a:lnTo>
                <a:lnTo>
                  <a:pt x="436677" y="57566"/>
                </a:lnTo>
                <a:lnTo>
                  <a:pt x="437471" y="57539"/>
                </a:lnTo>
                <a:lnTo>
                  <a:pt x="438251" y="57460"/>
                </a:lnTo>
                <a:lnTo>
                  <a:pt x="439014" y="57330"/>
                </a:lnTo>
                <a:lnTo>
                  <a:pt x="439759" y="57152"/>
                </a:lnTo>
                <a:lnTo>
                  <a:pt x="440485" y="56926"/>
                </a:lnTo>
                <a:lnTo>
                  <a:pt x="441190" y="56655"/>
                </a:lnTo>
                <a:lnTo>
                  <a:pt x="441872" y="56340"/>
                </a:lnTo>
                <a:lnTo>
                  <a:pt x="442529" y="55983"/>
                </a:lnTo>
                <a:lnTo>
                  <a:pt x="443159" y="55586"/>
                </a:lnTo>
                <a:lnTo>
                  <a:pt x="443762" y="55150"/>
                </a:lnTo>
                <a:lnTo>
                  <a:pt x="444334" y="54678"/>
                </a:lnTo>
                <a:lnTo>
                  <a:pt x="444875" y="54170"/>
                </a:lnTo>
                <a:lnTo>
                  <a:pt x="445383" y="53629"/>
                </a:lnTo>
                <a:lnTo>
                  <a:pt x="445855" y="53057"/>
                </a:lnTo>
                <a:lnTo>
                  <a:pt x="446291" y="52454"/>
                </a:lnTo>
                <a:lnTo>
                  <a:pt x="446688" y="51824"/>
                </a:lnTo>
                <a:lnTo>
                  <a:pt x="447045" y="51167"/>
                </a:lnTo>
                <a:lnTo>
                  <a:pt x="447360" y="50485"/>
                </a:lnTo>
                <a:lnTo>
                  <a:pt x="447631" y="49780"/>
                </a:lnTo>
                <a:lnTo>
                  <a:pt x="447857" y="49054"/>
                </a:lnTo>
                <a:lnTo>
                  <a:pt x="448035" y="48309"/>
                </a:lnTo>
                <a:lnTo>
                  <a:pt x="448165" y="47546"/>
                </a:lnTo>
                <a:lnTo>
                  <a:pt x="448244" y="46766"/>
                </a:lnTo>
                <a:lnTo>
                  <a:pt x="448271" y="45972"/>
                </a:lnTo>
                <a:lnTo>
                  <a:pt x="448271" y="11593"/>
                </a:lnTo>
                <a:lnTo>
                  <a:pt x="448271" y="0"/>
                </a:lnTo>
                <a:lnTo>
                  <a:pt x="425084" y="0"/>
                </a:lnTo>
                <a:lnTo>
                  <a:pt x="425084" y="11593"/>
                </a:lnTo>
                <a:lnTo>
                  <a:pt x="425084" y="45972"/>
                </a:lnTo>
                <a:close/>
                <a:moveTo>
                  <a:pt x="447631" y="145302"/>
                </a:moveTo>
                <a:lnTo>
                  <a:pt x="447360" y="144598"/>
                </a:lnTo>
                <a:lnTo>
                  <a:pt x="447045" y="143916"/>
                </a:lnTo>
                <a:lnTo>
                  <a:pt x="446688" y="143259"/>
                </a:lnTo>
                <a:lnTo>
                  <a:pt x="446291" y="142628"/>
                </a:lnTo>
                <a:lnTo>
                  <a:pt x="445855" y="142026"/>
                </a:lnTo>
                <a:lnTo>
                  <a:pt x="445383" y="141454"/>
                </a:lnTo>
                <a:lnTo>
                  <a:pt x="444875" y="140913"/>
                </a:lnTo>
                <a:lnTo>
                  <a:pt x="444334" y="140405"/>
                </a:lnTo>
                <a:lnTo>
                  <a:pt x="443762" y="139933"/>
                </a:lnTo>
                <a:lnTo>
                  <a:pt x="443159" y="139497"/>
                </a:lnTo>
                <a:lnTo>
                  <a:pt x="442529" y="139100"/>
                </a:lnTo>
                <a:lnTo>
                  <a:pt x="441872" y="138743"/>
                </a:lnTo>
                <a:lnTo>
                  <a:pt x="441190" y="138428"/>
                </a:lnTo>
                <a:lnTo>
                  <a:pt x="440485" y="138157"/>
                </a:lnTo>
                <a:lnTo>
                  <a:pt x="439759" y="137931"/>
                </a:lnTo>
                <a:lnTo>
                  <a:pt x="439014" y="137753"/>
                </a:lnTo>
                <a:lnTo>
                  <a:pt x="438251" y="137623"/>
                </a:lnTo>
                <a:lnTo>
                  <a:pt x="437471" y="137544"/>
                </a:lnTo>
                <a:lnTo>
                  <a:pt x="436677" y="137517"/>
                </a:lnTo>
                <a:lnTo>
                  <a:pt x="435884" y="137544"/>
                </a:lnTo>
                <a:lnTo>
                  <a:pt x="435104" y="137623"/>
                </a:lnTo>
                <a:lnTo>
                  <a:pt x="434341" y="137753"/>
                </a:lnTo>
                <a:lnTo>
                  <a:pt x="433596" y="137931"/>
                </a:lnTo>
                <a:lnTo>
                  <a:pt x="432870" y="138157"/>
                </a:lnTo>
                <a:lnTo>
                  <a:pt x="432165" y="138428"/>
                </a:lnTo>
                <a:lnTo>
                  <a:pt x="431483" y="138743"/>
                </a:lnTo>
                <a:lnTo>
                  <a:pt x="430826" y="139100"/>
                </a:lnTo>
                <a:lnTo>
                  <a:pt x="430196" y="139497"/>
                </a:lnTo>
                <a:lnTo>
                  <a:pt x="429593" y="139933"/>
                </a:lnTo>
                <a:lnTo>
                  <a:pt x="429021" y="140405"/>
                </a:lnTo>
                <a:lnTo>
                  <a:pt x="428480" y="140913"/>
                </a:lnTo>
                <a:lnTo>
                  <a:pt x="427972" y="141454"/>
                </a:lnTo>
                <a:lnTo>
                  <a:pt x="427500" y="142026"/>
                </a:lnTo>
                <a:lnTo>
                  <a:pt x="427064" y="142628"/>
                </a:lnTo>
                <a:lnTo>
                  <a:pt x="426667" y="143259"/>
                </a:lnTo>
                <a:lnTo>
                  <a:pt x="426310" y="143916"/>
                </a:lnTo>
                <a:lnTo>
                  <a:pt x="425995" y="144598"/>
                </a:lnTo>
                <a:lnTo>
                  <a:pt x="425724" y="145302"/>
                </a:lnTo>
                <a:lnTo>
                  <a:pt x="425498" y="146028"/>
                </a:lnTo>
                <a:lnTo>
                  <a:pt x="425320" y="146774"/>
                </a:lnTo>
                <a:lnTo>
                  <a:pt x="425190" y="147537"/>
                </a:lnTo>
                <a:lnTo>
                  <a:pt x="425111" y="148317"/>
                </a:lnTo>
                <a:lnTo>
                  <a:pt x="425084" y="149110"/>
                </a:lnTo>
                <a:lnTo>
                  <a:pt x="425084" y="217869"/>
                </a:lnTo>
                <a:lnTo>
                  <a:pt x="425111" y="218663"/>
                </a:lnTo>
                <a:lnTo>
                  <a:pt x="425190" y="219442"/>
                </a:lnTo>
                <a:lnTo>
                  <a:pt x="425320" y="220205"/>
                </a:lnTo>
                <a:lnTo>
                  <a:pt x="425498" y="220951"/>
                </a:lnTo>
                <a:lnTo>
                  <a:pt x="425724" y="221677"/>
                </a:lnTo>
                <a:lnTo>
                  <a:pt x="425995" y="222381"/>
                </a:lnTo>
                <a:lnTo>
                  <a:pt x="426310" y="223063"/>
                </a:lnTo>
                <a:lnTo>
                  <a:pt x="426667" y="223720"/>
                </a:lnTo>
                <a:lnTo>
                  <a:pt x="427064" y="224351"/>
                </a:lnTo>
                <a:lnTo>
                  <a:pt x="427500" y="224953"/>
                </a:lnTo>
                <a:lnTo>
                  <a:pt x="427972" y="225526"/>
                </a:lnTo>
                <a:lnTo>
                  <a:pt x="428480" y="226066"/>
                </a:lnTo>
                <a:lnTo>
                  <a:pt x="429021" y="226574"/>
                </a:lnTo>
                <a:lnTo>
                  <a:pt x="429593" y="227046"/>
                </a:lnTo>
                <a:lnTo>
                  <a:pt x="430196" y="227482"/>
                </a:lnTo>
                <a:lnTo>
                  <a:pt x="430826" y="227879"/>
                </a:lnTo>
                <a:lnTo>
                  <a:pt x="431483" y="228236"/>
                </a:lnTo>
                <a:lnTo>
                  <a:pt x="432165" y="228551"/>
                </a:lnTo>
                <a:lnTo>
                  <a:pt x="432870" y="228822"/>
                </a:lnTo>
                <a:lnTo>
                  <a:pt x="433596" y="229048"/>
                </a:lnTo>
                <a:lnTo>
                  <a:pt x="434341" y="229226"/>
                </a:lnTo>
                <a:lnTo>
                  <a:pt x="435104" y="229356"/>
                </a:lnTo>
                <a:lnTo>
                  <a:pt x="435884" y="229435"/>
                </a:lnTo>
                <a:lnTo>
                  <a:pt x="436677" y="229462"/>
                </a:lnTo>
                <a:lnTo>
                  <a:pt x="437471" y="229435"/>
                </a:lnTo>
                <a:lnTo>
                  <a:pt x="438251" y="229356"/>
                </a:lnTo>
                <a:lnTo>
                  <a:pt x="439014" y="229226"/>
                </a:lnTo>
                <a:lnTo>
                  <a:pt x="439759" y="229048"/>
                </a:lnTo>
                <a:lnTo>
                  <a:pt x="440485" y="228822"/>
                </a:lnTo>
                <a:lnTo>
                  <a:pt x="441190" y="228551"/>
                </a:lnTo>
                <a:lnTo>
                  <a:pt x="441872" y="228236"/>
                </a:lnTo>
                <a:lnTo>
                  <a:pt x="442529" y="227879"/>
                </a:lnTo>
                <a:lnTo>
                  <a:pt x="443159" y="227482"/>
                </a:lnTo>
                <a:lnTo>
                  <a:pt x="443762" y="227046"/>
                </a:lnTo>
                <a:lnTo>
                  <a:pt x="444334" y="226574"/>
                </a:lnTo>
                <a:lnTo>
                  <a:pt x="444875" y="226066"/>
                </a:lnTo>
                <a:lnTo>
                  <a:pt x="445383" y="225526"/>
                </a:lnTo>
                <a:lnTo>
                  <a:pt x="445855" y="224953"/>
                </a:lnTo>
                <a:lnTo>
                  <a:pt x="446291" y="224351"/>
                </a:lnTo>
                <a:lnTo>
                  <a:pt x="446688" y="223720"/>
                </a:lnTo>
                <a:lnTo>
                  <a:pt x="447045" y="223063"/>
                </a:lnTo>
                <a:lnTo>
                  <a:pt x="447360" y="222381"/>
                </a:lnTo>
                <a:lnTo>
                  <a:pt x="447631" y="221677"/>
                </a:lnTo>
                <a:lnTo>
                  <a:pt x="447857" y="220951"/>
                </a:lnTo>
                <a:lnTo>
                  <a:pt x="448035" y="220205"/>
                </a:lnTo>
                <a:lnTo>
                  <a:pt x="448165" y="219442"/>
                </a:lnTo>
                <a:lnTo>
                  <a:pt x="448244" y="218663"/>
                </a:lnTo>
                <a:lnTo>
                  <a:pt x="448271" y="217869"/>
                </a:lnTo>
                <a:lnTo>
                  <a:pt x="448271" y="149110"/>
                </a:lnTo>
                <a:lnTo>
                  <a:pt x="448244" y="148317"/>
                </a:lnTo>
                <a:lnTo>
                  <a:pt x="448165" y="147537"/>
                </a:lnTo>
                <a:lnTo>
                  <a:pt x="448035" y="146774"/>
                </a:lnTo>
                <a:lnTo>
                  <a:pt x="447856" y="146028"/>
                </a:lnTo>
                <a:lnTo>
                  <a:pt x="447631" y="145302"/>
                </a:lnTo>
                <a:close/>
                <a:moveTo>
                  <a:pt x="447631" y="317199"/>
                </a:moveTo>
                <a:lnTo>
                  <a:pt x="447360" y="316494"/>
                </a:lnTo>
                <a:lnTo>
                  <a:pt x="447045" y="315812"/>
                </a:lnTo>
                <a:lnTo>
                  <a:pt x="446688" y="315155"/>
                </a:lnTo>
                <a:lnTo>
                  <a:pt x="446291" y="314525"/>
                </a:lnTo>
                <a:lnTo>
                  <a:pt x="445855" y="313922"/>
                </a:lnTo>
                <a:lnTo>
                  <a:pt x="445383" y="313350"/>
                </a:lnTo>
                <a:lnTo>
                  <a:pt x="444875" y="312809"/>
                </a:lnTo>
                <a:lnTo>
                  <a:pt x="444334" y="312302"/>
                </a:lnTo>
                <a:lnTo>
                  <a:pt x="443762" y="311829"/>
                </a:lnTo>
                <a:lnTo>
                  <a:pt x="443159" y="311393"/>
                </a:lnTo>
                <a:lnTo>
                  <a:pt x="442529" y="310996"/>
                </a:lnTo>
                <a:lnTo>
                  <a:pt x="441872" y="310640"/>
                </a:lnTo>
                <a:lnTo>
                  <a:pt x="441190" y="310325"/>
                </a:lnTo>
                <a:lnTo>
                  <a:pt x="440485" y="310053"/>
                </a:lnTo>
                <a:lnTo>
                  <a:pt x="439759" y="309828"/>
                </a:lnTo>
                <a:lnTo>
                  <a:pt x="439014" y="309649"/>
                </a:lnTo>
                <a:lnTo>
                  <a:pt x="438251" y="309519"/>
                </a:lnTo>
                <a:lnTo>
                  <a:pt x="437471" y="309440"/>
                </a:lnTo>
                <a:lnTo>
                  <a:pt x="436677" y="309414"/>
                </a:lnTo>
                <a:lnTo>
                  <a:pt x="435884" y="309440"/>
                </a:lnTo>
                <a:lnTo>
                  <a:pt x="435104" y="309519"/>
                </a:lnTo>
                <a:lnTo>
                  <a:pt x="434341" y="309649"/>
                </a:lnTo>
                <a:lnTo>
                  <a:pt x="433596" y="309828"/>
                </a:lnTo>
                <a:lnTo>
                  <a:pt x="432870" y="310053"/>
                </a:lnTo>
                <a:lnTo>
                  <a:pt x="432165" y="310325"/>
                </a:lnTo>
                <a:lnTo>
                  <a:pt x="431483" y="310639"/>
                </a:lnTo>
                <a:lnTo>
                  <a:pt x="430826" y="310996"/>
                </a:lnTo>
                <a:lnTo>
                  <a:pt x="430196" y="311393"/>
                </a:lnTo>
                <a:lnTo>
                  <a:pt x="429593" y="311829"/>
                </a:lnTo>
                <a:lnTo>
                  <a:pt x="429021" y="312302"/>
                </a:lnTo>
                <a:lnTo>
                  <a:pt x="428480" y="312809"/>
                </a:lnTo>
                <a:lnTo>
                  <a:pt x="427972" y="313350"/>
                </a:lnTo>
                <a:lnTo>
                  <a:pt x="427500" y="313922"/>
                </a:lnTo>
                <a:lnTo>
                  <a:pt x="427064" y="314525"/>
                </a:lnTo>
                <a:lnTo>
                  <a:pt x="426667" y="315155"/>
                </a:lnTo>
                <a:lnTo>
                  <a:pt x="426310" y="315812"/>
                </a:lnTo>
                <a:lnTo>
                  <a:pt x="425995" y="316494"/>
                </a:lnTo>
                <a:lnTo>
                  <a:pt x="425724" y="317199"/>
                </a:lnTo>
                <a:lnTo>
                  <a:pt x="425498" y="317925"/>
                </a:lnTo>
                <a:lnTo>
                  <a:pt x="425320" y="318670"/>
                </a:lnTo>
                <a:lnTo>
                  <a:pt x="425190" y="319434"/>
                </a:lnTo>
                <a:lnTo>
                  <a:pt x="425111" y="320213"/>
                </a:lnTo>
                <a:lnTo>
                  <a:pt x="425084" y="321007"/>
                </a:lnTo>
                <a:lnTo>
                  <a:pt x="425084" y="389765"/>
                </a:lnTo>
                <a:lnTo>
                  <a:pt x="425111" y="390559"/>
                </a:lnTo>
                <a:lnTo>
                  <a:pt x="425190" y="391338"/>
                </a:lnTo>
                <a:lnTo>
                  <a:pt x="425320" y="392102"/>
                </a:lnTo>
                <a:lnTo>
                  <a:pt x="425498" y="392847"/>
                </a:lnTo>
                <a:lnTo>
                  <a:pt x="425724" y="393573"/>
                </a:lnTo>
                <a:lnTo>
                  <a:pt x="425995" y="394278"/>
                </a:lnTo>
                <a:lnTo>
                  <a:pt x="426310" y="394960"/>
                </a:lnTo>
                <a:lnTo>
                  <a:pt x="426667" y="395617"/>
                </a:lnTo>
                <a:lnTo>
                  <a:pt x="427064" y="396247"/>
                </a:lnTo>
                <a:lnTo>
                  <a:pt x="427500" y="396850"/>
                </a:lnTo>
                <a:lnTo>
                  <a:pt x="427972" y="397422"/>
                </a:lnTo>
                <a:lnTo>
                  <a:pt x="428480" y="397963"/>
                </a:lnTo>
                <a:lnTo>
                  <a:pt x="429021" y="398470"/>
                </a:lnTo>
                <a:lnTo>
                  <a:pt x="429593" y="398943"/>
                </a:lnTo>
                <a:lnTo>
                  <a:pt x="430196" y="399379"/>
                </a:lnTo>
                <a:lnTo>
                  <a:pt x="430826" y="399776"/>
                </a:lnTo>
                <a:lnTo>
                  <a:pt x="431483" y="400133"/>
                </a:lnTo>
                <a:lnTo>
                  <a:pt x="432165" y="400447"/>
                </a:lnTo>
                <a:lnTo>
                  <a:pt x="432870" y="400719"/>
                </a:lnTo>
                <a:lnTo>
                  <a:pt x="433596" y="400944"/>
                </a:lnTo>
                <a:lnTo>
                  <a:pt x="434341" y="401123"/>
                </a:lnTo>
                <a:lnTo>
                  <a:pt x="435104" y="401253"/>
                </a:lnTo>
                <a:lnTo>
                  <a:pt x="435884" y="401332"/>
                </a:lnTo>
                <a:lnTo>
                  <a:pt x="436677" y="401358"/>
                </a:lnTo>
                <a:lnTo>
                  <a:pt x="437471" y="401332"/>
                </a:lnTo>
                <a:lnTo>
                  <a:pt x="438251" y="401253"/>
                </a:lnTo>
                <a:lnTo>
                  <a:pt x="439014" y="401123"/>
                </a:lnTo>
                <a:lnTo>
                  <a:pt x="439759" y="400944"/>
                </a:lnTo>
                <a:lnTo>
                  <a:pt x="440485" y="400719"/>
                </a:lnTo>
                <a:lnTo>
                  <a:pt x="441190" y="400447"/>
                </a:lnTo>
                <a:lnTo>
                  <a:pt x="441872" y="400133"/>
                </a:lnTo>
                <a:lnTo>
                  <a:pt x="442529" y="399776"/>
                </a:lnTo>
                <a:lnTo>
                  <a:pt x="443159" y="399379"/>
                </a:lnTo>
                <a:lnTo>
                  <a:pt x="443762" y="398943"/>
                </a:lnTo>
                <a:lnTo>
                  <a:pt x="444334" y="398470"/>
                </a:lnTo>
                <a:lnTo>
                  <a:pt x="444875" y="397963"/>
                </a:lnTo>
                <a:lnTo>
                  <a:pt x="445383" y="397422"/>
                </a:lnTo>
                <a:lnTo>
                  <a:pt x="445855" y="396850"/>
                </a:lnTo>
                <a:lnTo>
                  <a:pt x="446291" y="396247"/>
                </a:lnTo>
                <a:lnTo>
                  <a:pt x="446688" y="395617"/>
                </a:lnTo>
                <a:lnTo>
                  <a:pt x="447045" y="394960"/>
                </a:lnTo>
                <a:lnTo>
                  <a:pt x="447360" y="394278"/>
                </a:lnTo>
                <a:lnTo>
                  <a:pt x="447631" y="393573"/>
                </a:lnTo>
                <a:lnTo>
                  <a:pt x="447856" y="392847"/>
                </a:lnTo>
                <a:lnTo>
                  <a:pt x="448035" y="392102"/>
                </a:lnTo>
                <a:lnTo>
                  <a:pt x="448165" y="391338"/>
                </a:lnTo>
                <a:lnTo>
                  <a:pt x="448244" y="390559"/>
                </a:lnTo>
                <a:lnTo>
                  <a:pt x="448271" y="389765"/>
                </a:lnTo>
                <a:lnTo>
                  <a:pt x="448271" y="321007"/>
                </a:lnTo>
                <a:lnTo>
                  <a:pt x="448244" y="320213"/>
                </a:lnTo>
                <a:lnTo>
                  <a:pt x="448165" y="319434"/>
                </a:lnTo>
                <a:lnTo>
                  <a:pt x="448035" y="318670"/>
                </a:lnTo>
                <a:lnTo>
                  <a:pt x="447856" y="317925"/>
                </a:lnTo>
                <a:lnTo>
                  <a:pt x="447631" y="317199"/>
                </a:lnTo>
                <a:close/>
                <a:moveTo>
                  <a:pt x="447631" y="489095"/>
                </a:moveTo>
                <a:lnTo>
                  <a:pt x="447360" y="488391"/>
                </a:lnTo>
                <a:lnTo>
                  <a:pt x="447045" y="487709"/>
                </a:lnTo>
                <a:lnTo>
                  <a:pt x="446688" y="487052"/>
                </a:lnTo>
                <a:lnTo>
                  <a:pt x="446291" y="486421"/>
                </a:lnTo>
                <a:lnTo>
                  <a:pt x="445855" y="485819"/>
                </a:lnTo>
                <a:lnTo>
                  <a:pt x="445383" y="485246"/>
                </a:lnTo>
                <a:lnTo>
                  <a:pt x="444875" y="484706"/>
                </a:lnTo>
                <a:lnTo>
                  <a:pt x="444334" y="484198"/>
                </a:lnTo>
                <a:lnTo>
                  <a:pt x="443762" y="483726"/>
                </a:lnTo>
                <a:lnTo>
                  <a:pt x="443159" y="483290"/>
                </a:lnTo>
                <a:lnTo>
                  <a:pt x="442529" y="482893"/>
                </a:lnTo>
                <a:lnTo>
                  <a:pt x="441872" y="482536"/>
                </a:lnTo>
                <a:lnTo>
                  <a:pt x="441190" y="482221"/>
                </a:lnTo>
                <a:lnTo>
                  <a:pt x="440485" y="481950"/>
                </a:lnTo>
                <a:lnTo>
                  <a:pt x="439759" y="481724"/>
                </a:lnTo>
                <a:lnTo>
                  <a:pt x="439014" y="481546"/>
                </a:lnTo>
                <a:lnTo>
                  <a:pt x="438251" y="481416"/>
                </a:lnTo>
                <a:lnTo>
                  <a:pt x="437471" y="481337"/>
                </a:lnTo>
                <a:lnTo>
                  <a:pt x="436677" y="481310"/>
                </a:lnTo>
                <a:lnTo>
                  <a:pt x="435884" y="481337"/>
                </a:lnTo>
                <a:lnTo>
                  <a:pt x="435104" y="481416"/>
                </a:lnTo>
                <a:lnTo>
                  <a:pt x="434341" y="481546"/>
                </a:lnTo>
                <a:lnTo>
                  <a:pt x="433596" y="481724"/>
                </a:lnTo>
                <a:lnTo>
                  <a:pt x="432870" y="481950"/>
                </a:lnTo>
                <a:lnTo>
                  <a:pt x="432165" y="482221"/>
                </a:lnTo>
                <a:lnTo>
                  <a:pt x="431483" y="482536"/>
                </a:lnTo>
                <a:lnTo>
                  <a:pt x="430826" y="482893"/>
                </a:lnTo>
                <a:lnTo>
                  <a:pt x="430196" y="483290"/>
                </a:lnTo>
                <a:lnTo>
                  <a:pt x="429593" y="483726"/>
                </a:lnTo>
                <a:lnTo>
                  <a:pt x="429021" y="484198"/>
                </a:lnTo>
                <a:lnTo>
                  <a:pt x="428480" y="484706"/>
                </a:lnTo>
                <a:lnTo>
                  <a:pt x="427972" y="485246"/>
                </a:lnTo>
                <a:lnTo>
                  <a:pt x="427500" y="485819"/>
                </a:lnTo>
                <a:lnTo>
                  <a:pt x="427064" y="486421"/>
                </a:lnTo>
                <a:lnTo>
                  <a:pt x="426667" y="487052"/>
                </a:lnTo>
                <a:lnTo>
                  <a:pt x="426310" y="487709"/>
                </a:lnTo>
                <a:lnTo>
                  <a:pt x="425995" y="488391"/>
                </a:lnTo>
                <a:lnTo>
                  <a:pt x="425724" y="489095"/>
                </a:lnTo>
                <a:lnTo>
                  <a:pt x="425498" y="489821"/>
                </a:lnTo>
                <a:lnTo>
                  <a:pt x="425320" y="490567"/>
                </a:lnTo>
                <a:lnTo>
                  <a:pt x="425190" y="491330"/>
                </a:lnTo>
                <a:lnTo>
                  <a:pt x="425111" y="492109"/>
                </a:lnTo>
                <a:lnTo>
                  <a:pt x="425084" y="492903"/>
                </a:lnTo>
                <a:lnTo>
                  <a:pt x="425084" y="561662"/>
                </a:lnTo>
                <a:lnTo>
                  <a:pt x="425111" y="562455"/>
                </a:lnTo>
                <a:lnTo>
                  <a:pt x="425190" y="563235"/>
                </a:lnTo>
                <a:lnTo>
                  <a:pt x="425320" y="563998"/>
                </a:lnTo>
                <a:lnTo>
                  <a:pt x="425498" y="564744"/>
                </a:lnTo>
                <a:lnTo>
                  <a:pt x="425724" y="565470"/>
                </a:lnTo>
                <a:lnTo>
                  <a:pt x="425995" y="566174"/>
                </a:lnTo>
                <a:lnTo>
                  <a:pt x="426310" y="566856"/>
                </a:lnTo>
                <a:lnTo>
                  <a:pt x="426667" y="567513"/>
                </a:lnTo>
                <a:lnTo>
                  <a:pt x="427064" y="568144"/>
                </a:lnTo>
                <a:lnTo>
                  <a:pt x="427500" y="568746"/>
                </a:lnTo>
                <a:lnTo>
                  <a:pt x="427972" y="569318"/>
                </a:lnTo>
                <a:lnTo>
                  <a:pt x="428480" y="569859"/>
                </a:lnTo>
                <a:lnTo>
                  <a:pt x="429021" y="570367"/>
                </a:lnTo>
                <a:lnTo>
                  <a:pt x="429593" y="570839"/>
                </a:lnTo>
                <a:lnTo>
                  <a:pt x="430196" y="571275"/>
                </a:lnTo>
                <a:lnTo>
                  <a:pt x="430826" y="571672"/>
                </a:lnTo>
                <a:lnTo>
                  <a:pt x="431483" y="572029"/>
                </a:lnTo>
                <a:lnTo>
                  <a:pt x="432165" y="572344"/>
                </a:lnTo>
                <a:lnTo>
                  <a:pt x="432870" y="572615"/>
                </a:lnTo>
                <a:lnTo>
                  <a:pt x="433596" y="572841"/>
                </a:lnTo>
                <a:lnTo>
                  <a:pt x="434341" y="573019"/>
                </a:lnTo>
                <a:lnTo>
                  <a:pt x="435104" y="573149"/>
                </a:lnTo>
                <a:lnTo>
                  <a:pt x="435884" y="573228"/>
                </a:lnTo>
                <a:lnTo>
                  <a:pt x="436677" y="573255"/>
                </a:lnTo>
                <a:lnTo>
                  <a:pt x="437471" y="573228"/>
                </a:lnTo>
                <a:lnTo>
                  <a:pt x="438251" y="573149"/>
                </a:lnTo>
                <a:lnTo>
                  <a:pt x="439014" y="573019"/>
                </a:lnTo>
                <a:lnTo>
                  <a:pt x="439759" y="572841"/>
                </a:lnTo>
                <a:lnTo>
                  <a:pt x="440485" y="572615"/>
                </a:lnTo>
                <a:lnTo>
                  <a:pt x="441190" y="572344"/>
                </a:lnTo>
                <a:lnTo>
                  <a:pt x="441872" y="572029"/>
                </a:lnTo>
                <a:lnTo>
                  <a:pt x="442529" y="571672"/>
                </a:lnTo>
                <a:lnTo>
                  <a:pt x="443159" y="571275"/>
                </a:lnTo>
                <a:lnTo>
                  <a:pt x="443762" y="570839"/>
                </a:lnTo>
                <a:lnTo>
                  <a:pt x="444334" y="570367"/>
                </a:lnTo>
                <a:lnTo>
                  <a:pt x="444875" y="569859"/>
                </a:lnTo>
                <a:lnTo>
                  <a:pt x="445383" y="569318"/>
                </a:lnTo>
                <a:lnTo>
                  <a:pt x="445855" y="568746"/>
                </a:lnTo>
                <a:lnTo>
                  <a:pt x="446291" y="568144"/>
                </a:lnTo>
                <a:lnTo>
                  <a:pt x="446688" y="567513"/>
                </a:lnTo>
                <a:lnTo>
                  <a:pt x="447045" y="566856"/>
                </a:lnTo>
                <a:lnTo>
                  <a:pt x="447360" y="566174"/>
                </a:lnTo>
                <a:lnTo>
                  <a:pt x="447631" y="565470"/>
                </a:lnTo>
                <a:lnTo>
                  <a:pt x="447857" y="564744"/>
                </a:lnTo>
                <a:lnTo>
                  <a:pt x="448035" y="563998"/>
                </a:lnTo>
                <a:lnTo>
                  <a:pt x="448165" y="563235"/>
                </a:lnTo>
                <a:lnTo>
                  <a:pt x="448244" y="562455"/>
                </a:lnTo>
                <a:lnTo>
                  <a:pt x="448271" y="561662"/>
                </a:lnTo>
                <a:lnTo>
                  <a:pt x="448271" y="492903"/>
                </a:lnTo>
                <a:lnTo>
                  <a:pt x="448244" y="492109"/>
                </a:lnTo>
                <a:lnTo>
                  <a:pt x="448165" y="491330"/>
                </a:lnTo>
                <a:lnTo>
                  <a:pt x="448035" y="490567"/>
                </a:lnTo>
                <a:lnTo>
                  <a:pt x="447857" y="489821"/>
                </a:lnTo>
                <a:lnTo>
                  <a:pt x="447631" y="489095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8FA6F-051A-4ED3-8D12-49B42CF6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363" y="885963"/>
            <a:ext cx="133866" cy="266643"/>
          </a:xfrm>
          <a:custGeom xmlns:a="http://schemas.openxmlformats.org/drawingml/2006/main">
            <a:pathLst>
              <a:path w="133866" h="266643">
                <a:moveTo>
                  <a:pt x="78420" y="10020"/>
                </a:moveTo>
                <a:lnTo>
                  <a:pt x="78291" y="9257"/>
                </a:lnTo>
                <a:lnTo>
                  <a:pt x="78112" y="8511"/>
                </a:lnTo>
                <a:lnTo>
                  <a:pt x="77886" y="7785"/>
                </a:lnTo>
                <a:lnTo>
                  <a:pt x="77615" y="7081"/>
                </a:lnTo>
                <a:lnTo>
                  <a:pt x="77300" y="6399"/>
                </a:lnTo>
                <a:lnTo>
                  <a:pt x="76944" y="5742"/>
                </a:lnTo>
                <a:lnTo>
                  <a:pt x="76546" y="5111"/>
                </a:lnTo>
                <a:lnTo>
                  <a:pt x="76111" y="4509"/>
                </a:lnTo>
                <a:lnTo>
                  <a:pt x="75638" y="3936"/>
                </a:lnTo>
                <a:lnTo>
                  <a:pt x="75131" y="3396"/>
                </a:lnTo>
                <a:lnTo>
                  <a:pt x="74590" y="2888"/>
                </a:lnTo>
                <a:lnTo>
                  <a:pt x="74017" y="2416"/>
                </a:lnTo>
                <a:lnTo>
                  <a:pt x="73415" y="1980"/>
                </a:lnTo>
                <a:lnTo>
                  <a:pt x="72784" y="1583"/>
                </a:lnTo>
                <a:lnTo>
                  <a:pt x="72127" y="1226"/>
                </a:lnTo>
                <a:lnTo>
                  <a:pt x="71446" y="911"/>
                </a:lnTo>
                <a:lnTo>
                  <a:pt x="70741" y="640"/>
                </a:lnTo>
                <a:lnTo>
                  <a:pt x="70015" y="414"/>
                </a:lnTo>
                <a:lnTo>
                  <a:pt x="69270" y="236"/>
                </a:lnTo>
                <a:lnTo>
                  <a:pt x="68506" y="106"/>
                </a:lnTo>
                <a:lnTo>
                  <a:pt x="67727" y="27"/>
                </a:lnTo>
                <a:lnTo>
                  <a:pt x="66933" y="0"/>
                </a:lnTo>
                <a:lnTo>
                  <a:pt x="66139" y="27"/>
                </a:lnTo>
                <a:lnTo>
                  <a:pt x="65360" y="106"/>
                </a:lnTo>
                <a:lnTo>
                  <a:pt x="64597" y="236"/>
                </a:lnTo>
                <a:lnTo>
                  <a:pt x="63851" y="414"/>
                </a:lnTo>
                <a:lnTo>
                  <a:pt x="63125" y="640"/>
                </a:lnTo>
                <a:lnTo>
                  <a:pt x="62421" y="911"/>
                </a:lnTo>
                <a:lnTo>
                  <a:pt x="61739" y="1226"/>
                </a:lnTo>
                <a:lnTo>
                  <a:pt x="61082" y="1583"/>
                </a:lnTo>
                <a:lnTo>
                  <a:pt x="60451" y="1980"/>
                </a:lnTo>
                <a:lnTo>
                  <a:pt x="59849" y="2416"/>
                </a:lnTo>
                <a:lnTo>
                  <a:pt x="59276" y="2888"/>
                </a:lnTo>
                <a:lnTo>
                  <a:pt x="58736" y="3396"/>
                </a:lnTo>
                <a:lnTo>
                  <a:pt x="58228" y="3936"/>
                </a:lnTo>
                <a:lnTo>
                  <a:pt x="57756" y="4509"/>
                </a:lnTo>
                <a:lnTo>
                  <a:pt x="57320" y="5111"/>
                </a:lnTo>
                <a:lnTo>
                  <a:pt x="56923" y="5742"/>
                </a:lnTo>
                <a:lnTo>
                  <a:pt x="56566" y="6399"/>
                </a:lnTo>
                <a:lnTo>
                  <a:pt x="56251" y="7081"/>
                </a:lnTo>
                <a:lnTo>
                  <a:pt x="55980" y="7785"/>
                </a:lnTo>
                <a:lnTo>
                  <a:pt x="55754" y="8511"/>
                </a:lnTo>
                <a:lnTo>
                  <a:pt x="55576" y="9257"/>
                </a:lnTo>
                <a:lnTo>
                  <a:pt x="55446" y="10020"/>
                </a:lnTo>
                <a:lnTo>
                  <a:pt x="55367" y="10799"/>
                </a:lnTo>
                <a:lnTo>
                  <a:pt x="55340" y="11593"/>
                </a:lnTo>
                <a:lnTo>
                  <a:pt x="55340" y="150711"/>
                </a:lnTo>
                <a:lnTo>
                  <a:pt x="0" y="150711"/>
                </a:lnTo>
                <a:lnTo>
                  <a:pt x="66933" y="266643"/>
                </a:lnTo>
                <a:lnTo>
                  <a:pt x="133866" y="150711"/>
                </a:lnTo>
                <a:lnTo>
                  <a:pt x="78526" y="150711"/>
                </a:lnTo>
                <a:lnTo>
                  <a:pt x="78526" y="11593"/>
                </a:lnTo>
                <a:lnTo>
                  <a:pt x="78500" y="10799"/>
                </a:lnTo>
                <a:lnTo>
                  <a:pt x="78420" y="10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5E5DE-D847-40ED-9E6E-D45478B8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07" y="193211"/>
            <a:ext cx="990854" cy="176977"/>
          </a:xfrm>
          <a:custGeom xmlns:a="http://schemas.openxmlformats.org/drawingml/2006/main">
            <a:pathLst>
              <a:path w="990854" h="176977">
                <a:moveTo>
                  <a:pt x="0" y="132416"/>
                </a:moveTo>
                <a:close/>
                <a:moveTo>
                  <a:pt x="16665" y="132416"/>
                </a:moveTo>
                <a:lnTo>
                  <a:pt x="16665" y="0"/>
                </a:lnTo>
                <a:lnTo>
                  <a:pt x="44742" y="0"/>
                </a:lnTo>
                <a:lnTo>
                  <a:pt x="44742" y="132416"/>
                </a:lnTo>
                <a:lnTo>
                  <a:pt x="16665" y="132416"/>
                </a:lnTo>
                <a:close/>
                <a:moveTo>
                  <a:pt x="61408" y="132416"/>
                </a:moveTo>
                <a:close/>
                <a:moveTo>
                  <a:pt x="133412" y="29255"/>
                </a:moveTo>
                <a:cubicBezTo>
                  <a:pt x="144220" y="29255"/>
                  <a:pt x="152915" y="32213"/>
                  <a:pt x="159497" y="38131"/>
                </a:cubicBezTo>
                <a:cubicBezTo>
                  <a:pt x="166078" y="43988"/>
                  <a:pt x="169369" y="53407"/>
                  <a:pt x="169369" y="66389"/>
                </a:cubicBezTo>
                <a:lnTo>
                  <a:pt x="169369" y="132416"/>
                </a:lnTo>
                <a:lnTo>
                  <a:pt x="141745" y="132416"/>
                </a:lnTo>
                <a:lnTo>
                  <a:pt x="141745" y="73272"/>
                </a:lnTo>
                <a:cubicBezTo>
                  <a:pt x="141745" y="66027"/>
                  <a:pt x="140416" y="60562"/>
                  <a:pt x="137759" y="56879"/>
                </a:cubicBezTo>
                <a:cubicBezTo>
                  <a:pt x="135163" y="53196"/>
                  <a:pt x="131057" y="51354"/>
                  <a:pt x="125442" y="51354"/>
                </a:cubicBezTo>
                <a:cubicBezTo>
                  <a:pt x="116988" y="51354"/>
                  <a:pt x="111222" y="54222"/>
                  <a:pt x="108143" y="59958"/>
                </a:cubicBezTo>
                <a:cubicBezTo>
                  <a:pt x="105063" y="65695"/>
                  <a:pt x="103523" y="73967"/>
                  <a:pt x="103523" y="84775"/>
                </a:cubicBezTo>
                <a:lnTo>
                  <a:pt x="103523" y="132416"/>
                </a:lnTo>
                <a:lnTo>
                  <a:pt x="75899" y="132416"/>
                </a:lnTo>
                <a:lnTo>
                  <a:pt x="75899" y="31157"/>
                </a:lnTo>
                <a:lnTo>
                  <a:pt x="97002" y="31157"/>
                </a:lnTo>
                <a:lnTo>
                  <a:pt x="100716" y="44108"/>
                </a:lnTo>
                <a:lnTo>
                  <a:pt x="102255" y="44108"/>
                </a:lnTo>
                <a:cubicBezTo>
                  <a:pt x="104429" y="40606"/>
                  <a:pt x="107116" y="37768"/>
                  <a:pt x="110316" y="35595"/>
                </a:cubicBezTo>
                <a:cubicBezTo>
                  <a:pt x="113577" y="33421"/>
                  <a:pt x="117170" y="31821"/>
                  <a:pt x="121094" y="30794"/>
                </a:cubicBezTo>
                <a:cubicBezTo>
                  <a:pt x="125079" y="29768"/>
                  <a:pt x="129185" y="29255"/>
                  <a:pt x="133412" y="29255"/>
                </a:cubicBezTo>
                <a:close/>
                <a:moveTo>
                  <a:pt x="183317" y="132416"/>
                </a:moveTo>
                <a:close/>
                <a:moveTo>
                  <a:pt x="255321" y="29255"/>
                </a:moveTo>
                <a:cubicBezTo>
                  <a:pt x="266130" y="29255"/>
                  <a:pt x="274825" y="32213"/>
                  <a:pt x="281406" y="38131"/>
                </a:cubicBezTo>
                <a:cubicBezTo>
                  <a:pt x="287988" y="43988"/>
                  <a:pt x="291278" y="53407"/>
                  <a:pt x="291278" y="66389"/>
                </a:cubicBezTo>
                <a:lnTo>
                  <a:pt x="291278" y="132416"/>
                </a:lnTo>
                <a:lnTo>
                  <a:pt x="263654" y="132416"/>
                </a:lnTo>
                <a:lnTo>
                  <a:pt x="263654" y="73272"/>
                </a:lnTo>
                <a:cubicBezTo>
                  <a:pt x="263654" y="66027"/>
                  <a:pt x="262326" y="60562"/>
                  <a:pt x="259669" y="56879"/>
                </a:cubicBezTo>
                <a:cubicBezTo>
                  <a:pt x="257073" y="53196"/>
                  <a:pt x="252967" y="51354"/>
                  <a:pt x="247351" y="51354"/>
                </a:cubicBezTo>
                <a:cubicBezTo>
                  <a:pt x="238898" y="51354"/>
                  <a:pt x="233131" y="54222"/>
                  <a:pt x="230052" y="59958"/>
                </a:cubicBezTo>
                <a:cubicBezTo>
                  <a:pt x="226973" y="65695"/>
                  <a:pt x="225433" y="73967"/>
                  <a:pt x="225433" y="84775"/>
                </a:cubicBezTo>
                <a:lnTo>
                  <a:pt x="225433" y="132416"/>
                </a:lnTo>
                <a:lnTo>
                  <a:pt x="197808" y="132416"/>
                </a:lnTo>
                <a:lnTo>
                  <a:pt x="197808" y="31157"/>
                </a:lnTo>
                <a:lnTo>
                  <a:pt x="218912" y="31157"/>
                </a:lnTo>
                <a:lnTo>
                  <a:pt x="222625" y="44108"/>
                </a:lnTo>
                <a:lnTo>
                  <a:pt x="224165" y="44108"/>
                </a:lnTo>
                <a:cubicBezTo>
                  <a:pt x="226339" y="40606"/>
                  <a:pt x="229026" y="37768"/>
                  <a:pt x="232226" y="35595"/>
                </a:cubicBezTo>
                <a:cubicBezTo>
                  <a:pt x="235486" y="33421"/>
                  <a:pt x="239079" y="31821"/>
                  <a:pt x="243004" y="30794"/>
                </a:cubicBezTo>
                <a:cubicBezTo>
                  <a:pt x="246989" y="29768"/>
                  <a:pt x="251095" y="29255"/>
                  <a:pt x="255321" y="29255"/>
                </a:cubicBezTo>
                <a:close/>
                <a:moveTo>
                  <a:pt x="305226" y="132416"/>
                </a:moveTo>
                <a:close/>
                <a:moveTo>
                  <a:pt x="361471" y="29255"/>
                </a:moveTo>
                <a:cubicBezTo>
                  <a:pt x="370831" y="29255"/>
                  <a:pt x="378891" y="31066"/>
                  <a:pt x="385654" y="34689"/>
                </a:cubicBezTo>
                <a:cubicBezTo>
                  <a:pt x="392417" y="38251"/>
                  <a:pt x="397640" y="43444"/>
                  <a:pt x="401323" y="50267"/>
                </a:cubicBezTo>
                <a:cubicBezTo>
                  <a:pt x="405006" y="57090"/>
                  <a:pt x="406848" y="65423"/>
                  <a:pt x="406848" y="75265"/>
                </a:cubicBezTo>
                <a:lnTo>
                  <a:pt x="406848" y="88670"/>
                </a:lnTo>
                <a:lnTo>
                  <a:pt x="341546" y="88670"/>
                </a:lnTo>
                <a:cubicBezTo>
                  <a:pt x="341848" y="96459"/>
                  <a:pt x="344172" y="102587"/>
                  <a:pt x="348520" y="107056"/>
                </a:cubicBezTo>
                <a:cubicBezTo>
                  <a:pt x="352928" y="111464"/>
                  <a:pt x="359026" y="113667"/>
                  <a:pt x="366815" y="113667"/>
                </a:cubicBezTo>
                <a:cubicBezTo>
                  <a:pt x="373276" y="113667"/>
                  <a:pt x="379193" y="113003"/>
                  <a:pt x="384567" y="111675"/>
                </a:cubicBezTo>
                <a:cubicBezTo>
                  <a:pt x="389941" y="110346"/>
                  <a:pt x="395466" y="108354"/>
                  <a:pt x="401142" y="105697"/>
                </a:cubicBezTo>
                <a:lnTo>
                  <a:pt x="401142" y="127072"/>
                </a:lnTo>
                <a:cubicBezTo>
                  <a:pt x="396130" y="129548"/>
                  <a:pt x="390877" y="131359"/>
                  <a:pt x="385382" y="132506"/>
                </a:cubicBezTo>
                <a:cubicBezTo>
                  <a:pt x="379948" y="133654"/>
                  <a:pt x="373336" y="134227"/>
                  <a:pt x="365547" y="134227"/>
                </a:cubicBezTo>
                <a:cubicBezTo>
                  <a:pt x="355403" y="134227"/>
                  <a:pt x="346406" y="132355"/>
                  <a:pt x="338557" y="128612"/>
                </a:cubicBezTo>
                <a:cubicBezTo>
                  <a:pt x="330768" y="124868"/>
                  <a:pt x="324639" y="119162"/>
                  <a:pt x="320171" y="111494"/>
                </a:cubicBezTo>
                <a:cubicBezTo>
                  <a:pt x="315763" y="103825"/>
                  <a:pt x="313559" y="94164"/>
                  <a:pt x="313559" y="82511"/>
                </a:cubicBezTo>
                <a:cubicBezTo>
                  <a:pt x="313559" y="70676"/>
                  <a:pt x="315552" y="60834"/>
                  <a:pt x="319537" y="52984"/>
                </a:cubicBezTo>
                <a:cubicBezTo>
                  <a:pt x="323582" y="45074"/>
                  <a:pt x="329198" y="39157"/>
                  <a:pt x="336383" y="35232"/>
                </a:cubicBezTo>
                <a:cubicBezTo>
                  <a:pt x="343568" y="31247"/>
                  <a:pt x="351931" y="29255"/>
                  <a:pt x="361471" y="29255"/>
                </a:cubicBezTo>
                <a:close/>
                <a:moveTo>
                  <a:pt x="361653" y="48909"/>
                </a:moveTo>
                <a:cubicBezTo>
                  <a:pt x="356279" y="48909"/>
                  <a:pt x="351810" y="50630"/>
                  <a:pt x="348248" y="54071"/>
                </a:cubicBezTo>
                <a:cubicBezTo>
                  <a:pt x="344746" y="57513"/>
                  <a:pt x="342723" y="62917"/>
                  <a:pt x="342180" y="70284"/>
                </a:cubicBezTo>
                <a:lnTo>
                  <a:pt x="380944" y="70284"/>
                </a:lnTo>
                <a:cubicBezTo>
                  <a:pt x="380884" y="66178"/>
                  <a:pt x="380129" y="62525"/>
                  <a:pt x="378680" y="59324"/>
                </a:cubicBezTo>
                <a:cubicBezTo>
                  <a:pt x="377291" y="56124"/>
                  <a:pt x="375178" y="53588"/>
                  <a:pt x="372340" y="51716"/>
                </a:cubicBezTo>
                <a:cubicBezTo>
                  <a:pt x="369562" y="49845"/>
                  <a:pt x="366000" y="48909"/>
                  <a:pt x="361653" y="48909"/>
                </a:cubicBezTo>
                <a:close/>
                <a:moveTo>
                  <a:pt x="414818" y="132416"/>
                </a:moveTo>
                <a:close/>
                <a:moveTo>
                  <a:pt x="485826" y="29255"/>
                </a:moveTo>
                <a:cubicBezTo>
                  <a:pt x="487215" y="29255"/>
                  <a:pt x="488815" y="29345"/>
                  <a:pt x="490627" y="29526"/>
                </a:cubicBezTo>
                <a:cubicBezTo>
                  <a:pt x="492498" y="29647"/>
                  <a:pt x="494008" y="29828"/>
                  <a:pt x="495155" y="30070"/>
                </a:cubicBezTo>
                <a:lnTo>
                  <a:pt x="493072" y="55973"/>
                </a:lnTo>
                <a:cubicBezTo>
                  <a:pt x="492166" y="55671"/>
                  <a:pt x="490868" y="55460"/>
                  <a:pt x="489177" y="55339"/>
                </a:cubicBezTo>
                <a:cubicBezTo>
                  <a:pt x="487547" y="55158"/>
                  <a:pt x="486128" y="55068"/>
                  <a:pt x="484921" y="55068"/>
                </a:cubicBezTo>
                <a:cubicBezTo>
                  <a:pt x="481358" y="55068"/>
                  <a:pt x="477886" y="55520"/>
                  <a:pt x="474505" y="56426"/>
                </a:cubicBezTo>
                <a:cubicBezTo>
                  <a:pt x="471184" y="57332"/>
                  <a:pt x="468195" y="58811"/>
                  <a:pt x="465538" y="60864"/>
                </a:cubicBezTo>
                <a:cubicBezTo>
                  <a:pt x="462881" y="62857"/>
                  <a:pt x="460768" y="65513"/>
                  <a:pt x="459198" y="68834"/>
                </a:cubicBezTo>
                <a:cubicBezTo>
                  <a:pt x="457689" y="72095"/>
                  <a:pt x="456934" y="76110"/>
                  <a:pt x="456934" y="80880"/>
                </a:cubicBezTo>
                <a:lnTo>
                  <a:pt x="456934" y="132416"/>
                </a:lnTo>
                <a:lnTo>
                  <a:pt x="429310" y="132416"/>
                </a:lnTo>
                <a:lnTo>
                  <a:pt x="429310" y="31157"/>
                </a:lnTo>
                <a:lnTo>
                  <a:pt x="450232" y="31157"/>
                </a:lnTo>
                <a:lnTo>
                  <a:pt x="454307" y="48184"/>
                </a:lnTo>
                <a:lnTo>
                  <a:pt x="455666" y="48184"/>
                </a:lnTo>
                <a:cubicBezTo>
                  <a:pt x="457659" y="44742"/>
                  <a:pt x="460134" y="41603"/>
                  <a:pt x="463093" y="38765"/>
                </a:cubicBezTo>
                <a:cubicBezTo>
                  <a:pt x="466112" y="35866"/>
                  <a:pt x="469523" y="33572"/>
                  <a:pt x="473327" y="31881"/>
                </a:cubicBezTo>
                <a:cubicBezTo>
                  <a:pt x="477192" y="30130"/>
                  <a:pt x="481358" y="29255"/>
                  <a:pt x="485826" y="29255"/>
                </a:cubicBezTo>
                <a:close/>
                <a:moveTo>
                  <a:pt x="547234" y="132416"/>
                </a:moveTo>
                <a:close/>
                <a:moveTo>
                  <a:pt x="563899" y="132416"/>
                </a:moveTo>
                <a:lnTo>
                  <a:pt x="563899" y="0"/>
                </a:lnTo>
                <a:lnTo>
                  <a:pt x="591976" y="0"/>
                </a:lnTo>
                <a:lnTo>
                  <a:pt x="591976" y="109229"/>
                </a:lnTo>
                <a:lnTo>
                  <a:pt x="645685" y="109229"/>
                </a:lnTo>
                <a:lnTo>
                  <a:pt x="645685" y="132416"/>
                </a:lnTo>
                <a:lnTo>
                  <a:pt x="563899" y="132416"/>
                </a:lnTo>
                <a:close/>
                <a:moveTo>
                  <a:pt x="652116" y="132416"/>
                </a:moveTo>
                <a:close/>
                <a:moveTo>
                  <a:pt x="758628" y="81605"/>
                </a:moveTo>
                <a:cubicBezTo>
                  <a:pt x="758628" y="90058"/>
                  <a:pt x="757481" y="97546"/>
                  <a:pt x="755186" y="104067"/>
                </a:cubicBezTo>
                <a:cubicBezTo>
                  <a:pt x="752952" y="110588"/>
                  <a:pt x="749662" y="116113"/>
                  <a:pt x="745314" y="120641"/>
                </a:cubicBezTo>
                <a:cubicBezTo>
                  <a:pt x="741027" y="125110"/>
                  <a:pt x="735834" y="128491"/>
                  <a:pt x="729736" y="130785"/>
                </a:cubicBezTo>
                <a:cubicBezTo>
                  <a:pt x="723698" y="133080"/>
                  <a:pt x="716875" y="134227"/>
                  <a:pt x="709267" y="134227"/>
                </a:cubicBezTo>
                <a:cubicBezTo>
                  <a:pt x="702142" y="134227"/>
                  <a:pt x="695590" y="133080"/>
                  <a:pt x="689613" y="130785"/>
                </a:cubicBezTo>
                <a:cubicBezTo>
                  <a:pt x="683695" y="128491"/>
                  <a:pt x="678533" y="125110"/>
                  <a:pt x="674125" y="120641"/>
                </a:cubicBezTo>
                <a:cubicBezTo>
                  <a:pt x="669777" y="116113"/>
                  <a:pt x="666396" y="110588"/>
                  <a:pt x="663981" y="104067"/>
                </a:cubicBezTo>
                <a:cubicBezTo>
                  <a:pt x="661626" y="97546"/>
                  <a:pt x="660448" y="90058"/>
                  <a:pt x="660448" y="81605"/>
                </a:cubicBezTo>
                <a:cubicBezTo>
                  <a:pt x="660448" y="70374"/>
                  <a:pt x="662441" y="60864"/>
                  <a:pt x="666426" y="53075"/>
                </a:cubicBezTo>
                <a:cubicBezTo>
                  <a:pt x="670411" y="45286"/>
                  <a:pt x="676087" y="39368"/>
                  <a:pt x="683454" y="35323"/>
                </a:cubicBezTo>
                <a:cubicBezTo>
                  <a:pt x="690820" y="31277"/>
                  <a:pt x="699606" y="29255"/>
                  <a:pt x="709810" y="29255"/>
                </a:cubicBezTo>
                <a:cubicBezTo>
                  <a:pt x="719290" y="29255"/>
                  <a:pt x="727683" y="31277"/>
                  <a:pt x="734989" y="35323"/>
                </a:cubicBezTo>
                <a:cubicBezTo>
                  <a:pt x="742355" y="39368"/>
                  <a:pt x="748122" y="45286"/>
                  <a:pt x="752288" y="53075"/>
                </a:cubicBezTo>
                <a:cubicBezTo>
                  <a:pt x="756515" y="60864"/>
                  <a:pt x="758628" y="70374"/>
                  <a:pt x="758628" y="81605"/>
                </a:cubicBezTo>
                <a:close/>
                <a:moveTo>
                  <a:pt x="688616" y="81605"/>
                </a:moveTo>
                <a:cubicBezTo>
                  <a:pt x="688616" y="88247"/>
                  <a:pt x="689341" y="93832"/>
                  <a:pt x="690790" y="98361"/>
                </a:cubicBezTo>
                <a:cubicBezTo>
                  <a:pt x="692239" y="102889"/>
                  <a:pt x="694503" y="106301"/>
                  <a:pt x="697583" y="108595"/>
                </a:cubicBezTo>
                <a:cubicBezTo>
                  <a:pt x="700662" y="110890"/>
                  <a:pt x="704678" y="112037"/>
                  <a:pt x="709629" y="112037"/>
                </a:cubicBezTo>
                <a:cubicBezTo>
                  <a:pt x="714520" y="112037"/>
                  <a:pt x="718475" y="110890"/>
                  <a:pt x="721494" y="108595"/>
                </a:cubicBezTo>
                <a:cubicBezTo>
                  <a:pt x="724573" y="106301"/>
                  <a:pt x="726807" y="102889"/>
                  <a:pt x="728196" y="98361"/>
                </a:cubicBezTo>
                <a:cubicBezTo>
                  <a:pt x="729645" y="93832"/>
                  <a:pt x="730370" y="88247"/>
                  <a:pt x="730370" y="81605"/>
                </a:cubicBezTo>
                <a:cubicBezTo>
                  <a:pt x="730370" y="74903"/>
                  <a:pt x="729645" y="69348"/>
                  <a:pt x="728196" y="64940"/>
                </a:cubicBezTo>
                <a:cubicBezTo>
                  <a:pt x="726807" y="60472"/>
                  <a:pt x="724573" y="57121"/>
                  <a:pt x="721494" y="54886"/>
                </a:cubicBezTo>
                <a:cubicBezTo>
                  <a:pt x="718414" y="52652"/>
                  <a:pt x="714399" y="51535"/>
                  <a:pt x="709448" y="51535"/>
                </a:cubicBezTo>
                <a:cubicBezTo>
                  <a:pt x="702142" y="51535"/>
                  <a:pt x="696828" y="54041"/>
                  <a:pt x="693507" y="59053"/>
                </a:cubicBezTo>
                <a:cubicBezTo>
                  <a:pt x="690247" y="64064"/>
                  <a:pt x="688616" y="71582"/>
                  <a:pt x="688616" y="81605"/>
                </a:cubicBezTo>
                <a:close/>
                <a:moveTo>
                  <a:pt x="766961" y="132416"/>
                </a:moveTo>
                <a:close/>
                <a:moveTo>
                  <a:pt x="873473" y="81605"/>
                </a:moveTo>
                <a:cubicBezTo>
                  <a:pt x="873473" y="90058"/>
                  <a:pt x="872326" y="97546"/>
                  <a:pt x="870031" y="104067"/>
                </a:cubicBezTo>
                <a:cubicBezTo>
                  <a:pt x="867797" y="110588"/>
                  <a:pt x="864506" y="116113"/>
                  <a:pt x="860159" y="120641"/>
                </a:cubicBezTo>
                <a:cubicBezTo>
                  <a:pt x="855872" y="125110"/>
                  <a:pt x="850679" y="128491"/>
                  <a:pt x="844581" y="130785"/>
                </a:cubicBezTo>
                <a:cubicBezTo>
                  <a:pt x="838542" y="133080"/>
                  <a:pt x="831719" y="134227"/>
                  <a:pt x="824111" y="134227"/>
                </a:cubicBezTo>
                <a:cubicBezTo>
                  <a:pt x="816986" y="134227"/>
                  <a:pt x="810435" y="133080"/>
                  <a:pt x="804457" y="130785"/>
                </a:cubicBezTo>
                <a:cubicBezTo>
                  <a:pt x="798540" y="128491"/>
                  <a:pt x="793377" y="125110"/>
                  <a:pt x="788970" y="120641"/>
                </a:cubicBezTo>
                <a:cubicBezTo>
                  <a:pt x="784622" y="116113"/>
                  <a:pt x="781241" y="110588"/>
                  <a:pt x="778826" y="104067"/>
                </a:cubicBezTo>
                <a:cubicBezTo>
                  <a:pt x="776471" y="97546"/>
                  <a:pt x="775293" y="90058"/>
                  <a:pt x="775293" y="81605"/>
                </a:cubicBezTo>
                <a:cubicBezTo>
                  <a:pt x="775293" y="70374"/>
                  <a:pt x="777286" y="60864"/>
                  <a:pt x="781271" y="53075"/>
                </a:cubicBezTo>
                <a:cubicBezTo>
                  <a:pt x="785256" y="45286"/>
                  <a:pt x="790932" y="39368"/>
                  <a:pt x="798298" y="35323"/>
                </a:cubicBezTo>
                <a:cubicBezTo>
                  <a:pt x="805665" y="31277"/>
                  <a:pt x="814450" y="29255"/>
                  <a:pt x="824655" y="29255"/>
                </a:cubicBezTo>
                <a:cubicBezTo>
                  <a:pt x="834135" y="29255"/>
                  <a:pt x="842528" y="31277"/>
                  <a:pt x="849834" y="35323"/>
                </a:cubicBezTo>
                <a:cubicBezTo>
                  <a:pt x="857200" y="39368"/>
                  <a:pt x="862967" y="45286"/>
                  <a:pt x="867133" y="53075"/>
                </a:cubicBezTo>
                <a:cubicBezTo>
                  <a:pt x="871360" y="60864"/>
                  <a:pt x="873473" y="70374"/>
                  <a:pt x="873473" y="81605"/>
                </a:cubicBezTo>
                <a:close/>
                <a:moveTo>
                  <a:pt x="803461" y="81605"/>
                </a:moveTo>
                <a:cubicBezTo>
                  <a:pt x="803461" y="88247"/>
                  <a:pt x="804186" y="93832"/>
                  <a:pt x="805635" y="98361"/>
                </a:cubicBezTo>
                <a:cubicBezTo>
                  <a:pt x="807084" y="102889"/>
                  <a:pt x="809348" y="106301"/>
                  <a:pt x="812428" y="108595"/>
                </a:cubicBezTo>
                <a:cubicBezTo>
                  <a:pt x="815507" y="110890"/>
                  <a:pt x="819522" y="112037"/>
                  <a:pt x="824474" y="112037"/>
                </a:cubicBezTo>
                <a:cubicBezTo>
                  <a:pt x="829365" y="112037"/>
                  <a:pt x="833320" y="110890"/>
                  <a:pt x="836339" y="108595"/>
                </a:cubicBezTo>
                <a:cubicBezTo>
                  <a:pt x="839418" y="106301"/>
                  <a:pt x="841652" y="102889"/>
                  <a:pt x="843041" y="98361"/>
                </a:cubicBezTo>
                <a:cubicBezTo>
                  <a:pt x="844490" y="93832"/>
                  <a:pt x="845215" y="88247"/>
                  <a:pt x="845215" y="81605"/>
                </a:cubicBezTo>
                <a:cubicBezTo>
                  <a:pt x="845215" y="74903"/>
                  <a:pt x="844490" y="69348"/>
                  <a:pt x="843041" y="64940"/>
                </a:cubicBezTo>
                <a:cubicBezTo>
                  <a:pt x="841652" y="60472"/>
                  <a:pt x="839418" y="57121"/>
                  <a:pt x="836339" y="54886"/>
                </a:cubicBezTo>
                <a:cubicBezTo>
                  <a:pt x="833259" y="52652"/>
                  <a:pt x="829244" y="51535"/>
                  <a:pt x="824293" y="51535"/>
                </a:cubicBezTo>
                <a:cubicBezTo>
                  <a:pt x="816986" y="51535"/>
                  <a:pt x="811673" y="54041"/>
                  <a:pt x="808352" y="59053"/>
                </a:cubicBezTo>
                <a:cubicBezTo>
                  <a:pt x="805091" y="64064"/>
                  <a:pt x="803461" y="71582"/>
                  <a:pt x="803461" y="81605"/>
                </a:cubicBezTo>
                <a:close/>
                <a:moveTo>
                  <a:pt x="881806" y="132416"/>
                </a:moveTo>
                <a:close/>
                <a:moveTo>
                  <a:pt x="952633" y="29255"/>
                </a:moveTo>
                <a:cubicBezTo>
                  <a:pt x="964045" y="29255"/>
                  <a:pt x="973253" y="33693"/>
                  <a:pt x="980257" y="42569"/>
                </a:cubicBezTo>
                <a:cubicBezTo>
                  <a:pt x="987321" y="51445"/>
                  <a:pt x="990854" y="64457"/>
                  <a:pt x="990854" y="81605"/>
                </a:cubicBezTo>
                <a:cubicBezTo>
                  <a:pt x="990854" y="93077"/>
                  <a:pt x="989193" y="102738"/>
                  <a:pt x="985872" y="110588"/>
                </a:cubicBezTo>
                <a:cubicBezTo>
                  <a:pt x="982551" y="118377"/>
                  <a:pt x="977962" y="124264"/>
                  <a:pt x="972105" y="128249"/>
                </a:cubicBezTo>
                <a:cubicBezTo>
                  <a:pt x="966249" y="132235"/>
                  <a:pt x="959516" y="134227"/>
                  <a:pt x="951908" y="134227"/>
                </a:cubicBezTo>
                <a:cubicBezTo>
                  <a:pt x="947017" y="134227"/>
                  <a:pt x="942821" y="133623"/>
                  <a:pt x="939319" y="132416"/>
                </a:cubicBezTo>
                <a:cubicBezTo>
                  <a:pt x="935816" y="131148"/>
                  <a:pt x="932828" y="129548"/>
                  <a:pt x="930352" y="127615"/>
                </a:cubicBezTo>
                <a:cubicBezTo>
                  <a:pt x="927876" y="125623"/>
                  <a:pt x="925733" y="123510"/>
                  <a:pt x="923921" y="121275"/>
                </a:cubicBezTo>
                <a:lnTo>
                  <a:pt x="922472" y="121275"/>
                </a:lnTo>
                <a:cubicBezTo>
                  <a:pt x="922955" y="123691"/>
                  <a:pt x="923318" y="126166"/>
                  <a:pt x="923559" y="128702"/>
                </a:cubicBezTo>
                <a:cubicBezTo>
                  <a:pt x="923801" y="131238"/>
                  <a:pt x="923921" y="133714"/>
                  <a:pt x="923921" y="136129"/>
                </a:cubicBezTo>
                <a:lnTo>
                  <a:pt x="923921" y="176977"/>
                </a:lnTo>
                <a:lnTo>
                  <a:pt x="896297" y="176977"/>
                </a:lnTo>
                <a:lnTo>
                  <a:pt x="896297" y="31157"/>
                </a:lnTo>
                <a:lnTo>
                  <a:pt x="918759" y="31157"/>
                </a:lnTo>
                <a:lnTo>
                  <a:pt x="922653" y="44290"/>
                </a:lnTo>
                <a:lnTo>
                  <a:pt x="923921" y="44290"/>
                </a:lnTo>
                <a:cubicBezTo>
                  <a:pt x="925733" y="41572"/>
                  <a:pt x="927937" y="39067"/>
                  <a:pt x="930533" y="36772"/>
                </a:cubicBezTo>
                <a:cubicBezTo>
                  <a:pt x="933129" y="34478"/>
                  <a:pt x="936239" y="32666"/>
                  <a:pt x="939862" y="31338"/>
                </a:cubicBezTo>
                <a:cubicBezTo>
                  <a:pt x="943545" y="29949"/>
                  <a:pt x="947802" y="29255"/>
                  <a:pt x="952633" y="29255"/>
                </a:cubicBezTo>
                <a:close/>
                <a:moveTo>
                  <a:pt x="943757" y="51354"/>
                </a:moveTo>
                <a:cubicBezTo>
                  <a:pt x="938926" y="51354"/>
                  <a:pt x="935092" y="52350"/>
                  <a:pt x="932254" y="54343"/>
                </a:cubicBezTo>
                <a:cubicBezTo>
                  <a:pt x="929416" y="56336"/>
                  <a:pt x="927333" y="59324"/>
                  <a:pt x="926005" y="63310"/>
                </a:cubicBezTo>
                <a:cubicBezTo>
                  <a:pt x="924736" y="67295"/>
                  <a:pt x="924042" y="72337"/>
                  <a:pt x="923921" y="78435"/>
                </a:cubicBezTo>
                <a:lnTo>
                  <a:pt x="923921" y="81424"/>
                </a:lnTo>
                <a:cubicBezTo>
                  <a:pt x="923921" y="87945"/>
                  <a:pt x="924525" y="93470"/>
                  <a:pt x="925733" y="97999"/>
                </a:cubicBezTo>
                <a:cubicBezTo>
                  <a:pt x="927001" y="102527"/>
                  <a:pt x="929084" y="105969"/>
                  <a:pt x="931982" y="108324"/>
                </a:cubicBezTo>
                <a:cubicBezTo>
                  <a:pt x="934941" y="110679"/>
                  <a:pt x="938986" y="111856"/>
                  <a:pt x="944119" y="111856"/>
                </a:cubicBezTo>
                <a:cubicBezTo>
                  <a:pt x="948345" y="111856"/>
                  <a:pt x="951817" y="110679"/>
                  <a:pt x="954535" y="108324"/>
                </a:cubicBezTo>
                <a:cubicBezTo>
                  <a:pt x="957252" y="105969"/>
                  <a:pt x="959274" y="102527"/>
                  <a:pt x="960603" y="97999"/>
                </a:cubicBezTo>
                <a:cubicBezTo>
                  <a:pt x="961992" y="93410"/>
                  <a:pt x="962686" y="87824"/>
                  <a:pt x="962686" y="81243"/>
                </a:cubicBezTo>
                <a:cubicBezTo>
                  <a:pt x="962686" y="71340"/>
                  <a:pt x="961146" y="63883"/>
                  <a:pt x="958067" y="58872"/>
                </a:cubicBezTo>
                <a:cubicBezTo>
                  <a:pt x="954987" y="53860"/>
                  <a:pt x="950217" y="51354"/>
                  <a:pt x="943757" y="513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463EA-66E0-42F8-AEB7-6AEB88D0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714" y="193211"/>
            <a:ext cx="123177" cy="132416"/>
          </a:xfrm>
          <a:custGeom xmlns:a="http://schemas.openxmlformats.org/drawingml/2006/main">
            <a:pathLst>
              <a:path w="123177" h="132416">
                <a:moveTo>
                  <a:pt x="0" y="132416"/>
                </a:moveTo>
                <a:close/>
                <a:moveTo>
                  <a:pt x="123177" y="132416"/>
                </a:moveTo>
                <a:lnTo>
                  <a:pt x="91296" y="132416"/>
                </a:lnTo>
                <a:lnTo>
                  <a:pt x="56607" y="76624"/>
                </a:lnTo>
                <a:lnTo>
                  <a:pt x="44742" y="85137"/>
                </a:lnTo>
                <a:lnTo>
                  <a:pt x="44742" y="132416"/>
                </a:lnTo>
                <a:lnTo>
                  <a:pt x="16665" y="132416"/>
                </a:lnTo>
                <a:lnTo>
                  <a:pt x="16665" y="0"/>
                </a:lnTo>
                <a:lnTo>
                  <a:pt x="44742" y="0"/>
                </a:lnTo>
                <a:lnTo>
                  <a:pt x="44742" y="60592"/>
                </a:lnTo>
                <a:cubicBezTo>
                  <a:pt x="46614" y="57996"/>
                  <a:pt x="48456" y="55400"/>
                  <a:pt x="50267" y="52803"/>
                </a:cubicBezTo>
                <a:cubicBezTo>
                  <a:pt x="52079" y="50207"/>
                  <a:pt x="53920" y="47610"/>
                  <a:pt x="55792" y="45014"/>
                </a:cubicBezTo>
                <a:lnTo>
                  <a:pt x="91659" y="0"/>
                </a:lnTo>
                <a:lnTo>
                  <a:pt x="122815" y="0"/>
                </a:lnTo>
                <a:lnTo>
                  <a:pt x="76624" y="58600"/>
                </a:lnTo>
                <a:lnTo>
                  <a:pt x="123177" y="1324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A2828-9E27-4A16-8958-9EF8970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83" y="949847"/>
            <a:ext cx="771670" cy="142741"/>
          </a:xfrm>
          <a:custGeom xmlns:a="http://schemas.openxmlformats.org/drawingml/2006/main">
            <a:pathLst>
              <a:path w="771670" h="142741">
                <a:moveTo>
                  <a:pt x="0" y="140929"/>
                </a:moveTo>
                <a:close/>
                <a:moveTo>
                  <a:pt x="94829" y="104157"/>
                </a:moveTo>
                <a:cubicBezTo>
                  <a:pt x="94829" y="112007"/>
                  <a:pt x="92927" y="118830"/>
                  <a:pt x="89122" y="124627"/>
                </a:cubicBezTo>
                <a:cubicBezTo>
                  <a:pt x="85318" y="130423"/>
                  <a:pt x="79763" y="134891"/>
                  <a:pt x="72457" y="138031"/>
                </a:cubicBezTo>
                <a:cubicBezTo>
                  <a:pt x="65212" y="141171"/>
                  <a:pt x="56396" y="142741"/>
                  <a:pt x="46010" y="142741"/>
                </a:cubicBezTo>
                <a:cubicBezTo>
                  <a:pt x="41421" y="142741"/>
                  <a:pt x="36923" y="142439"/>
                  <a:pt x="32515" y="141835"/>
                </a:cubicBezTo>
                <a:cubicBezTo>
                  <a:pt x="28168" y="141231"/>
                  <a:pt x="23971" y="140356"/>
                  <a:pt x="19926" y="139209"/>
                </a:cubicBezTo>
                <a:cubicBezTo>
                  <a:pt x="15941" y="138001"/>
                  <a:pt x="12137" y="136522"/>
                  <a:pt x="8514" y="134771"/>
                </a:cubicBezTo>
                <a:lnTo>
                  <a:pt x="8514" y="108686"/>
                </a:lnTo>
                <a:cubicBezTo>
                  <a:pt x="14793" y="111464"/>
                  <a:pt x="21315" y="113969"/>
                  <a:pt x="28077" y="116203"/>
                </a:cubicBezTo>
                <a:cubicBezTo>
                  <a:pt x="34840" y="118438"/>
                  <a:pt x="41542" y="119555"/>
                  <a:pt x="48184" y="119555"/>
                </a:cubicBezTo>
                <a:cubicBezTo>
                  <a:pt x="52773" y="119555"/>
                  <a:pt x="56456" y="118951"/>
                  <a:pt x="59234" y="117743"/>
                </a:cubicBezTo>
                <a:cubicBezTo>
                  <a:pt x="62072" y="116536"/>
                  <a:pt x="64125" y="114875"/>
                  <a:pt x="65393" y="112762"/>
                </a:cubicBezTo>
                <a:cubicBezTo>
                  <a:pt x="66661" y="110648"/>
                  <a:pt x="67295" y="108233"/>
                  <a:pt x="67295" y="105516"/>
                </a:cubicBezTo>
                <a:cubicBezTo>
                  <a:pt x="67295" y="102195"/>
                  <a:pt x="66178" y="99357"/>
                  <a:pt x="63944" y="97002"/>
                </a:cubicBezTo>
                <a:cubicBezTo>
                  <a:pt x="61709" y="94647"/>
                  <a:pt x="58630" y="92443"/>
                  <a:pt x="54705" y="90391"/>
                </a:cubicBezTo>
                <a:cubicBezTo>
                  <a:pt x="50841" y="88338"/>
                  <a:pt x="46463" y="86134"/>
                  <a:pt x="41572" y="83779"/>
                </a:cubicBezTo>
                <a:cubicBezTo>
                  <a:pt x="38493" y="82330"/>
                  <a:pt x="35142" y="80579"/>
                  <a:pt x="31519" y="78526"/>
                </a:cubicBezTo>
                <a:cubicBezTo>
                  <a:pt x="27896" y="76412"/>
                  <a:pt x="24454" y="73846"/>
                  <a:pt x="21194" y="70827"/>
                </a:cubicBezTo>
                <a:cubicBezTo>
                  <a:pt x="17933" y="67808"/>
                  <a:pt x="15246" y="64155"/>
                  <a:pt x="13133" y="59868"/>
                </a:cubicBezTo>
                <a:cubicBezTo>
                  <a:pt x="11080" y="55520"/>
                  <a:pt x="10053" y="50328"/>
                  <a:pt x="10053" y="44290"/>
                </a:cubicBezTo>
                <a:cubicBezTo>
                  <a:pt x="10053" y="36380"/>
                  <a:pt x="11865" y="29617"/>
                  <a:pt x="15488" y="24001"/>
                </a:cubicBezTo>
                <a:cubicBezTo>
                  <a:pt x="19111" y="18386"/>
                  <a:pt x="24273" y="14099"/>
                  <a:pt x="30976" y="11140"/>
                </a:cubicBezTo>
                <a:cubicBezTo>
                  <a:pt x="37738" y="8121"/>
                  <a:pt x="45708" y="6612"/>
                  <a:pt x="54886" y="6612"/>
                </a:cubicBezTo>
                <a:cubicBezTo>
                  <a:pt x="61770" y="6612"/>
                  <a:pt x="68321" y="7427"/>
                  <a:pt x="74540" y="9057"/>
                </a:cubicBezTo>
                <a:cubicBezTo>
                  <a:pt x="80820" y="10627"/>
                  <a:pt x="87371" y="12922"/>
                  <a:pt x="94195" y="15941"/>
                </a:cubicBezTo>
                <a:lnTo>
                  <a:pt x="85137" y="37768"/>
                </a:lnTo>
                <a:cubicBezTo>
                  <a:pt x="79039" y="35293"/>
                  <a:pt x="73574" y="33391"/>
                  <a:pt x="68744" y="32062"/>
                </a:cubicBezTo>
                <a:cubicBezTo>
                  <a:pt x="63913" y="30674"/>
                  <a:pt x="58992" y="29979"/>
                  <a:pt x="53981" y="29979"/>
                </a:cubicBezTo>
                <a:cubicBezTo>
                  <a:pt x="50479" y="29979"/>
                  <a:pt x="47490" y="30553"/>
                  <a:pt x="45014" y="31700"/>
                </a:cubicBezTo>
                <a:cubicBezTo>
                  <a:pt x="42538" y="32787"/>
                  <a:pt x="40667" y="34357"/>
                  <a:pt x="39399" y="36410"/>
                </a:cubicBezTo>
                <a:cubicBezTo>
                  <a:pt x="38131" y="38402"/>
                  <a:pt x="37497" y="40727"/>
                  <a:pt x="37497" y="43384"/>
                </a:cubicBezTo>
                <a:cubicBezTo>
                  <a:pt x="37497" y="46524"/>
                  <a:pt x="38402" y="49180"/>
                  <a:pt x="40214" y="51354"/>
                </a:cubicBezTo>
                <a:cubicBezTo>
                  <a:pt x="42086" y="53467"/>
                  <a:pt x="44863" y="55520"/>
                  <a:pt x="48546" y="57513"/>
                </a:cubicBezTo>
                <a:cubicBezTo>
                  <a:pt x="52290" y="59506"/>
                  <a:pt x="56939" y="61830"/>
                  <a:pt x="62494" y="64487"/>
                </a:cubicBezTo>
                <a:cubicBezTo>
                  <a:pt x="69257" y="67687"/>
                  <a:pt x="75024" y="71038"/>
                  <a:pt x="79794" y="74540"/>
                </a:cubicBezTo>
                <a:cubicBezTo>
                  <a:pt x="84624" y="77982"/>
                  <a:pt x="88338" y="82058"/>
                  <a:pt x="90934" y="86768"/>
                </a:cubicBezTo>
                <a:cubicBezTo>
                  <a:pt x="93530" y="91417"/>
                  <a:pt x="94829" y="97214"/>
                  <a:pt x="94829" y="104157"/>
                </a:cubicBezTo>
                <a:close/>
                <a:moveTo>
                  <a:pt x="102165" y="140929"/>
                </a:moveTo>
                <a:close/>
                <a:moveTo>
                  <a:pt x="158410" y="37768"/>
                </a:moveTo>
                <a:cubicBezTo>
                  <a:pt x="167769" y="37768"/>
                  <a:pt x="175830" y="39580"/>
                  <a:pt x="182592" y="43203"/>
                </a:cubicBezTo>
                <a:cubicBezTo>
                  <a:pt x="189355" y="46765"/>
                  <a:pt x="194578" y="51958"/>
                  <a:pt x="198261" y="58781"/>
                </a:cubicBezTo>
                <a:cubicBezTo>
                  <a:pt x="201945" y="65604"/>
                  <a:pt x="203786" y="73937"/>
                  <a:pt x="203786" y="83779"/>
                </a:cubicBezTo>
                <a:lnTo>
                  <a:pt x="203786" y="97183"/>
                </a:lnTo>
                <a:lnTo>
                  <a:pt x="138484" y="97183"/>
                </a:lnTo>
                <a:cubicBezTo>
                  <a:pt x="138786" y="104973"/>
                  <a:pt x="141111" y="111101"/>
                  <a:pt x="145458" y="115569"/>
                </a:cubicBezTo>
                <a:cubicBezTo>
                  <a:pt x="149866" y="119977"/>
                  <a:pt x="155964" y="122181"/>
                  <a:pt x="163754" y="122181"/>
                </a:cubicBezTo>
                <a:cubicBezTo>
                  <a:pt x="170214" y="122181"/>
                  <a:pt x="176132" y="121517"/>
                  <a:pt x="181506" y="120189"/>
                </a:cubicBezTo>
                <a:cubicBezTo>
                  <a:pt x="186879" y="118860"/>
                  <a:pt x="192404" y="116868"/>
                  <a:pt x="198080" y="114211"/>
                </a:cubicBezTo>
                <a:lnTo>
                  <a:pt x="198080" y="135586"/>
                </a:lnTo>
                <a:cubicBezTo>
                  <a:pt x="193069" y="138061"/>
                  <a:pt x="187815" y="139873"/>
                  <a:pt x="182321" y="141020"/>
                </a:cubicBezTo>
                <a:cubicBezTo>
                  <a:pt x="176886" y="142167"/>
                  <a:pt x="170275" y="142741"/>
                  <a:pt x="162486" y="142741"/>
                </a:cubicBezTo>
                <a:cubicBezTo>
                  <a:pt x="152342" y="142741"/>
                  <a:pt x="143345" y="140869"/>
                  <a:pt x="135495" y="137125"/>
                </a:cubicBezTo>
                <a:cubicBezTo>
                  <a:pt x="127706" y="133382"/>
                  <a:pt x="121577" y="127676"/>
                  <a:pt x="117109" y="120007"/>
                </a:cubicBezTo>
                <a:cubicBezTo>
                  <a:pt x="112701" y="112339"/>
                  <a:pt x="110497" y="102678"/>
                  <a:pt x="110497" y="91025"/>
                </a:cubicBezTo>
                <a:cubicBezTo>
                  <a:pt x="110497" y="79190"/>
                  <a:pt x="112490" y="69348"/>
                  <a:pt x="116475" y="61498"/>
                </a:cubicBezTo>
                <a:cubicBezTo>
                  <a:pt x="120521" y="53588"/>
                  <a:pt x="126136" y="47671"/>
                  <a:pt x="133321" y="43746"/>
                </a:cubicBezTo>
                <a:cubicBezTo>
                  <a:pt x="140507" y="39761"/>
                  <a:pt x="148870" y="37768"/>
                  <a:pt x="158410" y="37768"/>
                </a:cubicBezTo>
                <a:close/>
                <a:moveTo>
                  <a:pt x="158591" y="57422"/>
                </a:moveTo>
                <a:cubicBezTo>
                  <a:pt x="153217" y="57422"/>
                  <a:pt x="148749" y="59143"/>
                  <a:pt x="145186" y="62585"/>
                </a:cubicBezTo>
                <a:cubicBezTo>
                  <a:pt x="141684" y="66027"/>
                  <a:pt x="139661" y="71431"/>
                  <a:pt x="139118" y="78797"/>
                </a:cubicBezTo>
                <a:lnTo>
                  <a:pt x="177883" y="78797"/>
                </a:lnTo>
                <a:cubicBezTo>
                  <a:pt x="177822" y="74691"/>
                  <a:pt x="177068" y="71038"/>
                  <a:pt x="175618" y="67838"/>
                </a:cubicBezTo>
                <a:cubicBezTo>
                  <a:pt x="174230" y="64638"/>
                  <a:pt x="172116" y="62102"/>
                  <a:pt x="169278" y="60230"/>
                </a:cubicBezTo>
                <a:cubicBezTo>
                  <a:pt x="166501" y="58358"/>
                  <a:pt x="162938" y="57422"/>
                  <a:pt x="158591" y="57422"/>
                </a:cubicBezTo>
                <a:close/>
                <a:moveTo>
                  <a:pt x="211757" y="140929"/>
                </a:moveTo>
                <a:close/>
                <a:moveTo>
                  <a:pt x="253872" y="140929"/>
                </a:moveTo>
                <a:lnTo>
                  <a:pt x="226248" y="140929"/>
                </a:lnTo>
                <a:lnTo>
                  <a:pt x="226248" y="0"/>
                </a:lnTo>
                <a:lnTo>
                  <a:pt x="253872" y="0"/>
                </a:lnTo>
                <a:lnTo>
                  <a:pt x="253872" y="140929"/>
                </a:lnTo>
                <a:close/>
                <a:moveTo>
                  <a:pt x="268454" y="140929"/>
                </a:moveTo>
                <a:close/>
                <a:moveTo>
                  <a:pt x="324699" y="37768"/>
                </a:moveTo>
                <a:cubicBezTo>
                  <a:pt x="334058" y="37768"/>
                  <a:pt x="342119" y="39580"/>
                  <a:pt x="348882" y="43203"/>
                </a:cubicBezTo>
                <a:cubicBezTo>
                  <a:pt x="355645" y="46765"/>
                  <a:pt x="360868" y="51958"/>
                  <a:pt x="364551" y="58781"/>
                </a:cubicBezTo>
                <a:cubicBezTo>
                  <a:pt x="368234" y="65604"/>
                  <a:pt x="370076" y="73937"/>
                  <a:pt x="370076" y="83779"/>
                </a:cubicBezTo>
                <a:lnTo>
                  <a:pt x="370076" y="97183"/>
                </a:lnTo>
                <a:lnTo>
                  <a:pt x="304774" y="97183"/>
                </a:lnTo>
                <a:cubicBezTo>
                  <a:pt x="305076" y="104973"/>
                  <a:pt x="307400" y="111101"/>
                  <a:pt x="311748" y="115569"/>
                </a:cubicBezTo>
                <a:cubicBezTo>
                  <a:pt x="316155" y="119977"/>
                  <a:pt x="322254" y="122181"/>
                  <a:pt x="330043" y="122181"/>
                </a:cubicBezTo>
                <a:cubicBezTo>
                  <a:pt x="336504" y="122181"/>
                  <a:pt x="342421" y="121517"/>
                  <a:pt x="347795" y="120189"/>
                </a:cubicBezTo>
                <a:cubicBezTo>
                  <a:pt x="353169" y="118860"/>
                  <a:pt x="358694" y="116868"/>
                  <a:pt x="364370" y="114211"/>
                </a:cubicBezTo>
                <a:lnTo>
                  <a:pt x="364370" y="135586"/>
                </a:lnTo>
                <a:cubicBezTo>
                  <a:pt x="359358" y="138061"/>
                  <a:pt x="354105" y="139873"/>
                  <a:pt x="348610" y="141020"/>
                </a:cubicBezTo>
                <a:cubicBezTo>
                  <a:pt x="343176" y="142167"/>
                  <a:pt x="336564" y="142741"/>
                  <a:pt x="328775" y="142741"/>
                </a:cubicBezTo>
                <a:cubicBezTo>
                  <a:pt x="318631" y="142741"/>
                  <a:pt x="309634" y="140869"/>
                  <a:pt x="301785" y="137125"/>
                </a:cubicBezTo>
                <a:cubicBezTo>
                  <a:pt x="293996" y="133382"/>
                  <a:pt x="287867" y="127676"/>
                  <a:pt x="283399" y="120007"/>
                </a:cubicBezTo>
                <a:cubicBezTo>
                  <a:pt x="278991" y="112339"/>
                  <a:pt x="276787" y="102678"/>
                  <a:pt x="276787" y="91025"/>
                </a:cubicBezTo>
                <a:cubicBezTo>
                  <a:pt x="276787" y="79190"/>
                  <a:pt x="278780" y="69348"/>
                  <a:pt x="282765" y="61498"/>
                </a:cubicBezTo>
                <a:cubicBezTo>
                  <a:pt x="286810" y="53588"/>
                  <a:pt x="292426" y="47671"/>
                  <a:pt x="299611" y="43746"/>
                </a:cubicBezTo>
                <a:cubicBezTo>
                  <a:pt x="306796" y="39761"/>
                  <a:pt x="315159" y="37768"/>
                  <a:pt x="324699" y="37768"/>
                </a:cubicBezTo>
                <a:close/>
                <a:moveTo>
                  <a:pt x="324880" y="57422"/>
                </a:moveTo>
                <a:cubicBezTo>
                  <a:pt x="319507" y="57422"/>
                  <a:pt x="315038" y="59143"/>
                  <a:pt x="311476" y="62585"/>
                </a:cubicBezTo>
                <a:cubicBezTo>
                  <a:pt x="307974" y="66027"/>
                  <a:pt x="305951" y="71431"/>
                  <a:pt x="305408" y="78797"/>
                </a:cubicBezTo>
                <a:lnTo>
                  <a:pt x="344172" y="78797"/>
                </a:lnTo>
                <a:cubicBezTo>
                  <a:pt x="344112" y="74691"/>
                  <a:pt x="343357" y="71038"/>
                  <a:pt x="341908" y="67838"/>
                </a:cubicBezTo>
                <a:cubicBezTo>
                  <a:pt x="340519" y="64638"/>
                  <a:pt x="338406" y="62102"/>
                  <a:pt x="335568" y="60230"/>
                </a:cubicBezTo>
                <a:cubicBezTo>
                  <a:pt x="332790" y="58358"/>
                  <a:pt x="329228" y="57422"/>
                  <a:pt x="324880" y="57422"/>
                </a:cubicBezTo>
                <a:close/>
                <a:moveTo>
                  <a:pt x="378046" y="140929"/>
                </a:moveTo>
                <a:close/>
                <a:moveTo>
                  <a:pt x="433657" y="142741"/>
                </a:moveTo>
                <a:cubicBezTo>
                  <a:pt x="423634" y="142741"/>
                  <a:pt x="415090" y="140929"/>
                  <a:pt x="408025" y="137307"/>
                </a:cubicBezTo>
                <a:cubicBezTo>
                  <a:pt x="400961" y="133623"/>
                  <a:pt x="395587" y="127948"/>
                  <a:pt x="391904" y="120279"/>
                </a:cubicBezTo>
                <a:cubicBezTo>
                  <a:pt x="388220" y="112611"/>
                  <a:pt x="386379" y="102799"/>
                  <a:pt x="386379" y="90843"/>
                </a:cubicBezTo>
                <a:cubicBezTo>
                  <a:pt x="386379" y="78465"/>
                  <a:pt x="388462" y="68382"/>
                  <a:pt x="392628" y="60592"/>
                </a:cubicBezTo>
                <a:cubicBezTo>
                  <a:pt x="396855" y="52743"/>
                  <a:pt x="402682" y="46976"/>
                  <a:pt x="410108" y="43293"/>
                </a:cubicBezTo>
                <a:cubicBezTo>
                  <a:pt x="417596" y="39610"/>
                  <a:pt x="426260" y="37768"/>
                  <a:pt x="436102" y="37768"/>
                </a:cubicBezTo>
                <a:cubicBezTo>
                  <a:pt x="443107" y="37768"/>
                  <a:pt x="449145" y="38463"/>
                  <a:pt x="454217" y="39852"/>
                </a:cubicBezTo>
                <a:cubicBezTo>
                  <a:pt x="459349" y="41180"/>
                  <a:pt x="463817" y="42780"/>
                  <a:pt x="467621" y="44652"/>
                </a:cubicBezTo>
                <a:lnTo>
                  <a:pt x="459470" y="66027"/>
                </a:lnTo>
                <a:cubicBezTo>
                  <a:pt x="455123" y="64276"/>
                  <a:pt x="451077" y="62857"/>
                  <a:pt x="447333" y="61770"/>
                </a:cubicBezTo>
                <a:cubicBezTo>
                  <a:pt x="443590" y="60623"/>
                  <a:pt x="439846" y="60049"/>
                  <a:pt x="436102" y="60049"/>
                </a:cubicBezTo>
                <a:cubicBezTo>
                  <a:pt x="431272" y="60049"/>
                  <a:pt x="427257" y="61196"/>
                  <a:pt x="424056" y="63491"/>
                </a:cubicBezTo>
                <a:cubicBezTo>
                  <a:pt x="420856" y="65725"/>
                  <a:pt x="418471" y="69106"/>
                  <a:pt x="416901" y="73635"/>
                </a:cubicBezTo>
                <a:cubicBezTo>
                  <a:pt x="415331" y="78163"/>
                  <a:pt x="414546" y="83839"/>
                  <a:pt x="414546" y="90662"/>
                </a:cubicBezTo>
                <a:cubicBezTo>
                  <a:pt x="414546" y="97365"/>
                  <a:pt x="415392" y="102920"/>
                  <a:pt x="417082" y="107327"/>
                </a:cubicBezTo>
                <a:cubicBezTo>
                  <a:pt x="418773" y="111735"/>
                  <a:pt x="421219" y="115026"/>
                  <a:pt x="424419" y="117200"/>
                </a:cubicBezTo>
                <a:cubicBezTo>
                  <a:pt x="427619" y="119313"/>
                  <a:pt x="431514" y="120370"/>
                  <a:pt x="436102" y="120370"/>
                </a:cubicBezTo>
                <a:cubicBezTo>
                  <a:pt x="441839" y="120370"/>
                  <a:pt x="446941" y="119615"/>
                  <a:pt x="451409" y="118105"/>
                </a:cubicBezTo>
                <a:cubicBezTo>
                  <a:pt x="455877" y="116536"/>
                  <a:pt x="460225" y="114362"/>
                  <a:pt x="464451" y="111584"/>
                </a:cubicBezTo>
                <a:lnTo>
                  <a:pt x="464451" y="135223"/>
                </a:lnTo>
                <a:cubicBezTo>
                  <a:pt x="460225" y="137880"/>
                  <a:pt x="455787" y="139782"/>
                  <a:pt x="451137" y="140929"/>
                </a:cubicBezTo>
                <a:cubicBezTo>
                  <a:pt x="446548" y="142137"/>
                  <a:pt x="440722" y="142741"/>
                  <a:pt x="433657" y="142741"/>
                </a:cubicBezTo>
                <a:close/>
                <a:moveTo>
                  <a:pt x="473509" y="140929"/>
                </a:moveTo>
                <a:close/>
                <a:moveTo>
                  <a:pt x="530659" y="120732"/>
                </a:moveTo>
                <a:cubicBezTo>
                  <a:pt x="533678" y="120732"/>
                  <a:pt x="536607" y="120430"/>
                  <a:pt x="539445" y="119826"/>
                </a:cubicBezTo>
                <a:cubicBezTo>
                  <a:pt x="542343" y="119222"/>
                  <a:pt x="545211" y="118468"/>
                  <a:pt x="548049" y="117562"/>
                </a:cubicBezTo>
                <a:lnTo>
                  <a:pt x="548049" y="138122"/>
                </a:lnTo>
                <a:cubicBezTo>
                  <a:pt x="545090" y="139450"/>
                  <a:pt x="541407" y="140537"/>
                  <a:pt x="536999" y="141382"/>
                </a:cubicBezTo>
                <a:cubicBezTo>
                  <a:pt x="532652" y="142288"/>
                  <a:pt x="527882" y="142741"/>
                  <a:pt x="522689" y="142741"/>
                </a:cubicBezTo>
                <a:cubicBezTo>
                  <a:pt x="516651" y="142741"/>
                  <a:pt x="511217" y="141775"/>
                  <a:pt x="506386" y="139843"/>
                </a:cubicBezTo>
                <a:cubicBezTo>
                  <a:pt x="501616" y="137850"/>
                  <a:pt x="497842" y="134439"/>
                  <a:pt x="495065" y="129608"/>
                </a:cubicBezTo>
                <a:cubicBezTo>
                  <a:pt x="492347" y="124717"/>
                  <a:pt x="490989" y="117924"/>
                  <a:pt x="490989" y="109229"/>
                </a:cubicBezTo>
                <a:lnTo>
                  <a:pt x="490989" y="60411"/>
                </a:lnTo>
                <a:lnTo>
                  <a:pt x="477765" y="60411"/>
                </a:lnTo>
                <a:lnTo>
                  <a:pt x="477765" y="48728"/>
                </a:lnTo>
                <a:lnTo>
                  <a:pt x="492981" y="39489"/>
                </a:lnTo>
                <a:lnTo>
                  <a:pt x="500952" y="18114"/>
                </a:lnTo>
                <a:lnTo>
                  <a:pt x="518613" y="18114"/>
                </a:lnTo>
                <a:lnTo>
                  <a:pt x="518613" y="39670"/>
                </a:lnTo>
                <a:lnTo>
                  <a:pt x="546962" y="39670"/>
                </a:lnTo>
                <a:lnTo>
                  <a:pt x="546962" y="60411"/>
                </a:lnTo>
                <a:lnTo>
                  <a:pt x="518613" y="60411"/>
                </a:lnTo>
                <a:lnTo>
                  <a:pt x="518613" y="109229"/>
                </a:lnTo>
                <a:cubicBezTo>
                  <a:pt x="518613" y="113094"/>
                  <a:pt x="519700" y="115992"/>
                  <a:pt x="521874" y="117924"/>
                </a:cubicBezTo>
                <a:cubicBezTo>
                  <a:pt x="524108" y="119796"/>
                  <a:pt x="527036" y="120732"/>
                  <a:pt x="530659" y="120732"/>
                </a:cubicBezTo>
                <a:close/>
                <a:moveTo>
                  <a:pt x="602301" y="140929"/>
                </a:moveTo>
                <a:close/>
                <a:moveTo>
                  <a:pt x="618967" y="140929"/>
                </a:moveTo>
                <a:lnTo>
                  <a:pt x="618967" y="8514"/>
                </a:lnTo>
                <a:lnTo>
                  <a:pt x="647044" y="8514"/>
                </a:lnTo>
                <a:lnTo>
                  <a:pt x="647044" y="140929"/>
                </a:lnTo>
                <a:lnTo>
                  <a:pt x="618967" y="140929"/>
                </a:lnTo>
                <a:close/>
                <a:moveTo>
                  <a:pt x="663709" y="140929"/>
                </a:moveTo>
                <a:close/>
                <a:moveTo>
                  <a:pt x="735713" y="37768"/>
                </a:moveTo>
                <a:cubicBezTo>
                  <a:pt x="746522" y="37768"/>
                  <a:pt x="755217" y="40727"/>
                  <a:pt x="761798" y="46644"/>
                </a:cubicBezTo>
                <a:cubicBezTo>
                  <a:pt x="768380" y="52501"/>
                  <a:pt x="771670" y="61921"/>
                  <a:pt x="771670" y="74903"/>
                </a:cubicBezTo>
                <a:lnTo>
                  <a:pt x="771670" y="140929"/>
                </a:lnTo>
                <a:lnTo>
                  <a:pt x="744046" y="140929"/>
                </a:lnTo>
                <a:lnTo>
                  <a:pt x="744046" y="81786"/>
                </a:lnTo>
                <a:cubicBezTo>
                  <a:pt x="744046" y="74540"/>
                  <a:pt x="742718" y="69076"/>
                  <a:pt x="740061" y="65393"/>
                </a:cubicBezTo>
                <a:cubicBezTo>
                  <a:pt x="737465" y="61709"/>
                  <a:pt x="733359" y="59868"/>
                  <a:pt x="727743" y="59868"/>
                </a:cubicBezTo>
                <a:cubicBezTo>
                  <a:pt x="719290" y="59868"/>
                  <a:pt x="713523" y="62736"/>
                  <a:pt x="710444" y="68472"/>
                </a:cubicBezTo>
                <a:cubicBezTo>
                  <a:pt x="707365" y="74208"/>
                  <a:pt x="705825" y="82481"/>
                  <a:pt x="705825" y="93289"/>
                </a:cubicBezTo>
                <a:lnTo>
                  <a:pt x="705825" y="140929"/>
                </a:lnTo>
                <a:lnTo>
                  <a:pt x="678200" y="140929"/>
                </a:lnTo>
                <a:lnTo>
                  <a:pt x="678200" y="39670"/>
                </a:lnTo>
                <a:lnTo>
                  <a:pt x="699304" y="39670"/>
                </a:lnTo>
                <a:lnTo>
                  <a:pt x="703017" y="52622"/>
                </a:lnTo>
                <a:lnTo>
                  <a:pt x="704557" y="52622"/>
                </a:lnTo>
                <a:cubicBezTo>
                  <a:pt x="706731" y="49120"/>
                  <a:pt x="709417" y="46282"/>
                  <a:pt x="712618" y="44108"/>
                </a:cubicBezTo>
                <a:cubicBezTo>
                  <a:pt x="715878" y="41935"/>
                  <a:pt x="719471" y="40335"/>
                  <a:pt x="723396" y="39308"/>
                </a:cubicBezTo>
                <a:cubicBezTo>
                  <a:pt x="727381" y="38282"/>
                  <a:pt x="731487" y="37768"/>
                  <a:pt x="735713" y="37768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24F27-DE69-4C9B-AFBD-AD49A30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796" y="2549704"/>
            <a:ext cx="434834" cy="142741"/>
          </a:xfrm>
          <a:custGeom xmlns:a="http://schemas.openxmlformats.org/drawingml/2006/main">
            <a:pathLst>
              <a:path w="434834" h="142741">
                <a:moveTo>
                  <a:pt x="0" y="140929"/>
                </a:moveTo>
                <a:close/>
                <a:moveTo>
                  <a:pt x="16665" y="140929"/>
                </a:moveTo>
                <a:lnTo>
                  <a:pt x="16665" y="8514"/>
                </a:lnTo>
                <a:lnTo>
                  <a:pt x="44742" y="8514"/>
                </a:lnTo>
                <a:lnTo>
                  <a:pt x="44742" y="117743"/>
                </a:lnTo>
                <a:lnTo>
                  <a:pt x="98451" y="117743"/>
                </a:lnTo>
                <a:lnTo>
                  <a:pt x="98451" y="140929"/>
                </a:lnTo>
                <a:lnTo>
                  <a:pt x="16665" y="140929"/>
                </a:lnTo>
                <a:close/>
                <a:moveTo>
                  <a:pt x="104882" y="140929"/>
                </a:moveTo>
                <a:close/>
                <a:moveTo>
                  <a:pt x="211394" y="90119"/>
                </a:moveTo>
                <a:cubicBezTo>
                  <a:pt x="211394" y="98572"/>
                  <a:pt x="210247" y="106059"/>
                  <a:pt x="207952" y="112581"/>
                </a:cubicBezTo>
                <a:cubicBezTo>
                  <a:pt x="205718" y="119102"/>
                  <a:pt x="202428" y="124627"/>
                  <a:pt x="198080" y="129155"/>
                </a:cubicBezTo>
                <a:cubicBezTo>
                  <a:pt x="193793" y="133623"/>
                  <a:pt x="188600" y="137005"/>
                  <a:pt x="182502" y="139299"/>
                </a:cubicBezTo>
                <a:cubicBezTo>
                  <a:pt x="176464" y="141594"/>
                  <a:pt x="169641" y="142741"/>
                  <a:pt x="162033" y="142741"/>
                </a:cubicBezTo>
                <a:cubicBezTo>
                  <a:pt x="154908" y="142741"/>
                  <a:pt x="148356" y="141594"/>
                  <a:pt x="142379" y="139299"/>
                </a:cubicBezTo>
                <a:cubicBezTo>
                  <a:pt x="136461" y="137005"/>
                  <a:pt x="131299" y="133623"/>
                  <a:pt x="126891" y="129155"/>
                </a:cubicBezTo>
                <a:cubicBezTo>
                  <a:pt x="122543" y="124627"/>
                  <a:pt x="119162" y="119102"/>
                  <a:pt x="116747" y="112581"/>
                </a:cubicBezTo>
                <a:cubicBezTo>
                  <a:pt x="114392" y="106059"/>
                  <a:pt x="113215" y="98572"/>
                  <a:pt x="113215" y="90119"/>
                </a:cubicBezTo>
                <a:cubicBezTo>
                  <a:pt x="113215" y="78888"/>
                  <a:pt x="115207" y="69378"/>
                  <a:pt x="119192" y="61589"/>
                </a:cubicBezTo>
                <a:cubicBezTo>
                  <a:pt x="123177" y="53800"/>
                  <a:pt x="128853" y="47882"/>
                  <a:pt x="136220" y="43837"/>
                </a:cubicBezTo>
                <a:cubicBezTo>
                  <a:pt x="143586" y="39791"/>
                  <a:pt x="152372" y="37768"/>
                  <a:pt x="162576" y="37768"/>
                </a:cubicBezTo>
                <a:cubicBezTo>
                  <a:pt x="172056" y="37768"/>
                  <a:pt x="180449" y="39791"/>
                  <a:pt x="187755" y="43837"/>
                </a:cubicBezTo>
                <a:cubicBezTo>
                  <a:pt x="195122" y="47882"/>
                  <a:pt x="200888" y="53800"/>
                  <a:pt x="205054" y="61589"/>
                </a:cubicBezTo>
                <a:cubicBezTo>
                  <a:pt x="209281" y="69378"/>
                  <a:pt x="211394" y="78888"/>
                  <a:pt x="211394" y="90119"/>
                </a:cubicBezTo>
                <a:close/>
                <a:moveTo>
                  <a:pt x="141382" y="90119"/>
                </a:moveTo>
                <a:cubicBezTo>
                  <a:pt x="141382" y="96761"/>
                  <a:pt x="142107" y="102346"/>
                  <a:pt x="143556" y="106875"/>
                </a:cubicBezTo>
                <a:cubicBezTo>
                  <a:pt x="145005" y="111403"/>
                  <a:pt x="147269" y="114815"/>
                  <a:pt x="150349" y="117109"/>
                </a:cubicBezTo>
                <a:cubicBezTo>
                  <a:pt x="153428" y="119404"/>
                  <a:pt x="157444" y="120551"/>
                  <a:pt x="162395" y="120551"/>
                </a:cubicBezTo>
                <a:cubicBezTo>
                  <a:pt x="167286" y="120551"/>
                  <a:pt x="171241" y="119404"/>
                  <a:pt x="174260" y="117109"/>
                </a:cubicBezTo>
                <a:cubicBezTo>
                  <a:pt x="177339" y="114815"/>
                  <a:pt x="179573" y="111403"/>
                  <a:pt x="180962" y="106875"/>
                </a:cubicBezTo>
                <a:cubicBezTo>
                  <a:pt x="182411" y="102346"/>
                  <a:pt x="183136" y="96761"/>
                  <a:pt x="183136" y="90119"/>
                </a:cubicBezTo>
                <a:cubicBezTo>
                  <a:pt x="183136" y="83416"/>
                  <a:pt x="182411" y="77861"/>
                  <a:pt x="180962" y="73454"/>
                </a:cubicBezTo>
                <a:cubicBezTo>
                  <a:pt x="179573" y="68985"/>
                  <a:pt x="177339" y="65634"/>
                  <a:pt x="174260" y="63400"/>
                </a:cubicBezTo>
                <a:cubicBezTo>
                  <a:pt x="171180" y="61166"/>
                  <a:pt x="167165" y="60049"/>
                  <a:pt x="162214" y="60049"/>
                </a:cubicBezTo>
                <a:cubicBezTo>
                  <a:pt x="154908" y="60049"/>
                  <a:pt x="149594" y="62555"/>
                  <a:pt x="146273" y="67566"/>
                </a:cubicBezTo>
                <a:cubicBezTo>
                  <a:pt x="143013" y="72578"/>
                  <a:pt x="141382" y="80096"/>
                  <a:pt x="141382" y="90119"/>
                </a:cubicBezTo>
                <a:close/>
                <a:moveTo>
                  <a:pt x="219727" y="140929"/>
                </a:moveTo>
                <a:close/>
                <a:moveTo>
                  <a:pt x="275700" y="37587"/>
                </a:moveTo>
                <a:cubicBezTo>
                  <a:pt x="289286" y="37587"/>
                  <a:pt x="299702" y="40546"/>
                  <a:pt x="306947" y="46463"/>
                </a:cubicBezTo>
                <a:cubicBezTo>
                  <a:pt x="314193" y="52381"/>
                  <a:pt x="317816" y="61377"/>
                  <a:pt x="317816" y="73454"/>
                </a:cubicBezTo>
                <a:lnTo>
                  <a:pt x="317816" y="140929"/>
                </a:lnTo>
                <a:lnTo>
                  <a:pt x="298524" y="140929"/>
                </a:lnTo>
                <a:lnTo>
                  <a:pt x="293180" y="127163"/>
                </a:lnTo>
                <a:lnTo>
                  <a:pt x="292456" y="127163"/>
                </a:lnTo>
                <a:cubicBezTo>
                  <a:pt x="289558" y="130785"/>
                  <a:pt x="286599" y="133744"/>
                  <a:pt x="283580" y="136039"/>
                </a:cubicBezTo>
                <a:cubicBezTo>
                  <a:pt x="280561" y="138333"/>
                  <a:pt x="277089" y="140024"/>
                  <a:pt x="273164" y="141111"/>
                </a:cubicBezTo>
                <a:cubicBezTo>
                  <a:pt x="269239" y="142197"/>
                  <a:pt x="264469" y="142741"/>
                  <a:pt x="258854" y="142741"/>
                </a:cubicBezTo>
                <a:cubicBezTo>
                  <a:pt x="252876" y="142741"/>
                  <a:pt x="247502" y="141594"/>
                  <a:pt x="242732" y="139299"/>
                </a:cubicBezTo>
                <a:cubicBezTo>
                  <a:pt x="238022" y="137005"/>
                  <a:pt x="234309" y="133503"/>
                  <a:pt x="231592" y="128793"/>
                </a:cubicBezTo>
                <a:cubicBezTo>
                  <a:pt x="228875" y="124023"/>
                  <a:pt x="227516" y="117985"/>
                  <a:pt x="227516" y="110679"/>
                </a:cubicBezTo>
                <a:cubicBezTo>
                  <a:pt x="227516" y="99931"/>
                  <a:pt x="231290" y="92021"/>
                  <a:pt x="238837" y="86949"/>
                </a:cubicBezTo>
                <a:cubicBezTo>
                  <a:pt x="246385" y="81816"/>
                  <a:pt x="257707" y="78978"/>
                  <a:pt x="272802" y="78435"/>
                </a:cubicBezTo>
                <a:lnTo>
                  <a:pt x="290373" y="77892"/>
                </a:lnTo>
                <a:lnTo>
                  <a:pt x="290373" y="73454"/>
                </a:lnTo>
                <a:cubicBezTo>
                  <a:pt x="290373" y="68140"/>
                  <a:pt x="288984" y="64245"/>
                  <a:pt x="286206" y="61770"/>
                </a:cubicBezTo>
                <a:cubicBezTo>
                  <a:pt x="283429" y="59294"/>
                  <a:pt x="279564" y="58056"/>
                  <a:pt x="274613" y="58056"/>
                </a:cubicBezTo>
                <a:cubicBezTo>
                  <a:pt x="269722" y="58056"/>
                  <a:pt x="264922" y="58751"/>
                  <a:pt x="260212" y="60140"/>
                </a:cubicBezTo>
                <a:cubicBezTo>
                  <a:pt x="255503" y="61528"/>
                  <a:pt x="250793" y="63279"/>
                  <a:pt x="246083" y="65393"/>
                </a:cubicBezTo>
                <a:lnTo>
                  <a:pt x="236935" y="46735"/>
                </a:lnTo>
                <a:cubicBezTo>
                  <a:pt x="242309" y="43897"/>
                  <a:pt x="248317" y="41663"/>
                  <a:pt x="254959" y="40033"/>
                </a:cubicBezTo>
                <a:cubicBezTo>
                  <a:pt x="261661" y="38402"/>
                  <a:pt x="268575" y="37587"/>
                  <a:pt x="275700" y="37587"/>
                </a:cubicBezTo>
                <a:close/>
                <a:moveTo>
                  <a:pt x="290373" y="94013"/>
                </a:moveTo>
                <a:lnTo>
                  <a:pt x="279685" y="94376"/>
                </a:lnTo>
                <a:cubicBezTo>
                  <a:pt x="270749" y="94617"/>
                  <a:pt x="264530" y="96217"/>
                  <a:pt x="261027" y="99176"/>
                </a:cubicBezTo>
                <a:cubicBezTo>
                  <a:pt x="257586" y="102135"/>
                  <a:pt x="255865" y="106029"/>
                  <a:pt x="255865" y="110860"/>
                </a:cubicBezTo>
                <a:cubicBezTo>
                  <a:pt x="255865" y="115086"/>
                  <a:pt x="257103" y="118105"/>
                  <a:pt x="259578" y="119917"/>
                </a:cubicBezTo>
                <a:cubicBezTo>
                  <a:pt x="262054" y="121668"/>
                  <a:pt x="265284" y="122543"/>
                  <a:pt x="269270" y="122543"/>
                </a:cubicBezTo>
                <a:cubicBezTo>
                  <a:pt x="275187" y="122543"/>
                  <a:pt x="280168" y="120792"/>
                  <a:pt x="284214" y="117290"/>
                </a:cubicBezTo>
                <a:cubicBezTo>
                  <a:pt x="288320" y="113788"/>
                  <a:pt x="290373" y="108807"/>
                  <a:pt x="290373" y="102346"/>
                </a:cubicBezTo>
                <a:lnTo>
                  <a:pt x="290373" y="94013"/>
                </a:lnTo>
                <a:close/>
                <a:moveTo>
                  <a:pt x="331855" y="140929"/>
                </a:moveTo>
                <a:close/>
                <a:moveTo>
                  <a:pt x="378408" y="142741"/>
                </a:moveTo>
                <a:cubicBezTo>
                  <a:pt x="367117" y="142741"/>
                  <a:pt x="357909" y="138333"/>
                  <a:pt x="350784" y="129517"/>
                </a:cubicBezTo>
                <a:cubicBezTo>
                  <a:pt x="343719" y="120641"/>
                  <a:pt x="340187" y="107629"/>
                  <a:pt x="340187" y="90481"/>
                </a:cubicBezTo>
                <a:cubicBezTo>
                  <a:pt x="340187" y="73152"/>
                  <a:pt x="343780" y="60049"/>
                  <a:pt x="350965" y="51173"/>
                </a:cubicBezTo>
                <a:cubicBezTo>
                  <a:pt x="358150" y="42237"/>
                  <a:pt x="367540" y="37768"/>
                  <a:pt x="379133" y="37768"/>
                </a:cubicBezTo>
                <a:cubicBezTo>
                  <a:pt x="383963" y="37768"/>
                  <a:pt x="388220" y="38433"/>
                  <a:pt x="391903" y="39761"/>
                </a:cubicBezTo>
                <a:cubicBezTo>
                  <a:pt x="395587" y="41089"/>
                  <a:pt x="398757" y="42871"/>
                  <a:pt x="401414" y="45105"/>
                </a:cubicBezTo>
                <a:cubicBezTo>
                  <a:pt x="404131" y="47339"/>
                  <a:pt x="406425" y="49845"/>
                  <a:pt x="408297" y="52622"/>
                </a:cubicBezTo>
                <a:lnTo>
                  <a:pt x="409203" y="52622"/>
                </a:lnTo>
                <a:cubicBezTo>
                  <a:pt x="408840" y="50690"/>
                  <a:pt x="408388" y="47852"/>
                  <a:pt x="407844" y="44108"/>
                </a:cubicBezTo>
                <a:cubicBezTo>
                  <a:pt x="407361" y="40304"/>
                  <a:pt x="407120" y="36410"/>
                  <a:pt x="407120" y="32425"/>
                </a:cubicBezTo>
                <a:lnTo>
                  <a:pt x="407120" y="0"/>
                </a:lnTo>
                <a:lnTo>
                  <a:pt x="434834" y="0"/>
                </a:lnTo>
                <a:lnTo>
                  <a:pt x="434834" y="140929"/>
                </a:lnTo>
                <a:lnTo>
                  <a:pt x="413641" y="140929"/>
                </a:lnTo>
                <a:lnTo>
                  <a:pt x="408297" y="127797"/>
                </a:lnTo>
                <a:lnTo>
                  <a:pt x="407120" y="127797"/>
                </a:lnTo>
                <a:cubicBezTo>
                  <a:pt x="405368" y="130574"/>
                  <a:pt x="403165" y="133110"/>
                  <a:pt x="400508" y="135405"/>
                </a:cubicBezTo>
                <a:cubicBezTo>
                  <a:pt x="397911" y="137639"/>
                  <a:pt x="394802" y="139420"/>
                  <a:pt x="391179" y="140748"/>
                </a:cubicBezTo>
                <a:cubicBezTo>
                  <a:pt x="387556" y="142077"/>
                  <a:pt x="383299" y="142741"/>
                  <a:pt x="378408" y="142741"/>
                </a:cubicBezTo>
                <a:close/>
                <a:moveTo>
                  <a:pt x="388100" y="120732"/>
                </a:moveTo>
                <a:cubicBezTo>
                  <a:pt x="395647" y="120732"/>
                  <a:pt x="400961" y="118498"/>
                  <a:pt x="404040" y="114030"/>
                </a:cubicBezTo>
                <a:cubicBezTo>
                  <a:pt x="407180" y="109501"/>
                  <a:pt x="408840" y="102708"/>
                  <a:pt x="409022" y="93651"/>
                </a:cubicBezTo>
                <a:lnTo>
                  <a:pt x="409022" y="90662"/>
                </a:lnTo>
                <a:cubicBezTo>
                  <a:pt x="409022" y="80820"/>
                  <a:pt x="407512" y="73303"/>
                  <a:pt x="404493" y="68110"/>
                </a:cubicBezTo>
                <a:cubicBezTo>
                  <a:pt x="401474" y="62857"/>
                  <a:pt x="395858" y="60230"/>
                  <a:pt x="387647" y="60230"/>
                </a:cubicBezTo>
                <a:cubicBezTo>
                  <a:pt x="381548" y="60230"/>
                  <a:pt x="376778" y="62857"/>
                  <a:pt x="373336" y="68110"/>
                </a:cubicBezTo>
                <a:cubicBezTo>
                  <a:pt x="369895" y="73363"/>
                  <a:pt x="368174" y="80941"/>
                  <a:pt x="368174" y="90843"/>
                </a:cubicBezTo>
                <a:cubicBezTo>
                  <a:pt x="368174" y="100746"/>
                  <a:pt x="369895" y="108203"/>
                  <a:pt x="373336" y="113215"/>
                </a:cubicBezTo>
                <a:cubicBezTo>
                  <a:pt x="376838" y="118226"/>
                  <a:pt x="381759" y="120732"/>
                  <a:pt x="388100" y="120732"/>
                </a:cubicBez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D3D2F-EB69-4465-9DF8-CA025F0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257" y="3260752"/>
            <a:ext cx="434834" cy="142741"/>
          </a:xfrm>
          <a:custGeom xmlns:a="http://schemas.openxmlformats.org/drawingml/2006/main">
            <a:pathLst>
              <a:path w="434834" h="142741">
                <a:moveTo>
                  <a:pt x="0" y="140929"/>
                </a:moveTo>
                <a:close/>
                <a:moveTo>
                  <a:pt x="16665" y="140929"/>
                </a:moveTo>
                <a:lnTo>
                  <a:pt x="16665" y="8514"/>
                </a:lnTo>
                <a:lnTo>
                  <a:pt x="44742" y="8514"/>
                </a:lnTo>
                <a:lnTo>
                  <a:pt x="44742" y="117743"/>
                </a:lnTo>
                <a:lnTo>
                  <a:pt x="98451" y="117743"/>
                </a:lnTo>
                <a:lnTo>
                  <a:pt x="98451" y="140929"/>
                </a:lnTo>
                <a:lnTo>
                  <a:pt x="16665" y="140929"/>
                </a:lnTo>
                <a:close/>
                <a:moveTo>
                  <a:pt x="104882" y="140929"/>
                </a:moveTo>
                <a:close/>
                <a:moveTo>
                  <a:pt x="211394" y="90119"/>
                </a:moveTo>
                <a:cubicBezTo>
                  <a:pt x="211394" y="98572"/>
                  <a:pt x="210247" y="106059"/>
                  <a:pt x="207952" y="112581"/>
                </a:cubicBezTo>
                <a:cubicBezTo>
                  <a:pt x="205718" y="119102"/>
                  <a:pt x="202428" y="124627"/>
                  <a:pt x="198080" y="129155"/>
                </a:cubicBezTo>
                <a:cubicBezTo>
                  <a:pt x="193793" y="133623"/>
                  <a:pt x="188600" y="137005"/>
                  <a:pt x="182502" y="139299"/>
                </a:cubicBezTo>
                <a:cubicBezTo>
                  <a:pt x="176464" y="141594"/>
                  <a:pt x="169641" y="142741"/>
                  <a:pt x="162033" y="142741"/>
                </a:cubicBezTo>
                <a:cubicBezTo>
                  <a:pt x="154908" y="142741"/>
                  <a:pt x="148356" y="141594"/>
                  <a:pt x="142379" y="139299"/>
                </a:cubicBezTo>
                <a:cubicBezTo>
                  <a:pt x="136461" y="137005"/>
                  <a:pt x="131299" y="133623"/>
                  <a:pt x="126891" y="129155"/>
                </a:cubicBezTo>
                <a:cubicBezTo>
                  <a:pt x="122543" y="124627"/>
                  <a:pt x="119162" y="119102"/>
                  <a:pt x="116747" y="112581"/>
                </a:cubicBezTo>
                <a:cubicBezTo>
                  <a:pt x="114392" y="106059"/>
                  <a:pt x="113215" y="98572"/>
                  <a:pt x="113215" y="90119"/>
                </a:cubicBezTo>
                <a:cubicBezTo>
                  <a:pt x="113215" y="78888"/>
                  <a:pt x="115207" y="69378"/>
                  <a:pt x="119192" y="61589"/>
                </a:cubicBezTo>
                <a:cubicBezTo>
                  <a:pt x="123177" y="53800"/>
                  <a:pt x="128853" y="47882"/>
                  <a:pt x="136220" y="43837"/>
                </a:cubicBezTo>
                <a:cubicBezTo>
                  <a:pt x="143586" y="39791"/>
                  <a:pt x="152372" y="37768"/>
                  <a:pt x="162576" y="37768"/>
                </a:cubicBezTo>
                <a:cubicBezTo>
                  <a:pt x="172056" y="37768"/>
                  <a:pt x="180449" y="39791"/>
                  <a:pt x="187755" y="43837"/>
                </a:cubicBezTo>
                <a:cubicBezTo>
                  <a:pt x="195122" y="47882"/>
                  <a:pt x="200888" y="53800"/>
                  <a:pt x="205054" y="61589"/>
                </a:cubicBezTo>
                <a:cubicBezTo>
                  <a:pt x="209281" y="69378"/>
                  <a:pt x="211394" y="78888"/>
                  <a:pt x="211394" y="90119"/>
                </a:cubicBezTo>
                <a:close/>
                <a:moveTo>
                  <a:pt x="141382" y="90119"/>
                </a:moveTo>
                <a:cubicBezTo>
                  <a:pt x="141382" y="96761"/>
                  <a:pt x="142107" y="102346"/>
                  <a:pt x="143556" y="106875"/>
                </a:cubicBezTo>
                <a:cubicBezTo>
                  <a:pt x="145005" y="111403"/>
                  <a:pt x="147269" y="114815"/>
                  <a:pt x="150349" y="117109"/>
                </a:cubicBezTo>
                <a:cubicBezTo>
                  <a:pt x="153428" y="119404"/>
                  <a:pt x="157444" y="120551"/>
                  <a:pt x="162395" y="120551"/>
                </a:cubicBezTo>
                <a:cubicBezTo>
                  <a:pt x="167286" y="120551"/>
                  <a:pt x="171241" y="119404"/>
                  <a:pt x="174260" y="117109"/>
                </a:cubicBezTo>
                <a:cubicBezTo>
                  <a:pt x="177339" y="114815"/>
                  <a:pt x="179573" y="111403"/>
                  <a:pt x="180962" y="106875"/>
                </a:cubicBezTo>
                <a:cubicBezTo>
                  <a:pt x="182411" y="102346"/>
                  <a:pt x="183136" y="96761"/>
                  <a:pt x="183136" y="90119"/>
                </a:cubicBezTo>
                <a:cubicBezTo>
                  <a:pt x="183136" y="83416"/>
                  <a:pt x="182411" y="77861"/>
                  <a:pt x="180962" y="73454"/>
                </a:cubicBezTo>
                <a:cubicBezTo>
                  <a:pt x="179573" y="68985"/>
                  <a:pt x="177339" y="65634"/>
                  <a:pt x="174260" y="63400"/>
                </a:cubicBezTo>
                <a:cubicBezTo>
                  <a:pt x="171180" y="61166"/>
                  <a:pt x="167165" y="60049"/>
                  <a:pt x="162214" y="60049"/>
                </a:cubicBezTo>
                <a:cubicBezTo>
                  <a:pt x="154908" y="60049"/>
                  <a:pt x="149594" y="62555"/>
                  <a:pt x="146273" y="67566"/>
                </a:cubicBezTo>
                <a:cubicBezTo>
                  <a:pt x="143013" y="72578"/>
                  <a:pt x="141382" y="80096"/>
                  <a:pt x="141382" y="90119"/>
                </a:cubicBezTo>
                <a:close/>
                <a:moveTo>
                  <a:pt x="219727" y="140929"/>
                </a:moveTo>
                <a:close/>
                <a:moveTo>
                  <a:pt x="275700" y="37587"/>
                </a:moveTo>
                <a:cubicBezTo>
                  <a:pt x="289286" y="37587"/>
                  <a:pt x="299702" y="40546"/>
                  <a:pt x="306947" y="46463"/>
                </a:cubicBezTo>
                <a:cubicBezTo>
                  <a:pt x="314193" y="52381"/>
                  <a:pt x="317816" y="61377"/>
                  <a:pt x="317816" y="73454"/>
                </a:cubicBezTo>
                <a:lnTo>
                  <a:pt x="317816" y="140929"/>
                </a:lnTo>
                <a:lnTo>
                  <a:pt x="298524" y="140929"/>
                </a:lnTo>
                <a:lnTo>
                  <a:pt x="293180" y="127163"/>
                </a:lnTo>
                <a:lnTo>
                  <a:pt x="292456" y="127163"/>
                </a:lnTo>
                <a:cubicBezTo>
                  <a:pt x="289558" y="130785"/>
                  <a:pt x="286599" y="133744"/>
                  <a:pt x="283580" y="136039"/>
                </a:cubicBezTo>
                <a:cubicBezTo>
                  <a:pt x="280561" y="138333"/>
                  <a:pt x="277089" y="140024"/>
                  <a:pt x="273164" y="141111"/>
                </a:cubicBezTo>
                <a:cubicBezTo>
                  <a:pt x="269239" y="142197"/>
                  <a:pt x="264469" y="142741"/>
                  <a:pt x="258854" y="142741"/>
                </a:cubicBezTo>
                <a:cubicBezTo>
                  <a:pt x="252876" y="142741"/>
                  <a:pt x="247502" y="141594"/>
                  <a:pt x="242732" y="139299"/>
                </a:cubicBezTo>
                <a:cubicBezTo>
                  <a:pt x="238022" y="137005"/>
                  <a:pt x="234309" y="133503"/>
                  <a:pt x="231592" y="128793"/>
                </a:cubicBezTo>
                <a:cubicBezTo>
                  <a:pt x="228875" y="124023"/>
                  <a:pt x="227516" y="117985"/>
                  <a:pt x="227516" y="110679"/>
                </a:cubicBezTo>
                <a:cubicBezTo>
                  <a:pt x="227516" y="99931"/>
                  <a:pt x="231290" y="92021"/>
                  <a:pt x="238837" y="86949"/>
                </a:cubicBezTo>
                <a:cubicBezTo>
                  <a:pt x="246385" y="81816"/>
                  <a:pt x="257707" y="78978"/>
                  <a:pt x="272802" y="78435"/>
                </a:cubicBezTo>
                <a:lnTo>
                  <a:pt x="290373" y="77892"/>
                </a:lnTo>
                <a:lnTo>
                  <a:pt x="290373" y="73454"/>
                </a:lnTo>
                <a:cubicBezTo>
                  <a:pt x="290373" y="68140"/>
                  <a:pt x="288984" y="64245"/>
                  <a:pt x="286206" y="61770"/>
                </a:cubicBezTo>
                <a:cubicBezTo>
                  <a:pt x="283429" y="59294"/>
                  <a:pt x="279564" y="58056"/>
                  <a:pt x="274613" y="58056"/>
                </a:cubicBezTo>
                <a:cubicBezTo>
                  <a:pt x="269722" y="58056"/>
                  <a:pt x="264922" y="58751"/>
                  <a:pt x="260212" y="60140"/>
                </a:cubicBezTo>
                <a:cubicBezTo>
                  <a:pt x="255503" y="61528"/>
                  <a:pt x="250793" y="63279"/>
                  <a:pt x="246083" y="65393"/>
                </a:cubicBezTo>
                <a:lnTo>
                  <a:pt x="236935" y="46735"/>
                </a:lnTo>
                <a:cubicBezTo>
                  <a:pt x="242309" y="43897"/>
                  <a:pt x="248317" y="41663"/>
                  <a:pt x="254959" y="40033"/>
                </a:cubicBezTo>
                <a:cubicBezTo>
                  <a:pt x="261661" y="38402"/>
                  <a:pt x="268575" y="37587"/>
                  <a:pt x="275700" y="37587"/>
                </a:cubicBezTo>
                <a:close/>
                <a:moveTo>
                  <a:pt x="290373" y="94013"/>
                </a:moveTo>
                <a:lnTo>
                  <a:pt x="279685" y="94376"/>
                </a:lnTo>
                <a:cubicBezTo>
                  <a:pt x="270749" y="94617"/>
                  <a:pt x="264530" y="96217"/>
                  <a:pt x="261027" y="99176"/>
                </a:cubicBezTo>
                <a:cubicBezTo>
                  <a:pt x="257586" y="102135"/>
                  <a:pt x="255865" y="106029"/>
                  <a:pt x="255865" y="110860"/>
                </a:cubicBezTo>
                <a:cubicBezTo>
                  <a:pt x="255865" y="115086"/>
                  <a:pt x="257103" y="118105"/>
                  <a:pt x="259578" y="119917"/>
                </a:cubicBezTo>
                <a:cubicBezTo>
                  <a:pt x="262054" y="121668"/>
                  <a:pt x="265284" y="122543"/>
                  <a:pt x="269270" y="122543"/>
                </a:cubicBezTo>
                <a:cubicBezTo>
                  <a:pt x="275187" y="122543"/>
                  <a:pt x="280168" y="120792"/>
                  <a:pt x="284214" y="117290"/>
                </a:cubicBezTo>
                <a:cubicBezTo>
                  <a:pt x="288320" y="113788"/>
                  <a:pt x="290373" y="108807"/>
                  <a:pt x="290373" y="102346"/>
                </a:cubicBezTo>
                <a:lnTo>
                  <a:pt x="290373" y="94013"/>
                </a:lnTo>
                <a:close/>
                <a:moveTo>
                  <a:pt x="331855" y="140929"/>
                </a:moveTo>
                <a:close/>
                <a:moveTo>
                  <a:pt x="378408" y="142741"/>
                </a:moveTo>
                <a:cubicBezTo>
                  <a:pt x="367117" y="142741"/>
                  <a:pt x="357909" y="138333"/>
                  <a:pt x="350784" y="129517"/>
                </a:cubicBezTo>
                <a:cubicBezTo>
                  <a:pt x="343719" y="120641"/>
                  <a:pt x="340187" y="107629"/>
                  <a:pt x="340187" y="90481"/>
                </a:cubicBezTo>
                <a:cubicBezTo>
                  <a:pt x="340187" y="73152"/>
                  <a:pt x="343780" y="60049"/>
                  <a:pt x="350965" y="51173"/>
                </a:cubicBezTo>
                <a:cubicBezTo>
                  <a:pt x="358150" y="42237"/>
                  <a:pt x="367540" y="37768"/>
                  <a:pt x="379133" y="37768"/>
                </a:cubicBezTo>
                <a:cubicBezTo>
                  <a:pt x="383963" y="37768"/>
                  <a:pt x="388220" y="38433"/>
                  <a:pt x="391903" y="39761"/>
                </a:cubicBezTo>
                <a:cubicBezTo>
                  <a:pt x="395587" y="41089"/>
                  <a:pt x="398757" y="42871"/>
                  <a:pt x="401414" y="45105"/>
                </a:cubicBezTo>
                <a:cubicBezTo>
                  <a:pt x="404131" y="47339"/>
                  <a:pt x="406425" y="49845"/>
                  <a:pt x="408297" y="52622"/>
                </a:cubicBezTo>
                <a:lnTo>
                  <a:pt x="409203" y="52622"/>
                </a:lnTo>
                <a:cubicBezTo>
                  <a:pt x="408840" y="50690"/>
                  <a:pt x="408388" y="47852"/>
                  <a:pt x="407844" y="44108"/>
                </a:cubicBezTo>
                <a:cubicBezTo>
                  <a:pt x="407361" y="40304"/>
                  <a:pt x="407120" y="36410"/>
                  <a:pt x="407120" y="32425"/>
                </a:cubicBezTo>
                <a:lnTo>
                  <a:pt x="407120" y="0"/>
                </a:lnTo>
                <a:lnTo>
                  <a:pt x="434834" y="0"/>
                </a:lnTo>
                <a:lnTo>
                  <a:pt x="434834" y="140929"/>
                </a:lnTo>
                <a:lnTo>
                  <a:pt x="413641" y="140929"/>
                </a:lnTo>
                <a:lnTo>
                  <a:pt x="408297" y="127797"/>
                </a:lnTo>
                <a:lnTo>
                  <a:pt x="407120" y="127797"/>
                </a:lnTo>
                <a:cubicBezTo>
                  <a:pt x="405368" y="130574"/>
                  <a:pt x="403165" y="133110"/>
                  <a:pt x="400508" y="135405"/>
                </a:cubicBezTo>
                <a:cubicBezTo>
                  <a:pt x="397911" y="137639"/>
                  <a:pt x="394802" y="139420"/>
                  <a:pt x="391179" y="140748"/>
                </a:cubicBezTo>
                <a:cubicBezTo>
                  <a:pt x="387556" y="142077"/>
                  <a:pt x="383299" y="142741"/>
                  <a:pt x="378408" y="142741"/>
                </a:cubicBezTo>
                <a:close/>
                <a:moveTo>
                  <a:pt x="388100" y="120732"/>
                </a:moveTo>
                <a:cubicBezTo>
                  <a:pt x="395647" y="120732"/>
                  <a:pt x="400961" y="118498"/>
                  <a:pt x="404040" y="114030"/>
                </a:cubicBezTo>
                <a:cubicBezTo>
                  <a:pt x="407180" y="109501"/>
                  <a:pt x="408840" y="102708"/>
                  <a:pt x="409022" y="93651"/>
                </a:cubicBezTo>
                <a:lnTo>
                  <a:pt x="409022" y="90662"/>
                </a:lnTo>
                <a:cubicBezTo>
                  <a:pt x="409022" y="80820"/>
                  <a:pt x="407512" y="73303"/>
                  <a:pt x="404493" y="68110"/>
                </a:cubicBezTo>
                <a:cubicBezTo>
                  <a:pt x="401474" y="62857"/>
                  <a:pt x="395858" y="60230"/>
                  <a:pt x="387647" y="60230"/>
                </a:cubicBezTo>
                <a:cubicBezTo>
                  <a:pt x="381548" y="60230"/>
                  <a:pt x="376778" y="62857"/>
                  <a:pt x="373336" y="68110"/>
                </a:cubicBezTo>
                <a:cubicBezTo>
                  <a:pt x="369895" y="73363"/>
                  <a:pt x="368174" y="80941"/>
                  <a:pt x="368174" y="90843"/>
                </a:cubicBezTo>
                <a:cubicBezTo>
                  <a:pt x="368174" y="100746"/>
                  <a:pt x="369895" y="108203"/>
                  <a:pt x="373336" y="113215"/>
                </a:cubicBezTo>
                <a:cubicBezTo>
                  <a:pt x="376838" y="118226"/>
                  <a:pt x="381759" y="120732"/>
                  <a:pt x="388100" y="120732"/>
                </a:cubicBez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9D52E-CBC1-4E9C-BF28-3D0B960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83" y="3197805"/>
            <a:ext cx="1115843" cy="178879"/>
          </a:xfrm>
          <a:custGeom xmlns:a="http://schemas.openxmlformats.org/drawingml/2006/main">
            <a:pathLst>
              <a:path w="1115843" h="178879">
                <a:moveTo>
                  <a:pt x="0" y="134318"/>
                </a:moveTo>
                <a:close/>
                <a:moveTo>
                  <a:pt x="72910" y="23367"/>
                </a:moveTo>
                <a:cubicBezTo>
                  <a:pt x="67536" y="23367"/>
                  <a:pt x="62766" y="24424"/>
                  <a:pt x="58600" y="26537"/>
                </a:cubicBezTo>
                <a:cubicBezTo>
                  <a:pt x="54494" y="28590"/>
                  <a:pt x="51022" y="31579"/>
                  <a:pt x="48184" y="35504"/>
                </a:cubicBezTo>
                <a:cubicBezTo>
                  <a:pt x="45407" y="39429"/>
                  <a:pt x="43293" y="44169"/>
                  <a:pt x="41844" y="49724"/>
                </a:cubicBezTo>
                <a:cubicBezTo>
                  <a:pt x="40395" y="55279"/>
                  <a:pt x="39670" y="61528"/>
                  <a:pt x="39670" y="68472"/>
                </a:cubicBezTo>
                <a:cubicBezTo>
                  <a:pt x="39670" y="77831"/>
                  <a:pt x="40818" y="85832"/>
                  <a:pt x="43112" y="92474"/>
                </a:cubicBezTo>
                <a:cubicBezTo>
                  <a:pt x="45467" y="99055"/>
                  <a:pt x="49090" y="104097"/>
                  <a:pt x="53981" y="107599"/>
                </a:cubicBezTo>
                <a:cubicBezTo>
                  <a:pt x="58872" y="111041"/>
                  <a:pt x="65181" y="112762"/>
                  <a:pt x="72910" y="112762"/>
                </a:cubicBezTo>
                <a:cubicBezTo>
                  <a:pt x="78284" y="112762"/>
                  <a:pt x="83658" y="112158"/>
                  <a:pt x="89032" y="110950"/>
                </a:cubicBezTo>
                <a:cubicBezTo>
                  <a:pt x="94466" y="109743"/>
                  <a:pt x="100353" y="108022"/>
                  <a:pt x="106693" y="105788"/>
                </a:cubicBezTo>
                <a:lnTo>
                  <a:pt x="106693" y="129336"/>
                </a:lnTo>
                <a:cubicBezTo>
                  <a:pt x="100836" y="131752"/>
                  <a:pt x="95070" y="133472"/>
                  <a:pt x="89394" y="134499"/>
                </a:cubicBezTo>
                <a:cubicBezTo>
                  <a:pt x="83718" y="135586"/>
                  <a:pt x="77348" y="136129"/>
                  <a:pt x="70284" y="136129"/>
                </a:cubicBezTo>
                <a:cubicBezTo>
                  <a:pt x="56637" y="136129"/>
                  <a:pt x="45407" y="133321"/>
                  <a:pt x="36591" y="127706"/>
                </a:cubicBezTo>
                <a:cubicBezTo>
                  <a:pt x="27836" y="122030"/>
                  <a:pt x="21345" y="114120"/>
                  <a:pt x="17118" y="103976"/>
                </a:cubicBezTo>
                <a:cubicBezTo>
                  <a:pt x="12891" y="93772"/>
                  <a:pt x="10778" y="81877"/>
                  <a:pt x="10778" y="68291"/>
                </a:cubicBezTo>
                <a:cubicBezTo>
                  <a:pt x="10778" y="58268"/>
                  <a:pt x="12137" y="49090"/>
                  <a:pt x="14854" y="40757"/>
                </a:cubicBezTo>
                <a:cubicBezTo>
                  <a:pt x="17571" y="32425"/>
                  <a:pt x="21556" y="25209"/>
                  <a:pt x="26809" y="19111"/>
                </a:cubicBezTo>
                <a:cubicBezTo>
                  <a:pt x="32062" y="13012"/>
                  <a:pt x="38553" y="8302"/>
                  <a:pt x="46282" y="4981"/>
                </a:cubicBezTo>
                <a:cubicBezTo>
                  <a:pt x="54011" y="1660"/>
                  <a:pt x="62887" y="0"/>
                  <a:pt x="72910" y="0"/>
                </a:cubicBezTo>
                <a:cubicBezTo>
                  <a:pt x="79492" y="0"/>
                  <a:pt x="86073" y="845"/>
                  <a:pt x="92655" y="2536"/>
                </a:cubicBezTo>
                <a:cubicBezTo>
                  <a:pt x="99297" y="4166"/>
                  <a:pt x="105637" y="6431"/>
                  <a:pt x="111675" y="9329"/>
                </a:cubicBezTo>
                <a:lnTo>
                  <a:pt x="102618" y="32153"/>
                </a:lnTo>
                <a:cubicBezTo>
                  <a:pt x="97666" y="29798"/>
                  <a:pt x="92685" y="27745"/>
                  <a:pt x="87673" y="25994"/>
                </a:cubicBezTo>
                <a:cubicBezTo>
                  <a:pt x="82662" y="24243"/>
                  <a:pt x="77741" y="23367"/>
                  <a:pt x="72910" y="23367"/>
                </a:cubicBezTo>
                <a:close/>
                <a:moveTo>
                  <a:pt x="118287" y="134318"/>
                </a:moveTo>
                <a:close/>
                <a:moveTo>
                  <a:pt x="224799" y="83507"/>
                </a:moveTo>
                <a:cubicBezTo>
                  <a:pt x="224799" y="91960"/>
                  <a:pt x="223652" y="99448"/>
                  <a:pt x="221357" y="105969"/>
                </a:cubicBezTo>
                <a:cubicBezTo>
                  <a:pt x="219123" y="112490"/>
                  <a:pt x="215832" y="118015"/>
                  <a:pt x="211485" y="122543"/>
                </a:cubicBezTo>
                <a:cubicBezTo>
                  <a:pt x="207198" y="127012"/>
                  <a:pt x="202005" y="130393"/>
                  <a:pt x="195906" y="132687"/>
                </a:cubicBezTo>
                <a:cubicBezTo>
                  <a:pt x="189868" y="134982"/>
                  <a:pt x="183045" y="136129"/>
                  <a:pt x="175437" y="136129"/>
                </a:cubicBezTo>
                <a:cubicBezTo>
                  <a:pt x="168312" y="136129"/>
                  <a:pt x="161761" y="134982"/>
                  <a:pt x="155783" y="132687"/>
                </a:cubicBezTo>
                <a:cubicBezTo>
                  <a:pt x="149866" y="130393"/>
                  <a:pt x="144703" y="127012"/>
                  <a:pt x="140295" y="122543"/>
                </a:cubicBezTo>
                <a:cubicBezTo>
                  <a:pt x="135948" y="118015"/>
                  <a:pt x="132567" y="112490"/>
                  <a:pt x="130151" y="105969"/>
                </a:cubicBezTo>
                <a:cubicBezTo>
                  <a:pt x="127797" y="99448"/>
                  <a:pt x="126619" y="91960"/>
                  <a:pt x="126619" y="83507"/>
                </a:cubicBezTo>
                <a:cubicBezTo>
                  <a:pt x="126619" y="72276"/>
                  <a:pt x="128612" y="62766"/>
                  <a:pt x="132597" y="54977"/>
                </a:cubicBezTo>
                <a:cubicBezTo>
                  <a:pt x="136582" y="47188"/>
                  <a:pt x="142258" y="41270"/>
                  <a:pt x="149624" y="37225"/>
                </a:cubicBezTo>
                <a:cubicBezTo>
                  <a:pt x="156991" y="33179"/>
                  <a:pt x="165776" y="31157"/>
                  <a:pt x="175981" y="31157"/>
                </a:cubicBezTo>
                <a:cubicBezTo>
                  <a:pt x="185461" y="31157"/>
                  <a:pt x="193854" y="33179"/>
                  <a:pt x="201160" y="37225"/>
                </a:cubicBezTo>
                <a:cubicBezTo>
                  <a:pt x="208526" y="41270"/>
                  <a:pt x="214293" y="47188"/>
                  <a:pt x="218459" y="54977"/>
                </a:cubicBezTo>
                <a:cubicBezTo>
                  <a:pt x="222685" y="62766"/>
                  <a:pt x="224799" y="72276"/>
                  <a:pt x="224799" y="83507"/>
                </a:cubicBezTo>
                <a:close/>
                <a:moveTo>
                  <a:pt x="154787" y="83507"/>
                </a:moveTo>
                <a:cubicBezTo>
                  <a:pt x="154787" y="90149"/>
                  <a:pt x="155512" y="95734"/>
                  <a:pt x="156961" y="100263"/>
                </a:cubicBezTo>
                <a:cubicBezTo>
                  <a:pt x="158410" y="104791"/>
                  <a:pt x="160674" y="108203"/>
                  <a:pt x="163754" y="110497"/>
                </a:cubicBezTo>
                <a:cubicBezTo>
                  <a:pt x="166833" y="112792"/>
                  <a:pt x="170848" y="113939"/>
                  <a:pt x="175800" y="113939"/>
                </a:cubicBezTo>
                <a:cubicBezTo>
                  <a:pt x="180690" y="113939"/>
                  <a:pt x="184645" y="112792"/>
                  <a:pt x="187664" y="110497"/>
                </a:cubicBezTo>
                <a:cubicBezTo>
                  <a:pt x="190744" y="108203"/>
                  <a:pt x="192978" y="104791"/>
                  <a:pt x="194367" y="100263"/>
                </a:cubicBezTo>
                <a:cubicBezTo>
                  <a:pt x="195816" y="95734"/>
                  <a:pt x="196540" y="90149"/>
                  <a:pt x="196540" y="83507"/>
                </a:cubicBezTo>
                <a:cubicBezTo>
                  <a:pt x="196540" y="76805"/>
                  <a:pt x="195816" y="71250"/>
                  <a:pt x="194367" y="66842"/>
                </a:cubicBezTo>
                <a:cubicBezTo>
                  <a:pt x="192978" y="62374"/>
                  <a:pt x="190744" y="59023"/>
                  <a:pt x="187664" y="56788"/>
                </a:cubicBezTo>
                <a:cubicBezTo>
                  <a:pt x="184585" y="54554"/>
                  <a:pt x="180570" y="53437"/>
                  <a:pt x="175618" y="53437"/>
                </a:cubicBezTo>
                <a:cubicBezTo>
                  <a:pt x="168312" y="53437"/>
                  <a:pt x="162999" y="55943"/>
                  <a:pt x="159678" y="60955"/>
                </a:cubicBezTo>
                <a:cubicBezTo>
                  <a:pt x="156417" y="65966"/>
                  <a:pt x="154787" y="73484"/>
                  <a:pt x="154787" y="83507"/>
                </a:cubicBezTo>
                <a:close/>
                <a:moveTo>
                  <a:pt x="233131" y="134318"/>
                </a:moveTo>
                <a:close/>
                <a:moveTo>
                  <a:pt x="366543" y="31157"/>
                </a:moveTo>
                <a:cubicBezTo>
                  <a:pt x="378016" y="31157"/>
                  <a:pt x="386681" y="34115"/>
                  <a:pt x="392538" y="40033"/>
                </a:cubicBezTo>
                <a:cubicBezTo>
                  <a:pt x="398455" y="45890"/>
                  <a:pt x="401414" y="55309"/>
                  <a:pt x="401414" y="68291"/>
                </a:cubicBezTo>
                <a:lnTo>
                  <a:pt x="401414" y="134318"/>
                </a:lnTo>
                <a:lnTo>
                  <a:pt x="373699" y="134318"/>
                </a:lnTo>
                <a:lnTo>
                  <a:pt x="373699" y="75174"/>
                </a:lnTo>
                <a:cubicBezTo>
                  <a:pt x="373699" y="67929"/>
                  <a:pt x="372461" y="62464"/>
                  <a:pt x="369985" y="58781"/>
                </a:cubicBezTo>
                <a:cubicBezTo>
                  <a:pt x="367510" y="55098"/>
                  <a:pt x="363675" y="53256"/>
                  <a:pt x="358483" y="53256"/>
                </a:cubicBezTo>
                <a:cubicBezTo>
                  <a:pt x="351176" y="53256"/>
                  <a:pt x="345984" y="55883"/>
                  <a:pt x="342904" y="61136"/>
                </a:cubicBezTo>
                <a:cubicBezTo>
                  <a:pt x="339825" y="66329"/>
                  <a:pt x="338285" y="73786"/>
                  <a:pt x="338285" y="83507"/>
                </a:cubicBezTo>
                <a:lnTo>
                  <a:pt x="338285" y="134318"/>
                </a:lnTo>
                <a:lnTo>
                  <a:pt x="310661" y="134318"/>
                </a:lnTo>
                <a:lnTo>
                  <a:pt x="310661" y="75174"/>
                </a:lnTo>
                <a:cubicBezTo>
                  <a:pt x="310661" y="70344"/>
                  <a:pt x="310117" y="66298"/>
                  <a:pt x="309030" y="63038"/>
                </a:cubicBezTo>
                <a:cubicBezTo>
                  <a:pt x="307944" y="59777"/>
                  <a:pt x="306283" y="57332"/>
                  <a:pt x="304049" y="55702"/>
                </a:cubicBezTo>
                <a:cubicBezTo>
                  <a:pt x="301815" y="54071"/>
                  <a:pt x="298947" y="53256"/>
                  <a:pt x="295445" y="53256"/>
                </a:cubicBezTo>
                <a:cubicBezTo>
                  <a:pt x="290312" y="53256"/>
                  <a:pt x="286267" y="54554"/>
                  <a:pt x="283308" y="57151"/>
                </a:cubicBezTo>
                <a:cubicBezTo>
                  <a:pt x="280410" y="59687"/>
                  <a:pt x="278327" y="63461"/>
                  <a:pt x="277059" y="68472"/>
                </a:cubicBezTo>
                <a:cubicBezTo>
                  <a:pt x="275851" y="73423"/>
                  <a:pt x="275247" y="79492"/>
                  <a:pt x="275247" y="86677"/>
                </a:cubicBezTo>
                <a:lnTo>
                  <a:pt x="275247" y="134318"/>
                </a:lnTo>
                <a:lnTo>
                  <a:pt x="247623" y="134318"/>
                </a:lnTo>
                <a:lnTo>
                  <a:pt x="247623" y="33059"/>
                </a:lnTo>
                <a:lnTo>
                  <a:pt x="268726" y="33059"/>
                </a:lnTo>
                <a:lnTo>
                  <a:pt x="272440" y="46010"/>
                </a:lnTo>
                <a:lnTo>
                  <a:pt x="273979" y="46010"/>
                </a:lnTo>
                <a:cubicBezTo>
                  <a:pt x="276032" y="42508"/>
                  <a:pt x="278598" y="39670"/>
                  <a:pt x="281678" y="37497"/>
                </a:cubicBezTo>
                <a:cubicBezTo>
                  <a:pt x="284818" y="35323"/>
                  <a:pt x="288259" y="33723"/>
                  <a:pt x="292003" y="32696"/>
                </a:cubicBezTo>
                <a:cubicBezTo>
                  <a:pt x="295747" y="31670"/>
                  <a:pt x="299551" y="31157"/>
                  <a:pt x="303415" y="31157"/>
                </a:cubicBezTo>
                <a:cubicBezTo>
                  <a:pt x="310842" y="31157"/>
                  <a:pt x="317122" y="32364"/>
                  <a:pt x="322254" y="34780"/>
                </a:cubicBezTo>
                <a:cubicBezTo>
                  <a:pt x="327447" y="37195"/>
                  <a:pt x="331432" y="40938"/>
                  <a:pt x="334209" y="46010"/>
                </a:cubicBezTo>
                <a:lnTo>
                  <a:pt x="336655" y="46010"/>
                </a:lnTo>
                <a:cubicBezTo>
                  <a:pt x="339674" y="40818"/>
                  <a:pt x="343931" y="37044"/>
                  <a:pt x="349425" y="34689"/>
                </a:cubicBezTo>
                <a:cubicBezTo>
                  <a:pt x="354980" y="32334"/>
                  <a:pt x="360686" y="31157"/>
                  <a:pt x="366543" y="31157"/>
                </a:cubicBezTo>
                <a:close/>
                <a:moveTo>
                  <a:pt x="415362" y="134318"/>
                </a:moveTo>
                <a:close/>
                <a:moveTo>
                  <a:pt x="486189" y="31157"/>
                </a:moveTo>
                <a:cubicBezTo>
                  <a:pt x="497601" y="31157"/>
                  <a:pt x="506809" y="35595"/>
                  <a:pt x="513813" y="44471"/>
                </a:cubicBezTo>
                <a:cubicBezTo>
                  <a:pt x="520878" y="53347"/>
                  <a:pt x="524410" y="66359"/>
                  <a:pt x="524410" y="83507"/>
                </a:cubicBezTo>
                <a:cubicBezTo>
                  <a:pt x="524410" y="94979"/>
                  <a:pt x="522749" y="104640"/>
                  <a:pt x="519428" y="112490"/>
                </a:cubicBezTo>
                <a:cubicBezTo>
                  <a:pt x="516107" y="120279"/>
                  <a:pt x="511518" y="126166"/>
                  <a:pt x="505661" y="130151"/>
                </a:cubicBezTo>
                <a:cubicBezTo>
                  <a:pt x="499805" y="134137"/>
                  <a:pt x="493072" y="136129"/>
                  <a:pt x="485464" y="136129"/>
                </a:cubicBezTo>
                <a:cubicBezTo>
                  <a:pt x="480573" y="136129"/>
                  <a:pt x="476377" y="135525"/>
                  <a:pt x="472875" y="134318"/>
                </a:cubicBezTo>
                <a:cubicBezTo>
                  <a:pt x="469372" y="133050"/>
                  <a:pt x="466384" y="131450"/>
                  <a:pt x="463908" y="129517"/>
                </a:cubicBezTo>
                <a:cubicBezTo>
                  <a:pt x="461432" y="127525"/>
                  <a:pt x="459289" y="125412"/>
                  <a:pt x="457477" y="123177"/>
                </a:cubicBezTo>
                <a:lnTo>
                  <a:pt x="456028" y="123177"/>
                </a:lnTo>
                <a:cubicBezTo>
                  <a:pt x="456511" y="125593"/>
                  <a:pt x="456874" y="128068"/>
                  <a:pt x="457115" y="130604"/>
                </a:cubicBezTo>
                <a:cubicBezTo>
                  <a:pt x="457357" y="133140"/>
                  <a:pt x="457477" y="135616"/>
                  <a:pt x="457477" y="138031"/>
                </a:cubicBezTo>
                <a:lnTo>
                  <a:pt x="457477" y="178879"/>
                </a:lnTo>
                <a:lnTo>
                  <a:pt x="429853" y="178879"/>
                </a:lnTo>
                <a:lnTo>
                  <a:pt x="429853" y="33059"/>
                </a:lnTo>
                <a:lnTo>
                  <a:pt x="452315" y="33059"/>
                </a:lnTo>
                <a:lnTo>
                  <a:pt x="456209" y="46192"/>
                </a:lnTo>
                <a:lnTo>
                  <a:pt x="457477" y="46192"/>
                </a:lnTo>
                <a:cubicBezTo>
                  <a:pt x="459289" y="43474"/>
                  <a:pt x="461493" y="40969"/>
                  <a:pt x="464089" y="38674"/>
                </a:cubicBezTo>
                <a:cubicBezTo>
                  <a:pt x="466686" y="36380"/>
                  <a:pt x="469795" y="34568"/>
                  <a:pt x="473418" y="33240"/>
                </a:cubicBezTo>
                <a:cubicBezTo>
                  <a:pt x="477101" y="31851"/>
                  <a:pt x="481358" y="31157"/>
                  <a:pt x="486189" y="31157"/>
                </a:cubicBezTo>
                <a:close/>
                <a:moveTo>
                  <a:pt x="477313" y="53256"/>
                </a:moveTo>
                <a:cubicBezTo>
                  <a:pt x="472482" y="53256"/>
                  <a:pt x="468648" y="54252"/>
                  <a:pt x="465810" y="56245"/>
                </a:cubicBezTo>
                <a:cubicBezTo>
                  <a:pt x="462972" y="58238"/>
                  <a:pt x="460889" y="61226"/>
                  <a:pt x="459561" y="65212"/>
                </a:cubicBezTo>
                <a:cubicBezTo>
                  <a:pt x="458293" y="69197"/>
                  <a:pt x="457598" y="74239"/>
                  <a:pt x="457477" y="80337"/>
                </a:cubicBezTo>
                <a:lnTo>
                  <a:pt x="457477" y="83326"/>
                </a:lnTo>
                <a:cubicBezTo>
                  <a:pt x="457477" y="89847"/>
                  <a:pt x="458081" y="95372"/>
                  <a:pt x="459289" y="99901"/>
                </a:cubicBezTo>
                <a:cubicBezTo>
                  <a:pt x="460557" y="104429"/>
                  <a:pt x="462640" y="107871"/>
                  <a:pt x="465538" y="110226"/>
                </a:cubicBezTo>
                <a:cubicBezTo>
                  <a:pt x="468497" y="112581"/>
                  <a:pt x="472542" y="113758"/>
                  <a:pt x="477675" y="113758"/>
                </a:cubicBezTo>
                <a:cubicBezTo>
                  <a:pt x="481902" y="113758"/>
                  <a:pt x="485373" y="112581"/>
                  <a:pt x="488091" y="110226"/>
                </a:cubicBezTo>
                <a:cubicBezTo>
                  <a:pt x="490808" y="107871"/>
                  <a:pt x="492831" y="104429"/>
                  <a:pt x="494159" y="99901"/>
                </a:cubicBezTo>
                <a:cubicBezTo>
                  <a:pt x="495548" y="95312"/>
                  <a:pt x="496242" y="89726"/>
                  <a:pt x="496242" y="83145"/>
                </a:cubicBezTo>
                <a:cubicBezTo>
                  <a:pt x="496242" y="73242"/>
                  <a:pt x="494702" y="65785"/>
                  <a:pt x="491623" y="60774"/>
                </a:cubicBezTo>
                <a:cubicBezTo>
                  <a:pt x="488543" y="55762"/>
                  <a:pt x="483773" y="53256"/>
                  <a:pt x="477313" y="53256"/>
                </a:cubicBezTo>
                <a:close/>
                <a:moveTo>
                  <a:pt x="532742" y="134318"/>
                </a:moveTo>
                <a:close/>
                <a:moveTo>
                  <a:pt x="640160" y="33059"/>
                </a:moveTo>
                <a:lnTo>
                  <a:pt x="640160" y="134318"/>
                </a:lnTo>
                <a:lnTo>
                  <a:pt x="618967" y="134318"/>
                </a:lnTo>
                <a:lnTo>
                  <a:pt x="615253" y="121366"/>
                </a:lnTo>
                <a:lnTo>
                  <a:pt x="613804" y="121366"/>
                </a:lnTo>
                <a:cubicBezTo>
                  <a:pt x="611630" y="124808"/>
                  <a:pt x="608913" y="127615"/>
                  <a:pt x="605653" y="129789"/>
                </a:cubicBezTo>
                <a:cubicBezTo>
                  <a:pt x="602392" y="131963"/>
                  <a:pt x="598799" y="133563"/>
                  <a:pt x="594875" y="134589"/>
                </a:cubicBezTo>
                <a:cubicBezTo>
                  <a:pt x="590950" y="135616"/>
                  <a:pt x="586874" y="136129"/>
                  <a:pt x="582647" y="136129"/>
                </a:cubicBezTo>
                <a:cubicBezTo>
                  <a:pt x="575402" y="136129"/>
                  <a:pt x="569092" y="134861"/>
                  <a:pt x="563718" y="132325"/>
                </a:cubicBezTo>
                <a:cubicBezTo>
                  <a:pt x="558344" y="129729"/>
                  <a:pt x="554148" y="125713"/>
                  <a:pt x="551128" y="120279"/>
                </a:cubicBezTo>
                <a:cubicBezTo>
                  <a:pt x="548170" y="114845"/>
                  <a:pt x="546690" y="107780"/>
                  <a:pt x="546690" y="99085"/>
                </a:cubicBezTo>
                <a:lnTo>
                  <a:pt x="546690" y="33059"/>
                </a:lnTo>
                <a:lnTo>
                  <a:pt x="574315" y="33059"/>
                </a:lnTo>
                <a:lnTo>
                  <a:pt x="574315" y="92202"/>
                </a:lnTo>
                <a:cubicBezTo>
                  <a:pt x="574315" y="99448"/>
                  <a:pt x="575613" y="104912"/>
                  <a:pt x="578209" y="108595"/>
                </a:cubicBezTo>
                <a:cubicBezTo>
                  <a:pt x="580806" y="112279"/>
                  <a:pt x="584942" y="114120"/>
                  <a:pt x="590618" y="114120"/>
                </a:cubicBezTo>
                <a:cubicBezTo>
                  <a:pt x="596233" y="114120"/>
                  <a:pt x="600641" y="112852"/>
                  <a:pt x="603841" y="110316"/>
                </a:cubicBezTo>
                <a:cubicBezTo>
                  <a:pt x="607041" y="107720"/>
                  <a:pt x="609275" y="103946"/>
                  <a:pt x="610543" y="98995"/>
                </a:cubicBezTo>
                <a:cubicBezTo>
                  <a:pt x="611872" y="93983"/>
                  <a:pt x="612536" y="87885"/>
                  <a:pt x="612536" y="80699"/>
                </a:cubicBezTo>
                <a:lnTo>
                  <a:pt x="612536" y="33059"/>
                </a:lnTo>
                <a:lnTo>
                  <a:pt x="640160" y="33059"/>
                </a:lnTo>
                <a:close/>
                <a:moveTo>
                  <a:pt x="654652" y="134318"/>
                </a:moveTo>
                <a:close/>
                <a:moveTo>
                  <a:pt x="711803" y="114120"/>
                </a:moveTo>
                <a:cubicBezTo>
                  <a:pt x="714822" y="114120"/>
                  <a:pt x="717750" y="113818"/>
                  <a:pt x="720588" y="113215"/>
                </a:cubicBezTo>
                <a:cubicBezTo>
                  <a:pt x="723486" y="112611"/>
                  <a:pt x="726354" y="111856"/>
                  <a:pt x="729192" y="110950"/>
                </a:cubicBezTo>
                <a:lnTo>
                  <a:pt x="729192" y="131510"/>
                </a:lnTo>
                <a:cubicBezTo>
                  <a:pt x="726234" y="132838"/>
                  <a:pt x="722550" y="133925"/>
                  <a:pt x="718143" y="134771"/>
                </a:cubicBezTo>
                <a:cubicBezTo>
                  <a:pt x="713795" y="135676"/>
                  <a:pt x="709025" y="136129"/>
                  <a:pt x="703832" y="136129"/>
                </a:cubicBezTo>
                <a:cubicBezTo>
                  <a:pt x="697794" y="136129"/>
                  <a:pt x="692360" y="135163"/>
                  <a:pt x="687529" y="133231"/>
                </a:cubicBezTo>
                <a:cubicBezTo>
                  <a:pt x="682759" y="131238"/>
                  <a:pt x="678985" y="127827"/>
                  <a:pt x="676208" y="122996"/>
                </a:cubicBezTo>
                <a:cubicBezTo>
                  <a:pt x="673491" y="118105"/>
                  <a:pt x="672132" y="111313"/>
                  <a:pt x="672132" y="102618"/>
                </a:cubicBezTo>
                <a:lnTo>
                  <a:pt x="672132" y="53800"/>
                </a:lnTo>
                <a:lnTo>
                  <a:pt x="658909" y="53800"/>
                </a:lnTo>
                <a:lnTo>
                  <a:pt x="658909" y="42116"/>
                </a:lnTo>
                <a:lnTo>
                  <a:pt x="674125" y="32878"/>
                </a:lnTo>
                <a:lnTo>
                  <a:pt x="682095" y="11503"/>
                </a:lnTo>
                <a:lnTo>
                  <a:pt x="699756" y="11503"/>
                </a:lnTo>
                <a:lnTo>
                  <a:pt x="699756" y="33059"/>
                </a:lnTo>
                <a:lnTo>
                  <a:pt x="728105" y="33059"/>
                </a:lnTo>
                <a:lnTo>
                  <a:pt x="728105" y="53800"/>
                </a:lnTo>
                <a:lnTo>
                  <a:pt x="699756" y="53800"/>
                </a:lnTo>
                <a:lnTo>
                  <a:pt x="699756" y="102618"/>
                </a:lnTo>
                <a:cubicBezTo>
                  <a:pt x="699756" y="106482"/>
                  <a:pt x="700843" y="109380"/>
                  <a:pt x="703017" y="111313"/>
                </a:cubicBezTo>
                <a:cubicBezTo>
                  <a:pt x="705251" y="113184"/>
                  <a:pt x="708180" y="114120"/>
                  <a:pt x="711803" y="114120"/>
                </a:cubicBezTo>
                <a:close/>
                <a:moveTo>
                  <a:pt x="735261" y="134318"/>
                </a:moveTo>
                <a:close/>
                <a:moveTo>
                  <a:pt x="791506" y="31157"/>
                </a:moveTo>
                <a:cubicBezTo>
                  <a:pt x="800865" y="31157"/>
                  <a:pt x="808926" y="32968"/>
                  <a:pt x="815688" y="36591"/>
                </a:cubicBezTo>
                <a:cubicBezTo>
                  <a:pt x="822451" y="40153"/>
                  <a:pt x="827674" y="45346"/>
                  <a:pt x="831357" y="52169"/>
                </a:cubicBezTo>
                <a:cubicBezTo>
                  <a:pt x="835040" y="58992"/>
                  <a:pt x="836882" y="67325"/>
                  <a:pt x="836882" y="77167"/>
                </a:cubicBezTo>
                <a:lnTo>
                  <a:pt x="836882" y="90572"/>
                </a:lnTo>
                <a:lnTo>
                  <a:pt x="771580" y="90572"/>
                </a:lnTo>
                <a:cubicBezTo>
                  <a:pt x="771882" y="98361"/>
                  <a:pt x="774206" y="104489"/>
                  <a:pt x="778554" y="108958"/>
                </a:cubicBezTo>
                <a:cubicBezTo>
                  <a:pt x="782962" y="113366"/>
                  <a:pt x="789060" y="115569"/>
                  <a:pt x="796849" y="115569"/>
                </a:cubicBezTo>
                <a:cubicBezTo>
                  <a:pt x="803310" y="115569"/>
                  <a:pt x="809227" y="114905"/>
                  <a:pt x="814601" y="113577"/>
                </a:cubicBezTo>
                <a:cubicBezTo>
                  <a:pt x="819975" y="112248"/>
                  <a:pt x="825500" y="110256"/>
                  <a:pt x="831176" y="107599"/>
                </a:cubicBezTo>
                <a:lnTo>
                  <a:pt x="831176" y="128974"/>
                </a:lnTo>
                <a:cubicBezTo>
                  <a:pt x="826164" y="131450"/>
                  <a:pt x="820911" y="133261"/>
                  <a:pt x="815417" y="134408"/>
                </a:cubicBezTo>
                <a:cubicBezTo>
                  <a:pt x="809982" y="135556"/>
                  <a:pt x="803370" y="136129"/>
                  <a:pt x="795581" y="136129"/>
                </a:cubicBezTo>
                <a:cubicBezTo>
                  <a:pt x="785437" y="136129"/>
                  <a:pt x="776441" y="134257"/>
                  <a:pt x="768591" y="130514"/>
                </a:cubicBezTo>
                <a:cubicBezTo>
                  <a:pt x="760802" y="126770"/>
                  <a:pt x="754673" y="121064"/>
                  <a:pt x="750205" y="113396"/>
                </a:cubicBezTo>
                <a:cubicBezTo>
                  <a:pt x="745797" y="105727"/>
                  <a:pt x="743593" y="96066"/>
                  <a:pt x="743593" y="84413"/>
                </a:cubicBezTo>
                <a:cubicBezTo>
                  <a:pt x="743593" y="72578"/>
                  <a:pt x="745586" y="62736"/>
                  <a:pt x="749571" y="54886"/>
                </a:cubicBezTo>
                <a:cubicBezTo>
                  <a:pt x="753616" y="46977"/>
                  <a:pt x="759232" y="41059"/>
                  <a:pt x="766417" y="37134"/>
                </a:cubicBezTo>
                <a:cubicBezTo>
                  <a:pt x="773603" y="33149"/>
                  <a:pt x="781965" y="31157"/>
                  <a:pt x="791506" y="31157"/>
                </a:cubicBezTo>
                <a:close/>
                <a:moveTo>
                  <a:pt x="791687" y="50811"/>
                </a:moveTo>
                <a:cubicBezTo>
                  <a:pt x="786313" y="50811"/>
                  <a:pt x="781845" y="52532"/>
                  <a:pt x="778282" y="55973"/>
                </a:cubicBezTo>
                <a:cubicBezTo>
                  <a:pt x="774780" y="59415"/>
                  <a:pt x="772757" y="64819"/>
                  <a:pt x="772214" y="72186"/>
                </a:cubicBezTo>
                <a:lnTo>
                  <a:pt x="810979" y="72186"/>
                </a:lnTo>
                <a:cubicBezTo>
                  <a:pt x="810918" y="68080"/>
                  <a:pt x="810163" y="64427"/>
                  <a:pt x="808714" y="61226"/>
                </a:cubicBezTo>
                <a:cubicBezTo>
                  <a:pt x="807325" y="58026"/>
                  <a:pt x="805212" y="55490"/>
                  <a:pt x="802374" y="53618"/>
                </a:cubicBezTo>
                <a:cubicBezTo>
                  <a:pt x="799597" y="51747"/>
                  <a:pt x="796034" y="50811"/>
                  <a:pt x="791687" y="50811"/>
                </a:cubicBezTo>
                <a:close/>
                <a:moveTo>
                  <a:pt x="893036" y="134318"/>
                </a:moveTo>
                <a:close/>
                <a:moveTo>
                  <a:pt x="999549" y="83507"/>
                </a:moveTo>
                <a:cubicBezTo>
                  <a:pt x="999549" y="91960"/>
                  <a:pt x="998401" y="99448"/>
                  <a:pt x="996107" y="105969"/>
                </a:cubicBezTo>
                <a:cubicBezTo>
                  <a:pt x="993873" y="112490"/>
                  <a:pt x="990582" y="118015"/>
                  <a:pt x="986235" y="122543"/>
                </a:cubicBezTo>
                <a:cubicBezTo>
                  <a:pt x="981948" y="127012"/>
                  <a:pt x="976755" y="130393"/>
                  <a:pt x="970656" y="132687"/>
                </a:cubicBezTo>
                <a:cubicBezTo>
                  <a:pt x="964618" y="134982"/>
                  <a:pt x="957795" y="136129"/>
                  <a:pt x="950187" y="136129"/>
                </a:cubicBezTo>
                <a:cubicBezTo>
                  <a:pt x="943062" y="136129"/>
                  <a:pt x="936511" y="134982"/>
                  <a:pt x="930533" y="132687"/>
                </a:cubicBezTo>
                <a:cubicBezTo>
                  <a:pt x="924616" y="130393"/>
                  <a:pt x="919453" y="127012"/>
                  <a:pt x="915045" y="122543"/>
                </a:cubicBezTo>
                <a:cubicBezTo>
                  <a:pt x="910698" y="118015"/>
                  <a:pt x="907317" y="112490"/>
                  <a:pt x="904901" y="105969"/>
                </a:cubicBezTo>
                <a:cubicBezTo>
                  <a:pt x="902546" y="99448"/>
                  <a:pt x="901369" y="91960"/>
                  <a:pt x="901369" y="83507"/>
                </a:cubicBezTo>
                <a:cubicBezTo>
                  <a:pt x="901369" y="72276"/>
                  <a:pt x="903362" y="62766"/>
                  <a:pt x="907347" y="54977"/>
                </a:cubicBezTo>
                <a:cubicBezTo>
                  <a:pt x="911332" y="47188"/>
                  <a:pt x="917008" y="41270"/>
                  <a:pt x="924374" y="37225"/>
                </a:cubicBezTo>
                <a:cubicBezTo>
                  <a:pt x="931741" y="33179"/>
                  <a:pt x="940526" y="31157"/>
                  <a:pt x="950731" y="31157"/>
                </a:cubicBezTo>
                <a:cubicBezTo>
                  <a:pt x="960210" y="31157"/>
                  <a:pt x="968603" y="33179"/>
                  <a:pt x="975909" y="37225"/>
                </a:cubicBezTo>
                <a:cubicBezTo>
                  <a:pt x="983276" y="41270"/>
                  <a:pt x="989042" y="47188"/>
                  <a:pt x="993209" y="54977"/>
                </a:cubicBezTo>
                <a:cubicBezTo>
                  <a:pt x="997435" y="62766"/>
                  <a:pt x="999549" y="72276"/>
                  <a:pt x="999549" y="83507"/>
                </a:cubicBezTo>
                <a:close/>
                <a:moveTo>
                  <a:pt x="929537" y="83507"/>
                </a:moveTo>
                <a:cubicBezTo>
                  <a:pt x="929537" y="90149"/>
                  <a:pt x="930261" y="95734"/>
                  <a:pt x="931710" y="100263"/>
                </a:cubicBezTo>
                <a:cubicBezTo>
                  <a:pt x="933160" y="104791"/>
                  <a:pt x="935424" y="108203"/>
                  <a:pt x="938503" y="110497"/>
                </a:cubicBezTo>
                <a:cubicBezTo>
                  <a:pt x="941583" y="112792"/>
                  <a:pt x="945598" y="113939"/>
                  <a:pt x="950549" y="113939"/>
                </a:cubicBezTo>
                <a:cubicBezTo>
                  <a:pt x="955440" y="113939"/>
                  <a:pt x="959395" y="112792"/>
                  <a:pt x="962414" y="110497"/>
                </a:cubicBezTo>
                <a:cubicBezTo>
                  <a:pt x="965494" y="108203"/>
                  <a:pt x="967728" y="104791"/>
                  <a:pt x="969117" y="100263"/>
                </a:cubicBezTo>
                <a:cubicBezTo>
                  <a:pt x="970566" y="95734"/>
                  <a:pt x="971290" y="90149"/>
                  <a:pt x="971290" y="83507"/>
                </a:cubicBezTo>
                <a:cubicBezTo>
                  <a:pt x="971290" y="76805"/>
                  <a:pt x="970566" y="71250"/>
                  <a:pt x="969117" y="66842"/>
                </a:cubicBezTo>
                <a:cubicBezTo>
                  <a:pt x="967728" y="62374"/>
                  <a:pt x="965494" y="59023"/>
                  <a:pt x="962414" y="56788"/>
                </a:cubicBezTo>
                <a:cubicBezTo>
                  <a:pt x="959335" y="54554"/>
                  <a:pt x="955320" y="53437"/>
                  <a:pt x="950368" y="53437"/>
                </a:cubicBezTo>
                <a:cubicBezTo>
                  <a:pt x="943062" y="53437"/>
                  <a:pt x="937749" y="55943"/>
                  <a:pt x="934428" y="60955"/>
                </a:cubicBezTo>
                <a:cubicBezTo>
                  <a:pt x="931167" y="65966"/>
                  <a:pt x="929537" y="73484"/>
                  <a:pt x="929537" y="83507"/>
                </a:cubicBezTo>
                <a:close/>
                <a:moveTo>
                  <a:pt x="1007881" y="134318"/>
                </a:moveTo>
                <a:close/>
                <a:moveTo>
                  <a:pt x="1079886" y="31157"/>
                </a:moveTo>
                <a:cubicBezTo>
                  <a:pt x="1090694" y="31157"/>
                  <a:pt x="1099389" y="34115"/>
                  <a:pt x="1105970" y="40033"/>
                </a:cubicBezTo>
                <a:cubicBezTo>
                  <a:pt x="1112552" y="45890"/>
                  <a:pt x="1115843" y="55309"/>
                  <a:pt x="1115843" y="68291"/>
                </a:cubicBezTo>
                <a:lnTo>
                  <a:pt x="1115843" y="134318"/>
                </a:lnTo>
                <a:lnTo>
                  <a:pt x="1088218" y="134318"/>
                </a:lnTo>
                <a:lnTo>
                  <a:pt x="1088218" y="75174"/>
                </a:lnTo>
                <a:cubicBezTo>
                  <a:pt x="1088218" y="67929"/>
                  <a:pt x="1086890" y="62464"/>
                  <a:pt x="1084233" y="58781"/>
                </a:cubicBezTo>
                <a:cubicBezTo>
                  <a:pt x="1081637" y="55098"/>
                  <a:pt x="1077531" y="53256"/>
                  <a:pt x="1071915" y="53256"/>
                </a:cubicBezTo>
                <a:cubicBezTo>
                  <a:pt x="1063462" y="53256"/>
                  <a:pt x="1057696" y="56124"/>
                  <a:pt x="1054616" y="61860"/>
                </a:cubicBezTo>
                <a:cubicBezTo>
                  <a:pt x="1051537" y="67597"/>
                  <a:pt x="1049997" y="75869"/>
                  <a:pt x="1049997" y="86677"/>
                </a:cubicBezTo>
                <a:lnTo>
                  <a:pt x="1049997" y="134318"/>
                </a:lnTo>
                <a:lnTo>
                  <a:pt x="1022373" y="134318"/>
                </a:lnTo>
                <a:lnTo>
                  <a:pt x="1022373" y="33059"/>
                </a:lnTo>
                <a:lnTo>
                  <a:pt x="1043476" y="33059"/>
                </a:lnTo>
                <a:lnTo>
                  <a:pt x="1047189" y="46010"/>
                </a:lnTo>
                <a:lnTo>
                  <a:pt x="1048729" y="46010"/>
                </a:lnTo>
                <a:cubicBezTo>
                  <a:pt x="1050903" y="42508"/>
                  <a:pt x="1053590" y="39670"/>
                  <a:pt x="1056790" y="37497"/>
                </a:cubicBezTo>
                <a:cubicBezTo>
                  <a:pt x="1060051" y="35323"/>
                  <a:pt x="1063643" y="33723"/>
                  <a:pt x="1067568" y="32696"/>
                </a:cubicBezTo>
                <a:cubicBezTo>
                  <a:pt x="1071553" y="31670"/>
                  <a:pt x="1075659" y="31157"/>
                  <a:pt x="1079886" y="311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472D7-075C-47E9-B33C-DC7D900B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257" y="3197805"/>
            <a:ext cx="510915" cy="136129"/>
          </a:xfrm>
          <a:custGeom xmlns:a="http://schemas.openxmlformats.org/drawingml/2006/main">
            <a:pathLst>
              <a:path w="510915" h="136129">
                <a:moveTo>
                  <a:pt x="0" y="134318"/>
                </a:moveTo>
                <a:close/>
                <a:moveTo>
                  <a:pt x="94829" y="97546"/>
                </a:moveTo>
                <a:cubicBezTo>
                  <a:pt x="94829" y="105395"/>
                  <a:pt x="92926" y="112218"/>
                  <a:pt x="89122" y="118015"/>
                </a:cubicBezTo>
                <a:cubicBezTo>
                  <a:pt x="85318" y="123811"/>
                  <a:pt x="79763" y="128280"/>
                  <a:pt x="72457" y="131419"/>
                </a:cubicBezTo>
                <a:cubicBezTo>
                  <a:pt x="65212" y="134559"/>
                  <a:pt x="56396" y="136129"/>
                  <a:pt x="46010" y="136129"/>
                </a:cubicBezTo>
                <a:cubicBezTo>
                  <a:pt x="41421" y="136129"/>
                  <a:pt x="36923" y="135827"/>
                  <a:pt x="32515" y="135223"/>
                </a:cubicBezTo>
                <a:cubicBezTo>
                  <a:pt x="28168" y="134620"/>
                  <a:pt x="23971" y="133744"/>
                  <a:pt x="19926" y="132597"/>
                </a:cubicBezTo>
                <a:cubicBezTo>
                  <a:pt x="15941" y="131389"/>
                  <a:pt x="12137" y="129910"/>
                  <a:pt x="8514" y="128159"/>
                </a:cubicBezTo>
                <a:lnTo>
                  <a:pt x="8514" y="102074"/>
                </a:lnTo>
                <a:cubicBezTo>
                  <a:pt x="14793" y="104852"/>
                  <a:pt x="21315" y="107358"/>
                  <a:pt x="28077" y="109592"/>
                </a:cubicBezTo>
                <a:cubicBezTo>
                  <a:pt x="34840" y="111826"/>
                  <a:pt x="41542" y="112943"/>
                  <a:pt x="48184" y="112943"/>
                </a:cubicBezTo>
                <a:cubicBezTo>
                  <a:pt x="52773" y="112943"/>
                  <a:pt x="56456" y="112339"/>
                  <a:pt x="59234" y="111131"/>
                </a:cubicBezTo>
                <a:cubicBezTo>
                  <a:pt x="62072" y="109924"/>
                  <a:pt x="64125" y="108263"/>
                  <a:pt x="65393" y="106150"/>
                </a:cubicBezTo>
                <a:cubicBezTo>
                  <a:pt x="66661" y="104037"/>
                  <a:pt x="67295" y="101621"/>
                  <a:pt x="67295" y="98904"/>
                </a:cubicBezTo>
                <a:cubicBezTo>
                  <a:pt x="67295" y="95583"/>
                  <a:pt x="66178" y="92745"/>
                  <a:pt x="63944" y="90391"/>
                </a:cubicBezTo>
                <a:cubicBezTo>
                  <a:pt x="61709" y="88036"/>
                  <a:pt x="58630" y="85832"/>
                  <a:pt x="54705" y="83779"/>
                </a:cubicBezTo>
                <a:cubicBezTo>
                  <a:pt x="50841" y="81726"/>
                  <a:pt x="46463" y="79522"/>
                  <a:pt x="41572" y="77167"/>
                </a:cubicBezTo>
                <a:cubicBezTo>
                  <a:pt x="38493" y="75718"/>
                  <a:pt x="35142" y="73967"/>
                  <a:pt x="31519" y="71914"/>
                </a:cubicBezTo>
                <a:cubicBezTo>
                  <a:pt x="27896" y="69801"/>
                  <a:pt x="24454" y="67234"/>
                  <a:pt x="21194" y="64215"/>
                </a:cubicBezTo>
                <a:cubicBezTo>
                  <a:pt x="17933" y="61196"/>
                  <a:pt x="15246" y="57543"/>
                  <a:pt x="13133" y="53256"/>
                </a:cubicBezTo>
                <a:cubicBezTo>
                  <a:pt x="11080" y="48909"/>
                  <a:pt x="10053" y="43716"/>
                  <a:pt x="10053" y="37678"/>
                </a:cubicBezTo>
                <a:cubicBezTo>
                  <a:pt x="10053" y="29768"/>
                  <a:pt x="11865" y="23005"/>
                  <a:pt x="15488" y="17390"/>
                </a:cubicBezTo>
                <a:cubicBezTo>
                  <a:pt x="19111" y="11774"/>
                  <a:pt x="24273" y="7487"/>
                  <a:pt x="30975" y="4529"/>
                </a:cubicBezTo>
                <a:cubicBezTo>
                  <a:pt x="37738" y="1510"/>
                  <a:pt x="45708" y="0"/>
                  <a:pt x="54886" y="0"/>
                </a:cubicBezTo>
                <a:cubicBezTo>
                  <a:pt x="61770" y="0"/>
                  <a:pt x="68321" y="815"/>
                  <a:pt x="74540" y="2445"/>
                </a:cubicBezTo>
                <a:cubicBezTo>
                  <a:pt x="80820" y="4015"/>
                  <a:pt x="87371" y="6310"/>
                  <a:pt x="94195" y="9329"/>
                </a:cubicBezTo>
                <a:lnTo>
                  <a:pt x="85137" y="31157"/>
                </a:lnTo>
                <a:cubicBezTo>
                  <a:pt x="79039" y="28681"/>
                  <a:pt x="73574" y="26779"/>
                  <a:pt x="68744" y="25451"/>
                </a:cubicBezTo>
                <a:cubicBezTo>
                  <a:pt x="63913" y="24062"/>
                  <a:pt x="58992" y="23367"/>
                  <a:pt x="53981" y="23367"/>
                </a:cubicBezTo>
                <a:cubicBezTo>
                  <a:pt x="50479" y="23367"/>
                  <a:pt x="47490" y="23941"/>
                  <a:pt x="45014" y="25088"/>
                </a:cubicBezTo>
                <a:cubicBezTo>
                  <a:pt x="42538" y="26175"/>
                  <a:pt x="40667" y="27745"/>
                  <a:pt x="39399" y="29798"/>
                </a:cubicBezTo>
                <a:cubicBezTo>
                  <a:pt x="38131" y="31791"/>
                  <a:pt x="37497" y="34115"/>
                  <a:pt x="37497" y="36772"/>
                </a:cubicBezTo>
                <a:cubicBezTo>
                  <a:pt x="37497" y="39912"/>
                  <a:pt x="38402" y="42569"/>
                  <a:pt x="40214" y="44742"/>
                </a:cubicBezTo>
                <a:cubicBezTo>
                  <a:pt x="42086" y="46856"/>
                  <a:pt x="44863" y="48909"/>
                  <a:pt x="48546" y="50901"/>
                </a:cubicBezTo>
                <a:cubicBezTo>
                  <a:pt x="52290" y="52894"/>
                  <a:pt x="56939" y="55219"/>
                  <a:pt x="62494" y="57875"/>
                </a:cubicBezTo>
                <a:cubicBezTo>
                  <a:pt x="69257" y="61075"/>
                  <a:pt x="75024" y="64427"/>
                  <a:pt x="79794" y="67929"/>
                </a:cubicBezTo>
                <a:cubicBezTo>
                  <a:pt x="84624" y="71370"/>
                  <a:pt x="88337" y="75446"/>
                  <a:pt x="90934" y="80156"/>
                </a:cubicBezTo>
                <a:cubicBezTo>
                  <a:pt x="93530" y="84805"/>
                  <a:pt x="94829" y="90602"/>
                  <a:pt x="94829" y="97546"/>
                </a:cubicBezTo>
                <a:close/>
                <a:moveTo>
                  <a:pt x="102165" y="134318"/>
                </a:moveTo>
                <a:close/>
                <a:moveTo>
                  <a:pt x="157413" y="1902"/>
                </a:moveTo>
                <a:cubicBezTo>
                  <a:pt x="169429" y="1902"/>
                  <a:pt x="179332" y="3351"/>
                  <a:pt x="187121" y="6249"/>
                </a:cubicBezTo>
                <a:cubicBezTo>
                  <a:pt x="194971" y="9148"/>
                  <a:pt x="200797" y="13525"/>
                  <a:pt x="204601" y="19382"/>
                </a:cubicBezTo>
                <a:cubicBezTo>
                  <a:pt x="208405" y="25239"/>
                  <a:pt x="210307" y="32636"/>
                  <a:pt x="210307" y="41572"/>
                </a:cubicBezTo>
                <a:cubicBezTo>
                  <a:pt x="210307" y="47610"/>
                  <a:pt x="209160" y="52894"/>
                  <a:pt x="206866" y="57422"/>
                </a:cubicBezTo>
                <a:cubicBezTo>
                  <a:pt x="204571" y="61951"/>
                  <a:pt x="201552" y="65785"/>
                  <a:pt x="197808" y="68925"/>
                </a:cubicBezTo>
                <a:cubicBezTo>
                  <a:pt x="194065" y="72065"/>
                  <a:pt x="190019" y="74631"/>
                  <a:pt x="185672" y="76624"/>
                </a:cubicBezTo>
                <a:lnTo>
                  <a:pt x="224618" y="134318"/>
                </a:lnTo>
                <a:lnTo>
                  <a:pt x="193461" y="134318"/>
                </a:lnTo>
                <a:lnTo>
                  <a:pt x="161851" y="83507"/>
                </a:lnTo>
                <a:lnTo>
                  <a:pt x="146907" y="83507"/>
                </a:lnTo>
                <a:lnTo>
                  <a:pt x="146907" y="134318"/>
                </a:lnTo>
                <a:lnTo>
                  <a:pt x="118830" y="134318"/>
                </a:lnTo>
                <a:lnTo>
                  <a:pt x="118830" y="1902"/>
                </a:lnTo>
                <a:lnTo>
                  <a:pt x="157413" y="1902"/>
                </a:lnTo>
                <a:close/>
                <a:moveTo>
                  <a:pt x="155421" y="24907"/>
                </a:moveTo>
                <a:lnTo>
                  <a:pt x="146907" y="24907"/>
                </a:lnTo>
                <a:lnTo>
                  <a:pt x="146907" y="60683"/>
                </a:lnTo>
                <a:lnTo>
                  <a:pt x="155964" y="60683"/>
                </a:lnTo>
                <a:cubicBezTo>
                  <a:pt x="165263" y="60683"/>
                  <a:pt x="171905" y="59143"/>
                  <a:pt x="175890" y="56064"/>
                </a:cubicBezTo>
                <a:cubicBezTo>
                  <a:pt x="179936" y="52924"/>
                  <a:pt x="181958" y="48335"/>
                  <a:pt x="181958" y="42297"/>
                </a:cubicBezTo>
                <a:cubicBezTo>
                  <a:pt x="181958" y="36017"/>
                  <a:pt x="179785" y="31549"/>
                  <a:pt x="175437" y="28892"/>
                </a:cubicBezTo>
                <a:cubicBezTo>
                  <a:pt x="171150" y="26236"/>
                  <a:pt x="164478" y="24907"/>
                  <a:pt x="155421" y="24907"/>
                </a:cubicBezTo>
                <a:close/>
                <a:moveTo>
                  <a:pt x="224618" y="134318"/>
                </a:moveTo>
                <a:close/>
                <a:moveTo>
                  <a:pt x="322344" y="134318"/>
                </a:moveTo>
                <a:lnTo>
                  <a:pt x="312744" y="102799"/>
                </a:lnTo>
                <a:lnTo>
                  <a:pt x="264469" y="102799"/>
                </a:lnTo>
                <a:lnTo>
                  <a:pt x="254869" y="134318"/>
                </a:lnTo>
                <a:lnTo>
                  <a:pt x="224618" y="134318"/>
                </a:lnTo>
                <a:lnTo>
                  <a:pt x="271353" y="1359"/>
                </a:lnTo>
                <a:lnTo>
                  <a:pt x="305679" y="1359"/>
                </a:lnTo>
                <a:lnTo>
                  <a:pt x="352595" y="134318"/>
                </a:lnTo>
                <a:lnTo>
                  <a:pt x="322344" y="134318"/>
                </a:lnTo>
                <a:close/>
                <a:moveTo>
                  <a:pt x="306042" y="79250"/>
                </a:moveTo>
                <a:lnTo>
                  <a:pt x="296441" y="48456"/>
                </a:lnTo>
                <a:cubicBezTo>
                  <a:pt x="295837" y="46403"/>
                  <a:pt x="295022" y="43776"/>
                  <a:pt x="293996" y="40576"/>
                </a:cubicBezTo>
                <a:cubicBezTo>
                  <a:pt x="293029" y="37316"/>
                  <a:pt x="292033" y="34025"/>
                  <a:pt x="291007" y="30704"/>
                </a:cubicBezTo>
                <a:cubicBezTo>
                  <a:pt x="290041" y="27322"/>
                  <a:pt x="289256" y="24394"/>
                  <a:pt x="288652" y="21918"/>
                </a:cubicBezTo>
                <a:cubicBezTo>
                  <a:pt x="288048" y="24394"/>
                  <a:pt x="287203" y="27473"/>
                  <a:pt x="286116" y="31157"/>
                </a:cubicBezTo>
                <a:cubicBezTo>
                  <a:pt x="285089" y="34780"/>
                  <a:pt x="284093" y="38221"/>
                  <a:pt x="283127" y="41482"/>
                </a:cubicBezTo>
                <a:cubicBezTo>
                  <a:pt x="282161" y="44742"/>
                  <a:pt x="281466" y="47067"/>
                  <a:pt x="281044" y="48456"/>
                </a:cubicBezTo>
                <a:lnTo>
                  <a:pt x="271534" y="79250"/>
                </a:lnTo>
                <a:lnTo>
                  <a:pt x="306042" y="79250"/>
                </a:lnTo>
                <a:close/>
                <a:moveTo>
                  <a:pt x="352686" y="134318"/>
                </a:moveTo>
                <a:close/>
                <a:moveTo>
                  <a:pt x="425415" y="134318"/>
                </a:moveTo>
                <a:lnTo>
                  <a:pt x="393534" y="30432"/>
                </a:lnTo>
                <a:lnTo>
                  <a:pt x="392719" y="30432"/>
                </a:lnTo>
                <a:cubicBezTo>
                  <a:pt x="392839" y="32908"/>
                  <a:pt x="393021" y="36651"/>
                  <a:pt x="393262" y="41663"/>
                </a:cubicBezTo>
                <a:cubicBezTo>
                  <a:pt x="393564" y="46614"/>
                  <a:pt x="393836" y="51898"/>
                  <a:pt x="394077" y="57513"/>
                </a:cubicBezTo>
                <a:cubicBezTo>
                  <a:pt x="394319" y="63128"/>
                  <a:pt x="394439" y="68200"/>
                  <a:pt x="394439" y="72729"/>
                </a:cubicBezTo>
                <a:lnTo>
                  <a:pt x="394439" y="134318"/>
                </a:lnTo>
                <a:lnTo>
                  <a:pt x="369351" y="134318"/>
                </a:lnTo>
                <a:lnTo>
                  <a:pt x="369351" y="1902"/>
                </a:lnTo>
                <a:lnTo>
                  <a:pt x="407572" y="1902"/>
                </a:lnTo>
                <a:lnTo>
                  <a:pt x="438910" y="103161"/>
                </a:lnTo>
                <a:lnTo>
                  <a:pt x="439454" y="103161"/>
                </a:lnTo>
                <a:lnTo>
                  <a:pt x="472693" y="1902"/>
                </a:lnTo>
                <a:lnTo>
                  <a:pt x="510915" y="1902"/>
                </a:lnTo>
                <a:lnTo>
                  <a:pt x="510915" y="134318"/>
                </a:lnTo>
                <a:lnTo>
                  <a:pt x="484739" y="134318"/>
                </a:lnTo>
                <a:lnTo>
                  <a:pt x="484739" y="71642"/>
                </a:lnTo>
                <a:cubicBezTo>
                  <a:pt x="484739" y="67476"/>
                  <a:pt x="484800" y="62676"/>
                  <a:pt x="484921" y="57241"/>
                </a:cubicBezTo>
                <a:cubicBezTo>
                  <a:pt x="485102" y="51807"/>
                  <a:pt x="485313" y="46644"/>
                  <a:pt x="485555" y="41754"/>
                </a:cubicBezTo>
                <a:cubicBezTo>
                  <a:pt x="485796" y="36802"/>
                  <a:pt x="485977" y="33089"/>
                  <a:pt x="486098" y="30613"/>
                </a:cubicBezTo>
                <a:lnTo>
                  <a:pt x="485283" y="30613"/>
                </a:lnTo>
                <a:lnTo>
                  <a:pt x="451137" y="134318"/>
                </a:lnTo>
                <a:lnTo>
                  <a:pt x="425415" y="134318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272AD-2A63-4944-AAF5-E158F4FB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444" y="4295110"/>
            <a:ext cx="905354" cy="179060"/>
          </a:xfrm>
          <a:custGeom xmlns:a="http://schemas.openxmlformats.org/drawingml/2006/main">
            <a:pathLst>
              <a:path w="905354" h="179060">
                <a:moveTo>
                  <a:pt x="0" y="134499"/>
                </a:moveTo>
                <a:close/>
                <a:moveTo>
                  <a:pt x="136854" y="68110"/>
                </a:moveTo>
                <a:cubicBezTo>
                  <a:pt x="136854" y="78314"/>
                  <a:pt x="135586" y="87613"/>
                  <a:pt x="133050" y="96006"/>
                </a:cubicBezTo>
                <a:cubicBezTo>
                  <a:pt x="130514" y="104339"/>
                  <a:pt x="126649" y="111524"/>
                  <a:pt x="121457" y="117562"/>
                </a:cubicBezTo>
                <a:cubicBezTo>
                  <a:pt x="116324" y="123600"/>
                  <a:pt x="109803" y="128249"/>
                  <a:pt x="101893" y="131510"/>
                </a:cubicBezTo>
                <a:cubicBezTo>
                  <a:pt x="93983" y="134710"/>
                  <a:pt x="84624" y="136310"/>
                  <a:pt x="73816" y="136310"/>
                </a:cubicBezTo>
                <a:cubicBezTo>
                  <a:pt x="63008" y="136310"/>
                  <a:pt x="53649" y="134710"/>
                  <a:pt x="45739" y="131510"/>
                </a:cubicBezTo>
                <a:cubicBezTo>
                  <a:pt x="37829" y="128249"/>
                  <a:pt x="31277" y="123600"/>
                  <a:pt x="26085" y="117562"/>
                </a:cubicBezTo>
                <a:cubicBezTo>
                  <a:pt x="20952" y="111524"/>
                  <a:pt x="17118" y="104308"/>
                  <a:pt x="14582" y="95915"/>
                </a:cubicBezTo>
                <a:cubicBezTo>
                  <a:pt x="12046" y="87522"/>
                  <a:pt x="10778" y="78194"/>
                  <a:pt x="10778" y="67929"/>
                </a:cubicBezTo>
                <a:cubicBezTo>
                  <a:pt x="10778" y="54222"/>
                  <a:pt x="13012" y="42297"/>
                  <a:pt x="17480" y="32153"/>
                </a:cubicBezTo>
                <a:cubicBezTo>
                  <a:pt x="22009" y="21949"/>
                  <a:pt x="28953" y="14039"/>
                  <a:pt x="38312" y="8423"/>
                </a:cubicBezTo>
                <a:cubicBezTo>
                  <a:pt x="47671" y="2808"/>
                  <a:pt x="59566" y="0"/>
                  <a:pt x="73997" y="0"/>
                </a:cubicBezTo>
                <a:cubicBezTo>
                  <a:pt x="88368" y="0"/>
                  <a:pt x="100172" y="2808"/>
                  <a:pt x="109411" y="8423"/>
                </a:cubicBezTo>
                <a:cubicBezTo>
                  <a:pt x="118709" y="14039"/>
                  <a:pt x="125593" y="21949"/>
                  <a:pt x="130061" y="32153"/>
                </a:cubicBezTo>
                <a:cubicBezTo>
                  <a:pt x="134589" y="42357"/>
                  <a:pt x="136854" y="54343"/>
                  <a:pt x="136854" y="68110"/>
                </a:cubicBezTo>
                <a:close/>
                <a:moveTo>
                  <a:pt x="40214" y="68110"/>
                </a:moveTo>
                <a:cubicBezTo>
                  <a:pt x="40214" y="77348"/>
                  <a:pt x="41361" y="85318"/>
                  <a:pt x="43656" y="92021"/>
                </a:cubicBezTo>
                <a:cubicBezTo>
                  <a:pt x="46010" y="98663"/>
                  <a:pt x="49663" y="103795"/>
                  <a:pt x="54615" y="107418"/>
                </a:cubicBezTo>
                <a:cubicBezTo>
                  <a:pt x="59566" y="110980"/>
                  <a:pt x="65966" y="112762"/>
                  <a:pt x="73816" y="112762"/>
                </a:cubicBezTo>
                <a:cubicBezTo>
                  <a:pt x="81786" y="112762"/>
                  <a:pt x="88247" y="110980"/>
                  <a:pt x="93198" y="107418"/>
                </a:cubicBezTo>
                <a:cubicBezTo>
                  <a:pt x="98149" y="103795"/>
                  <a:pt x="101742" y="98663"/>
                  <a:pt x="103976" y="92021"/>
                </a:cubicBezTo>
                <a:cubicBezTo>
                  <a:pt x="106271" y="85318"/>
                  <a:pt x="107418" y="77348"/>
                  <a:pt x="107418" y="68110"/>
                </a:cubicBezTo>
                <a:cubicBezTo>
                  <a:pt x="107418" y="54222"/>
                  <a:pt x="104822" y="43293"/>
                  <a:pt x="99629" y="35323"/>
                </a:cubicBezTo>
                <a:cubicBezTo>
                  <a:pt x="94436" y="27353"/>
                  <a:pt x="85892" y="23367"/>
                  <a:pt x="73997" y="23367"/>
                </a:cubicBezTo>
                <a:cubicBezTo>
                  <a:pt x="66087" y="23367"/>
                  <a:pt x="59626" y="25179"/>
                  <a:pt x="54615" y="28802"/>
                </a:cubicBezTo>
                <a:cubicBezTo>
                  <a:pt x="49663" y="32364"/>
                  <a:pt x="46010" y="37497"/>
                  <a:pt x="43656" y="44199"/>
                </a:cubicBezTo>
                <a:cubicBezTo>
                  <a:pt x="41361" y="50841"/>
                  <a:pt x="40214" y="58811"/>
                  <a:pt x="40214" y="68110"/>
                </a:cubicBezTo>
                <a:close/>
                <a:moveTo>
                  <a:pt x="147632" y="134499"/>
                </a:moveTo>
                <a:close/>
                <a:moveTo>
                  <a:pt x="255050" y="33240"/>
                </a:moveTo>
                <a:lnTo>
                  <a:pt x="255050" y="134499"/>
                </a:lnTo>
                <a:lnTo>
                  <a:pt x="233856" y="134499"/>
                </a:lnTo>
                <a:lnTo>
                  <a:pt x="230143" y="121547"/>
                </a:lnTo>
                <a:lnTo>
                  <a:pt x="228693" y="121547"/>
                </a:lnTo>
                <a:cubicBezTo>
                  <a:pt x="226520" y="124989"/>
                  <a:pt x="223803" y="127797"/>
                  <a:pt x="220542" y="129970"/>
                </a:cubicBezTo>
                <a:cubicBezTo>
                  <a:pt x="217281" y="132144"/>
                  <a:pt x="213689" y="133744"/>
                  <a:pt x="209764" y="134771"/>
                </a:cubicBezTo>
                <a:cubicBezTo>
                  <a:pt x="205839" y="135797"/>
                  <a:pt x="201763" y="136310"/>
                  <a:pt x="197537" y="136310"/>
                </a:cubicBezTo>
                <a:cubicBezTo>
                  <a:pt x="190291" y="136310"/>
                  <a:pt x="183981" y="135042"/>
                  <a:pt x="178607" y="132506"/>
                </a:cubicBezTo>
                <a:cubicBezTo>
                  <a:pt x="173233" y="129910"/>
                  <a:pt x="169037" y="125895"/>
                  <a:pt x="166018" y="120460"/>
                </a:cubicBezTo>
                <a:cubicBezTo>
                  <a:pt x="163059" y="115026"/>
                  <a:pt x="161580" y="107961"/>
                  <a:pt x="161580" y="99267"/>
                </a:cubicBezTo>
                <a:lnTo>
                  <a:pt x="161580" y="33240"/>
                </a:lnTo>
                <a:lnTo>
                  <a:pt x="189204" y="33240"/>
                </a:lnTo>
                <a:lnTo>
                  <a:pt x="189204" y="92383"/>
                </a:lnTo>
                <a:cubicBezTo>
                  <a:pt x="189204" y="99629"/>
                  <a:pt x="190502" y="105093"/>
                  <a:pt x="193099" y="108777"/>
                </a:cubicBezTo>
                <a:cubicBezTo>
                  <a:pt x="195695" y="112460"/>
                  <a:pt x="199831" y="114301"/>
                  <a:pt x="205507" y="114301"/>
                </a:cubicBezTo>
                <a:cubicBezTo>
                  <a:pt x="211123" y="114301"/>
                  <a:pt x="215530" y="113033"/>
                  <a:pt x="218731" y="110497"/>
                </a:cubicBezTo>
                <a:cubicBezTo>
                  <a:pt x="221931" y="107901"/>
                  <a:pt x="224165" y="104127"/>
                  <a:pt x="225433" y="99176"/>
                </a:cubicBezTo>
                <a:cubicBezTo>
                  <a:pt x="226761" y="94164"/>
                  <a:pt x="227425" y="88066"/>
                  <a:pt x="227425" y="80880"/>
                </a:cubicBezTo>
                <a:lnTo>
                  <a:pt x="227425" y="33240"/>
                </a:lnTo>
                <a:lnTo>
                  <a:pt x="255050" y="33240"/>
                </a:lnTo>
                <a:close/>
                <a:moveTo>
                  <a:pt x="269541" y="134499"/>
                </a:moveTo>
                <a:close/>
                <a:moveTo>
                  <a:pt x="326692" y="114301"/>
                </a:moveTo>
                <a:cubicBezTo>
                  <a:pt x="329711" y="114301"/>
                  <a:pt x="332639" y="114000"/>
                  <a:pt x="335477" y="113396"/>
                </a:cubicBezTo>
                <a:cubicBezTo>
                  <a:pt x="338376" y="112792"/>
                  <a:pt x="341244" y="112037"/>
                  <a:pt x="344082" y="111131"/>
                </a:cubicBezTo>
                <a:lnTo>
                  <a:pt x="344082" y="131691"/>
                </a:lnTo>
                <a:cubicBezTo>
                  <a:pt x="341123" y="133020"/>
                  <a:pt x="337440" y="134106"/>
                  <a:pt x="333032" y="134952"/>
                </a:cubicBezTo>
                <a:cubicBezTo>
                  <a:pt x="328685" y="135857"/>
                  <a:pt x="323914" y="136310"/>
                  <a:pt x="318722" y="136310"/>
                </a:cubicBezTo>
                <a:cubicBezTo>
                  <a:pt x="312684" y="136310"/>
                  <a:pt x="307249" y="135344"/>
                  <a:pt x="302419" y="133412"/>
                </a:cubicBezTo>
                <a:cubicBezTo>
                  <a:pt x="297649" y="131419"/>
                  <a:pt x="293875" y="128008"/>
                  <a:pt x="291097" y="123177"/>
                </a:cubicBezTo>
                <a:cubicBezTo>
                  <a:pt x="288380" y="118287"/>
                  <a:pt x="287022" y="111494"/>
                  <a:pt x="287022" y="102799"/>
                </a:cubicBezTo>
                <a:lnTo>
                  <a:pt x="287022" y="53981"/>
                </a:lnTo>
                <a:lnTo>
                  <a:pt x="273798" y="53981"/>
                </a:lnTo>
                <a:lnTo>
                  <a:pt x="273798" y="42297"/>
                </a:lnTo>
                <a:lnTo>
                  <a:pt x="289014" y="33059"/>
                </a:lnTo>
                <a:lnTo>
                  <a:pt x="296984" y="11684"/>
                </a:lnTo>
                <a:lnTo>
                  <a:pt x="314646" y="11684"/>
                </a:lnTo>
                <a:lnTo>
                  <a:pt x="314646" y="33240"/>
                </a:lnTo>
                <a:lnTo>
                  <a:pt x="342995" y="33240"/>
                </a:lnTo>
                <a:lnTo>
                  <a:pt x="342995" y="53981"/>
                </a:lnTo>
                <a:lnTo>
                  <a:pt x="314646" y="53981"/>
                </a:lnTo>
                <a:lnTo>
                  <a:pt x="314646" y="102799"/>
                </a:lnTo>
                <a:cubicBezTo>
                  <a:pt x="314646" y="106663"/>
                  <a:pt x="315733" y="109561"/>
                  <a:pt x="317906" y="111494"/>
                </a:cubicBezTo>
                <a:cubicBezTo>
                  <a:pt x="320141" y="113366"/>
                  <a:pt x="323069" y="114301"/>
                  <a:pt x="326692" y="114301"/>
                </a:cubicBezTo>
                <a:close/>
                <a:moveTo>
                  <a:pt x="350150" y="134499"/>
                </a:moveTo>
                <a:close/>
                <a:moveTo>
                  <a:pt x="420977" y="31338"/>
                </a:moveTo>
                <a:cubicBezTo>
                  <a:pt x="432389" y="31338"/>
                  <a:pt x="441597" y="35776"/>
                  <a:pt x="448601" y="44652"/>
                </a:cubicBezTo>
                <a:cubicBezTo>
                  <a:pt x="455666" y="53528"/>
                  <a:pt x="459198" y="66540"/>
                  <a:pt x="459198" y="83688"/>
                </a:cubicBezTo>
                <a:cubicBezTo>
                  <a:pt x="459198" y="95161"/>
                  <a:pt x="457538" y="104822"/>
                  <a:pt x="454217" y="112671"/>
                </a:cubicBezTo>
                <a:cubicBezTo>
                  <a:pt x="450896" y="120460"/>
                  <a:pt x="446307" y="126347"/>
                  <a:pt x="440450" y="130333"/>
                </a:cubicBezTo>
                <a:cubicBezTo>
                  <a:pt x="434593" y="134318"/>
                  <a:pt x="427860" y="136310"/>
                  <a:pt x="420252" y="136310"/>
                </a:cubicBezTo>
                <a:cubicBezTo>
                  <a:pt x="415362" y="136310"/>
                  <a:pt x="411165" y="135707"/>
                  <a:pt x="407663" y="134499"/>
                </a:cubicBezTo>
                <a:cubicBezTo>
                  <a:pt x="404161" y="133231"/>
                  <a:pt x="401172" y="131631"/>
                  <a:pt x="398696" y="129699"/>
                </a:cubicBezTo>
                <a:cubicBezTo>
                  <a:pt x="396221" y="127706"/>
                  <a:pt x="394077" y="125593"/>
                  <a:pt x="392266" y="123359"/>
                </a:cubicBezTo>
                <a:lnTo>
                  <a:pt x="390817" y="123359"/>
                </a:lnTo>
                <a:cubicBezTo>
                  <a:pt x="391300" y="125774"/>
                  <a:pt x="391662" y="128249"/>
                  <a:pt x="391904" y="130785"/>
                </a:cubicBezTo>
                <a:cubicBezTo>
                  <a:pt x="392145" y="133321"/>
                  <a:pt x="392266" y="135797"/>
                  <a:pt x="392266" y="138212"/>
                </a:cubicBezTo>
                <a:lnTo>
                  <a:pt x="392266" y="179060"/>
                </a:lnTo>
                <a:lnTo>
                  <a:pt x="364641" y="179060"/>
                </a:lnTo>
                <a:lnTo>
                  <a:pt x="364641" y="33240"/>
                </a:lnTo>
                <a:lnTo>
                  <a:pt x="387103" y="33240"/>
                </a:lnTo>
                <a:lnTo>
                  <a:pt x="390998" y="46373"/>
                </a:lnTo>
                <a:lnTo>
                  <a:pt x="392266" y="46373"/>
                </a:lnTo>
                <a:cubicBezTo>
                  <a:pt x="394077" y="43656"/>
                  <a:pt x="396281" y="41150"/>
                  <a:pt x="398878" y="38855"/>
                </a:cubicBezTo>
                <a:cubicBezTo>
                  <a:pt x="401474" y="36561"/>
                  <a:pt x="404584" y="34749"/>
                  <a:pt x="408206" y="33421"/>
                </a:cubicBezTo>
                <a:cubicBezTo>
                  <a:pt x="411890" y="32032"/>
                  <a:pt x="416147" y="31338"/>
                  <a:pt x="420977" y="31338"/>
                </a:cubicBezTo>
                <a:close/>
                <a:moveTo>
                  <a:pt x="412101" y="53437"/>
                </a:moveTo>
                <a:cubicBezTo>
                  <a:pt x="407271" y="53437"/>
                  <a:pt x="403436" y="54434"/>
                  <a:pt x="400598" y="56426"/>
                </a:cubicBezTo>
                <a:cubicBezTo>
                  <a:pt x="397760" y="58419"/>
                  <a:pt x="395677" y="61408"/>
                  <a:pt x="394349" y="65393"/>
                </a:cubicBezTo>
                <a:cubicBezTo>
                  <a:pt x="393081" y="69378"/>
                  <a:pt x="392387" y="74420"/>
                  <a:pt x="392266" y="80518"/>
                </a:cubicBezTo>
                <a:lnTo>
                  <a:pt x="392266" y="83507"/>
                </a:lnTo>
                <a:cubicBezTo>
                  <a:pt x="392266" y="90028"/>
                  <a:pt x="392870" y="95553"/>
                  <a:pt x="394077" y="100082"/>
                </a:cubicBezTo>
                <a:cubicBezTo>
                  <a:pt x="395345" y="104610"/>
                  <a:pt x="397428" y="108052"/>
                  <a:pt x="400327" y="110407"/>
                </a:cubicBezTo>
                <a:cubicBezTo>
                  <a:pt x="403285" y="112762"/>
                  <a:pt x="407331" y="113939"/>
                  <a:pt x="412463" y="113939"/>
                </a:cubicBezTo>
                <a:cubicBezTo>
                  <a:pt x="416690" y="113939"/>
                  <a:pt x="420162" y="112762"/>
                  <a:pt x="422879" y="110407"/>
                </a:cubicBezTo>
                <a:cubicBezTo>
                  <a:pt x="425596" y="108052"/>
                  <a:pt x="427619" y="104610"/>
                  <a:pt x="428947" y="100082"/>
                </a:cubicBezTo>
                <a:cubicBezTo>
                  <a:pt x="430336" y="95493"/>
                  <a:pt x="431030" y="89907"/>
                  <a:pt x="431030" y="83326"/>
                </a:cubicBezTo>
                <a:cubicBezTo>
                  <a:pt x="431030" y="73423"/>
                  <a:pt x="429491" y="65966"/>
                  <a:pt x="426411" y="60955"/>
                </a:cubicBezTo>
                <a:cubicBezTo>
                  <a:pt x="423332" y="55943"/>
                  <a:pt x="418562" y="53437"/>
                  <a:pt x="412101" y="53437"/>
                </a:cubicBezTo>
                <a:close/>
                <a:moveTo>
                  <a:pt x="467531" y="134499"/>
                </a:moveTo>
                <a:close/>
                <a:moveTo>
                  <a:pt x="574949" y="33240"/>
                </a:moveTo>
                <a:lnTo>
                  <a:pt x="574949" y="134499"/>
                </a:lnTo>
                <a:lnTo>
                  <a:pt x="553755" y="134499"/>
                </a:lnTo>
                <a:lnTo>
                  <a:pt x="550042" y="121547"/>
                </a:lnTo>
                <a:lnTo>
                  <a:pt x="548592" y="121547"/>
                </a:lnTo>
                <a:cubicBezTo>
                  <a:pt x="546419" y="124989"/>
                  <a:pt x="543702" y="127797"/>
                  <a:pt x="540441" y="129970"/>
                </a:cubicBezTo>
                <a:cubicBezTo>
                  <a:pt x="537180" y="132144"/>
                  <a:pt x="533588" y="133744"/>
                  <a:pt x="529663" y="134771"/>
                </a:cubicBezTo>
                <a:cubicBezTo>
                  <a:pt x="525738" y="135797"/>
                  <a:pt x="521662" y="136310"/>
                  <a:pt x="517436" y="136310"/>
                </a:cubicBezTo>
                <a:cubicBezTo>
                  <a:pt x="510190" y="136310"/>
                  <a:pt x="503880" y="135042"/>
                  <a:pt x="498506" y="132506"/>
                </a:cubicBezTo>
                <a:cubicBezTo>
                  <a:pt x="493132" y="129910"/>
                  <a:pt x="488936" y="125895"/>
                  <a:pt x="485917" y="120460"/>
                </a:cubicBezTo>
                <a:cubicBezTo>
                  <a:pt x="482958" y="115026"/>
                  <a:pt x="481479" y="107961"/>
                  <a:pt x="481479" y="99267"/>
                </a:cubicBezTo>
                <a:lnTo>
                  <a:pt x="481479" y="33240"/>
                </a:lnTo>
                <a:lnTo>
                  <a:pt x="509103" y="33240"/>
                </a:lnTo>
                <a:lnTo>
                  <a:pt x="509103" y="92383"/>
                </a:lnTo>
                <a:cubicBezTo>
                  <a:pt x="509103" y="99629"/>
                  <a:pt x="510401" y="105093"/>
                  <a:pt x="512998" y="108777"/>
                </a:cubicBezTo>
                <a:cubicBezTo>
                  <a:pt x="515594" y="112460"/>
                  <a:pt x="519730" y="114301"/>
                  <a:pt x="525406" y="114301"/>
                </a:cubicBezTo>
                <a:cubicBezTo>
                  <a:pt x="531022" y="114301"/>
                  <a:pt x="535429" y="113033"/>
                  <a:pt x="538630" y="110497"/>
                </a:cubicBezTo>
                <a:cubicBezTo>
                  <a:pt x="541830" y="107901"/>
                  <a:pt x="544064" y="104127"/>
                  <a:pt x="545332" y="99176"/>
                </a:cubicBezTo>
                <a:cubicBezTo>
                  <a:pt x="546660" y="94164"/>
                  <a:pt x="547324" y="88066"/>
                  <a:pt x="547324" y="80880"/>
                </a:cubicBezTo>
                <a:lnTo>
                  <a:pt x="547324" y="33240"/>
                </a:lnTo>
                <a:lnTo>
                  <a:pt x="574949" y="33240"/>
                </a:lnTo>
                <a:close/>
                <a:moveTo>
                  <a:pt x="589440" y="134499"/>
                </a:moveTo>
                <a:close/>
                <a:moveTo>
                  <a:pt x="646591" y="114301"/>
                </a:moveTo>
                <a:cubicBezTo>
                  <a:pt x="649610" y="114301"/>
                  <a:pt x="652538" y="114000"/>
                  <a:pt x="655376" y="113396"/>
                </a:cubicBezTo>
                <a:cubicBezTo>
                  <a:pt x="658275" y="112792"/>
                  <a:pt x="661143" y="112037"/>
                  <a:pt x="663981" y="111131"/>
                </a:cubicBezTo>
                <a:lnTo>
                  <a:pt x="663981" y="131691"/>
                </a:lnTo>
                <a:cubicBezTo>
                  <a:pt x="661022" y="133020"/>
                  <a:pt x="657339" y="134106"/>
                  <a:pt x="652931" y="134952"/>
                </a:cubicBezTo>
                <a:cubicBezTo>
                  <a:pt x="648584" y="135857"/>
                  <a:pt x="643813" y="136310"/>
                  <a:pt x="638621" y="136310"/>
                </a:cubicBezTo>
                <a:cubicBezTo>
                  <a:pt x="632583" y="136310"/>
                  <a:pt x="627148" y="135344"/>
                  <a:pt x="622318" y="133412"/>
                </a:cubicBezTo>
                <a:cubicBezTo>
                  <a:pt x="617548" y="131419"/>
                  <a:pt x="613774" y="128008"/>
                  <a:pt x="610996" y="123177"/>
                </a:cubicBezTo>
                <a:cubicBezTo>
                  <a:pt x="608279" y="118287"/>
                  <a:pt x="606921" y="111494"/>
                  <a:pt x="606921" y="102799"/>
                </a:cubicBezTo>
                <a:lnTo>
                  <a:pt x="606921" y="53981"/>
                </a:lnTo>
                <a:lnTo>
                  <a:pt x="593697" y="53981"/>
                </a:lnTo>
                <a:lnTo>
                  <a:pt x="593697" y="42297"/>
                </a:lnTo>
                <a:lnTo>
                  <a:pt x="608913" y="33059"/>
                </a:lnTo>
                <a:lnTo>
                  <a:pt x="616883" y="11684"/>
                </a:lnTo>
                <a:lnTo>
                  <a:pt x="634545" y="11684"/>
                </a:lnTo>
                <a:lnTo>
                  <a:pt x="634545" y="33240"/>
                </a:lnTo>
                <a:lnTo>
                  <a:pt x="662894" y="33240"/>
                </a:lnTo>
                <a:lnTo>
                  <a:pt x="662894" y="53981"/>
                </a:lnTo>
                <a:lnTo>
                  <a:pt x="634545" y="53981"/>
                </a:lnTo>
                <a:lnTo>
                  <a:pt x="634545" y="102799"/>
                </a:lnTo>
                <a:cubicBezTo>
                  <a:pt x="634545" y="106663"/>
                  <a:pt x="635632" y="109561"/>
                  <a:pt x="637805" y="111494"/>
                </a:cubicBezTo>
                <a:cubicBezTo>
                  <a:pt x="640040" y="113366"/>
                  <a:pt x="642968" y="114301"/>
                  <a:pt x="646591" y="114301"/>
                </a:cubicBezTo>
                <a:close/>
                <a:moveTo>
                  <a:pt x="718233" y="134499"/>
                </a:moveTo>
                <a:close/>
                <a:moveTo>
                  <a:pt x="775384" y="114301"/>
                </a:moveTo>
                <a:cubicBezTo>
                  <a:pt x="778403" y="114301"/>
                  <a:pt x="781331" y="114000"/>
                  <a:pt x="784169" y="113396"/>
                </a:cubicBezTo>
                <a:cubicBezTo>
                  <a:pt x="787068" y="112792"/>
                  <a:pt x="789936" y="112037"/>
                  <a:pt x="792774" y="111131"/>
                </a:cubicBezTo>
                <a:lnTo>
                  <a:pt x="792774" y="131691"/>
                </a:lnTo>
                <a:cubicBezTo>
                  <a:pt x="789815" y="133020"/>
                  <a:pt x="786132" y="134106"/>
                  <a:pt x="781724" y="134952"/>
                </a:cubicBezTo>
                <a:cubicBezTo>
                  <a:pt x="777376" y="135857"/>
                  <a:pt x="772606" y="136310"/>
                  <a:pt x="767414" y="136310"/>
                </a:cubicBezTo>
                <a:cubicBezTo>
                  <a:pt x="761375" y="136310"/>
                  <a:pt x="755941" y="135344"/>
                  <a:pt x="751111" y="133412"/>
                </a:cubicBezTo>
                <a:cubicBezTo>
                  <a:pt x="746341" y="131419"/>
                  <a:pt x="742567" y="128008"/>
                  <a:pt x="739789" y="123177"/>
                </a:cubicBezTo>
                <a:cubicBezTo>
                  <a:pt x="737072" y="118287"/>
                  <a:pt x="735713" y="111494"/>
                  <a:pt x="735713" y="102799"/>
                </a:cubicBezTo>
                <a:lnTo>
                  <a:pt x="735713" y="53981"/>
                </a:lnTo>
                <a:lnTo>
                  <a:pt x="722490" y="53981"/>
                </a:lnTo>
                <a:lnTo>
                  <a:pt x="722490" y="42297"/>
                </a:lnTo>
                <a:lnTo>
                  <a:pt x="737706" y="33059"/>
                </a:lnTo>
                <a:lnTo>
                  <a:pt x="745676" y="11684"/>
                </a:lnTo>
                <a:lnTo>
                  <a:pt x="763338" y="11684"/>
                </a:lnTo>
                <a:lnTo>
                  <a:pt x="763338" y="33240"/>
                </a:lnTo>
                <a:lnTo>
                  <a:pt x="791687" y="33240"/>
                </a:lnTo>
                <a:lnTo>
                  <a:pt x="791687" y="53981"/>
                </a:lnTo>
                <a:lnTo>
                  <a:pt x="763338" y="53981"/>
                </a:lnTo>
                <a:lnTo>
                  <a:pt x="763338" y="102799"/>
                </a:lnTo>
                <a:cubicBezTo>
                  <a:pt x="763338" y="106663"/>
                  <a:pt x="764425" y="109561"/>
                  <a:pt x="766598" y="111494"/>
                </a:cubicBezTo>
                <a:cubicBezTo>
                  <a:pt x="768833" y="113366"/>
                  <a:pt x="771761" y="114301"/>
                  <a:pt x="775384" y="114301"/>
                </a:cubicBezTo>
                <a:close/>
                <a:moveTo>
                  <a:pt x="798842" y="134499"/>
                </a:moveTo>
                <a:close/>
                <a:moveTo>
                  <a:pt x="905354" y="83688"/>
                </a:moveTo>
                <a:cubicBezTo>
                  <a:pt x="905354" y="92142"/>
                  <a:pt x="904207" y="99629"/>
                  <a:pt x="901912" y="106150"/>
                </a:cubicBezTo>
                <a:cubicBezTo>
                  <a:pt x="899678" y="112671"/>
                  <a:pt x="896388" y="118196"/>
                  <a:pt x="892040" y="122725"/>
                </a:cubicBezTo>
                <a:cubicBezTo>
                  <a:pt x="887753" y="127193"/>
                  <a:pt x="882560" y="130574"/>
                  <a:pt x="876462" y="132869"/>
                </a:cubicBezTo>
                <a:cubicBezTo>
                  <a:pt x="870424" y="135163"/>
                  <a:pt x="863601" y="136310"/>
                  <a:pt x="855993" y="136310"/>
                </a:cubicBezTo>
                <a:cubicBezTo>
                  <a:pt x="848868" y="136310"/>
                  <a:pt x="842316" y="135163"/>
                  <a:pt x="836339" y="132869"/>
                </a:cubicBezTo>
                <a:cubicBezTo>
                  <a:pt x="830421" y="130574"/>
                  <a:pt x="825259" y="127193"/>
                  <a:pt x="820851" y="122725"/>
                </a:cubicBezTo>
                <a:cubicBezTo>
                  <a:pt x="816503" y="118196"/>
                  <a:pt x="813122" y="112671"/>
                  <a:pt x="810707" y="106150"/>
                </a:cubicBezTo>
                <a:cubicBezTo>
                  <a:pt x="808352" y="99629"/>
                  <a:pt x="807175" y="92142"/>
                  <a:pt x="807175" y="83688"/>
                </a:cubicBezTo>
                <a:cubicBezTo>
                  <a:pt x="807175" y="72457"/>
                  <a:pt x="809167" y="62947"/>
                  <a:pt x="813152" y="55158"/>
                </a:cubicBezTo>
                <a:cubicBezTo>
                  <a:pt x="817137" y="47369"/>
                  <a:pt x="822813" y="41452"/>
                  <a:pt x="830180" y="37406"/>
                </a:cubicBezTo>
                <a:cubicBezTo>
                  <a:pt x="837546" y="33361"/>
                  <a:pt x="846332" y="31338"/>
                  <a:pt x="856536" y="31338"/>
                </a:cubicBezTo>
                <a:cubicBezTo>
                  <a:pt x="866016" y="31338"/>
                  <a:pt x="874409" y="33361"/>
                  <a:pt x="881715" y="37406"/>
                </a:cubicBezTo>
                <a:cubicBezTo>
                  <a:pt x="889081" y="41452"/>
                  <a:pt x="894848" y="47369"/>
                  <a:pt x="899014" y="55158"/>
                </a:cubicBezTo>
                <a:cubicBezTo>
                  <a:pt x="903241" y="62947"/>
                  <a:pt x="905354" y="72457"/>
                  <a:pt x="905354" y="83688"/>
                </a:cubicBezTo>
                <a:close/>
                <a:moveTo>
                  <a:pt x="835342" y="83688"/>
                </a:moveTo>
                <a:cubicBezTo>
                  <a:pt x="835342" y="90330"/>
                  <a:pt x="836067" y="95915"/>
                  <a:pt x="837516" y="100444"/>
                </a:cubicBezTo>
                <a:cubicBezTo>
                  <a:pt x="838965" y="104973"/>
                  <a:pt x="841229" y="108384"/>
                  <a:pt x="844309" y="110679"/>
                </a:cubicBezTo>
                <a:cubicBezTo>
                  <a:pt x="847388" y="112973"/>
                  <a:pt x="851404" y="114120"/>
                  <a:pt x="856355" y="114120"/>
                </a:cubicBezTo>
                <a:cubicBezTo>
                  <a:pt x="861246" y="114120"/>
                  <a:pt x="865201" y="112973"/>
                  <a:pt x="868220" y="110679"/>
                </a:cubicBezTo>
                <a:cubicBezTo>
                  <a:pt x="871299" y="108384"/>
                  <a:pt x="873533" y="104973"/>
                  <a:pt x="874922" y="100444"/>
                </a:cubicBezTo>
                <a:cubicBezTo>
                  <a:pt x="876371" y="95915"/>
                  <a:pt x="877096" y="90330"/>
                  <a:pt x="877096" y="83688"/>
                </a:cubicBezTo>
                <a:cubicBezTo>
                  <a:pt x="877096" y="76986"/>
                  <a:pt x="876371" y="71431"/>
                  <a:pt x="874922" y="67023"/>
                </a:cubicBezTo>
                <a:cubicBezTo>
                  <a:pt x="873533" y="62555"/>
                  <a:pt x="871299" y="59204"/>
                  <a:pt x="868220" y="56970"/>
                </a:cubicBezTo>
                <a:cubicBezTo>
                  <a:pt x="865140" y="54735"/>
                  <a:pt x="861125" y="53618"/>
                  <a:pt x="856174" y="53618"/>
                </a:cubicBezTo>
                <a:cubicBezTo>
                  <a:pt x="848868" y="53618"/>
                  <a:pt x="843554" y="56124"/>
                  <a:pt x="840233" y="61136"/>
                </a:cubicBezTo>
                <a:cubicBezTo>
                  <a:pt x="836973" y="66147"/>
                  <a:pt x="835342" y="73665"/>
                  <a:pt x="835342" y="836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BBB91-DD1A-4FBB-9389-5DF7F67D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315" y="4297193"/>
            <a:ext cx="424872" cy="132416"/>
          </a:xfrm>
          <a:custGeom xmlns:a="http://schemas.openxmlformats.org/drawingml/2006/main">
            <a:pathLst>
              <a:path w="424872" h="132416">
                <a:moveTo>
                  <a:pt x="0" y="132416"/>
                </a:moveTo>
                <a:close/>
                <a:moveTo>
                  <a:pt x="125170" y="132416"/>
                </a:moveTo>
                <a:lnTo>
                  <a:pt x="97183" y="132416"/>
                </a:lnTo>
                <a:lnTo>
                  <a:pt x="97183" y="75265"/>
                </a:lnTo>
                <a:lnTo>
                  <a:pt x="44742" y="75265"/>
                </a:lnTo>
                <a:lnTo>
                  <a:pt x="44742" y="132416"/>
                </a:lnTo>
                <a:lnTo>
                  <a:pt x="16665" y="132416"/>
                </a:lnTo>
                <a:lnTo>
                  <a:pt x="16665" y="0"/>
                </a:lnTo>
                <a:lnTo>
                  <a:pt x="44742" y="0"/>
                </a:lnTo>
                <a:lnTo>
                  <a:pt x="44742" y="51898"/>
                </a:lnTo>
                <a:lnTo>
                  <a:pt x="97183" y="51898"/>
                </a:lnTo>
                <a:lnTo>
                  <a:pt x="97183" y="0"/>
                </a:lnTo>
                <a:lnTo>
                  <a:pt x="125170" y="0"/>
                </a:lnTo>
                <a:lnTo>
                  <a:pt x="125170" y="132416"/>
                </a:lnTo>
                <a:close/>
                <a:moveTo>
                  <a:pt x="142016" y="132416"/>
                </a:moveTo>
                <a:close/>
                <a:moveTo>
                  <a:pt x="158682" y="0"/>
                </a:moveTo>
                <a:lnTo>
                  <a:pt x="199892" y="0"/>
                </a:lnTo>
                <a:cubicBezTo>
                  <a:pt x="217523" y="0"/>
                  <a:pt x="230867" y="2476"/>
                  <a:pt x="239924" y="7427"/>
                </a:cubicBezTo>
                <a:cubicBezTo>
                  <a:pt x="248981" y="12378"/>
                  <a:pt x="253510" y="21073"/>
                  <a:pt x="253510" y="33512"/>
                </a:cubicBezTo>
                <a:cubicBezTo>
                  <a:pt x="253510" y="38523"/>
                  <a:pt x="252695" y="43052"/>
                  <a:pt x="251065" y="47097"/>
                </a:cubicBezTo>
                <a:cubicBezTo>
                  <a:pt x="249495" y="51143"/>
                  <a:pt x="247200" y="54464"/>
                  <a:pt x="244181" y="57060"/>
                </a:cubicBezTo>
                <a:cubicBezTo>
                  <a:pt x="241162" y="59657"/>
                  <a:pt x="237479" y="61347"/>
                  <a:pt x="233131" y="62132"/>
                </a:cubicBezTo>
                <a:lnTo>
                  <a:pt x="233131" y="63038"/>
                </a:lnTo>
                <a:cubicBezTo>
                  <a:pt x="237539" y="63944"/>
                  <a:pt x="241524" y="65513"/>
                  <a:pt x="245087" y="67748"/>
                </a:cubicBezTo>
                <a:cubicBezTo>
                  <a:pt x="248649" y="69921"/>
                  <a:pt x="251487" y="73122"/>
                  <a:pt x="253601" y="77348"/>
                </a:cubicBezTo>
                <a:cubicBezTo>
                  <a:pt x="255774" y="81514"/>
                  <a:pt x="256861" y="87070"/>
                  <a:pt x="256861" y="94013"/>
                </a:cubicBezTo>
                <a:cubicBezTo>
                  <a:pt x="256861" y="102044"/>
                  <a:pt x="254899" y="108927"/>
                  <a:pt x="250974" y="114664"/>
                </a:cubicBezTo>
                <a:cubicBezTo>
                  <a:pt x="247049" y="120400"/>
                  <a:pt x="241434" y="124808"/>
                  <a:pt x="234128" y="127887"/>
                </a:cubicBezTo>
                <a:cubicBezTo>
                  <a:pt x="226882" y="130906"/>
                  <a:pt x="218247" y="132416"/>
                  <a:pt x="208224" y="132416"/>
                </a:cubicBezTo>
                <a:lnTo>
                  <a:pt x="158682" y="132416"/>
                </a:lnTo>
                <a:lnTo>
                  <a:pt x="158682" y="0"/>
                </a:lnTo>
                <a:close/>
                <a:moveTo>
                  <a:pt x="186759" y="52441"/>
                </a:moveTo>
                <a:lnTo>
                  <a:pt x="203062" y="52441"/>
                </a:lnTo>
                <a:cubicBezTo>
                  <a:pt x="211213" y="52441"/>
                  <a:pt x="216859" y="51173"/>
                  <a:pt x="219999" y="48637"/>
                </a:cubicBezTo>
                <a:cubicBezTo>
                  <a:pt x="223138" y="46041"/>
                  <a:pt x="224708" y="42237"/>
                  <a:pt x="224708" y="37225"/>
                </a:cubicBezTo>
                <a:cubicBezTo>
                  <a:pt x="224708" y="32153"/>
                  <a:pt x="222836" y="28530"/>
                  <a:pt x="219093" y="26356"/>
                </a:cubicBezTo>
                <a:cubicBezTo>
                  <a:pt x="215410" y="24122"/>
                  <a:pt x="209553" y="23005"/>
                  <a:pt x="201522" y="23005"/>
                </a:cubicBezTo>
                <a:lnTo>
                  <a:pt x="186759" y="23005"/>
                </a:lnTo>
                <a:lnTo>
                  <a:pt x="186759" y="52441"/>
                </a:lnTo>
                <a:close/>
                <a:moveTo>
                  <a:pt x="186759" y="74722"/>
                </a:moveTo>
                <a:lnTo>
                  <a:pt x="186759" y="109229"/>
                </a:lnTo>
                <a:lnTo>
                  <a:pt x="205054" y="109229"/>
                </a:lnTo>
                <a:cubicBezTo>
                  <a:pt x="213508" y="109229"/>
                  <a:pt x="219395" y="107599"/>
                  <a:pt x="222716" y="104339"/>
                </a:cubicBezTo>
                <a:cubicBezTo>
                  <a:pt x="226037" y="101078"/>
                  <a:pt x="227697" y="96700"/>
                  <a:pt x="227697" y="91206"/>
                </a:cubicBezTo>
                <a:cubicBezTo>
                  <a:pt x="227697" y="87945"/>
                  <a:pt x="226973" y="85077"/>
                  <a:pt x="225523" y="82601"/>
                </a:cubicBezTo>
                <a:cubicBezTo>
                  <a:pt x="224074" y="80126"/>
                  <a:pt x="221629" y="78194"/>
                  <a:pt x="218187" y="76805"/>
                </a:cubicBezTo>
                <a:cubicBezTo>
                  <a:pt x="214806" y="75416"/>
                  <a:pt x="210126" y="74722"/>
                  <a:pt x="204149" y="74722"/>
                </a:cubicBezTo>
                <a:lnTo>
                  <a:pt x="186759" y="74722"/>
                </a:lnTo>
                <a:close/>
                <a:moveTo>
                  <a:pt x="266643" y="132416"/>
                </a:moveTo>
                <a:close/>
                <a:moveTo>
                  <a:pt x="339372" y="132416"/>
                </a:moveTo>
                <a:lnTo>
                  <a:pt x="307491" y="28530"/>
                </a:lnTo>
                <a:lnTo>
                  <a:pt x="306676" y="28530"/>
                </a:lnTo>
                <a:cubicBezTo>
                  <a:pt x="306796" y="31006"/>
                  <a:pt x="306977" y="34749"/>
                  <a:pt x="307219" y="39761"/>
                </a:cubicBezTo>
                <a:cubicBezTo>
                  <a:pt x="307521" y="44712"/>
                  <a:pt x="307793" y="49996"/>
                  <a:pt x="308034" y="55611"/>
                </a:cubicBezTo>
                <a:cubicBezTo>
                  <a:pt x="308276" y="61226"/>
                  <a:pt x="308396" y="66298"/>
                  <a:pt x="308396" y="70827"/>
                </a:cubicBezTo>
                <a:lnTo>
                  <a:pt x="308396" y="132416"/>
                </a:lnTo>
                <a:lnTo>
                  <a:pt x="283308" y="132416"/>
                </a:lnTo>
                <a:lnTo>
                  <a:pt x="283308" y="0"/>
                </a:lnTo>
                <a:lnTo>
                  <a:pt x="321529" y="0"/>
                </a:lnTo>
                <a:lnTo>
                  <a:pt x="352867" y="101259"/>
                </a:lnTo>
                <a:lnTo>
                  <a:pt x="353411" y="101259"/>
                </a:lnTo>
                <a:lnTo>
                  <a:pt x="386650" y="0"/>
                </a:lnTo>
                <a:lnTo>
                  <a:pt x="424872" y="0"/>
                </a:lnTo>
                <a:lnTo>
                  <a:pt x="424872" y="132416"/>
                </a:lnTo>
                <a:lnTo>
                  <a:pt x="398696" y="132416"/>
                </a:lnTo>
                <a:lnTo>
                  <a:pt x="398696" y="69740"/>
                </a:lnTo>
                <a:cubicBezTo>
                  <a:pt x="398696" y="65574"/>
                  <a:pt x="398757" y="60774"/>
                  <a:pt x="398878" y="55339"/>
                </a:cubicBezTo>
                <a:cubicBezTo>
                  <a:pt x="399059" y="49905"/>
                  <a:pt x="399270" y="44742"/>
                  <a:pt x="399512" y="39852"/>
                </a:cubicBezTo>
                <a:cubicBezTo>
                  <a:pt x="399753" y="34900"/>
                  <a:pt x="399934" y="31187"/>
                  <a:pt x="400055" y="28711"/>
                </a:cubicBezTo>
                <a:lnTo>
                  <a:pt x="399240" y="28711"/>
                </a:lnTo>
                <a:lnTo>
                  <a:pt x="365094" y="132416"/>
                </a:lnTo>
                <a:lnTo>
                  <a:pt x="339372" y="132416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211F3-80CD-47E6-8444-F51F9D2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003" y="2980663"/>
            <a:ext cx="771670" cy="142741"/>
          </a:xfrm>
          <a:custGeom xmlns:a="http://schemas.openxmlformats.org/drawingml/2006/main">
            <a:pathLst>
              <a:path w="771670" h="142741">
                <a:moveTo>
                  <a:pt x="0" y="140929"/>
                </a:moveTo>
                <a:close/>
                <a:moveTo>
                  <a:pt x="94829" y="104157"/>
                </a:moveTo>
                <a:cubicBezTo>
                  <a:pt x="94829" y="112007"/>
                  <a:pt x="92927" y="118830"/>
                  <a:pt x="89122" y="124627"/>
                </a:cubicBezTo>
                <a:cubicBezTo>
                  <a:pt x="85318" y="130423"/>
                  <a:pt x="79763" y="134891"/>
                  <a:pt x="72457" y="138031"/>
                </a:cubicBezTo>
                <a:cubicBezTo>
                  <a:pt x="65212" y="141171"/>
                  <a:pt x="56396" y="142741"/>
                  <a:pt x="46010" y="142741"/>
                </a:cubicBezTo>
                <a:cubicBezTo>
                  <a:pt x="41421" y="142741"/>
                  <a:pt x="36923" y="142439"/>
                  <a:pt x="32515" y="141835"/>
                </a:cubicBezTo>
                <a:cubicBezTo>
                  <a:pt x="28168" y="141231"/>
                  <a:pt x="23971" y="140356"/>
                  <a:pt x="19926" y="139209"/>
                </a:cubicBezTo>
                <a:cubicBezTo>
                  <a:pt x="15941" y="138001"/>
                  <a:pt x="12137" y="136522"/>
                  <a:pt x="8514" y="134771"/>
                </a:cubicBezTo>
                <a:lnTo>
                  <a:pt x="8514" y="108686"/>
                </a:lnTo>
                <a:cubicBezTo>
                  <a:pt x="14793" y="111464"/>
                  <a:pt x="21315" y="113969"/>
                  <a:pt x="28077" y="116203"/>
                </a:cubicBezTo>
                <a:cubicBezTo>
                  <a:pt x="34840" y="118438"/>
                  <a:pt x="41542" y="119555"/>
                  <a:pt x="48184" y="119555"/>
                </a:cubicBezTo>
                <a:cubicBezTo>
                  <a:pt x="52773" y="119555"/>
                  <a:pt x="56456" y="118951"/>
                  <a:pt x="59234" y="117743"/>
                </a:cubicBezTo>
                <a:cubicBezTo>
                  <a:pt x="62072" y="116536"/>
                  <a:pt x="64125" y="114875"/>
                  <a:pt x="65393" y="112762"/>
                </a:cubicBezTo>
                <a:cubicBezTo>
                  <a:pt x="66661" y="110648"/>
                  <a:pt x="67295" y="108233"/>
                  <a:pt x="67295" y="105516"/>
                </a:cubicBezTo>
                <a:cubicBezTo>
                  <a:pt x="67295" y="102195"/>
                  <a:pt x="66178" y="99357"/>
                  <a:pt x="63944" y="97002"/>
                </a:cubicBezTo>
                <a:cubicBezTo>
                  <a:pt x="61709" y="94647"/>
                  <a:pt x="58630" y="92443"/>
                  <a:pt x="54705" y="90391"/>
                </a:cubicBezTo>
                <a:cubicBezTo>
                  <a:pt x="50841" y="88338"/>
                  <a:pt x="46463" y="86134"/>
                  <a:pt x="41572" y="83779"/>
                </a:cubicBezTo>
                <a:cubicBezTo>
                  <a:pt x="38493" y="82330"/>
                  <a:pt x="35142" y="80579"/>
                  <a:pt x="31519" y="78526"/>
                </a:cubicBezTo>
                <a:cubicBezTo>
                  <a:pt x="27896" y="76412"/>
                  <a:pt x="24454" y="73846"/>
                  <a:pt x="21194" y="70827"/>
                </a:cubicBezTo>
                <a:cubicBezTo>
                  <a:pt x="17933" y="67808"/>
                  <a:pt x="15246" y="64155"/>
                  <a:pt x="13133" y="59868"/>
                </a:cubicBezTo>
                <a:cubicBezTo>
                  <a:pt x="11080" y="55520"/>
                  <a:pt x="10053" y="50328"/>
                  <a:pt x="10053" y="44290"/>
                </a:cubicBezTo>
                <a:cubicBezTo>
                  <a:pt x="10053" y="36380"/>
                  <a:pt x="11865" y="29617"/>
                  <a:pt x="15488" y="24001"/>
                </a:cubicBezTo>
                <a:cubicBezTo>
                  <a:pt x="19111" y="18386"/>
                  <a:pt x="24273" y="14099"/>
                  <a:pt x="30976" y="11140"/>
                </a:cubicBezTo>
                <a:cubicBezTo>
                  <a:pt x="37738" y="8121"/>
                  <a:pt x="45708" y="6612"/>
                  <a:pt x="54886" y="6612"/>
                </a:cubicBezTo>
                <a:cubicBezTo>
                  <a:pt x="61770" y="6612"/>
                  <a:pt x="68321" y="7427"/>
                  <a:pt x="74540" y="9057"/>
                </a:cubicBezTo>
                <a:cubicBezTo>
                  <a:pt x="80820" y="10627"/>
                  <a:pt x="87371" y="12922"/>
                  <a:pt x="94195" y="15941"/>
                </a:cubicBezTo>
                <a:lnTo>
                  <a:pt x="85137" y="37768"/>
                </a:lnTo>
                <a:cubicBezTo>
                  <a:pt x="79039" y="35293"/>
                  <a:pt x="73574" y="33391"/>
                  <a:pt x="68744" y="32062"/>
                </a:cubicBezTo>
                <a:cubicBezTo>
                  <a:pt x="63913" y="30674"/>
                  <a:pt x="58992" y="29979"/>
                  <a:pt x="53981" y="29979"/>
                </a:cubicBezTo>
                <a:cubicBezTo>
                  <a:pt x="50479" y="29979"/>
                  <a:pt x="47490" y="30553"/>
                  <a:pt x="45014" y="31700"/>
                </a:cubicBezTo>
                <a:cubicBezTo>
                  <a:pt x="42538" y="32787"/>
                  <a:pt x="40667" y="34357"/>
                  <a:pt x="39399" y="36410"/>
                </a:cubicBezTo>
                <a:cubicBezTo>
                  <a:pt x="38131" y="38402"/>
                  <a:pt x="37497" y="40727"/>
                  <a:pt x="37497" y="43384"/>
                </a:cubicBezTo>
                <a:cubicBezTo>
                  <a:pt x="37497" y="46524"/>
                  <a:pt x="38402" y="49180"/>
                  <a:pt x="40214" y="51354"/>
                </a:cubicBezTo>
                <a:cubicBezTo>
                  <a:pt x="42086" y="53467"/>
                  <a:pt x="44863" y="55520"/>
                  <a:pt x="48546" y="57513"/>
                </a:cubicBezTo>
                <a:cubicBezTo>
                  <a:pt x="52290" y="59506"/>
                  <a:pt x="56939" y="61830"/>
                  <a:pt x="62494" y="64487"/>
                </a:cubicBezTo>
                <a:cubicBezTo>
                  <a:pt x="69257" y="67687"/>
                  <a:pt x="75024" y="71038"/>
                  <a:pt x="79794" y="74540"/>
                </a:cubicBezTo>
                <a:cubicBezTo>
                  <a:pt x="84624" y="77982"/>
                  <a:pt x="88338" y="82058"/>
                  <a:pt x="90934" y="86768"/>
                </a:cubicBezTo>
                <a:cubicBezTo>
                  <a:pt x="93530" y="91417"/>
                  <a:pt x="94829" y="97214"/>
                  <a:pt x="94829" y="104157"/>
                </a:cubicBezTo>
                <a:close/>
                <a:moveTo>
                  <a:pt x="102165" y="140929"/>
                </a:moveTo>
                <a:close/>
                <a:moveTo>
                  <a:pt x="158410" y="37768"/>
                </a:moveTo>
                <a:cubicBezTo>
                  <a:pt x="167769" y="37768"/>
                  <a:pt x="175830" y="39580"/>
                  <a:pt x="182592" y="43203"/>
                </a:cubicBezTo>
                <a:cubicBezTo>
                  <a:pt x="189355" y="46765"/>
                  <a:pt x="194578" y="51958"/>
                  <a:pt x="198261" y="58781"/>
                </a:cubicBezTo>
                <a:cubicBezTo>
                  <a:pt x="201945" y="65604"/>
                  <a:pt x="203786" y="73937"/>
                  <a:pt x="203786" y="83779"/>
                </a:cubicBezTo>
                <a:lnTo>
                  <a:pt x="203786" y="97183"/>
                </a:lnTo>
                <a:lnTo>
                  <a:pt x="138484" y="97183"/>
                </a:lnTo>
                <a:cubicBezTo>
                  <a:pt x="138786" y="104973"/>
                  <a:pt x="141111" y="111101"/>
                  <a:pt x="145458" y="115569"/>
                </a:cubicBezTo>
                <a:cubicBezTo>
                  <a:pt x="149866" y="119977"/>
                  <a:pt x="155964" y="122181"/>
                  <a:pt x="163754" y="122181"/>
                </a:cubicBezTo>
                <a:cubicBezTo>
                  <a:pt x="170214" y="122181"/>
                  <a:pt x="176132" y="121517"/>
                  <a:pt x="181506" y="120189"/>
                </a:cubicBezTo>
                <a:cubicBezTo>
                  <a:pt x="186879" y="118860"/>
                  <a:pt x="192404" y="116868"/>
                  <a:pt x="198080" y="114211"/>
                </a:cubicBezTo>
                <a:lnTo>
                  <a:pt x="198080" y="135586"/>
                </a:lnTo>
                <a:cubicBezTo>
                  <a:pt x="193069" y="138061"/>
                  <a:pt x="187815" y="139873"/>
                  <a:pt x="182321" y="141020"/>
                </a:cubicBezTo>
                <a:cubicBezTo>
                  <a:pt x="176886" y="142167"/>
                  <a:pt x="170275" y="142741"/>
                  <a:pt x="162486" y="142741"/>
                </a:cubicBezTo>
                <a:cubicBezTo>
                  <a:pt x="152342" y="142741"/>
                  <a:pt x="143345" y="140869"/>
                  <a:pt x="135495" y="137125"/>
                </a:cubicBezTo>
                <a:cubicBezTo>
                  <a:pt x="127706" y="133382"/>
                  <a:pt x="121577" y="127676"/>
                  <a:pt x="117109" y="120007"/>
                </a:cubicBezTo>
                <a:cubicBezTo>
                  <a:pt x="112701" y="112339"/>
                  <a:pt x="110497" y="102678"/>
                  <a:pt x="110497" y="91025"/>
                </a:cubicBezTo>
                <a:cubicBezTo>
                  <a:pt x="110497" y="79190"/>
                  <a:pt x="112490" y="69348"/>
                  <a:pt x="116475" y="61498"/>
                </a:cubicBezTo>
                <a:cubicBezTo>
                  <a:pt x="120521" y="53588"/>
                  <a:pt x="126136" y="47671"/>
                  <a:pt x="133321" y="43746"/>
                </a:cubicBezTo>
                <a:cubicBezTo>
                  <a:pt x="140507" y="39761"/>
                  <a:pt x="148870" y="37768"/>
                  <a:pt x="158410" y="37768"/>
                </a:cubicBezTo>
                <a:close/>
                <a:moveTo>
                  <a:pt x="158591" y="57422"/>
                </a:moveTo>
                <a:cubicBezTo>
                  <a:pt x="153217" y="57422"/>
                  <a:pt x="148749" y="59143"/>
                  <a:pt x="145186" y="62585"/>
                </a:cubicBezTo>
                <a:cubicBezTo>
                  <a:pt x="141684" y="66027"/>
                  <a:pt x="139661" y="71431"/>
                  <a:pt x="139118" y="78797"/>
                </a:cubicBezTo>
                <a:lnTo>
                  <a:pt x="177883" y="78797"/>
                </a:lnTo>
                <a:cubicBezTo>
                  <a:pt x="177822" y="74691"/>
                  <a:pt x="177068" y="71038"/>
                  <a:pt x="175618" y="67838"/>
                </a:cubicBezTo>
                <a:cubicBezTo>
                  <a:pt x="174230" y="64638"/>
                  <a:pt x="172116" y="62102"/>
                  <a:pt x="169278" y="60230"/>
                </a:cubicBezTo>
                <a:cubicBezTo>
                  <a:pt x="166501" y="58358"/>
                  <a:pt x="162938" y="57422"/>
                  <a:pt x="158591" y="57422"/>
                </a:cubicBezTo>
                <a:close/>
                <a:moveTo>
                  <a:pt x="211757" y="140929"/>
                </a:moveTo>
                <a:close/>
                <a:moveTo>
                  <a:pt x="253872" y="140929"/>
                </a:moveTo>
                <a:lnTo>
                  <a:pt x="226248" y="140929"/>
                </a:lnTo>
                <a:lnTo>
                  <a:pt x="226248" y="0"/>
                </a:lnTo>
                <a:lnTo>
                  <a:pt x="253872" y="0"/>
                </a:lnTo>
                <a:lnTo>
                  <a:pt x="253872" y="140929"/>
                </a:lnTo>
                <a:close/>
                <a:moveTo>
                  <a:pt x="268454" y="140929"/>
                </a:moveTo>
                <a:close/>
                <a:moveTo>
                  <a:pt x="324699" y="37768"/>
                </a:moveTo>
                <a:cubicBezTo>
                  <a:pt x="334058" y="37768"/>
                  <a:pt x="342119" y="39580"/>
                  <a:pt x="348882" y="43203"/>
                </a:cubicBezTo>
                <a:cubicBezTo>
                  <a:pt x="355645" y="46765"/>
                  <a:pt x="360868" y="51958"/>
                  <a:pt x="364551" y="58781"/>
                </a:cubicBezTo>
                <a:cubicBezTo>
                  <a:pt x="368234" y="65604"/>
                  <a:pt x="370076" y="73937"/>
                  <a:pt x="370076" y="83779"/>
                </a:cubicBezTo>
                <a:lnTo>
                  <a:pt x="370076" y="97183"/>
                </a:lnTo>
                <a:lnTo>
                  <a:pt x="304774" y="97183"/>
                </a:lnTo>
                <a:cubicBezTo>
                  <a:pt x="305076" y="104973"/>
                  <a:pt x="307400" y="111101"/>
                  <a:pt x="311748" y="115569"/>
                </a:cubicBezTo>
                <a:cubicBezTo>
                  <a:pt x="316155" y="119977"/>
                  <a:pt x="322254" y="122181"/>
                  <a:pt x="330043" y="122181"/>
                </a:cubicBezTo>
                <a:cubicBezTo>
                  <a:pt x="336504" y="122181"/>
                  <a:pt x="342421" y="121517"/>
                  <a:pt x="347795" y="120189"/>
                </a:cubicBezTo>
                <a:cubicBezTo>
                  <a:pt x="353169" y="118860"/>
                  <a:pt x="358694" y="116868"/>
                  <a:pt x="364370" y="114211"/>
                </a:cubicBezTo>
                <a:lnTo>
                  <a:pt x="364370" y="135586"/>
                </a:lnTo>
                <a:cubicBezTo>
                  <a:pt x="359358" y="138061"/>
                  <a:pt x="354105" y="139873"/>
                  <a:pt x="348610" y="141020"/>
                </a:cubicBezTo>
                <a:cubicBezTo>
                  <a:pt x="343176" y="142167"/>
                  <a:pt x="336564" y="142741"/>
                  <a:pt x="328775" y="142741"/>
                </a:cubicBezTo>
                <a:cubicBezTo>
                  <a:pt x="318631" y="142741"/>
                  <a:pt x="309634" y="140869"/>
                  <a:pt x="301785" y="137125"/>
                </a:cubicBezTo>
                <a:cubicBezTo>
                  <a:pt x="293996" y="133382"/>
                  <a:pt x="287867" y="127676"/>
                  <a:pt x="283399" y="120007"/>
                </a:cubicBezTo>
                <a:cubicBezTo>
                  <a:pt x="278991" y="112339"/>
                  <a:pt x="276787" y="102678"/>
                  <a:pt x="276787" y="91025"/>
                </a:cubicBezTo>
                <a:cubicBezTo>
                  <a:pt x="276787" y="79190"/>
                  <a:pt x="278780" y="69348"/>
                  <a:pt x="282765" y="61498"/>
                </a:cubicBezTo>
                <a:cubicBezTo>
                  <a:pt x="286810" y="53588"/>
                  <a:pt x="292426" y="47671"/>
                  <a:pt x="299611" y="43746"/>
                </a:cubicBezTo>
                <a:cubicBezTo>
                  <a:pt x="306796" y="39761"/>
                  <a:pt x="315159" y="37768"/>
                  <a:pt x="324699" y="37768"/>
                </a:cubicBezTo>
                <a:close/>
                <a:moveTo>
                  <a:pt x="324880" y="57422"/>
                </a:moveTo>
                <a:cubicBezTo>
                  <a:pt x="319507" y="57422"/>
                  <a:pt x="315038" y="59143"/>
                  <a:pt x="311476" y="62585"/>
                </a:cubicBezTo>
                <a:cubicBezTo>
                  <a:pt x="307974" y="66027"/>
                  <a:pt x="305951" y="71431"/>
                  <a:pt x="305408" y="78797"/>
                </a:cubicBezTo>
                <a:lnTo>
                  <a:pt x="344172" y="78797"/>
                </a:lnTo>
                <a:cubicBezTo>
                  <a:pt x="344112" y="74691"/>
                  <a:pt x="343357" y="71038"/>
                  <a:pt x="341908" y="67838"/>
                </a:cubicBezTo>
                <a:cubicBezTo>
                  <a:pt x="340519" y="64638"/>
                  <a:pt x="338406" y="62102"/>
                  <a:pt x="335568" y="60230"/>
                </a:cubicBezTo>
                <a:cubicBezTo>
                  <a:pt x="332790" y="58358"/>
                  <a:pt x="329228" y="57422"/>
                  <a:pt x="324880" y="57422"/>
                </a:cubicBezTo>
                <a:close/>
                <a:moveTo>
                  <a:pt x="378046" y="140929"/>
                </a:moveTo>
                <a:close/>
                <a:moveTo>
                  <a:pt x="433657" y="142741"/>
                </a:moveTo>
                <a:cubicBezTo>
                  <a:pt x="423634" y="142741"/>
                  <a:pt x="415090" y="140929"/>
                  <a:pt x="408025" y="137307"/>
                </a:cubicBezTo>
                <a:cubicBezTo>
                  <a:pt x="400961" y="133623"/>
                  <a:pt x="395587" y="127948"/>
                  <a:pt x="391904" y="120279"/>
                </a:cubicBezTo>
                <a:cubicBezTo>
                  <a:pt x="388220" y="112611"/>
                  <a:pt x="386379" y="102799"/>
                  <a:pt x="386379" y="90843"/>
                </a:cubicBezTo>
                <a:cubicBezTo>
                  <a:pt x="386379" y="78465"/>
                  <a:pt x="388462" y="68382"/>
                  <a:pt x="392628" y="60592"/>
                </a:cubicBezTo>
                <a:cubicBezTo>
                  <a:pt x="396855" y="52743"/>
                  <a:pt x="402682" y="46976"/>
                  <a:pt x="410108" y="43293"/>
                </a:cubicBezTo>
                <a:cubicBezTo>
                  <a:pt x="417596" y="39610"/>
                  <a:pt x="426260" y="37768"/>
                  <a:pt x="436102" y="37768"/>
                </a:cubicBezTo>
                <a:cubicBezTo>
                  <a:pt x="443107" y="37768"/>
                  <a:pt x="449145" y="38463"/>
                  <a:pt x="454217" y="39852"/>
                </a:cubicBezTo>
                <a:cubicBezTo>
                  <a:pt x="459349" y="41180"/>
                  <a:pt x="463817" y="42780"/>
                  <a:pt x="467621" y="44652"/>
                </a:cubicBezTo>
                <a:lnTo>
                  <a:pt x="459470" y="66027"/>
                </a:lnTo>
                <a:cubicBezTo>
                  <a:pt x="455123" y="64276"/>
                  <a:pt x="451077" y="62857"/>
                  <a:pt x="447333" y="61770"/>
                </a:cubicBezTo>
                <a:cubicBezTo>
                  <a:pt x="443590" y="60623"/>
                  <a:pt x="439846" y="60049"/>
                  <a:pt x="436102" y="60049"/>
                </a:cubicBezTo>
                <a:cubicBezTo>
                  <a:pt x="431272" y="60049"/>
                  <a:pt x="427257" y="61196"/>
                  <a:pt x="424056" y="63491"/>
                </a:cubicBezTo>
                <a:cubicBezTo>
                  <a:pt x="420856" y="65725"/>
                  <a:pt x="418471" y="69106"/>
                  <a:pt x="416901" y="73635"/>
                </a:cubicBezTo>
                <a:cubicBezTo>
                  <a:pt x="415331" y="78163"/>
                  <a:pt x="414546" y="83839"/>
                  <a:pt x="414546" y="90662"/>
                </a:cubicBezTo>
                <a:cubicBezTo>
                  <a:pt x="414546" y="97365"/>
                  <a:pt x="415392" y="102920"/>
                  <a:pt x="417082" y="107327"/>
                </a:cubicBezTo>
                <a:cubicBezTo>
                  <a:pt x="418773" y="111735"/>
                  <a:pt x="421219" y="115026"/>
                  <a:pt x="424419" y="117200"/>
                </a:cubicBezTo>
                <a:cubicBezTo>
                  <a:pt x="427619" y="119313"/>
                  <a:pt x="431514" y="120370"/>
                  <a:pt x="436102" y="120370"/>
                </a:cubicBezTo>
                <a:cubicBezTo>
                  <a:pt x="441839" y="120370"/>
                  <a:pt x="446941" y="119615"/>
                  <a:pt x="451409" y="118105"/>
                </a:cubicBezTo>
                <a:cubicBezTo>
                  <a:pt x="455877" y="116536"/>
                  <a:pt x="460225" y="114362"/>
                  <a:pt x="464451" y="111584"/>
                </a:cubicBezTo>
                <a:lnTo>
                  <a:pt x="464451" y="135223"/>
                </a:lnTo>
                <a:cubicBezTo>
                  <a:pt x="460225" y="137880"/>
                  <a:pt x="455787" y="139782"/>
                  <a:pt x="451137" y="140929"/>
                </a:cubicBezTo>
                <a:cubicBezTo>
                  <a:pt x="446548" y="142137"/>
                  <a:pt x="440722" y="142741"/>
                  <a:pt x="433657" y="142741"/>
                </a:cubicBezTo>
                <a:close/>
                <a:moveTo>
                  <a:pt x="473509" y="140929"/>
                </a:moveTo>
                <a:close/>
                <a:moveTo>
                  <a:pt x="530659" y="120732"/>
                </a:moveTo>
                <a:cubicBezTo>
                  <a:pt x="533678" y="120732"/>
                  <a:pt x="536607" y="120430"/>
                  <a:pt x="539445" y="119826"/>
                </a:cubicBezTo>
                <a:cubicBezTo>
                  <a:pt x="542343" y="119222"/>
                  <a:pt x="545211" y="118468"/>
                  <a:pt x="548049" y="117562"/>
                </a:cubicBezTo>
                <a:lnTo>
                  <a:pt x="548049" y="138122"/>
                </a:lnTo>
                <a:cubicBezTo>
                  <a:pt x="545090" y="139450"/>
                  <a:pt x="541407" y="140537"/>
                  <a:pt x="536999" y="141382"/>
                </a:cubicBezTo>
                <a:cubicBezTo>
                  <a:pt x="532652" y="142288"/>
                  <a:pt x="527882" y="142741"/>
                  <a:pt x="522689" y="142741"/>
                </a:cubicBezTo>
                <a:cubicBezTo>
                  <a:pt x="516651" y="142741"/>
                  <a:pt x="511217" y="141775"/>
                  <a:pt x="506386" y="139843"/>
                </a:cubicBezTo>
                <a:cubicBezTo>
                  <a:pt x="501616" y="137850"/>
                  <a:pt x="497842" y="134439"/>
                  <a:pt x="495065" y="129608"/>
                </a:cubicBezTo>
                <a:cubicBezTo>
                  <a:pt x="492347" y="124717"/>
                  <a:pt x="490989" y="117924"/>
                  <a:pt x="490989" y="109229"/>
                </a:cubicBezTo>
                <a:lnTo>
                  <a:pt x="490989" y="60411"/>
                </a:lnTo>
                <a:lnTo>
                  <a:pt x="477765" y="60411"/>
                </a:lnTo>
                <a:lnTo>
                  <a:pt x="477765" y="48728"/>
                </a:lnTo>
                <a:lnTo>
                  <a:pt x="492981" y="39489"/>
                </a:lnTo>
                <a:lnTo>
                  <a:pt x="500952" y="18114"/>
                </a:lnTo>
                <a:lnTo>
                  <a:pt x="518613" y="18114"/>
                </a:lnTo>
                <a:lnTo>
                  <a:pt x="518613" y="39670"/>
                </a:lnTo>
                <a:lnTo>
                  <a:pt x="546962" y="39670"/>
                </a:lnTo>
                <a:lnTo>
                  <a:pt x="546962" y="60411"/>
                </a:lnTo>
                <a:lnTo>
                  <a:pt x="518613" y="60411"/>
                </a:lnTo>
                <a:lnTo>
                  <a:pt x="518613" y="109229"/>
                </a:lnTo>
                <a:cubicBezTo>
                  <a:pt x="518613" y="113094"/>
                  <a:pt x="519700" y="115992"/>
                  <a:pt x="521874" y="117924"/>
                </a:cubicBezTo>
                <a:cubicBezTo>
                  <a:pt x="524108" y="119796"/>
                  <a:pt x="527036" y="120732"/>
                  <a:pt x="530659" y="120732"/>
                </a:cubicBezTo>
                <a:close/>
                <a:moveTo>
                  <a:pt x="602301" y="140929"/>
                </a:moveTo>
                <a:close/>
                <a:moveTo>
                  <a:pt x="618967" y="140929"/>
                </a:moveTo>
                <a:lnTo>
                  <a:pt x="618967" y="8514"/>
                </a:lnTo>
                <a:lnTo>
                  <a:pt x="647044" y="8514"/>
                </a:lnTo>
                <a:lnTo>
                  <a:pt x="647044" y="140929"/>
                </a:lnTo>
                <a:lnTo>
                  <a:pt x="618967" y="140929"/>
                </a:lnTo>
                <a:close/>
                <a:moveTo>
                  <a:pt x="663709" y="140929"/>
                </a:moveTo>
                <a:close/>
                <a:moveTo>
                  <a:pt x="735713" y="37768"/>
                </a:moveTo>
                <a:cubicBezTo>
                  <a:pt x="746522" y="37768"/>
                  <a:pt x="755217" y="40727"/>
                  <a:pt x="761798" y="46644"/>
                </a:cubicBezTo>
                <a:cubicBezTo>
                  <a:pt x="768380" y="52501"/>
                  <a:pt x="771670" y="61921"/>
                  <a:pt x="771670" y="74903"/>
                </a:cubicBezTo>
                <a:lnTo>
                  <a:pt x="771670" y="140929"/>
                </a:lnTo>
                <a:lnTo>
                  <a:pt x="744046" y="140929"/>
                </a:lnTo>
                <a:lnTo>
                  <a:pt x="744046" y="81786"/>
                </a:lnTo>
                <a:cubicBezTo>
                  <a:pt x="744046" y="74540"/>
                  <a:pt x="742718" y="69076"/>
                  <a:pt x="740061" y="65393"/>
                </a:cubicBezTo>
                <a:cubicBezTo>
                  <a:pt x="737465" y="61709"/>
                  <a:pt x="733359" y="59868"/>
                  <a:pt x="727743" y="59868"/>
                </a:cubicBezTo>
                <a:cubicBezTo>
                  <a:pt x="719290" y="59868"/>
                  <a:pt x="713523" y="62736"/>
                  <a:pt x="710444" y="68472"/>
                </a:cubicBezTo>
                <a:cubicBezTo>
                  <a:pt x="707365" y="74208"/>
                  <a:pt x="705825" y="82481"/>
                  <a:pt x="705825" y="93289"/>
                </a:cubicBezTo>
                <a:lnTo>
                  <a:pt x="705825" y="140929"/>
                </a:lnTo>
                <a:lnTo>
                  <a:pt x="678200" y="140929"/>
                </a:lnTo>
                <a:lnTo>
                  <a:pt x="678200" y="39670"/>
                </a:lnTo>
                <a:lnTo>
                  <a:pt x="699304" y="39670"/>
                </a:lnTo>
                <a:lnTo>
                  <a:pt x="703017" y="52622"/>
                </a:lnTo>
                <a:lnTo>
                  <a:pt x="704557" y="52622"/>
                </a:lnTo>
                <a:cubicBezTo>
                  <a:pt x="706731" y="49120"/>
                  <a:pt x="709417" y="46282"/>
                  <a:pt x="712618" y="44108"/>
                </a:cubicBezTo>
                <a:cubicBezTo>
                  <a:pt x="715878" y="41935"/>
                  <a:pt x="719471" y="40335"/>
                  <a:pt x="723396" y="39308"/>
                </a:cubicBezTo>
                <a:cubicBezTo>
                  <a:pt x="727381" y="38282"/>
                  <a:pt x="731487" y="37768"/>
                  <a:pt x="735713" y="37768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BA4B4-EE17-4536-836D-A98C2F5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283" y="3033326"/>
            <a:ext cx="398032" cy="133866"/>
          </a:xfrm>
          <a:custGeom xmlns:a="http://schemas.openxmlformats.org/drawingml/2006/main">
            <a:pathLst>
              <a:path w="398032" h="133866">
                <a:moveTo>
                  <a:pt x="10020" y="55446"/>
                </a:moveTo>
                <a:lnTo>
                  <a:pt x="9257" y="55576"/>
                </a:lnTo>
                <a:lnTo>
                  <a:pt x="8511" y="55754"/>
                </a:lnTo>
                <a:lnTo>
                  <a:pt x="7785" y="55980"/>
                </a:lnTo>
                <a:lnTo>
                  <a:pt x="7081" y="56251"/>
                </a:lnTo>
                <a:lnTo>
                  <a:pt x="6399" y="56566"/>
                </a:lnTo>
                <a:lnTo>
                  <a:pt x="5742" y="56923"/>
                </a:lnTo>
                <a:lnTo>
                  <a:pt x="5111" y="57320"/>
                </a:lnTo>
                <a:lnTo>
                  <a:pt x="4509" y="57756"/>
                </a:lnTo>
                <a:lnTo>
                  <a:pt x="3936" y="58228"/>
                </a:lnTo>
                <a:lnTo>
                  <a:pt x="3396" y="58736"/>
                </a:lnTo>
                <a:lnTo>
                  <a:pt x="2888" y="59276"/>
                </a:lnTo>
                <a:lnTo>
                  <a:pt x="2416" y="59849"/>
                </a:lnTo>
                <a:lnTo>
                  <a:pt x="1980" y="60451"/>
                </a:lnTo>
                <a:lnTo>
                  <a:pt x="1583" y="61082"/>
                </a:lnTo>
                <a:lnTo>
                  <a:pt x="1226" y="61739"/>
                </a:lnTo>
                <a:lnTo>
                  <a:pt x="911" y="62421"/>
                </a:lnTo>
                <a:lnTo>
                  <a:pt x="640" y="63125"/>
                </a:lnTo>
                <a:lnTo>
                  <a:pt x="414" y="63851"/>
                </a:lnTo>
                <a:lnTo>
                  <a:pt x="236" y="64597"/>
                </a:lnTo>
                <a:lnTo>
                  <a:pt x="106" y="65360"/>
                </a:lnTo>
                <a:lnTo>
                  <a:pt x="27" y="66139"/>
                </a:lnTo>
                <a:lnTo>
                  <a:pt x="0" y="66933"/>
                </a:lnTo>
                <a:lnTo>
                  <a:pt x="27" y="67727"/>
                </a:lnTo>
                <a:lnTo>
                  <a:pt x="106" y="68506"/>
                </a:lnTo>
                <a:lnTo>
                  <a:pt x="236" y="69270"/>
                </a:lnTo>
                <a:lnTo>
                  <a:pt x="414" y="70015"/>
                </a:lnTo>
                <a:lnTo>
                  <a:pt x="640" y="70741"/>
                </a:lnTo>
                <a:lnTo>
                  <a:pt x="911" y="71446"/>
                </a:lnTo>
                <a:lnTo>
                  <a:pt x="1226" y="72127"/>
                </a:lnTo>
                <a:lnTo>
                  <a:pt x="1583" y="72784"/>
                </a:lnTo>
                <a:lnTo>
                  <a:pt x="1980" y="73415"/>
                </a:lnTo>
                <a:lnTo>
                  <a:pt x="2416" y="74017"/>
                </a:lnTo>
                <a:lnTo>
                  <a:pt x="2888" y="74590"/>
                </a:lnTo>
                <a:lnTo>
                  <a:pt x="3396" y="75131"/>
                </a:lnTo>
                <a:lnTo>
                  <a:pt x="3936" y="75638"/>
                </a:lnTo>
                <a:lnTo>
                  <a:pt x="4509" y="76111"/>
                </a:lnTo>
                <a:lnTo>
                  <a:pt x="5111" y="76546"/>
                </a:lnTo>
                <a:lnTo>
                  <a:pt x="5742" y="76944"/>
                </a:lnTo>
                <a:lnTo>
                  <a:pt x="6399" y="77300"/>
                </a:lnTo>
                <a:lnTo>
                  <a:pt x="7081" y="77615"/>
                </a:lnTo>
                <a:lnTo>
                  <a:pt x="7785" y="77886"/>
                </a:lnTo>
                <a:lnTo>
                  <a:pt x="8511" y="78112"/>
                </a:lnTo>
                <a:lnTo>
                  <a:pt x="9257" y="78291"/>
                </a:lnTo>
                <a:lnTo>
                  <a:pt x="10020" y="78421"/>
                </a:lnTo>
                <a:lnTo>
                  <a:pt x="10799" y="78500"/>
                </a:lnTo>
                <a:lnTo>
                  <a:pt x="11593" y="78526"/>
                </a:lnTo>
                <a:lnTo>
                  <a:pt x="282100" y="78526"/>
                </a:lnTo>
                <a:lnTo>
                  <a:pt x="282100" y="133866"/>
                </a:lnTo>
                <a:lnTo>
                  <a:pt x="398032" y="66933"/>
                </a:lnTo>
                <a:lnTo>
                  <a:pt x="282100" y="0"/>
                </a:lnTo>
                <a:lnTo>
                  <a:pt x="282100" y="55340"/>
                </a:lnTo>
                <a:lnTo>
                  <a:pt x="11593" y="55340"/>
                </a:lnTo>
                <a:lnTo>
                  <a:pt x="10799" y="55367"/>
                </a:lnTo>
                <a:lnTo>
                  <a:pt x="10020" y="55446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B9F10-DE8D-478A-AB25-CD1EFBC0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76" y="1859790"/>
            <a:ext cx="133866" cy="1943788"/>
          </a:xfrm>
          <a:custGeom xmlns:a="http://schemas.openxmlformats.org/drawingml/2006/main">
            <a:pathLst>
              <a:path w="133866" h="1943788">
                <a:moveTo>
                  <a:pt x="78421" y="10020"/>
                </a:moveTo>
                <a:lnTo>
                  <a:pt x="78291" y="9257"/>
                </a:lnTo>
                <a:lnTo>
                  <a:pt x="78112" y="8511"/>
                </a:lnTo>
                <a:lnTo>
                  <a:pt x="77886" y="7785"/>
                </a:lnTo>
                <a:lnTo>
                  <a:pt x="77615" y="7081"/>
                </a:lnTo>
                <a:lnTo>
                  <a:pt x="77300" y="6399"/>
                </a:lnTo>
                <a:lnTo>
                  <a:pt x="76944" y="5742"/>
                </a:lnTo>
                <a:lnTo>
                  <a:pt x="76546" y="5111"/>
                </a:lnTo>
                <a:lnTo>
                  <a:pt x="76111" y="4509"/>
                </a:lnTo>
                <a:lnTo>
                  <a:pt x="75638" y="3936"/>
                </a:lnTo>
                <a:lnTo>
                  <a:pt x="75131" y="3396"/>
                </a:lnTo>
                <a:lnTo>
                  <a:pt x="74590" y="2888"/>
                </a:lnTo>
                <a:lnTo>
                  <a:pt x="74017" y="2416"/>
                </a:lnTo>
                <a:lnTo>
                  <a:pt x="73415" y="1980"/>
                </a:lnTo>
                <a:lnTo>
                  <a:pt x="72784" y="1583"/>
                </a:lnTo>
                <a:lnTo>
                  <a:pt x="72127" y="1226"/>
                </a:lnTo>
                <a:lnTo>
                  <a:pt x="71446" y="911"/>
                </a:lnTo>
                <a:lnTo>
                  <a:pt x="70741" y="640"/>
                </a:lnTo>
                <a:lnTo>
                  <a:pt x="70015" y="414"/>
                </a:lnTo>
                <a:lnTo>
                  <a:pt x="69270" y="236"/>
                </a:lnTo>
                <a:lnTo>
                  <a:pt x="68506" y="106"/>
                </a:lnTo>
                <a:lnTo>
                  <a:pt x="67727" y="27"/>
                </a:lnTo>
                <a:lnTo>
                  <a:pt x="66933" y="0"/>
                </a:lnTo>
                <a:lnTo>
                  <a:pt x="66139" y="27"/>
                </a:lnTo>
                <a:lnTo>
                  <a:pt x="65360" y="106"/>
                </a:lnTo>
                <a:lnTo>
                  <a:pt x="64597" y="236"/>
                </a:lnTo>
                <a:lnTo>
                  <a:pt x="63851" y="414"/>
                </a:lnTo>
                <a:lnTo>
                  <a:pt x="63125" y="640"/>
                </a:lnTo>
                <a:lnTo>
                  <a:pt x="62421" y="911"/>
                </a:lnTo>
                <a:lnTo>
                  <a:pt x="61739" y="1226"/>
                </a:lnTo>
                <a:lnTo>
                  <a:pt x="61082" y="1583"/>
                </a:lnTo>
                <a:lnTo>
                  <a:pt x="60451" y="1980"/>
                </a:lnTo>
                <a:lnTo>
                  <a:pt x="59849" y="2416"/>
                </a:lnTo>
                <a:lnTo>
                  <a:pt x="59276" y="2888"/>
                </a:lnTo>
                <a:lnTo>
                  <a:pt x="58736" y="3396"/>
                </a:lnTo>
                <a:lnTo>
                  <a:pt x="58228" y="3936"/>
                </a:lnTo>
                <a:lnTo>
                  <a:pt x="57756" y="4509"/>
                </a:lnTo>
                <a:lnTo>
                  <a:pt x="57320" y="5111"/>
                </a:lnTo>
                <a:lnTo>
                  <a:pt x="56923" y="5742"/>
                </a:lnTo>
                <a:lnTo>
                  <a:pt x="56566" y="6399"/>
                </a:lnTo>
                <a:lnTo>
                  <a:pt x="56251" y="7081"/>
                </a:lnTo>
                <a:lnTo>
                  <a:pt x="55980" y="7785"/>
                </a:lnTo>
                <a:lnTo>
                  <a:pt x="55754" y="8511"/>
                </a:lnTo>
                <a:lnTo>
                  <a:pt x="55576" y="9257"/>
                </a:lnTo>
                <a:lnTo>
                  <a:pt x="55446" y="10020"/>
                </a:lnTo>
                <a:lnTo>
                  <a:pt x="55367" y="10799"/>
                </a:lnTo>
                <a:lnTo>
                  <a:pt x="55340" y="11593"/>
                </a:lnTo>
                <a:lnTo>
                  <a:pt x="55340" y="1827857"/>
                </a:lnTo>
                <a:lnTo>
                  <a:pt x="0" y="1827857"/>
                </a:lnTo>
                <a:lnTo>
                  <a:pt x="66933" y="1943788"/>
                </a:lnTo>
                <a:lnTo>
                  <a:pt x="133866" y="1827857"/>
                </a:lnTo>
                <a:lnTo>
                  <a:pt x="78526" y="1827857"/>
                </a:lnTo>
                <a:lnTo>
                  <a:pt x="78526" y="11593"/>
                </a:lnTo>
                <a:lnTo>
                  <a:pt x="78500" y="10799"/>
                </a:lnTo>
                <a:lnTo>
                  <a:pt x="78421" y="10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97982-16BA-482C-AB0F-F693C59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81" y="724414"/>
            <a:ext cx="136854" cy="166018"/>
          </a:xfrm>
          <a:custGeom xmlns:a="http://schemas.openxmlformats.org/drawingml/2006/main">
            <a:pathLst>
              <a:path w="136854" h="166018">
                <a:moveTo>
                  <a:pt x="0" y="134499"/>
                </a:moveTo>
                <a:close/>
                <a:moveTo>
                  <a:pt x="136854" y="68110"/>
                </a:moveTo>
                <a:cubicBezTo>
                  <a:pt x="136854" y="77952"/>
                  <a:pt x="135676" y="86979"/>
                  <a:pt x="133321" y="95191"/>
                </a:cubicBezTo>
                <a:cubicBezTo>
                  <a:pt x="131027" y="103342"/>
                  <a:pt x="127464" y="110407"/>
                  <a:pt x="122634" y="116385"/>
                </a:cubicBezTo>
                <a:cubicBezTo>
                  <a:pt x="117804" y="122362"/>
                  <a:pt x="111675" y="127042"/>
                  <a:pt x="104248" y="130423"/>
                </a:cubicBezTo>
                <a:lnTo>
                  <a:pt x="136129" y="166018"/>
                </a:lnTo>
                <a:lnTo>
                  <a:pt x="100172" y="166018"/>
                </a:lnTo>
                <a:lnTo>
                  <a:pt x="75899" y="136310"/>
                </a:lnTo>
                <a:cubicBezTo>
                  <a:pt x="75476" y="136310"/>
                  <a:pt x="75114" y="136310"/>
                  <a:pt x="74812" y="136310"/>
                </a:cubicBezTo>
                <a:cubicBezTo>
                  <a:pt x="74510" y="136310"/>
                  <a:pt x="74178" y="136310"/>
                  <a:pt x="73816" y="136310"/>
                </a:cubicBezTo>
                <a:cubicBezTo>
                  <a:pt x="63008" y="136310"/>
                  <a:pt x="53649" y="134710"/>
                  <a:pt x="45739" y="131510"/>
                </a:cubicBezTo>
                <a:cubicBezTo>
                  <a:pt x="37829" y="128249"/>
                  <a:pt x="31277" y="123600"/>
                  <a:pt x="26085" y="117562"/>
                </a:cubicBezTo>
                <a:cubicBezTo>
                  <a:pt x="20952" y="111524"/>
                  <a:pt x="17118" y="104308"/>
                  <a:pt x="14582" y="95915"/>
                </a:cubicBezTo>
                <a:cubicBezTo>
                  <a:pt x="12046" y="87522"/>
                  <a:pt x="10778" y="78194"/>
                  <a:pt x="10778" y="67929"/>
                </a:cubicBezTo>
                <a:cubicBezTo>
                  <a:pt x="10778" y="54222"/>
                  <a:pt x="13012" y="42297"/>
                  <a:pt x="17480" y="32153"/>
                </a:cubicBezTo>
                <a:cubicBezTo>
                  <a:pt x="22009" y="21949"/>
                  <a:pt x="28953" y="14039"/>
                  <a:pt x="38312" y="8423"/>
                </a:cubicBezTo>
                <a:cubicBezTo>
                  <a:pt x="47671" y="2808"/>
                  <a:pt x="59566" y="0"/>
                  <a:pt x="73997" y="0"/>
                </a:cubicBezTo>
                <a:cubicBezTo>
                  <a:pt x="88368" y="0"/>
                  <a:pt x="100172" y="2808"/>
                  <a:pt x="109411" y="8423"/>
                </a:cubicBezTo>
                <a:cubicBezTo>
                  <a:pt x="118709" y="14039"/>
                  <a:pt x="125593" y="21949"/>
                  <a:pt x="130061" y="32153"/>
                </a:cubicBezTo>
                <a:cubicBezTo>
                  <a:pt x="134589" y="42357"/>
                  <a:pt x="136854" y="54343"/>
                  <a:pt x="136854" y="68110"/>
                </a:cubicBezTo>
                <a:close/>
                <a:moveTo>
                  <a:pt x="40214" y="68110"/>
                </a:moveTo>
                <a:cubicBezTo>
                  <a:pt x="40214" y="77348"/>
                  <a:pt x="41361" y="85318"/>
                  <a:pt x="43656" y="92021"/>
                </a:cubicBezTo>
                <a:cubicBezTo>
                  <a:pt x="46010" y="98663"/>
                  <a:pt x="49663" y="103795"/>
                  <a:pt x="54615" y="107418"/>
                </a:cubicBezTo>
                <a:cubicBezTo>
                  <a:pt x="59566" y="110980"/>
                  <a:pt x="65966" y="112762"/>
                  <a:pt x="73816" y="112762"/>
                </a:cubicBezTo>
                <a:cubicBezTo>
                  <a:pt x="81786" y="112762"/>
                  <a:pt x="88247" y="110980"/>
                  <a:pt x="93198" y="107418"/>
                </a:cubicBezTo>
                <a:cubicBezTo>
                  <a:pt x="98149" y="103795"/>
                  <a:pt x="101742" y="98663"/>
                  <a:pt x="103976" y="92021"/>
                </a:cubicBezTo>
                <a:cubicBezTo>
                  <a:pt x="106271" y="85318"/>
                  <a:pt x="107418" y="77348"/>
                  <a:pt x="107418" y="68110"/>
                </a:cubicBezTo>
                <a:cubicBezTo>
                  <a:pt x="107418" y="54222"/>
                  <a:pt x="104822" y="43293"/>
                  <a:pt x="99629" y="35323"/>
                </a:cubicBezTo>
                <a:cubicBezTo>
                  <a:pt x="94436" y="27353"/>
                  <a:pt x="85892" y="23367"/>
                  <a:pt x="73997" y="23367"/>
                </a:cubicBezTo>
                <a:cubicBezTo>
                  <a:pt x="66087" y="23367"/>
                  <a:pt x="59626" y="25179"/>
                  <a:pt x="54615" y="28802"/>
                </a:cubicBezTo>
                <a:cubicBezTo>
                  <a:pt x="49663" y="32364"/>
                  <a:pt x="46010" y="37497"/>
                  <a:pt x="43656" y="44199"/>
                </a:cubicBezTo>
                <a:cubicBezTo>
                  <a:pt x="41361" y="50841"/>
                  <a:pt x="40214" y="58811"/>
                  <a:pt x="40214" y="681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A585C-5598-4E8B-B0EE-40419B3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4" y="2399385"/>
            <a:ext cx="185491" cy="884523"/>
          </a:xfrm>
          <a:custGeom xmlns:a="http://schemas.openxmlformats.org/drawingml/2006/main">
            <a:pathLst>
              <a:path w="185491" h="884523">
                <a:moveTo>
                  <a:pt x="140930" y="884523"/>
                </a:moveTo>
                <a:close/>
                <a:moveTo>
                  <a:pt x="66570" y="817590"/>
                </a:moveTo>
                <a:lnTo>
                  <a:pt x="66570" y="765059"/>
                </a:lnTo>
                <a:lnTo>
                  <a:pt x="135224" y="765059"/>
                </a:lnTo>
                <a:cubicBezTo>
                  <a:pt x="137518" y="772002"/>
                  <a:pt x="139360" y="779218"/>
                  <a:pt x="140748" y="786705"/>
                </a:cubicBezTo>
                <a:cubicBezTo>
                  <a:pt x="142077" y="794193"/>
                  <a:pt x="142741" y="802676"/>
                  <a:pt x="142741" y="812156"/>
                </a:cubicBezTo>
                <a:cubicBezTo>
                  <a:pt x="142741" y="825319"/>
                  <a:pt x="140145" y="836489"/>
                  <a:pt x="134952" y="845667"/>
                </a:cubicBezTo>
                <a:cubicBezTo>
                  <a:pt x="129759" y="854845"/>
                  <a:pt x="122091" y="861819"/>
                  <a:pt x="111947" y="866589"/>
                </a:cubicBezTo>
                <a:cubicBezTo>
                  <a:pt x="101803" y="871360"/>
                  <a:pt x="89334" y="873745"/>
                  <a:pt x="74540" y="873745"/>
                </a:cubicBezTo>
                <a:cubicBezTo>
                  <a:pt x="60653" y="873745"/>
                  <a:pt x="48637" y="871088"/>
                  <a:pt x="38493" y="865774"/>
                </a:cubicBezTo>
                <a:cubicBezTo>
                  <a:pt x="28349" y="860400"/>
                  <a:pt x="20499" y="852581"/>
                  <a:pt x="14944" y="842316"/>
                </a:cubicBezTo>
                <a:cubicBezTo>
                  <a:pt x="9389" y="831991"/>
                  <a:pt x="6612" y="819402"/>
                  <a:pt x="6612" y="804548"/>
                </a:cubicBezTo>
                <a:cubicBezTo>
                  <a:pt x="6612" y="797544"/>
                  <a:pt x="7367" y="790630"/>
                  <a:pt x="8876" y="783807"/>
                </a:cubicBezTo>
                <a:cubicBezTo>
                  <a:pt x="10386" y="776984"/>
                  <a:pt x="12348" y="770795"/>
                  <a:pt x="14763" y="765240"/>
                </a:cubicBezTo>
                <a:lnTo>
                  <a:pt x="37225" y="774569"/>
                </a:lnTo>
                <a:cubicBezTo>
                  <a:pt x="35172" y="778614"/>
                  <a:pt x="33451" y="783233"/>
                  <a:pt x="32062" y="788426"/>
                </a:cubicBezTo>
                <a:cubicBezTo>
                  <a:pt x="30674" y="793619"/>
                  <a:pt x="29979" y="799053"/>
                  <a:pt x="29979" y="804729"/>
                </a:cubicBezTo>
                <a:cubicBezTo>
                  <a:pt x="29979" y="812880"/>
                  <a:pt x="31851" y="819975"/>
                  <a:pt x="35595" y="826013"/>
                </a:cubicBezTo>
                <a:cubicBezTo>
                  <a:pt x="39338" y="831991"/>
                  <a:pt x="44591" y="836640"/>
                  <a:pt x="51354" y="839961"/>
                </a:cubicBezTo>
                <a:cubicBezTo>
                  <a:pt x="58056" y="843222"/>
                  <a:pt x="65966" y="844852"/>
                  <a:pt x="75084" y="844852"/>
                </a:cubicBezTo>
                <a:cubicBezTo>
                  <a:pt x="83718" y="844852"/>
                  <a:pt x="91387" y="843675"/>
                  <a:pt x="98089" y="841320"/>
                </a:cubicBezTo>
                <a:cubicBezTo>
                  <a:pt x="104731" y="838965"/>
                  <a:pt x="109954" y="835252"/>
                  <a:pt x="113758" y="830180"/>
                </a:cubicBezTo>
                <a:cubicBezTo>
                  <a:pt x="117502" y="825108"/>
                  <a:pt x="119373" y="818496"/>
                  <a:pt x="119373" y="810344"/>
                </a:cubicBezTo>
                <a:cubicBezTo>
                  <a:pt x="119373" y="806359"/>
                  <a:pt x="119192" y="803008"/>
                  <a:pt x="118830" y="800291"/>
                </a:cubicBezTo>
                <a:cubicBezTo>
                  <a:pt x="118407" y="797513"/>
                  <a:pt x="117985" y="794917"/>
                  <a:pt x="117562" y="792502"/>
                </a:cubicBezTo>
                <a:lnTo>
                  <a:pt x="89938" y="792502"/>
                </a:lnTo>
                <a:lnTo>
                  <a:pt x="89938" y="817590"/>
                </a:lnTo>
                <a:lnTo>
                  <a:pt x="66570" y="817590"/>
                </a:lnTo>
                <a:close/>
                <a:moveTo>
                  <a:pt x="140930" y="750114"/>
                </a:moveTo>
                <a:close/>
                <a:moveTo>
                  <a:pt x="37768" y="679106"/>
                </a:moveTo>
                <a:cubicBezTo>
                  <a:pt x="37768" y="677717"/>
                  <a:pt x="37859" y="676117"/>
                  <a:pt x="38040" y="674306"/>
                </a:cubicBezTo>
                <a:cubicBezTo>
                  <a:pt x="38161" y="672434"/>
                  <a:pt x="38342" y="670925"/>
                  <a:pt x="38584" y="669777"/>
                </a:cubicBezTo>
                <a:lnTo>
                  <a:pt x="64487" y="671860"/>
                </a:lnTo>
                <a:cubicBezTo>
                  <a:pt x="64185" y="672766"/>
                  <a:pt x="63974" y="674064"/>
                  <a:pt x="63853" y="675755"/>
                </a:cubicBezTo>
                <a:cubicBezTo>
                  <a:pt x="63672" y="677385"/>
                  <a:pt x="63581" y="678804"/>
                  <a:pt x="63581" y="680012"/>
                </a:cubicBezTo>
                <a:cubicBezTo>
                  <a:pt x="63581" y="683574"/>
                  <a:pt x="64034" y="687046"/>
                  <a:pt x="64940" y="690428"/>
                </a:cubicBezTo>
                <a:cubicBezTo>
                  <a:pt x="65846" y="693749"/>
                  <a:pt x="67325" y="696737"/>
                  <a:pt x="69378" y="699394"/>
                </a:cubicBezTo>
                <a:cubicBezTo>
                  <a:pt x="71370" y="702051"/>
                  <a:pt x="74027" y="704164"/>
                  <a:pt x="77348" y="705734"/>
                </a:cubicBezTo>
                <a:cubicBezTo>
                  <a:pt x="80609" y="707244"/>
                  <a:pt x="84624" y="707999"/>
                  <a:pt x="89394" y="707999"/>
                </a:cubicBezTo>
                <a:lnTo>
                  <a:pt x="140930" y="707999"/>
                </a:lnTo>
                <a:lnTo>
                  <a:pt x="140930" y="735623"/>
                </a:lnTo>
                <a:lnTo>
                  <a:pt x="39670" y="735623"/>
                </a:lnTo>
                <a:lnTo>
                  <a:pt x="39670" y="714701"/>
                </a:lnTo>
                <a:lnTo>
                  <a:pt x="56698" y="710625"/>
                </a:lnTo>
                <a:lnTo>
                  <a:pt x="56698" y="709267"/>
                </a:lnTo>
                <a:cubicBezTo>
                  <a:pt x="53256" y="707274"/>
                  <a:pt x="50116" y="704798"/>
                  <a:pt x="47278" y="701840"/>
                </a:cubicBezTo>
                <a:cubicBezTo>
                  <a:pt x="44380" y="698821"/>
                  <a:pt x="42086" y="695409"/>
                  <a:pt x="40395" y="691605"/>
                </a:cubicBezTo>
                <a:cubicBezTo>
                  <a:pt x="38644" y="687741"/>
                  <a:pt x="37768" y="683574"/>
                  <a:pt x="37768" y="679106"/>
                </a:cubicBezTo>
                <a:close/>
                <a:moveTo>
                  <a:pt x="140930" y="665883"/>
                </a:moveTo>
                <a:close/>
                <a:moveTo>
                  <a:pt x="39670" y="623767"/>
                </a:moveTo>
                <a:lnTo>
                  <a:pt x="140930" y="623767"/>
                </a:lnTo>
                <a:lnTo>
                  <a:pt x="140930" y="651391"/>
                </a:lnTo>
                <a:lnTo>
                  <a:pt x="39670" y="651391"/>
                </a:lnTo>
                <a:lnTo>
                  <a:pt x="39670" y="623767"/>
                </a:lnTo>
                <a:close/>
                <a:moveTo>
                  <a:pt x="0" y="637534"/>
                </a:moveTo>
                <a:cubicBezTo>
                  <a:pt x="0" y="633428"/>
                  <a:pt x="966" y="629896"/>
                  <a:pt x="2898" y="626937"/>
                </a:cubicBezTo>
                <a:cubicBezTo>
                  <a:pt x="4770" y="623978"/>
                  <a:pt x="8302" y="622499"/>
                  <a:pt x="13495" y="622499"/>
                </a:cubicBezTo>
                <a:cubicBezTo>
                  <a:pt x="18628" y="622499"/>
                  <a:pt x="22190" y="623978"/>
                  <a:pt x="24183" y="626937"/>
                </a:cubicBezTo>
                <a:cubicBezTo>
                  <a:pt x="26115" y="629896"/>
                  <a:pt x="27081" y="633428"/>
                  <a:pt x="27081" y="637534"/>
                </a:cubicBezTo>
                <a:cubicBezTo>
                  <a:pt x="27081" y="641700"/>
                  <a:pt x="26115" y="645263"/>
                  <a:pt x="24183" y="648221"/>
                </a:cubicBezTo>
                <a:cubicBezTo>
                  <a:pt x="22190" y="651120"/>
                  <a:pt x="18628" y="652569"/>
                  <a:pt x="13495" y="652569"/>
                </a:cubicBezTo>
                <a:cubicBezTo>
                  <a:pt x="8302" y="652569"/>
                  <a:pt x="4770" y="651120"/>
                  <a:pt x="2898" y="648221"/>
                </a:cubicBezTo>
                <a:cubicBezTo>
                  <a:pt x="966" y="645263"/>
                  <a:pt x="0" y="641700"/>
                  <a:pt x="0" y="637534"/>
                </a:cubicBezTo>
                <a:close/>
                <a:moveTo>
                  <a:pt x="140930" y="609185"/>
                </a:moveTo>
                <a:close/>
                <a:moveTo>
                  <a:pt x="142741" y="562631"/>
                </a:moveTo>
                <a:cubicBezTo>
                  <a:pt x="142741" y="573922"/>
                  <a:pt x="138333" y="583130"/>
                  <a:pt x="129518" y="590255"/>
                </a:cubicBezTo>
                <a:cubicBezTo>
                  <a:pt x="120641" y="597320"/>
                  <a:pt x="107629" y="600852"/>
                  <a:pt x="90481" y="600852"/>
                </a:cubicBezTo>
                <a:cubicBezTo>
                  <a:pt x="73152" y="600852"/>
                  <a:pt x="60049" y="597260"/>
                  <a:pt x="51173" y="590074"/>
                </a:cubicBezTo>
                <a:cubicBezTo>
                  <a:pt x="42237" y="582889"/>
                  <a:pt x="37768" y="573500"/>
                  <a:pt x="37768" y="561906"/>
                </a:cubicBezTo>
                <a:cubicBezTo>
                  <a:pt x="37768" y="557076"/>
                  <a:pt x="38433" y="552819"/>
                  <a:pt x="39761" y="549136"/>
                </a:cubicBezTo>
                <a:cubicBezTo>
                  <a:pt x="41089" y="545453"/>
                  <a:pt x="42871" y="542283"/>
                  <a:pt x="45105" y="539626"/>
                </a:cubicBezTo>
                <a:cubicBezTo>
                  <a:pt x="47339" y="536909"/>
                  <a:pt x="49845" y="534614"/>
                  <a:pt x="52622" y="532742"/>
                </a:cubicBezTo>
                <a:lnTo>
                  <a:pt x="52622" y="531837"/>
                </a:lnTo>
                <a:cubicBezTo>
                  <a:pt x="50690" y="532199"/>
                  <a:pt x="47852" y="532652"/>
                  <a:pt x="44108" y="533195"/>
                </a:cubicBezTo>
                <a:cubicBezTo>
                  <a:pt x="40304" y="533678"/>
                  <a:pt x="36410" y="533920"/>
                  <a:pt x="32425" y="533920"/>
                </a:cubicBezTo>
                <a:lnTo>
                  <a:pt x="0" y="533920"/>
                </a:lnTo>
                <a:lnTo>
                  <a:pt x="0" y="506205"/>
                </a:lnTo>
                <a:lnTo>
                  <a:pt x="140930" y="506205"/>
                </a:lnTo>
                <a:lnTo>
                  <a:pt x="140930" y="527399"/>
                </a:lnTo>
                <a:lnTo>
                  <a:pt x="127797" y="532742"/>
                </a:lnTo>
                <a:lnTo>
                  <a:pt x="127797" y="533920"/>
                </a:lnTo>
                <a:cubicBezTo>
                  <a:pt x="130574" y="535671"/>
                  <a:pt x="133110" y="537875"/>
                  <a:pt x="135405" y="540532"/>
                </a:cubicBezTo>
                <a:cubicBezTo>
                  <a:pt x="137639" y="543128"/>
                  <a:pt x="139420" y="546238"/>
                  <a:pt x="140748" y="549860"/>
                </a:cubicBezTo>
                <a:cubicBezTo>
                  <a:pt x="142077" y="553483"/>
                  <a:pt x="142741" y="557740"/>
                  <a:pt x="142741" y="562631"/>
                </a:cubicBezTo>
                <a:close/>
                <a:moveTo>
                  <a:pt x="120732" y="552940"/>
                </a:moveTo>
                <a:cubicBezTo>
                  <a:pt x="120732" y="545392"/>
                  <a:pt x="118498" y="540079"/>
                  <a:pt x="114030" y="536999"/>
                </a:cubicBezTo>
                <a:cubicBezTo>
                  <a:pt x="109501" y="533859"/>
                  <a:pt x="102708" y="532199"/>
                  <a:pt x="93651" y="532018"/>
                </a:cubicBezTo>
                <a:lnTo>
                  <a:pt x="90662" y="532018"/>
                </a:lnTo>
                <a:cubicBezTo>
                  <a:pt x="80820" y="532018"/>
                  <a:pt x="73303" y="533527"/>
                  <a:pt x="68110" y="536546"/>
                </a:cubicBezTo>
                <a:cubicBezTo>
                  <a:pt x="62857" y="539565"/>
                  <a:pt x="60230" y="545181"/>
                  <a:pt x="60230" y="553393"/>
                </a:cubicBezTo>
                <a:cubicBezTo>
                  <a:pt x="60230" y="559491"/>
                  <a:pt x="62857" y="564261"/>
                  <a:pt x="68110" y="567703"/>
                </a:cubicBezTo>
                <a:cubicBezTo>
                  <a:pt x="73363" y="571145"/>
                  <a:pt x="80941" y="572866"/>
                  <a:pt x="90843" y="572866"/>
                </a:cubicBezTo>
                <a:cubicBezTo>
                  <a:pt x="100746" y="572866"/>
                  <a:pt x="108203" y="571145"/>
                  <a:pt x="113215" y="567703"/>
                </a:cubicBezTo>
                <a:cubicBezTo>
                  <a:pt x="118226" y="564201"/>
                  <a:pt x="120732" y="559280"/>
                  <a:pt x="120732" y="552940"/>
                </a:cubicBezTo>
                <a:close/>
                <a:moveTo>
                  <a:pt x="140930" y="443620"/>
                </a:moveTo>
                <a:close/>
                <a:moveTo>
                  <a:pt x="140930" y="426955"/>
                </a:moveTo>
                <a:lnTo>
                  <a:pt x="8514" y="426955"/>
                </a:lnTo>
                <a:lnTo>
                  <a:pt x="8514" y="398877"/>
                </a:lnTo>
                <a:lnTo>
                  <a:pt x="117743" y="398877"/>
                </a:lnTo>
                <a:lnTo>
                  <a:pt x="117743" y="345168"/>
                </a:lnTo>
                <a:lnTo>
                  <a:pt x="140930" y="345168"/>
                </a:lnTo>
                <a:lnTo>
                  <a:pt x="140930" y="426955"/>
                </a:lnTo>
                <a:close/>
                <a:moveTo>
                  <a:pt x="140930" y="338738"/>
                </a:moveTo>
                <a:close/>
                <a:moveTo>
                  <a:pt x="90119" y="232226"/>
                </a:moveTo>
                <a:cubicBezTo>
                  <a:pt x="98572" y="232226"/>
                  <a:pt x="106059" y="233373"/>
                  <a:pt x="112581" y="235667"/>
                </a:cubicBezTo>
                <a:cubicBezTo>
                  <a:pt x="119102" y="237902"/>
                  <a:pt x="124627" y="241192"/>
                  <a:pt x="129155" y="245540"/>
                </a:cubicBezTo>
                <a:cubicBezTo>
                  <a:pt x="133623" y="249827"/>
                  <a:pt x="137005" y="255020"/>
                  <a:pt x="139299" y="261118"/>
                </a:cubicBezTo>
                <a:cubicBezTo>
                  <a:pt x="141594" y="267156"/>
                  <a:pt x="142741" y="273979"/>
                  <a:pt x="142741" y="281587"/>
                </a:cubicBezTo>
                <a:cubicBezTo>
                  <a:pt x="142741" y="288712"/>
                  <a:pt x="141594" y="295264"/>
                  <a:pt x="139299" y="301241"/>
                </a:cubicBezTo>
                <a:cubicBezTo>
                  <a:pt x="137005" y="307159"/>
                  <a:pt x="133623" y="312321"/>
                  <a:pt x="129155" y="316729"/>
                </a:cubicBezTo>
                <a:cubicBezTo>
                  <a:pt x="124627" y="321076"/>
                  <a:pt x="119102" y="324458"/>
                  <a:pt x="112581" y="326873"/>
                </a:cubicBezTo>
                <a:cubicBezTo>
                  <a:pt x="106059" y="329228"/>
                  <a:pt x="98572" y="330405"/>
                  <a:pt x="90119" y="330405"/>
                </a:cubicBezTo>
                <a:cubicBezTo>
                  <a:pt x="78888" y="330405"/>
                  <a:pt x="69378" y="328413"/>
                  <a:pt x="61589" y="324428"/>
                </a:cubicBezTo>
                <a:cubicBezTo>
                  <a:pt x="53800" y="320442"/>
                  <a:pt x="47882" y="314767"/>
                  <a:pt x="43837" y="307400"/>
                </a:cubicBezTo>
                <a:cubicBezTo>
                  <a:pt x="39791" y="300034"/>
                  <a:pt x="37768" y="291248"/>
                  <a:pt x="37768" y="281044"/>
                </a:cubicBezTo>
                <a:cubicBezTo>
                  <a:pt x="37768" y="271564"/>
                  <a:pt x="39791" y="263171"/>
                  <a:pt x="43837" y="255865"/>
                </a:cubicBezTo>
                <a:cubicBezTo>
                  <a:pt x="47882" y="248498"/>
                  <a:pt x="53800" y="242732"/>
                  <a:pt x="61589" y="238566"/>
                </a:cubicBezTo>
                <a:cubicBezTo>
                  <a:pt x="69378" y="234339"/>
                  <a:pt x="78888" y="232226"/>
                  <a:pt x="90119" y="232226"/>
                </a:cubicBezTo>
                <a:close/>
                <a:moveTo>
                  <a:pt x="90119" y="302238"/>
                </a:moveTo>
                <a:cubicBezTo>
                  <a:pt x="96761" y="302238"/>
                  <a:pt x="102346" y="301513"/>
                  <a:pt x="106875" y="300064"/>
                </a:cubicBezTo>
                <a:cubicBezTo>
                  <a:pt x="111403" y="298615"/>
                  <a:pt x="114815" y="296350"/>
                  <a:pt x="117109" y="293271"/>
                </a:cubicBezTo>
                <a:cubicBezTo>
                  <a:pt x="119404" y="290192"/>
                  <a:pt x="120551" y="286176"/>
                  <a:pt x="120551" y="281225"/>
                </a:cubicBezTo>
                <a:cubicBezTo>
                  <a:pt x="120551" y="276334"/>
                  <a:pt x="119404" y="272379"/>
                  <a:pt x="117109" y="269360"/>
                </a:cubicBezTo>
                <a:cubicBezTo>
                  <a:pt x="114815" y="266281"/>
                  <a:pt x="111403" y="264047"/>
                  <a:pt x="106875" y="262658"/>
                </a:cubicBezTo>
                <a:cubicBezTo>
                  <a:pt x="102346" y="261209"/>
                  <a:pt x="96761" y="260484"/>
                  <a:pt x="90119" y="260484"/>
                </a:cubicBezTo>
                <a:cubicBezTo>
                  <a:pt x="83416" y="260484"/>
                  <a:pt x="77861" y="261209"/>
                  <a:pt x="73454" y="262658"/>
                </a:cubicBezTo>
                <a:cubicBezTo>
                  <a:pt x="68985" y="264047"/>
                  <a:pt x="65634" y="266281"/>
                  <a:pt x="63400" y="269360"/>
                </a:cubicBezTo>
                <a:cubicBezTo>
                  <a:pt x="61166" y="272440"/>
                  <a:pt x="60049" y="276455"/>
                  <a:pt x="60049" y="281406"/>
                </a:cubicBezTo>
                <a:cubicBezTo>
                  <a:pt x="60049" y="288712"/>
                  <a:pt x="62555" y="294026"/>
                  <a:pt x="67566" y="297347"/>
                </a:cubicBezTo>
                <a:cubicBezTo>
                  <a:pt x="72578" y="300607"/>
                  <a:pt x="80096" y="302238"/>
                  <a:pt x="90119" y="302238"/>
                </a:cubicBezTo>
                <a:close/>
                <a:moveTo>
                  <a:pt x="140930" y="223893"/>
                </a:moveTo>
                <a:close/>
                <a:moveTo>
                  <a:pt x="90119" y="117381"/>
                </a:moveTo>
                <a:cubicBezTo>
                  <a:pt x="98572" y="117381"/>
                  <a:pt x="106059" y="118528"/>
                  <a:pt x="112581" y="120823"/>
                </a:cubicBezTo>
                <a:cubicBezTo>
                  <a:pt x="119102" y="123057"/>
                  <a:pt x="124627" y="126347"/>
                  <a:pt x="129155" y="130695"/>
                </a:cubicBezTo>
                <a:cubicBezTo>
                  <a:pt x="133623" y="134982"/>
                  <a:pt x="137005" y="140175"/>
                  <a:pt x="139299" y="146273"/>
                </a:cubicBezTo>
                <a:cubicBezTo>
                  <a:pt x="141594" y="152311"/>
                  <a:pt x="142741" y="159134"/>
                  <a:pt x="142741" y="166742"/>
                </a:cubicBezTo>
                <a:cubicBezTo>
                  <a:pt x="142741" y="173867"/>
                  <a:pt x="141594" y="180419"/>
                  <a:pt x="139299" y="186396"/>
                </a:cubicBezTo>
                <a:cubicBezTo>
                  <a:pt x="137005" y="192314"/>
                  <a:pt x="133623" y="197476"/>
                  <a:pt x="129155" y="201884"/>
                </a:cubicBezTo>
                <a:cubicBezTo>
                  <a:pt x="124627" y="206232"/>
                  <a:pt x="119102" y="209613"/>
                  <a:pt x="112581" y="212028"/>
                </a:cubicBezTo>
                <a:cubicBezTo>
                  <a:pt x="106059" y="214383"/>
                  <a:pt x="98572" y="215560"/>
                  <a:pt x="90119" y="215560"/>
                </a:cubicBezTo>
                <a:cubicBezTo>
                  <a:pt x="78888" y="215560"/>
                  <a:pt x="69378" y="213568"/>
                  <a:pt x="61589" y="209583"/>
                </a:cubicBezTo>
                <a:cubicBezTo>
                  <a:pt x="53800" y="205598"/>
                  <a:pt x="47882" y="199922"/>
                  <a:pt x="43837" y="192555"/>
                </a:cubicBezTo>
                <a:cubicBezTo>
                  <a:pt x="39791" y="185189"/>
                  <a:pt x="37768" y="176403"/>
                  <a:pt x="37768" y="166199"/>
                </a:cubicBezTo>
                <a:cubicBezTo>
                  <a:pt x="37768" y="156719"/>
                  <a:pt x="39791" y="148326"/>
                  <a:pt x="43837" y="141020"/>
                </a:cubicBezTo>
                <a:cubicBezTo>
                  <a:pt x="47882" y="133654"/>
                  <a:pt x="53800" y="127887"/>
                  <a:pt x="61589" y="123721"/>
                </a:cubicBezTo>
                <a:cubicBezTo>
                  <a:pt x="69378" y="119494"/>
                  <a:pt x="78888" y="117381"/>
                  <a:pt x="90119" y="117381"/>
                </a:cubicBezTo>
                <a:close/>
                <a:moveTo>
                  <a:pt x="90119" y="187393"/>
                </a:moveTo>
                <a:cubicBezTo>
                  <a:pt x="96761" y="187393"/>
                  <a:pt x="102346" y="186668"/>
                  <a:pt x="106875" y="185219"/>
                </a:cubicBezTo>
                <a:cubicBezTo>
                  <a:pt x="111403" y="183770"/>
                  <a:pt x="114815" y="181506"/>
                  <a:pt x="117109" y="178426"/>
                </a:cubicBezTo>
                <a:cubicBezTo>
                  <a:pt x="119404" y="175347"/>
                  <a:pt x="120551" y="171331"/>
                  <a:pt x="120551" y="166380"/>
                </a:cubicBezTo>
                <a:cubicBezTo>
                  <a:pt x="120551" y="161489"/>
                  <a:pt x="119404" y="157534"/>
                  <a:pt x="117109" y="154515"/>
                </a:cubicBezTo>
                <a:cubicBezTo>
                  <a:pt x="114815" y="151436"/>
                  <a:pt x="111403" y="149202"/>
                  <a:pt x="106875" y="147813"/>
                </a:cubicBezTo>
                <a:cubicBezTo>
                  <a:pt x="102346" y="146364"/>
                  <a:pt x="96761" y="145639"/>
                  <a:pt x="90119" y="145639"/>
                </a:cubicBezTo>
                <a:cubicBezTo>
                  <a:pt x="83416" y="145639"/>
                  <a:pt x="77861" y="146364"/>
                  <a:pt x="73454" y="147813"/>
                </a:cubicBezTo>
                <a:cubicBezTo>
                  <a:pt x="68985" y="149202"/>
                  <a:pt x="65634" y="151436"/>
                  <a:pt x="63400" y="154515"/>
                </a:cubicBezTo>
                <a:cubicBezTo>
                  <a:pt x="61166" y="157595"/>
                  <a:pt x="60049" y="161610"/>
                  <a:pt x="60049" y="166561"/>
                </a:cubicBezTo>
                <a:cubicBezTo>
                  <a:pt x="60049" y="173867"/>
                  <a:pt x="62555" y="179181"/>
                  <a:pt x="67566" y="182502"/>
                </a:cubicBezTo>
                <a:cubicBezTo>
                  <a:pt x="72578" y="185762"/>
                  <a:pt x="80096" y="187393"/>
                  <a:pt x="90119" y="187393"/>
                </a:cubicBezTo>
                <a:close/>
                <a:moveTo>
                  <a:pt x="140930" y="109048"/>
                </a:moveTo>
                <a:close/>
                <a:moveTo>
                  <a:pt x="37768" y="38221"/>
                </a:moveTo>
                <a:cubicBezTo>
                  <a:pt x="37768" y="26809"/>
                  <a:pt x="42206" y="17601"/>
                  <a:pt x="51082" y="10597"/>
                </a:cubicBezTo>
                <a:cubicBezTo>
                  <a:pt x="59958" y="3532"/>
                  <a:pt x="72971" y="0"/>
                  <a:pt x="90119" y="0"/>
                </a:cubicBezTo>
                <a:cubicBezTo>
                  <a:pt x="101591" y="0"/>
                  <a:pt x="111252" y="1660"/>
                  <a:pt x="119102" y="4981"/>
                </a:cubicBezTo>
                <a:cubicBezTo>
                  <a:pt x="126891" y="8302"/>
                  <a:pt x="132778" y="12891"/>
                  <a:pt x="136763" y="18748"/>
                </a:cubicBezTo>
                <a:cubicBezTo>
                  <a:pt x="140748" y="24605"/>
                  <a:pt x="142741" y="31338"/>
                  <a:pt x="142741" y="38946"/>
                </a:cubicBezTo>
                <a:cubicBezTo>
                  <a:pt x="142741" y="43837"/>
                  <a:pt x="142137" y="48033"/>
                  <a:pt x="140930" y="51535"/>
                </a:cubicBezTo>
                <a:cubicBezTo>
                  <a:pt x="139662" y="55037"/>
                  <a:pt x="138061" y="58026"/>
                  <a:pt x="136129" y="60502"/>
                </a:cubicBezTo>
                <a:cubicBezTo>
                  <a:pt x="134137" y="62977"/>
                  <a:pt x="132023" y="65121"/>
                  <a:pt x="129789" y="66932"/>
                </a:cubicBezTo>
                <a:lnTo>
                  <a:pt x="129789" y="68382"/>
                </a:lnTo>
                <a:cubicBezTo>
                  <a:pt x="132204" y="67898"/>
                  <a:pt x="134680" y="67536"/>
                  <a:pt x="137216" y="67295"/>
                </a:cubicBezTo>
                <a:cubicBezTo>
                  <a:pt x="139752" y="67053"/>
                  <a:pt x="142228" y="66932"/>
                  <a:pt x="144643" y="66932"/>
                </a:cubicBezTo>
                <a:lnTo>
                  <a:pt x="185491" y="66932"/>
                </a:lnTo>
                <a:lnTo>
                  <a:pt x="185491" y="94557"/>
                </a:lnTo>
                <a:lnTo>
                  <a:pt x="39670" y="94557"/>
                </a:lnTo>
                <a:lnTo>
                  <a:pt x="39670" y="72095"/>
                </a:lnTo>
                <a:lnTo>
                  <a:pt x="52803" y="68200"/>
                </a:lnTo>
                <a:lnTo>
                  <a:pt x="52803" y="66932"/>
                </a:lnTo>
                <a:cubicBezTo>
                  <a:pt x="50086" y="65121"/>
                  <a:pt x="47580" y="62917"/>
                  <a:pt x="45286" y="60321"/>
                </a:cubicBezTo>
                <a:cubicBezTo>
                  <a:pt x="42991" y="57724"/>
                  <a:pt x="41180" y="54615"/>
                  <a:pt x="39852" y="50992"/>
                </a:cubicBezTo>
                <a:cubicBezTo>
                  <a:pt x="38463" y="47309"/>
                  <a:pt x="37768" y="43052"/>
                  <a:pt x="37768" y="38221"/>
                </a:cubicBezTo>
                <a:close/>
                <a:moveTo>
                  <a:pt x="59868" y="47097"/>
                </a:moveTo>
                <a:cubicBezTo>
                  <a:pt x="59868" y="51928"/>
                  <a:pt x="60864" y="55762"/>
                  <a:pt x="62857" y="58600"/>
                </a:cubicBezTo>
                <a:cubicBezTo>
                  <a:pt x="64849" y="61438"/>
                  <a:pt x="67838" y="63521"/>
                  <a:pt x="71823" y="64849"/>
                </a:cubicBezTo>
                <a:cubicBezTo>
                  <a:pt x="75809" y="66117"/>
                  <a:pt x="80850" y="66812"/>
                  <a:pt x="86949" y="66932"/>
                </a:cubicBezTo>
                <a:lnTo>
                  <a:pt x="89938" y="66932"/>
                </a:lnTo>
                <a:cubicBezTo>
                  <a:pt x="96459" y="66932"/>
                  <a:pt x="101984" y="66329"/>
                  <a:pt x="106512" y="65121"/>
                </a:cubicBezTo>
                <a:cubicBezTo>
                  <a:pt x="111041" y="63853"/>
                  <a:pt x="114483" y="61770"/>
                  <a:pt x="116837" y="58872"/>
                </a:cubicBezTo>
                <a:cubicBezTo>
                  <a:pt x="119192" y="55913"/>
                  <a:pt x="120370" y="51867"/>
                  <a:pt x="120370" y="46735"/>
                </a:cubicBezTo>
                <a:cubicBezTo>
                  <a:pt x="120370" y="42508"/>
                  <a:pt x="119192" y="39036"/>
                  <a:pt x="116837" y="36319"/>
                </a:cubicBezTo>
                <a:cubicBezTo>
                  <a:pt x="114483" y="33602"/>
                  <a:pt x="111041" y="31579"/>
                  <a:pt x="106512" y="30251"/>
                </a:cubicBezTo>
                <a:cubicBezTo>
                  <a:pt x="101923" y="28862"/>
                  <a:pt x="96338" y="28168"/>
                  <a:pt x="89757" y="28168"/>
                </a:cubicBezTo>
                <a:cubicBezTo>
                  <a:pt x="79854" y="28168"/>
                  <a:pt x="72397" y="29707"/>
                  <a:pt x="67385" y="32787"/>
                </a:cubicBezTo>
                <a:cubicBezTo>
                  <a:pt x="62374" y="35866"/>
                  <a:pt x="59868" y="40636"/>
                  <a:pt x="59868" y="47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AAE3D-8A66-410E-8CBC-432E6817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3873673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52EA2-DC19-43F1-A68C-3D2ABA02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3866760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1B5EA-BB53-40E2-B2C1-C46071AC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3711369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9BDD1-BDA6-4CD3-BD53-074B1FC8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3704456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6462A-BCF7-4313-B335-B37B8903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3546823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207EF-17B8-4B7C-8178-0E63DC7E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3539910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58E6B-8032-4411-9B90-09C69D5D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3382276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7AC4B-0F29-4933-BE85-B4C9A834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3375364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D0723-0522-4993-8148-56D7805D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3217730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2AAF7-77FE-4BD2-BB95-CC1440E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3210817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4CF1A-CF9F-4BC0-983B-F237CD83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3059062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CAAF4-1ED6-4D00-8829-D72CAD6D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3052149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6D61F-1348-4D9B-853A-EDC68EB8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2894516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EF163-F5EC-4CB1-84D4-CD4043EB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2887603"/>
            <a:ext cx="663859" cy="342299"/>
          </a:xfrm>
          <a:custGeom xmlns:a="http://schemas.openxmlformats.org/drawingml/2006/main">
            <a:pathLst>
              <a:path w="663859" h="342299">
                <a:moveTo>
                  <a:pt x="205296" y="61589"/>
                </a:moveTo>
                <a:lnTo>
                  <a:pt x="212209" y="75414"/>
                </a:lnTo>
                <a:lnTo>
                  <a:pt x="239581" y="61728"/>
                </a:lnTo>
                <a:lnTo>
                  <a:pt x="232668" y="47902"/>
                </a:lnTo>
                <a:lnTo>
                  <a:pt x="205296" y="61589"/>
                </a:lnTo>
                <a:close/>
                <a:moveTo>
                  <a:pt x="150550" y="88961"/>
                </a:moveTo>
                <a:lnTo>
                  <a:pt x="157463" y="102787"/>
                </a:lnTo>
                <a:lnTo>
                  <a:pt x="184836" y="89101"/>
                </a:lnTo>
                <a:lnTo>
                  <a:pt x="177923" y="75275"/>
                </a:lnTo>
                <a:lnTo>
                  <a:pt x="150550" y="88961"/>
                </a:lnTo>
                <a:close/>
                <a:moveTo>
                  <a:pt x="95805" y="116334"/>
                </a:moveTo>
                <a:lnTo>
                  <a:pt x="102717" y="130160"/>
                </a:lnTo>
                <a:lnTo>
                  <a:pt x="130090" y="116474"/>
                </a:lnTo>
                <a:lnTo>
                  <a:pt x="123177" y="102648"/>
                </a:lnTo>
                <a:lnTo>
                  <a:pt x="95805" y="116334"/>
                </a:lnTo>
                <a:close/>
                <a:moveTo>
                  <a:pt x="47972" y="157533"/>
                </a:moveTo>
                <a:lnTo>
                  <a:pt x="75345" y="143846"/>
                </a:lnTo>
                <a:lnTo>
                  <a:pt x="68432" y="130021"/>
                </a:lnTo>
                <a:lnTo>
                  <a:pt x="41059" y="143707"/>
                </a:lnTo>
                <a:lnTo>
                  <a:pt x="47972" y="157533"/>
                </a:lnTo>
                <a:close/>
                <a:moveTo>
                  <a:pt x="0" y="178062"/>
                </a:moveTo>
                <a:lnTo>
                  <a:pt x="13686" y="184905"/>
                </a:lnTo>
                <a:lnTo>
                  <a:pt x="20506" y="171265"/>
                </a:lnTo>
                <a:lnTo>
                  <a:pt x="20599" y="171219"/>
                </a:lnTo>
                <a:lnTo>
                  <a:pt x="20564" y="171149"/>
                </a:lnTo>
                <a:lnTo>
                  <a:pt x="20599" y="171080"/>
                </a:lnTo>
                <a:lnTo>
                  <a:pt x="20506" y="171033"/>
                </a:lnTo>
                <a:lnTo>
                  <a:pt x="13686" y="157393"/>
                </a:lnTo>
                <a:lnTo>
                  <a:pt x="0" y="164237"/>
                </a:lnTo>
                <a:lnTo>
                  <a:pt x="0" y="178062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68432" y="212278"/>
                </a:moveTo>
                <a:lnTo>
                  <a:pt x="75345" y="198453"/>
                </a:lnTo>
                <a:lnTo>
                  <a:pt x="47972" y="184766"/>
                </a:lnTo>
                <a:lnTo>
                  <a:pt x="41059" y="198592"/>
                </a:lnTo>
                <a:lnTo>
                  <a:pt x="68432" y="212278"/>
                </a:lnTo>
                <a:close/>
                <a:moveTo>
                  <a:pt x="130090" y="225825"/>
                </a:moveTo>
                <a:lnTo>
                  <a:pt x="102717" y="212139"/>
                </a:lnTo>
                <a:lnTo>
                  <a:pt x="95805" y="225965"/>
                </a:lnTo>
                <a:lnTo>
                  <a:pt x="123177" y="239651"/>
                </a:lnTo>
                <a:lnTo>
                  <a:pt x="130090" y="225825"/>
                </a:lnTo>
                <a:close/>
                <a:moveTo>
                  <a:pt x="184836" y="253198"/>
                </a:moveTo>
                <a:lnTo>
                  <a:pt x="157463" y="239512"/>
                </a:lnTo>
                <a:lnTo>
                  <a:pt x="150550" y="253337"/>
                </a:lnTo>
                <a:lnTo>
                  <a:pt x="177923" y="267024"/>
                </a:lnTo>
                <a:lnTo>
                  <a:pt x="184836" y="253198"/>
                </a:lnTo>
                <a:close/>
                <a:moveTo>
                  <a:pt x="232668" y="294396"/>
                </a:moveTo>
                <a:lnTo>
                  <a:pt x="239581" y="280571"/>
                </a:lnTo>
                <a:lnTo>
                  <a:pt x="212209" y="266884"/>
                </a:lnTo>
                <a:lnTo>
                  <a:pt x="205296" y="280710"/>
                </a:lnTo>
                <a:lnTo>
                  <a:pt x="232668" y="294396"/>
                </a:lnTo>
                <a:close/>
                <a:moveTo>
                  <a:pt x="294327" y="307944"/>
                </a:moveTo>
                <a:lnTo>
                  <a:pt x="266954" y="294257"/>
                </a:lnTo>
                <a:lnTo>
                  <a:pt x="260041" y="308083"/>
                </a:lnTo>
                <a:lnTo>
                  <a:pt x="287414" y="321769"/>
                </a:lnTo>
                <a:lnTo>
                  <a:pt x="294327" y="307944"/>
                </a:lnTo>
                <a:close/>
                <a:moveTo>
                  <a:pt x="321700" y="20669"/>
                </a:moveTo>
                <a:lnTo>
                  <a:pt x="331930" y="15554"/>
                </a:lnTo>
                <a:lnTo>
                  <a:pt x="342160" y="20669"/>
                </a:lnTo>
                <a:lnTo>
                  <a:pt x="349072" y="6843"/>
                </a:lnTo>
                <a:lnTo>
                  <a:pt x="335386" y="0"/>
                </a:lnTo>
                <a:lnTo>
                  <a:pt x="328473" y="0"/>
                </a:lnTo>
                <a:lnTo>
                  <a:pt x="314787" y="6843"/>
                </a:lnTo>
                <a:lnTo>
                  <a:pt x="321700" y="20669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266954" y="48042"/>
                </a:moveTo>
                <a:lnTo>
                  <a:pt x="294327" y="34355"/>
                </a:lnTo>
                <a:lnTo>
                  <a:pt x="287414" y="20530"/>
                </a:lnTo>
                <a:lnTo>
                  <a:pt x="260041" y="34216"/>
                </a:lnTo>
                <a:lnTo>
                  <a:pt x="266954" y="48042"/>
                </a:lnTo>
                <a:close/>
                <a:moveTo>
                  <a:pt x="369532" y="34355"/>
                </a:moveTo>
                <a:lnTo>
                  <a:pt x="396905" y="48042"/>
                </a:lnTo>
                <a:lnTo>
                  <a:pt x="403818" y="34216"/>
                </a:lnTo>
                <a:lnTo>
                  <a:pt x="376445" y="20530"/>
                </a:lnTo>
                <a:lnTo>
                  <a:pt x="369532" y="34355"/>
                </a:lnTo>
                <a:close/>
                <a:moveTo>
                  <a:pt x="431191" y="47902"/>
                </a:moveTo>
                <a:lnTo>
                  <a:pt x="424278" y="61728"/>
                </a:lnTo>
                <a:lnTo>
                  <a:pt x="451651" y="75414"/>
                </a:lnTo>
                <a:lnTo>
                  <a:pt x="458563" y="61589"/>
                </a:lnTo>
                <a:lnTo>
                  <a:pt x="431191" y="47902"/>
                </a:lnTo>
                <a:close/>
                <a:moveTo>
                  <a:pt x="513309" y="253337"/>
                </a:moveTo>
                <a:lnTo>
                  <a:pt x="506396" y="239512"/>
                </a:lnTo>
                <a:lnTo>
                  <a:pt x="479023" y="253198"/>
                </a:lnTo>
                <a:lnTo>
                  <a:pt x="485936" y="267024"/>
                </a:lnTo>
                <a:lnTo>
                  <a:pt x="513309" y="253337"/>
                </a:lnTo>
                <a:close/>
                <a:moveTo>
                  <a:pt x="458563" y="280710"/>
                </a:moveTo>
                <a:lnTo>
                  <a:pt x="451651" y="266884"/>
                </a:lnTo>
                <a:lnTo>
                  <a:pt x="424278" y="280571"/>
                </a:lnTo>
                <a:lnTo>
                  <a:pt x="431191" y="294396"/>
                </a:lnTo>
                <a:lnTo>
                  <a:pt x="458563" y="280710"/>
                </a:lnTo>
                <a:close/>
                <a:moveTo>
                  <a:pt x="396905" y="294257"/>
                </a:moveTo>
                <a:lnTo>
                  <a:pt x="369532" y="307944"/>
                </a:lnTo>
                <a:lnTo>
                  <a:pt x="376445" y="321769"/>
                </a:lnTo>
                <a:lnTo>
                  <a:pt x="403818" y="308083"/>
                </a:lnTo>
                <a:lnTo>
                  <a:pt x="396905" y="294257"/>
                </a:lnTo>
                <a:close/>
                <a:moveTo>
                  <a:pt x="328473" y="342299"/>
                </a:moveTo>
                <a:lnTo>
                  <a:pt x="335386" y="342299"/>
                </a:lnTo>
                <a:lnTo>
                  <a:pt x="349072" y="335456"/>
                </a:lnTo>
                <a:lnTo>
                  <a:pt x="342160" y="321630"/>
                </a:lnTo>
                <a:lnTo>
                  <a:pt x="331930" y="326745"/>
                </a:lnTo>
                <a:lnTo>
                  <a:pt x="321700" y="321630"/>
                </a:lnTo>
                <a:lnTo>
                  <a:pt x="314787" y="335456"/>
                </a:lnTo>
                <a:lnTo>
                  <a:pt x="328473" y="34229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479023" y="89101"/>
                </a:moveTo>
                <a:lnTo>
                  <a:pt x="506396" y="102787"/>
                </a:lnTo>
                <a:lnTo>
                  <a:pt x="513309" y="88961"/>
                </a:lnTo>
                <a:lnTo>
                  <a:pt x="485936" y="75275"/>
                </a:lnTo>
                <a:lnTo>
                  <a:pt x="479023" y="89101"/>
                </a:lnTo>
                <a:close/>
                <a:moveTo>
                  <a:pt x="533769" y="116474"/>
                </a:moveTo>
                <a:lnTo>
                  <a:pt x="561142" y="130160"/>
                </a:lnTo>
                <a:lnTo>
                  <a:pt x="568054" y="116334"/>
                </a:lnTo>
                <a:lnTo>
                  <a:pt x="540682" y="102648"/>
                </a:lnTo>
                <a:lnTo>
                  <a:pt x="533769" y="116474"/>
                </a:lnTo>
                <a:close/>
                <a:moveTo>
                  <a:pt x="595427" y="130021"/>
                </a:moveTo>
                <a:lnTo>
                  <a:pt x="588514" y="143846"/>
                </a:lnTo>
                <a:lnTo>
                  <a:pt x="615887" y="157533"/>
                </a:lnTo>
                <a:lnTo>
                  <a:pt x="622800" y="143707"/>
                </a:lnTo>
                <a:lnTo>
                  <a:pt x="595427" y="130021"/>
                </a:lnTo>
                <a:close/>
                <a:moveTo>
                  <a:pt x="643260" y="171080"/>
                </a:moveTo>
                <a:lnTo>
                  <a:pt x="643295" y="171149"/>
                </a:lnTo>
                <a:lnTo>
                  <a:pt x="643260" y="171219"/>
                </a:lnTo>
                <a:lnTo>
                  <a:pt x="643353" y="171265"/>
                </a:lnTo>
                <a:lnTo>
                  <a:pt x="650173" y="184905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650173" y="157393"/>
                </a:lnTo>
                <a:lnTo>
                  <a:pt x="643353" y="171033"/>
                </a:lnTo>
                <a:lnTo>
                  <a:pt x="643260" y="171080"/>
                </a:lnTo>
                <a:close/>
                <a:moveTo>
                  <a:pt x="615887" y="184766"/>
                </a:moveTo>
                <a:lnTo>
                  <a:pt x="588514" y="198453"/>
                </a:lnTo>
                <a:lnTo>
                  <a:pt x="595427" y="212278"/>
                </a:lnTo>
                <a:lnTo>
                  <a:pt x="622800" y="198592"/>
                </a:lnTo>
                <a:lnTo>
                  <a:pt x="615887" y="184766"/>
                </a:lnTo>
                <a:close/>
                <a:moveTo>
                  <a:pt x="561142" y="212139"/>
                </a:moveTo>
                <a:lnTo>
                  <a:pt x="533769" y="225825"/>
                </a:lnTo>
                <a:lnTo>
                  <a:pt x="540682" y="239651"/>
                </a:lnTo>
                <a:lnTo>
                  <a:pt x="568054" y="225965"/>
                </a:lnTo>
                <a:lnTo>
                  <a:pt x="561142" y="21213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344F1-1819-4708-9F19-D514843C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2729970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4B515-0CEF-4B91-BEAA-9A5055A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2723057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58AD7-770B-44BD-B396-6F7A75F0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2565424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2CC1F-3829-4243-87DB-62C43DB3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2558511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7D27D-E705-4EAA-B395-37FCB1A1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2406754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AF7AB-CFBE-41D7-9087-0FA5C2E5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2399841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8D241-2FD8-4182-AEFE-380254F8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2242208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62C29-A80F-4B0C-8F10-7E416414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2235295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E911E-E129-4AC1-82EA-E950D962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2077662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B542E-2A12-4A06-AAFD-AC2AF7C2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2070749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49F07-AF63-4C4C-8AD4-714752E1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1913116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C925D-1AFC-4AB3-9A78-20CF32FA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1906203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F2EC5-1E28-47FA-8011-4881F415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1754447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74CB5-C005-4227-A4CE-03F722ED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1747535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F5F25-8C92-46C8-9BF0-117A93D9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1589901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BFB0E-63AE-4275-9986-C4B83298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1582989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73279-EE31-4A85-9B9C-4DC3CA0A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1425355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0B718-60D2-40C9-8CB6-89B8F938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1418442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FDC77-4B26-426F-88AA-7230782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83" y="1260809"/>
            <a:ext cx="656946" cy="328473"/>
          </a:xfrm>
          <a:custGeom xmlns:a="http://schemas.openxmlformats.org/drawingml/2006/main">
            <a:pathLst>
              <a:path w="656946" h="328473">
                <a:moveTo>
                  <a:pt x="656946" y="164237"/>
                </a:moveTo>
                <a:lnTo>
                  <a:pt x="328473" y="0"/>
                </a:lnTo>
                <a:lnTo>
                  <a:pt x="0" y="164237"/>
                </a:lnTo>
                <a:lnTo>
                  <a:pt x="328473" y="328473"/>
                </a:lnTo>
                <a:lnTo>
                  <a:pt x="656946" y="164237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7F6CC-9D6D-4A39-ADF4-7F9162BC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27" y="1253896"/>
            <a:ext cx="663859" cy="342299"/>
          </a:xfrm>
          <a:custGeom xmlns:a="http://schemas.openxmlformats.org/drawingml/2006/main">
            <a:pathLst>
              <a:path w="663859" h="342299">
                <a:moveTo>
                  <a:pt x="328473" y="0"/>
                </a:moveTo>
                <a:lnTo>
                  <a:pt x="0" y="164237"/>
                </a:lnTo>
                <a:lnTo>
                  <a:pt x="0" y="178062"/>
                </a:lnTo>
                <a:lnTo>
                  <a:pt x="328473" y="342299"/>
                </a:lnTo>
                <a:lnTo>
                  <a:pt x="335386" y="342299"/>
                </a:lnTo>
                <a:lnTo>
                  <a:pt x="663859" y="178062"/>
                </a:lnTo>
                <a:lnTo>
                  <a:pt x="663859" y="164237"/>
                </a:lnTo>
                <a:lnTo>
                  <a:pt x="335386" y="0"/>
                </a:lnTo>
                <a:lnTo>
                  <a:pt x="328473" y="0"/>
                </a:lnTo>
                <a:close/>
                <a:moveTo>
                  <a:pt x="331930" y="6913"/>
                </a:moveTo>
                <a:lnTo>
                  <a:pt x="331930" y="6913"/>
                </a:lnTo>
                <a:lnTo>
                  <a:pt x="328473" y="0"/>
                </a:lnTo>
                <a:lnTo>
                  <a:pt x="331930" y="6913"/>
                </a:lnTo>
                <a:close/>
                <a:moveTo>
                  <a:pt x="3456" y="171149"/>
                </a:moveTo>
                <a:lnTo>
                  <a:pt x="3456" y="171149"/>
                </a:lnTo>
                <a:lnTo>
                  <a:pt x="0" y="178062"/>
                </a:lnTo>
                <a:lnTo>
                  <a:pt x="3456" y="171149"/>
                </a:lnTo>
                <a:close/>
                <a:moveTo>
                  <a:pt x="331930" y="335386"/>
                </a:moveTo>
                <a:lnTo>
                  <a:pt x="331930" y="335386"/>
                </a:lnTo>
                <a:lnTo>
                  <a:pt x="328473" y="342299"/>
                </a:lnTo>
                <a:lnTo>
                  <a:pt x="331930" y="335386"/>
                </a:lnTo>
                <a:close/>
                <a:moveTo>
                  <a:pt x="20738" y="171149"/>
                </a:moveTo>
                <a:lnTo>
                  <a:pt x="331930" y="15554"/>
                </a:lnTo>
                <a:lnTo>
                  <a:pt x="643121" y="171149"/>
                </a:lnTo>
                <a:lnTo>
                  <a:pt x="331930" y="326745"/>
                </a:lnTo>
                <a:lnTo>
                  <a:pt x="20738" y="171149"/>
                </a:lnTo>
                <a:close/>
              </a:path>
            </a:pathLst>
          </a:custGeom>
          <a:solidFill xmlns:a="http://schemas.openxmlformats.org/drawingml/2006/main">
            <a:srgbClr val="162B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A4D08-7747-4F1D-A17F-C82743F5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959387"/>
            <a:ext cx="231864" cy="3709815"/>
          </a:xfrm>
          <a:custGeom xmlns:a="http://schemas.openxmlformats.org/drawingml/2006/main">
            <a:pathLst>
              <a:path w="231864" h="3709815">
                <a:moveTo>
                  <a:pt x="231864" y="0"/>
                </a:moveTo>
                <a:lnTo>
                  <a:pt x="231864" y="3709815"/>
                </a:lnTo>
                <a:lnTo>
                  <a:pt x="0" y="3709815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3A74E-D6B1-4CDB-B75A-EA8830FA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947794"/>
            <a:ext cx="255050" cy="3733001"/>
          </a:xfrm>
          <a:custGeom xmlns:a="http://schemas.openxmlformats.org/drawingml/2006/main">
            <a:pathLst>
              <a:path w="255050" h="3733001">
                <a:moveTo>
                  <a:pt x="0" y="3721408"/>
                </a:moveTo>
                <a:lnTo>
                  <a:pt x="0" y="3733001"/>
                </a:lnTo>
                <a:lnTo>
                  <a:pt x="11593" y="3733001"/>
                </a:lnTo>
                <a:lnTo>
                  <a:pt x="243457" y="3733001"/>
                </a:lnTo>
                <a:lnTo>
                  <a:pt x="255050" y="3733001"/>
                </a:lnTo>
                <a:lnTo>
                  <a:pt x="255050" y="3721408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721408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3709815"/>
                </a:lnTo>
                <a:lnTo>
                  <a:pt x="23186" y="3709815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8C6BC-2156-478F-B03C-CE6BA4C8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959387"/>
            <a:ext cx="231864" cy="463727"/>
          </a:xfrm>
          <a:custGeom xmlns:a="http://schemas.openxmlformats.org/drawingml/2006/main">
            <a:pathLst>
              <a:path w="231864" h="463727">
                <a:moveTo>
                  <a:pt x="231864" y="0"/>
                </a:moveTo>
                <a:lnTo>
                  <a:pt x="231864" y="463727"/>
                </a:lnTo>
                <a:lnTo>
                  <a:pt x="0" y="463727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6AC24-FE1E-4445-A765-3E25C17A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947794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22619-6D55-4B0A-91EF-9B1A6CD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1423114"/>
            <a:ext cx="231864" cy="463727"/>
          </a:xfrm>
          <a:custGeom xmlns:a="http://schemas.openxmlformats.org/drawingml/2006/main">
            <a:pathLst>
              <a:path w="231864" h="463727">
                <a:moveTo>
                  <a:pt x="231864" y="0"/>
                </a:moveTo>
                <a:lnTo>
                  <a:pt x="231864" y="463727"/>
                </a:lnTo>
                <a:lnTo>
                  <a:pt x="0" y="463727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4A45F-F923-4E09-BCCD-FDB9F8F0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1411520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7B18B-3EE6-47CA-A176-C9D9400A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1886840"/>
            <a:ext cx="231864" cy="463727"/>
          </a:xfrm>
          <a:custGeom xmlns:a="http://schemas.openxmlformats.org/drawingml/2006/main">
            <a:pathLst>
              <a:path w="231864" h="463727">
                <a:moveTo>
                  <a:pt x="231864" y="0"/>
                </a:moveTo>
                <a:lnTo>
                  <a:pt x="231864" y="463727"/>
                </a:lnTo>
                <a:lnTo>
                  <a:pt x="0" y="463727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F1A57-F0BB-432C-B33D-9F956C16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1875247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8EC04-FB39-4F63-9823-CBF20ED8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2350567"/>
            <a:ext cx="231864" cy="463727"/>
          </a:xfrm>
          <a:custGeom xmlns:a="http://schemas.openxmlformats.org/drawingml/2006/main">
            <a:pathLst>
              <a:path w="231864" h="463727">
                <a:moveTo>
                  <a:pt x="231864" y="0"/>
                </a:moveTo>
                <a:lnTo>
                  <a:pt x="231864" y="463727"/>
                </a:lnTo>
                <a:lnTo>
                  <a:pt x="0" y="463727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62B3C-4B02-434A-98C9-E2BB86F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2338974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81CB1-EA4D-43F9-A0E3-AF49D036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2814294"/>
            <a:ext cx="231864" cy="463727"/>
          </a:xfrm>
          <a:custGeom xmlns:a="http://schemas.openxmlformats.org/drawingml/2006/main">
            <a:pathLst>
              <a:path w="231864" h="463727">
                <a:moveTo>
                  <a:pt x="231864" y="0"/>
                </a:moveTo>
                <a:lnTo>
                  <a:pt x="231864" y="463727"/>
                </a:lnTo>
                <a:lnTo>
                  <a:pt x="0" y="463727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48622-542E-43CE-94A7-D9088FE7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2802701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3C85A-6A49-48C7-A117-FCEEE2FC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3278021"/>
            <a:ext cx="231864" cy="463727"/>
          </a:xfrm>
          <a:custGeom xmlns:a="http://schemas.openxmlformats.org/drawingml/2006/main">
            <a:pathLst>
              <a:path w="231864" h="463727">
                <a:moveTo>
                  <a:pt x="231864" y="0"/>
                </a:moveTo>
                <a:lnTo>
                  <a:pt x="231864" y="463727"/>
                </a:lnTo>
                <a:lnTo>
                  <a:pt x="0" y="463727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FEDCF-D6C5-4E41-997A-CA1E5427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3266428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F3912-AED3-4EDE-949B-AC12D497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3741748"/>
            <a:ext cx="231864" cy="463727"/>
          </a:xfrm>
          <a:custGeom xmlns:a="http://schemas.openxmlformats.org/drawingml/2006/main">
            <a:pathLst>
              <a:path w="231864" h="463727">
                <a:moveTo>
                  <a:pt x="231864" y="0"/>
                </a:moveTo>
                <a:lnTo>
                  <a:pt x="231864" y="463727"/>
                </a:lnTo>
                <a:lnTo>
                  <a:pt x="0" y="463727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7B5E4-07C8-41AC-84EE-2FD11BB9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3730154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32B21-E784-4B92-8920-6ED088BE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51" y="4205475"/>
            <a:ext cx="231864" cy="463727"/>
          </a:xfrm>
          <a:custGeom xmlns:a="http://schemas.openxmlformats.org/drawingml/2006/main">
            <a:pathLst>
              <a:path w="231864" h="463727">
                <a:moveTo>
                  <a:pt x="231864" y="0"/>
                </a:moveTo>
                <a:lnTo>
                  <a:pt x="231864" y="463727"/>
                </a:lnTo>
                <a:lnTo>
                  <a:pt x="0" y="463727"/>
                </a:lnTo>
                <a:lnTo>
                  <a:pt x="0" y="0"/>
                </a:lnTo>
                <a:lnTo>
                  <a:pt x="231864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C67BE-5C8C-4907-B614-84005A2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758" y="4193882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4" y="23186"/>
                </a:lnTo>
                <a:lnTo>
                  <a:pt x="231864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0EB08-9894-440F-9FAC-FB026DB7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200" y="2051771"/>
            <a:ext cx="316880" cy="133866"/>
          </a:xfrm>
          <a:custGeom xmlns:a="http://schemas.openxmlformats.org/drawingml/2006/main">
            <a:pathLst>
              <a:path w="316880" h="133866">
                <a:moveTo>
                  <a:pt x="305287" y="78526"/>
                </a:moveTo>
                <a:lnTo>
                  <a:pt x="306081" y="78500"/>
                </a:lnTo>
                <a:lnTo>
                  <a:pt x="306860" y="78421"/>
                </a:lnTo>
                <a:lnTo>
                  <a:pt x="307623" y="78291"/>
                </a:lnTo>
                <a:lnTo>
                  <a:pt x="308369" y="78112"/>
                </a:lnTo>
                <a:lnTo>
                  <a:pt x="309095" y="77887"/>
                </a:lnTo>
                <a:lnTo>
                  <a:pt x="309799" y="77615"/>
                </a:lnTo>
                <a:lnTo>
                  <a:pt x="310481" y="77300"/>
                </a:lnTo>
                <a:lnTo>
                  <a:pt x="311138" y="76944"/>
                </a:lnTo>
                <a:lnTo>
                  <a:pt x="311769" y="76546"/>
                </a:lnTo>
                <a:lnTo>
                  <a:pt x="312371" y="76111"/>
                </a:lnTo>
                <a:lnTo>
                  <a:pt x="312944" y="75638"/>
                </a:lnTo>
                <a:lnTo>
                  <a:pt x="313484" y="75131"/>
                </a:lnTo>
                <a:lnTo>
                  <a:pt x="313992" y="74590"/>
                </a:lnTo>
                <a:lnTo>
                  <a:pt x="314464" y="74017"/>
                </a:lnTo>
                <a:lnTo>
                  <a:pt x="314900" y="73415"/>
                </a:lnTo>
                <a:lnTo>
                  <a:pt x="315297" y="72784"/>
                </a:lnTo>
                <a:lnTo>
                  <a:pt x="315654" y="72128"/>
                </a:lnTo>
                <a:lnTo>
                  <a:pt x="315969" y="71446"/>
                </a:lnTo>
                <a:lnTo>
                  <a:pt x="316240" y="70741"/>
                </a:lnTo>
                <a:lnTo>
                  <a:pt x="316466" y="70015"/>
                </a:lnTo>
                <a:lnTo>
                  <a:pt x="316644" y="69270"/>
                </a:lnTo>
                <a:lnTo>
                  <a:pt x="316774" y="68506"/>
                </a:lnTo>
                <a:lnTo>
                  <a:pt x="316853" y="67727"/>
                </a:lnTo>
                <a:lnTo>
                  <a:pt x="316880" y="66933"/>
                </a:lnTo>
                <a:lnTo>
                  <a:pt x="316853" y="66139"/>
                </a:lnTo>
                <a:lnTo>
                  <a:pt x="316774" y="65360"/>
                </a:lnTo>
                <a:lnTo>
                  <a:pt x="316644" y="64597"/>
                </a:lnTo>
                <a:lnTo>
                  <a:pt x="316466" y="63851"/>
                </a:lnTo>
                <a:lnTo>
                  <a:pt x="316240" y="63125"/>
                </a:lnTo>
                <a:lnTo>
                  <a:pt x="315969" y="62421"/>
                </a:lnTo>
                <a:lnTo>
                  <a:pt x="315654" y="61739"/>
                </a:lnTo>
                <a:lnTo>
                  <a:pt x="315297" y="61082"/>
                </a:lnTo>
                <a:lnTo>
                  <a:pt x="314900" y="60451"/>
                </a:lnTo>
                <a:lnTo>
                  <a:pt x="314464" y="59849"/>
                </a:lnTo>
                <a:lnTo>
                  <a:pt x="313992" y="59276"/>
                </a:lnTo>
                <a:lnTo>
                  <a:pt x="313484" y="58736"/>
                </a:lnTo>
                <a:lnTo>
                  <a:pt x="312944" y="58228"/>
                </a:lnTo>
                <a:lnTo>
                  <a:pt x="312371" y="57756"/>
                </a:lnTo>
                <a:lnTo>
                  <a:pt x="311769" y="57320"/>
                </a:lnTo>
                <a:lnTo>
                  <a:pt x="311138" y="56923"/>
                </a:lnTo>
                <a:lnTo>
                  <a:pt x="310481" y="56566"/>
                </a:lnTo>
                <a:lnTo>
                  <a:pt x="309799" y="56251"/>
                </a:lnTo>
                <a:lnTo>
                  <a:pt x="309095" y="55980"/>
                </a:lnTo>
                <a:lnTo>
                  <a:pt x="308369" y="55754"/>
                </a:lnTo>
                <a:lnTo>
                  <a:pt x="307623" y="55576"/>
                </a:lnTo>
                <a:lnTo>
                  <a:pt x="306860" y="55446"/>
                </a:lnTo>
                <a:lnTo>
                  <a:pt x="306081" y="55367"/>
                </a:lnTo>
                <a:lnTo>
                  <a:pt x="305287" y="55340"/>
                </a:lnTo>
                <a:lnTo>
                  <a:pt x="115932" y="55340"/>
                </a:lnTo>
                <a:lnTo>
                  <a:pt x="115932" y="0"/>
                </a:lnTo>
                <a:lnTo>
                  <a:pt x="0" y="66933"/>
                </a:lnTo>
                <a:lnTo>
                  <a:pt x="115932" y="133866"/>
                </a:lnTo>
                <a:lnTo>
                  <a:pt x="115932" y="78526"/>
                </a:lnTo>
                <a:lnTo>
                  <a:pt x="305287" y="785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881D2-EF0E-4506-B19F-CF93A5AB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031" y="432803"/>
            <a:ext cx="120551" cy="132416"/>
          </a:xfrm>
          <a:custGeom xmlns:a="http://schemas.openxmlformats.org/drawingml/2006/main">
            <a:pathLst>
              <a:path w="120551" h="132416">
                <a:moveTo>
                  <a:pt x="0" y="132416"/>
                </a:moveTo>
                <a:close/>
                <a:moveTo>
                  <a:pt x="120551" y="0"/>
                </a:moveTo>
                <a:lnTo>
                  <a:pt x="75537" y="132416"/>
                </a:lnTo>
                <a:lnTo>
                  <a:pt x="44924" y="132416"/>
                </a:lnTo>
                <a:lnTo>
                  <a:pt x="0" y="0"/>
                </a:lnTo>
                <a:lnTo>
                  <a:pt x="28349" y="0"/>
                </a:lnTo>
                <a:lnTo>
                  <a:pt x="53256" y="78797"/>
                </a:lnTo>
                <a:cubicBezTo>
                  <a:pt x="53679" y="80126"/>
                  <a:pt x="54373" y="82632"/>
                  <a:pt x="55339" y="86315"/>
                </a:cubicBezTo>
                <a:cubicBezTo>
                  <a:pt x="56305" y="89938"/>
                  <a:pt x="57271" y="93802"/>
                  <a:pt x="58238" y="97908"/>
                </a:cubicBezTo>
                <a:cubicBezTo>
                  <a:pt x="59264" y="101953"/>
                  <a:pt x="59958" y="105305"/>
                  <a:pt x="60321" y="107961"/>
                </a:cubicBezTo>
                <a:cubicBezTo>
                  <a:pt x="60683" y="105305"/>
                  <a:pt x="61317" y="101953"/>
                  <a:pt x="62223" y="97908"/>
                </a:cubicBezTo>
                <a:cubicBezTo>
                  <a:pt x="63189" y="93862"/>
                  <a:pt x="64125" y="90028"/>
                  <a:pt x="65030" y="86405"/>
                </a:cubicBezTo>
                <a:cubicBezTo>
                  <a:pt x="65997" y="82722"/>
                  <a:pt x="66691" y="80186"/>
                  <a:pt x="67114" y="78797"/>
                </a:cubicBezTo>
                <a:lnTo>
                  <a:pt x="92202" y="0"/>
                </a:lnTo>
                <a:lnTo>
                  <a:pt x="1205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72FBF-D794-4BAA-A37D-EE32919C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889" y="2314701"/>
            <a:ext cx="176977" cy="990854"/>
          </a:xfrm>
          <a:custGeom xmlns:a="http://schemas.openxmlformats.org/drawingml/2006/main">
            <a:pathLst>
              <a:path w="176977" h="990854">
                <a:moveTo>
                  <a:pt x="44561" y="0"/>
                </a:moveTo>
                <a:close/>
                <a:moveTo>
                  <a:pt x="44561" y="16665"/>
                </a:moveTo>
                <a:lnTo>
                  <a:pt x="176977" y="16665"/>
                </a:lnTo>
                <a:lnTo>
                  <a:pt x="176977" y="44742"/>
                </a:lnTo>
                <a:lnTo>
                  <a:pt x="44561" y="44742"/>
                </a:lnTo>
                <a:lnTo>
                  <a:pt x="44561" y="16665"/>
                </a:lnTo>
                <a:close/>
                <a:moveTo>
                  <a:pt x="44561" y="61408"/>
                </a:moveTo>
                <a:close/>
                <a:moveTo>
                  <a:pt x="147722" y="133412"/>
                </a:moveTo>
                <a:cubicBezTo>
                  <a:pt x="147722" y="144220"/>
                  <a:pt x="144764" y="152915"/>
                  <a:pt x="138846" y="159497"/>
                </a:cubicBezTo>
                <a:cubicBezTo>
                  <a:pt x="132989" y="166078"/>
                  <a:pt x="123570" y="169369"/>
                  <a:pt x="110588" y="169369"/>
                </a:cubicBezTo>
                <a:lnTo>
                  <a:pt x="44561" y="169369"/>
                </a:lnTo>
                <a:lnTo>
                  <a:pt x="44561" y="141745"/>
                </a:lnTo>
                <a:lnTo>
                  <a:pt x="103705" y="141745"/>
                </a:lnTo>
                <a:cubicBezTo>
                  <a:pt x="110950" y="141745"/>
                  <a:pt x="116415" y="140416"/>
                  <a:pt x="120098" y="137759"/>
                </a:cubicBezTo>
                <a:cubicBezTo>
                  <a:pt x="123781" y="135163"/>
                  <a:pt x="125623" y="131057"/>
                  <a:pt x="125623" y="125442"/>
                </a:cubicBezTo>
                <a:cubicBezTo>
                  <a:pt x="125623" y="116988"/>
                  <a:pt x="122755" y="111222"/>
                  <a:pt x="117019" y="108143"/>
                </a:cubicBezTo>
                <a:cubicBezTo>
                  <a:pt x="111282" y="105063"/>
                  <a:pt x="103010" y="103523"/>
                  <a:pt x="92202" y="103523"/>
                </a:cubicBezTo>
                <a:lnTo>
                  <a:pt x="44561" y="103523"/>
                </a:lnTo>
                <a:lnTo>
                  <a:pt x="44561" y="75899"/>
                </a:lnTo>
                <a:lnTo>
                  <a:pt x="145820" y="75899"/>
                </a:lnTo>
                <a:lnTo>
                  <a:pt x="145820" y="97002"/>
                </a:lnTo>
                <a:lnTo>
                  <a:pt x="132869" y="100716"/>
                </a:lnTo>
                <a:lnTo>
                  <a:pt x="132869" y="102255"/>
                </a:lnTo>
                <a:cubicBezTo>
                  <a:pt x="136371" y="104429"/>
                  <a:pt x="139209" y="107116"/>
                  <a:pt x="141382" y="110316"/>
                </a:cubicBezTo>
                <a:cubicBezTo>
                  <a:pt x="143556" y="113577"/>
                  <a:pt x="145156" y="117170"/>
                  <a:pt x="146183" y="121094"/>
                </a:cubicBezTo>
                <a:cubicBezTo>
                  <a:pt x="147209" y="125079"/>
                  <a:pt x="147722" y="129185"/>
                  <a:pt x="147722" y="133412"/>
                </a:cubicBezTo>
                <a:close/>
                <a:moveTo>
                  <a:pt x="44561" y="183317"/>
                </a:moveTo>
                <a:close/>
                <a:moveTo>
                  <a:pt x="147722" y="255321"/>
                </a:moveTo>
                <a:cubicBezTo>
                  <a:pt x="147722" y="266130"/>
                  <a:pt x="144764" y="274825"/>
                  <a:pt x="138846" y="281406"/>
                </a:cubicBezTo>
                <a:cubicBezTo>
                  <a:pt x="132989" y="287988"/>
                  <a:pt x="123570" y="291278"/>
                  <a:pt x="110588" y="291278"/>
                </a:cubicBezTo>
                <a:lnTo>
                  <a:pt x="44561" y="291278"/>
                </a:lnTo>
                <a:lnTo>
                  <a:pt x="44561" y="263654"/>
                </a:lnTo>
                <a:lnTo>
                  <a:pt x="103705" y="263654"/>
                </a:lnTo>
                <a:cubicBezTo>
                  <a:pt x="110950" y="263654"/>
                  <a:pt x="116415" y="262326"/>
                  <a:pt x="120098" y="259669"/>
                </a:cubicBezTo>
                <a:cubicBezTo>
                  <a:pt x="123781" y="257073"/>
                  <a:pt x="125623" y="252967"/>
                  <a:pt x="125623" y="247351"/>
                </a:cubicBezTo>
                <a:cubicBezTo>
                  <a:pt x="125623" y="238898"/>
                  <a:pt x="122755" y="233131"/>
                  <a:pt x="117019" y="230052"/>
                </a:cubicBezTo>
                <a:cubicBezTo>
                  <a:pt x="111282" y="226973"/>
                  <a:pt x="103010" y="225433"/>
                  <a:pt x="92202" y="225433"/>
                </a:cubicBezTo>
                <a:lnTo>
                  <a:pt x="44561" y="225433"/>
                </a:lnTo>
                <a:lnTo>
                  <a:pt x="44561" y="197808"/>
                </a:lnTo>
                <a:lnTo>
                  <a:pt x="145820" y="197808"/>
                </a:lnTo>
                <a:lnTo>
                  <a:pt x="145820" y="218912"/>
                </a:lnTo>
                <a:lnTo>
                  <a:pt x="132869" y="222625"/>
                </a:lnTo>
                <a:lnTo>
                  <a:pt x="132869" y="224165"/>
                </a:lnTo>
                <a:cubicBezTo>
                  <a:pt x="136371" y="226339"/>
                  <a:pt x="139209" y="229026"/>
                  <a:pt x="141382" y="232226"/>
                </a:cubicBezTo>
                <a:cubicBezTo>
                  <a:pt x="143556" y="235486"/>
                  <a:pt x="145156" y="239079"/>
                  <a:pt x="146183" y="243004"/>
                </a:cubicBezTo>
                <a:cubicBezTo>
                  <a:pt x="147209" y="246989"/>
                  <a:pt x="147722" y="251095"/>
                  <a:pt x="147722" y="255321"/>
                </a:cubicBezTo>
                <a:close/>
                <a:moveTo>
                  <a:pt x="44561" y="305226"/>
                </a:moveTo>
                <a:close/>
                <a:moveTo>
                  <a:pt x="147722" y="361471"/>
                </a:moveTo>
                <a:cubicBezTo>
                  <a:pt x="147722" y="370831"/>
                  <a:pt x="145911" y="378891"/>
                  <a:pt x="142288" y="385654"/>
                </a:cubicBezTo>
                <a:cubicBezTo>
                  <a:pt x="138726" y="392417"/>
                  <a:pt x="133533" y="397640"/>
                  <a:pt x="126710" y="401323"/>
                </a:cubicBezTo>
                <a:cubicBezTo>
                  <a:pt x="119887" y="405006"/>
                  <a:pt x="111554" y="406848"/>
                  <a:pt x="101712" y="406848"/>
                </a:cubicBezTo>
                <a:lnTo>
                  <a:pt x="88307" y="406848"/>
                </a:lnTo>
                <a:lnTo>
                  <a:pt x="88307" y="341546"/>
                </a:lnTo>
                <a:cubicBezTo>
                  <a:pt x="80518" y="341848"/>
                  <a:pt x="74390" y="344172"/>
                  <a:pt x="69921" y="348520"/>
                </a:cubicBezTo>
                <a:cubicBezTo>
                  <a:pt x="65513" y="352928"/>
                  <a:pt x="63310" y="359026"/>
                  <a:pt x="63310" y="366815"/>
                </a:cubicBezTo>
                <a:cubicBezTo>
                  <a:pt x="63310" y="373276"/>
                  <a:pt x="63974" y="379193"/>
                  <a:pt x="65302" y="384567"/>
                </a:cubicBezTo>
                <a:cubicBezTo>
                  <a:pt x="66631" y="389941"/>
                  <a:pt x="68623" y="395466"/>
                  <a:pt x="71280" y="401142"/>
                </a:cubicBezTo>
                <a:lnTo>
                  <a:pt x="49905" y="401142"/>
                </a:lnTo>
                <a:cubicBezTo>
                  <a:pt x="47429" y="396130"/>
                  <a:pt x="45618" y="390877"/>
                  <a:pt x="44471" y="385382"/>
                </a:cubicBezTo>
                <a:cubicBezTo>
                  <a:pt x="43323" y="379948"/>
                  <a:pt x="42750" y="373336"/>
                  <a:pt x="42750" y="365547"/>
                </a:cubicBezTo>
                <a:cubicBezTo>
                  <a:pt x="42750" y="355403"/>
                  <a:pt x="44622" y="346406"/>
                  <a:pt x="48365" y="338557"/>
                </a:cubicBezTo>
                <a:cubicBezTo>
                  <a:pt x="52109" y="330768"/>
                  <a:pt x="57815" y="324639"/>
                  <a:pt x="65483" y="320171"/>
                </a:cubicBezTo>
                <a:cubicBezTo>
                  <a:pt x="73152" y="315763"/>
                  <a:pt x="82813" y="313559"/>
                  <a:pt x="94466" y="313559"/>
                </a:cubicBezTo>
                <a:cubicBezTo>
                  <a:pt x="106301" y="313559"/>
                  <a:pt x="116143" y="315552"/>
                  <a:pt x="123993" y="319537"/>
                </a:cubicBezTo>
                <a:cubicBezTo>
                  <a:pt x="131903" y="323582"/>
                  <a:pt x="137820" y="329198"/>
                  <a:pt x="141745" y="336383"/>
                </a:cubicBezTo>
                <a:cubicBezTo>
                  <a:pt x="145730" y="343568"/>
                  <a:pt x="147722" y="351931"/>
                  <a:pt x="147722" y="361471"/>
                </a:cubicBezTo>
                <a:close/>
                <a:moveTo>
                  <a:pt x="128068" y="361653"/>
                </a:moveTo>
                <a:cubicBezTo>
                  <a:pt x="128068" y="356279"/>
                  <a:pt x="126347" y="351810"/>
                  <a:pt x="122906" y="348248"/>
                </a:cubicBezTo>
                <a:cubicBezTo>
                  <a:pt x="119464" y="344746"/>
                  <a:pt x="114060" y="342723"/>
                  <a:pt x="106693" y="342180"/>
                </a:cubicBezTo>
                <a:lnTo>
                  <a:pt x="106693" y="380944"/>
                </a:lnTo>
                <a:cubicBezTo>
                  <a:pt x="110799" y="380884"/>
                  <a:pt x="114452" y="380129"/>
                  <a:pt x="117653" y="378680"/>
                </a:cubicBezTo>
                <a:cubicBezTo>
                  <a:pt x="120853" y="377291"/>
                  <a:pt x="123389" y="375178"/>
                  <a:pt x="125261" y="372340"/>
                </a:cubicBezTo>
                <a:cubicBezTo>
                  <a:pt x="127132" y="369562"/>
                  <a:pt x="128068" y="366000"/>
                  <a:pt x="128068" y="361653"/>
                </a:cubicBezTo>
                <a:close/>
                <a:moveTo>
                  <a:pt x="44561" y="414818"/>
                </a:moveTo>
                <a:close/>
                <a:moveTo>
                  <a:pt x="147722" y="485826"/>
                </a:moveTo>
                <a:cubicBezTo>
                  <a:pt x="147722" y="487215"/>
                  <a:pt x="147632" y="488815"/>
                  <a:pt x="147451" y="490627"/>
                </a:cubicBezTo>
                <a:cubicBezTo>
                  <a:pt x="147330" y="492498"/>
                  <a:pt x="147149" y="494008"/>
                  <a:pt x="146907" y="495155"/>
                </a:cubicBezTo>
                <a:lnTo>
                  <a:pt x="121004" y="493072"/>
                </a:lnTo>
                <a:cubicBezTo>
                  <a:pt x="121306" y="492166"/>
                  <a:pt x="121517" y="490868"/>
                  <a:pt x="121638" y="489177"/>
                </a:cubicBezTo>
                <a:cubicBezTo>
                  <a:pt x="121819" y="487547"/>
                  <a:pt x="121909" y="486128"/>
                  <a:pt x="121909" y="484921"/>
                </a:cubicBezTo>
                <a:cubicBezTo>
                  <a:pt x="121909" y="481358"/>
                  <a:pt x="121457" y="477886"/>
                  <a:pt x="120551" y="474505"/>
                </a:cubicBezTo>
                <a:cubicBezTo>
                  <a:pt x="119645" y="471184"/>
                  <a:pt x="118166" y="468195"/>
                  <a:pt x="116113" y="465538"/>
                </a:cubicBezTo>
                <a:cubicBezTo>
                  <a:pt x="114120" y="462881"/>
                  <a:pt x="111464" y="460768"/>
                  <a:pt x="108143" y="459198"/>
                </a:cubicBezTo>
                <a:cubicBezTo>
                  <a:pt x="104882" y="457689"/>
                  <a:pt x="100867" y="456934"/>
                  <a:pt x="96096" y="456934"/>
                </a:cubicBezTo>
                <a:lnTo>
                  <a:pt x="44561" y="456934"/>
                </a:lnTo>
                <a:lnTo>
                  <a:pt x="44561" y="429310"/>
                </a:lnTo>
                <a:lnTo>
                  <a:pt x="145820" y="429310"/>
                </a:lnTo>
                <a:lnTo>
                  <a:pt x="145820" y="450232"/>
                </a:lnTo>
                <a:lnTo>
                  <a:pt x="128793" y="454307"/>
                </a:lnTo>
                <a:lnTo>
                  <a:pt x="128793" y="455666"/>
                </a:lnTo>
                <a:cubicBezTo>
                  <a:pt x="132235" y="457659"/>
                  <a:pt x="135374" y="460134"/>
                  <a:pt x="138212" y="463093"/>
                </a:cubicBezTo>
                <a:cubicBezTo>
                  <a:pt x="141111" y="466112"/>
                  <a:pt x="143405" y="469523"/>
                  <a:pt x="145096" y="473327"/>
                </a:cubicBezTo>
                <a:cubicBezTo>
                  <a:pt x="146847" y="477192"/>
                  <a:pt x="147722" y="481358"/>
                  <a:pt x="147722" y="485826"/>
                </a:cubicBezTo>
                <a:close/>
                <a:moveTo>
                  <a:pt x="44561" y="547234"/>
                </a:moveTo>
                <a:close/>
                <a:moveTo>
                  <a:pt x="44561" y="563899"/>
                </a:moveTo>
                <a:lnTo>
                  <a:pt x="176977" y="563899"/>
                </a:lnTo>
                <a:lnTo>
                  <a:pt x="176977" y="591976"/>
                </a:lnTo>
                <a:lnTo>
                  <a:pt x="67748" y="591976"/>
                </a:lnTo>
                <a:lnTo>
                  <a:pt x="67748" y="645685"/>
                </a:lnTo>
                <a:lnTo>
                  <a:pt x="44561" y="645685"/>
                </a:lnTo>
                <a:lnTo>
                  <a:pt x="44561" y="563899"/>
                </a:lnTo>
                <a:close/>
                <a:moveTo>
                  <a:pt x="44561" y="652116"/>
                </a:moveTo>
                <a:close/>
                <a:moveTo>
                  <a:pt x="95372" y="758628"/>
                </a:moveTo>
                <a:cubicBezTo>
                  <a:pt x="86919" y="758628"/>
                  <a:pt x="79431" y="757481"/>
                  <a:pt x="72910" y="755186"/>
                </a:cubicBezTo>
                <a:cubicBezTo>
                  <a:pt x="66389" y="752952"/>
                  <a:pt x="60864" y="749662"/>
                  <a:pt x="56336" y="745314"/>
                </a:cubicBezTo>
                <a:cubicBezTo>
                  <a:pt x="51867" y="741027"/>
                  <a:pt x="48486" y="735834"/>
                  <a:pt x="46192" y="729736"/>
                </a:cubicBezTo>
                <a:cubicBezTo>
                  <a:pt x="43897" y="723698"/>
                  <a:pt x="42750" y="716875"/>
                  <a:pt x="42750" y="709267"/>
                </a:cubicBezTo>
                <a:cubicBezTo>
                  <a:pt x="42750" y="702142"/>
                  <a:pt x="43897" y="695590"/>
                  <a:pt x="46192" y="689613"/>
                </a:cubicBezTo>
                <a:cubicBezTo>
                  <a:pt x="48486" y="683695"/>
                  <a:pt x="51867" y="678533"/>
                  <a:pt x="56336" y="674125"/>
                </a:cubicBezTo>
                <a:cubicBezTo>
                  <a:pt x="60864" y="669777"/>
                  <a:pt x="66389" y="666396"/>
                  <a:pt x="72910" y="663981"/>
                </a:cubicBezTo>
                <a:cubicBezTo>
                  <a:pt x="79431" y="661626"/>
                  <a:pt x="86919" y="660448"/>
                  <a:pt x="95372" y="660448"/>
                </a:cubicBezTo>
                <a:cubicBezTo>
                  <a:pt x="106603" y="660448"/>
                  <a:pt x="116113" y="662441"/>
                  <a:pt x="123902" y="666426"/>
                </a:cubicBezTo>
                <a:cubicBezTo>
                  <a:pt x="131691" y="670411"/>
                  <a:pt x="137609" y="676087"/>
                  <a:pt x="141654" y="683454"/>
                </a:cubicBezTo>
                <a:cubicBezTo>
                  <a:pt x="145700" y="690820"/>
                  <a:pt x="147722" y="699606"/>
                  <a:pt x="147722" y="709810"/>
                </a:cubicBezTo>
                <a:cubicBezTo>
                  <a:pt x="147722" y="719290"/>
                  <a:pt x="145700" y="727683"/>
                  <a:pt x="141654" y="734989"/>
                </a:cubicBezTo>
                <a:cubicBezTo>
                  <a:pt x="137609" y="742355"/>
                  <a:pt x="131691" y="748122"/>
                  <a:pt x="123902" y="752288"/>
                </a:cubicBezTo>
                <a:cubicBezTo>
                  <a:pt x="116113" y="756515"/>
                  <a:pt x="106603" y="758628"/>
                  <a:pt x="95372" y="758628"/>
                </a:cubicBezTo>
                <a:close/>
                <a:moveTo>
                  <a:pt x="95372" y="688616"/>
                </a:moveTo>
                <a:cubicBezTo>
                  <a:pt x="88730" y="688616"/>
                  <a:pt x="83145" y="689341"/>
                  <a:pt x="78616" y="690790"/>
                </a:cubicBezTo>
                <a:cubicBezTo>
                  <a:pt x="74088" y="692239"/>
                  <a:pt x="70676" y="694503"/>
                  <a:pt x="68382" y="697583"/>
                </a:cubicBezTo>
                <a:cubicBezTo>
                  <a:pt x="66087" y="700662"/>
                  <a:pt x="64940" y="704678"/>
                  <a:pt x="64940" y="709629"/>
                </a:cubicBezTo>
                <a:cubicBezTo>
                  <a:pt x="64940" y="714520"/>
                  <a:pt x="66087" y="718475"/>
                  <a:pt x="68382" y="721494"/>
                </a:cubicBezTo>
                <a:cubicBezTo>
                  <a:pt x="70676" y="724573"/>
                  <a:pt x="74088" y="726807"/>
                  <a:pt x="78616" y="728196"/>
                </a:cubicBezTo>
                <a:cubicBezTo>
                  <a:pt x="83145" y="729645"/>
                  <a:pt x="88730" y="730370"/>
                  <a:pt x="95372" y="730370"/>
                </a:cubicBezTo>
                <a:cubicBezTo>
                  <a:pt x="102074" y="730370"/>
                  <a:pt x="107629" y="729645"/>
                  <a:pt x="112037" y="728196"/>
                </a:cubicBezTo>
                <a:cubicBezTo>
                  <a:pt x="116505" y="726807"/>
                  <a:pt x="119856" y="724573"/>
                  <a:pt x="122091" y="721494"/>
                </a:cubicBezTo>
                <a:cubicBezTo>
                  <a:pt x="124325" y="718414"/>
                  <a:pt x="125442" y="714399"/>
                  <a:pt x="125442" y="709448"/>
                </a:cubicBezTo>
                <a:cubicBezTo>
                  <a:pt x="125442" y="702142"/>
                  <a:pt x="122936" y="696828"/>
                  <a:pt x="117924" y="693507"/>
                </a:cubicBezTo>
                <a:cubicBezTo>
                  <a:pt x="112913" y="690247"/>
                  <a:pt x="105395" y="688616"/>
                  <a:pt x="95372" y="688616"/>
                </a:cubicBezTo>
                <a:close/>
                <a:moveTo>
                  <a:pt x="44561" y="766961"/>
                </a:moveTo>
                <a:close/>
                <a:moveTo>
                  <a:pt x="95372" y="873473"/>
                </a:moveTo>
                <a:cubicBezTo>
                  <a:pt x="86919" y="873473"/>
                  <a:pt x="79431" y="872326"/>
                  <a:pt x="72910" y="870031"/>
                </a:cubicBezTo>
                <a:cubicBezTo>
                  <a:pt x="66389" y="867797"/>
                  <a:pt x="60864" y="864506"/>
                  <a:pt x="56336" y="860159"/>
                </a:cubicBezTo>
                <a:cubicBezTo>
                  <a:pt x="51867" y="855872"/>
                  <a:pt x="48486" y="850679"/>
                  <a:pt x="46192" y="844581"/>
                </a:cubicBezTo>
                <a:cubicBezTo>
                  <a:pt x="43897" y="838542"/>
                  <a:pt x="42750" y="831719"/>
                  <a:pt x="42750" y="824111"/>
                </a:cubicBezTo>
                <a:cubicBezTo>
                  <a:pt x="42750" y="816986"/>
                  <a:pt x="43897" y="810435"/>
                  <a:pt x="46192" y="804457"/>
                </a:cubicBezTo>
                <a:cubicBezTo>
                  <a:pt x="48486" y="798540"/>
                  <a:pt x="51867" y="793377"/>
                  <a:pt x="56336" y="788970"/>
                </a:cubicBezTo>
                <a:cubicBezTo>
                  <a:pt x="60864" y="784622"/>
                  <a:pt x="66389" y="781241"/>
                  <a:pt x="72910" y="778826"/>
                </a:cubicBezTo>
                <a:cubicBezTo>
                  <a:pt x="79431" y="776471"/>
                  <a:pt x="86919" y="775293"/>
                  <a:pt x="95372" y="775293"/>
                </a:cubicBezTo>
                <a:cubicBezTo>
                  <a:pt x="106603" y="775293"/>
                  <a:pt x="116113" y="777286"/>
                  <a:pt x="123902" y="781271"/>
                </a:cubicBezTo>
                <a:cubicBezTo>
                  <a:pt x="131691" y="785256"/>
                  <a:pt x="137609" y="790932"/>
                  <a:pt x="141654" y="798298"/>
                </a:cubicBezTo>
                <a:cubicBezTo>
                  <a:pt x="145700" y="805665"/>
                  <a:pt x="147722" y="814450"/>
                  <a:pt x="147722" y="824655"/>
                </a:cubicBezTo>
                <a:cubicBezTo>
                  <a:pt x="147722" y="834135"/>
                  <a:pt x="145700" y="842528"/>
                  <a:pt x="141654" y="849834"/>
                </a:cubicBezTo>
                <a:cubicBezTo>
                  <a:pt x="137609" y="857200"/>
                  <a:pt x="131691" y="862967"/>
                  <a:pt x="123902" y="867133"/>
                </a:cubicBezTo>
                <a:cubicBezTo>
                  <a:pt x="116113" y="871360"/>
                  <a:pt x="106603" y="873473"/>
                  <a:pt x="95372" y="873473"/>
                </a:cubicBezTo>
                <a:close/>
                <a:moveTo>
                  <a:pt x="95372" y="803461"/>
                </a:moveTo>
                <a:cubicBezTo>
                  <a:pt x="88730" y="803461"/>
                  <a:pt x="83145" y="804186"/>
                  <a:pt x="78616" y="805635"/>
                </a:cubicBezTo>
                <a:cubicBezTo>
                  <a:pt x="74088" y="807084"/>
                  <a:pt x="70676" y="809348"/>
                  <a:pt x="68382" y="812428"/>
                </a:cubicBezTo>
                <a:cubicBezTo>
                  <a:pt x="66087" y="815507"/>
                  <a:pt x="64940" y="819522"/>
                  <a:pt x="64940" y="824474"/>
                </a:cubicBezTo>
                <a:cubicBezTo>
                  <a:pt x="64940" y="829365"/>
                  <a:pt x="66087" y="833320"/>
                  <a:pt x="68382" y="836339"/>
                </a:cubicBezTo>
                <a:cubicBezTo>
                  <a:pt x="70676" y="839418"/>
                  <a:pt x="74088" y="841652"/>
                  <a:pt x="78616" y="843041"/>
                </a:cubicBezTo>
                <a:cubicBezTo>
                  <a:pt x="83145" y="844490"/>
                  <a:pt x="88730" y="845215"/>
                  <a:pt x="95372" y="845215"/>
                </a:cubicBezTo>
                <a:cubicBezTo>
                  <a:pt x="102074" y="845215"/>
                  <a:pt x="107629" y="844490"/>
                  <a:pt x="112037" y="843041"/>
                </a:cubicBezTo>
                <a:cubicBezTo>
                  <a:pt x="116505" y="841652"/>
                  <a:pt x="119856" y="839418"/>
                  <a:pt x="122091" y="836339"/>
                </a:cubicBezTo>
                <a:cubicBezTo>
                  <a:pt x="124325" y="833259"/>
                  <a:pt x="125442" y="829244"/>
                  <a:pt x="125442" y="824293"/>
                </a:cubicBezTo>
                <a:cubicBezTo>
                  <a:pt x="125442" y="816986"/>
                  <a:pt x="122936" y="811673"/>
                  <a:pt x="117924" y="808352"/>
                </a:cubicBezTo>
                <a:cubicBezTo>
                  <a:pt x="112913" y="805091"/>
                  <a:pt x="105395" y="803461"/>
                  <a:pt x="95372" y="803461"/>
                </a:cubicBezTo>
                <a:close/>
                <a:moveTo>
                  <a:pt x="44561" y="881806"/>
                </a:moveTo>
                <a:close/>
                <a:moveTo>
                  <a:pt x="147722" y="952633"/>
                </a:moveTo>
                <a:cubicBezTo>
                  <a:pt x="147722" y="964045"/>
                  <a:pt x="143284" y="973253"/>
                  <a:pt x="134408" y="980257"/>
                </a:cubicBezTo>
                <a:cubicBezTo>
                  <a:pt x="125532" y="987321"/>
                  <a:pt x="112520" y="990854"/>
                  <a:pt x="95372" y="990854"/>
                </a:cubicBezTo>
                <a:cubicBezTo>
                  <a:pt x="83900" y="990854"/>
                  <a:pt x="74239" y="989193"/>
                  <a:pt x="66389" y="985872"/>
                </a:cubicBezTo>
                <a:cubicBezTo>
                  <a:pt x="58600" y="982551"/>
                  <a:pt x="52713" y="977962"/>
                  <a:pt x="48728" y="972105"/>
                </a:cubicBezTo>
                <a:cubicBezTo>
                  <a:pt x="44742" y="966249"/>
                  <a:pt x="42750" y="959516"/>
                  <a:pt x="42750" y="951908"/>
                </a:cubicBezTo>
                <a:cubicBezTo>
                  <a:pt x="42750" y="947017"/>
                  <a:pt x="43354" y="942821"/>
                  <a:pt x="44561" y="939319"/>
                </a:cubicBezTo>
                <a:cubicBezTo>
                  <a:pt x="45829" y="935816"/>
                  <a:pt x="47429" y="932828"/>
                  <a:pt x="49362" y="930352"/>
                </a:cubicBezTo>
                <a:cubicBezTo>
                  <a:pt x="51354" y="927876"/>
                  <a:pt x="53467" y="925733"/>
                  <a:pt x="55702" y="923921"/>
                </a:cubicBezTo>
                <a:lnTo>
                  <a:pt x="55702" y="922472"/>
                </a:lnTo>
                <a:cubicBezTo>
                  <a:pt x="53286" y="922955"/>
                  <a:pt x="50811" y="923318"/>
                  <a:pt x="48275" y="923559"/>
                </a:cubicBezTo>
                <a:cubicBezTo>
                  <a:pt x="45739" y="923801"/>
                  <a:pt x="43263" y="923921"/>
                  <a:pt x="40848" y="923921"/>
                </a:cubicBezTo>
                <a:lnTo>
                  <a:pt x="0" y="923921"/>
                </a:lnTo>
                <a:lnTo>
                  <a:pt x="0" y="896297"/>
                </a:lnTo>
                <a:lnTo>
                  <a:pt x="145820" y="896297"/>
                </a:lnTo>
                <a:lnTo>
                  <a:pt x="145820" y="918759"/>
                </a:lnTo>
                <a:lnTo>
                  <a:pt x="132687" y="922653"/>
                </a:lnTo>
                <a:lnTo>
                  <a:pt x="132687" y="923921"/>
                </a:lnTo>
                <a:cubicBezTo>
                  <a:pt x="135405" y="925733"/>
                  <a:pt x="137910" y="927937"/>
                  <a:pt x="140205" y="930533"/>
                </a:cubicBezTo>
                <a:cubicBezTo>
                  <a:pt x="142499" y="933129"/>
                  <a:pt x="144311" y="936239"/>
                  <a:pt x="145639" y="939862"/>
                </a:cubicBezTo>
                <a:cubicBezTo>
                  <a:pt x="147028" y="943545"/>
                  <a:pt x="147722" y="947802"/>
                  <a:pt x="147722" y="952633"/>
                </a:cubicBezTo>
                <a:close/>
                <a:moveTo>
                  <a:pt x="125623" y="943757"/>
                </a:moveTo>
                <a:cubicBezTo>
                  <a:pt x="125623" y="938926"/>
                  <a:pt x="124627" y="935092"/>
                  <a:pt x="122634" y="932254"/>
                </a:cubicBezTo>
                <a:cubicBezTo>
                  <a:pt x="120641" y="929416"/>
                  <a:pt x="117653" y="927333"/>
                  <a:pt x="113667" y="926005"/>
                </a:cubicBezTo>
                <a:cubicBezTo>
                  <a:pt x="109682" y="924736"/>
                  <a:pt x="104640" y="924042"/>
                  <a:pt x="98542" y="923921"/>
                </a:cubicBezTo>
                <a:lnTo>
                  <a:pt x="95553" y="923921"/>
                </a:lnTo>
                <a:cubicBezTo>
                  <a:pt x="89032" y="923921"/>
                  <a:pt x="83507" y="924525"/>
                  <a:pt x="78978" y="925733"/>
                </a:cubicBezTo>
                <a:cubicBezTo>
                  <a:pt x="74450" y="927001"/>
                  <a:pt x="71008" y="929084"/>
                  <a:pt x="68653" y="931982"/>
                </a:cubicBezTo>
                <a:cubicBezTo>
                  <a:pt x="66298" y="934941"/>
                  <a:pt x="65121" y="938986"/>
                  <a:pt x="65121" y="944119"/>
                </a:cubicBezTo>
                <a:cubicBezTo>
                  <a:pt x="65121" y="948345"/>
                  <a:pt x="66298" y="951817"/>
                  <a:pt x="68653" y="954535"/>
                </a:cubicBezTo>
                <a:cubicBezTo>
                  <a:pt x="71008" y="957252"/>
                  <a:pt x="74450" y="959274"/>
                  <a:pt x="78978" y="960603"/>
                </a:cubicBezTo>
                <a:cubicBezTo>
                  <a:pt x="83567" y="961992"/>
                  <a:pt x="89153" y="962686"/>
                  <a:pt x="95734" y="962686"/>
                </a:cubicBezTo>
                <a:cubicBezTo>
                  <a:pt x="105637" y="962686"/>
                  <a:pt x="113094" y="961146"/>
                  <a:pt x="118105" y="958067"/>
                </a:cubicBezTo>
                <a:cubicBezTo>
                  <a:pt x="123117" y="954987"/>
                  <a:pt x="125623" y="950217"/>
                  <a:pt x="125623" y="943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7F44D-472F-42B7-95CF-B096F74B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213" y="1836603"/>
            <a:ext cx="133866" cy="1943788"/>
          </a:xfrm>
          <a:custGeom xmlns:a="http://schemas.openxmlformats.org/drawingml/2006/main">
            <a:pathLst>
              <a:path w="133866" h="1943788">
                <a:moveTo>
                  <a:pt x="78421" y="10020"/>
                </a:moveTo>
                <a:lnTo>
                  <a:pt x="78291" y="9257"/>
                </a:lnTo>
                <a:lnTo>
                  <a:pt x="78112" y="8511"/>
                </a:lnTo>
                <a:lnTo>
                  <a:pt x="77886" y="7785"/>
                </a:lnTo>
                <a:lnTo>
                  <a:pt x="77615" y="7081"/>
                </a:lnTo>
                <a:lnTo>
                  <a:pt x="77300" y="6399"/>
                </a:lnTo>
                <a:lnTo>
                  <a:pt x="76944" y="5742"/>
                </a:lnTo>
                <a:lnTo>
                  <a:pt x="76546" y="5111"/>
                </a:lnTo>
                <a:lnTo>
                  <a:pt x="76111" y="4509"/>
                </a:lnTo>
                <a:lnTo>
                  <a:pt x="75638" y="3936"/>
                </a:lnTo>
                <a:lnTo>
                  <a:pt x="75131" y="3396"/>
                </a:lnTo>
                <a:lnTo>
                  <a:pt x="74590" y="2888"/>
                </a:lnTo>
                <a:lnTo>
                  <a:pt x="74017" y="2416"/>
                </a:lnTo>
                <a:lnTo>
                  <a:pt x="73415" y="1980"/>
                </a:lnTo>
                <a:lnTo>
                  <a:pt x="72784" y="1583"/>
                </a:lnTo>
                <a:lnTo>
                  <a:pt x="72127" y="1226"/>
                </a:lnTo>
                <a:lnTo>
                  <a:pt x="71446" y="911"/>
                </a:lnTo>
                <a:lnTo>
                  <a:pt x="70741" y="640"/>
                </a:lnTo>
                <a:lnTo>
                  <a:pt x="70015" y="414"/>
                </a:lnTo>
                <a:lnTo>
                  <a:pt x="69270" y="236"/>
                </a:lnTo>
                <a:lnTo>
                  <a:pt x="68506" y="106"/>
                </a:lnTo>
                <a:lnTo>
                  <a:pt x="67727" y="27"/>
                </a:lnTo>
                <a:lnTo>
                  <a:pt x="66933" y="0"/>
                </a:lnTo>
                <a:lnTo>
                  <a:pt x="66139" y="27"/>
                </a:lnTo>
                <a:lnTo>
                  <a:pt x="65360" y="106"/>
                </a:lnTo>
                <a:lnTo>
                  <a:pt x="64597" y="236"/>
                </a:lnTo>
                <a:lnTo>
                  <a:pt x="63851" y="414"/>
                </a:lnTo>
                <a:lnTo>
                  <a:pt x="63125" y="640"/>
                </a:lnTo>
                <a:lnTo>
                  <a:pt x="62421" y="911"/>
                </a:lnTo>
                <a:lnTo>
                  <a:pt x="61739" y="1226"/>
                </a:lnTo>
                <a:lnTo>
                  <a:pt x="61082" y="1583"/>
                </a:lnTo>
                <a:lnTo>
                  <a:pt x="60451" y="1980"/>
                </a:lnTo>
                <a:lnTo>
                  <a:pt x="59849" y="2416"/>
                </a:lnTo>
                <a:lnTo>
                  <a:pt x="59276" y="2888"/>
                </a:lnTo>
                <a:lnTo>
                  <a:pt x="58736" y="3396"/>
                </a:lnTo>
                <a:lnTo>
                  <a:pt x="58228" y="3936"/>
                </a:lnTo>
                <a:lnTo>
                  <a:pt x="57756" y="4509"/>
                </a:lnTo>
                <a:lnTo>
                  <a:pt x="57320" y="5111"/>
                </a:lnTo>
                <a:lnTo>
                  <a:pt x="56923" y="5742"/>
                </a:lnTo>
                <a:lnTo>
                  <a:pt x="56566" y="6399"/>
                </a:lnTo>
                <a:lnTo>
                  <a:pt x="56251" y="7081"/>
                </a:lnTo>
                <a:lnTo>
                  <a:pt x="55980" y="7785"/>
                </a:lnTo>
                <a:lnTo>
                  <a:pt x="55754" y="8511"/>
                </a:lnTo>
                <a:lnTo>
                  <a:pt x="55576" y="9257"/>
                </a:lnTo>
                <a:lnTo>
                  <a:pt x="55446" y="10020"/>
                </a:lnTo>
                <a:lnTo>
                  <a:pt x="55367" y="10799"/>
                </a:lnTo>
                <a:lnTo>
                  <a:pt x="55340" y="11593"/>
                </a:lnTo>
                <a:lnTo>
                  <a:pt x="55340" y="1827857"/>
                </a:lnTo>
                <a:lnTo>
                  <a:pt x="0" y="1827857"/>
                </a:lnTo>
                <a:lnTo>
                  <a:pt x="66933" y="1943788"/>
                </a:lnTo>
                <a:lnTo>
                  <a:pt x="133866" y="1827857"/>
                </a:lnTo>
                <a:lnTo>
                  <a:pt x="78526" y="1827857"/>
                </a:lnTo>
                <a:lnTo>
                  <a:pt x="78526" y="11593"/>
                </a:lnTo>
                <a:lnTo>
                  <a:pt x="78500" y="10799"/>
                </a:lnTo>
                <a:lnTo>
                  <a:pt x="78421" y="10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776CC-B487-4C5A-BA3E-10EE295E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235" y="1886840"/>
            <a:ext cx="231863" cy="463727"/>
          </a:xfrm>
          <a:custGeom xmlns:a="http://schemas.openxmlformats.org/drawingml/2006/main">
            <a:pathLst>
              <a:path w="231863" h="463727">
                <a:moveTo>
                  <a:pt x="0" y="0"/>
                </a:moveTo>
                <a:lnTo>
                  <a:pt x="231863" y="0"/>
                </a:lnTo>
                <a:lnTo>
                  <a:pt x="231863" y="463727"/>
                </a:lnTo>
                <a:lnTo>
                  <a:pt x="0" y="4637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3D82C-D0C8-4D8D-9468-62B321B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642" y="1875247"/>
            <a:ext cx="255050" cy="486913"/>
          </a:xfrm>
          <a:custGeom xmlns:a="http://schemas.openxmlformats.org/drawingml/2006/main">
            <a:pathLst>
              <a:path w="255050" h="486913">
                <a:moveTo>
                  <a:pt x="0" y="475320"/>
                </a:moveTo>
                <a:lnTo>
                  <a:pt x="0" y="486913"/>
                </a:lnTo>
                <a:lnTo>
                  <a:pt x="11593" y="486913"/>
                </a:lnTo>
                <a:lnTo>
                  <a:pt x="243457" y="486913"/>
                </a:lnTo>
                <a:lnTo>
                  <a:pt x="255050" y="486913"/>
                </a:lnTo>
                <a:lnTo>
                  <a:pt x="255050" y="475320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475320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463727"/>
                </a:lnTo>
                <a:lnTo>
                  <a:pt x="23186" y="463727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9B22B-5D76-4E17-903E-6B8A5C32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09" y="992317"/>
            <a:ext cx="156957" cy="125089"/>
          </a:xfrm>
          <a:custGeom xmlns:a="http://schemas.openxmlformats.org/drawingml/2006/main">
            <a:pathLst>
              <a:path w="156957" h="125089">
                <a:moveTo>
                  <a:pt x="37179" y="8425"/>
                </a:moveTo>
                <a:cubicBezTo>
                  <a:pt x="36812" y="8425"/>
                  <a:pt x="36324" y="8425"/>
                  <a:pt x="35714" y="8425"/>
                </a:cubicBezTo>
                <a:cubicBezTo>
                  <a:pt x="32661" y="8425"/>
                  <a:pt x="30830" y="8364"/>
                  <a:pt x="30219" y="8242"/>
                </a:cubicBezTo>
                <a:cubicBezTo>
                  <a:pt x="29609" y="8119"/>
                  <a:pt x="29303" y="7448"/>
                  <a:pt x="29303" y="6227"/>
                </a:cubicBezTo>
                <a:cubicBezTo>
                  <a:pt x="29303" y="2930"/>
                  <a:pt x="29975" y="916"/>
                  <a:pt x="31318" y="183"/>
                </a:cubicBezTo>
                <a:cubicBezTo>
                  <a:pt x="31562" y="61"/>
                  <a:pt x="37484" y="0"/>
                  <a:pt x="49083" y="0"/>
                </a:cubicBezTo>
                <a:cubicBezTo>
                  <a:pt x="58485" y="0"/>
                  <a:pt x="63857" y="0"/>
                  <a:pt x="65200" y="0"/>
                </a:cubicBezTo>
                <a:cubicBezTo>
                  <a:pt x="66543" y="0"/>
                  <a:pt x="67398" y="366"/>
                  <a:pt x="67764" y="1099"/>
                </a:cubicBezTo>
                <a:cubicBezTo>
                  <a:pt x="93527" y="61659"/>
                  <a:pt x="106652" y="92733"/>
                  <a:pt x="107141" y="94320"/>
                </a:cubicBezTo>
                <a:lnTo>
                  <a:pt x="117031" y="55310"/>
                </a:lnTo>
                <a:cubicBezTo>
                  <a:pt x="123502" y="29548"/>
                  <a:pt x="126737" y="15812"/>
                  <a:pt x="126737" y="14102"/>
                </a:cubicBezTo>
                <a:cubicBezTo>
                  <a:pt x="126737" y="10806"/>
                  <a:pt x="122830" y="8913"/>
                  <a:pt x="115016" y="8425"/>
                </a:cubicBezTo>
                <a:cubicBezTo>
                  <a:pt x="112086" y="8425"/>
                  <a:pt x="110620" y="7753"/>
                  <a:pt x="110620" y="6410"/>
                </a:cubicBezTo>
                <a:cubicBezTo>
                  <a:pt x="110620" y="6166"/>
                  <a:pt x="110743" y="5433"/>
                  <a:pt x="110987" y="4212"/>
                </a:cubicBezTo>
                <a:cubicBezTo>
                  <a:pt x="111475" y="2259"/>
                  <a:pt x="111841" y="1099"/>
                  <a:pt x="112086" y="733"/>
                </a:cubicBezTo>
                <a:cubicBezTo>
                  <a:pt x="112330" y="366"/>
                  <a:pt x="112940" y="122"/>
                  <a:pt x="113917" y="0"/>
                </a:cubicBezTo>
                <a:cubicBezTo>
                  <a:pt x="114283" y="0"/>
                  <a:pt x="116176" y="61"/>
                  <a:pt x="119595" y="183"/>
                </a:cubicBezTo>
                <a:cubicBezTo>
                  <a:pt x="123013" y="305"/>
                  <a:pt x="128080" y="427"/>
                  <a:pt x="134796" y="549"/>
                </a:cubicBezTo>
                <a:cubicBezTo>
                  <a:pt x="140901" y="549"/>
                  <a:pt x="145540" y="488"/>
                  <a:pt x="148715" y="366"/>
                </a:cubicBezTo>
                <a:cubicBezTo>
                  <a:pt x="151889" y="244"/>
                  <a:pt x="153721" y="183"/>
                  <a:pt x="154209" y="183"/>
                </a:cubicBezTo>
                <a:cubicBezTo>
                  <a:pt x="156041" y="183"/>
                  <a:pt x="156957" y="794"/>
                  <a:pt x="156957" y="2015"/>
                </a:cubicBezTo>
                <a:cubicBezTo>
                  <a:pt x="156957" y="4701"/>
                  <a:pt x="156468" y="6532"/>
                  <a:pt x="155491" y="7509"/>
                </a:cubicBezTo>
                <a:cubicBezTo>
                  <a:pt x="155247" y="8119"/>
                  <a:pt x="153904" y="8425"/>
                  <a:pt x="151462" y="8425"/>
                </a:cubicBezTo>
                <a:cubicBezTo>
                  <a:pt x="142793" y="8913"/>
                  <a:pt x="137360" y="11355"/>
                  <a:pt x="135162" y="15751"/>
                </a:cubicBezTo>
                <a:lnTo>
                  <a:pt x="107873" y="123807"/>
                </a:lnTo>
                <a:cubicBezTo>
                  <a:pt x="107629" y="124662"/>
                  <a:pt x="106347" y="125089"/>
                  <a:pt x="104027" y="125089"/>
                </a:cubicBezTo>
                <a:cubicBezTo>
                  <a:pt x="102318" y="125089"/>
                  <a:pt x="101280" y="124967"/>
                  <a:pt x="100914" y="124723"/>
                </a:cubicBezTo>
                <a:cubicBezTo>
                  <a:pt x="100547" y="124356"/>
                  <a:pt x="92672" y="105859"/>
                  <a:pt x="77288" y="69229"/>
                </a:cubicBezTo>
                <a:lnTo>
                  <a:pt x="54028" y="14469"/>
                </a:lnTo>
                <a:lnTo>
                  <a:pt x="42124" y="62087"/>
                </a:lnTo>
                <a:cubicBezTo>
                  <a:pt x="34187" y="93344"/>
                  <a:pt x="30219" y="109522"/>
                  <a:pt x="30219" y="110620"/>
                </a:cubicBezTo>
                <a:cubicBezTo>
                  <a:pt x="30830" y="114650"/>
                  <a:pt x="35225" y="116664"/>
                  <a:pt x="43406" y="116664"/>
                </a:cubicBezTo>
                <a:lnTo>
                  <a:pt x="45237" y="116664"/>
                </a:lnTo>
                <a:cubicBezTo>
                  <a:pt x="45970" y="117275"/>
                  <a:pt x="46336" y="117763"/>
                  <a:pt x="46336" y="118129"/>
                </a:cubicBezTo>
                <a:cubicBezTo>
                  <a:pt x="46336" y="118496"/>
                  <a:pt x="46214" y="119656"/>
                  <a:pt x="45970" y="121609"/>
                </a:cubicBezTo>
                <a:cubicBezTo>
                  <a:pt x="45481" y="123197"/>
                  <a:pt x="44871" y="124356"/>
                  <a:pt x="44138" y="125089"/>
                </a:cubicBezTo>
                <a:lnTo>
                  <a:pt x="41757" y="125089"/>
                </a:lnTo>
                <a:cubicBezTo>
                  <a:pt x="37972" y="124845"/>
                  <a:pt x="31379" y="124723"/>
                  <a:pt x="21978" y="124723"/>
                </a:cubicBezTo>
                <a:cubicBezTo>
                  <a:pt x="18559" y="124723"/>
                  <a:pt x="15445" y="124723"/>
                  <a:pt x="12637" y="124723"/>
                </a:cubicBezTo>
                <a:cubicBezTo>
                  <a:pt x="9829" y="124723"/>
                  <a:pt x="7570" y="124723"/>
                  <a:pt x="5861" y="124723"/>
                </a:cubicBezTo>
                <a:cubicBezTo>
                  <a:pt x="4151" y="124723"/>
                  <a:pt x="3113" y="124784"/>
                  <a:pt x="2747" y="124906"/>
                </a:cubicBezTo>
                <a:cubicBezTo>
                  <a:pt x="916" y="124906"/>
                  <a:pt x="0" y="124356"/>
                  <a:pt x="0" y="123258"/>
                </a:cubicBezTo>
                <a:cubicBezTo>
                  <a:pt x="0" y="122769"/>
                  <a:pt x="183" y="121792"/>
                  <a:pt x="549" y="120327"/>
                </a:cubicBezTo>
                <a:cubicBezTo>
                  <a:pt x="916" y="118862"/>
                  <a:pt x="1221" y="118007"/>
                  <a:pt x="1465" y="117763"/>
                </a:cubicBezTo>
                <a:cubicBezTo>
                  <a:pt x="1709" y="117031"/>
                  <a:pt x="3113" y="116664"/>
                  <a:pt x="5678" y="116664"/>
                </a:cubicBezTo>
                <a:cubicBezTo>
                  <a:pt x="13980" y="116298"/>
                  <a:pt x="19352" y="113917"/>
                  <a:pt x="21794" y="109522"/>
                </a:cubicBezTo>
                <a:cubicBezTo>
                  <a:pt x="22283" y="108789"/>
                  <a:pt x="26617" y="91878"/>
                  <a:pt x="34798" y="58790"/>
                </a:cubicBezTo>
                <a:lnTo>
                  <a:pt x="47252" y="8974"/>
                </a:lnTo>
                <a:cubicBezTo>
                  <a:pt x="47008" y="8852"/>
                  <a:pt x="43650" y="8669"/>
                  <a:pt x="37179" y="8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86A26-A448-4C77-91C7-5B7CE69C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87" y="1027480"/>
            <a:ext cx="88460" cy="88277"/>
          </a:xfrm>
          <a:custGeom xmlns:a="http://schemas.openxmlformats.org/drawingml/2006/main">
            <a:pathLst>
              <a:path w="88460" h="88277">
                <a:moveTo>
                  <a:pt x="88460" y="84614"/>
                </a:moveTo>
                <a:cubicBezTo>
                  <a:pt x="88460" y="87056"/>
                  <a:pt x="87178" y="88277"/>
                  <a:pt x="84614" y="88277"/>
                </a:cubicBezTo>
                <a:cubicBezTo>
                  <a:pt x="84003" y="88277"/>
                  <a:pt x="82660" y="87300"/>
                  <a:pt x="80584" y="85346"/>
                </a:cubicBezTo>
                <a:cubicBezTo>
                  <a:pt x="78509" y="83393"/>
                  <a:pt x="72770" y="77715"/>
                  <a:pt x="63369" y="68314"/>
                </a:cubicBezTo>
                <a:lnTo>
                  <a:pt x="44321" y="49266"/>
                </a:lnTo>
                <a:lnTo>
                  <a:pt x="25091" y="68497"/>
                </a:lnTo>
                <a:cubicBezTo>
                  <a:pt x="12149" y="81195"/>
                  <a:pt x="5494" y="87666"/>
                  <a:pt x="5128" y="87910"/>
                </a:cubicBezTo>
                <a:cubicBezTo>
                  <a:pt x="4640" y="88154"/>
                  <a:pt x="4212" y="88277"/>
                  <a:pt x="3846" y="88277"/>
                </a:cubicBezTo>
                <a:cubicBezTo>
                  <a:pt x="2869" y="88277"/>
                  <a:pt x="2015" y="87910"/>
                  <a:pt x="1282" y="87178"/>
                </a:cubicBezTo>
                <a:cubicBezTo>
                  <a:pt x="549" y="86445"/>
                  <a:pt x="122" y="85590"/>
                  <a:pt x="0" y="84614"/>
                </a:cubicBezTo>
                <a:cubicBezTo>
                  <a:pt x="0" y="83759"/>
                  <a:pt x="855" y="82416"/>
                  <a:pt x="2564" y="80584"/>
                </a:cubicBezTo>
                <a:cubicBezTo>
                  <a:pt x="4273" y="78753"/>
                  <a:pt x="10012" y="72953"/>
                  <a:pt x="19780" y="63186"/>
                </a:cubicBezTo>
                <a:lnTo>
                  <a:pt x="38827" y="44138"/>
                </a:lnTo>
                <a:lnTo>
                  <a:pt x="19780" y="25091"/>
                </a:lnTo>
                <a:cubicBezTo>
                  <a:pt x="9890" y="15201"/>
                  <a:pt x="4151" y="9402"/>
                  <a:pt x="2564" y="7692"/>
                </a:cubicBezTo>
                <a:cubicBezTo>
                  <a:pt x="977" y="5983"/>
                  <a:pt x="122" y="4640"/>
                  <a:pt x="0" y="3663"/>
                </a:cubicBezTo>
                <a:cubicBezTo>
                  <a:pt x="0" y="2564"/>
                  <a:pt x="366" y="1709"/>
                  <a:pt x="1099" y="1099"/>
                </a:cubicBezTo>
                <a:cubicBezTo>
                  <a:pt x="1831" y="488"/>
                  <a:pt x="2747" y="183"/>
                  <a:pt x="3846" y="183"/>
                </a:cubicBezTo>
                <a:cubicBezTo>
                  <a:pt x="4457" y="183"/>
                  <a:pt x="4884" y="244"/>
                  <a:pt x="5128" y="366"/>
                </a:cubicBezTo>
                <a:cubicBezTo>
                  <a:pt x="5494" y="610"/>
                  <a:pt x="12149" y="7082"/>
                  <a:pt x="25091" y="19780"/>
                </a:cubicBezTo>
                <a:lnTo>
                  <a:pt x="44321" y="39010"/>
                </a:lnTo>
                <a:lnTo>
                  <a:pt x="63369" y="19963"/>
                </a:lnTo>
                <a:cubicBezTo>
                  <a:pt x="72770" y="10561"/>
                  <a:pt x="78509" y="4884"/>
                  <a:pt x="80584" y="2930"/>
                </a:cubicBezTo>
                <a:cubicBezTo>
                  <a:pt x="82660" y="977"/>
                  <a:pt x="84003" y="0"/>
                  <a:pt x="84614" y="0"/>
                </a:cubicBezTo>
                <a:cubicBezTo>
                  <a:pt x="87178" y="0"/>
                  <a:pt x="88460" y="1221"/>
                  <a:pt x="88460" y="3663"/>
                </a:cubicBezTo>
                <a:cubicBezTo>
                  <a:pt x="88460" y="4518"/>
                  <a:pt x="87849" y="5616"/>
                  <a:pt x="86628" y="6960"/>
                </a:cubicBezTo>
                <a:cubicBezTo>
                  <a:pt x="85407" y="8303"/>
                  <a:pt x="79425" y="14285"/>
                  <a:pt x="68680" y="24908"/>
                </a:cubicBezTo>
                <a:lnTo>
                  <a:pt x="49633" y="44138"/>
                </a:lnTo>
                <a:lnTo>
                  <a:pt x="68680" y="63369"/>
                </a:lnTo>
                <a:cubicBezTo>
                  <a:pt x="78936" y="73625"/>
                  <a:pt x="84797" y="79547"/>
                  <a:pt x="86262" y="81134"/>
                </a:cubicBezTo>
                <a:cubicBezTo>
                  <a:pt x="87727" y="82721"/>
                  <a:pt x="88460" y="83881"/>
                  <a:pt x="88460" y="8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D64C7-7CC2-43D9-89D1-CE47BC39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0" y="990301"/>
            <a:ext cx="89742" cy="128935"/>
          </a:xfrm>
          <a:custGeom xmlns:a="http://schemas.openxmlformats.org/drawingml/2006/main">
            <a:pathLst>
              <a:path w="89742" h="128935">
                <a:moveTo>
                  <a:pt x="60988" y="2015"/>
                </a:moveTo>
                <a:cubicBezTo>
                  <a:pt x="61110" y="2015"/>
                  <a:pt x="65505" y="1709"/>
                  <a:pt x="74174" y="1099"/>
                </a:cubicBezTo>
                <a:cubicBezTo>
                  <a:pt x="82843" y="488"/>
                  <a:pt x="87300" y="122"/>
                  <a:pt x="87544" y="0"/>
                </a:cubicBezTo>
                <a:cubicBezTo>
                  <a:pt x="89009" y="0"/>
                  <a:pt x="89742" y="488"/>
                  <a:pt x="89742" y="1465"/>
                </a:cubicBezTo>
                <a:cubicBezTo>
                  <a:pt x="89742" y="2320"/>
                  <a:pt x="85285" y="20757"/>
                  <a:pt x="76372" y="56775"/>
                </a:cubicBezTo>
                <a:cubicBezTo>
                  <a:pt x="67459" y="92794"/>
                  <a:pt x="62880" y="111170"/>
                  <a:pt x="62636" y="111902"/>
                </a:cubicBezTo>
                <a:cubicBezTo>
                  <a:pt x="62392" y="112635"/>
                  <a:pt x="62331" y="113551"/>
                  <a:pt x="62453" y="114650"/>
                </a:cubicBezTo>
                <a:cubicBezTo>
                  <a:pt x="62453" y="119778"/>
                  <a:pt x="64162" y="122342"/>
                  <a:pt x="67581" y="122342"/>
                </a:cubicBezTo>
                <a:cubicBezTo>
                  <a:pt x="68680" y="122220"/>
                  <a:pt x="69901" y="121670"/>
                  <a:pt x="71244" y="120694"/>
                </a:cubicBezTo>
                <a:cubicBezTo>
                  <a:pt x="73808" y="118252"/>
                  <a:pt x="76311" y="112391"/>
                  <a:pt x="78753" y="103111"/>
                </a:cubicBezTo>
                <a:cubicBezTo>
                  <a:pt x="79486" y="100670"/>
                  <a:pt x="80096" y="99387"/>
                  <a:pt x="80584" y="99265"/>
                </a:cubicBezTo>
                <a:cubicBezTo>
                  <a:pt x="80829" y="99143"/>
                  <a:pt x="81439" y="99082"/>
                  <a:pt x="82416" y="99082"/>
                </a:cubicBezTo>
                <a:lnTo>
                  <a:pt x="83148" y="99082"/>
                </a:lnTo>
                <a:lnTo>
                  <a:pt x="83881" y="99082"/>
                </a:lnTo>
                <a:cubicBezTo>
                  <a:pt x="85713" y="99082"/>
                  <a:pt x="86628" y="99571"/>
                  <a:pt x="86628" y="100547"/>
                </a:cubicBezTo>
                <a:cubicBezTo>
                  <a:pt x="86628" y="101158"/>
                  <a:pt x="86445" y="102135"/>
                  <a:pt x="86079" y="103478"/>
                </a:cubicBezTo>
                <a:cubicBezTo>
                  <a:pt x="84492" y="109583"/>
                  <a:pt x="82660" y="114528"/>
                  <a:pt x="80584" y="118313"/>
                </a:cubicBezTo>
                <a:cubicBezTo>
                  <a:pt x="78509" y="122098"/>
                  <a:pt x="76799" y="124540"/>
                  <a:pt x="75456" y="125638"/>
                </a:cubicBezTo>
                <a:cubicBezTo>
                  <a:pt x="74113" y="126737"/>
                  <a:pt x="72404" y="127714"/>
                  <a:pt x="70328" y="128569"/>
                </a:cubicBezTo>
                <a:cubicBezTo>
                  <a:pt x="69351" y="128813"/>
                  <a:pt x="67886" y="128935"/>
                  <a:pt x="65933" y="128935"/>
                </a:cubicBezTo>
                <a:cubicBezTo>
                  <a:pt x="61781" y="128935"/>
                  <a:pt x="58302" y="128019"/>
                  <a:pt x="55493" y="126188"/>
                </a:cubicBezTo>
                <a:cubicBezTo>
                  <a:pt x="52685" y="124356"/>
                  <a:pt x="50854" y="122464"/>
                  <a:pt x="49999" y="120510"/>
                </a:cubicBezTo>
                <a:lnTo>
                  <a:pt x="48900" y="117763"/>
                </a:lnTo>
                <a:cubicBezTo>
                  <a:pt x="48778" y="117641"/>
                  <a:pt x="48534" y="117702"/>
                  <a:pt x="48168" y="117946"/>
                </a:cubicBezTo>
                <a:cubicBezTo>
                  <a:pt x="47923" y="118191"/>
                  <a:pt x="47679" y="118435"/>
                  <a:pt x="47435" y="118679"/>
                </a:cubicBezTo>
                <a:cubicBezTo>
                  <a:pt x="40231" y="125516"/>
                  <a:pt x="32905" y="128935"/>
                  <a:pt x="25457" y="128935"/>
                </a:cubicBezTo>
                <a:cubicBezTo>
                  <a:pt x="18742" y="128935"/>
                  <a:pt x="12820" y="126493"/>
                  <a:pt x="7692" y="121609"/>
                </a:cubicBezTo>
                <a:cubicBezTo>
                  <a:pt x="2564" y="116725"/>
                  <a:pt x="0" y="108972"/>
                  <a:pt x="0" y="98350"/>
                </a:cubicBezTo>
                <a:cubicBezTo>
                  <a:pt x="0" y="92489"/>
                  <a:pt x="1221" y="86506"/>
                  <a:pt x="3663" y="80401"/>
                </a:cubicBezTo>
                <a:cubicBezTo>
                  <a:pt x="6105" y="74296"/>
                  <a:pt x="9035" y="69046"/>
                  <a:pt x="12454" y="64651"/>
                </a:cubicBezTo>
                <a:cubicBezTo>
                  <a:pt x="18193" y="57691"/>
                  <a:pt x="23931" y="52868"/>
                  <a:pt x="29670" y="50182"/>
                </a:cubicBezTo>
                <a:cubicBezTo>
                  <a:pt x="35408" y="47496"/>
                  <a:pt x="40597" y="46153"/>
                  <a:pt x="45237" y="46153"/>
                </a:cubicBezTo>
                <a:cubicBezTo>
                  <a:pt x="52075" y="46153"/>
                  <a:pt x="57203" y="48717"/>
                  <a:pt x="60621" y="53845"/>
                </a:cubicBezTo>
                <a:cubicBezTo>
                  <a:pt x="61232" y="54578"/>
                  <a:pt x="61537" y="54822"/>
                  <a:pt x="61537" y="54578"/>
                </a:cubicBezTo>
                <a:cubicBezTo>
                  <a:pt x="61659" y="54089"/>
                  <a:pt x="63308" y="47435"/>
                  <a:pt x="66482" y="34615"/>
                </a:cubicBezTo>
                <a:cubicBezTo>
                  <a:pt x="69657" y="21794"/>
                  <a:pt x="71366" y="15018"/>
                  <a:pt x="71610" y="14285"/>
                </a:cubicBezTo>
                <a:cubicBezTo>
                  <a:pt x="71610" y="12698"/>
                  <a:pt x="71183" y="11721"/>
                  <a:pt x="70328" y="11355"/>
                </a:cubicBezTo>
                <a:cubicBezTo>
                  <a:pt x="69474" y="10989"/>
                  <a:pt x="67093" y="10684"/>
                  <a:pt x="63186" y="10439"/>
                </a:cubicBezTo>
                <a:lnTo>
                  <a:pt x="59339" y="10439"/>
                </a:lnTo>
                <a:cubicBezTo>
                  <a:pt x="58607" y="9707"/>
                  <a:pt x="58241" y="9218"/>
                  <a:pt x="58241" y="8974"/>
                </a:cubicBezTo>
                <a:cubicBezTo>
                  <a:pt x="58241" y="8730"/>
                  <a:pt x="58363" y="7570"/>
                  <a:pt x="58607" y="5494"/>
                </a:cubicBezTo>
                <a:cubicBezTo>
                  <a:pt x="59217" y="3175"/>
                  <a:pt x="60011" y="2015"/>
                  <a:pt x="60988" y="2015"/>
                </a:cubicBezTo>
                <a:close/>
                <a:moveTo>
                  <a:pt x="58424" y="67398"/>
                </a:moveTo>
                <a:cubicBezTo>
                  <a:pt x="55615" y="57752"/>
                  <a:pt x="51037" y="52929"/>
                  <a:pt x="44688" y="52929"/>
                </a:cubicBezTo>
                <a:cubicBezTo>
                  <a:pt x="40414" y="52929"/>
                  <a:pt x="36324" y="54822"/>
                  <a:pt x="32417" y="58607"/>
                </a:cubicBezTo>
                <a:cubicBezTo>
                  <a:pt x="28510" y="62392"/>
                  <a:pt x="25457" y="67337"/>
                  <a:pt x="23260" y="73442"/>
                </a:cubicBezTo>
                <a:cubicBezTo>
                  <a:pt x="19719" y="83087"/>
                  <a:pt x="17216" y="93099"/>
                  <a:pt x="15751" y="103478"/>
                </a:cubicBezTo>
                <a:cubicBezTo>
                  <a:pt x="15751" y="103844"/>
                  <a:pt x="15751" y="104516"/>
                  <a:pt x="15751" y="105492"/>
                </a:cubicBezTo>
                <a:cubicBezTo>
                  <a:pt x="15751" y="106469"/>
                  <a:pt x="15690" y="107202"/>
                  <a:pt x="15567" y="107690"/>
                </a:cubicBezTo>
                <a:cubicBezTo>
                  <a:pt x="15567" y="113185"/>
                  <a:pt x="16666" y="116970"/>
                  <a:pt x="18864" y="119045"/>
                </a:cubicBezTo>
                <a:cubicBezTo>
                  <a:pt x="21062" y="121121"/>
                  <a:pt x="23687" y="122220"/>
                  <a:pt x="26739" y="122342"/>
                </a:cubicBezTo>
                <a:cubicBezTo>
                  <a:pt x="33333" y="122342"/>
                  <a:pt x="40109" y="117946"/>
                  <a:pt x="47069" y="109155"/>
                </a:cubicBezTo>
                <a:lnTo>
                  <a:pt x="48534" y="107141"/>
                </a:lnTo>
                <a:lnTo>
                  <a:pt x="58424" y="67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499B4-6DF8-4337-9612-D1225858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94" y="1056440"/>
            <a:ext cx="111098" cy="88438"/>
          </a:xfrm>
          <a:custGeom xmlns:a="http://schemas.openxmlformats.org/drawingml/2006/main">
            <a:pathLst>
              <a:path w="111098" h="88438">
                <a:moveTo>
                  <a:pt x="32889" y="7122"/>
                </a:moveTo>
                <a:cubicBezTo>
                  <a:pt x="32889" y="6517"/>
                  <a:pt x="30429" y="6129"/>
                  <a:pt x="25508" y="5956"/>
                </a:cubicBezTo>
                <a:cubicBezTo>
                  <a:pt x="23523" y="5956"/>
                  <a:pt x="22228" y="5913"/>
                  <a:pt x="21624" y="5827"/>
                </a:cubicBezTo>
                <a:cubicBezTo>
                  <a:pt x="21020" y="5740"/>
                  <a:pt x="20718" y="5352"/>
                  <a:pt x="20718" y="4661"/>
                </a:cubicBezTo>
                <a:cubicBezTo>
                  <a:pt x="20718" y="4489"/>
                  <a:pt x="20804" y="3885"/>
                  <a:pt x="20976" y="2849"/>
                </a:cubicBezTo>
                <a:cubicBezTo>
                  <a:pt x="21494" y="1122"/>
                  <a:pt x="21926" y="216"/>
                  <a:pt x="22271" y="129"/>
                </a:cubicBezTo>
                <a:cubicBezTo>
                  <a:pt x="22444" y="43"/>
                  <a:pt x="22919" y="0"/>
                  <a:pt x="23696" y="0"/>
                </a:cubicBezTo>
                <a:lnTo>
                  <a:pt x="24343" y="0"/>
                </a:lnTo>
                <a:cubicBezTo>
                  <a:pt x="27882" y="173"/>
                  <a:pt x="33752" y="259"/>
                  <a:pt x="41953" y="259"/>
                </a:cubicBezTo>
                <a:cubicBezTo>
                  <a:pt x="44888" y="259"/>
                  <a:pt x="47607" y="259"/>
                  <a:pt x="50111" y="259"/>
                </a:cubicBezTo>
                <a:cubicBezTo>
                  <a:pt x="52614" y="259"/>
                  <a:pt x="54556" y="216"/>
                  <a:pt x="55937" y="129"/>
                </a:cubicBezTo>
                <a:cubicBezTo>
                  <a:pt x="57318" y="43"/>
                  <a:pt x="58182" y="43"/>
                  <a:pt x="58527" y="129"/>
                </a:cubicBezTo>
                <a:cubicBezTo>
                  <a:pt x="59995" y="129"/>
                  <a:pt x="60728" y="475"/>
                  <a:pt x="60728" y="1165"/>
                </a:cubicBezTo>
                <a:cubicBezTo>
                  <a:pt x="60728" y="1597"/>
                  <a:pt x="60599" y="2201"/>
                  <a:pt x="60340" y="2978"/>
                </a:cubicBezTo>
                <a:cubicBezTo>
                  <a:pt x="60253" y="3151"/>
                  <a:pt x="60210" y="3410"/>
                  <a:pt x="60210" y="3755"/>
                </a:cubicBezTo>
                <a:cubicBezTo>
                  <a:pt x="60210" y="4100"/>
                  <a:pt x="60167" y="4359"/>
                  <a:pt x="60081" y="4532"/>
                </a:cubicBezTo>
                <a:cubicBezTo>
                  <a:pt x="59995" y="4705"/>
                  <a:pt x="59908" y="4877"/>
                  <a:pt x="59822" y="5050"/>
                </a:cubicBezTo>
                <a:cubicBezTo>
                  <a:pt x="59736" y="5223"/>
                  <a:pt x="59606" y="5352"/>
                  <a:pt x="59433" y="5438"/>
                </a:cubicBezTo>
                <a:cubicBezTo>
                  <a:pt x="59261" y="5525"/>
                  <a:pt x="59088" y="5611"/>
                  <a:pt x="58915" y="5697"/>
                </a:cubicBezTo>
                <a:cubicBezTo>
                  <a:pt x="58743" y="5784"/>
                  <a:pt x="58441" y="5827"/>
                  <a:pt x="58009" y="5827"/>
                </a:cubicBezTo>
                <a:cubicBezTo>
                  <a:pt x="57577" y="5827"/>
                  <a:pt x="57189" y="5870"/>
                  <a:pt x="56844" y="5956"/>
                </a:cubicBezTo>
                <a:cubicBezTo>
                  <a:pt x="56498" y="6043"/>
                  <a:pt x="55894" y="6043"/>
                  <a:pt x="55031" y="5956"/>
                </a:cubicBezTo>
                <a:cubicBezTo>
                  <a:pt x="51578" y="6043"/>
                  <a:pt x="49377" y="6172"/>
                  <a:pt x="48427" y="6345"/>
                </a:cubicBezTo>
                <a:cubicBezTo>
                  <a:pt x="47478" y="6517"/>
                  <a:pt x="46701" y="6992"/>
                  <a:pt x="46096" y="7769"/>
                </a:cubicBezTo>
                <a:lnTo>
                  <a:pt x="35608" y="48945"/>
                </a:lnTo>
                <a:cubicBezTo>
                  <a:pt x="35695" y="48945"/>
                  <a:pt x="43636" y="42730"/>
                  <a:pt x="59433" y="30299"/>
                </a:cubicBezTo>
                <a:cubicBezTo>
                  <a:pt x="75231" y="17869"/>
                  <a:pt x="83345" y="11481"/>
                  <a:pt x="83777" y="11136"/>
                </a:cubicBezTo>
                <a:cubicBezTo>
                  <a:pt x="84985" y="9927"/>
                  <a:pt x="85589" y="8934"/>
                  <a:pt x="85589" y="8158"/>
                </a:cubicBezTo>
                <a:cubicBezTo>
                  <a:pt x="85589" y="6863"/>
                  <a:pt x="84510" y="6129"/>
                  <a:pt x="82352" y="5956"/>
                </a:cubicBezTo>
                <a:cubicBezTo>
                  <a:pt x="80971" y="5956"/>
                  <a:pt x="80280" y="5482"/>
                  <a:pt x="80280" y="4532"/>
                </a:cubicBezTo>
                <a:cubicBezTo>
                  <a:pt x="80280" y="4359"/>
                  <a:pt x="80410" y="3755"/>
                  <a:pt x="80669" y="2719"/>
                </a:cubicBezTo>
                <a:cubicBezTo>
                  <a:pt x="80928" y="1683"/>
                  <a:pt x="81144" y="1036"/>
                  <a:pt x="81316" y="777"/>
                </a:cubicBezTo>
                <a:cubicBezTo>
                  <a:pt x="81575" y="345"/>
                  <a:pt x="82309" y="129"/>
                  <a:pt x="83518" y="129"/>
                </a:cubicBezTo>
                <a:cubicBezTo>
                  <a:pt x="83863" y="129"/>
                  <a:pt x="85373" y="173"/>
                  <a:pt x="88049" y="259"/>
                </a:cubicBezTo>
                <a:cubicBezTo>
                  <a:pt x="90726" y="345"/>
                  <a:pt x="94178" y="388"/>
                  <a:pt x="98408" y="388"/>
                </a:cubicBezTo>
                <a:cubicBezTo>
                  <a:pt x="100394" y="388"/>
                  <a:pt x="102465" y="345"/>
                  <a:pt x="104624" y="259"/>
                </a:cubicBezTo>
                <a:cubicBezTo>
                  <a:pt x="106782" y="173"/>
                  <a:pt x="108076" y="129"/>
                  <a:pt x="108508" y="129"/>
                </a:cubicBezTo>
                <a:cubicBezTo>
                  <a:pt x="110235" y="129"/>
                  <a:pt x="111098" y="561"/>
                  <a:pt x="111098" y="1424"/>
                </a:cubicBezTo>
                <a:cubicBezTo>
                  <a:pt x="111098" y="3323"/>
                  <a:pt x="110752" y="4618"/>
                  <a:pt x="110062" y="5309"/>
                </a:cubicBezTo>
                <a:cubicBezTo>
                  <a:pt x="109803" y="5740"/>
                  <a:pt x="108983" y="5956"/>
                  <a:pt x="107602" y="5956"/>
                </a:cubicBezTo>
                <a:cubicBezTo>
                  <a:pt x="101127" y="6388"/>
                  <a:pt x="95257" y="8589"/>
                  <a:pt x="89992" y="12560"/>
                </a:cubicBezTo>
                <a:cubicBezTo>
                  <a:pt x="88611" y="13423"/>
                  <a:pt x="85589" y="15668"/>
                  <a:pt x="80928" y="19293"/>
                </a:cubicBezTo>
                <a:cubicBezTo>
                  <a:pt x="76266" y="22919"/>
                  <a:pt x="71950" y="26329"/>
                  <a:pt x="67979" y="29522"/>
                </a:cubicBezTo>
                <a:lnTo>
                  <a:pt x="61894" y="34313"/>
                </a:lnTo>
                <a:lnTo>
                  <a:pt x="63059" y="37162"/>
                </a:lnTo>
                <a:cubicBezTo>
                  <a:pt x="63836" y="39061"/>
                  <a:pt x="65044" y="41953"/>
                  <a:pt x="66685" y="45838"/>
                </a:cubicBezTo>
                <a:cubicBezTo>
                  <a:pt x="68325" y="49722"/>
                  <a:pt x="69835" y="53391"/>
                  <a:pt x="71216" y="56844"/>
                </a:cubicBezTo>
                <a:cubicBezTo>
                  <a:pt x="77691" y="72123"/>
                  <a:pt x="81144" y="80021"/>
                  <a:pt x="81575" y="80539"/>
                </a:cubicBezTo>
                <a:cubicBezTo>
                  <a:pt x="81748" y="80712"/>
                  <a:pt x="81964" y="80885"/>
                  <a:pt x="82223" y="81057"/>
                </a:cubicBezTo>
                <a:cubicBezTo>
                  <a:pt x="83431" y="81921"/>
                  <a:pt x="85632" y="82395"/>
                  <a:pt x="88826" y="82482"/>
                </a:cubicBezTo>
                <a:lnTo>
                  <a:pt x="91546" y="82482"/>
                </a:lnTo>
                <a:cubicBezTo>
                  <a:pt x="92064" y="83172"/>
                  <a:pt x="92322" y="83561"/>
                  <a:pt x="92322" y="83647"/>
                </a:cubicBezTo>
                <a:cubicBezTo>
                  <a:pt x="92322" y="83733"/>
                  <a:pt x="92193" y="84510"/>
                  <a:pt x="91934" y="85978"/>
                </a:cubicBezTo>
                <a:cubicBezTo>
                  <a:pt x="91589" y="87100"/>
                  <a:pt x="91157" y="87920"/>
                  <a:pt x="90639" y="88438"/>
                </a:cubicBezTo>
                <a:lnTo>
                  <a:pt x="89215" y="88438"/>
                </a:lnTo>
                <a:cubicBezTo>
                  <a:pt x="85762" y="88179"/>
                  <a:pt x="81662" y="88049"/>
                  <a:pt x="76914" y="88049"/>
                </a:cubicBezTo>
                <a:cubicBezTo>
                  <a:pt x="66382" y="88049"/>
                  <a:pt x="60469" y="88179"/>
                  <a:pt x="59174" y="88438"/>
                </a:cubicBezTo>
                <a:lnTo>
                  <a:pt x="57880" y="88438"/>
                </a:lnTo>
                <a:cubicBezTo>
                  <a:pt x="57362" y="87920"/>
                  <a:pt x="57103" y="87532"/>
                  <a:pt x="57103" y="87273"/>
                </a:cubicBezTo>
                <a:cubicBezTo>
                  <a:pt x="57103" y="87014"/>
                  <a:pt x="57189" y="86237"/>
                  <a:pt x="57362" y="84942"/>
                </a:cubicBezTo>
                <a:cubicBezTo>
                  <a:pt x="57707" y="83820"/>
                  <a:pt x="57966" y="83129"/>
                  <a:pt x="58139" y="82870"/>
                </a:cubicBezTo>
                <a:cubicBezTo>
                  <a:pt x="58311" y="82611"/>
                  <a:pt x="58786" y="82482"/>
                  <a:pt x="59563" y="82482"/>
                </a:cubicBezTo>
                <a:lnTo>
                  <a:pt x="59951" y="82482"/>
                </a:lnTo>
                <a:cubicBezTo>
                  <a:pt x="64267" y="82482"/>
                  <a:pt x="66426" y="81403"/>
                  <a:pt x="66426" y="79245"/>
                </a:cubicBezTo>
                <a:cubicBezTo>
                  <a:pt x="66426" y="78899"/>
                  <a:pt x="65260" y="75878"/>
                  <a:pt x="62929" y="70181"/>
                </a:cubicBezTo>
                <a:cubicBezTo>
                  <a:pt x="60599" y="64483"/>
                  <a:pt x="59218" y="61246"/>
                  <a:pt x="58786" y="60469"/>
                </a:cubicBezTo>
                <a:lnTo>
                  <a:pt x="51276" y="42600"/>
                </a:lnTo>
                <a:lnTo>
                  <a:pt x="42471" y="49463"/>
                </a:lnTo>
                <a:lnTo>
                  <a:pt x="33666" y="56326"/>
                </a:lnTo>
                <a:lnTo>
                  <a:pt x="30688" y="68368"/>
                </a:lnTo>
                <a:cubicBezTo>
                  <a:pt x="28702" y="76310"/>
                  <a:pt x="27710" y="80496"/>
                  <a:pt x="27710" y="80928"/>
                </a:cubicBezTo>
                <a:cubicBezTo>
                  <a:pt x="27710" y="81532"/>
                  <a:pt x="28055" y="81921"/>
                  <a:pt x="28746" y="82093"/>
                </a:cubicBezTo>
                <a:cubicBezTo>
                  <a:pt x="29436" y="82266"/>
                  <a:pt x="31594" y="82395"/>
                  <a:pt x="35220" y="82482"/>
                </a:cubicBezTo>
                <a:lnTo>
                  <a:pt x="39234" y="82482"/>
                </a:lnTo>
                <a:cubicBezTo>
                  <a:pt x="39752" y="83259"/>
                  <a:pt x="40011" y="83733"/>
                  <a:pt x="40011" y="83906"/>
                </a:cubicBezTo>
                <a:cubicBezTo>
                  <a:pt x="40011" y="85287"/>
                  <a:pt x="39709" y="86582"/>
                  <a:pt x="39104" y="87791"/>
                </a:cubicBezTo>
                <a:cubicBezTo>
                  <a:pt x="38673" y="88222"/>
                  <a:pt x="37982" y="88438"/>
                  <a:pt x="37033" y="88438"/>
                </a:cubicBezTo>
                <a:cubicBezTo>
                  <a:pt x="36774" y="88438"/>
                  <a:pt x="35177" y="88395"/>
                  <a:pt x="32242" y="88308"/>
                </a:cubicBezTo>
                <a:cubicBezTo>
                  <a:pt x="29307" y="88222"/>
                  <a:pt x="24991" y="88179"/>
                  <a:pt x="19293" y="88179"/>
                </a:cubicBezTo>
                <a:cubicBezTo>
                  <a:pt x="13941" y="88179"/>
                  <a:pt x="9841" y="88179"/>
                  <a:pt x="6992" y="88179"/>
                </a:cubicBezTo>
                <a:cubicBezTo>
                  <a:pt x="4144" y="88179"/>
                  <a:pt x="2590" y="88222"/>
                  <a:pt x="2331" y="88308"/>
                </a:cubicBezTo>
                <a:cubicBezTo>
                  <a:pt x="777" y="88308"/>
                  <a:pt x="0" y="87877"/>
                  <a:pt x="0" y="87014"/>
                </a:cubicBezTo>
                <a:cubicBezTo>
                  <a:pt x="0" y="86841"/>
                  <a:pt x="129" y="86237"/>
                  <a:pt x="388" y="85201"/>
                </a:cubicBezTo>
                <a:cubicBezTo>
                  <a:pt x="734" y="83820"/>
                  <a:pt x="1079" y="83043"/>
                  <a:pt x="1424" y="82870"/>
                </a:cubicBezTo>
                <a:cubicBezTo>
                  <a:pt x="1770" y="82697"/>
                  <a:pt x="2762" y="82568"/>
                  <a:pt x="4402" y="82482"/>
                </a:cubicBezTo>
                <a:cubicBezTo>
                  <a:pt x="6733" y="82482"/>
                  <a:pt x="9323" y="82352"/>
                  <a:pt x="12172" y="82093"/>
                </a:cubicBezTo>
                <a:cubicBezTo>
                  <a:pt x="13380" y="81834"/>
                  <a:pt x="14200" y="81316"/>
                  <a:pt x="14632" y="80539"/>
                </a:cubicBezTo>
                <a:cubicBezTo>
                  <a:pt x="14891" y="80194"/>
                  <a:pt x="17998" y="68195"/>
                  <a:pt x="23955" y="44543"/>
                </a:cubicBezTo>
                <a:cubicBezTo>
                  <a:pt x="29911" y="20890"/>
                  <a:pt x="32889" y="8416"/>
                  <a:pt x="32889" y="71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77712-BD3B-4352-8C3F-7C6AEAF2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98" y="1027480"/>
            <a:ext cx="88460" cy="88277"/>
          </a:xfrm>
          <a:custGeom xmlns:a="http://schemas.openxmlformats.org/drawingml/2006/main">
            <a:pathLst>
              <a:path w="88460" h="88277">
                <a:moveTo>
                  <a:pt x="88460" y="84614"/>
                </a:moveTo>
                <a:cubicBezTo>
                  <a:pt x="88460" y="87056"/>
                  <a:pt x="87178" y="88277"/>
                  <a:pt x="84614" y="88277"/>
                </a:cubicBezTo>
                <a:cubicBezTo>
                  <a:pt x="84003" y="88277"/>
                  <a:pt x="82660" y="87300"/>
                  <a:pt x="80584" y="85346"/>
                </a:cubicBezTo>
                <a:cubicBezTo>
                  <a:pt x="78509" y="83393"/>
                  <a:pt x="72770" y="77715"/>
                  <a:pt x="63369" y="68314"/>
                </a:cubicBezTo>
                <a:lnTo>
                  <a:pt x="44321" y="49266"/>
                </a:lnTo>
                <a:lnTo>
                  <a:pt x="25091" y="68497"/>
                </a:lnTo>
                <a:cubicBezTo>
                  <a:pt x="12149" y="81195"/>
                  <a:pt x="5494" y="87666"/>
                  <a:pt x="5128" y="87910"/>
                </a:cubicBezTo>
                <a:cubicBezTo>
                  <a:pt x="4640" y="88154"/>
                  <a:pt x="4212" y="88277"/>
                  <a:pt x="3846" y="88277"/>
                </a:cubicBezTo>
                <a:cubicBezTo>
                  <a:pt x="2869" y="88277"/>
                  <a:pt x="2015" y="87910"/>
                  <a:pt x="1282" y="87178"/>
                </a:cubicBezTo>
                <a:cubicBezTo>
                  <a:pt x="549" y="86445"/>
                  <a:pt x="122" y="85590"/>
                  <a:pt x="0" y="84614"/>
                </a:cubicBezTo>
                <a:cubicBezTo>
                  <a:pt x="0" y="83759"/>
                  <a:pt x="855" y="82416"/>
                  <a:pt x="2564" y="80584"/>
                </a:cubicBezTo>
                <a:cubicBezTo>
                  <a:pt x="4273" y="78753"/>
                  <a:pt x="10012" y="72953"/>
                  <a:pt x="19780" y="63186"/>
                </a:cubicBezTo>
                <a:lnTo>
                  <a:pt x="38827" y="44138"/>
                </a:lnTo>
                <a:lnTo>
                  <a:pt x="19780" y="25091"/>
                </a:lnTo>
                <a:cubicBezTo>
                  <a:pt x="9890" y="15201"/>
                  <a:pt x="4151" y="9402"/>
                  <a:pt x="2564" y="7692"/>
                </a:cubicBezTo>
                <a:cubicBezTo>
                  <a:pt x="977" y="5983"/>
                  <a:pt x="122" y="4640"/>
                  <a:pt x="0" y="3663"/>
                </a:cubicBezTo>
                <a:cubicBezTo>
                  <a:pt x="0" y="2564"/>
                  <a:pt x="366" y="1709"/>
                  <a:pt x="1099" y="1099"/>
                </a:cubicBezTo>
                <a:cubicBezTo>
                  <a:pt x="1831" y="488"/>
                  <a:pt x="2747" y="183"/>
                  <a:pt x="3846" y="183"/>
                </a:cubicBezTo>
                <a:cubicBezTo>
                  <a:pt x="4457" y="183"/>
                  <a:pt x="4884" y="244"/>
                  <a:pt x="5128" y="366"/>
                </a:cubicBezTo>
                <a:cubicBezTo>
                  <a:pt x="5494" y="610"/>
                  <a:pt x="12149" y="7082"/>
                  <a:pt x="25091" y="19780"/>
                </a:cubicBezTo>
                <a:lnTo>
                  <a:pt x="44321" y="39010"/>
                </a:lnTo>
                <a:lnTo>
                  <a:pt x="63369" y="19963"/>
                </a:lnTo>
                <a:cubicBezTo>
                  <a:pt x="72770" y="10561"/>
                  <a:pt x="78509" y="4884"/>
                  <a:pt x="80584" y="2930"/>
                </a:cubicBezTo>
                <a:cubicBezTo>
                  <a:pt x="82660" y="977"/>
                  <a:pt x="84003" y="0"/>
                  <a:pt x="84614" y="0"/>
                </a:cubicBezTo>
                <a:cubicBezTo>
                  <a:pt x="87178" y="0"/>
                  <a:pt x="88460" y="1221"/>
                  <a:pt x="88460" y="3663"/>
                </a:cubicBezTo>
                <a:cubicBezTo>
                  <a:pt x="88460" y="4518"/>
                  <a:pt x="87849" y="5616"/>
                  <a:pt x="86628" y="6960"/>
                </a:cubicBezTo>
                <a:cubicBezTo>
                  <a:pt x="85407" y="8303"/>
                  <a:pt x="79425" y="14285"/>
                  <a:pt x="68680" y="24908"/>
                </a:cubicBezTo>
                <a:lnTo>
                  <a:pt x="49633" y="44138"/>
                </a:lnTo>
                <a:lnTo>
                  <a:pt x="68680" y="63369"/>
                </a:lnTo>
                <a:cubicBezTo>
                  <a:pt x="78936" y="73625"/>
                  <a:pt x="84797" y="79547"/>
                  <a:pt x="86262" y="81134"/>
                </a:cubicBezTo>
                <a:cubicBezTo>
                  <a:pt x="87727" y="82721"/>
                  <a:pt x="88460" y="83881"/>
                  <a:pt x="88460" y="8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09EE1-F9B2-4E5E-9A7B-2B8A7272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49" y="990301"/>
            <a:ext cx="92855" cy="129118"/>
          </a:xfrm>
          <a:custGeom xmlns:a="http://schemas.openxmlformats.org/drawingml/2006/main">
            <a:pathLst>
              <a:path w="92855" h="129118">
                <a:moveTo>
                  <a:pt x="16300" y="2015"/>
                </a:moveTo>
                <a:cubicBezTo>
                  <a:pt x="16422" y="2015"/>
                  <a:pt x="20818" y="1709"/>
                  <a:pt x="29487" y="1099"/>
                </a:cubicBezTo>
                <a:cubicBezTo>
                  <a:pt x="38156" y="488"/>
                  <a:pt x="42612" y="122"/>
                  <a:pt x="42856" y="0"/>
                </a:cubicBezTo>
                <a:cubicBezTo>
                  <a:pt x="44321" y="0"/>
                  <a:pt x="45054" y="549"/>
                  <a:pt x="45054" y="1648"/>
                </a:cubicBezTo>
                <a:cubicBezTo>
                  <a:pt x="45054" y="2991"/>
                  <a:pt x="42856" y="12210"/>
                  <a:pt x="38461" y="29303"/>
                </a:cubicBezTo>
                <a:cubicBezTo>
                  <a:pt x="33821" y="47374"/>
                  <a:pt x="31501" y="56592"/>
                  <a:pt x="31501" y="56959"/>
                </a:cubicBezTo>
                <a:cubicBezTo>
                  <a:pt x="31501" y="57203"/>
                  <a:pt x="31929" y="56898"/>
                  <a:pt x="32783" y="56043"/>
                </a:cubicBezTo>
                <a:cubicBezTo>
                  <a:pt x="40231" y="49450"/>
                  <a:pt x="48168" y="46153"/>
                  <a:pt x="56592" y="46153"/>
                </a:cubicBezTo>
                <a:cubicBezTo>
                  <a:pt x="63186" y="46153"/>
                  <a:pt x="68497" y="47801"/>
                  <a:pt x="72526" y="51098"/>
                </a:cubicBezTo>
                <a:cubicBezTo>
                  <a:pt x="76555" y="54394"/>
                  <a:pt x="78631" y="59217"/>
                  <a:pt x="78753" y="65566"/>
                </a:cubicBezTo>
                <a:cubicBezTo>
                  <a:pt x="78753" y="71793"/>
                  <a:pt x="76433" y="81439"/>
                  <a:pt x="71793" y="94504"/>
                </a:cubicBezTo>
                <a:cubicBezTo>
                  <a:pt x="67154" y="107568"/>
                  <a:pt x="64834" y="115382"/>
                  <a:pt x="64834" y="117946"/>
                </a:cubicBezTo>
                <a:cubicBezTo>
                  <a:pt x="64956" y="119656"/>
                  <a:pt x="65261" y="120816"/>
                  <a:pt x="65750" y="121426"/>
                </a:cubicBezTo>
                <a:cubicBezTo>
                  <a:pt x="66238" y="122037"/>
                  <a:pt x="67154" y="122342"/>
                  <a:pt x="68497" y="122342"/>
                </a:cubicBezTo>
                <a:cubicBezTo>
                  <a:pt x="71916" y="122342"/>
                  <a:pt x="75090" y="120510"/>
                  <a:pt x="78020" y="116847"/>
                </a:cubicBezTo>
                <a:cubicBezTo>
                  <a:pt x="80951" y="113185"/>
                  <a:pt x="83332" y="108179"/>
                  <a:pt x="85163" y="101829"/>
                </a:cubicBezTo>
                <a:cubicBezTo>
                  <a:pt x="85529" y="100486"/>
                  <a:pt x="85896" y="99693"/>
                  <a:pt x="86262" y="99449"/>
                </a:cubicBezTo>
                <a:cubicBezTo>
                  <a:pt x="86628" y="99204"/>
                  <a:pt x="87605" y="99082"/>
                  <a:pt x="89192" y="99082"/>
                </a:cubicBezTo>
                <a:cubicBezTo>
                  <a:pt x="91634" y="99082"/>
                  <a:pt x="92855" y="99571"/>
                  <a:pt x="92855" y="100547"/>
                </a:cubicBezTo>
                <a:cubicBezTo>
                  <a:pt x="92855" y="100669"/>
                  <a:pt x="92611" y="101585"/>
                  <a:pt x="92123" y="103295"/>
                </a:cubicBezTo>
                <a:cubicBezTo>
                  <a:pt x="90169" y="110498"/>
                  <a:pt x="87056" y="116420"/>
                  <a:pt x="82782" y="121060"/>
                </a:cubicBezTo>
                <a:cubicBezTo>
                  <a:pt x="78631" y="126310"/>
                  <a:pt x="73686" y="128935"/>
                  <a:pt x="67947" y="128935"/>
                </a:cubicBezTo>
                <a:lnTo>
                  <a:pt x="67032" y="128935"/>
                </a:lnTo>
                <a:cubicBezTo>
                  <a:pt x="61293" y="128935"/>
                  <a:pt x="57142" y="127287"/>
                  <a:pt x="54578" y="123990"/>
                </a:cubicBezTo>
                <a:cubicBezTo>
                  <a:pt x="52014" y="120694"/>
                  <a:pt x="50732" y="117214"/>
                  <a:pt x="50732" y="113551"/>
                </a:cubicBezTo>
                <a:cubicBezTo>
                  <a:pt x="50732" y="111597"/>
                  <a:pt x="52929" y="104393"/>
                  <a:pt x="57325" y="91940"/>
                </a:cubicBezTo>
                <a:cubicBezTo>
                  <a:pt x="61720" y="79486"/>
                  <a:pt x="63979" y="70145"/>
                  <a:pt x="64101" y="63918"/>
                </a:cubicBezTo>
                <a:cubicBezTo>
                  <a:pt x="64101" y="56714"/>
                  <a:pt x="61415" y="53112"/>
                  <a:pt x="56043" y="53112"/>
                </a:cubicBezTo>
                <a:lnTo>
                  <a:pt x="55127" y="53112"/>
                </a:lnTo>
                <a:cubicBezTo>
                  <a:pt x="44993" y="53112"/>
                  <a:pt x="36202" y="59095"/>
                  <a:pt x="28754" y="71061"/>
                </a:cubicBezTo>
                <a:lnTo>
                  <a:pt x="27472" y="73442"/>
                </a:lnTo>
                <a:lnTo>
                  <a:pt x="21245" y="98166"/>
                </a:lnTo>
                <a:cubicBezTo>
                  <a:pt x="17338" y="114039"/>
                  <a:pt x="15079" y="122708"/>
                  <a:pt x="14469" y="124173"/>
                </a:cubicBezTo>
                <a:cubicBezTo>
                  <a:pt x="12881" y="127470"/>
                  <a:pt x="10195" y="129118"/>
                  <a:pt x="6410" y="129118"/>
                </a:cubicBezTo>
                <a:cubicBezTo>
                  <a:pt x="4701" y="129118"/>
                  <a:pt x="3236" y="128569"/>
                  <a:pt x="2015" y="127470"/>
                </a:cubicBezTo>
                <a:cubicBezTo>
                  <a:pt x="794" y="126371"/>
                  <a:pt x="122" y="125272"/>
                  <a:pt x="0" y="124173"/>
                </a:cubicBezTo>
                <a:cubicBezTo>
                  <a:pt x="0" y="122464"/>
                  <a:pt x="4457" y="103905"/>
                  <a:pt x="13370" y="68497"/>
                </a:cubicBezTo>
                <a:lnTo>
                  <a:pt x="26923" y="14285"/>
                </a:lnTo>
                <a:cubicBezTo>
                  <a:pt x="26923" y="12698"/>
                  <a:pt x="26495" y="11721"/>
                  <a:pt x="25641" y="11355"/>
                </a:cubicBezTo>
                <a:cubicBezTo>
                  <a:pt x="24786" y="10989"/>
                  <a:pt x="22405" y="10684"/>
                  <a:pt x="18498" y="10439"/>
                </a:cubicBezTo>
                <a:lnTo>
                  <a:pt x="14652" y="10439"/>
                </a:lnTo>
                <a:cubicBezTo>
                  <a:pt x="13919" y="9707"/>
                  <a:pt x="13553" y="9218"/>
                  <a:pt x="13553" y="8974"/>
                </a:cubicBezTo>
                <a:cubicBezTo>
                  <a:pt x="13553" y="8730"/>
                  <a:pt x="13675" y="7570"/>
                  <a:pt x="13919" y="5494"/>
                </a:cubicBezTo>
                <a:cubicBezTo>
                  <a:pt x="14530" y="3175"/>
                  <a:pt x="15323" y="2015"/>
                  <a:pt x="16300" y="20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1229A-326A-4246-8286-3A033463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72" y="457015"/>
            <a:ext cx="89742" cy="128935"/>
          </a:xfrm>
          <a:custGeom xmlns:a="http://schemas.openxmlformats.org/drawingml/2006/main">
            <a:pathLst>
              <a:path w="89742" h="128935">
                <a:moveTo>
                  <a:pt x="60988" y="2015"/>
                </a:moveTo>
                <a:cubicBezTo>
                  <a:pt x="61110" y="2015"/>
                  <a:pt x="65505" y="1709"/>
                  <a:pt x="74174" y="1099"/>
                </a:cubicBezTo>
                <a:cubicBezTo>
                  <a:pt x="82843" y="488"/>
                  <a:pt x="87300" y="122"/>
                  <a:pt x="87544" y="0"/>
                </a:cubicBezTo>
                <a:cubicBezTo>
                  <a:pt x="89009" y="0"/>
                  <a:pt x="89742" y="488"/>
                  <a:pt x="89742" y="1465"/>
                </a:cubicBezTo>
                <a:cubicBezTo>
                  <a:pt x="89742" y="2320"/>
                  <a:pt x="85285" y="20757"/>
                  <a:pt x="76372" y="56775"/>
                </a:cubicBezTo>
                <a:cubicBezTo>
                  <a:pt x="67459" y="92794"/>
                  <a:pt x="62880" y="111170"/>
                  <a:pt x="62636" y="111902"/>
                </a:cubicBezTo>
                <a:cubicBezTo>
                  <a:pt x="62392" y="112635"/>
                  <a:pt x="62331" y="113551"/>
                  <a:pt x="62453" y="114650"/>
                </a:cubicBezTo>
                <a:cubicBezTo>
                  <a:pt x="62453" y="119778"/>
                  <a:pt x="64162" y="122342"/>
                  <a:pt x="67581" y="122342"/>
                </a:cubicBezTo>
                <a:cubicBezTo>
                  <a:pt x="68680" y="122220"/>
                  <a:pt x="69901" y="121670"/>
                  <a:pt x="71244" y="120694"/>
                </a:cubicBezTo>
                <a:cubicBezTo>
                  <a:pt x="73808" y="118252"/>
                  <a:pt x="76311" y="112391"/>
                  <a:pt x="78753" y="103111"/>
                </a:cubicBezTo>
                <a:cubicBezTo>
                  <a:pt x="79486" y="100670"/>
                  <a:pt x="80096" y="99387"/>
                  <a:pt x="80584" y="99265"/>
                </a:cubicBezTo>
                <a:cubicBezTo>
                  <a:pt x="80829" y="99143"/>
                  <a:pt x="81439" y="99082"/>
                  <a:pt x="82416" y="99082"/>
                </a:cubicBezTo>
                <a:lnTo>
                  <a:pt x="83148" y="99082"/>
                </a:lnTo>
                <a:lnTo>
                  <a:pt x="83881" y="99082"/>
                </a:lnTo>
                <a:cubicBezTo>
                  <a:pt x="85713" y="99082"/>
                  <a:pt x="86628" y="99571"/>
                  <a:pt x="86628" y="100547"/>
                </a:cubicBezTo>
                <a:cubicBezTo>
                  <a:pt x="86628" y="101158"/>
                  <a:pt x="86445" y="102135"/>
                  <a:pt x="86079" y="103478"/>
                </a:cubicBezTo>
                <a:cubicBezTo>
                  <a:pt x="84492" y="109583"/>
                  <a:pt x="82660" y="114528"/>
                  <a:pt x="80584" y="118313"/>
                </a:cubicBezTo>
                <a:cubicBezTo>
                  <a:pt x="78509" y="122098"/>
                  <a:pt x="76799" y="124540"/>
                  <a:pt x="75456" y="125638"/>
                </a:cubicBezTo>
                <a:cubicBezTo>
                  <a:pt x="74113" y="126737"/>
                  <a:pt x="72404" y="127714"/>
                  <a:pt x="70328" y="128569"/>
                </a:cubicBezTo>
                <a:cubicBezTo>
                  <a:pt x="69351" y="128813"/>
                  <a:pt x="67886" y="128935"/>
                  <a:pt x="65933" y="128935"/>
                </a:cubicBezTo>
                <a:cubicBezTo>
                  <a:pt x="61781" y="128935"/>
                  <a:pt x="58302" y="128019"/>
                  <a:pt x="55493" y="126188"/>
                </a:cubicBezTo>
                <a:cubicBezTo>
                  <a:pt x="52685" y="124356"/>
                  <a:pt x="50854" y="122464"/>
                  <a:pt x="49999" y="120510"/>
                </a:cubicBezTo>
                <a:lnTo>
                  <a:pt x="48900" y="117763"/>
                </a:lnTo>
                <a:cubicBezTo>
                  <a:pt x="48778" y="117641"/>
                  <a:pt x="48534" y="117702"/>
                  <a:pt x="48168" y="117946"/>
                </a:cubicBezTo>
                <a:cubicBezTo>
                  <a:pt x="47923" y="118191"/>
                  <a:pt x="47679" y="118435"/>
                  <a:pt x="47435" y="118679"/>
                </a:cubicBezTo>
                <a:cubicBezTo>
                  <a:pt x="40231" y="125516"/>
                  <a:pt x="32905" y="128935"/>
                  <a:pt x="25457" y="128935"/>
                </a:cubicBezTo>
                <a:cubicBezTo>
                  <a:pt x="18742" y="128935"/>
                  <a:pt x="12820" y="126493"/>
                  <a:pt x="7692" y="121609"/>
                </a:cubicBezTo>
                <a:cubicBezTo>
                  <a:pt x="2564" y="116725"/>
                  <a:pt x="0" y="108972"/>
                  <a:pt x="0" y="98350"/>
                </a:cubicBezTo>
                <a:cubicBezTo>
                  <a:pt x="0" y="92489"/>
                  <a:pt x="1221" y="86506"/>
                  <a:pt x="3663" y="80401"/>
                </a:cubicBezTo>
                <a:cubicBezTo>
                  <a:pt x="6105" y="74296"/>
                  <a:pt x="9035" y="69046"/>
                  <a:pt x="12454" y="64651"/>
                </a:cubicBezTo>
                <a:cubicBezTo>
                  <a:pt x="18193" y="57691"/>
                  <a:pt x="23931" y="52868"/>
                  <a:pt x="29670" y="50182"/>
                </a:cubicBezTo>
                <a:cubicBezTo>
                  <a:pt x="35408" y="47496"/>
                  <a:pt x="40597" y="46153"/>
                  <a:pt x="45237" y="46153"/>
                </a:cubicBezTo>
                <a:cubicBezTo>
                  <a:pt x="52075" y="46153"/>
                  <a:pt x="57203" y="48717"/>
                  <a:pt x="60621" y="53845"/>
                </a:cubicBezTo>
                <a:cubicBezTo>
                  <a:pt x="61232" y="54578"/>
                  <a:pt x="61537" y="54822"/>
                  <a:pt x="61537" y="54578"/>
                </a:cubicBezTo>
                <a:cubicBezTo>
                  <a:pt x="61659" y="54089"/>
                  <a:pt x="63308" y="47435"/>
                  <a:pt x="66482" y="34615"/>
                </a:cubicBezTo>
                <a:cubicBezTo>
                  <a:pt x="69657" y="21794"/>
                  <a:pt x="71366" y="15018"/>
                  <a:pt x="71610" y="14285"/>
                </a:cubicBezTo>
                <a:cubicBezTo>
                  <a:pt x="71610" y="12698"/>
                  <a:pt x="71183" y="11721"/>
                  <a:pt x="70328" y="11355"/>
                </a:cubicBezTo>
                <a:cubicBezTo>
                  <a:pt x="69474" y="10989"/>
                  <a:pt x="67093" y="10684"/>
                  <a:pt x="63186" y="10439"/>
                </a:cubicBezTo>
                <a:lnTo>
                  <a:pt x="59339" y="10439"/>
                </a:lnTo>
                <a:cubicBezTo>
                  <a:pt x="58607" y="9707"/>
                  <a:pt x="58241" y="9218"/>
                  <a:pt x="58241" y="8974"/>
                </a:cubicBezTo>
                <a:cubicBezTo>
                  <a:pt x="58241" y="8730"/>
                  <a:pt x="58363" y="7570"/>
                  <a:pt x="58607" y="5494"/>
                </a:cubicBezTo>
                <a:cubicBezTo>
                  <a:pt x="59217" y="3175"/>
                  <a:pt x="60011" y="2015"/>
                  <a:pt x="60988" y="2015"/>
                </a:cubicBezTo>
                <a:close/>
                <a:moveTo>
                  <a:pt x="58424" y="67398"/>
                </a:moveTo>
                <a:cubicBezTo>
                  <a:pt x="55615" y="57752"/>
                  <a:pt x="51037" y="52929"/>
                  <a:pt x="44688" y="52929"/>
                </a:cubicBezTo>
                <a:cubicBezTo>
                  <a:pt x="40414" y="52929"/>
                  <a:pt x="36324" y="54822"/>
                  <a:pt x="32417" y="58607"/>
                </a:cubicBezTo>
                <a:cubicBezTo>
                  <a:pt x="28510" y="62392"/>
                  <a:pt x="25457" y="67337"/>
                  <a:pt x="23260" y="73442"/>
                </a:cubicBezTo>
                <a:cubicBezTo>
                  <a:pt x="19719" y="83087"/>
                  <a:pt x="17216" y="93099"/>
                  <a:pt x="15751" y="103478"/>
                </a:cubicBezTo>
                <a:cubicBezTo>
                  <a:pt x="15751" y="103844"/>
                  <a:pt x="15751" y="104516"/>
                  <a:pt x="15751" y="105492"/>
                </a:cubicBezTo>
                <a:cubicBezTo>
                  <a:pt x="15751" y="106469"/>
                  <a:pt x="15690" y="107202"/>
                  <a:pt x="15567" y="107690"/>
                </a:cubicBezTo>
                <a:cubicBezTo>
                  <a:pt x="15567" y="113185"/>
                  <a:pt x="16666" y="116970"/>
                  <a:pt x="18864" y="119045"/>
                </a:cubicBezTo>
                <a:cubicBezTo>
                  <a:pt x="21062" y="121121"/>
                  <a:pt x="23687" y="122220"/>
                  <a:pt x="26739" y="122342"/>
                </a:cubicBezTo>
                <a:cubicBezTo>
                  <a:pt x="33333" y="122342"/>
                  <a:pt x="40109" y="117946"/>
                  <a:pt x="47069" y="109155"/>
                </a:cubicBezTo>
                <a:lnTo>
                  <a:pt x="48534" y="107141"/>
                </a:lnTo>
                <a:lnTo>
                  <a:pt x="58424" y="67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F158E-6219-4150-8372-95D6FFC5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78" y="523154"/>
            <a:ext cx="111098" cy="88438"/>
          </a:xfrm>
          <a:custGeom xmlns:a="http://schemas.openxmlformats.org/drawingml/2006/main">
            <a:pathLst>
              <a:path w="111098" h="88438">
                <a:moveTo>
                  <a:pt x="32889" y="7122"/>
                </a:moveTo>
                <a:cubicBezTo>
                  <a:pt x="32889" y="6517"/>
                  <a:pt x="30429" y="6129"/>
                  <a:pt x="25508" y="5956"/>
                </a:cubicBezTo>
                <a:cubicBezTo>
                  <a:pt x="23523" y="5956"/>
                  <a:pt x="22228" y="5913"/>
                  <a:pt x="21624" y="5827"/>
                </a:cubicBezTo>
                <a:cubicBezTo>
                  <a:pt x="21020" y="5740"/>
                  <a:pt x="20718" y="5352"/>
                  <a:pt x="20718" y="4661"/>
                </a:cubicBezTo>
                <a:cubicBezTo>
                  <a:pt x="20718" y="4489"/>
                  <a:pt x="20804" y="3885"/>
                  <a:pt x="20976" y="2849"/>
                </a:cubicBezTo>
                <a:cubicBezTo>
                  <a:pt x="21494" y="1122"/>
                  <a:pt x="21926" y="216"/>
                  <a:pt x="22271" y="129"/>
                </a:cubicBezTo>
                <a:cubicBezTo>
                  <a:pt x="22444" y="43"/>
                  <a:pt x="22919" y="0"/>
                  <a:pt x="23696" y="0"/>
                </a:cubicBezTo>
                <a:lnTo>
                  <a:pt x="24343" y="0"/>
                </a:lnTo>
                <a:cubicBezTo>
                  <a:pt x="27882" y="173"/>
                  <a:pt x="33752" y="259"/>
                  <a:pt x="41953" y="259"/>
                </a:cubicBezTo>
                <a:cubicBezTo>
                  <a:pt x="44888" y="259"/>
                  <a:pt x="47607" y="259"/>
                  <a:pt x="50111" y="259"/>
                </a:cubicBezTo>
                <a:cubicBezTo>
                  <a:pt x="52614" y="259"/>
                  <a:pt x="54556" y="216"/>
                  <a:pt x="55937" y="129"/>
                </a:cubicBezTo>
                <a:cubicBezTo>
                  <a:pt x="57318" y="43"/>
                  <a:pt x="58182" y="43"/>
                  <a:pt x="58527" y="129"/>
                </a:cubicBezTo>
                <a:cubicBezTo>
                  <a:pt x="59995" y="129"/>
                  <a:pt x="60728" y="475"/>
                  <a:pt x="60728" y="1165"/>
                </a:cubicBezTo>
                <a:cubicBezTo>
                  <a:pt x="60728" y="1597"/>
                  <a:pt x="60599" y="2201"/>
                  <a:pt x="60340" y="2978"/>
                </a:cubicBezTo>
                <a:cubicBezTo>
                  <a:pt x="60253" y="3151"/>
                  <a:pt x="60210" y="3410"/>
                  <a:pt x="60210" y="3755"/>
                </a:cubicBezTo>
                <a:cubicBezTo>
                  <a:pt x="60210" y="4100"/>
                  <a:pt x="60167" y="4359"/>
                  <a:pt x="60081" y="4532"/>
                </a:cubicBezTo>
                <a:cubicBezTo>
                  <a:pt x="59995" y="4705"/>
                  <a:pt x="59908" y="4877"/>
                  <a:pt x="59822" y="5050"/>
                </a:cubicBezTo>
                <a:cubicBezTo>
                  <a:pt x="59736" y="5223"/>
                  <a:pt x="59606" y="5352"/>
                  <a:pt x="59433" y="5438"/>
                </a:cubicBezTo>
                <a:cubicBezTo>
                  <a:pt x="59261" y="5525"/>
                  <a:pt x="59088" y="5611"/>
                  <a:pt x="58915" y="5697"/>
                </a:cubicBezTo>
                <a:cubicBezTo>
                  <a:pt x="58743" y="5784"/>
                  <a:pt x="58441" y="5827"/>
                  <a:pt x="58009" y="5827"/>
                </a:cubicBezTo>
                <a:cubicBezTo>
                  <a:pt x="57577" y="5827"/>
                  <a:pt x="57189" y="5870"/>
                  <a:pt x="56844" y="5956"/>
                </a:cubicBezTo>
                <a:cubicBezTo>
                  <a:pt x="56498" y="6043"/>
                  <a:pt x="55894" y="6043"/>
                  <a:pt x="55031" y="5956"/>
                </a:cubicBezTo>
                <a:cubicBezTo>
                  <a:pt x="51578" y="6043"/>
                  <a:pt x="49377" y="6172"/>
                  <a:pt x="48427" y="6345"/>
                </a:cubicBezTo>
                <a:cubicBezTo>
                  <a:pt x="47478" y="6517"/>
                  <a:pt x="46701" y="6992"/>
                  <a:pt x="46096" y="7769"/>
                </a:cubicBezTo>
                <a:lnTo>
                  <a:pt x="35608" y="48945"/>
                </a:lnTo>
                <a:cubicBezTo>
                  <a:pt x="35695" y="48945"/>
                  <a:pt x="43636" y="42730"/>
                  <a:pt x="59433" y="30299"/>
                </a:cubicBezTo>
                <a:cubicBezTo>
                  <a:pt x="75231" y="17869"/>
                  <a:pt x="83345" y="11481"/>
                  <a:pt x="83777" y="11136"/>
                </a:cubicBezTo>
                <a:cubicBezTo>
                  <a:pt x="84985" y="9927"/>
                  <a:pt x="85589" y="8934"/>
                  <a:pt x="85589" y="8158"/>
                </a:cubicBezTo>
                <a:cubicBezTo>
                  <a:pt x="85589" y="6863"/>
                  <a:pt x="84510" y="6129"/>
                  <a:pt x="82352" y="5956"/>
                </a:cubicBezTo>
                <a:cubicBezTo>
                  <a:pt x="80971" y="5956"/>
                  <a:pt x="80280" y="5482"/>
                  <a:pt x="80280" y="4532"/>
                </a:cubicBezTo>
                <a:cubicBezTo>
                  <a:pt x="80280" y="4359"/>
                  <a:pt x="80410" y="3755"/>
                  <a:pt x="80669" y="2719"/>
                </a:cubicBezTo>
                <a:cubicBezTo>
                  <a:pt x="80928" y="1683"/>
                  <a:pt x="81144" y="1036"/>
                  <a:pt x="81316" y="777"/>
                </a:cubicBezTo>
                <a:cubicBezTo>
                  <a:pt x="81575" y="345"/>
                  <a:pt x="82309" y="129"/>
                  <a:pt x="83518" y="129"/>
                </a:cubicBezTo>
                <a:cubicBezTo>
                  <a:pt x="83863" y="129"/>
                  <a:pt x="85373" y="173"/>
                  <a:pt x="88049" y="259"/>
                </a:cubicBezTo>
                <a:cubicBezTo>
                  <a:pt x="90726" y="345"/>
                  <a:pt x="94178" y="388"/>
                  <a:pt x="98408" y="388"/>
                </a:cubicBezTo>
                <a:cubicBezTo>
                  <a:pt x="100394" y="388"/>
                  <a:pt x="102465" y="345"/>
                  <a:pt x="104624" y="259"/>
                </a:cubicBezTo>
                <a:cubicBezTo>
                  <a:pt x="106782" y="173"/>
                  <a:pt x="108076" y="129"/>
                  <a:pt x="108508" y="129"/>
                </a:cubicBezTo>
                <a:cubicBezTo>
                  <a:pt x="110235" y="129"/>
                  <a:pt x="111098" y="561"/>
                  <a:pt x="111098" y="1424"/>
                </a:cubicBezTo>
                <a:cubicBezTo>
                  <a:pt x="111098" y="3323"/>
                  <a:pt x="110752" y="4618"/>
                  <a:pt x="110062" y="5309"/>
                </a:cubicBezTo>
                <a:cubicBezTo>
                  <a:pt x="109803" y="5740"/>
                  <a:pt x="108983" y="5956"/>
                  <a:pt x="107602" y="5956"/>
                </a:cubicBezTo>
                <a:cubicBezTo>
                  <a:pt x="101127" y="6388"/>
                  <a:pt x="95257" y="8589"/>
                  <a:pt x="89992" y="12560"/>
                </a:cubicBezTo>
                <a:cubicBezTo>
                  <a:pt x="88611" y="13423"/>
                  <a:pt x="85589" y="15668"/>
                  <a:pt x="80928" y="19293"/>
                </a:cubicBezTo>
                <a:cubicBezTo>
                  <a:pt x="76266" y="22919"/>
                  <a:pt x="71950" y="26329"/>
                  <a:pt x="67979" y="29522"/>
                </a:cubicBezTo>
                <a:lnTo>
                  <a:pt x="61894" y="34313"/>
                </a:lnTo>
                <a:lnTo>
                  <a:pt x="63059" y="37162"/>
                </a:lnTo>
                <a:cubicBezTo>
                  <a:pt x="63836" y="39061"/>
                  <a:pt x="65044" y="41953"/>
                  <a:pt x="66685" y="45838"/>
                </a:cubicBezTo>
                <a:cubicBezTo>
                  <a:pt x="68325" y="49722"/>
                  <a:pt x="69835" y="53391"/>
                  <a:pt x="71216" y="56844"/>
                </a:cubicBezTo>
                <a:cubicBezTo>
                  <a:pt x="77691" y="72123"/>
                  <a:pt x="81144" y="80021"/>
                  <a:pt x="81575" y="80539"/>
                </a:cubicBezTo>
                <a:cubicBezTo>
                  <a:pt x="81748" y="80712"/>
                  <a:pt x="81964" y="80885"/>
                  <a:pt x="82223" y="81057"/>
                </a:cubicBezTo>
                <a:cubicBezTo>
                  <a:pt x="83431" y="81921"/>
                  <a:pt x="85632" y="82395"/>
                  <a:pt x="88826" y="82482"/>
                </a:cubicBezTo>
                <a:lnTo>
                  <a:pt x="91546" y="82482"/>
                </a:lnTo>
                <a:cubicBezTo>
                  <a:pt x="92064" y="83172"/>
                  <a:pt x="92322" y="83561"/>
                  <a:pt x="92322" y="83647"/>
                </a:cubicBezTo>
                <a:cubicBezTo>
                  <a:pt x="92322" y="83733"/>
                  <a:pt x="92193" y="84510"/>
                  <a:pt x="91934" y="85978"/>
                </a:cubicBezTo>
                <a:cubicBezTo>
                  <a:pt x="91589" y="87100"/>
                  <a:pt x="91157" y="87920"/>
                  <a:pt x="90639" y="88438"/>
                </a:cubicBezTo>
                <a:lnTo>
                  <a:pt x="89215" y="88438"/>
                </a:lnTo>
                <a:cubicBezTo>
                  <a:pt x="85762" y="88179"/>
                  <a:pt x="81662" y="88049"/>
                  <a:pt x="76914" y="88049"/>
                </a:cubicBezTo>
                <a:cubicBezTo>
                  <a:pt x="66382" y="88049"/>
                  <a:pt x="60469" y="88179"/>
                  <a:pt x="59174" y="88438"/>
                </a:cubicBezTo>
                <a:lnTo>
                  <a:pt x="57880" y="88438"/>
                </a:lnTo>
                <a:cubicBezTo>
                  <a:pt x="57362" y="87920"/>
                  <a:pt x="57103" y="87532"/>
                  <a:pt x="57103" y="87273"/>
                </a:cubicBezTo>
                <a:cubicBezTo>
                  <a:pt x="57103" y="87014"/>
                  <a:pt x="57189" y="86237"/>
                  <a:pt x="57362" y="84942"/>
                </a:cubicBezTo>
                <a:cubicBezTo>
                  <a:pt x="57707" y="83820"/>
                  <a:pt x="57966" y="83129"/>
                  <a:pt x="58139" y="82870"/>
                </a:cubicBezTo>
                <a:cubicBezTo>
                  <a:pt x="58311" y="82611"/>
                  <a:pt x="58786" y="82482"/>
                  <a:pt x="59563" y="82482"/>
                </a:cubicBezTo>
                <a:lnTo>
                  <a:pt x="59951" y="82482"/>
                </a:lnTo>
                <a:cubicBezTo>
                  <a:pt x="64267" y="82482"/>
                  <a:pt x="66426" y="81403"/>
                  <a:pt x="66426" y="79245"/>
                </a:cubicBezTo>
                <a:cubicBezTo>
                  <a:pt x="66426" y="78899"/>
                  <a:pt x="65260" y="75878"/>
                  <a:pt x="62929" y="70181"/>
                </a:cubicBezTo>
                <a:cubicBezTo>
                  <a:pt x="60599" y="64483"/>
                  <a:pt x="59218" y="61246"/>
                  <a:pt x="58786" y="60469"/>
                </a:cubicBezTo>
                <a:lnTo>
                  <a:pt x="51276" y="42600"/>
                </a:lnTo>
                <a:lnTo>
                  <a:pt x="42471" y="49463"/>
                </a:lnTo>
                <a:lnTo>
                  <a:pt x="33666" y="56326"/>
                </a:lnTo>
                <a:lnTo>
                  <a:pt x="30688" y="68368"/>
                </a:lnTo>
                <a:cubicBezTo>
                  <a:pt x="28702" y="76310"/>
                  <a:pt x="27710" y="80496"/>
                  <a:pt x="27710" y="80928"/>
                </a:cubicBezTo>
                <a:cubicBezTo>
                  <a:pt x="27710" y="81532"/>
                  <a:pt x="28055" y="81921"/>
                  <a:pt x="28746" y="82093"/>
                </a:cubicBezTo>
                <a:cubicBezTo>
                  <a:pt x="29436" y="82266"/>
                  <a:pt x="31594" y="82395"/>
                  <a:pt x="35220" y="82482"/>
                </a:cubicBezTo>
                <a:lnTo>
                  <a:pt x="39234" y="82482"/>
                </a:lnTo>
                <a:cubicBezTo>
                  <a:pt x="39752" y="83259"/>
                  <a:pt x="40011" y="83733"/>
                  <a:pt x="40011" y="83906"/>
                </a:cubicBezTo>
                <a:cubicBezTo>
                  <a:pt x="40011" y="85287"/>
                  <a:pt x="39709" y="86582"/>
                  <a:pt x="39104" y="87791"/>
                </a:cubicBezTo>
                <a:cubicBezTo>
                  <a:pt x="38673" y="88222"/>
                  <a:pt x="37982" y="88438"/>
                  <a:pt x="37033" y="88438"/>
                </a:cubicBezTo>
                <a:cubicBezTo>
                  <a:pt x="36774" y="88438"/>
                  <a:pt x="35177" y="88395"/>
                  <a:pt x="32242" y="88308"/>
                </a:cubicBezTo>
                <a:cubicBezTo>
                  <a:pt x="29307" y="88222"/>
                  <a:pt x="24991" y="88179"/>
                  <a:pt x="19293" y="88179"/>
                </a:cubicBezTo>
                <a:cubicBezTo>
                  <a:pt x="13941" y="88179"/>
                  <a:pt x="9841" y="88179"/>
                  <a:pt x="6992" y="88179"/>
                </a:cubicBezTo>
                <a:cubicBezTo>
                  <a:pt x="4144" y="88179"/>
                  <a:pt x="2590" y="88222"/>
                  <a:pt x="2331" y="88308"/>
                </a:cubicBezTo>
                <a:cubicBezTo>
                  <a:pt x="777" y="88308"/>
                  <a:pt x="0" y="87877"/>
                  <a:pt x="0" y="87014"/>
                </a:cubicBezTo>
                <a:cubicBezTo>
                  <a:pt x="0" y="86841"/>
                  <a:pt x="129" y="86237"/>
                  <a:pt x="388" y="85201"/>
                </a:cubicBezTo>
                <a:cubicBezTo>
                  <a:pt x="734" y="83820"/>
                  <a:pt x="1079" y="83043"/>
                  <a:pt x="1424" y="82870"/>
                </a:cubicBezTo>
                <a:cubicBezTo>
                  <a:pt x="1770" y="82697"/>
                  <a:pt x="2762" y="82568"/>
                  <a:pt x="4402" y="82482"/>
                </a:cubicBezTo>
                <a:cubicBezTo>
                  <a:pt x="6733" y="82482"/>
                  <a:pt x="9323" y="82352"/>
                  <a:pt x="12172" y="82093"/>
                </a:cubicBezTo>
                <a:cubicBezTo>
                  <a:pt x="13380" y="81834"/>
                  <a:pt x="14200" y="81316"/>
                  <a:pt x="14632" y="80539"/>
                </a:cubicBezTo>
                <a:cubicBezTo>
                  <a:pt x="14891" y="80194"/>
                  <a:pt x="17998" y="68195"/>
                  <a:pt x="23955" y="44543"/>
                </a:cubicBezTo>
                <a:cubicBezTo>
                  <a:pt x="29911" y="20890"/>
                  <a:pt x="32889" y="8416"/>
                  <a:pt x="32889" y="71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D35B6-BBCD-4C99-A229-A2F40E89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67" y="494194"/>
            <a:ext cx="88460" cy="88277"/>
          </a:xfrm>
          <a:custGeom xmlns:a="http://schemas.openxmlformats.org/drawingml/2006/main">
            <a:pathLst>
              <a:path w="88460" h="88277">
                <a:moveTo>
                  <a:pt x="88460" y="84614"/>
                </a:moveTo>
                <a:cubicBezTo>
                  <a:pt x="88460" y="87056"/>
                  <a:pt x="87178" y="88277"/>
                  <a:pt x="84614" y="88277"/>
                </a:cubicBezTo>
                <a:cubicBezTo>
                  <a:pt x="84003" y="88277"/>
                  <a:pt x="82660" y="87300"/>
                  <a:pt x="80584" y="85346"/>
                </a:cubicBezTo>
                <a:cubicBezTo>
                  <a:pt x="78509" y="83393"/>
                  <a:pt x="72770" y="77715"/>
                  <a:pt x="63369" y="68314"/>
                </a:cubicBezTo>
                <a:lnTo>
                  <a:pt x="44321" y="49266"/>
                </a:lnTo>
                <a:lnTo>
                  <a:pt x="25091" y="68497"/>
                </a:lnTo>
                <a:cubicBezTo>
                  <a:pt x="12149" y="81195"/>
                  <a:pt x="5494" y="87666"/>
                  <a:pt x="5128" y="87910"/>
                </a:cubicBezTo>
                <a:cubicBezTo>
                  <a:pt x="4640" y="88154"/>
                  <a:pt x="4212" y="88277"/>
                  <a:pt x="3846" y="88277"/>
                </a:cubicBezTo>
                <a:cubicBezTo>
                  <a:pt x="2869" y="88277"/>
                  <a:pt x="2015" y="87910"/>
                  <a:pt x="1282" y="87178"/>
                </a:cubicBezTo>
                <a:cubicBezTo>
                  <a:pt x="549" y="86445"/>
                  <a:pt x="122" y="85590"/>
                  <a:pt x="0" y="84614"/>
                </a:cubicBezTo>
                <a:cubicBezTo>
                  <a:pt x="0" y="83759"/>
                  <a:pt x="855" y="82416"/>
                  <a:pt x="2564" y="80584"/>
                </a:cubicBezTo>
                <a:cubicBezTo>
                  <a:pt x="4273" y="78753"/>
                  <a:pt x="10012" y="72953"/>
                  <a:pt x="19780" y="63186"/>
                </a:cubicBezTo>
                <a:lnTo>
                  <a:pt x="38827" y="44138"/>
                </a:lnTo>
                <a:lnTo>
                  <a:pt x="19780" y="25091"/>
                </a:lnTo>
                <a:cubicBezTo>
                  <a:pt x="9890" y="15201"/>
                  <a:pt x="4151" y="9402"/>
                  <a:pt x="2564" y="7692"/>
                </a:cubicBezTo>
                <a:cubicBezTo>
                  <a:pt x="977" y="5983"/>
                  <a:pt x="122" y="4640"/>
                  <a:pt x="0" y="3663"/>
                </a:cubicBezTo>
                <a:cubicBezTo>
                  <a:pt x="0" y="2564"/>
                  <a:pt x="366" y="1709"/>
                  <a:pt x="1099" y="1099"/>
                </a:cubicBezTo>
                <a:cubicBezTo>
                  <a:pt x="1831" y="488"/>
                  <a:pt x="2747" y="183"/>
                  <a:pt x="3846" y="183"/>
                </a:cubicBezTo>
                <a:cubicBezTo>
                  <a:pt x="4457" y="183"/>
                  <a:pt x="4884" y="244"/>
                  <a:pt x="5128" y="366"/>
                </a:cubicBezTo>
                <a:cubicBezTo>
                  <a:pt x="5494" y="610"/>
                  <a:pt x="12149" y="7082"/>
                  <a:pt x="25091" y="19780"/>
                </a:cubicBezTo>
                <a:lnTo>
                  <a:pt x="44321" y="39010"/>
                </a:lnTo>
                <a:lnTo>
                  <a:pt x="63369" y="19963"/>
                </a:lnTo>
                <a:cubicBezTo>
                  <a:pt x="72770" y="10561"/>
                  <a:pt x="78509" y="4884"/>
                  <a:pt x="80584" y="2930"/>
                </a:cubicBezTo>
                <a:cubicBezTo>
                  <a:pt x="82660" y="977"/>
                  <a:pt x="84003" y="0"/>
                  <a:pt x="84614" y="0"/>
                </a:cubicBezTo>
                <a:cubicBezTo>
                  <a:pt x="87178" y="0"/>
                  <a:pt x="88460" y="1221"/>
                  <a:pt x="88460" y="3663"/>
                </a:cubicBezTo>
                <a:cubicBezTo>
                  <a:pt x="88460" y="4518"/>
                  <a:pt x="87849" y="5616"/>
                  <a:pt x="86628" y="6960"/>
                </a:cubicBezTo>
                <a:cubicBezTo>
                  <a:pt x="85407" y="8303"/>
                  <a:pt x="79425" y="14285"/>
                  <a:pt x="68680" y="24908"/>
                </a:cubicBezTo>
                <a:lnTo>
                  <a:pt x="49633" y="44138"/>
                </a:lnTo>
                <a:lnTo>
                  <a:pt x="68680" y="63369"/>
                </a:lnTo>
                <a:cubicBezTo>
                  <a:pt x="78936" y="73625"/>
                  <a:pt x="84797" y="79547"/>
                  <a:pt x="86262" y="81134"/>
                </a:cubicBezTo>
                <a:cubicBezTo>
                  <a:pt x="87727" y="82721"/>
                  <a:pt x="88460" y="83881"/>
                  <a:pt x="88460" y="84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8A9CB-6B10-4A1A-8D1E-228FEE14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524" y="459031"/>
            <a:ext cx="156957" cy="125089"/>
          </a:xfrm>
          <a:custGeom xmlns:a="http://schemas.openxmlformats.org/drawingml/2006/main">
            <a:pathLst>
              <a:path w="156957" h="125089">
                <a:moveTo>
                  <a:pt x="37179" y="8425"/>
                </a:moveTo>
                <a:cubicBezTo>
                  <a:pt x="36812" y="8425"/>
                  <a:pt x="36324" y="8425"/>
                  <a:pt x="35714" y="8425"/>
                </a:cubicBezTo>
                <a:cubicBezTo>
                  <a:pt x="32661" y="8425"/>
                  <a:pt x="30830" y="8364"/>
                  <a:pt x="30219" y="8242"/>
                </a:cubicBezTo>
                <a:cubicBezTo>
                  <a:pt x="29609" y="8119"/>
                  <a:pt x="29303" y="7448"/>
                  <a:pt x="29303" y="6227"/>
                </a:cubicBezTo>
                <a:cubicBezTo>
                  <a:pt x="29303" y="2930"/>
                  <a:pt x="29975" y="916"/>
                  <a:pt x="31318" y="183"/>
                </a:cubicBezTo>
                <a:cubicBezTo>
                  <a:pt x="31562" y="61"/>
                  <a:pt x="37484" y="0"/>
                  <a:pt x="49083" y="0"/>
                </a:cubicBezTo>
                <a:cubicBezTo>
                  <a:pt x="58485" y="0"/>
                  <a:pt x="63857" y="0"/>
                  <a:pt x="65200" y="0"/>
                </a:cubicBezTo>
                <a:cubicBezTo>
                  <a:pt x="66543" y="0"/>
                  <a:pt x="67398" y="366"/>
                  <a:pt x="67764" y="1099"/>
                </a:cubicBezTo>
                <a:cubicBezTo>
                  <a:pt x="93527" y="61659"/>
                  <a:pt x="106652" y="92733"/>
                  <a:pt x="107141" y="94320"/>
                </a:cubicBezTo>
                <a:lnTo>
                  <a:pt x="117031" y="55310"/>
                </a:lnTo>
                <a:cubicBezTo>
                  <a:pt x="123502" y="29548"/>
                  <a:pt x="126737" y="15812"/>
                  <a:pt x="126737" y="14102"/>
                </a:cubicBezTo>
                <a:cubicBezTo>
                  <a:pt x="126737" y="10806"/>
                  <a:pt x="122830" y="8913"/>
                  <a:pt x="115016" y="8425"/>
                </a:cubicBezTo>
                <a:cubicBezTo>
                  <a:pt x="112086" y="8425"/>
                  <a:pt x="110620" y="7753"/>
                  <a:pt x="110620" y="6410"/>
                </a:cubicBezTo>
                <a:cubicBezTo>
                  <a:pt x="110620" y="6166"/>
                  <a:pt x="110743" y="5433"/>
                  <a:pt x="110987" y="4212"/>
                </a:cubicBezTo>
                <a:cubicBezTo>
                  <a:pt x="111475" y="2259"/>
                  <a:pt x="111841" y="1099"/>
                  <a:pt x="112086" y="733"/>
                </a:cubicBezTo>
                <a:cubicBezTo>
                  <a:pt x="112330" y="366"/>
                  <a:pt x="112940" y="122"/>
                  <a:pt x="113917" y="0"/>
                </a:cubicBezTo>
                <a:cubicBezTo>
                  <a:pt x="114283" y="0"/>
                  <a:pt x="116176" y="61"/>
                  <a:pt x="119595" y="183"/>
                </a:cubicBezTo>
                <a:cubicBezTo>
                  <a:pt x="123013" y="305"/>
                  <a:pt x="128080" y="427"/>
                  <a:pt x="134796" y="549"/>
                </a:cubicBezTo>
                <a:cubicBezTo>
                  <a:pt x="140901" y="549"/>
                  <a:pt x="145540" y="488"/>
                  <a:pt x="148715" y="366"/>
                </a:cubicBezTo>
                <a:cubicBezTo>
                  <a:pt x="151889" y="244"/>
                  <a:pt x="153721" y="183"/>
                  <a:pt x="154209" y="183"/>
                </a:cubicBezTo>
                <a:cubicBezTo>
                  <a:pt x="156041" y="183"/>
                  <a:pt x="156957" y="794"/>
                  <a:pt x="156957" y="2015"/>
                </a:cubicBezTo>
                <a:cubicBezTo>
                  <a:pt x="156957" y="4701"/>
                  <a:pt x="156468" y="6532"/>
                  <a:pt x="155491" y="7509"/>
                </a:cubicBezTo>
                <a:cubicBezTo>
                  <a:pt x="155247" y="8119"/>
                  <a:pt x="153904" y="8425"/>
                  <a:pt x="151462" y="8425"/>
                </a:cubicBezTo>
                <a:cubicBezTo>
                  <a:pt x="142793" y="8913"/>
                  <a:pt x="137360" y="11355"/>
                  <a:pt x="135162" y="15751"/>
                </a:cubicBezTo>
                <a:lnTo>
                  <a:pt x="107873" y="123807"/>
                </a:lnTo>
                <a:cubicBezTo>
                  <a:pt x="107629" y="124662"/>
                  <a:pt x="106347" y="125089"/>
                  <a:pt x="104027" y="125089"/>
                </a:cubicBezTo>
                <a:cubicBezTo>
                  <a:pt x="102318" y="125089"/>
                  <a:pt x="101280" y="124967"/>
                  <a:pt x="100914" y="124723"/>
                </a:cubicBezTo>
                <a:cubicBezTo>
                  <a:pt x="100547" y="124356"/>
                  <a:pt x="92672" y="105859"/>
                  <a:pt x="77288" y="69229"/>
                </a:cubicBezTo>
                <a:lnTo>
                  <a:pt x="54028" y="14469"/>
                </a:lnTo>
                <a:lnTo>
                  <a:pt x="42124" y="62087"/>
                </a:lnTo>
                <a:cubicBezTo>
                  <a:pt x="34187" y="93344"/>
                  <a:pt x="30219" y="109522"/>
                  <a:pt x="30219" y="110620"/>
                </a:cubicBezTo>
                <a:cubicBezTo>
                  <a:pt x="30830" y="114650"/>
                  <a:pt x="35225" y="116664"/>
                  <a:pt x="43406" y="116664"/>
                </a:cubicBezTo>
                <a:lnTo>
                  <a:pt x="45237" y="116664"/>
                </a:lnTo>
                <a:cubicBezTo>
                  <a:pt x="45970" y="117275"/>
                  <a:pt x="46336" y="117763"/>
                  <a:pt x="46336" y="118129"/>
                </a:cubicBezTo>
                <a:cubicBezTo>
                  <a:pt x="46336" y="118496"/>
                  <a:pt x="46214" y="119656"/>
                  <a:pt x="45970" y="121609"/>
                </a:cubicBezTo>
                <a:cubicBezTo>
                  <a:pt x="45481" y="123197"/>
                  <a:pt x="44871" y="124356"/>
                  <a:pt x="44138" y="125089"/>
                </a:cubicBezTo>
                <a:lnTo>
                  <a:pt x="41757" y="125089"/>
                </a:lnTo>
                <a:cubicBezTo>
                  <a:pt x="37972" y="124845"/>
                  <a:pt x="31379" y="124723"/>
                  <a:pt x="21978" y="124723"/>
                </a:cubicBezTo>
                <a:cubicBezTo>
                  <a:pt x="18559" y="124723"/>
                  <a:pt x="15445" y="124723"/>
                  <a:pt x="12637" y="124723"/>
                </a:cubicBezTo>
                <a:cubicBezTo>
                  <a:pt x="9829" y="124723"/>
                  <a:pt x="7570" y="124723"/>
                  <a:pt x="5861" y="124723"/>
                </a:cubicBezTo>
                <a:cubicBezTo>
                  <a:pt x="4151" y="124723"/>
                  <a:pt x="3113" y="124784"/>
                  <a:pt x="2747" y="124906"/>
                </a:cubicBezTo>
                <a:cubicBezTo>
                  <a:pt x="916" y="124906"/>
                  <a:pt x="0" y="124356"/>
                  <a:pt x="0" y="123258"/>
                </a:cubicBezTo>
                <a:cubicBezTo>
                  <a:pt x="0" y="122769"/>
                  <a:pt x="183" y="121792"/>
                  <a:pt x="549" y="120327"/>
                </a:cubicBezTo>
                <a:cubicBezTo>
                  <a:pt x="916" y="118862"/>
                  <a:pt x="1221" y="118007"/>
                  <a:pt x="1465" y="117763"/>
                </a:cubicBezTo>
                <a:cubicBezTo>
                  <a:pt x="1709" y="117031"/>
                  <a:pt x="3113" y="116664"/>
                  <a:pt x="5678" y="116664"/>
                </a:cubicBezTo>
                <a:cubicBezTo>
                  <a:pt x="13980" y="116298"/>
                  <a:pt x="19352" y="113917"/>
                  <a:pt x="21794" y="109522"/>
                </a:cubicBezTo>
                <a:cubicBezTo>
                  <a:pt x="22283" y="108789"/>
                  <a:pt x="26617" y="91878"/>
                  <a:pt x="34798" y="58790"/>
                </a:cubicBezTo>
                <a:lnTo>
                  <a:pt x="47252" y="8974"/>
                </a:lnTo>
                <a:cubicBezTo>
                  <a:pt x="47008" y="8852"/>
                  <a:pt x="43650" y="8669"/>
                  <a:pt x="37179" y="8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35B62-1E42-48DF-9258-EFEE311E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978" y="696608"/>
            <a:ext cx="88118" cy="126602"/>
          </a:xfrm>
          <a:custGeom xmlns:a="http://schemas.openxmlformats.org/drawingml/2006/main">
            <a:pathLst>
              <a:path w="88118" h="126602">
                <a:moveTo>
                  <a:pt x="59884" y="1978"/>
                </a:moveTo>
                <a:cubicBezTo>
                  <a:pt x="60004" y="1978"/>
                  <a:pt x="64320" y="1678"/>
                  <a:pt x="72832" y="1079"/>
                </a:cubicBezTo>
                <a:cubicBezTo>
                  <a:pt x="81344" y="480"/>
                  <a:pt x="85720" y="120"/>
                  <a:pt x="85960" y="0"/>
                </a:cubicBezTo>
                <a:cubicBezTo>
                  <a:pt x="87399" y="0"/>
                  <a:pt x="88118" y="480"/>
                  <a:pt x="88118" y="1439"/>
                </a:cubicBezTo>
                <a:cubicBezTo>
                  <a:pt x="88118" y="2278"/>
                  <a:pt x="83742" y="20381"/>
                  <a:pt x="74990" y="55748"/>
                </a:cubicBezTo>
                <a:cubicBezTo>
                  <a:pt x="66238" y="91115"/>
                  <a:pt x="61742" y="109158"/>
                  <a:pt x="61503" y="109878"/>
                </a:cubicBezTo>
                <a:cubicBezTo>
                  <a:pt x="61263" y="110597"/>
                  <a:pt x="61203" y="111496"/>
                  <a:pt x="61323" y="112575"/>
                </a:cubicBezTo>
                <a:cubicBezTo>
                  <a:pt x="61323" y="117610"/>
                  <a:pt x="63001" y="120128"/>
                  <a:pt x="66358" y="120128"/>
                </a:cubicBezTo>
                <a:cubicBezTo>
                  <a:pt x="67437" y="120008"/>
                  <a:pt x="68636" y="119469"/>
                  <a:pt x="69955" y="118509"/>
                </a:cubicBezTo>
                <a:cubicBezTo>
                  <a:pt x="72472" y="116112"/>
                  <a:pt x="74930" y="110357"/>
                  <a:pt x="77328" y="101246"/>
                </a:cubicBezTo>
                <a:cubicBezTo>
                  <a:pt x="78047" y="98848"/>
                  <a:pt x="78647" y="97589"/>
                  <a:pt x="79126" y="97469"/>
                </a:cubicBezTo>
                <a:cubicBezTo>
                  <a:pt x="79366" y="97349"/>
                  <a:pt x="79965" y="97289"/>
                  <a:pt x="80925" y="97289"/>
                </a:cubicBezTo>
                <a:lnTo>
                  <a:pt x="81644" y="97289"/>
                </a:lnTo>
                <a:lnTo>
                  <a:pt x="82363" y="97289"/>
                </a:lnTo>
                <a:cubicBezTo>
                  <a:pt x="84162" y="97289"/>
                  <a:pt x="85061" y="97769"/>
                  <a:pt x="85061" y="98728"/>
                </a:cubicBezTo>
                <a:cubicBezTo>
                  <a:pt x="85061" y="99327"/>
                  <a:pt x="84881" y="100286"/>
                  <a:pt x="84521" y="101605"/>
                </a:cubicBezTo>
                <a:cubicBezTo>
                  <a:pt x="82963" y="107600"/>
                  <a:pt x="81164" y="112455"/>
                  <a:pt x="79126" y="116172"/>
                </a:cubicBezTo>
                <a:cubicBezTo>
                  <a:pt x="77088" y="119888"/>
                  <a:pt x="75410" y="122286"/>
                  <a:pt x="74091" y="123365"/>
                </a:cubicBezTo>
                <a:cubicBezTo>
                  <a:pt x="72772" y="124444"/>
                  <a:pt x="71094" y="125403"/>
                  <a:pt x="69056" y="126242"/>
                </a:cubicBezTo>
                <a:cubicBezTo>
                  <a:pt x="68097" y="126482"/>
                  <a:pt x="66658" y="126602"/>
                  <a:pt x="64740" y="126602"/>
                </a:cubicBezTo>
                <a:cubicBezTo>
                  <a:pt x="60663" y="126602"/>
                  <a:pt x="57247" y="125703"/>
                  <a:pt x="54489" y="123904"/>
                </a:cubicBezTo>
                <a:cubicBezTo>
                  <a:pt x="51732" y="122106"/>
                  <a:pt x="49933" y="120248"/>
                  <a:pt x="49094" y="118330"/>
                </a:cubicBezTo>
                <a:lnTo>
                  <a:pt x="48015" y="115632"/>
                </a:lnTo>
                <a:cubicBezTo>
                  <a:pt x="47895" y="115512"/>
                  <a:pt x="47656" y="115572"/>
                  <a:pt x="47296" y="115812"/>
                </a:cubicBezTo>
                <a:cubicBezTo>
                  <a:pt x="47056" y="116052"/>
                  <a:pt x="46816" y="116292"/>
                  <a:pt x="46577" y="116531"/>
                </a:cubicBezTo>
                <a:cubicBezTo>
                  <a:pt x="39503" y="123245"/>
                  <a:pt x="32310" y="126602"/>
                  <a:pt x="24997" y="126602"/>
                </a:cubicBezTo>
                <a:cubicBezTo>
                  <a:pt x="18403" y="126602"/>
                  <a:pt x="12588" y="124204"/>
                  <a:pt x="7553" y="119409"/>
                </a:cubicBezTo>
                <a:cubicBezTo>
                  <a:pt x="2518" y="114613"/>
                  <a:pt x="0" y="107000"/>
                  <a:pt x="0" y="96570"/>
                </a:cubicBezTo>
                <a:cubicBezTo>
                  <a:pt x="0" y="90815"/>
                  <a:pt x="1199" y="84941"/>
                  <a:pt x="3597" y="78946"/>
                </a:cubicBezTo>
                <a:cubicBezTo>
                  <a:pt x="5994" y="72952"/>
                  <a:pt x="8872" y="67797"/>
                  <a:pt x="12229" y="63481"/>
                </a:cubicBezTo>
                <a:cubicBezTo>
                  <a:pt x="17863" y="56647"/>
                  <a:pt x="23498" y="51912"/>
                  <a:pt x="29133" y="49274"/>
                </a:cubicBezTo>
                <a:cubicBezTo>
                  <a:pt x="34768" y="46637"/>
                  <a:pt x="39863" y="45318"/>
                  <a:pt x="44419" y="45318"/>
                </a:cubicBezTo>
                <a:cubicBezTo>
                  <a:pt x="51132" y="45318"/>
                  <a:pt x="56168" y="47835"/>
                  <a:pt x="59524" y="52871"/>
                </a:cubicBezTo>
                <a:cubicBezTo>
                  <a:pt x="60124" y="53590"/>
                  <a:pt x="60424" y="53830"/>
                  <a:pt x="60424" y="53590"/>
                </a:cubicBezTo>
                <a:cubicBezTo>
                  <a:pt x="60544" y="53110"/>
                  <a:pt x="62162" y="46577"/>
                  <a:pt x="65279" y="33988"/>
                </a:cubicBezTo>
                <a:cubicBezTo>
                  <a:pt x="68396" y="21400"/>
                  <a:pt x="70075" y="14746"/>
                  <a:pt x="70314" y="14027"/>
                </a:cubicBezTo>
                <a:cubicBezTo>
                  <a:pt x="70314" y="12468"/>
                  <a:pt x="69895" y="11509"/>
                  <a:pt x="69056" y="11150"/>
                </a:cubicBezTo>
                <a:cubicBezTo>
                  <a:pt x="68216" y="10790"/>
                  <a:pt x="65879" y="10490"/>
                  <a:pt x="62042" y="10250"/>
                </a:cubicBezTo>
                <a:lnTo>
                  <a:pt x="58266" y="10250"/>
                </a:lnTo>
                <a:cubicBezTo>
                  <a:pt x="57546" y="9531"/>
                  <a:pt x="57187" y="9052"/>
                  <a:pt x="57187" y="8812"/>
                </a:cubicBezTo>
                <a:cubicBezTo>
                  <a:pt x="57187" y="8572"/>
                  <a:pt x="57307" y="7433"/>
                  <a:pt x="57546" y="5395"/>
                </a:cubicBezTo>
                <a:cubicBezTo>
                  <a:pt x="58146" y="3117"/>
                  <a:pt x="58925" y="1978"/>
                  <a:pt x="59884" y="1978"/>
                </a:cubicBezTo>
                <a:close/>
                <a:moveTo>
                  <a:pt x="57367" y="66178"/>
                </a:moveTo>
                <a:cubicBezTo>
                  <a:pt x="54609" y="56707"/>
                  <a:pt x="50113" y="51972"/>
                  <a:pt x="43879" y="51972"/>
                </a:cubicBezTo>
                <a:cubicBezTo>
                  <a:pt x="39683" y="51972"/>
                  <a:pt x="35667" y="53830"/>
                  <a:pt x="31830" y="57546"/>
                </a:cubicBezTo>
                <a:cubicBezTo>
                  <a:pt x="27994" y="61263"/>
                  <a:pt x="24997" y="66118"/>
                  <a:pt x="22839" y="72113"/>
                </a:cubicBezTo>
                <a:cubicBezTo>
                  <a:pt x="19362" y="81584"/>
                  <a:pt x="16904" y="91415"/>
                  <a:pt x="15466" y="101605"/>
                </a:cubicBezTo>
                <a:cubicBezTo>
                  <a:pt x="15466" y="101965"/>
                  <a:pt x="15466" y="102624"/>
                  <a:pt x="15466" y="103583"/>
                </a:cubicBezTo>
                <a:cubicBezTo>
                  <a:pt x="15466" y="104543"/>
                  <a:pt x="15406" y="105262"/>
                  <a:pt x="15286" y="105741"/>
                </a:cubicBezTo>
                <a:cubicBezTo>
                  <a:pt x="15286" y="111136"/>
                  <a:pt x="16365" y="114853"/>
                  <a:pt x="18523" y="116891"/>
                </a:cubicBezTo>
                <a:cubicBezTo>
                  <a:pt x="20681" y="118929"/>
                  <a:pt x="23258" y="120008"/>
                  <a:pt x="26256" y="120128"/>
                </a:cubicBezTo>
                <a:cubicBezTo>
                  <a:pt x="32729" y="120128"/>
                  <a:pt x="39383" y="115812"/>
                  <a:pt x="46217" y="107180"/>
                </a:cubicBezTo>
                <a:lnTo>
                  <a:pt x="47656" y="105202"/>
                </a:lnTo>
                <a:lnTo>
                  <a:pt x="57367" y="66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AE85F-7810-4C63-8321-B26919FE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165" y="761549"/>
            <a:ext cx="91160" cy="89635"/>
          </a:xfrm>
          <a:custGeom xmlns:a="http://schemas.openxmlformats.org/drawingml/2006/main">
            <a:pathLst>
              <a:path w="91160" h="89635">
                <a:moveTo>
                  <a:pt x="0" y="4450"/>
                </a:moveTo>
                <a:cubicBezTo>
                  <a:pt x="0" y="2585"/>
                  <a:pt x="551" y="1102"/>
                  <a:pt x="1653" y="0"/>
                </a:cubicBezTo>
                <a:lnTo>
                  <a:pt x="3051" y="0"/>
                </a:lnTo>
                <a:cubicBezTo>
                  <a:pt x="6611" y="254"/>
                  <a:pt x="11061" y="381"/>
                  <a:pt x="16401" y="381"/>
                </a:cubicBezTo>
                <a:cubicBezTo>
                  <a:pt x="26403" y="381"/>
                  <a:pt x="32294" y="254"/>
                  <a:pt x="34074" y="0"/>
                </a:cubicBezTo>
                <a:lnTo>
                  <a:pt x="35345" y="0"/>
                </a:lnTo>
                <a:cubicBezTo>
                  <a:pt x="35854" y="509"/>
                  <a:pt x="36108" y="890"/>
                  <a:pt x="36108" y="1144"/>
                </a:cubicBezTo>
                <a:cubicBezTo>
                  <a:pt x="36108" y="1399"/>
                  <a:pt x="36023" y="2161"/>
                  <a:pt x="35854" y="3433"/>
                </a:cubicBezTo>
                <a:cubicBezTo>
                  <a:pt x="35430" y="4704"/>
                  <a:pt x="35049" y="5509"/>
                  <a:pt x="34710" y="5849"/>
                </a:cubicBezTo>
                <a:lnTo>
                  <a:pt x="32040" y="5849"/>
                </a:lnTo>
                <a:cubicBezTo>
                  <a:pt x="30175" y="6018"/>
                  <a:pt x="28903" y="6103"/>
                  <a:pt x="28225" y="6103"/>
                </a:cubicBezTo>
                <a:cubicBezTo>
                  <a:pt x="25767" y="6527"/>
                  <a:pt x="24411" y="7162"/>
                  <a:pt x="24157" y="8010"/>
                </a:cubicBezTo>
                <a:cubicBezTo>
                  <a:pt x="24157" y="8179"/>
                  <a:pt x="25386" y="18817"/>
                  <a:pt x="27844" y="39922"/>
                </a:cubicBezTo>
                <a:cubicBezTo>
                  <a:pt x="30302" y="61028"/>
                  <a:pt x="31573" y="71665"/>
                  <a:pt x="31658" y="71835"/>
                </a:cubicBezTo>
                <a:lnTo>
                  <a:pt x="40940" y="56959"/>
                </a:lnTo>
                <a:cubicBezTo>
                  <a:pt x="47127" y="47042"/>
                  <a:pt x="53315" y="37041"/>
                  <a:pt x="59502" y="26954"/>
                </a:cubicBezTo>
                <a:cubicBezTo>
                  <a:pt x="65690" y="16867"/>
                  <a:pt x="68868" y="11655"/>
                  <a:pt x="69038" y="11316"/>
                </a:cubicBezTo>
                <a:cubicBezTo>
                  <a:pt x="69377" y="10722"/>
                  <a:pt x="69546" y="10087"/>
                  <a:pt x="69546" y="9408"/>
                </a:cubicBezTo>
                <a:cubicBezTo>
                  <a:pt x="69546" y="7374"/>
                  <a:pt x="67682" y="6188"/>
                  <a:pt x="63952" y="5849"/>
                </a:cubicBezTo>
                <a:cubicBezTo>
                  <a:pt x="62426" y="5849"/>
                  <a:pt x="61664" y="5382"/>
                  <a:pt x="61664" y="4450"/>
                </a:cubicBezTo>
                <a:cubicBezTo>
                  <a:pt x="61664" y="4365"/>
                  <a:pt x="61748" y="3814"/>
                  <a:pt x="61918" y="2797"/>
                </a:cubicBezTo>
                <a:cubicBezTo>
                  <a:pt x="62172" y="1610"/>
                  <a:pt x="62426" y="848"/>
                  <a:pt x="62681" y="509"/>
                </a:cubicBezTo>
                <a:cubicBezTo>
                  <a:pt x="62935" y="170"/>
                  <a:pt x="63486" y="0"/>
                  <a:pt x="64334" y="0"/>
                </a:cubicBezTo>
                <a:cubicBezTo>
                  <a:pt x="64503" y="0"/>
                  <a:pt x="65012" y="0"/>
                  <a:pt x="65859" y="0"/>
                </a:cubicBezTo>
                <a:cubicBezTo>
                  <a:pt x="66707" y="0"/>
                  <a:pt x="68148" y="42"/>
                  <a:pt x="70182" y="127"/>
                </a:cubicBezTo>
                <a:cubicBezTo>
                  <a:pt x="72216" y="212"/>
                  <a:pt x="74929" y="254"/>
                  <a:pt x="78319" y="254"/>
                </a:cubicBezTo>
                <a:cubicBezTo>
                  <a:pt x="84168" y="254"/>
                  <a:pt x="87855" y="170"/>
                  <a:pt x="89380" y="0"/>
                </a:cubicBezTo>
                <a:lnTo>
                  <a:pt x="90270" y="0"/>
                </a:lnTo>
                <a:cubicBezTo>
                  <a:pt x="90864" y="593"/>
                  <a:pt x="91160" y="1060"/>
                  <a:pt x="91160" y="1399"/>
                </a:cubicBezTo>
                <a:cubicBezTo>
                  <a:pt x="91160" y="2839"/>
                  <a:pt x="90779" y="4196"/>
                  <a:pt x="90016" y="5467"/>
                </a:cubicBezTo>
                <a:cubicBezTo>
                  <a:pt x="89762" y="5721"/>
                  <a:pt x="89041" y="5849"/>
                  <a:pt x="87855" y="5849"/>
                </a:cubicBezTo>
                <a:cubicBezTo>
                  <a:pt x="86753" y="5933"/>
                  <a:pt x="85736" y="6018"/>
                  <a:pt x="84803" y="6103"/>
                </a:cubicBezTo>
                <a:cubicBezTo>
                  <a:pt x="83871" y="6188"/>
                  <a:pt x="82981" y="6399"/>
                  <a:pt x="82133" y="6738"/>
                </a:cubicBezTo>
                <a:cubicBezTo>
                  <a:pt x="81286" y="7078"/>
                  <a:pt x="80608" y="7374"/>
                  <a:pt x="80099" y="7628"/>
                </a:cubicBezTo>
                <a:cubicBezTo>
                  <a:pt x="79591" y="7883"/>
                  <a:pt x="79082" y="8222"/>
                  <a:pt x="78573" y="8646"/>
                </a:cubicBezTo>
                <a:cubicBezTo>
                  <a:pt x="78065" y="9069"/>
                  <a:pt x="77641" y="9366"/>
                  <a:pt x="77302" y="9536"/>
                </a:cubicBezTo>
                <a:cubicBezTo>
                  <a:pt x="76963" y="9705"/>
                  <a:pt x="76624" y="10087"/>
                  <a:pt x="76285" y="10680"/>
                </a:cubicBezTo>
                <a:cubicBezTo>
                  <a:pt x="75946" y="11273"/>
                  <a:pt x="75649" y="11570"/>
                  <a:pt x="75395" y="11570"/>
                </a:cubicBezTo>
                <a:lnTo>
                  <a:pt x="50857" y="50984"/>
                </a:lnTo>
                <a:cubicBezTo>
                  <a:pt x="35600" y="75649"/>
                  <a:pt x="27717" y="88279"/>
                  <a:pt x="27208" y="88872"/>
                </a:cubicBezTo>
                <a:cubicBezTo>
                  <a:pt x="26954" y="89041"/>
                  <a:pt x="26657" y="89253"/>
                  <a:pt x="26318" y="89508"/>
                </a:cubicBezTo>
                <a:lnTo>
                  <a:pt x="24030" y="89635"/>
                </a:lnTo>
                <a:lnTo>
                  <a:pt x="23140" y="89635"/>
                </a:lnTo>
                <a:cubicBezTo>
                  <a:pt x="21614" y="89635"/>
                  <a:pt x="20851" y="89338"/>
                  <a:pt x="20851" y="88745"/>
                </a:cubicBezTo>
                <a:cubicBezTo>
                  <a:pt x="20597" y="88236"/>
                  <a:pt x="18944" y="74674"/>
                  <a:pt x="15893" y="48059"/>
                </a:cubicBezTo>
                <a:cubicBezTo>
                  <a:pt x="12672" y="21105"/>
                  <a:pt x="11019" y="7501"/>
                  <a:pt x="10934" y="7247"/>
                </a:cubicBezTo>
                <a:cubicBezTo>
                  <a:pt x="10510" y="6315"/>
                  <a:pt x="7883" y="5849"/>
                  <a:pt x="3051" y="5849"/>
                </a:cubicBezTo>
                <a:lnTo>
                  <a:pt x="890" y="5849"/>
                </a:lnTo>
                <a:cubicBezTo>
                  <a:pt x="297" y="5425"/>
                  <a:pt x="0" y="4959"/>
                  <a:pt x="0" y="4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88D35-CADB-477A-8150-5A7C4EDC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735" y="733114"/>
            <a:ext cx="86859" cy="86679"/>
          </a:xfrm>
          <a:custGeom xmlns:a="http://schemas.openxmlformats.org/drawingml/2006/main">
            <a:pathLst>
              <a:path w="86859" h="86679">
                <a:moveTo>
                  <a:pt x="86859" y="83083"/>
                </a:moveTo>
                <a:cubicBezTo>
                  <a:pt x="86859" y="85480"/>
                  <a:pt x="85600" y="86679"/>
                  <a:pt x="83083" y="86679"/>
                </a:cubicBezTo>
                <a:cubicBezTo>
                  <a:pt x="82483" y="86679"/>
                  <a:pt x="81164" y="85720"/>
                  <a:pt x="79126" y="83802"/>
                </a:cubicBezTo>
                <a:cubicBezTo>
                  <a:pt x="77088" y="81884"/>
                  <a:pt x="71453" y="76309"/>
                  <a:pt x="62222" y="67077"/>
                </a:cubicBezTo>
                <a:lnTo>
                  <a:pt x="43519" y="48375"/>
                </a:lnTo>
                <a:lnTo>
                  <a:pt x="24637" y="67257"/>
                </a:lnTo>
                <a:cubicBezTo>
                  <a:pt x="11929" y="79726"/>
                  <a:pt x="5395" y="86080"/>
                  <a:pt x="5035" y="86320"/>
                </a:cubicBezTo>
                <a:cubicBezTo>
                  <a:pt x="4556" y="86559"/>
                  <a:pt x="4136" y="86679"/>
                  <a:pt x="3776" y="86679"/>
                </a:cubicBezTo>
                <a:cubicBezTo>
                  <a:pt x="2817" y="86679"/>
                  <a:pt x="1978" y="86320"/>
                  <a:pt x="1259" y="85600"/>
                </a:cubicBezTo>
                <a:cubicBezTo>
                  <a:pt x="539" y="84881"/>
                  <a:pt x="120" y="84042"/>
                  <a:pt x="0" y="83083"/>
                </a:cubicBezTo>
                <a:cubicBezTo>
                  <a:pt x="0" y="82243"/>
                  <a:pt x="839" y="80925"/>
                  <a:pt x="2518" y="79126"/>
                </a:cubicBezTo>
                <a:cubicBezTo>
                  <a:pt x="4196" y="77328"/>
                  <a:pt x="9831" y="71633"/>
                  <a:pt x="19422" y="62042"/>
                </a:cubicBezTo>
                <a:lnTo>
                  <a:pt x="38124" y="43340"/>
                </a:lnTo>
                <a:lnTo>
                  <a:pt x="19422" y="24637"/>
                </a:lnTo>
                <a:cubicBezTo>
                  <a:pt x="9711" y="14926"/>
                  <a:pt x="4076" y="9231"/>
                  <a:pt x="2518" y="7553"/>
                </a:cubicBezTo>
                <a:cubicBezTo>
                  <a:pt x="959" y="5875"/>
                  <a:pt x="120" y="4556"/>
                  <a:pt x="0" y="3597"/>
                </a:cubicBezTo>
                <a:cubicBezTo>
                  <a:pt x="0" y="2518"/>
                  <a:pt x="360" y="1678"/>
                  <a:pt x="1079" y="1079"/>
                </a:cubicBezTo>
                <a:cubicBezTo>
                  <a:pt x="1798" y="480"/>
                  <a:pt x="2697" y="180"/>
                  <a:pt x="3776" y="180"/>
                </a:cubicBezTo>
                <a:cubicBezTo>
                  <a:pt x="4376" y="180"/>
                  <a:pt x="4796" y="240"/>
                  <a:pt x="5035" y="360"/>
                </a:cubicBezTo>
                <a:cubicBezTo>
                  <a:pt x="5395" y="599"/>
                  <a:pt x="11929" y="6954"/>
                  <a:pt x="24637" y="19422"/>
                </a:cubicBezTo>
                <a:lnTo>
                  <a:pt x="43519" y="38304"/>
                </a:lnTo>
                <a:lnTo>
                  <a:pt x="62222" y="19602"/>
                </a:lnTo>
                <a:cubicBezTo>
                  <a:pt x="71453" y="10370"/>
                  <a:pt x="77088" y="4796"/>
                  <a:pt x="79126" y="2877"/>
                </a:cubicBezTo>
                <a:cubicBezTo>
                  <a:pt x="81164" y="959"/>
                  <a:pt x="82483" y="0"/>
                  <a:pt x="83083" y="0"/>
                </a:cubicBezTo>
                <a:cubicBezTo>
                  <a:pt x="85600" y="0"/>
                  <a:pt x="86859" y="1199"/>
                  <a:pt x="86859" y="3597"/>
                </a:cubicBezTo>
                <a:cubicBezTo>
                  <a:pt x="86859" y="4436"/>
                  <a:pt x="86260" y="5515"/>
                  <a:pt x="85061" y="6834"/>
                </a:cubicBezTo>
                <a:cubicBezTo>
                  <a:pt x="83862" y="8152"/>
                  <a:pt x="77987" y="14027"/>
                  <a:pt x="67437" y="24457"/>
                </a:cubicBezTo>
                <a:lnTo>
                  <a:pt x="48735" y="43340"/>
                </a:lnTo>
                <a:lnTo>
                  <a:pt x="67437" y="62222"/>
                </a:lnTo>
                <a:cubicBezTo>
                  <a:pt x="77508" y="72293"/>
                  <a:pt x="83262" y="78107"/>
                  <a:pt x="84701" y="79666"/>
                </a:cubicBezTo>
                <a:cubicBezTo>
                  <a:pt x="86140" y="81224"/>
                  <a:pt x="86859" y="82363"/>
                  <a:pt x="86859" y="83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A8B10-BCB7-4FBC-B287-25B7FB0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748" y="698587"/>
            <a:ext cx="154116" cy="122825"/>
          </a:xfrm>
          <a:custGeom xmlns:a="http://schemas.openxmlformats.org/drawingml/2006/main">
            <a:pathLst>
              <a:path w="154116" h="122825">
                <a:moveTo>
                  <a:pt x="36506" y="8272"/>
                </a:moveTo>
                <a:cubicBezTo>
                  <a:pt x="36146" y="8272"/>
                  <a:pt x="35667" y="8272"/>
                  <a:pt x="35067" y="8272"/>
                </a:cubicBezTo>
                <a:cubicBezTo>
                  <a:pt x="32070" y="8272"/>
                  <a:pt x="30272" y="8212"/>
                  <a:pt x="29672" y="8092"/>
                </a:cubicBezTo>
                <a:cubicBezTo>
                  <a:pt x="29073" y="7973"/>
                  <a:pt x="28773" y="7313"/>
                  <a:pt x="28773" y="6114"/>
                </a:cubicBezTo>
                <a:cubicBezTo>
                  <a:pt x="28773" y="2877"/>
                  <a:pt x="29433" y="899"/>
                  <a:pt x="30751" y="180"/>
                </a:cubicBezTo>
                <a:cubicBezTo>
                  <a:pt x="30991" y="60"/>
                  <a:pt x="36806" y="0"/>
                  <a:pt x="48195" y="0"/>
                </a:cubicBezTo>
                <a:cubicBezTo>
                  <a:pt x="57426" y="0"/>
                  <a:pt x="62702" y="0"/>
                  <a:pt x="64020" y="0"/>
                </a:cubicBezTo>
                <a:cubicBezTo>
                  <a:pt x="65339" y="0"/>
                  <a:pt x="66178" y="360"/>
                  <a:pt x="66538" y="1079"/>
                </a:cubicBezTo>
                <a:cubicBezTo>
                  <a:pt x="91834" y="60544"/>
                  <a:pt x="104722" y="91055"/>
                  <a:pt x="105202" y="92614"/>
                </a:cubicBezTo>
                <a:lnTo>
                  <a:pt x="114913" y="54309"/>
                </a:lnTo>
                <a:cubicBezTo>
                  <a:pt x="121267" y="29013"/>
                  <a:pt x="124444" y="15526"/>
                  <a:pt x="124444" y="13847"/>
                </a:cubicBezTo>
                <a:cubicBezTo>
                  <a:pt x="124444" y="10610"/>
                  <a:pt x="120608" y="8752"/>
                  <a:pt x="112935" y="8272"/>
                </a:cubicBezTo>
                <a:cubicBezTo>
                  <a:pt x="110057" y="8272"/>
                  <a:pt x="108619" y="7613"/>
                  <a:pt x="108619" y="6294"/>
                </a:cubicBezTo>
                <a:cubicBezTo>
                  <a:pt x="108619" y="6054"/>
                  <a:pt x="108739" y="5335"/>
                  <a:pt x="108978" y="4136"/>
                </a:cubicBezTo>
                <a:cubicBezTo>
                  <a:pt x="109458" y="2218"/>
                  <a:pt x="109818" y="1079"/>
                  <a:pt x="110057" y="719"/>
                </a:cubicBezTo>
                <a:cubicBezTo>
                  <a:pt x="110297" y="360"/>
                  <a:pt x="110897" y="120"/>
                  <a:pt x="111856" y="0"/>
                </a:cubicBezTo>
                <a:cubicBezTo>
                  <a:pt x="112215" y="0"/>
                  <a:pt x="114074" y="60"/>
                  <a:pt x="117431" y="180"/>
                </a:cubicBezTo>
                <a:cubicBezTo>
                  <a:pt x="120787" y="300"/>
                  <a:pt x="125763" y="420"/>
                  <a:pt x="132357" y="539"/>
                </a:cubicBezTo>
                <a:cubicBezTo>
                  <a:pt x="138351" y="539"/>
                  <a:pt x="142907" y="480"/>
                  <a:pt x="146024" y="360"/>
                </a:cubicBezTo>
                <a:cubicBezTo>
                  <a:pt x="149141" y="240"/>
                  <a:pt x="150939" y="180"/>
                  <a:pt x="151419" y="180"/>
                </a:cubicBezTo>
                <a:cubicBezTo>
                  <a:pt x="153217" y="180"/>
                  <a:pt x="154116" y="779"/>
                  <a:pt x="154116" y="1978"/>
                </a:cubicBezTo>
                <a:cubicBezTo>
                  <a:pt x="154116" y="4616"/>
                  <a:pt x="153637" y="6414"/>
                  <a:pt x="152678" y="7373"/>
                </a:cubicBezTo>
                <a:cubicBezTo>
                  <a:pt x="152438" y="7973"/>
                  <a:pt x="151119" y="8272"/>
                  <a:pt x="148721" y="8272"/>
                </a:cubicBezTo>
                <a:cubicBezTo>
                  <a:pt x="140209" y="8752"/>
                  <a:pt x="134874" y="11150"/>
                  <a:pt x="132716" y="15466"/>
                </a:cubicBezTo>
                <a:lnTo>
                  <a:pt x="105921" y="121567"/>
                </a:lnTo>
                <a:cubicBezTo>
                  <a:pt x="105681" y="122406"/>
                  <a:pt x="104423" y="122825"/>
                  <a:pt x="102145" y="122825"/>
                </a:cubicBezTo>
                <a:cubicBezTo>
                  <a:pt x="100466" y="122825"/>
                  <a:pt x="99447" y="122706"/>
                  <a:pt x="99088" y="122466"/>
                </a:cubicBezTo>
                <a:cubicBezTo>
                  <a:pt x="98728" y="122106"/>
                  <a:pt x="90995" y="103943"/>
                  <a:pt x="75889" y="67977"/>
                </a:cubicBezTo>
                <a:lnTo>
                  <a:pt x="53051" y="14207"/>
                </a:lnTo>
                <a:lnTo>
                  <a:pt x="41361" y="60963"/>
                </a:lnTo>
                <a:cubicBezTo>
                  <a:pt x="33569" y="91655"/>
                  <a:pt x="29672" y="107540"/>
                  <a:pt x="29672" y="108619"/>
                </a:cubicBezTo>
                <a:cubicBezTo>
                  <a:pt x="30272" y="112575"/>
                  <a:pt x="34588" y="114553"/>
                  <a:pt x="42620" y="114553"/>
                </a:cubicBezTo>
                <a:lnTo>
                  <a:pt x="44419" y="114553"/>
                </a:lnTo>
                <a:cubicBezTo>
                  <a:pt x="45138" y="115153"/>
                  <a:pt x="45498" y="115632"/>
                  <a:pt x="45498" y="115992"/>
                </a:cubicBezTo>
                <a:cubicBezTo>
                  <a:pt x="45498" y="116352"/>
                  <a:pt x="45378" y="117490"/>
                  <a:pt x="45138" y="119409"/>
                </a:cubicBezTo>
                <a:cubicBezTo>
                  <a:pt x="44658" y="120967"/>
                  <a:pt x="44059" y="122106"/>
                  <a:pt x="43340" y="122825"/>
                </a:cubicBezTo>
                <a:lnTo>
                  <a:pt x="41002" y="122825"/>
                </a:lnTo>
                <a:cubicBezTo>
                  <a:pt x="37285" y="122586"/>
                  <a:pt x="30811" y="122466"/>
                  <a:pt x="21580" y="122466"/>
                </a:cubicBezTo>
                <a:cubicBezTo>
                  <a:pt x="18223" y="122466"/>
                  <a:pt x="15166" y="122466"/>
                  <a:pt x="12408" y="122466"/>
                </a:cubicBezTo>
                <a:cubicBezTo>
                  <a:pt x="9651" y="122466"/>
                  <a:pt x="7433" y="122466"/>
                  <a:pt x="5755" y="122466"/>
                </a:cubicBezTo>
                <a:cubicBezTo>
                  <a:pt x="4076" y="122466"/>
                  <a:pt x="3057" y="122526"/>
                  <a:pt x="2697" y="122646"/>
                </a:cubicBezTo>
                <a:cubicBezTo>
                  <a:pt x="899" y="122646"/>
                  <a:pt x="0" y="122106"/>
                  <a:pt x="0" y="121027"/>
                </a:cubicBezTo>
                <a:cubicBezTo>
                  <a:pt x="0" y="120548"/>
                  <a:pt x="180" y="119588"/>
                  <a:pt x="539" y="118150"/>
                </a:cubicBezTo>
                <a:cubicBezTo>
                  <a:pt x="899" y="116711"/>
                  <a:pt x="1199" y="115872"/>
                  <a:pt x="1439" y="115632"/>
                </a:cubicBezTo>
                <a:cubicBezTo>
                  <a:pt x="1678" y="114913"/>
                  <a:pt x="3057" y="114553"/>
                  <a:pt x="5575" y="114553"/>
                </a:cubicBezTo>
                <a:cubicBezTo>
                  <a:pt x="13727" y="114194"/>
                  <a:pt x="19002" y="111856"/>
                  <a:pt x="21400" y="107540"/>
                </a:cubicBezTo>
                <a:cubicBezTo>
                  <a:pt x="21880" y="106820"/>
                  <a:pt x="26136" y="90216"/>
                  <a:pt x="34168" y="57726"/>
                </a:cubicBezTo>
                <a:lnTo>
                  <a:pt x="46397" y="8812"/>
                </a:lnTo>
                <a:cubicBezTo>
                  <a:pt x="46157" y="8692"/>
                  <a:pt x="42860" y="8512"/>
                  <a:pt x="36506" y="82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A2747-81DF-4D57-B42F-782A8F80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98" y="4995789"/>
            <a:ext cx="154116" cy="122825"/>
          </a:xfrm>
          <a:custGeom xmlns:a="http://schemas.openxmlformats.org/drawingml/2006/main">
            <a:pathLst>
              <a:path w="154116" h="122825">
                <a:moveTo>
                  <a:pt x="36506" y="8272"/>
                </a:moveTo>
                <a:cubicBezTo>
                  <a:pt x="36146" y="8272"/>
                  <a:pt x="35667" y="8272"/>
                  <a:pt x="35067" y="8272"/>
                </a:cubicBezTo>
                <a:cubicBezTo>
                  <a:pt x="32070" y="8272"/>
                  <a:pt x="30272" y="8212"/>
                  <a:pt x="29672" y="8092"/>
                </a:cubicBezTo>
                <a:cubicBezTo>
                  <a:pt x="29073" y="7973"/>
                  <a:pt x="28773" y="7313"/>
                  <a:pt x="28773" y="6114"/>
                </a:cubicBezTo>
                <a:cubicBezTo>
                  <a:pt x="28773" y="2877"/>
                  <a:pt x="29433" y="899"/>
                  <a:pt x="30751" y="180"/>
                </a:cubicBezTo>
                <a:cubicBezTo>
                  <a:pt x="30991" y="60"/>
                  <a:pt x="36806" y="0"/>
                  <a:pt x="48195" y="0"/>
                </a:cubicBezTo>
                <a:cubicBezTo>
                  <a:pt x="57426" y="0"/>
                  <a:pt x="62702" y="0"/>
                  <a:pt x="64020" y="0"/>
                </a:cubicBezTo>
                <a:cubicBezTo>
                  <a:pt x="65339" y="0"/>
                  <a:pt x="66178" y="360"/>
                  <a:pt x="66538" y="1079"/>
                </a:cubicBezTo>
                <a:cubicBezTo>
                  <a:pt x="91834" y="60544"/>
                  <a:pt x="104722" y="91055"/>
                  <a:pt x="105202" y="92614"/>
                </a:cubicBezTo>
                <a:lnTo>
                  <a:pt x="114913" y="54309"/>
                </a:lnTo>
                <a:cubicBezTo>
                  <a:pt x="121267" y="29013"/>
                  <a:pt x="124444" y="15526"/>
                  <a:pt x="124444" y="13847"/>
                </a:cubicBezTo>
                <a:cubicBezTo>
                  <a:pt x="124444" y="10610"/>
                  <a:pt x="120608" y="8752"/>
                  <a:pt x="112935" y="8272"/>
                </a:cubicBezTo>
                <a:cubicBezTo>
                  <a:pt x="110057" y="8272"/>
                  <a:pt x="108619" y="7613"/>
                  <a:pt x="108619" y="6294"/>
                </a:cubicBezTo>
                <a:cubicBezTo>
                  <a:pt x="108619" y="6054"/>
                  <a:pt x="108739" y="5335"/>
                  <a:pt x="108978" y="4136"/>
                </a:cubicBezTo>
                <a:cubicBezTo>
                  <a:pt x="109458" y="2218"/>
                  <a:pt x="109818" y="1079"/>
                  <a:pt x="110057" y="719"/>
                </a:cubicBezTo>
                <a:cubicBezTo>
                  <a:pt x="110297" y="360"/>
                  <a:pt x="110897" y="120"/>
                  <a:pt x="111856" y="0"/>
                </a:cubicBezTo>
                <a:cubicBezTo>
                  <a:pt x="112215" y="0"/>
                  <a:pt x="114074" y="60"/>
                  <a:pt x="117431" y="180"/>
                </a:cubicBezTo>
                <a:cubicBezTo>
                  <a:pt x="120787" y="300"/>
                  <a:pt x="125763" y="420"/>
                  <a:pt x="132357" y="539"/>
                </a:cubicBezTo>
                <a:cubicBezTo>
                  <a:pt x="138351" y="539"/>
                  <a:pt x="142907" y="480"/>
                  <a:pt x="146024" y="360"/>
                </a:cubicBezTo>
                <a:cubicBezTo>
                  <a:pt x="149141" y="240"/>
                  <a:pt x="150939" y="180"/>
                  <a:pt x="151419" y="180"/>
                </a:cubicBezTo>
                <a:cubicBezTo>
                  <a:pt x="153217" y="180"/>
                  <a:pt x="154116" y="779"/>
                  <a:pt x="154116" y="1978"/>
                </a:cubicBezTo>
                <a:cubicBezTo>
                  <a:pt x="154116" y="4616"/>
                  <a:pt x="153637" y="6414"/>
                  <a:pt x="152678" y="7373"/>
                </a:cubicBezTo>
                <a:cubicBezTo>
                  <a:pt x="152438" y="7973"/>
                  <a:pt x="151119" y="8272"/>
                  <a:pt x="148721" y="8272"/>
                </a:cubicBezTo>
                <a:cubicBezTo>
                  <a:pt x="140209" y="8752"/>
                  <a:pt x="134874" y="11150"/>
                  <a:pt x="132716" y="15466"/>
                </a:cubicBezTo>
                <a:lnTo>
                  <a:pt x="105921" y="121567"/>
                </a:lnTo>
                <a:cubicBezTo>
                  <a:pt x="105681" y="122406"/>
                  <a:pt x="104423" y="122825"/>
                  <a:pt x="102145" y="122825"/>
                </a:cubicBezTo>
                <a:cubicBezTo>
                  <a:pt x="100466" y="122825"/>
                  <a:pt x="99447" y="122706"/>
                  <a:pt x="99088" y="122466"/>
                </a:cubicBezTo>
                <a:cubicBezTo>
                  <a:pt x="98728" y="122106"/>
                  <a:pt x="90995" y="103943"/>
                  <a:pt x="75889" y="67977"/>
                </a:cubicBezTo>
                <a:lnTo>
                  <a:pt x="53051" y="14207"/>
                </a:lnTo>
                <a:lnTo>
                  <a:pt x="41361" y="60963"/>
                </a:lnTo>
                <a:cubicBezTo>
                  <a:pt x="33569" y="91655"/>
                  <a:pt x="29672" y="107540"/>
                  <a:pt x="29672" y="108619"/>
                </a:cubicBezTo>
                <a:cubicBezTo>
                  <a:pt x="30272" y="112575"/>
                  <a:pt x="34588" y="114553"/>
                  <a:pt x="42620" y="114553"/>
                </a:cubicBezTo>
                <a:lnTo>
                  <a:pt x="44419" y="114553"/>
                </a:lnTo>
                <a:cubicBezTo>
                  <a:pt x="45138" y="115153"/>
                  <a:pt x="45498" y="115632"/>
                  <a:pt x="45498" y="115992"/>
                </a:cubicBezTo>
                <a:cubicBezTo>
                  <a:pt x="45498" y="116352"/>
                  <a:pt x="45378" y="117490"/>
                  <a:pt x="45138" y="119409"/>
                </a:cubicBezTo>
                <a:cubicBezTo>
                  <a:pt x="44658" y="120967"/>
                  <a:pt x="44059" y="122106"/>
                  <a:pt x="43340" y="122825"/>
                </a:cubicBezTo>
                <a:lnTo>
                  <a:pt x="41002" y="122825"/>
                </a:lnTo>
                <a:cubicBezTo>
                  <a:pt x="37285" y="122586"/>
                  <a:pt x="30811" y="122466"/>
                  <a:pt x="21580" y="122466"/>
                </a:cubicBezTo>
                <a:cubicBezTo>
                  <a:pt x="18223" y="122466"/>
                  <a:pt x="15166" y="122466"/>
                  <a:pt x="12408" y="122466"/>
                </a:cubicBezTo>
                <a:cubicBezTo>
                  <a:pt x="9651" y="122466"/>
                  <a:pt x="7433" y="122466"/>
                  <a:pt x="5755" y="122466"/>
                </a:cubicBezTo>
                <a:cubicBezTo>
                  <a:pt x="4076" y="122466"/>
                  <a:pt x="3057" y="122526"/>
                  <a:pt x="2697" y="122646"/>
                </a:cubicBezTo>
                <a:cubicBezTo>
                  <a:pt x="899" y="122646"/>
                  <a:pt x="0" y="122106"/>
                  <a:pt x="0" y="121027"/>
                </a:cubicBezTo>
                <a:cubicBezTo>
                  <a:pt x="0" y="120548"/>
                  <a:pt x="180" y="119588"/>
                  <a:pt x="539" y="118150"/>
                </a:cubicBezTo>
                <a:cubicBezTo>
                  <a:pt x="899" y="116711"/>
                  <a:pt x="1199" y="115872"/>
                  <a:pt x="1439" y="115632"/>
                </a:cubicBezTo>
                <a:cubicBezTo>
                  <a:pt x="1678" y="114913"/>
                  <a:pt x="3057" y="114553"/>
                  <a:pt x="5575" y="114553"/>
                </a:cubicBezTo>
                <a:cubicBezTo>
                  <a:pt x="13727" y="114194"/>
                  <a:pt x="19002" y="111856"/>
                  <a:pt x="21400" y="107540"/>
                </a:cubicBezTo>
                <a:cubicBezTo>
                  <a:pt x="21880" y="106820"/>
                  <a:pt x="26136" y="90216"/>
                  <a:pt x="34168" y="57726"/>
                </a:cubicBezTo>
                <a:lnTo>
                  <a:pt x="46397" y="8812"/>
                </a:lnTo>
                <a:cubicBezTo>
                  <a:pt x="46157" y="8692"/>
                  <a:pt x="42860" y="8512"/>
                  <a:pt x="36506" y="82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1D2D6-B30F-4363-9EDD-04D0BB3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10" y="5030316"/>
            <a:ext cx="86859" cy="86679"/>
          </a:xfrm>
          <a:custGeom xmlns:a="http://schemas.openxmlformats.org/drawingml/2006/main">
            <a:pathLst>
              <a:path w="86859" h="86679">
                <a:moveTo>
                  <a:pt x="86859" y="83083"/>
                </a:moveTo>
                <a:cubicBezTo>
                  <a:pt x="86859" y="85480"/>
                  <a:pt x="85600" y="86679"/>
                  <a:pt x="83083" y="86679"/>
                </a:cubicBezTo>
                <a:cubicBezTo>
                  <a:pt x="82483" y="86679"/>
                  <a:pt x="81164" y="85720"/>
                  <a:pt x="79126" y="83802"/>
                </a:cubicBezTo>
                <a:cubicBezTo>
                  <a:pt x="77088" y="81884"/>
                  <a:pt x="71453" y="76309"/>
                  <a:pt x="62222" y="67077"/>
                </a:cubicBezTo>
                <a:lnTo>
                  <a:pt x="43519" y="48375"/>
                </a:lnTo>
                <a:lnTo>
                  <a:pt x="24637" y="67257"/>
                </a:lnTo>
                <a:cubicBezTo>
                  <a:pt x="11929" y="79726"/>
                  <a:pt x="5395" y="86080"/>
                  <a:pt x="5035" y="86320"/>
                </a:cubicBezTo>
                <a:cubicBezTo>
                  <a:pt x="4556" y="86559"/>
                  <a:pt x="4136" y="86679"/>
                  <a:pt x="3776" y="86679"/>
                </a:cubicBezTo>
                <a:cubicBezTo>
                  <a:pt x="2817" y="86679"/>
                  <a:pt x="1978" y="86320"/>
                  <a:pt x="1259" y="85600"/>
                </a:cubicBezTo>
                <a:cubicBezTo>
                  <a:pt x="539" y="84881"/>
                  <a:pt x="120" y="84042"/>
                  <a:pt x="0" y="83083"/>
                </a:cubicBezTo>
                <a:cubicBezTo>
                  <a:pt x="0" y="82243"/>
                  <a:pt x="839" y="80925"/>
                  <a:pt x="2518" y="79126"/>
                </a:cubicBezTo>
                <a:cubicBezTo>
                  <a:pt x="4196" y="77328"/>
                  <a:pt x="9831" y="71633"/>
                  <a:pt x="19422" y="62042"/>
                </a:cubicBezTo>
                <a:lnTo>
                  <a:pt x="38124" y="43340"/>
                </a:lnTo>
                <a:lnTo>
                  <a:pt x="19422" y="24637"/>
                </a:lnTo>
                <a:cubicBezTo>
                  <a:pt x="9711" y="14926"/>
                  <a:pt x="4076" y="9231"/>
                  <a:pt x="2518" y="7553"/>
                </a:cubicBezTo>
                <a:cubicBezTo>
                  <a:pt x="959" y="5875"/>
                  <a:pt x="120" y="4556"/>
                  <a:pt x="0" y="3597"/>
                </a:cubicBezTo>
                <a:cubicBezTo>
                  <a:pt x="0" y="2518"/>
                  <a:pt x="360" y="1678"/>
                  <a:pt x="1079" y="1079"/>
                </a:cubicBezTo>
                <a:cubicBezTo>
                  <a:pt x="1798" y="480"/>
                  <a:pt x="2697" y="180"/>
                  <a:pt x="3776" y="180"/>
                </a:cubicBezTo>
                <a:cubicBezTo>
                  <a:pt x="4376" y="180"/>
                  <a:pt x="4796" y="240"/>
                  <a:pt x="5035" y="360"/>
                </a:cubicBezTo>
                <a:cubicBezTo>
                  <a:pt x="5395" y="599"/>
                  <a:pt x="11929" y="6954"/>
                  <a:pt x="24637" y="19422"/>
                </a:cubicBezTo>
                <a:lnTo>
                  <a:pt x="43519" y="38304"/>
                </a:lnTo>
                <a:lnTo>
                  <a:pt x="62222" y="19602"/>
                </a:lnTo>
                <a:cubicBezTo>
                  <a:pt x="71453" y="10370"/>
                  <a:pt x="77088" y="4796"/>
                  <a:pt x="79126" y="2877"/>
                </a:cubicBezTo>
                <a:cubicBezTo>
                  <a:pt x="81164" y="959"/>
                  <a:pt x="82483" y="0"/>
                  <a:pt x="83083" y="0"/>
                </a:cubicBezTo>
                <a:cubicBezTo>
                  <a:pt x="85600" y="0"/>
                  <a:pt x="86859" y="1199"/>
                  <a:pt x="86859" y="3597"/>
                </a:cubicBezTo>
                <a:cubicBezTo>
                  <a:pt x="86859" y="4436"/>
                  <a:pt x="86260" y="5515"/>
                  <a:pt x="85061" y="6834"/>
                </a:cubicBezTo>
                <a:cubicBezTo>
                  <a:pt x="83862" y="8152"/>
                  <a:pt x="77987" y="14027"/>
                  <a:pt x="67437" y="24457"/>
                </a:cubicBezTo>
                <a:lnTo>
                  <a:pt x="48735" y="43340"/>
                </a:lnTo>
                <a:lnTo>
                  <a:pt x="67437" y="62222"/>
                </a:lnTo>
                <a:cubicBezTo>
                  <a:pt x="77508" y="72293"/>
                  <a:pt x="83262" y="78107"/>
                  <a:pt x="84701" y="79666"/>
                </a:cubicBezTo>
                <a:cubicBezTo>
                  <a:pt x="86140" y="81224"/>
                  <a:pt x="86859" y="82363"/>
                  <a:pt x="86859" y="83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B5F7F-EAD2-4F80-9737-625A60C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71" y="4993810"/>
            <a:ext cx="91175" cy="126782"/>
          </a:xfrm>
          <a:custGeom xmlns:a="http://schemas.openxmlformats.org/drawingml/2006/main">
            <a:pathLst>
              <a:path w="91175" h="126782">
                <a:moveTo>
                  <a:pt x="16005" y="1978"/>
                </a:moveTo>
                <a:cubicBezTo>
                  <a:pt x="16125" y="1978"/>
                  <a:pt x="20441" y="1678"/>
                  <a:pt x="28953" y="1079"/>
                </a:cubicBezTo>
                <a:cubicBezTo>
                  <a:pt x="37465" y="480"/>
                  <a:pt x="41841" y="120"/>
                  <a:pt x="42081" y="0"/>
                </a:cubicBezTo>
                <a:cubicBezTo>
                  <a:pt x="43519" y="0"/>
                  <a:pt x="44239" y="539"/>
                  <a:pt x="44239" y="1618"/>
                </a:cubicBezTo>
                <a:cubicBezTo>
                  <a:pt x="44239" y="2937"/>
                  <a:pt x="42081" y="11989"/>
                  <a:pt x="37765" y="28773"/>
                </a:cubicBezTo>
                <a:cubicBezTo>
                  <a:pt x="33209" y="46517"/>
                  <a:pt x="30931" y="55568"/>
                  <a:pt x="30931" y="55928"/>
                </a:cubicBezTo>
                <a:cubicBezTo>
                  <a:pt x="30931" y="56168"/>
                  <a:pt x="31351" y="55868"/>
                  <a:pt x="32190" y="55029"/>
                </a:cubicBezTo>
                <a:cubicBezTo>
                  <a:pt x="39503" y="48555"/>
                  <a:pt x="47296" y="45318"/>
                  <a:pt x="55568" y="45318"/>
                </a:cubicBezTo>
                <a:cubicBezTo>
                  <a:pt x="62042" y="45318"/>
                  <a:pt x="67257" y="46936"/>
                  <a:pt x="71214" y="50173"/>
                </a:cubicBezTo>
                <a:cubicBezTo>
                  <a:pt x="75170" y="53410"/>
                  <a:pt x="77208" y="58146"/>
                  <a:pt x="77328" y="64380"/>
                </a:cubicBezTo>
                <a:cubicBezTo>
                  <a:pt x="77328" y="70494"/>
                  <a:pt x="75050" y="79965"/>
                  <a:pt x="70494" y="92793"/>
                </a:cubicBezTo>
                <a:cubicBezTo>
                  <a:pt x="65939" y="105622"/>
                  <a:pt x="63661" y="113294"/>
                  <a:pt x="63661" y="115812"/>
                </a:cubicBezTo>
                <a:cubicBezTo>
                  <a:pt x="63781" y="117490"/>
                  <a:pt x="64080" y="118629"/>
                  <a:pt x="64560" y="119229"/>
                </a:cubicBezTo>
                <a:cubicBezTo>
                  <a:pt x="65039" y="119828"/>
                  <a:pt x="65939" y="120128"/>
                  <a:pt x="67257" y="120128"/>
                </a:cubicBezTo>
                <a:cubicBezTo>
                  <a:pt x="70614" y="120128"/>
                  <a:pt x="73731" y="118330"/>
                  <a:pt x="76609" y="114733"/>
                </a:cubicBezTo>
                <a:cubicBezTo>
                  <a:pt x="79486" y="111136"/>
                  <a:pt x="81824" y="106221"/>
                  <a:pt x="83622" y="99987"/>
                </a:cubicBezTo>
                <a:cubicBezTo>
                  <a:pt x="83982" y="98668"/>
                  <a:pt x="84341" y="97889"/>
                  <a:pt x="84701" y="97649"/>
                </a:cubicBezTo>
                <a:cubicBezTo>
                  <a:pt x="85061" y="97409"/>
                  <a:pt x="86020" y="97289"/>
                  <a:pt x="87578" y="97289"/>
                </a:cubicBezTo>
                <a:cubicBezTo>
                  <a:pt x="89976" y="97289"/>
                  <a:pt x="91175" y="97769"/>
                  <a:pt x="91175" y="98728"/>
                </a:cubicBezTo>
                <a:cubicBezTo>
                  <a:pt x="91175" y="98848"/>
                  <a:pt x="90935" y="99747"/>
                  <a:pt x="90456" y="101425"/>
                </a:cubicBezTo>
                <a:cubicBezTo>
                  <a:pt x="88537" y="108499"/>
                  <a:pt x="85480" y="114313"/>
                  <a:pt x="81284" y="118869"/>
                </a:cubicBezTo>
                <a:cubicBezTo>
                  <a:pt x="77208" y="124024"/>
                  <a:pt x="72353" y="126602"/>
                  <a:pt x="66718" y="126602"/>
                </a:cubicBezTo>
                <a:lnTo>
                  <a:pt x="65819" y="126602"/>
                </a:lnTo>
                <a:cubicBezTo>
                  <a:pt x="60184" y="126602"/>
                  <a:pt x="56108" y="124983"/>
                  <a:pt x="53590" y="121746"/>
                </a:cubicBezTo>
                <a:cubicBezTo>
                  <a:pt x="51072" y="118510"/>
                  <a:pt x="49814" y="115093"/>
                  <a:pt x="49814" y="111496"/>
                </a:cubicBezTo>
                <a:cubicBezTo>
                  <a:pt x="49814" y="109578"/>
                  <a:pt x="51972" y="102504"/>
                  <a:pt x="56288" y="90276"/>
                </a:cubicBezTo>
                <a:cubicBezTo>
                  <a:pt x="60603" y="78047"/>
                  <a:pt x="62821" y="68876"/>
                  <a:pt x="62941" y="62761"/>
                </a:cubicBezTo>
                <a:cubicBezTo>
                  <a:pt x="62941" y="55688"/>
                  <a:pt x="60304" y="52151"/>
                  <a:pt x="55029" y="52151"/>
                </a:cubicBezTo>
                <a:lnTo>
                  <a:pt x="54130" y="52151"/>
                </a:lnTo>
                <a:cubicBezTo>
                  <a:pt x="44179" y="52151"/>
                  <a:pt x="35547" y="58026"/>
                  <a:pt x="28234" y="69775"/>
                </a:cubicBezTo>
                <a:lnTo>
                  <a:pt x="26975" y="72113"/>
                </a:lnTo>
                <a:lnTo>
                  <a:pt x="20861" y="96390"/>
                </a:lnTo>
                <a:cubicBezTo>
                  <a:pt x="17024" y="111976"/>
                  <a:pt x="14806" y="120488"/>
                  <a:pt x="14207" y="121926"/>
                </a:cubicBezTo>
                <a:cubicBezTo>
                  <a:pt x="12648" y="125163"/>
                  <a:pt x="10011" y="126782"/>
                  <a:pt x="6294" y="126782"/>
                </a:cubicBezTo>
                <a:cubicBezTo>
                  <a:pt x="4616" y="126782"/>
                  <a:pt x="3177" y="126242"/>
                  <a:pt x="1978" y="125163"/>
                </a:cubicBezTo>
                <a:cubicBezTo>
                  <a:pt x="779" y="124084"/>
                  <a:pt x="120" y="123005"/>
                  <a:pt x="0" y="121926"/>
                </a:cubicBezTo>
                <a:cubicBezTo>
                  <a:pt x="0" y="120248"/>
                  <a:pt x="4376" y="102025"/>
                  <a:pt x="13128" y="67257"/>
                </a:cubicBezTo>
                <a:lnTo>
                  <a:pt x="26435" y="14027"/>
                </a:lnTo>
                <a:cubicBezTo>
                  <a:pt x="26435" y="12468"/>
                  <a:pt x="26016" y="11509"/>
                  <a:pt x="25177" y="11150"/>
                </a:cubicBezTo>
                <a:cubicBezTo>
                  <a:pt x="24337" y="10790"/>
                  <a:pt x="21999" y="10490"/>
                  <a:pt x="18163" y="10250"/>
                </a:cubicBezTo>
                <a:lnTo>
                  <a:pt x="14387" y="10250"/>
                </a:lnTo>
                <a:cubicBezTo>
                  <a:pt x="13667" y="9531"/>
                  <a:pt x="13308" y="9052"/>
                  <a:pt x="13308" y="8812"/>
                </a:cubicBezTo>
                <a:cubicBezTo>
                  <a:pt x="13308" y="8572"/>
                  <a:pt x="13427" y="7433"/>
                  <a:pt x="13667" y="5395"/>
                </a:cubicBezTo>
                <a:cubicBezTo>
                  <a:pt x="14267" y="3117"/>
                  <a:pt x="15046" y="1978"/>
                  <a:pt x="16005" y="1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48CBD-6C30-42F5-9E4D-E6FD40EE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38" y="5030316"/>
            <a:ext cx="86859" cy="86679"/>
          </a:xfrm>
          <a:custGeom xmlns:a="http://schemas.openxmlformats.org/drawingml/2006/main">
            <a:pathLst>
              <a:path w="86859" h="86679">
                <a:moveTo>
                  <a:pt x="86859" y="83083"/>
                </a:moveTo>
                <a:cubicBezTo>
                  <a:pt x="86859" y="85480"/>
                  <a:pt x="85600" y="86679"/>
                  <a:pt x="83083" y="86679"/>
                </a:cubicBezTo>
                <a:cubicBezTo>
                  <a:pt x="82483" y="86679"/>
                  <a:pt x="81164" y="85720"/>
                  <a:pt x="79126" y="83802"/>
                </a:cubicBezTo>
                <a:cubicBezTo>
                  <a:pt x="77088" y="81884"/>
                  <a:pt x="71453" y="76309"/>
                  <a:pt x="62222" y="67077"/>
                </a:cubicBezTo>
                <a:lnTo>
                  <a:pt x="43519" y="48375"/>
                </a:lnTo>
                <a:lnTo>
                  <a:pt x="24637" y="67257"/>
                </a:lnTo>
                <a:cubicBezTo>
                  <a:pt x="11929" y="79726"/>
                  <a:pt x="5395" y="86080"/>
                  <a:pt x="5035" y="86320"/>
                </a:cubicBezTo>
                <a:cubicBezTo>
                  <a:pt x="4556" y="86559"/>
                  <a:pt x="4136" y="86679"/>
                  <a:pt x="3776" y="86679"/>
                </a:cubicBezTo>
                <a:cubicBezTo>
                  <a:pt x="2817" y="86679"/>
                  <a:pt x="1978" y="86320"/>
                  <a:pt x="1259" y="85600"/>
                </a:cubicBezTo>
                <a:cubicBezTo>
                  <a:pt x="539" y="84881"/>
                  <a:pt x="120" y="84042"/>
                  <a:pt x="0" y="83083"/>
                </a:cubicBezTo>
                <a:cubicBezTo>
                  <a:pt x="0" y="82243"/>
                  <a:pt x="839" y="80925"/>
                  <a:pt x="2518" y="79126"/>
                </a:cubicBezTo>
                <a:cubicBezTo>
                  <a:pt x="4196" y="77328"/>
                  <a:pt x="9831" y="71633"/>
                  <a:pt x="19422" y="62042"/>
                </a:cubicBezTo>
                <a:lnTo>
                  <a:pt x="38124" y="43340"/>
                </a:lnTo>
                <a:lnTo>
                  <a:pt x="19422" y="24637"/>
                </a:lnTo>
                <a:cubicBezTo>
                  <a:pt x="9711" y="14926"/>
                  <a:pt x="4076" y="9231"/>
                  <a:pt x="2518" y="7553"/>
                </a:cubicBezTo>
                <a:cubicBezTo>
                  <a:pt x="959" y="5875"/>
                  <a:pt x="120" y="4556"/>
                  <a:pt x="0" y="3597"/>
                </a:cubicBezTo>
                <a:cubicBezTo>
                  <a:pt x="0" y="2518"/>
                  <a:pt x="360" y="1678"/>
                  <a:pt x="1079" y="1079"/>
                </a:cubicBezTo>
                <a:cubicBezTo>
                  <a:pt x="1798" y="480"/>
                  <a:pt x="2697" y="180"/>
                  <a:pt x="3776" y="180"/>
                </a:cubicBezTo>
                <a:cubicBezTo>
                  <a:pt x="4376" y="180"/>
                  <a:pt x="4796" y="240"/>
                  <a:pt x="5035" y="360"/>
                </a:cubicBezTo>
                <a:cubicBezTo>
                  <a:pt x="5395" y="599"/>
                  <a:pt x="11929" y="6954"/>
                  <a:pt x="24637" y="19422"/>
                </a:cubicBezTo>
                <a:lnTo>
                  <a:pt x="43519" y="38304"/>
                </a:lnTo>
                <a:lnTo>
                  <a:pt x="62222" y="19602"/>
                </a:lnTo>
                <a:cubicBezTo>
                  <a:pt x="71453" y="10370"/>
                  <a:pt x="77088" y="4796"/>
                  <a:pt x="79126" y="2877"/>
                </a:cubicBezTo>
                <a:cubicBezTo>
                  <a:pt x="81164" y="959"/>
                  <a:pt x="82483" y="0"/>
                  <a:pt x="83083" y="0"/>
                </a:cubicBezTo>
                <a:cubicBezTo>
                  <a:pt x="85600" y="0"/>
                  <a:pt x="86859" y="1199"/>
                  <a:pt x="86859" y="3597"/>
                </a:cubicBezTo>
                <a:cubicBezTo>
                  <a:pt x="86859" y="4436"/>
                  <a:pt x="86260" y="5515"/>
                  <a:pt x="85061" y="6834"/>
                </a:cubicBezTo>
                <a:cubicBezTo>
                  <a:pt x="83862" y="8152"/>
                  <a:pt x="77987" y="14027"/>
                  <a:pt x="67437" y="24457"/>
                </a:cubicBezTo>
                <a:lnTo>
                  <a:pt x="48735" y="43340"/>
                </a:lnTo>
                <a:lnTo>
                  <a:pt x="67437" y="62222"/>
                </a:lnTo>
                <a:cubicBezTo>
                  <a:pt x="77508" y="72293"/>
                  <a:pt x="83262" y="78107"/>
                  <a:pt x="84701" y="79666"/>
                </a:cubicBezTo>
                <a:cubicBezTo>
                  <a:pt x="86140" y="81224"/>
                  <a:pt x="86859" y="82363"/>
                  <a:pt x="86859" y="83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EF6CC-EDA9-48A1-BB82-BE743F4F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206" y="4993810"/>
            <a:ext cx="88118" cy="126602"/>
          </a:xfrm>
          <a:custGeom xmlns:a="http://schemas.openxmlformats.org/drawingml/2006/main">
            <a:pathLst>
              <a:path w="88118" h="126602">
                <a:moveTo>
                  <a:pt x="59884" y="1978"/>
                </a:moveTo>
                <a:cubicBezTo>
                  <a:pt x="60004" y="1978"/>
                  <a:pt x="64320" y="1678"/>
                  <a:pt x="72832" y="1079"/>
                </a:cubicBezTo>
                <a:cubicBezTo>
                  <a:pt x="81344" y="480"/>
                  <a:pt x="85720" y="120"/>
                  <a:pt x="85960" y="0"/>
                </a:cubicBezTo>
                <a:cubicBezTo>
                  <a:pt x="87399" y="0"/>
                  <a:pt x="88118" y="480"/>
                  <a:pt x="88118" y="1439"/>
                </a:cubicBezTo>
                <a:cubicBezTo>
                  <a:pt x="88118" y="2278"/>
                  <a:pt x="83742" y="20381"/>
                  <a:pt x="74990" y="55748"/>
                </a:cubicBezTo>
                <a:cubicBezTo>
                  <a:pt x="66238" y="91115"/>
                  <a:pt x="61742" y="109158"/>
                  <a:pt x="61503" y="109878"/>
                </a:cubicBezTo>
                <a:cubicBezTo>
                  <a:pt x="61263" y="110597"/>
                  <a:pt x="61203" y="111496"/>
                  <a:pt x="61323" y="112575"/>
                </a:cubicBezTo>
                <a:cubicBezTo>
                  <a:pt x="61323" y="117610"/>
                  <a:pt x="63001" y="120128"/>
                  <a:pt x="66358" y="120128"/>
                </a:cubicBezTo>
                <a:cubicBezTo>
                  <a:pt x="67437" y="120008"/>
                  <a:pt x="68636" y="119469"/>
                  <a:pt x="69955" y="118509"/>
                </a:cubicBezTo>
                <a:cubicBezTo>
                  <a:pt x="72472" y="116112"/>
                  <a:pt x="74930" y="110357"/>
                  <a:pt x="77328" y="101246"/>
                </a:cubicBezTo>
                <a:cubicBezTo>
                  <a:pt x="78047" y="98848"/>
                  <a:pt x="78647" y="97589"/>
                  <a:pt x="79126" y="97469"/>
                </a:cubicBezTo>
                <a:cubicBezTo>
                  <a:pt x="79366" y="97349"/>
                  <a:pt x="79965" y="97289"/>
                  <a:pt x="80925" y="97289"/>
                </a:cubicBezTo>
                <a:lnTo>
                  <a:pt x="81644" y="97289"/>
                </a:lnTo>
                <a:lnTo>
                  <a:pt x="82363" y="97289"/>
                </a:lnTo>
                <a:cubicBezTo>
                  <a:pt x="84162" y="97289"/>
                  <a:pt x="85061" y="97769"/>
                  <a:pt x="85061" y="98728"/>
                </a:cubicBezTo>
                <a:cubicBezTo>
                  <a:pt x="85061" y="99327"/>
                  <a:pt x="84881" y="100286"/>
                  <a:pt x="84521" y="101605"/>
                </a:cubicBezTo>
                <a:cubicBezTo>
                  <a:pt x="82963" y="107600"/>
                  <a:pt x="81164" y="112455"/>
                  <a:pt x="79126" y="116172"/>
                </a:cubicBezTo>
                <a:cubicBezTo>
                  <a:pt x="77088" y="119888"/>
                  <a:pt x="75410" y="122286"/>
                  <a:pt x="74091" y="123365"/>
                </a:cubicBezTo>
                <a:cubicBezTo>
                  <a:pt x="72772" y="124444"/>
                  <a:pt x="71094" y="125403"/>
                  <a:pt x="69056" y="126242"/>
                </a:cubicBezTo>
                <a:cubicBezTo>
                  <a:pt x="68097" y="126482"/>
                  <a:pt x="66658" y="126602"/>
                  <a:pt x="64740" y="126602"/>
                </a:cubicBezTo>
                <a:cubicBezTo>
                  <a:pt x="60663" y="126602"/>
                  <a:pt x="57247" y="125703"/>
                  <a:pt x="54489" y="123904"/>
                </a:cubicBezTo>
                <a:cubicBezTo>
                  <a:pt x="51732" y="122106"/>
                  <a:pt x="49933" y="120248"/>
                  <a:pt x="49094" y="118330"/>
                </a:cubicBezTo>
                <a:lnTo>
                  <a:pt x="48015" y="115632"/>
                </a:lnTo>
                <a:cubicBezTo>
                  <a:pt x="47895" y="115512"/>
                  <a:pt x="47656" y="115572"/>
                  <a:pt x="47296" y="115812"/>
                </a:cubicBezTo>
                <a:cubicBezTo>
                  <a:pt x="47056" y="116052"/>
                  <a:pt x="46816" y="116292"/>
                  <a:pt x="46577" y="116531"/>
                </a:cubicBezTo>
                <a:cubicBezTo>
                  <a:pt x="39503" y="123245"/>
                  <a:pt x="32310" y="126602"/>
                  <a:pt x="24997" y="126602"/>
                </a:cubicBezTo>
                <a:cubicBezTo>
                  <a:pt x="18403" y="126602"/>
                  <a:pt x="12588" y="124204"/>
                  <a:pt x="7553" y="119409"/>
                </a:cubicBezTo>
                <a:cubicBezTo>
                  <a:pt x="2518" y="114613"/>
                  <a:pt x="0" y="107000"/>
                  <a:pt x="0" y="96570"/>
                </a:cubicBezTo>
                <a:cubicBezTo>
                  <a:pt x="0" y="90815"/>
                  <a:pt x="1199" y="84941"/>
                  <a:pt x="3597" y="78946"/>
                </a:cubicBezTo>
                <a:cubicBezTo>
                  <a:pt x="5994" y="72952"/>
                  <a:pt x="8872" y="67797"/>
                  <a:pt x="12229" y="63481"/>
                </a:cubicBezTo>
                <a:cubicBezTo>
                  <a:pt x="17863" y="56647"/>
                  <a:pt x="23498" y="51912"/>
                  <a:pt x="29133" y="49274"/>
                </a:cubicBezTo>
                <a:cubicBezTo>
                  <a:pt x="34768" y="46637"/>
                  <a:pt x="39863" y="45318"/>
                  <a:pt x="44419" y="45318"/>
                </a:cubicBezTo>
                <a:cubicBezTo>
                  <a:pt x="51132" y="45318"/>
                  <a:pt x="56168" y="47835"/>
                  <a:pt x="59524" y="52871"/>
                </a:cubicBezTo>
                <a:cubicBezTo>
                  <a:pt x="60124" y="53590"/>
                  <a:pt x="60424" y="53830"/>
                  <a:pt x="60424" y="53590"/>
                </a:cubicBezTo>
                <a:cubicBezTo>
                  <a:pt x="60544" y="53110"/>
                  <a:pt x="62162" y="46577"/>
                  <a:pt x="65279" y="33988"/>
                </a:cubicBezTo>
                <a:cubicBezTo>
                  <a:pt x="68396" y="21400"/>
                  <a:pt x="70075" y="14746"/>
                  <a:pt x="70314" y="14027"/>
                </a:cubicBezTo>
                <a:cubicBezTo>
                  <a:pt x="70314" y="12468"/>
                  <a:pt x="69895" y="11509"/>
                  <a:pt x="69056" y="11150"/>
                </a:cubicBezTo>
                <a:cubicBezTo>
                  <a:pt x="68216" y="10790"/>
                  <a:pt x="65879" y="10490"/>
                  <a:pt x="62042" y="10250"/>
                </a:cubicBezTo>
                <a:lnTo>
                  <a:pt x="58266" y="10250"/>
                </a:lnTo>
                <a:cubicBezTo>
                  <a:pt x="57546" y="9531"/>
                  <a:pt x="57187" y="9052"/>
                  <a:pt x="57187" y="8812"/>
                </a:cubicBezTo>
                <a:cubicBezTo>
                  <a:pt x="57187" y="8572"/>
                  <a:pt x="57307" y="7433"/>
                  <a:pt x="57546" y="5395"/>
                </a:cubicBezTo>
                <a:cubicBezTo>
                  <a:pt x="58146" y="3117"/>
                  <a:pt x="58925" y="1978"/>
                  <a:pt x="59884" y="1978"/>
                </a:cubicBezTo>
                <a:close/>
                <a:moveTo>
                  <a:pt x="57367" y="66178"/>
                </a:moveTo>
                <a:cubicBezTo>
                  <a:pt x="54609" y="56707"/>
                  <a:pt x="50113" y="51972"/>
                  <a:pt x="43879" y="51972"/>
                </a:cubicBezTo>
                <a:cubicBezTo>
                  <a:pt x="39683" y="51972"/>
                  <a:pt x="35667" y="53830"/>
                  <a:pt x="31830" y="57546"/>
                </a:cubicBezTo>
                <a:cubicBezTo>
                  <a:pt x="27994" y="61263"/>
                  <a:pt x="24997" y="66118"/>
                  <a:pt x="22839" y="72113"/>
                </a:cubicBezTo>
                <a:cubicBezTo>
                  <a:pt x="19362" y="81584"/>
                  <a:pt x="16904" y="91415"/>
                  <a:pt x="15466" y="101605"/>
                </a:cubicBezTo>
                <a:cubicBezTo>
                  <a:pt x="15466" y="101965"/>
                  <a:pt x="15466" y="102624"/>
                  <a:pt x="15466" y="103583"/>
                </a:cubicBezTo>
                <a:cubicBezTo>
                  <a:pt x="15466" y="104543"/>
                  <a:pt x="15406" y="105262"/>
                  <a:pt x="15286" y="105741"/>
                </a:cubicBezTo>
                <a:cubicBezTo>
                  <a:pt x="15286" y="111136"/>
                  <a:pt x="16365" y="114853"/>
                  <a:pt x="18523" y="116891"/>
                </a:cubicBezTo>
                <a:cubicBezTo>
                  <a:pt x="20681" y="118929"/>
                  <a:pt x="23258" y="120008"/>
                  <a:pt x="26256" y="120128"/>
                </a:cubicBezTo>
                <a:cubicBezTo>
                  <a:pt x="32729" y="120128"/>
                  <a:pt x="39383" y="115812"/>
                  <a:pt x="46217" y="107180"/>
                </a:cubicBezTo>
                <a:lnTo>
                  <a:pt x="47656" y="105202"/>
                </a:lnTo>
                <a:lnTo>
                  <a:pt x="57367" y="66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2BADC-EF32-4754-A328-3749FBE4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393" y="5058751"/>
            <a:ext cx="91160" cy="89635"/>
          </a:xfrm>
          <a:custGeom xmlns:a="http://schemas.openxmlformats.org/drawingml/2006/main">
            <a:pathLst>
              <a:path w="91160" h="89635">
                <a:moveTo>
                  <a:pt x="0" y="4450"/>
                </a:moveTo>
                <a:cubicBezTo>
                  <a:pt x="0" y="2585"/>
                  <a:pt x="551" y="1102"/>
                  <a:pt x="1653" y="0"/>
                </a:cubicBezTo>
                <a:lnTo>
                  <a:pt x="3051" y="0"/>
                </a:lnTo>
                <a:cubicBezTo>
                  <a:pt x="6611" y="254"/>
                  <a:pt x="11061" y="381"/>
                  <a:pt x="16401" y="381"/>
                </a:cubicBezTo>
                <a:cubicBezTo>
                  <a:pt x="26403" y="381"/>
                  <a:pt x="32294" y="254"/>
                  <a:pt x="34074" y="0"/>
                </a:cubicBezTo>
                <a:lnTo>
                  <a:pt x="35345" y="0"/>
                </a:lnTo>
                <a:cubicBezTo>
                  <a:pt x="35854" y="509"/>
                  <a:pt x="36108" y="890"/>
                  <a:pt x="36108" y="1144"/>
                </a:cubicBezTo>
                <a:cubicBezTo>
                  <a:pt x="36108" y="1399"/>
                  <a:pt x="36023" y="2161"/>
                  <a:pt x="35854" y="3433"/>
                </a:cubicBezTo>
                <a:cubicBezTo>
                  <a:pt x="35430" y="4704"/>
                  <a:pt x="35049" y="5509"/>
                  <a:pt x="34710" y="5849"/>
                </a:cubicBezTo>
                <a:lnTo>
                  <a:pt x="32040" y="5849"/>
                </a:lnTo>
                <a:cubicBezTo>
                  <a:pt x="30175" y="6018"/>
                  <a:pt x="28903" y="6103"/>
                  <a:pt x="28225" y="6103"/>
                </a:cubicBezTo>
                <a:cubicBezTo>
                  <a:pt x="25767" y="6527"/>
                  <a:pt x="24411" y="7162"/>
                  <a:pt x="24157" y="8010"/>
                </a:cubicBezTo>
                <a:cubicBezTo>
                  <a:pt x="24157" y="8179"/>
                  <a:pt x="25386" y="18817"/>
                  <a:pt x="27844" y="39922"/>
                </a:cubicBezTo>
                <a:cubicBezTo>
                  <a:pt x="30302" y="61028"/>
                  <a:pt x="31573" y="71665"/>
                  <a:pt x="31658" y="71835"/>
                </a:cubicBezTo>
                <a:lnTo>
                  <a:pt x="40940" y="56959"/>
                </a:lnTo>
                <a:cubicBezTo>
                  <a:pt x="47127" y="47042"/>
                  <a:pt x="53315" y="37041"/>
                  <a:pt x="59502" y="26954"/>
                </a:cubicBezTo>
                <a:cubicBezTo>
                  <a:pt x="65690" y="16867"/>
                  <a:pt x="68868" y="11655"/>
                  <a:pt x="69038" y="11316"/>
                </a:cubicBezTo>
                <a:cubicBezTo>
                  <a:pt x="69377" y="10722"/>
                  <a:pt x="69546" y="10087"/>
                  <a:pt x="69546" y="9408"/>
                </a:cubicBezTo>
                <a:cubicBezTo>
                  <a:pt x="69546" y="7374"/>
                  <a:pt x="67682" y="6188"/>
                  <a:pt x="63952" y="5849"/>
                </a:cubicBezTo>
                <a:cubicBezTo>
                  <a:pt x="62426" y="5849"/>
                  <a:pt x="61664" y="5382"/>
                  <a:pt x="61664" y="4450"/>
                </a:cubicBezTo>
                <a:cubicBezTo>
                  <a:pt x="61664" y="4365"/>
                  <a:pt x="61748" y="3814"/>
                  <a:pt x="61918" y="2797"/>
                </a:cubicBezTo>
                <a:cubicBezTo>
                  <a:pt x="62172" y="1610"/>
                  <a:pt x="62426" y="848"/>
                  <a:pt x="62681" y="509"/>
                </a:cubicBezTo>
                <a:cubicBezTo>
                  <a:pt x="62935" y="170"/>
                  <a:pt x="63486" y="0"/>
                  <a:pt x="64334" y="0"/>
                </a:cubicBezTo>
                <a:cubicBezTo>
                  <a:pt x="64503" y="0"/>
                  <a:pt x="65012" y="0"/>
                  <a:pt x="65859" y="0"/>
                </a:cubicBezTo>
                <a:cubicBezTo>
                  <a:pt x="66707" y="0"/>
                  <a:pt x="68148" y="42"/>
                  <a:pt x="70182" y="127"/>
                </a:cubicBezTo>
                <a:cubicBezTo>
                  <a:pt x="72216" y="212"/>
                  <a:pt x="74929" y="254"/>
                  <a:pt x="78319" y="254"/>
                </a:cubicBezTo>
                <a:cubicBezTo>
                  <a:pt x="84168" y="254"/>
                  <a:pt x="87855" y="170"/>
                  <a:pt x="89380" y="0"/>
                </a:cubicBezTo>
                <a:lnTo>
                  <a:pt x="90270" y="0"/>
                </a:lnTo>
                <a:cubicBezTo>
                  <a:pt x="90864" y="593"/>
                  <a:pt x="91160" y="1060"/>
                  <a:pt x="91160" y="1399"/>
                </a:cubicBezTo>
                <a:cubicBezTo>
                  <a:pt x="91160" y="2839"/>
                  <a:pt x="90779" y="4196"/>
                  <a:pt x="90016" y="5467"/>
                </a:cubicBezTo>
                <a:cubicBezTo>
                  <a:pt x="89762" y="5721"/>
                  <a:pt x="89041" y="5849"/>
                  <a:pt x="87855" y="5849"/>
                </a:cubicBezTo>
                <a:cubicBezTo>
                  <a:pt x="86753" y="5933"/>
                  <a:pt x="85736" y="6018"/>
                  <a:pt x="84803" y="6103"/>
                </a:cubicBezTo>
                <a:cubicBezTo>
                  <a:pt x="83871" y="6188"/>
                  <a:pt x="82981" y="6399"/>
                  <a:pt x="82133" y="6738"/>
                </a:cubicBezTo>
                <a:cubicBezTo>
                  <a:pt x="81286" y="7078"/>
                  <a:pt x="80608" y="7374"/>
                  <a:pt x="80099" y="7628"/>
                </a:cubicBezTo>
                <a:cubicBezTo>
                  <a:pt x="79591" y="7883"/>
                  <a:pt x="79082" y="8222"/>
                  <a:pt x="78573" y="8646"/>
                </a:cubicBezTo>
                <a:cubicBezTo>
                  <a:pt x="78065" y="9069"/>
                  <a:pt x="77641" y="9366"/>
                  <a:pt x="77302" y="9536"/>
                </a:cubicBezTo>
                <a:cubicBezTo>
                  <a:pt x="76963" y="9705"/>
                  <a:pt x="76624" y="10087"/>
                  <a:pt x="76285" y="10680"/>
                </a:cubicBezTo>
                <a:cubicBezTo>
                  <a:pt x="75946" y="11273"/>
                  <a:pt x="75649" y="11570"/>
                  <a:pt x="75395" y="11570"/>
                </a:cubicBezTo>
                <a:lnTo>
                  <a:pt x="50857" y="50984"/>
                </a:lnTo>
                <a:cubicBezTo>
                  <a:pt x="35600" y="75649"/>
                  <a:pt x="27717" y="88279"/>
                  <a:pt x="27208" y="88872"/>
                </a:cubicBezTo>
                <a:cubicBezTo>
                  <a:pt x="26954" y="89041"/>
                  <a:pt x="26657" y="89253"/>
                  <a:pt x="26318" y="89508"/>
                </a:cubicBezTo>
                <a:lnTo>
                  <a:pt x="24030" y="89635"/>
                </a:lnTo>
                <a:lnTo>
                  <a:pt x="23140" y="89635"/>
                </a:lnTo>
                <a:cubicBezTo>
                  <a:pt x="21614" y="89635"/>
                  <a:pt x="20851" y="89338"/>
                  <a:pt x="20851" y="88745"/>
                </a:cubicBezTo>
                <a:cubicBezTo>
                  <a:pt x="20597" y="88236"/>
                  <a:pt x="18944" y="74674"/>
                  <a:pt x="15893" y="48059"/>
                </a:cubicBezTo>
                <a:cubicBezTo>
                  <a:pt x="12672" y="21105"/>
                  <a:pt x="11019" y="7501"/>
                  <a:pt x="10934" y="7247"/>
                </a:cubicBezTo>
                <a:cubicBezTo>
                  <a:pt x="10510" y="6315"/>
                  <a:pt x="7883" y="5849"/>
                  <a:pt x="3051" y="5849"/>
                </a:cubicBezTo>
                <a:lnTo>
                  <a:pt x="890" y="5849"/>
                </a:lnTo>
                <a:cubicBezTo>
                  <a:pt x="297" y="5425"/>
                  <a:pt x="0" y="4959"/>
                  <a:pt x="0" y="4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73FA3-F271-473C-9FC7-6A6FC877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79" y="1187386"/>
            <a:ext cx="69559" cy="7729"/>
          </a:xfrm>
          <a:custGeom xmlns:a="http://schemas.openxmlformats.org/drawingml/2006/main">
            <a:pathLst>
              <a:path w="69559" h="7729">
                <a:moveTo>
                  <a:pt x="3864" y="0"/>
                </a:moveTo>
                <a:cubicBezTo>
                  <a:pt x="1730" y="0"/>
                  <a:pt x="0" y="1730"/>
                  <a:pt x="0" y="3864"/>
                </a:cubicBezTo>
                <a:cubicBezTo>
                  <a:pt x="0" y="5999"/>
                  <a:pt x="1730" y="7729"/>
                  <a:pt x="3864" y="7729"/>
                </a:cubicBezTo>
                <a:lnTo>
                  <a:pt x="3864" y="0"/>
                </a:lnTo>
                <a:close/>
                <a:moveTo>
                  <a:pt x="65695" y="7729"/>
                </a:moveTo>
                <a:cubicBezTo>
                  <a:pt x="67829" y="7729"/>
                  <a:pt x="69559" y="5999"/>
                  <a:pt x="69559" y="3864"/>
                </a:cubicBezTo>
                <a:cubicBezTo>
                  <a:pt x="69559" y="1730"/>
                  <a:pt x="67829" y="0"/>
                  <a:pt x="65695" y="0"/>
                </a:cubicBezTo>
                <a:lnTo>
                  <a:pt x="65695" y="7729"/>
                </a:lnTo>
                <a:close/>
                <a:moveTo>
                  <a:pt x="3864" y="7729"/>
                </a:moveTo>
                <a:lnTo>
                  <a:pt x="65695" y="7729"/>
                </a:lnTo>
                <a:lnTo>
                  <a:pt x="65695" y="0"/>
                </a:lnTo>
                <a:lnTo>
                  <a:pt x="3864" y="0"/>
                </a:lnTo>
                <a:lnTo>
                  <a:pt x="3864" y="7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40DC2-2E6D-4514-B604-58E03CB8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79" y="1419249"/>
            <a:ext cx="69559" cy="7729"/>
          </a:xfrm>
          <a:custGeom xmlns:a="http://schemas.openxmlformats.org/drawingml/2006/main">
            <a:pathLst>
              <a:path w="69559" h="7729">
                <a:moveTo>
                  <a:pt x="3864" y="0"/>
                </a:moveTo>
                <a:cubicBezTo>
                  <a:pt x="1730" y="0"/>
                  <a:pt x="0" y="1730"/>
                  <a:pt x="0" y="3864"/>
                </a:cubicBezTo>
                <a:cubicBezTo>
                  <a:pt x="0" y="5999"/>
                  <a:pt x="1730" y="7729"/>
                  <a:pt x="3864" y="7729"/>
                </a:cubicBezTo>
                <a:lnTo>
                  <a:pt x="3864" y="0"/>
                </a:lnTo>
                <a:close/>
                <a:moveTo>
                  <a:pt x="65695" y="7729"/>
                </a:moveTo>
                <a:cubicBezTo>
                  <a:pt x="67829" y="7729"/>
                  <a:pt x="69559" y="5999"/>
                  <a:pt x="69559" y="3864"/>
                </a:cubicBezTo>
                <a:cubicBezTo>
                  <a:pt x="69559" y="1730"/>
                  <a:pt x="67829" y="0"/>
                  <a:pt x="65695" y="0"/>
                </a:cubicBezTo>
                <a:lnTo>
                  <a:pt x="65695" y="7729"/>
                </a:lnTo>
                <a:close/>
                <a:moveTo>
                  <a:pt x="3864" y="7729"/>
                </a:moveTo>
                <a:lnTo>
                  <a:pt x="65695" y="7729"/>
                </a:lnTo>
                <a:lnTo>
                  <a:pt x="65695" y="0"/>
                </a:lnTo>
                <a:lnTo>
                  <a:pt x="3864" y="0"/>
                </a:lnTo>
                <a:lnTo>
                  <a:pt x="3864" y="7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162DD-2A76-4729-8F98-088DAD61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095" y="1191250"/>
            <a:ext cx="7729" cy="231863"/>
          </a:xfrm>
          <a:custGeom xmlns:a="http://schemas.openxmlformats.org/drawingml/2006/main">
            <a:pathLst>
              <a:path w="7729" h="231863">
                <a:moveTo>
                  <a:pt x="7729" y="3864"/>
                </a:moveTo>
                <a:cubicBezTo>
                  <a:pt x="7729" y="1730"/>
                  <a:pt x="5999" y="0"/>
                  <a:pt x="3864" y="0"/>
                </a:cubicBezTo>
                <a:cubicBezTo>
                  <a:pt x="1730" y="0"/>
                  <a:pt x="0" y="1730"/>
                  <a:pt x="0" y="3864"/>
                </a:cubicBezTo>
                <a:lnTo>
                  <a:pt x="7729" y="3864"/>
                </a:lnTo>
                <a:close/>
                <a:moveTo>
                  <a:pt x="0" y="227999"/>
                </a:moveTo>
                <a:cubicBezTo>
                  <a:pt x="0" y="230133"/>
                  <a:pt x="1730" y="231863"/>
                  <a:pt x="3864" y="231863"/>
                </a:cubicBezTo>
                <a:cubicBezTo>
                  <a:pt x="5999" y="231863"/>
                  <a:pt x="7729" y="230133"/>
                  <a:pt x="7729" y="227999"/>
                </a:cubicBezTo>
                <a:lnTo>
                  <a:pt x="0" y="227999"/>
                </a:lnTo>
                <a:close/>
                <a:moveTo>
                  <a:pt x="0" y="3864"/>
                </a:moveTo>
                <a:lnTo>
                  <a:pt x="0" y="227999"/>
                </a:lnTo>
                <a:lnTo>
                  <a:pt x="7729" y="227999"/>
                </a:lnTo>
                <a:lnTo>
                  <a:pt x="7729" y="3864"/>
                </a:lnTo>
                <a:lnTo>
                  <a:pt x="0" y="3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9F6CB-A263-4577-8F79-817E4694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451" y="1222164"/>
            <a:ext cx="89742" cy="128935"/>
          </a:xfrm>
          <a:custGeom xmlns:a="http://schemas.openxmlformats.org/drawingml/2006/main">
            <a:pathLst>
              <a:path w="89742" h="128935">
                <a:moveTo>
                  <a:pt x="60988" y="2015"/>
                </a:moveTo>
                <a:cubicBezTo>
                  <a:pt x="61110" y="2015"/>
                  <a:pt x="65505" y="1709"/>
                  <a:pt x="74174" y="1099"/>
                </a:cubicBezTo>
                <a:cubicBezTo>
                  <a:pt x="82843" y="488"/>
                  <a:pt x="87300" y="122"/>
                  <a:pt x="87544" y="0"/>
                </a:cubicBezTo>
                <a:cubicBezTo>
                  <a:pt x="89009" y="0"/>
                  <a:pt x="89742" y="488"/>
                  <a:pt x="89742" y="1465"/>
                </a:cubicBezTo>
                <a:cubicBezTo>
                  <a:pt x="89742" y="2320"/>
                  <a:pt x="85285" y="20757"/>
                  <a:pt x="76372" y="56775"/>
                </a:cubicBezTo>
                <a:cubicBezTo>
                  <a:pt x="67459" y="92794"/>
                  <a:pt x="62880" y="111170"/>
                  <a:pt x="62636" y="111902"/>
                </a:cubicBezTo>
                <a:cubicBezTo>
                  <a:pt x="62392" y="112635"/>
                  <a:pt x="62331" y="113551"/>
                  <a:pt x="62453" y="114650"/>
                </a:cubicBezTo>
                <a:cubicBezTo>
                  <a:pt x="62453" y="119778"/>
                  <a:pt x="64162" y="122342"/>
                  <a:pt x="67581" y="122342"/>
                </a:cubicBezTo>
                <a:cubicBezTo>
                  <a:pt x="68680" y="122220"/>
                  <a:pt x="69901" y="121670"/>
                  <a:pt x="71244" y="120694"/>
                </a:cubicBezTo>
                <a:cubicBezTo>
                  <a:pt x="73808" y="118252"/>
                  <a:pt x="76311" y="112391"/>
                  <a:pt x="78753" y="103111"/>
                </a:cubicBezTo>
                <a:cubicBezTo>
                  <a:pt x="79486" y="100670"/>
                  <a:pt x="80096" y="99387"/>
                  <a:pt x="80584" y="99265"/>
                </a:cubicBezTo>
                <a:cubicBezTo>
                  <a:pt x="80829" y="99143"/>
                  <a:pt x="81439" y="99082"/>
                  <a:pt x="82416" y="99082"/>
                </a:cubicBezTo>
                <a:lnTo>
                  <a:pt x="83148" y="99082"/>
                </a:lnTo>
                <a:lnTo>
                  <a:pt x="83881" y="99082"/>
                </a:lnTo>
                <a:cubicBezTo>
                  <a:pt x="85713" y="99082"/>
                  <a:pt x="86628" y="99571"/>
                  <a:pt x="86628" y="100547"/>
                </a:cubicBezTo>
                <a:cubicBezTo>
                  <a:pt x="86628" y="101158"/>
                  <a:pt x="86445" y="102135"/>
                  <a:pt x="86079" y="103478"/>
                </a:cubicBezTo>
                <a:cubicBezTo>
                  <a:pt x="84492" y="109583"/>
                  <a:pt x="82660" y="114528"/>
                  <a:pt x="80584" y="118313"/>
                </a:cubicBezTo>
                <a:cubicBezTo>
                  <a:pt x="78509" y="122098"/>
                  <a:pt x="76799" y="124540"/>
                  <a:pt x="75456" y="125638"/>
                </a:cubicBezTo>
                <a:cubicBezTo>
                  <a:pt x="74113" y="126737"/>
                  <a:pt x="72404" y="127714"/>
                  <a:pt x="70328" y="128569"/>
                </a:cubicBezTo>
                <a:cubicBezTo>
                  <a:pt x="69351" y="128813"/>
                  <a:pt x="67886" y="128935"/>
                  <a:pt x="65933" y="128935"/>
                </a:cubicBezTo>
                <a:cubicBezTo>
                  <a:pt x="61781" y="128935"/>
                  <a:pt x="58302" y="128019"/>
                  <a:pt x="55493" y="126188"/>
                </a:cubicBezTo>
                <a:cubicBezTo>
                  <a:pt x="52685" y="124356"/>
                  <a:pt x="50854" y="122464"/>
                  <a:pt x="49999" y="120510"/>
                </a:cubicBezTo>
                <a:lnTo>
                  <a:pt x="48900" y="117763"/>
                </a:lnTo>
                <a:cubicBezTo>
                  <a:pt x="48778" y="117641"/>
                  <a:pt x="48534" y="117702"/>
                  <a:pt x="48168" y="117946"/>
                </a:cubicBezTo>
                <a:cubicBezTo>
                  <a:pt x="47923" y="118191"/>
                  <a:pt x="47679" y="118435"/>
                  <a:pt x="47435" y="118679"/>
                </a:cubicBezTo>
                <a:cubicBezTo>
                  <a:pt x="40231" y="125516"/>
                  <a:pt x="32905" y="128935"/>
                  <a:pt x="25457" y="128935"/>
                </a:cubicBezTo>
                <a:cubicBezTo>
                  <a:pt x="18742" y="128935"/>
                  <a:pt x="12820" y="126493"/>
                  <a:pt x="7692" y="121609"/>
                </a:cubicBezTo>
                <a:cubicBezTo>
                  <a:pt x="2564" y="116725"/>
                  <a:pt x="0" y="108972"/>
                  <a:pt x="0" y="98350"/>
                </a:cubicBezTo>
                <a:cubicBezTo>
                  <a:pt x="0" y="92489"/>
                  <a:pt x="1221" y="86506"/>
                  <a:pt x="3663" y="80401"/>
                </a:cubicBezTo>
                <a:cubicBezTo>
                  <a:pt x="6105" y="74296"/>
                  <a:pt x="9035" y="69046"/>
                  <a:pt x="12454" y="64651"/>
                </a:cubicBezTo>
                <a:cubicBezTo>
                  <a:pt x="18193" y="57691"/>
                  <a:pt x="23931" y="52868"/>
                  <a:pt x="29670" y="50182"/>
                </a:cubicBezTo>
                <a:cubicBezTo>
                  <a:pt x="35408" y="47496"/>
                  <a:pt x="40597" y="46153"/>
                  <a:pt x="45237" y="46153"/>
                </a:cubicBezTo>
                <a:cubicBezTo>
                  <a:pt x="52075" y="46153"/>
                  <a:pt x="57203" y="48717"/>
                  <a:pt x="60621" y="53845"/>
                </a:cubicBezTo>
                <a:cubicBezTo>
                  <a:pt x="61232" y="54578"/>
                  <a:pt x="61537" y="54822"/>
                  <a:pt x="61537" y="54578"/>
                </a:cubicBezTo>
                <a:cubicBezTo>
                  <a:pt x="61659" y="54089"/>
                  <a:pt x="63308" y="47435"/>
                  <a:pt x="66482" y="34615"/>
                </a:cubicBezTo>
                <a:cubicBezTo>
                  <a:pt x="69657" y="21794"/>
                  <a:pt x="71366" y="15018"/>
                  <a:pt x="71610" y="14285"/>
                </a:cubicBezTo>
                <a:cubicBezTo>
                  <a:pt x="71610" y="12698"/>
                  <a:pt x="71183" y="11721"/>
                  <a:pt x="70328" y="11355"/>
                </a:cubicBezTo>
                <a:cubicBezTo>
                  <a:pt x="69474" y="10989"/>
                  <a:pt x="67093" y="10684"/>
                  <a:pt x="63186" y="10439"/>
                </a:cubicBezTo>
                <a:lnTo>
                  <a:pt x="59339" y="10439"/>
                </a:lnTo>
                <a:cubicBezTo>
                  <a:pt x="58607" y="9707"/>
                  <a:pt x="58241" y="9218"/>
                  <a:pt x="58241" y="8974"/>
                </a:cubicBezTo>
                <a:cubicBezTo>
                  <a:pt x="58241" y="8730"/>
                  <a:pt x="58363" y="7570"/>
                  <a:pt x="58607" y="5494"/>
                </a:cubicBezTo>
                <a:cubicBezTo>
                  <a:pt x="59217" y="3175"/>
                  <a:pt x="60011" y="2015"/>
                  <a:pt x="60988" y="2015"/>
                </a:cubicBezTo>
                <a:close/>
                <a:moveTo>
                  <a:pt x="58424" y="67398"/>
                </a:moveTo>
                <a:cubicBezTo>
                  <a:pt x="55615" y="57752"/>
                  <a:pt x="51037" y="52929"/>
                  <a:pt x="44688" y="52929"/>
                </a:cubicBezTo>
                <a:cubicBezTo>
                  <a:pt x="40414" y="52929"/>
                  <a:pt x="36324" y="54822"/>
                  <a:pt x="32417" y="58607"/>
                </a:cubicBezTo>
                <a:cubicBezTo>
                  <a:pt x="28510" y="62392"/>
                  <a:pt x="25457" y="67337"/>
                  <a:pt x="23260" y="73442"/>
                </a:cubicBezTo>
                <a:cubicBezTo>
                  <a:pt x="19719" y="83087"/>
                  <a:pt x="17216" y="93099"/>
                  <a:pt x="15751" y="103478"/>
                </a:cubicBezTo>
                <a:cubicBezTo>
                  <a:pt x="15751" y="103844"/>
                  <a:pt x="15751" y="104516"/>
                  <a:pt x="15751" y="105492"/>
                </a:cubicBezTo>
                <a:cubicBezTo>
                  <a:pt x="15751" y="106469"/>
                  <a:pt x="15690" y="107202"/>
                  <a:pt x="15567" y="107690"/>
                </a:cubicBezTo>
                <a:cubicBezTo>
                  <a:pt x="15567" y="113185"/>
                  <a:pt x="16666" y="116970"/>
                  <a:pt x="18864" y="119045"/>
                </a:cubicBezTo>
                <a:cubicBezTo>
                  <a:pt x="21062" y="121121"/>
                  <a:pt x="23687" y="122220"/>
                  <a:pt x="26739" y="122342"/>
                </a:cubicBezTo>
                <a:cubicBezTo>
                  <a:pt x="33333" y="122342"/>
                  <a:pt x="40109" y="117946"/>
                  <a:pt x="47069" y="109155"/>
                </a:cubicBezTo>
                <a:lnTo>
                  <a:pt x="48534" y="107141"/>
                </a:lnTo>
                <a:lnTo>
                  <a:pt x="58424" y="67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FD775-BF20-461E-9B58-82F1F188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659" y="1288303"/>
            <a:ext cx="111098" cy="88438"/>
          </a:xfrm>
          <a:custGeom xmlns:a="http://schemas.openxmlformats.org/drawingml/2006/main">
            <a:pathLst>
              <a:path w="111098" h="88438">
                <a:moveTo>
                  <a:pt x="32889" y="7122"/>
                </a:moveTo>
                <a:cubicBezTo>
                  <a:pt x="32889" y="6517"/>
                  <a:pt x="30429" y="6129"/>
                  <a:pt x="25508" y="5956"/>
                </a:cubicBezTo>
                <a:cubicBezTo>
                  <a:pt x="23523" y="5956"/>
                  <a:pt x="22228" y="5913"/>
                  <a:pt x="21624" y="5827"/>
                </a:cubicBezTo>
                <a:cubicBezTo>
                  <a:pt x="21020" y="5740"/>
                  <a:pt x="20718" y="5352"/>
                  <a:pt x="20718" y="4661"/>
                </a:cubicBezTo>
                <a:cubicBezTo>
                  <a:pt x="20718" y="4489"/>
                  <a:pt x="20804" y="3885"/>
                  <a:pt x="20976" y="2849"/>
                </a:cubicBezTo>
                <a:cubicBezTo>
                  <a:pt x="21494" y="1122"/>
                  <a:pt x="21926" y="216"/>
                  <a:pt x="22271" y="129"/>
                </a:cubicBezTo>
                <a:cubicBezTo>
                  <a:pt x="22444" y="43"/>
                  <a:pt x="22919" y="0"/>
                  <a:pt x="23696" y="0"/>
                </a:cubicBezTo>
                <a:lnTo>
                  <a:pt x="24343" y="0"/>
                </a:lnTo>
                <a:cubicBezTo>
                  <a:pt x="27882" y="173"/>
                  <a:pt x="33752" y="259"/>
                  <a:pt x="41953" y="259"/>
                </a:cubicBezTo>
                <a:cubicBezTo>
                  <a:pt x="44888" y="259"/>
                  <a:pt x="47607" y="259"/>
                  <a:pt x="50111" y="259"/>
                </a:cubicBezTo>
                <a:cubicBezTo>
                  <a:pt x="52614" y="259"/>
                  <a:pt x="54556" y="216"/>
                  <a:pt x="55937" y="129"/>
                </a:cubicBezTo>
                <a:cubicBezTo>
                  <a:pt x="57318" y="43"/>
                  <a:pt x="58182" y="43"/>
                  <a:pt x="58527" y="129"/>
                </a:cubicBezTo>
                <a:cubicBezTo>
                  <a:pt x="59995" y="129"/>
                  <a:pt x="60728" y="475"/>
                  <a:pt x="60728" y="1165"/>
                </a:cubicBezTo>
                <a:cubicBezTo>
                  <a:pt x="60728" y="1597"/>
                  <a:pt x="60599" y="2201"/>
                  <a:pt x="60340" y="2978"/>
                </a:cubicBezTo>
                <a:cubicBezTo>
                  <a:pt x="60253" y="3151"/>
                  <a:pt x="60210" y="3410"/>
                  <a:pt x="60210" y="3755"/>
                </a:cubicBezTo>
                <a:cubicBezTo>
                  <a:pt x="60210" y="4100"/>
                  <a:pt x="60167" y="4359"/>
                  <a:pt x="60081" y="4532"/>
                </a:cubicBezTo>
                <a:cubicBezTo>
                  <a:pt x="59995" y="4705"/>
                  <a:pt x="59908" y="4877"/>
                  <a:pt x="59822" y="5050"/>
                </a:cubicBezTo>
                <a:cubicBezTo>
                  <a:pt x="59736" y="5223"/>
                  <a:pt x="59606" y="5352"/>
                  <a:pt x="59433" y="5438"/>
                </a:cubicBezTo>
                <a:cubicBezTo>
                  <a:pt x="59261" y="5525"/>
                  <a:pt x="59088" y="5611"/>
                  <a:pt x="58915" y="5697"/>
                </a:cubicBezTo>
                <a:cubicBezTo>
                  <a:pt x="58743" y="5784"/>
                  <a:pt x="58441" y="5827"/>
                  <a:pt x="58009" y="5827"/>
                </a:cubicBezTo>
                <a:cubicBezTo>
                  <a:pt x="57577" y="5827"/>
                  <a:pt x="57189" y="5870"/>
                  <a:pt x="56844" y="5956"/>
                </a:cubicBezTo>
                <a:cubicBezTo>
                  <a:pt x="56498" y="6043"/>
                  <a:pt x="55894" y="6043"/>
                  <a:pt x="55031" y="5956"/>
                </a:cubicBezTo>
                <a:cubicBezTo>
                  <a:pt x="51578" y="6043"/>
                  <a:pt x="49377" y="6172"/>
                  <a:pt x="48427" y="6345"/>
                </a:cubicBezTo>
                <a:cubicBezTo>
                  <a:pt x="47478" y="6517"/>
                  <a:pt x="46701" y="6992"/>
                  <a:pt x="46096" y="7769"/>
                </a:cubicBezTo>
                <a:lnTo>
                  <a:pt x="35608" y="48945"/>
                </a:lnTo>
                <a:cubicBezTo>
                  <a:pt x="35695" y="48945"/>
                  <a:pt x="43636" y="42730"/>
                  <a:pt x="59433" y="30299"/>
                </a:cubicBezTo>
                <a:cubicBezTo>
                  <a:pt x="75231" y="17869"/>
                  <a:pt x="83345" y="11481"/>
                  <a:pt x="83777" y="11136"/>
                </a:cubicBezTo>
                <a:cubicBezTo>
                  <a:pt x="84985" y="9927"/>
                  <a:pt x="85589" y="8934"/>
                  <a:pt x="85589" y="8158"/>
                </a:cubicBezTo>
                <a:cubicBezTo>
                  <a:pt x="85589" y="6863"/>
                  <a:pt x="84510" y="6129"/>
                  <a:pt x="82352" y="5956"/>
                </a:cubicBezTo>
                <a:cubicBezTo>
                  <a:pt x="80971" y="5956"/>
                  <a:pt x="80280" y="5482"/>
                  <a:pt x="80280" y="4532"/>
                </a:cubicBezTo>
                <a:cubicBezTo>
                  <a:pt x="80280" y="4359"/>
                  <a:pt x="80410" y="3755"/>
                  <a:pt x="80669" y="2719"/>
                </a:cubicBezTo>
                <a:cubicBezTo>
                  <a:pt x="80928" y="1683"/>
                  <a:pt x="81144" y="1036"/>
                  <a:pt x="81316" y="777"/>
                </a:cubicBezTo>
                <a:cubicBezTo>
                  <a:pt x="81575" y="345"/>
                  <a:pt x="82309" y="129"/>
                  <a:pt x="83518" y="129"/>
                </a:cubicBezTo>
                <a:cubicBezTo>
                  <a:pt x="83863" y="129"/>
                  <a:pt x="85373" y="173"/>
                  <a:pt x="88049" y="259"/>
                </a:cubicBezTo>
                <a:cubicBezTo>
                  <a:pt x="90726" y="345"/>
                  <a:pt x="94178" y="388"/>
                  <a:pt x="98408" y="388"/>
                </a:cubicBezTo>
                <a:cubicBezTo>
                  <a:pt x="100394" y="388"/>
                  <a:pt x="102465" y="345"/>
                  <a:pt x="104624" y="259"/>
                </a:cubicBezTo>
                <a:cubicBezTo>
                  <a:pt x="106782" y="173"/>
                  <a:pt x="108076" y="129"/>
                  <a:pt x="108508" y="129"/>
                </a:cubicBezTo>
                <a:cubicBezTo>
                  <a:pt x="110235" y="129"/>
                  <a:pt x="111098" y="561"/>
                  <a:pt x="111098" y="1424"/>
                </a:cubicBezTo>
                <a:cubicBezTo>
                  <a:pt x="111098" y="3323"/>
                  <a:pt x="110752" y="4618"/>
                  <a:pt x="110062" y="5309"/>
                </a:cubicBezTo>
                <a:cubicBezTo>
                  <a:pt x="109803" y="5740"/>
                  <a:pt x="108983" y="5956"/>
                  <a:pt x="107602" y="5956"/>
                </a:cubicBezTo>
                <a:cubicBezTo>
                  <a:pt x="101127" y="6388"/>
                  <a:pt x="95257" y="8589"/>
                  <a:pt x="89992" y="12560"/>
                </a:cubicBezTo>
                <a:cubicBezTo>
                  <a:pt x="88611" y="13423"/>
                  <a:pt x="85589" y="15668"/>
                  <a:pt x="80928" y="19293"/>
                </a:cubicBezTo>
                <a:cubicBezTo>
                  <a:pt x="76266" y="22919"/>
                  <a:pt x="71950" y="26329"/>
                  <a:pt x="67979" y="29522"/>
                </a:cubicBezTo>
                <a:lnTo>
                  <a:pt x="61894" y="34313"/>
                </a:lnTo>
                <a:lnTo>
                  <a:pt x="63059" y="37162"/>
                </a:lnTo>
                <a:cubicBezTo>
                  <a:pt x="63836" y="39061"/>
                  <a:pt x="65044" y="41953"/>
                  <a:pt x="66685" y="45838"/>
                </a:cubicBezTo>
                <a:cubicBezTo>
                  <a:pt x="68325" y="49722"/>
                  <a:pt x="69835" y="53391"/>
                  <a:pt x="71216" y="56844"/>
                </a:cubicBezTo>
                <a:cubicBezTo>
                  <a:pt x="77691" y="72123"/>
                  <a:pt x="81144" y="80021"/>
                  <a:pt x="81575" y="80539"/>
                </a:cubicBezTo>
                <a:cubicBezTo>
                  <a:pt x="81748" y="80712"/>
                  <a:pt x="81964" y="80885"/>
                  <a:pt x="82223" y="81057"/>
                </a:cubicBezTo>
                <a:cubicBezTo>
                  <a:pt x="83431" y="81921"/>
                  <a:pt x="85632" y="82395"/>
                  <a:pt x="88826" y="82482"/>
                </a:cubicBezTo>
                <a:lnTo>
                  <a:pt x="91546" y="82482"/>
                </a:lnTo>
                <a:cubicBezTo>
                  <a:pt x="92064" y="83172"/>
                  <a:pt x="92322" y="83561"/>
                  <a:pt x="92322" y="83647"/>
                </a:cubicBezTo>
                <a:cubicBezTo>
                  <a:pt x="92322" y="83733"/>
                  <a:pt x="92193" y="84510"/>
                  <a:pt x="91934" y="85978"/>
                </a:cubicBezTo>
                <a:cubicBezTo>
                  <a:pt x="91589" y="87100"/>
                  <a:pt x="91157" y="87920"/>
                  <a:pt x="90639" y="88438"/>
                </a:cubicBezTo>
                <a:lnTo>
                  <a:pt x="89215" y="88438"/>
                </a:lnTo>
                <a:cubicBezTo>
                  <a:pt x="85762" y="88179"/>
                  <a:pt x="81662" y="88049"/>
                  <a:pt x="76914" y="88049"/>
                </a:cubicBezTo>
                <a:cubicBezTo>
                  <a:pt x="66382" y="88049"/>
                  <a:pt x="60469" y="88179"/>
                  <a:pt x="59174" y="88438"/>
                </a:cubicBezTo>
                <a:lnTo>
                  <a:pt x="57880" y="88438"/>
                </a:lnTo>
                <a:cubicBezTo>
                  <a:pt x="57362" y="87920"/>
                  <a:pt x="57103" y="87532"/>
                  <a:pt x="57103" y="87273"/>
                </a:cubicBezTo>
                <a:cubicBezTo>
                  <a:pt x="57103" y="87014"/>
                  <a:pt x="57189" y="86237"/>
                  <a:pt x="57362" y="84942"/>
                </a:cubicBezTo>
                <a:cubicBezTo>
                  <a:pt x="57707" y="83820"/>
                  <a:pt x="57966" y="83129"/>
                  <a:pt x="58139" y="82870"/>
                </a:cubicBezTo>
                <a:cubicBezTo>
                  <a:pt x="58311" y="82611"/>
                  <a:pt x="58786" y="82482"/>
                  <a:pt x="59563" y="82482"/>
                </a:cubicBezTo>
                <a:lnTo>
                  <a:pt x="59951" y="82482"/>
                </a:lnTo>
                <a:cubicBezTo>
                  <a:pt x="64267" y="82482"/>
                  <a:pt x="66426" y="81403"/>
                  <a:pt x="66426" y="79245"/>
                </a:cubicBezTo>
                <a:cubicBezTo>
                  <a:pt x="66426" y="78899"/>
                  <a:pt x="65260" y="75878"/>
                  <a:pt x="62929" y="70181"/>
                </a:cubicBezTo>
                <a:cubicBezTo>
                  <a:pt x="60599" y="64483"/>
                  <a:pt x="59218" y="61246"/>
                  <a:pt x="58786" y="60469"/>
                </a:cubicBezTo>
                <a:lnTo>
                  <a:pt x="51276" y="42600"/>
                </a:lnTo>
                <a:lnTo>
                  <a:pt x="42471" y="49463"/>
                </a:lnTo>
                <a:lnTo>
                  <a:pt x="33666" y="56326"/>
                </a:lnTo>
                <a:lnTo>
                  <a:pt x="30688" y="68368"/>
                </a:lnTo>
                <a:cubicBezTo>
                  <a:pt x="28702" y="76310"/>
                  <a:pt x="27710" y="80496"/>
                  <a:pt x="27710" y="80928"/>
                </a:cubicBezTo>
                <a:cubicBezTo>
                  <a:pt x="27710" y="81532"/>
                  <a:pt x="28055" y="81921"/>
                  <a:pt x="28746" y="82093"/>
                </a:cubicBezTo>
                <a:cubicBezTo>
                  <a:pt x="29436" y="82266"/>
                  <a:pt x="31594" y="82395"/>
                  <a:pt x="35220" y="82482"/>
                </a:cubicBezTo>
                <a:lnTo>
                  <a:pt x="39234" y="82482"/>
                </a:lnTo>
                <a:cubicBezTo>
                  <a:pt x="39752" y="83259"/>
                  <a:pt x="40011" y="83733"/>
                  <a:pt x="40011" y="83906"/>
                </a:cubicBezTo>
                <a:cubicBezTo>
                  <a:pt x="40011" y="85287"/>
                  <a:pt x="39709" y="86582"/>
                  <a:pt x="39104" y="87791"/>
                </a:cubicBezTo>
                <a:cubicBezTo>
                  <a:pt x="38673" y="88222"/>
                  <a:pt x="37982" y="88438"/>
                  <a:pt x="37033" y="88438"/>
                </a:cubicBezTo>
                <a:cubicBezTo>
                  <a:pt x="36774" y="88438"/>
                  <a:pt x="35177" y="88395"/>
                  <a:pt x="32242" y="88308"/>
                </a:cubicBezTo>
                <a:cubicBezTo>
                  <a:pt x="29307" y="88222"/>
                  <a:pt x="24991" y="88179"/>
                  <a:pt x="19293" y="88179"/>
                </a:cubicBezTo>
                <a:cubicBezTo>
                  <a:pt x="13941" y="88179"/>
                  <a:pt x="9841" y="88179"/>
                  <a:pt x="6992" y="88179"/>
                </a:cubicBezTo>
                <a:cubicBezTo>
                  <a:pt x="4144" y="88179"/>
                  <a:pt x="2590" y="88222"/>
                  <a:pt x="2331" y="88308"/>
                </a:cubicBezTo>
                <a:cubicBezTo>
                  <a:pt x="777" y="88308"/>
                  <a:pt x="0" y="87877"/>
                  <a:pt x="0" y="87014"/>
                </a:cubicBezTo>
                <a:cubicBezTo>
                  <a:pt x="0" y="86841"/>
                  <a:pt x="129" y="86237"/>
                  <a:pt x="388" y="85201"/>
                </a:cubicBezTo>
                <a:cubicBezTo>
                  <a:pt x="734" y="83820"/>
                  <a:pt x="1079" y="83043"/>
                  <a:pt x="1424" y="82870"/>
                </a:cubicBezTo>
                <a:cubicBezTo>
                  <a:pt x="1770" y="82697"/>
                  <a:pt x="2762" y="82568"/>
                  <a:pt x="4402" y="82482"/>
                </a:cubicBezTo>
                <a:cubicBezTo>
                  <a:pt x="6733" y="82482"/>
                  <a:pt x="9323" y="82352"/>
                  <a:pt x="12172" y="82093"/>
                </a:cubicBezTo>
                <a:cubicBezTo>
                  <a:pt x="13380" y="81834"/>
                  <a:pt x="14200" y="81316"/>
                  <a:pt x="14632" y="80539"/>
                </a:cubicBezTo>
                <a:cubicBezTo>
                  <a:pt x="14891" y="80194"/>
                  <a:pt x="17998" y="68195"/>
                  <a:pt x="23955" y="44543"/>
                </a:cubicBezTo>
                <a:cubicBezTo>
                  <a:pt x="29911" y="20890"/>
                  <a:pt x="32889" y="8416"/>
                  <a:pt x="32889" y="71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B3F48-F941-49EE-A629-9E450F7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217" y="2914768"/>
            <a:ext cx="463727" cy="231863"/>
          </a:xfrm>
          <a:custGeom xmlns:a="http://schemas.openxmlformats.org/drawingml/2006/main">
            <a:pathLst>
              <a:path w="463727" h="231863">
                <a:moveTo>
                  <a:pt x="463727" y="115932"/>
                </a:moveTo>
                <a:lnTo>
                  <a:pt x="231863" y="0"/>
                </a:lnTo>
                <a:lnTo>
                  <a:pt x="0" y="115932"/>
                </a:lnTo>
                <a:lnTo>
                  <a:pt x="231863" y="231863"/>
                </a:lnTo>
                <a:lnTo>
                  <a:pt x="463727" y="115932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6A62E-40F4-4B32-92F0-03687761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61" y="2907855"/>
            <a:ext cx="470640" cy="245689"/>
          </a:xfrm>
          <a:custGeom xmlns:a="http://schemas.openxmlformats.org/drawingml/2006/main">
            <a:pathLst>
              <a:path w="470640" h="245689">
                <a:moveTo>
                  <a:pt x="0" y="129757"/>
                </a:moveTo>
                <a:lnTo>
                  <a:pt x="231863" y="245689"/>
                </a:lnTo>
                <a:lnTo>
                  <a:pt x="238776" y="245689"/>
                </a:lnTo>
                <a:lnTo>
                  <a:pt x="470640" y="129757"/>
                </a:lnTo>
                <a:lnTo>
                  <a:pt x="470640" y="115932"/>
                </a:lnTo>
                <a:lnTo>
                  <a:pt x="238776" y="0"/>
                </a:lnTo>
                <a:lnTo>
                  <a:pt x="231863" y="0"/>
                </a:lnTo>
                <a:lnTo>
                  <a:pt x="0" y="115932"/>
                </a:lnTo>
                <a:lnTo>
                  <a:pt x="0" y="129757"/>
                </a:lnTo>
                <a:close/>
                <a:moveTo>
                  <a:pt x="3456" y="122844"/>
                </a:moveTo>
                <a:lnTo>
                  <a:pt x="3456" y="122844"/>
                </a:lnTo>
                <a:lnTo>
                  <a:pt x="0" y="129757"/>
                </a:lnTo>
                <a:lnTo>
                  <a:pt x="3456" y="122844"/>
                </a:lnTo>
                <a:close/>
                <a:moveTo>
                  <a:pt x="235320" y="238776"/>
                </a:moveTo>
                <a:lnTo>
                  <a:pt x="235320" y="238776"/>
                </a:lnTo>
                <a:lnTo>
                  <a:pt x="238776" y="245689"/>
                </a:lnTo>
                <a:lnTo>
                  <a:pt x="235320" y="238776"/>
                </a:lnTo>
                <a:close/>
                <a:moveTo>
                  <a:pt x="235320" y="6913"/>
                </a:moveTo>
                <a:lnTo>
                  <a:pt x="235320" y="6913"/>
                </a:lnTo>
                <a:lnTo>
                  <a:pt x="238776" y="0"/>
                </a:lnTo>
                <a:lnTo>
                  <a:pt x="235320" y="6913"/>
                </a:lnTo>
                <a:close/>
                <a:moveTo>
                  <a:pt x="20738" y="122844"/>
                </a:moveTo>
                <a:lnTo>
                  <a:pt x="235320" y="15554"/>
                </a:lnTo>
                <a:lnTo>
                  <a:pt x="449901" y="122844"/>
                </a:lnTo>
                <a:lnTo>
                  <a:pt x="235320" y="230135"/>
                </a:lnTo>
                <a:lnTo>
                  <a:pt x="20738" y="122844"/>
                </a:lnTo>
                <a:close/>
              </a:path>
            </a:pathLst>
          </a:custGeom>
          <a:solidFill xmlns:a="http://schemas.openxmlformats.org/drawingml/2006/main">
            <a:srgbClr val="0C3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09DED-E633-4026-AC4C-E8FBD5F9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780" y="3057209"/>
            <a:ext cx="42070" cy="60935"/>
          </a:xfrm>
          <a:custGeom xmlns:a="http://schemas.openxmlformats.org/drawingml/2006/main">
            <a:pathLst>
              <a:path w="42070" h="60935">
                <a:moveTo>
                  <a:pt x="7663" y="2327"/>
                </a:moveTo>
                <a:cubicBezTo>
                  <a:pt x="6515" y="528"/>
                  <a:pt x="4126" y="0"/>
                  <a:pt x="2327" y="1148"/>
                </a:cubicBezTo>
                <a:cubicBezTo>
                  <a:pt x="528" y="2296"/>
                  <a:pt x="0" y="4685"/>
                  <a:pt x="1148" y="6484"/>
                </a:cubicBezTo>
                <a:lnTo>
                  <a:pt x="7663" y="2327"/>
                </a:lnTo>
                <a:close/>
                <a:moveTo>
                  <a:pt x="34407" y="58608"/>
                </a:moveTo>
                <a:cubicBezTo>
                  <a:pt x="35555" y="60407"/>
                  <a:pt x="37944" y="60935"/>
                  <a:pt x="39743" y="59787"/>
                </a:cubicBezTo>
                <a:cubicBezTo>
                  <a:pt x="41542" y="58639"/>
                  <a:pt x="42070" y="56250"/>
                  <a:pt x="40922" y="54450"/>
                </a:cubicBezTo>
                <a:lnTo>
                  <a:pt x="34407" y="58608"/>
                </a:lnTo>
                <a:close/>
                <a:moveTo>
                  <a:pt x="1148" y="6484"/>
                </a:moveTo>
                <a:lnTo>
                  <a:pt x="34407" y="58608"/>
                </a:lnTo>
                <a:lnTo>
                  <a:pt x="40922" y="54450"/>
                </a:lnTo>
                <a:lnTo>
                  <a:pt x="7663" y="2327"/>
                </a:lnTo>
                <a:lnTo>
                  <a:pt x="1148" y="6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A87F0-3BAC-4CBD-B19E-22A608C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317" y="3181928"/>
            <a:ext cx="42070" cy="60935"/>
          </a:xfrm>
          <a:custGeom xmlns:a="http://schemas.openxmlformats.org/drawingml/2006/main">
            <a:pathLst>
              <a:path w="42070" h="60935">
                <a:moveTo>
                  <a:pt x="7663" y="2327"/>
                </a:moveTo>
                <a:cubicBezTo>
                  <a:pt x="6515" y="528"/>
                  <a:pt x="4126" y="0"/>
                  <a:pt x="2327" y="1148"/>
                </a:cubicBezTo>
                <a:cubicBezTo>
                  <a:pt x="528" y="2296"/>
                  <a:pt x="0" y="4685"/>
                  <a:pt x="1148" y="6484"/>
                </a:cubicBezTo>
                <a:lnTo>
                  <a:pt x="7663" y="2327"/>
                </a:lnTo>
                <a:close/>
                <a:moveTo>
                  <a:pt x="34407" y="58608"/>
                </a:moveTo>
                <a:cubicBezTo>
                  <a:pt x="35555" y="60407"/>
                  <a:pt x="37944" y="60935"/>
                  <a:pt x="39743" y="59787"/>
                </a:cubicBezTo>
                <a:cubicBezTo>
                  <a:pt x="41542" y="58639"/>
                  <a:pt x="42070" y="56250"/>
                  <a:pt x="40922" y="54450"/>
                </a:cubicBezTo>
                <a:lnTo>
                  <a:pt x="34407" y="58608"/>
                </a:lnTo>
                <a:close/>
                <a:moveTo>
                  <a:pt x="1148" y="6484"/>
                </a:moveTo>
                <a:lnTo>
                  <a:pt x="34407" y="58608"/>
                </a:lnTo>
                <a:lnTo>
                  <a:pt x="40922" y="54450"/>
                </a:lnTo>
                <a:lnTo>
                  <a:pt x="7663" y="2327"/>
                </a:lnTo>
                <a:lnTo>
                  <a:pt x="1148" y="6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CEDED-2F14-48B4-9DD3-0BF16A14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206" y="3085349"/>
            <a:ext cx="197759" cy="129374"/>
          </a:xfrm>
          <a:custGeom xmlns:a="http://schemas.openxmlformats.org/drawingml/2006/main">
            <a:pathLst>
              <a:path w="197759" h="129374">
                <a:moveTo>
                  <a:pt x="195431" y="7663"/>
                </a:moveTo>
                <a:cubicBezTo>
                  <a:pt x="197231" y="6515"/>
                  <a:pt x="197759" y="4126"/>
                  <a:pt x="196611" y="2327"/>
                </a:cubicBezTo>
                <a:cubicBezTo>
                  <a:pt x="195462" y="528"/>
                  <a:pt x="193073" y="0"/>
                  <a:pt x="191274" y="1148"/>
                </a:cubicBezTo>
                <a:lnTo>
                  <a:pt x="195431" y="7663"/>
                </a:lnTo>
                <a:close/>
                <a:moveTo>
                  <a:pt x="2327" y="121711"/>
                </a:moveTo>
                <a:cubicBezTo>
                  <a:pt x="528" y="122859"/>
                  <a:pt x="0" y="125248"/>
                  <a:pt x="1148" y="127047"/>
                </a:cubicBezTo>
                <a:cubicBezTo>
                  <a:pt x="2296" y="128846"/>
                  <a:pt x="4685" y="129374"/>
                  <a:pt x="6484" y="128226"/>
                </a:cubicBezTo>
                <a:lnTo>
                  <a:pt x="2327" y="121711"/>
                </a:lnTo>
                <a:close/>
                <a:moveTo>
                  <a:pt x="191274" y="1148"/>
                </a:moveTo>
                <a:lnTo>
                  <a:pt x="2327" y="121711"/>
                </a:lnTo>
                <a:lnTo>
                  <a:pt x="6484" y="128226"/>
                </a:lnTo>
                <a:lnTo>
                  <a:pt x="195431" y="7663"/>
                </a:lnTo>
                <a:lnTo>
                  <a:pt x="191274" y="1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01BAD-E78F-4AD5-A85A-A5BC7071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718" y="2946422"/>
            <a:ext cx="36992" cy="63867"/>
          </a:xfrm>
          <a:custGeom xmlns:a="http://schemas.openxmlformats.org/drawingml/2006/main">
            <a:pathLst>
              <a:path w="36992" h="63867">
                <a:moveTo>
                  <a:pt x="36019" y="6173"/>
                </a:moveTo>
                <a:cubicBezTo>
                  <a:pt x="36992" y="4273"/>
                  <a:pt x="36240" y="1945"/>
                  <a:pt x="34340" y="972"/>
                </a:cubicBezTo>
                <a:cubicBezTo>
                  <a:pt x="32440" y="0"/>
                  <a:pt x="30111" y="752"/>
                  <a:pt x="29139" y="2652"/>
                </a:cubicBezTo>
                <a:lnTo>
                  <a:pt x="36019" y="6173"/>
                </a:lnTo>
                <a:close/>
                <a:moveTo>
                  <a:pt x="972" y="57694"/>
                </a:moveTo>
                <a:cubicBezTo>
                  <a:pt x="0" y="59594"/>
                  <a:pt x="752" y="61922"/>
                  <a:pt x="2652" y="62894"/>
                </a:cubicBezTo>
                <a:cubicBezTo>
                  <a:pt x="4552" y="63867"/>
                  <a:pt x="6880" y="63115"/>
                  <a:pt x="7852" y="61215"/>
                </a:cubicBezTo>
                <a:lnTo>
                  <a:pt x="972" y="57694"/>
                </a:lnTo>
                <a:close/>
                <a:moveTo>
                  <a:pt x="29139" y="2652"/>
                </a:moveTo>
                <a:lnTo>
                  <a:pt x="972" y="57694"/>
                </a:lnTo>
                <a:lnTo>
                  <a:pt x="7852" y="61215"/>
                </a:lnTo>
                <a:lnTo>
                  <a:pt x="36019" y="6173"/>
                </a:lnTo>
                <a:lnTo>
                  <a:pt x="29139" y="26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9B478-9595-4667-9499-290F3AA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311" y="2840797"/>
            <a:ext cx="36992" cy="63867"/>
          </a:xfrm>
          <a:custGeom xmlns:a="http://schemas.openxmlformats.org/drawingml/2006/main">
            <a:pathLst>
              <a:path w="36992" h="63867">
                <a:moveTo>
                  <a:pt x="36019" y="6173"/>
                </a:moveTo>
                <a:cubicBezTo>
                  <a:pt x="36992" y="4273"/>
                  <a:pt x="36240" y="1945"/>
                  <a:pt x="34340" y="972"/>
                </a:cubicBezTo>
                <a:cubicBezTo>
                  <a:pt x="32440" y="0"/>
                  <a:pt x="30111" y="752"/>
                  <a:pt x="29139" y="2652"/>
                </a:cubicBezTo>
                <a:lnTo>
                  <a:pt x="36019" y="6173"/>
                </a:lnTo>
                <a:close/>
                <a:moveTo>
                  <a:pt x="972" y="57694"/>
                </a:moveTo>
                <a:cubicBezTo>
                  <a:pt x="0" y="59594"/>
                  <a:pt x="752" y="61922"/>
                  <a:pt x="2652" y="62894"/>
                </a:cubicBezTo>
                <a:cubicBezTo>
                  <a:pt x="4552" y="63867"/>
                  <a:pt x="6880" y="63115"/>
                  <a:pt x="7852" y="61215"/>
                </a:cubicBezTo>
                <a:lnTo>
                  <a:pt x="972" y="57694"/>
                </a:lnTo>
                <a:close/>
                <a:moveTo>
                  <a:pt x="29139" y="2652"/>
                </a:moveTo>
                <a:lnTo>
                  <a:pt x="972" y="57694"/>
                </a:lnTo>
                <a:lnTo>
                  <a:pt x="7852" y="61215"/>
                </a:lnTo>
                <a:lnTo>
                  <a:pt x="36019" y="6173"/>
                </a:lnTo>
                <a:lnTo>
                  <a:pt x="29139" y="26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80A33-F216-425D-A4D2-43F0A1AC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35" y="2870077"/>
            <a:ext cx="208351" cy="110930"/>
          </a:xfrm>
          <a:custGeom xmlns:a="http://schemas.openxmlformats.org/drawingml/2006/main">
            <a:pathLst>
              <a:path w="208351" h="110930">
                <a:moveTo>
                  <a:pt x="202179" y="109958"/>
                </a:moveTo>
                <a:cubicBezTo>
                  <a:pt x="204079" y="110930"/>
                  <a:pt x="206407" y="110178"/>
                  <a:pt x="207379" y="108278"/>
                </a:cubicBezTo>
                <a:cubicBezTo>
                  <a:pt x="208351" y="106378"/>
                  <a:pt x="207599" y="104050"/>
                  <a:pt x="205699" y="103077"/>
                </a:cubicBezTo>
                <a:lnTo>
                  <a:pt x="202179" y="109958"/>
                </a:lnTo>
                <a:close/>
                <a:moveTo>
                  <a:pt x="6173" y="972"/>
                </a:moveTo>
                <a:cubicBezTo>
                  <a:pt x="4273" y="0"/>
                  <a:pt x="1945" y="752"/>
                  <a:pt x="972" y="2652"/>
                </a:cubicBezTo>
                <a:cubicBezTo>
                  <a:pt x="0" y="4552"/>
                  <a:pt x="752" y="6880"/>
                  <a:pt x="2652" y="7852"/>
                </a:cubicBezTo>
                <a:lnTo>
                  <a:pt x="6173" y="972"/>
                </a:lnTo>
                <a:close/>
                <a:moveTo>
                  <a:pt x="205699" y="103077"/>
                </a:moveTo>
                <a:lnTo>
                  <a:pt x="6173" y="972"/>
                </a:lnTo>
                <a:lnTo>
                  <a:pt x="2652" y="7852"/>
                </a:lnTo>
                <a:lnTo>
                  <a:pt x="202179" y="109958"/>
                </a:lnTo>
                <a:lnTo>
                  <a:pt x="205699" y="103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DC0E9-A127-4489-8822-5EF5663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199" y="3208462"/>
            <a:ext cx="100047" cy="139118"/>
          </a:xfrm>
          <a:custGeom xmlns:a="http://schemas.openxmlformats.org/drawingml/2006/main">
            <a:pathLst>
              <a:path w="100047" h="139118">
                <a:moveTo>
                  <a:pt x="17562" y="2171"/>
                </a:moveTo>
                <a:cubicBezTo>
                  <a:pt x="17694" y="2171"/>
                  <a:pt x="22430" y="1842"/>
                  <a:pt x="31770" y="1184"/>
                </a:cubicBezTo>
                <a:cubicBezTo>
                  <a:pt x="41111" y="526"/>
                  <a:pt x="45912" y="132"/>
                  <a:pt x="46175" y="0"/>
                </a:cubicBezTo>
                <a:cubicBezTo>
                  <a:pt x="47754" y="0"/>
                  <a:pt x="48543" y="592"/>
                  <a:pt x="48543" y="1776"/>
                </a:cubicBezTo>
                <a:cubicBezTo>
                  <a:pt x="48543" y="3223"/>
                  <a:pt x="46175" y="13155"/>
                  <a:pt x="41439" y="31573"/>
                </a:cubicBezTo>
                <a:cubicBezTo>
                  <a:pt x="36440" y="51043"/>
                  <a:pt x="33941" y="60975"/>
                  <a:pt x="33941" y="61370"/>
                </a:cubicBezTo>
                <a:cubicBezTo>
                  <a:pt x="33941" y="61633"/>
                  <a:pt x="34401" y="61304"/>
                  <a:pt x="35322" y="60383"/>
                </a:cubicBezTo>
                <a:cubicBezTo>
                  <a:pt x="43347" y="53279"/>
                  <a:pt x="51898" y="49727"/>
                  <a:pt x="60975" y="49727"/>
                </a:cubicBezTo>
                <a:cubicBezTo>
                  <a:pt x="68079" y="49727"/>
                  <a:pt x="73802" y="51503"/>
                  <a:pt x="78143" y="55055"/>
                </a:cubicBezTo>
                <a:cubicBezTo>
                  <a:pt x="82484" y="58607"/>
                  <a:pt x="84721" y="63804"/>
                  <a:pt x="84852" y="70644"/>
                </a:cubicBezTo>
                <a:cubicBezTo>
                  <a:pt x="84852" y="77354"/>
                  <a:pt x="82353" y="87746"/>
                  <a:pt x="77354" y="101823"/>
                </a:cubicBezTo>
                <a:cubicBezTo>
                  <a:pt x="72355" y="115899"/>
                  <a:pt x="69855" y="124318"/>
                  <a:pt x="69855" y="127081"/>
                </a:cubicBezTo>
                <a:cubicBezTo>
                  <a:pt x="69987" y="128923"/>
                  <a:pt x="70315" y="130172"/>
                  <a:pt x="70842" y="130830"/>
                </a:cubicBezTo>
                <a:cubicBezTo>
                  <a:pt x="71368" y="131488"/>
                  <a:pt x="72355" y="131817"/>
                  <a:pt x="73802" y="131817"/>
                </a:cubicBezTo>
                <a:cubicBezTo>
                  <a:pt x="77485" y="131817"/>
                  <a:pt x="80906" y="129844"/>
                  <a:pt x="84063" y="125897"/>
                </a:cubicBezTo>
                <a:cubicBezTo>
                  <a:pt x="87220" y="121950"/>
                  <a:pt x="89785" y="116557"/>
                  <a:pt x="91759" y="109716"/>
                </a:cubicBezTo>
                <a:cubicBezTo>
                  <a:pt x="92153" y="108269"/>
                  <a:pt x="92548" y="107414"/>
                  <a:pt x="92943" y="107151"/>
                </a:cubicBezTo>
                <a:cubicBezTo>
                  <a:pt x="93337" y="106887"/>
                  <a:pt x="94390" y="106756"/>
                  <a:pt x="96100" y="106756"/>
                </a:cubicBezTo>
                <a:cubicBezTo>
                  <a:pt x="98731" y="106756"/>
                  <a:pt x="100047" y="107282"/>
                  <a:pt x="100047" y="108334"/>
                </a:cubicBezTo>
                <a:cubicBezTo>
                  <a:pt x="100047" y="108466"/>
                  <a:pt x="99783" y="109453"/>
                  <a:pt x="99257" y="111294"/>
                </a:cubicBezTo>
                <a:cubicBezTo>
                  <a:pt x="97152" y="119056"/>
                  <a:pt x="93798" y="125436"/>
                  <a:pt x="89193" y="130436"/>
                </a:cubicBezTo>
                <a:cubicBezTo>
                  <a:pt x="84721" y="136092"/>
                  <a:pt x="79393" y="138921"/>
                  <a:pt x="73210" y="138921"/>
                </a:cubicBezTo>
                <a:lnTo>
                  <a:pt x="72223" y="138921"/>
                </a:lnTo>
                <a:cubicBezTo>
                  <a:pt x="66040" y="138921"/>
                  <a:pt x="61567" y="137145"/>
                  <a:pt x="58805" y="133593"/>
                </a:cubicBezTo>
                <a:cubicBezTo>
                  <a:pt x="56042" y="130041"/>
                  <a:pt x="54661" y="126292"/>
                  <a:pt x="54661" y="122345"/>
                </a:cubicBezTo>
                <a:cubicBezTo>
                  <a:pt x="54661" y="120240"/>
                  <a:pt x="57029" y="112478"/>
                  <a:pt x="61764" y="99060"/>
                </a:cubicBezTo>
                <a:cubicBezTo>
                  <a:pt x="66500" y="85641"/>
                  <a:pt x="68934" y="75578"/>
                  <a:pt x="69066" y="68868"/>
                </a:cubicBezTo>
                <a:cubicBezTo>
                  <a:pt x="69066" y="61107"/>
                  <a:pt x="66172" y="57226"/>
                  <a:pt x="60383" y="57226"/>
                </a:cubicBezTo>
                <a:lnTo>
                  <a:pt x="59396" y="57226"/>
                </a:lnTo>
                <a:cubicBezTo>
                  <a:pt x="48478" y="57226"/>
                  <a:pt x="39006" y="63672"/>
                  <a:pt x="30981" y="76564"/>
                </a:cubicBezTo>
                <a:lnTo>
                  <a:pt x="29600" y="79130"/>
                </a:lnTo>
                <a:lnTo>
                  <a:pt x="22890" y="105769"/>
                </a:lnTo>
                <a:cubicBezTo>
                  <a:pt x="18681" y="122871"/>
                  <a:pt x="16247" y="132211"/>
                  <a:pt x="15589" y="133790"/>
                </a:cubicBezTo>
                <a:cubicBezTo>
                  <a:pt x="13879" y="137342"/>
                  <a:pt x="10985" y="139118"/>
                  <a:pt x="6907" y="139118"/>
                </a:cubicBezTo>
                <a:cubicBezTo>
                  <a:pt x="5065" y="139118"/>
                  <a:pt x="3486" y="138526"/>
                  <a:pt x="2171" y="137342"/>
                </a:cubicBezTo>
                <a:cubicBezTo>
                  <a:pt x="855" y="136158"/>
                  <a:pt x="132" y="134974"/>
                  <a:pt x="0" y="133790"/>
                </a:cubicBezTo>
                <a:cubicBezTo>
                  <a:pt x="0" y="131948"/>
                  <a:pt x="4802" y="111952"/>
                  <a:pt x="14405" y="73802"/>
                </a:cubicBezTo>
                <a:lnTo>
                  <a:pt x="29008" y="15392"/>
                </a:lnTo>
                <a:cubicBezTo>
                  <a:pt x="29008" y="13682"/>
                  <a:pt x="28547" y="12629"/>
                  <a:pt x="27626" y="12234"/>
                </a:cubicBezTo>
                <a:cubicBezTo>
                  <a:pt x="26705" y="11840"/>
                  <a:pt x="24140" y="11511"/>
                  <a:pt x="19930" y="11248"/>
                </a:cubicBezTo>
                <a:lnTo>
                  <a:pt x="15786" y="11248"/>
                </a:lnTo>
                <a:cubicBezTo>
                  <a:pt x="14997" y="10459"/>
                  <a:pt x="14602" y="9932"/>
                  <a:pt x="14602" y="9669"/>
                </a:cubicBezTo>
                <a:cubicBezTo>
                  <a:pt x="14602" y="9406"/>
                  <a:pt x="14734" y="8156"/>
                  <a:pt x="14997" y="5920"/>
                </a:cubicBezTo>
                <a:cubicBezTo>
                  <a:pt x="15655" y="3420"/>
                  <a:pt x="16510" y="2171"/>
                  <a:pt x="17562" y="21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3F80C-EEDC-4F39-8885-466FDDD6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928" y="2713819"/>
            <a:ext cx="89742" cy="128935"/>
          </a:xfrm>
          <a:custGeom xmlns:a="http://schemas.openxmlformats.org/drawingml/2006/main">
            <a:pathLst>
              <a:path w="89742" h="128935">
                <a:moveTo>
                  <a:pt x="60988" y="2015"/>
                </a:moveTo>
                <a:cubicBezTo>
                  <a:pt x="61110" y="2015"/>
                  <a:pt x="65505" y="1709"/>
                  <a:pt x="74174" y="1099"/>
                </a:cubicBezTo>
                <a:cubicBezTo>
                  <a:pt x="82843" y="488"/>
                  <a:pt x="87300" y="122"/>
                  <a:pt x="87544" y="0"/>
                </a:cubicBezTo>
                <a:cubicBezTo>
                  <a:pt x="89009" y="0"/>
                  <a:pt x="89742" y="488"/>
                  <a:pt x="89742" y="1465"/>
                </a:cubicBezTo>
                <a:cubicBezTo>
                  <a:pt x="89742" y="2320"/>
                  <a:pt x="85285" y="20757"/>
                  <a:pt x="76372" y="56775"/>
                </a:cubicBezTo>
                <a:cubicBezTo>
                  <a:pt x="67459" y="92794"/>
                  <a:pt x="62880" y="111170"/>
                  <a:pt x="62636" y="111902"/>
                </a:cubicBezTo>
                <a:cubicBezTo>
                  <a:pt x="62392" y="112635"/>
                  <a:pt x="62331" y="113551"/>
                  <a:pt x="62453" y="114650"/>
                </a:cubicBezTo>
                <a:cubicBezTo>
                  <a:pt x="62453" y="119778"/>
                  <a:pt x="64162" y="122342"/>
                  <a:pt x="67581" y="122342"/>
                </a:cubicBezTo>
                <a:cubicBezTo>
                  <a:pt x="68680" y="122220"/>
                  <a:pt x="69901" y="121670"/>
                  <a:pt x="71244" y="120694"/>
                </a:cubicBezTo>
                <a:cubicBezTo>
                  <a:pt x="73808" y="118252"/>
                  <a:pt x="76311" y="112391"/>
                  <a:pt x="78753" y="103111"/>
                </a:cubicBezTo>
                <a:cubicBezTo>
                  <a:pt x="79486" y="100670"/>
                  <a:pt x="80096" y="99387"/>
                  <a:pt x="80584" y="99265"/>
                </a:cubicBezTo>
                <a:cubicBezTo>
                  <a:pt x="80829" y="99143"/>
                  <a:pt x="81439" y="99082"/>
                  <a:pt x="82416" y="99082"/>
                </a:cubicBezTo>
                <a:lnTo>
                  <a:pt x="83148" y="99082"/>
                </a:lnTo>
                <a:lnTo>
                  <a:pt x="83881" y="99082"/>
                </a:lnTo>
                <a:cubicBezTo>
                  <a:pt x="85713" y="99082"/>
                  <a:pt x="86628" y="99571"/>
                  <a:pt x="86628" y="100547"/>
                </a:cubicBezTo>
                <a:cubicBezTo>
                  <a:pt x="86628" y="101158"/>
                  <a:pt x="86445" y="102135"/>
                  <a:pt x="86079" y="103478"/>
                </a:cubicBezTo>
                <a:cubicBezTo>
                  <a:pt x="84492" y="109583"/>
                  <a:pt x="82660" y="114528"/>
                  <a:pt x="80584" y="118313"/>
                </a:cubicBezTo>
                <a:cubicBezTo>
                  <a:pt x="78509" y="122098"/>
                  <a:pt x="76799" y="124540"/>
                  <a:pt x="75456" y="125638"/>
                </a:cubicBezTo>
                <a:cubicBezTo>
                  <a:pt x="74113" y="126737"/>
                  <a:pt x="72404" y="127714"/>
                  <a:pt x="70328" y="128569"/>
                </a:cubicBezTo>
                <a:cubicBezTo>
                  <a:pt x="69351" y="128813"/>
                  <a:pt x="67886" y="128935"/>
                  <a:pt x="65933" y="128935"/>
                </a:cubicBezTo>
                <a:cubicBezTo>
                  <a:pt x="61781" y="128935"/>
                  <a:pt x="58302" y="128019"/>
                  <a:pt x="55493" y="126188"/>
                </a:cubicBezTo>
                <a:cubicBezTo>
                  <a:pt x="52685" y="124356"/>
                  <a:pt x="50854" y="122464"/>
                  <a:pt x="49999" y="120510"/>
                </a:cubicBezTo>
                <a:lnTo>
                  <a:pt x="48900" y="117763"/>
                </a:lnTo>
                <a:cubicBezTo>
                  <a:pt x="48778" y="117641"/>
                  <a:pt x="48534" y="117702"/>
                  <a:pt x="48168" y="117946"/>
                </a:cubicBezTo>
                <a:cubicBezTo>
                  <a:pt x="47923" y="118191"/>
                  <a:pt x="47679" y="118435"/>
                  <a:pt x="47435" y="118679"/>
                </a:cubicBezTo>
                <a:cubicBezTo>
                  <a:pt x="40231" y="125516"/>
                  <a:pt x="32905" y="128935"/>
                  <a:pt x="25457" y="128935"/>
                </a:cubicBezTo>
                <a:cubicBezTo>
                  <a:pt x="18742" y="128935"/>
                  <a:pt x="12820" y="126493"/>
                  <a:pt x="7692" y="121609"/>
                </a:cubicBezTo>
                <a:cubicBezTo>
                  <a:pt x="2564" y="116725"/>
                  <a:pt x="0" y="108972"/>
                  <a:pt x="0" y="98350"/>
                </a:cubicBezTo>
                <a:cubicBezTo>
                  <a:pt x="0" y="92489"/>
                  <a:pt x="1221" y="86506"/>
                  <a:pt x="3663" y="80401"/>
                </a:cubicBezTo>
                <a:cubicBezTo>
                  <a:pt x="6105" y="74296"/>
                  <a:pt x="9035" y="69046"/>
                  <a:pt x="12454" y="64651"/>
                </a:cubicBezTo>
                <a:cubicBezTo>
                  <a:pt x="18193" y="57691"/>
                  <a:pt x="23931" y="52868"/>
                  <a:pt x="29670" y="50182"/>
                </a:cubicBezTo>
                <a:cubicBezTo>
                  <a:pt x="35408" y="47496"/>
                  <a:pt x="40597" y="46153"/>
                  <a:pt x="45237" y="46153"/>
                </a:cubicBezTo>
                <a:cubicBezTo>
                  <a:pt x="52075" y="46153"/>
                  <a:pt x="57203" y="48717"/>
                  <a:pt x="60621" y="53845"/>
                </a:cubicBezTo>
                <a:cubicBezTo>
                  <a:pt x="61232" y="54578"/>
                  <a:pt x="61537" y="54822"/>
                  <a:pt x="61537" y="54578"/>
                </a:cubicBezTo>
                <a:cubicBezTo>
                  <a:pt x="61659" y="54089"/>
                  <a:pt x="63308" y="47435"/>
                  <a:pt x="66482" y="34615"/>
                </a:cubicBezTo>
                <a:cubicBezTo>
                  <a:pt x="69657" y="21794"/>
                  <a:pt x="71366" y="15018"/>
                  <a:pt x="71610" y="14285"/>
                </a:cubicBezTo>
                <a:cubicBezTo>
                  <a:pt x="71610" y="12698"/>
                  <a:pt x="71183" y="11721"/>
                  <a:pt x="70328" y="11355"/>
                </a:cubicBezTo>
                <a:cubicBezTo>
                  <a:pt x="69474" y="10989"/>
                  <a:pt x="67093" y="10684"/>
                  <a:pt x="63186" y="10439"/>
                </a:cubicBezTo>
                <a:lnTo>
                  <a:pt x="59339" y="10439"/>
                </a:lnTo>
                <a:cubicBezTo>
                  <a:pt x="58607" y="9707"/>
                  <a:pt x="58241" y="9218"/>
                  <a:pt x="58241" y="8974"/>
                </a:cubicBezTo>
                <a:cubicBezTo>
                  <a:pt x="58241" y="8730"/>
                  <a:pt x="58363" y="7570"/>
                  <a:pt x="58607" y="5494"/>
                </a:cubicBezTo>
                <a:cubicBezTo>
                  <a:pt x="59217" y="3175"/>
                  <a:pt x="60011" y="2015"/>
                  <a:pt x="60988" y="2015"/>
                </a:cubicBezTo>
                <a:close/>
                <a:moveTo>
                  <a:pt x="58424" y="67398"/>
                </a:moveTo>
                <a:cubicBezTo>
                  <a:pt x="55615" y="57752"/>
                  <a:pt x="51037" y="52929"/>
                  <a:pt x="44688" y="52929"/>
                </a:cubicBezTo>
                <a:cubicBezTo>
                  <a:pt x="40414" y="52929"/>
                  <a:pt x="36324" y="54822"/>
                  <a:pt x="32417" y="58607"/>
                </a:cubicBezTo>
                <a:cubicBezTo>
                  <a:pt x="28510" y="62392"/>
                  <a:pt x="25457" y="67337"/>
                  <a:pt x="23260" y="73442"/>
                </a:cubicBezTo>
                <a:cubicBezTo>
                  <a:pt x="19719" y="83087"/>
                  <a:pt x="17216" y="93099"/>
                  <a:pt x="15751" y="103478"/>
                </a:cubicBezTo>
                <a:cubicBezTo>
                  <a:pt x="15751" y="103844"/>
                  <a:pt x="15751" y="104516"/>
                  <a:pt x="15751" y="105492"/>
                </a:cubicBezTo>
                <a:cubicBezTo>
                  <a:pt x="15751" y="106469"/>
                  <a:pt x="15690" y="107202"/>
                  <a:pt x="15567" y="107690"/>
                </a:cubicBezTo>
                <a:cubicBezTo>
                  <a:pt x="15567" y="113185"/>
                  <a:pt x="16666" y="116970"/>
                  <a:pt x="18864" y="119045"/>
                </a:cubicBezTo>
                <a:cubicBezTo>
                  <a:pt x="21062" y="121121"/>
                  <a:pt x="23687" y="122220"/>
                  <a:pt x="26739" y="122342"/>
                </a:cubicBezTo>
                <a:cubicBezTo>
                  <a:pt x="33333" y="122342"/>
                  <a:pt x="40109" y="117946"/>
                  <a:pt x="47069" y="109155"/>
                </a:cubicBezTo>
                <a:lnTo>
                  <a:pt x="48534" y="107141"/>
                </a:lnTo>
                <a:lnTo>
                  <a:pt x="58424" y="67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AEE7B-F8DD-4321-9C3A-D202F2EC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35" y="2779958"/>
            <a:ext cx="111098" cy="88438"/>
          </a:xfrm>
          <a:custGeom xmlns:a="http://schemas.openxmlformats.org/drawingml/2006/main">
            <a:pathLst>
              <a:path w="111098" h="88438">
                <a:moveTo>
                  <a:pt x="32889" y="7122"/>
                </a:moveTo>
                <a:cubicBezTo>
                  <a:pt x="32889" y="6517"/>
                  <a:pt x="30429" y="6129"/>
                  <a:pt x="25508" y="5956"/>
                </a:cubicBezTo>
                <a:cubicBezTo>
                  <a:pt x="23523" y="5956"/>
                  <a:pt x="22228" y="5913"/>
                  <a:pt x="21624" y="5827"/>
                </a:cubicBezTo>
                <a:cubicBezTo>
                  <a:pt x="21020" y="5740"/>
                  <a:pt x="20718" y="5352"/>
                  <a:pt x="20718" y="4661"/>
                </a:cubicBezTo>
                <a:cubicBezTo>
                  <a:pt x="20718" y="4489"/>
                  <a:pt x="20804" y="3885"/>
                  <a:pt x="20976" y="2849"/>
                </a:cubicBezTo>
                <a:cubicBezTo>
                  <a:pt x="21494" y="1122"/>
                  <a:pt x="21926" y="216"/>
                  <a:pt x="22271" y="129"/>
                </a:cubicBezTo>
                <a:cubicBezTo>
                  <a:pt x="22444" y="43"/>
                  <a:pt x="22919" y="0"/>
                  <a:pt x="23696" y="0"/>
                </a:cubicBezTo>
                <a:lnTo>
                  <a:pt x="24343" y="0"/>
                </a:lnTo>
                <a:cubicBezTo>
                  <a:pt x="27882" y="173"/>
                  <a:pt x="33752" y="259"/>
                  <a:pt x="41953" y="259"/>
                </a:cubicBezTo>
                <a:cubicBezTo>
                  <a:pt x="44888" y="259"/>
                  <a:pt x="47607" y="259"/>
                  <a:pt x="50111" y="259"/>
                </a:cubicBezTo>
                <a:cubicBezTo>
                  <a:pt x="52614" y="259"/>
                  <a:pt x="54556" y="216"/>
                  <a:pt x="55937" y="129"/>
                </a:cubicBezTo>
                <a:cubicBezTo>
                  <a:pt x="57318" y="43"/>
                  <a:pt x="58182" y="43"/>
                  <a:pt x="58527" y="129"/>
                </a:cubicBezTo>
                <a:cubicBezTo>
                  <a:pt x="59995" y="129"/>
                  <a:pt x="60728" y="475"/>
                  <a:pt x="60728" y="1165"/>
                </a:cubicBezTo>
                <a:cubicBezTo>
                  <a:pt x="60728" y="1597"/>
                  <a:pt x="60599" y="2201"/>
                  <a:pt x="60340" y="2978"/>
                </a:cubicBezTo>
                <a:cubicBezTo>
                  <a:pt x="60253" y="3151"/>
                  <a:pt x="60210" y="3410"/>
                  <a:pt x="60210" y="3755"/>
                </a:cubicBezTo>
                <a:cubicBezTo>
                  <a:pt x="60210" y="4100"/>
                  <a:pt x="60167" y="4359"/>
                  <a:pt x="60081" y="4532"/>
                </a:cubicBezTo>
                <a:cubicBezTo>
                  <a:pt x="59995" y="4705"/>
                  <a:pt x="59908" y="4877"/>
                  <a:pt x="59822" y="5050"/>
                </a:cubicBezTo>
                <a:cubicBezTo>
                  <a:pt x="59736" y="5223"/>
                  <a:pt x="59606" y="5352"/>
                  <a:pt x="59433" y="5438"/>
                </a:cubicBezTo>
                <a:cubicBezTo>
                  <a:pt x="59261" y="5525"/>
                  <a:pt x="59088" y="5611"/>
                  <a:pt x="58915" y="5697"/>
                </a:cubicBezTo>
                <a:cubicBezTo>
                  <a:pt x="58743" y="5784"/>
                  <a:pt x="58441" y="5827"/>
                  <a:pt x="58009" y="5827"/>
                </a:cubicBezTo>
                <a:cubicBezTo>
                  <a:pt x="57577" y="5827"/>
                  <a:pt x="57189" y="5870"/>
                  <a:pt x="56844" y="5956"/>
                </a:cubicBezTo>
                <a:cubicBezTo>
                  <a:pt x="56498" y="6043"/>
                  <a:pt x="55894" y="6043"/>
                  <a:pt x="55031" y="5956"/>
                </a:cubicBezTo>
                <a:cubicBezTo>
                  <a:pt x="51578" y="6043"/>
                  <a:pt x="49377" y="6172"/>
                  <a:pt x="48427" y="6345"/>
                </a:cubicBezTo>
                <a:cubicBezTo>
                  <a:pt x="47478" y="6517"/>
                  <a:pt x="46701" y="6992"/>
                  <a:pt x="46096" y="7769"/>
                </a:cubicBezTo>
                <a:lnTo>
                  <a:pt x="35608" y="48945"/>
                </a:lnTo>
                <a:cubicBezTo>
                  <a:pt x="35695" y="48945"/>
                  <a:pt x="43636" y="42730"/>
                  <a:pt x="59433" y="30299"/>
                </a:cubicBezTo>
                <a:cubicBezTo>
                  <a:pt x="75231" y="17869"/>
                  <a:pt x="83345" y="11481"/>
                  <a:pt x="83777" y="11136"/>
                </a:cubicBezTo>
                <a:cubicBezTo>
                  <a:pt x="84985" y="9927"/>
                  <a:pt x="85589" y="8934"/>
                  <a:pt x="85589" y="8158"/>
                </a:cubicBezTo>
                <a:cubicBezTo>
                  <a:pt x="85589" y="6863"/>
                  <a:pt x="84510" y="6129"/>
                  <a:pt x="82352" y="5956"/>
                </a:cubicBezTo>
                <a:cubicBezTo>
                  <a:pt x="80971" y="5956"/>
                  <a:pt x="80280" y="5482"/>
                  <a:pt x="80280" y="4532"/>
                </a:cubicBezTo>
                <a:cubicBezTo>
                  <a:pt x="80280" y="4359"/>
                  <a:pt x="80410" y="3755"/>
                  <a:pt x="80669" y="2719"/>
                </a:cubicBezTo>
                <a:cubicBezTo>
                  <a:pt x="80928" y="1683"/>
                  <a:pt x="81144" y="1036"/>
                  <a:pt x="81316" y="777"/>
                </a:cubicBezTo>
                <a:cubicBezTo>
                  <a:pt x="81575" y="345"/>
                  <a:pt x="82309" y="129"/>
                  <a:pt x="83518" y="129"/>
                </a:cubicBezTo>
                <a:cubicBezTo>
                  <a:pt x="83863" y="129"/>
                  <a:pt x="85373" y="173"/>
                  <a:pt x="88049" y="259"/>
                </a:cubicBezTo>
                <a:cubicBezTo>
                  <a:pt x="90726" y="345"/>
                  <a:pt x="94178" y="388"/>
                  <a:pt x="98408" y="388"/>
                </a:cubicBezTo>
                <a:cubicBezTo>
                  <a:pt x="100394" y="388"/>
                  <a:pt x="102465" y="345"/>
                  <a:pt x="104624" y="259"/>
                </a:cubicBezTo>
                <a:cubicBezTo>
                  <a:pt x="106782" y="173"/>
                  <a:pt x="108076" y="129"/>
                  <a:pt x="108508" y="129"/>
                </a:cubicBezTo>
                <a:cubicBezTo>
                  <a:pt x="110235" y="129"/>
                  <a:pt x="111098" y="561"/>
                  <a:pt x="111098" y="1424"/>
                </a:cubicBezTo>
                <a:cubicBezTo>
                  <a:pt x="111098" y="3323"/>
                  <a:pt x="110752" y="4618"/>
                  <a:pt x="110062" y="5309"/>
                </a:cubicBezTo>
                <a:cubicBezTo>
                  <a:pt x="109803" y="5740"/>
                  <a:pt x="108983" y="5956"/>
                  <a:pt x="107602" y="5956"/>
                </a:cubicBezTo>
                <a:cubicBezTo>
                  <a:pt x="101127" y="6388"/>
                  <a:pt x="95257" y="8589"/>
                  <a:pt x="89992" y="12560"/>
                </a:cubicBezTo>
                <a:cubicBezTo>
                  <a:pt x="88611" y="13423"/>
                  <a:pt x="85589" y="15668"/>
                  <a:pt x="80928" y="19293"/>
                </a:cubicBezTo>
                <a:cubicBezTo>
                  <a:pt x="76266" y="22919"/>
                  <a:pt x="71950" y="26329"/>
                  <a:pt x="67979" y="29522"/>
                </a:cubicBezTo>
                <a:lnTo>
                  <a:pt x="61894" y="34313"/>
                </a:lnTo>
                <a:lnTo>
                  <a:pt x="63059" y="37162"/>
                </a:lnTo>
                <a:cubicBezTo>
                  <a:pt x="63836" y="39061"/>
                  <a:pt x="65044" y="41953"/>
                  <a:pt x="66685" y="45838"/>
                </a:cubicBezTo>
                <a:cubicBezTo>
                  <a:pt x="68325" y="49722"/>
                  <a:pt x="69835" y="53391"/>
                  <a:pt x="71216" y="56844"/>
                </a:cubicBezTo>
                <a:cubicBezTo>
                  <a:pt x="77691" y="72123"/>
                  <a:pt x="81144" y="80021"/>
                  <a:pt x="81575" y="80539"/>
                </a:cubicBezTo>
                <a:cubicBezTo>
                  <a:pt x="81748" y="80712"/>
                  <a:pt x="81964" y="80885"/>
                  <a:pt x="82223" y="81057"/>
                </a:cubicBezTo>
                <a:cubicBezTo>
                  <a:pt x="83431" y="81921"/>
                  <a:pt x="85632" y="82395"/>
                  <a:pt x="88826" y="82482"/>
                </a:cubicBezTo>
                <a:lnTo>
                  <a:pt x="91546" y="82482"/>
                </a:lnTo>
                <a:cubicBezTo>
                  <a:pt x="92064" y="83172"/>
                  <a:pt x="92322" y="83561"/>
                  <a:pt x="92322" y="83647"/>
                </a:cubicBezTo>
                <a:cubicBezTo>
                  <a:pt x="92322" y="83733"/>
                  <a:pt x="92193" y="84510"/>
                  <a:pt x="91934" y="85978"/>
                </a:cubicBezTo>
                <a:cubicBezTo>
                  <a:pt x="91589" y="87100"/>
                  <a:pt x="91157" y="87920"/>
                  <a:pt x="90639" y="88438"/>
                </a:cubicBezTo>
                <a:lnTo>
                  <a:pt x="89215" y="88438"/>
                </a:lnTo>
                <a:cubicBezTo>
                  <a:pt x="85762" y="88179"/>
                  <a:pt x="81662" y="88049"/>
                  <a:pt x="76914" y="88049"/>
                </a:cubicBezTo>
                <a:cubicBezTo>
                  <a:pt x="66382" y="88049"/>
                  <a:pt x="60469" y="88179"/>
                  <a:pt x="59174" y="88438"/>
                </a:cubicBezTo>
                <a:lnTo>
                  <a:pt x="57880" y="88438"/>
                </a:lnTo>
                <a:cubicBezTo>
                  <a:pt x="57362" y="87920"/>
                  <a:pt x="57103" y="87532"/>
                  <a:pt x="57103" y="87273"/>
                </a:cubicBezTo>
                <a:cubicBezTo>
                  <a:pt x="57103" y="87014"/>
                  <a:pt x="57189" y="86237"/>
                  <a:pt x="57362" y="84942"/>
                </a:cubicBezTo>
                <a:cubicBezTo>
                  <a:pt x="57707" y="83820"/>
                  <a:pt x="57966" y="83129"/>
                  <a:pt x="58139" y="82870"/>
                </a:cubicBezTo>
                <a:cubicBezTo>
                  <a:pt x="58311" y="82611"/>
                  <a:pt x="58786" y="82482"/>
                  <a:pt x="59563" y="82482"/>
                </a:cubicBezTo>
                <a:lnTo>
                  <a:pt x="59951" y="82482"/>
                </a:lnTo>
                <a:cubicBezTo>
                  <a:pt x="64267" y="82482"/>
                  <a:pt x="66426" y="81403"/>
                  <a:pt x="66426" y="79245"/>
                </a:cubicBezTo>
                <a:cubicBezTo>
                  <a:pt x="66426" y="78899"/>
                  <a:pt x="65260" y="75878"/>
                  <a:pt x="62929" y="70181"/>
                </a:cubicBezTo>
                <a:cubicBezTo>
                  <a:pt x="60599" y="64483"/>
                  <a:pt x="59218" y="61246"/>
                  <a:pt x="58786" y="60469"/>
                </a:cubicBezTo>
                <a:lnTo>
                  <a:pt x="51276" y="42600"/>
                </a:lnTo>
                <a:lnTo>
                  <a:pt x="42471" y="49463"/>
                </a:lnTo>
                <a:lnTo>
                  <a:pt x="33666" y="56326"/>
                </a:lnTo>
                <a:lnTo>
                  <a:pt x="30688" y="68368"/>
                </a:lnTo>
                <a:cubicBezTo>
                  <a:pt x="28702" y="76310"/>
                  <a:pt x="27710" y="80496"/>
                  <a:pt x="27710" y="80928"/>
                </a:cubicBezTo>
                <a:cubicBezTo>
                  <a:pt x="27710" y="81532"/>
                  <a:pt x="28055" y="81921"/>
                  <a:pt x="28746" y="82093"/>
                </a:cubicBezTo>
                <a:cubicBezTo>
                  <a:pt x="29436" y="82266"/>
                  <a:pt x="31594" y="82395"/>
                  <a:pt x="35220" y="82482"/>
                </a:cubicBezTo>
                <a:lnTo>
                  <a:pt x="39234" y="82482"/>
                </a:lnTo>
                <a:cubicBezTo>
                  <a:pt x="39752" y="83259"/>
                  <a:pt x="40011" y="83733"/>
                  <a:pt x="40011" y="83906"/>
                </a:cubicBezTo>
                <a:cubicBezTo>
                  <a:pt x="40011" y="85287"/>
                  <a:pt x="39709" y="86582"/>
                  <a:pt x="39104" y="87791"/>
                </a:cubicBezTo>
                <a:cubicBezTo>
                  <a:pt x="38673" y="88222"/>
                  <a:pt x="37982" y="88438"/>
                  <a:pt x="37033" y="88438"/>
                </a:cubicBezTo>
                <a:cubicBezTo>
                  <a:pt x="36774" y="88438"/>
                  <a:pt x="35177" y="88395"/>
                  <a:pt x="32242" y="88308"/>
                </a:cubicBezTo>
                <a:cubicBezTo>
                  <a:pt x="29307" y="88222"/>
                  <a:pt x="24991" y="88179"/>
                  <a:pt x="19293" y="88179"/>
                </a:cubicBezTo>
                <a:cubicBezTo>
                  <a:pt x="13941" y="88179"/>
                  <a:pt x="9841" y="88179"/>
                  <a:pt x="6992" y="88179"/>
                </a:cubicBezTo>
                <a:cubicBezTo>
                  <a:pt x="4144" y="88179"/>
                  <a:pt x="2590" y="88222"/>
                  <a:pt x="2331" y="88308"/>
                </a:cubicBezTo>
                <a:cubicBezTo>
                  <a:pt x="777" y="88308"/>
                  <a:pt x="0" y="87877"/>
                  <a:pt x="0" y="87014"/>
                </a:cubicBezTo>
                <a:cubicBezTo>
                  <a:pt x="0" y="86841"/>
                  <a:pt x="129" y="86237"/>
                  <a:pt x="388" y="85201"/>
                </a:cubicBezTo>
                <a:cubicBezTo>
                  <a:pt x="734" y="83820"/>
                  <a:pt x="1079" y="83043"/>
                  <a:pt x="1424" y="82870"/>
                </a:cubicBezTo>
                <a:cubicBezTo>
                  <a:pt x="1770" y="82697"/>
                  <a:pt x="2762" y="82568"/>
                  <a:pt x="4402" y="82482"/>
                </a:cubicBezTo>
                <a:cubicBezTo>
                  <a:pt x="6733" y="82482"/>
                  <a:pt x="9323" y="82352"/>
                  <a:pt x="12172" y="82093"/>
                </a:cubicBezTo>
                <a:cubicBezTo>
                  <a:pt x="13380" y="81834"/>
                  <a:pt x="14200" y="81316"/>
                  <a:pt x="14632" y="80539"/>
                </a:cubicBezTo>
                <a:cubicBezTo>
                  <a:pt x="14891" y="80194"/>
                  <a:pt x="17998" y="68195"/>
                  <a:pt x="23955" y="44543"/>
                </a:cubicBezTo>
                <a:cubicBezTo>
                  <a:pt x="29911" y="20890"/>
                  <a:pt x="32889" y="8416"/>
                  <a:pt x="32889" y="71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3CE9C-CF0F-4935-B15F-30E775F1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93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7FBA6-BED9-448B-9CB5-08A41BE9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00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09753-32D5-443C-9392-92F008C8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656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C6B0F-A9AC-42D0-85B4-FFBF46C5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63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80403-EF6C-41CC-A544-3BF0C4F6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520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C6E00-0D32-4D98-8941-213367D5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927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509FD-F985-4A97-AB3F-36535A8E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383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7E476-5545-41EB-B8C5-69897C79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790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36CF3-9ED1-4546-90A5-08C6E648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247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C7AD9-3A96-4C0A-919E-F93FD86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653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1C2CE-CC89-40C3-9140-09561B74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110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972AD-2FF0-4116-A9F4-919B896C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17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D154A-8431-4093-BB83-8273571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973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85D28-E2D8-4B58-BDE2-99D8BCF6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380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7FFC0-B39B-4F6C-B9A2-0E9BA325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837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16325-A979-4775-84AE-F5155E81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44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08B9E-660E-455C-8A72-9264832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700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CD0DA-34C1-4B09-AE4C-EB76AD97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107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A5706-5C83-4143-A7BA-BCC58E82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564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D65DA-5C1A-42B0-ACBD-7ACAAD5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971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31DF9-A5FC-48B0-8BBF-C211C287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91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1E825-15B2-4562-9C5C-EB234509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7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E58C3-24D9-4096-B9E9-D5EF2374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154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8AE15-7AA7-4648-9335-F3901CB2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561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2A690-F6EF-4045-8FCE-E8E5D92E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018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16D4A-74B9-4D56-B502-F0758F3A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424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31729-ABF4-4CCB-997E-3C581B9A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881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67310-CE80-44C0-9D5C-7764822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288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94B54-14CE-4E6E-B3C0-349A009C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744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C3BA0-235A-43E7-86CC-DBC04E6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151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a52bf666f4750"/>
          <a:stretch xmlns:a="http://schemas.openxmlformats.org/drawingml/2006/main"/>
        </p:blipFill>
        <p:spPr>
          <a:xfrm xmlns:a="http://schemas.openxmlformats.org/drawingml/2006/main">
            <a:off x="3589461" y="4495304"/>
            <a:ext cx="316880" cy="471456"/>
          </a:xfrm>
          <a:prstGeom xmlns:a="http://schemas.openxmlformats.org/drawingml/2006/main" prst="rect">
            <a:avLst/>
          </a:prstGeom>
        </p:spPr>
      </p:pic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2B87C-E6AF-46FC-8D20-6B16943F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427" y="4522355"/>
            <a:ext cx="231863" cy="386439"/>
          </a:xfrm>
          <a:custGeom xmlns:a="http://schemas.openxmlformats.org/drawingml/2006/main">
            <a:pathLst>
              <a:path w="231863" h="386439">
                <a:moveTo>
                  <a:pt x="0" y="0"/>
                </a:moveTo>
                <a:lnTo>
                  <a:pt x="231863" y="0"/>
                </a:lnTo>
                <a:lnTo>
                  <a:pt x="231863" y="386439"/>
                </a:lnTo>
                <a:lnTo>
                  <a:pt x="0" y="386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0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03B6B-2859-4B41-9DC4-D11D4B59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34" y="4510761"/>
            <a:ext cx="255050" cy="409625"/>
          </a:xfrm>
          <a:custGeom xmlns:a="http://schemas.openxmlformats.org/drawingml/2006/main">
            <a:pathLst>
              <a:path w="255050" h="409625">
                <a:moveTo>
                  <a:pt x="0" y="398032"/>
                </a:moveTo>
                <a:lnTo>
                  <a:pt x="0" y="409625"/>
                </a:lnTo>
                <a:lnTo>
                  <a:pt x="11593" y="409625"/>
                </a:lnTo>
                <a:lnTo>
                  <a:pt x="243457" y="409625"/>
                </a:lnTo>
                <a:lnTo>
                  <a:pt x="255050" y="409625"/>
                </a:lnTo>
                <a:lnTo>
                  <a:pt x="255050" y="398032"/>
                </a:lnTo>
                <a:lnTo>
                  <a:pt x="255050" y="11593"/>
                </a:lnTo>
                <a:lnTo>
                  <a:pt x="255050" y="0"/>
                </a:lnTo>
                <a:lnTo>
                  <a:pt x="243457" y="0"/>
                </a:lnTo>
                <a:lnTo>
                  <a:pt x="11593" y="0"/>
                </a:lnTo>
                <a:lnTo>
                  <a:pt x="0" y="0"/>
                </a:lnTo>
                <a:lnTo>
                  <a:pt x="0" y="11593"/>
                </a:lnTo>
                <a:lnTo>
                  <a:pt x="0" y="398032"/>
                </a:lnTo>
                <a:close/>
                <a:moveTo>
                  <a:pt x="23186" y="23186"/>
                </a:moveTo>
                <a:lnTo>
                  <a:pt x="231863" y="23186"/>
                </a:lnTo>
                <a:lnTo>
                  <a:pt x="231863" y="386439"/>
                </a:lnTo>
                <a:lnTo>
                  <a:pt x="23186" y="386439"/>
                </a:lnTo>
                <a:lnTo>
                  <a:pt x="23186" y="23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C2546-E1DE-41DC-8341-3FE112CD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010" y="5004165"/>
            <a:ext cx="1943788" cy="133866"/>
          </a:xfrm>
          <a:custGeom xmlns:a="http://schemas.openxmlformats.org/drawingml/2006/main">
            <a:pathLst>
              <a:path w="1943788" h="133866">
                <a:moveTo>
                  <a:pt x="1827857" y="55340"/>
                </a:moveTo>
                <a:lnTo>
                  <a:pt x="11593" y="55340"/>
                </a:lnTo>
                <a:lnTo>
                  <a:pt x="10799" y="55367"/>
                </a:lnTo>
                <a:lnTo>
                  <a:pt x="10020" y="55446"/>
                </a:lnTo>
                <a:lnTo>
                  <a:pt x="9257" y="55576"/>
                </a:lnTo>
                <a:lnTo>
                  <a:pt x="8511" y="55754"/>
                </a:lnTo>
                <a:lnTo>
                  <a:pt x="7785" y="55980"/>
                </a:lnTo>
                <a:lnTo>
                  <a:pt x="7081" y="56251"/>
                </a:lnTo>
                <a:lnTo>
                  <a:pt x="6399" y="56566"/>
                </a:lnTo>
                <a:lnTo>
                  <a:pt x="5742" y="56923"/>
                </a:lnTo>
                <a:lnTo>
                  <a:pt x="5111" y="57320"/>
                </a:lnTo>
                <a:lnTo>
                  <a:pt x="4509" y="57756"/>
                </a:lnTo>
                <a:lnTo>
                  <a:pt x="3936" y="58228"/>
                </a:lnTo>
                <a:lnTo>
                  <a:pt x="3396" y="58736"/>
                </a:lnTo>
                <a:lnTo>
                  <a:pt x="2888" y="59276"/>
                </a:lnTo>
                <a:lnTo>
                  <a:pt x="2416" y="59849"/>
                </a:lnTo>
                <a:lnTo>
                  <a:pt x="1980" y="60451"/>
                </a:lnTo>
                <a:lnTo>
                  <a:pt x="1583" y="61082"/>
                </a:lnTo>
                <a:lnTo>
                  <a:pt x="1226" y="61739"/>
                </a:lnTo>
                <a:lnTo>
                  <a:pt x="911" y="62421"/>
                </a:lnTo>
                <a:lnTo>
                  <a:pt x="640" y="63125"/>
                </a:lnTo>
                <a:lnTo>
                  <a:pt x="414" y="63851"/>
                </a:lnTo>
                <a:lnTo>
                  <a:pt x="236" y="64597"/>
                </a:lnTo>
                <a:lnTo>
                  <a:pt x="106" y="65360"/>
                </a:lnTo>
                <a:lnTo>
                  <a:pt x="27" y="66139"/>
                </a:lnTo>
                <a:lnTo>
                  <a:pt x="0" y="66933"/>
                </a:lnTo>
                <a:lnTo>
                  <a:pt x="27" y="67727"/>
                </a:lnTo>
                <a:lnTo>
                  <a:pt x="106" y="68506"/>
                </a:lnTo>
                <a:lnTo>
                  <a:pt x="236" y="69270"/>
                </a:lnTo>
                <a:lnTo>
                  <a:pt x="414" y="70015"/>
                </a:lnTo>
                <a:lnTo>
                  <a:pt x="640" y="70741"/>
                </a:lnTo>
                <a:lnTo>
                  <a:pt x="911" y="71446"/>
                </a:lnTo>
                <a:lnTo>
                  <a:pt x="1226" y="72128"/>
                </a:lnTo>
                <a:lnTo>
                  <a:pt x="1583" y="72785"/>
                </a:lnTo>
                <a:lnTo>
                  <a:pt x="1980" y="73415"/>
                </a:lnTo>
                <a:lnTo>
                  <a:pt x="2416" y="74017"/>
                </a:lnTo>
                <a:lnTo>
                  <a:pt x="2888" y="74590"/>
                </a:lnTo>
                <a:lnTo>
                  <a:pt x="3396" y="75131"/>
                </a:lnTo>
                <a:lnTo>
                  <a:pt x="3936" y="75638"/>
                </a:lnTo>
                <a:lnTo>
                  <a:pt x="4509" y="76111"/>
                </a:lnTo>
                <a:lnTo>
                  <a:pt x="5111" y="76546"/>
                </a:lnTo>
                <a:lnTo>
                  <a:pt x="5742" y="76944"/>
                </a:lnTo>
                <a:lnTo>
                  <a:pt x="6399" y="77300"/>
                </a:lnTo>
                <a:lnTo>
                  <a:pt x="7081" y="77615"/>
                </a:lnTo>
                <a:lnTo>
                  <a:pt x="7785" y="77887"/>
                </a:lnTo>
                <a:lnTo>
                  <a:pt x="8511" y="78112"/>
                </a:lnTo>
                <a:lnTo>
                  <a:pt x="9257" y="78291"/>
                </a:lnTo>
                <a:lnTo>
                  <a:pt x="10020" y="78421"/>
                </a:lnTo>
                <a:lnTo>
                  <a:pt x="10799" y="78500"/>
                </a:lnTo>
                <a:lnTo>
                  <a:pt x="11593" y="78526"/>
                </a:lnTo>
                <a:lnTo>
                  <a:pt x="1827857" y="78526"/>
                </a:lnTo>
                <a:lnTo>
                  <a:pt x="1827857" y="133866"/>
                </a:lnTo>
                <a:lnTo>
                  <a:pt x="1943788" y="66933"/>
                </a:lnTo>
                <a:lnTo>
                  <a:pt x="1827857" y="0"/>
                </a:lnTo>
                <a:lnTo>
                  <a:pt x="1827857" y="5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6B868-E098-4792-8F40-581D6075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273" y="5146574"/>
            <a:ext cx="884523" cy="185491"/>
          </a:xfrm>
          <a:custGeom xmlns:a="http://schemas.openxmlformats.org/drawingml/2006/main">
            <a:pathLst>
              <a:path w="884523" h="185491">
                <a:moveTo>
                  <a:pt x="0" y="140929"/>
                </a:moveTo>
                <a:close/>
                <a:moveTo>
                  <a:pt x="66932" y="66570"/>
                </a:moveTo>
                <a:lnTo>
                  <a:pt x="119464" y="66570"/>
                </a:lnTo>
                <a:lnTo>
                  <a:pt x="119464" y="135223"/>
                </a:lnTo>
                <a:cubicBezTo>
                  <a:pt x="112520" y="137518"/>
                  <a:pt x="105305" y="139360"/>
                  <a:pt x="97817" y="140748"/>
                </a:cubicBezTo>
                <a:cubicBezTo>
                  <a:pt x="90330" y="142077"/>
                  <a:pt x="81847" y="142741"/>
                  <a:pt x="72367" y="142741"/>
                </a:cubicBezTo>
                <a:cubicBezTo>
                  <a:pt x="59204" y="142741"/>
                  <a:pt x="48033" y="140145"/>
                  <a:pt x="38855" y="134952"/>
                </a:cubicBezTo>
                <a:cubicBezTo>
                  <a:pt x="29677" y="129759"/>
                  <a:pt x="22703" y="122091"/>
                  <a:pt x="17933" y="111947"/>
                </a:cubicBezTo>
                <a:cubicBezTo>
                  <a:pt x="13163" y="101803"/>
                  <a:pt x="10778" y="89334"/>
                  <a:pt x="10778" y="74540"/>
                </a:cubicBezTo>
                <a:cubicBezTo>
                  <a:pt x="10778" y="60653"/>
                  <a:pt x="13435" y="48637"/>
                  <a:pt x="18748" y="38493"/>
                </a:cubicBezTo>
                <a:cubicBezTo>
                  <a:pt x="24122" y="28349"/>
                  <a:pt x="31942" y="20499"/>
                  <a:pt x="42206" y="14944"/>
                </a:cubicBezTo>
                <a:cubicBezTo>
                  <a:pt x="52532" y="9389"/>
                  <a:pt x="65121" y="6612"/>
                  <a:pt x="79975" y="6612"/>
                </a:cubicBezTo>
                <a:cubicBezTo>
                  <a:pt x="86979" y="6612"/>
                  <a:pt x="93893" y="7366"/>
                  <a:pt x="100716" y="8876"/>
                </a:cubicBezTo>
                <a:cubicBezTo>
                  <a:pt x="107539" y="10386"/>
                  <a:pt x="113728" y="12348"/>
                  <a:pt x="119283" y="14763"/>
                </a:cubicBezTo>
                <a:lnTo>
                  <a:pt x="109954" y="37225"/>
                </a:lnTo>
                <a:cubicBezTo>
                  <a:pt x="105908" y="35172"/>
                  <a:pt x="101289" y="33451"/>
                  <a:pt x="96097" y="32062"/>
                </a:cubicBezTo>
                <a:cubicBezTo>
                  <a:pt x="90904" y="30674"/>
                  <a:pt x="85469" y="29979"/>
                  <a:pt x="79794" y="29979"/>
                </a:cubicBezTo>
                <a:cubicBezTo>
                  <a:pt x="71642" y="29979"/>
                  <a:pt x="64547" y="31851"/>
                  <a:pt x="58509" y="35595"/>
                </a:cubicBezTo>
                <a:cubicBezTo>
                  <a:pt x="52532" y="39338"/>
                  <a:pt x="47882" y="44591"/>
                  <a:pt x="44561" y="51354"/>
                </a:cubicBezTo>
                <a:cubicBezTo>
                  <a:pt x="41301" y="58056"/>
                  <a:pt x="39670" y="65966"/>
                  <a:pt x="39670" y="75084"/>
                </a:cubicBezTo>
                <a:cubicBezTo>
                  <a:pt x="39670" y="83718"/>
                  <a:pt x="40848" y="91387"/>
                  <a:pt x="43203" y="98089"/>
                </a:cubicBezTo>
                <a:cubicBezTo>
                  <a:pt x="45558" y="104731"/>
                  <a:pt x="49271" y="109954"/>
                  <a:pt x="54343" y="113758"/>
                </a:cubicBezTo>
                <a:cubicBezTo>
                  <a:pt x="59415" y="117502"/>
                  <a:pt x="66027" y="119373"/>
                  <a:pt x="74178" y="119373"/>
                </a:cubicBezTo>
                <a:cubicBezTo>
                  <a:pt x="78163" y="119373"/>
                  <a:pt x="81514" y="119192"/>
                  <a:pt x="84232" y="118830"/>
                </a:cubicBezTo>
                <a:cubicBezTo>
                  <a:pt x="87009" y="118407"/>
                  <a:pt x="89606" y="117985"/>
                  <a:pt x="92021" y="117562"/>
                </a:cubicBezTo>
                <a:lnTo>
                  <a:pt x="92021" y="89938"/>
                </a:lnTo>
                <a:lnTo>
                  <a:pt x="66932" y="89938"/>
                </a:lnTo>
                <a:lnTo>
                  <a:pt x="66932" y="66570"/>
                </a:lnTo>
                <a:close/>
                <a:moveTo>
                  <a:pt x="134408" y="140929"/>
                </a:moveTo>
                <a:close/>
                <a:moveTo>
                  <a:pt x="205416" y="37768"/>
                </a:moveTo>
                <a:cubicBezTo>
                  <a:pt x="206805" y="37768"/>
                  <a:pt x="208405" y="37859"/>
                  <a:pt x="210217" y="38040"/>
                </a:cubicBezTo>
                <a:cubicBezTo>
                  <a:pt x="212089" y="38161"/>
                  <a:pt x="213598" y="38342"/>
                  <a:pt x="214745" y="38584"/>
                </a:cubicBezTo>
                <a:lnTo>
                  <a:pt x="212662" y="64487"/>
                </a:lnTo>
                <a:cubicBezTo>
                  <a:pt x="211757" y="64185"/>
                  <a:pt x="210458" y="63974"/>
                  <a:pt x="208768" y="63853"/>
                </a:cubicBezTo>
                <a:cubicBezTo>
                  <a:pt x="207137" y="63672"/>
                  <a:pt x="205718" y="63581"/>
                  <a:pt x="204511" y="63581"/>
                </a:cubicBezTo>
                <a:cubicBezTo>
                  <a:pt x="200948" y="63581"/>
                  <a:pt x="197476" y="64034"/>
                  <a:pt x="194095" y="64940"/>
                </a:cubicBezTo>
                <a:cubicBezTo>
                  <a:pt x="190774" y="65846"/>
                  <a:pt x="187785" y="67325"/>
                  <a:pt x="185128" y="69378"/>
                </a:cubicBezTo>
                <a:cubicBezTo>
                  <a:pt x="182472" y="71370"/>
                  <a:pt x="180358" y="74027"/>
                  <a:pt x="178788" y="77348"/>
                </a:cubicBezTo>
                <a:cubicBezTo>
                  <a:pt x="177279" y="80609"/>
                  <a:pt x="176524" y="84624"/>
                  <a:pt x="176524" y="89394"/>
                </a:cubicBezTo>
                <a:lnTo>
                  <a:pt x="176524" y="140929"/>
                </a:lnTo>
                <a:lnTo>
                  <a:pt x="148900" y="140929"/>
                </a:lnTo>
                <a:lnTo>
                  <a:pt x="148900" y="39670"/>
                </a:lnTo>
                <a:lnTo>
                  <a:pt x="169822" y="39670"/>
                </a:lnTo>
                <a:lnTo>
                  <a:pt x="173898" y="56698"/>
                </a:lnTo>
                <a:lnTo>
                  <a:pt x="175256" y="56698"/>
                </a:lnTo>
                <a:cubicBezTo>
                  <a:pt x="177249" y="53256"/>
                  <a:pt x="179724" y="50116"/>
                  <a:pt x="182683" y="47278"/>
                </a:cubicBezTo>
                <a:cubicBezTo>
                  <a:pt x="185702" y="44380"/>
                  <a:pt x="189114" y="42086"/>
                  <a:pt x="192918" y="40395"/>
                </a:cubicBezTo>
                <a:cubicBezTo>
                  <a:pt x="196782" y="38644"/>
                  <a:pt x="200948" y="37768"/>
                  <a:pt x="205416" y="37768"/>
                </a:cubicBezTo>
                <a:close/>
                <a:moveTo>
                  <a:pt x="218640" y="140929"/>
                </a:moveTo>
                <a:close/>
                <a:moveTo>
                  <a:pt x="260756" y="39670"/>
                </a:moveTo>
                <a:lnTo>
                  <a:pt x="260756" y="140929"/>
                </a:lnTo>
                <a:lnTo>
                  <a:pt x="233131" y="140929"/>
                </a:lnTo>
                <a:lnTo>
                  <a:pt x="233131" y="39670"/>
                </a:lnTo>
                <a:lnTo>
                  <a:pt x="260756" y="39670"/>
                </a:lnTo>
                <a:close/>
                <a:moveTo>
                  <a:pt x="246989" y="0"/>
                </a:moveTo>
                <a:cubicBezTo>
                  <a:pt x="251095" y="0"/>
                  <a:pt x="254627" y="966"/>
                  <a:pt x="257586" y="2898"/>
                </a:cubicBezTo>
                <a:cubicBezTo>
                  <a:pt x="260544" y="4770"/>
                  <a:pt x="262024" y="8302"/>
                  <a:pt x="262024" y="13495"/>
                </a:cubicBezTo>
                <a:cubicBezTo>
                  <a:pt x="262024" y="18628"/>
                  <a:pt x="260544" y="22190"/>
                  <a:pt x="257586" y="24183"/>
                </a:cubicBezTo>
                <a:cubicBezTo>
                  <a:pt x="254627" y="26115"/>
                  <a:pt x="251095" y="27081"/>
                  <a:pt x="246989" y="27081"/>
                </a:cubicBezTo>
                <a:cubicBezTo>
                  <a:pt x="242823" y="27081"/>
                  <a:pt x="239260" y="26115"/>
                  <a:pt x="236301" y="24183"/>
                </a:cubicBezTo>
                <a:cubicBezTo>
                  <a:pt x="233403" y="22190"/>
                  <a:pt x="231954" y="18628"/>
                  <a:pt x="231954" y="13495"/>
                </a:cubicBezTo>
                <a:cubicBezTo>
                  <a:pt x="231954" y="8302"/>
                  <a:pt x="233403" y="4770"/>
                  <a:pt x="236301" y="2898"/>
                </a:cubicBezTo>
                <a:cubicBezTo>
                  <a:pt x="239260" y="966"/>
                  <a:pt x="242823" y="0"/>
                  <a:pt x="246989" y="0"/>
                </a:cubicBezTo>
                <a:close/>
                <a:moveTo>
                  <a:pt x="275338" y="140929"/>
                </a:moveTo>
                <a:close/>
                <a:moveTo>
                  <a:pt x="321892" y="142741"/>
                </a:moveTo>
                <a:cubicBezTo>
                  <a:pt x="310600" y="142741"/>
                  <a:pt x="301392" y="138333"/>
                  <a:pt x="294267" y="129517"/>
                </a:cubicBezTo>
                <a:cubicBezTo>
                  <a:pt x="287203" y="120641"/>
                  <a:pt x="283670" y="107629"/>
                  <a:pt x="283670" y="90481"/>
                </a:cubicBezTo>
                <a:cubicBezTo>
                  <a:pt x="283670" y="73152"/>
                  <a:pt x="287263" y="60049"/>
                  <a:pt x="294448" y="51173"/>
                </a:cubicBezTo>
                <a:cubicBezTo>
                  <a:pt x="301634" y="42237"/>
                  <a:pt x="311023" y="37768"/>
                  <a:pt x="322616" y="37768"/>
                </a:cubicBezTo>
                <a:cubicBezTo>
                  <a:pt x="327447" y="37768"/>
                  <a:pt x="331704" y="38433"/>
                  <a:pt x="335387" y="39761"/>
                </a:cubicBezTo>
                <a:cubicBezTo>
                  <a:pt x="339070" y="41089"/>
                  <a:pt x="342240" y="42871"/>
                  <a:pt x="344897" y="45105"/>
                </a:cubicBezTo>
                <a:cubicBezTo>
                  <a:pt x="347614" y="47339"/>
                  <a:pt x="349908" y="49845"/>
                  <a:pt x="351780" y="52622"/>
                </a:cubicBezTo>
                <a:lnTo>
                  <a:pt x="352686" y="52622"/>
                </a:lnTo>
                <a:cubicBezTo>
                  <a:pt x="352324" y="50690"/>
                  <a:pt x="351871" y="47852"/>
                  <a:pt x="351327" y="44108"/>
                </a:cubicBezTo>
                <a:cubicBezTo>
                  <a:pt x="350844" y="40304"/>
                  <a:pt x="350603" y="36410"/>
                  <a:pt x="350603" y="32425"/>
                </a:cubicBezTo>
                <a:lnTo>
                  <a:pt x="350603" y="0"/>
                </a:lnTo>
                <a:lnTo>
                  <a:pt x="378318" y="0"/>
                </a:lnTo>
                <a:lnTo>
                  <a:pt x="378318" y="140929"/>
                </a:lnTo>
                <a:lnTo>
                  <a:pt x="357124" y="140929"/>
                </a:lnTo>
                <a:lnTo>
                  <a:pt x="351780" y="127797"/>
                </a:lnTo>
                <a:lnTo>
                  <a:pt x="350603" y="127797"/>
                </a:lnTo>
                <a:cubicBezTo>
                  <a:pt x="348852" y="130574"/>
                  <a:pt x="346648" y="133110"/>
                  <a:pt x="343991" y="135405"/>
                </a:cubicBezTo>
                <a:cubicBezTo>
                  <a:pt x="341395" y="137639"/>
                  <a:pt x="338285" y="139420"/>
                  <a:pt x="334662" y="140748"/>
                </a:cubicBezTo>
                <a:cubicBezTo>
                  <a:pt x="331039" y="142077"/>
                  <a:pt x="326782" y="142741"/>
                  <a:pt x="321892" y="142741"/>
                </a:cubicBezTo>
                <a:close/>
                <a:moveTo>
                  <a:pt x="331583" y="120732"/>
                </a:moveTo>
                <a:cubicBezTo>
                  <a:pt x="339130" y="120732"/>
                  <a:pt x="344444" y="118498"/>
                  <a:pt x="347523" y="114030"/>
                </a:cubicBezTo>
                <a:cubicBezTo>
                  <a:pt x="350663" y="109501"/>
                  <a:pt x="352324" y="102708"/>
                  <a:pt x="352505" y="93651"/>
                </a:cubicBezTo>
                <a:lnTo>
                  <a:pt x="352505" y="90662"/>
                </a:lnTo>
                <a:cubicBezTo>
                  <a:pt x="352505" y="80820"/>
                  <a:pt x="350995" y="73303"/>
                  <a:pt x="347976" y="68110"/>
                </a:cubicBezTo>
                <a:cubicBezTo>
                  <a:pt x="344957" y="62857"/>
                  <a:pt x="339342" y="60230"/>
                  <a:pt x="331130" y="60230"/>
                </a:cubicBezTo>
                <a:cubicBezTo>
                  <a:pt x="325031" y="60230"/>
                  <a:pt x="320261" y="62857"/>
                  <a:pt x="316820" y="68110"/>
                </a:cubicBezTo>
                <a:cubicBezTo>
                  <a:pt x="313378" y="73363"/>
                  <a:pt x="311657" y="80941"/>
                  <a:pt x="311657" y="90843"/>
                </a:cubicBezTo>
                <a:cubicBezTo>
                  <a:pt x="311657" y="100746"/>
                  <a:pt x="313378" y="108203"/>
                  <a:pt x="316820" y="113215"/>
                </a:cubicBezTo>
                <a:cubicBezTo>
                  <a:pt x="320322" y="118226"/>
                  <a:pt x="325243" y="120732"/>
                  <a:pt x="331583" y="120732"/>
                </a:cubicBezTo>
                <a:close/>
                <a:moveTo>
                  <a:pt x="440903" y="140929"/>
                </a:moveTo>
                <a:close/>
                <a:moveTo>
                  <a:pt x="457568" y="140929"/>
                </a:moveTo>
                <a:lnTo>
                  <a:pt x="457568" y="8514"/>
                </a:lnTo>
                <a:lnTo>
                  <a:pt x="485645" y="8514"/>
                </a:lnTo>
                <a:lnTo>
                  <a:pt x="485645" y="117743"/>
                </a:lnTo>
                <a:lnTo>
                  <a:pt x="539354" y="117743"/>
                </a:lnTo>
                <a:lnTo>
                  <a:pt x="539354" y="140929"/>
                </a:lnTo>
                <a:lnTo>
                  <a:pt x="457568" y="140929"/>
                </a:lnTo>
                <a:close/>
                <a:moveTo>
                  <a:pt x="545785" y="140929"/>
                </a:moveTo>
                <a:close/>
                <a:moveTo>
                  <a:pt x="652297" y="90119"/>
                </a:moveTo>
                <a:cubicBezTo>
                  <a:pt x="652297" y="98572"/>
                  <a:pt x="651150" y="106059"/>
                  <a:pt x="648855" y="112581"/>
                </a:cubicBezTo>
                <a:cubicBezTo>
                  <a:pt x="646621" y="119102"/>
                  <a:pt x="643330" y="124627"/>
                  <a:pt x="638983" y="129155"/>
                </a:cubicBezTo>
                <a:cubicBezTo>
                  <a:pt x="634696" y="133623"/>
                  <a:pt x="629503" y="137005"/>
                  <a:pt x="623405" y="139299"/>
                </a:cubicBezTo>
                <a:cubicBezTo>
                  <a:pt x="617367" y="141594"/>
                  <a:pt x="610543" y="142741"/>
                  <a:pt x="602935" y="142741"/>
                </a:cubicBezTo>
                <a:cubicBezTo>
                  <a:pt x="595810" y="142741"/>
                  <a:pt x="589259" y="141594"/>
                  <a:pt x="583281" y="139299"/>
                </a:cubicBezTo>
                <a:cubicBezTo>
                  <a:pt x="577364" y="137005"/>
                  <a:pt x="572201" y="133623"/>
                  <a:pt x="567794" y="129155"/>
                </a:cubicBezTo>
                <a:cubicBezTo>
                  <a:pt x="563446" y="124627"/>
                  <a:pt x="560065" y="119102"/>
                  <a:pt x="557650" y="112581"/>
                </a:cubicBezTo>
                <a:cubicBezTo>
                  <a:pt x="555295" y="106059"/>
                  <a:pt x="554117" y="98572"/>
                  <a:pt x="554117" y="90119"/>
                </a:cubicBezTo>
                <a:cubicBezTo>
                  <a:pt x="554117" y="78888"/>
                  <a:pt x="556110" y="69378"/>
                  <a:pt x="560095" y="61589"/>
                </a:cubicBezTo>
                <a:cubicBezTo>
                  <a:pt x="564080" y="53800"/>
                  <a:pt x="569756" y="47882"/>
                  <a:pt x="577123" y="43837"/>
                </a:cubicBezTo>
                <a:cubicBezTo>
                  <a:pt x="584489" y="39791"/>
                  <a:pt x="593274" y="37768"/>
                  <a:pt x="603479" y="37768"/>
                </a:cubicBezTo>
                <a:cubicBezTo>
                  <a:pt x="612959" y="37768"/>
                  <a:pt x="621352" y="39791"/>
                  <a:pt x="628658" y="43837"/>
                </a:cubicBezTo>
                <a:cubicBezTo>
                  <a:pt x="636024" y="47882"/>
                  <a:pt x="641791" y="53800"/>
                  <a:pt x="645957" y="61589"/>
                </a:cubicBezTo>
                <a:cubicBezTo>
                  <a:pt x="650184" y="69378"/>
                  <a:pt x="652297" y="78888"/>
                  <a:pt x="652297" y="90119"/>
                </a:cubicBezTo>
                <a:close/>
                <a:moveTo>
                  <a:pt x="582285" y="90119"/>
                </a:moveTo>
                <a:cubicBezTo>
                  <a:pt x="582285" y="96761"/>
                  <a:pt x="583010" y="102346"/>
                  <a:pt x="584459" y="106875"/>
                </a:cubicBezTo>
                <a:cubicBezTo>
                  <a:pt x="585908" y="111403"/>
                  <a:pt x="588172" y="114815"/>
                  <a:pt x="591252" y="117109"/>
                </a:cubicBezTo>
                <a:cubicBezTo>
                  <a:pt x="594331" y="119404"/>
                  <a:pt x="598346" y="120551"/>
                  <a:pt x="603298" y="120551"/>
                </a:cubicBezTo>
                <a:cubicBezTo>
                  <a:pt x="608189" y="120551"/>
                  <a:pt x="612144" y="119404"/>
                  <a:pt x="615163" y="117109"/>
                </a:cubicBezTo>
                <a:cubicBezTo>
                  <a:pt x="618242" y="114815"/>
                  <a:pt x="620476" y="111403"/>
                  <a:pt x="621865" y="106875"/>
                </a:cubicBezTo>
                <a:cubicBezTo>
                  <a:pt x="623314" y="102346"/>
                  <a:pt x="624039" y="96761"/>
                  <a:pt x="624039" y="90119"/>
                </a:cubicBezTo>
                <a:cubicBezTo>
                  <a:pt x="624039" y="83416"/>
                  <a:pt x="623314" y="77861"/>
                  <a:pt x="621865" y="73454"/>
                </a:cubicBezTo>
                <a:cubicBezTo>
                  <a:pt x="620476" y="68985"/>
                  <a:pt x="618242" y="65634"/>
                  <a:pt x="615163" y="63400"/>
                </a:cubicBezTo>
                <a:cubicBezTo>
                  <a:pt x="612083" y="61166"/>
                  <a:pt x="608068" y="60049"/>
                  <a:pt x="603117" y="60049"/>
                </a:cubicBezTo>
                <a:cubicBezTo>
                  <a:pt x="595810" y="60049"/>
                  <a:pt x="590497" y="62555"/>
                  <a:pt x="587176" y="67566"/>
                </a:cubicBezTo>
                <a:cubicBezTo>
                  <a:pt x="583915" y="72578"/>
                  <a:pt x="582285" y="80096"/>
                  <a:pt x="582285" y="90119"/>
                </a:cubicBezTo>
                <a:close/>
                <a:moveTo>
                  <a:pt x="660630" y="140929"/>
                </a:moveTo>
                <a:close/>
                <a:moveTo>
                  <a:pt x="767142" y="90119"/>
                </a:moveTo>
                <a:cubicBezTo>
                  <a:pt x="767142" y="98572"/>
                  <a:pt x="765995" y="106059"/>
                  <a:pt x="763700" y="112581"/>
                </a:cubicBezTo>
                <a:cubicBezTo>
                  <a:pt x="761466" y="119102"/>
                  <a:pt x="758175" y="124627"/>
                  <a:pt x="753828" y="129155"/>
                </a:cubicBezTo>
                <a:cubicBezTo>
                  <a:pt x="749541" y="133623"/>
                  <a:pt x="744348" y="137005"/>
                  <a:pt x="738249" y="139299"/>
                </a:cubicBezTo>
                <a:cubicBezTo>
                  <a:pt x="732211" y="141594"/>
                  <a:pt x="725388" y="142741"/>
                  <a:pt x="717780" y="142741"/>
                </a:cubicBezTo>
                <a:cubicBezTo>
                  <a:pt x="710655" y="142741"/>
                  <a:pt x="704104" y="141594"/>
                  <a:pt x="698126" y="139299"/>
                </a:cubicBezTo>
                <a:cubicBezTo>
                  <a:pt x="692209" y="137005"/>
                  <a:pt x="687046" y="133623"/>
                  <a:pt x="682638" y="129155"/>
                </a:cubicBezTo>
                <a:cubicBezTo>
                  <a:pt x="678291" y="124627"/>
                  <a:pt x="674910" y="119102"/>
                  <a:pt x="672494" y="112581"/>
                </a:cubicBezTo>
                <a:cubicBezTo>
                  <a:pt x="670140" y="106059"/>
                  <a:pt x="668962" y="98572"/>
                  <a:pt x="668962" y="90119"/>
                </a:cubicBezTo>
                <a:cubicBezTo>
                  <a:pt x="668962" y="78888"/>
                  <a:pt x="670955" y="69378"/>
                  <a:pt x="674940" y="61589"/>
                </a:cubicBezTo>
                <a:cubicBezTo>
                  <a:pt x="678925" y="53800"/>
                  <a:pt x="684601" y="47882"/>
                  <a:pt x="691967" y="43837"/>
                </a:cubicBezTo>
                <a:cubicBezTo>
                  <a:pt x="699334" y="39791"/>
                  <a:pt x="708119" y="37768"/>
                  <a:pt x="718324" y="37768"/>
                </a:cubicBezTo>
                <a:cubicBezTo>
                  <a:pt x="727804" y="37768"/>
                  <a:pt x="736197" y="39791"/>
                  <a:pt x="743503" y="43837"/>
                </a:cubicBezTo>
                <a:cubicBezTo>
                  <a:pt x="750869" y="47882"/>
                  <a:pt x="756636" y="53800"/>
                  <a:pt x="760802" y="61589"/>
                </a:cubicBezTo>
                <a:cubicBezTo>
                  <a:pt x="765029" y="69378"/>
                  <a:pt x="767142" y="78888"/>
                  <a:pt x="767142" y="90119"/>
                </a:cubicBezTo>
                <a:close/>
                <a:moveTo>
                  <a:pt x="697130" y="90119"/>
                </a:moveTo>
                <a:cubicBezTo>
                  <a:pt x="697130" y="96761"/>
                  <a:pt x="697855" y="102346"/>
                  <a:pt x="699304" y="106875"/>
                </a:cubicBezTo>
                <a:cubicBezTo>
                  <a:pt x="700753" y="111403"/>
                  <a:pt x="703017" y="114815"/>
                  <a:pt x="706097" y="117109"/>
                </a:cubicBezTo>
                <a:cubicBezTo>
                  <a:pt x="709176" y="119404"/>
                  <a:pt x="713191" y="120551"/>
                  <a:pt x="718143" y="120551"/>
                </a:cubicBezTo>
                <a:cubicBezTo>
                  <a:pt x="723033" y="120551"/>
                  <a:pt x="726988" y="119404"/>
                  <a:pt x="730007" y="117109"/>
                </a:cubicBezTo>
                <a:cubicBezTo>
                  <a:pt x="733087" y="114815"/>
                  <a:pt x="735321" y="111403"/>
                  <a:pt x="736710" y="106875"/>
                </a:cubicBezTo>
                <a:cubicBezTo>
                  <a:pt x="738159" y="102346"/>
                  <a:pt x="738883" y="96761"/>
                  <a:pt x="738883" y="90119"/>
                </a:cubicBezTo>
                <a:cubicBezTo>
                  <a:pt x="738883" y="83416"/>
                  <a:pt x="738159" y="77861"/>
                  <a:pt x="736710" y="73454"/>
                </a:cubicBezTo>
                <a:cubicBezTo>
                  <a:pt x="735321" y="68985"/>
                  <a:pt x="733087" y="65634"/>
                  <a:pt x="730007" y="63400"/>
                </a:cubicBezTo>
                <a:cubicBezTo>
                  <a:pt x="726928" y="61166"/>
                  <a:pt x="722913" y="60049"/>
                  <a:pt x="717961" y="60049"/>
                </a:cubicBezTo>
                <a:cubicBezTo>
                  <a:pt x="710655" y="60049"/>
                  <a:pt x="705342" y="62555"/>
                  <a:pt x="702021" y="67566"/>
                </a:cubicBezTo>
                <a:cubicBezTo>
                  <a:pt x="698760" y="72578"/>
                  <a:pt x="697130" y="80096"/>
                  <a:pt x="697130" y="90119"/>
                </a:cubicBezTo>
                <a:close/>
                <a:moveTo>
                  <a:pt x="775474" y="140929"/>
                </a:moveTo>
                <a:close/>
                <a:moveTo>
                  <a:pt x="846301" y="37768"/>
                </a:moveTo>
                <a:cubicBezTo>
                  <a:pt x="857713" y="37768"/>
                  <a:pt x="866922" y="42206"/>
                  <a:pt x="873926" y="51082"/>
                </a:cubicBezTo>
                <a:cubicBezTo>
                  <a:pt x="880990" y="59958"/>
                  <a:pt x="884523" y="72971"/>
                  <a:pt x="884523" y="90119"/>
                </a:cubicBezTo>
                <a:cubicBezTo>
                  <a:pt x="884523" y="101591"/>
                  <a:pt x="882862" y="111252"/>
                  <a:pt x="879541" y="119102"/>
                </a:cubicBezTo>
                <a:cubicBezTo>
                  <a:pt x="876220" y="126891"/>
                  <a:pt x="871631" y="132778"/>
                  <a:pt x="865774" y="136763"/>
                </a:cubicBezTo>
                <a:cubicBezTo>
                  <a:pt x="859917" y="140748"/>
                  <a:pt x="853185" y="142741"/>
                  <a:pt x="845577" y="142741"/>
                </a:cubicBezTo>
                <a:cubicBezTo>
                  <a:pt x="840686" y="142741"/>
                  <a:pt x="836490" y="142137"/>
                  <a:pt x="832987" y="140929"/>
                </a:cubicBezTo>
                <a:cubicBezTo>
                  <a:pt x="829485" y="139661"/>
                  <a:pt x="826496" y="138061"/>
                  <a:pt x="824021" y="136129"/>
                </a:cubicBezTo>
                <a:cubicBezTo>
                  <a:pt x="821545" y="134137"/>
                  <a:pt x="819402" y="132023"/>
                  <a:pt x="817590" y="129789"/>
                </a:cubicBezTo>
                <a:lnTo>
                  <a:pt x="816141" y="129789"/>
                </a:lnTo>
                <a:cubicBezTo>
                  <a:pt x="816624" y="132204"/>
                  <a:pt x="816986" y="134680"/>
                  <a:pt x="817228" y="137216"/>
                </a:cubicBezTo>
                <a:cubicBezTo>
                  <a:pt x="817469" y="139752"/>
                  <a:pt x="817590" y="142228"/>
                  <a:pt x="817590" y="144643"/>
                </a:cubicBezTo>
                <a:lnTo>
                  <a:pt x="817590" y="185491"/>
                </a:lnTo>
                <a:lnTo>
                  <a:pt x="789966" y="185491"/>
                </a:lnTo>
                <a:lnTo>
                  <a:pt x="789966" y="39670"/>
                </a:lnTo>
                <a:lnTo>
                  <a:pt x="812428" y="39670"/>
                </a:lnTo>
                <a:lnTo>
                  <a:pt x="816322" y="52803"/>
                </a:lnTo>
                <a:lnTo>
                  <a:pt x="817590" y="52803"/>
                </a:lnTo>
                <a:cubicBezTo>
                  <a:pt x="819402" y="50086"/>
                  <a:pt x="821606" y="47580"/>
                  <a:pt x="824202" y="45286"/>
                </a:cubicBezTo>
                <a:cubicBezTo>
                  <a:pt x="826798" y="42991"/>
                  <a:pt x="829908" y="41180"/>
                  <a:pt x="833531" y="39852"/>
                </a:cubicBezTo>
                <a:cubicBezTo>
                  <a:pt x="837214" y="38463"/>
                  <a:pt x="841471" y="37768"/>
                  <a:pt x="846301" y="37768"/>
                </a:cubicBezTo>
                <a:close/>
                <a:moveTo>
                  <a:pt x="837425" y="59868"/>
                </a:moveTo>
                <a:cubicBezTo>
                  <a:pt x="832595" y="59868"/>
                  <a:pt x="828761" y="60864"/>
                  <a:pt x="825923" y="62857"/>
                </a:cubicBezTo>
                <a:cubicBezTo>
                  <a:pt x="823085" y="64849"/>
                  <a:pt x="821002" y="67838"/>
                  <a:pt x="819673" y="71823"/>
                </a:cubicBezTo>
                <a:cubicBezTo>
                  <a:pt x="818405" y="75808"/>
                  <a:pt x="817711" y="80850"/>
                  <a:pt x="817590" y="86949"/>
                </a:cubicBezTo>
                <a:lnTo>
                  <a:pt x="817590" y="89938"/>
                </a:lnTo>
                <a:cubicBezTo>
                  <a:pt x="817590" y="96459"/>
                  <a:pt x="818194" y="101984"/>
                  <a:pt x="819402" y="106512"/>
                </a:cubicBezTo>
                <a:cubicBezTo>
                  <a:pt x="820670" y="111041"/>
                  <a:pt x="822753" y="114483"/>
                  <a:pt x="825651" y="116837"/>
                </a:cubicBezTo>
                <a:cubicBezTo>
                  <a:pt x="828610" y="119192"/>
                  <a:pt x="832655" y="120370"/>
                  <a:pt x="837788" y="120370"/>
                </a:cubicBezTo>
                <a:cubicBezTo>
                  <a:pt x="842014" y="120370"/>
                  <a:pt x="845486" y="119192"/>
                  <a:pt x="848203" y="116837"/>
                </a:cubicBezTo>
                <a:cubicBezTo>
                  <a:pt x="850921" y="114483"/>
                  <a:pt x="852943" y="111041"/>
                  <a:pt x="854272" y="106512"/>
                </a:cubicBezTo>
                <a:cubicBezTo>
                  <a:pt x="855661" y="101923"/>
                  <a:pt x="856355" y="96338"/>
                  <a:pt x="856355" y="89756"/>
                </a:cubicBezTo>
                <a:cubicBezTo>
                  <a:pt x="856355" y="79854"/>
                  <a:pt x="854815" y="72397"/>
                  <a:pt x="851736" y="67385"/>
                </a:cubicBezTo>
                <a:cubicBezTo>
                  <a:pt x="848656" y="62374"/>
                  <a:pt x="843886" y="59868"/>
                  <a:pt x="837425" y="59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9FE53-D9CD-4094-A7A1-0602BAC4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16" y="4897201"/>
            <a:ext cx="69559" cy="7729"/>
          </a:xfrm>
          <a:custGeom xmlns:a="http://schemas.openxmlformats.org/drawingml/2006/main">
            <a:pathLst>
              <a:path w="69559" h="7729">
                <a:moveTo>
                  <a:pt x="65695" y="7729"/>
                </a:moveTo>
                <a:cubicBezTo>
                  <a:pt x="67829" y="7729"/>
                  <a:pt x="69559" y="5999"/>
                  <a:pt x="69559" y="3864"/>
                </a:cubicBezTo>
                <a:cubicBezTo>
                  <a:pt x="69559" y="1730"/>
                  <a:pt x="67829" y="0"/>
                  <a:pt x="65695" y="0"/>
                </a:cubicBezTo>
                <a:lnTo>
                  <a:pt x="65695" y="7729"/>
                </a:lnTo>
                <a:close/>
                <a:moveTo>
                  <a:pt x="3864" y="0"/>
                </a:moveTo>
                <a:cubicBezTo>
                  <a:pt x="1730" y="0"/>
                  <a:pt x="0" y="1730"/>
                  <a:pt x="0" y="3864"/>
                </a:cubicBezTo>
                <a:cubicBezTo>
                  <a:pt x="0" y="5999"/>
                  <a:pt x="1730" y="7729"/>
                  <a:pt x="3864" y="7729"/>
                </a:cubicBezTo>
                <a:lnTo>
                  <a:pt x="3864" y="0"/>
                </a:lnTo>
                <a:close/>
                <a:moveTo>
                  <a:pt x="65695" y="0"/>
                </a:moveTo>
                <a:lnTo>
                  <a:pt x="3864" y="0"/>
                </a:lnTo>
                <a:lnTo>
                  <a:pt x="3864" y="7729"/>
                </a:lnTo>
                <a:lnTo>
                  <a:pt x="65695" y="7729"/>
                </a:lnTo>
                <a:lnTo>
                  <a:pt x="656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CE561-5893-4C2A-AE41-649C7FC1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16" y="4541677"/>
            <a:ext cx="69559" cy="7729"/>
          </a:xfrm>
          <a:custGeom xmlns:a="http://schemas.openxmlformats.org/drawingml/2006/main">
            <a:pathLst>
              <a:path w="69559" h="7729">
                <a:moveTo>
                  <a:pt x="65695" y="7729"/>
                </a:moveTo>
                <a:cubicBezTo>
                  <a:pt x="67829" y="7729"/>
                  <a:pt x="69559" y="5999"/>
                  <a:pt x="69559" y="3864"/>
                </a:cubicBezTo>
                <a:cubicBezTo>
                  <a:pt x="69559" y="1730"/>
                  <a:pt x="67829" y="0"/>
                  <a:pt x="65695" y="0"/>
                </a:cubicBezTo>
                <a:lnTo>
                  <a:pt x="65695" y="7729"/>
                </a:lnTo>
                <a:close/>
                <a:moveTo>
                  <a:pt x="3864" y="0"/>
                </a:moveTo>
                <a:cubicBezTo>
                  <a:pt x="1730" y="0"/>
                  <a:pt x="0" y="1730"/>
                  <a:pt x="0" y="3864"/>
                </a:cubicBezTo>
                <a:cubicBezTo>
                  <a:pt x="0" y="5999"/>
                  <a:pt x="1730" y="7729"/>
                  <a:pt x="3864" y="7729"/>
                </a:cubicBezTo>
                <a:lnTo>
                  <a:pt x="3864" y="0"/>
                </a:lnTo>
                <a:close/>
                <a:moveTo>
                  <a:pt x="65695" y="0"/>
                </a:moveTo>
                <a:lnTo>
                  <a:pt x="3864" y="0"/>
                </a:lnTo>
                <a:lnTo>
                  <a:pt x="3864" y="7729"/>
                </a:lnTo>
                <a:lnTo>
                  <a:pt x="65695" y="7729"/>
                </a:lnTo>
                <a:lnTo>
                  <a:pt x="656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A8787-1BAF-4435-936E-A816B1ED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031" y="4547601"/>
            <a:ext cx="7729" cy="351402"/>
          </a:xfrm>
          <a:custGeom xmlns:a="http://schemas.openxmlformats.org/drawingml/2006/main">
            <a:pathLst>
              <a:path w="7729" h="351402">
                <a:moveTo>
                  <a:pt x="0" y="347538"/>
                </a:moveTo>
                <a:cubicBezTo>
                  <a:pt x="0" y="349672"/>
                  <a:pt x="1730" y="351402"/>
                  <a:pt x="3864" y="351402"/>
                </a:cubicBezTo>
                <a:cubicBezTo>
                  <a:pt x="5999" y="351402"/>
                  <a:pt x="7729" y="349672"/>
                  <a:pt x="7729" y="347538"/>
                </a:cubicBezTo>
                <a:lnTo>
                  <a:pt x="0" y="347538"/>
                </a:lnTo>
                <a:close/>
                <a:moveTo>
                  <a:pt x="7729" y="3864"/>
                </a:moveTo>
                <a:cubicBezTo>
                  <a:pt x="7729" y="1730"/>
                  <a:pt x="5999" y="0"/>
                  <a:pt x="3864" y="0"/>
                </a:cubicBezTo>
                <a:cubicBezTo>
                  <a:pt x="1730" y="0"/>
                  <a:pt x="0" y="1730"/>
                  <a:pt x="0" y="3864"/>
                </a:cubicBezTo>
                <a:lnTo>
                  <a:pt x="7729" y="3864"/>
                </a:lnTo>
                <a:close/>
                <a:moveTo>
                  <a:pt x="7729" y="347538"/>
                </a:moveTo>
                <a:lnTo>
                  <a:pt x="7729" y="3864"/>
                </a:lnTo>
                <a:lnTo>
                  <a:pt x="0" y="3864"/>
                </a:lnTo>
                <a:lnTo>
                  <a:pt x="0" y="347538"/>
                </a:lnTo>
                <a:lnTo>
                  <a:pt x="7729" y="3475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6671F-08F6-45E7-A3F2-25D0531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692" y="4970623"/>
            <a:ext cx="82057" cy="114104"/>
          </a:xfrm>
          <a:custGeom xmlns:a="http://schemas.openxmlformats.org/drawingml/2006/main">
            <a:pathLst>
              <a:path w="82057" h="114104">
                <a:moveTo>
                  <a:pt x="14405" y="1780"/>
                </a:moveTo>
                <a:cubicBezTo>
                  <a:pt x="14512" y="1780"/>
                  <a:pt x="18397" y="1511"/>
                  <a:pt x="26058" y="971"/>
                </a:cubicBezTo>
                <a:cubicBezTo>
                  <a:pt x="33719" y="432"/>
                  <a:pt x="37657" y="108"/>
                  <a:pt x="37873" y="0"/>
                </a:cubicBezTo>
                <a:cubicBezTo>
                  <a:pt x="39167" y="0"/>
                  <a:pt x="39815" y="486"/>
                  <a:pt x="39815" y="1457"/>
                </a:cubicBezTo>
                <a:cubicBezTo>
                  <a:pt x="39815" y="2644"/>
                  <a:pt x="37873" y="10790"/>
                  <a:pt x="33988" y="25896"/>
                </a:cubicBezTo>
                <a:cubicBezTo>
                  <a:pt x="29888" y="41865"/>
                  <a:pt x="27838" y="50011"/>
                  <a:pt x="27838" y="50335"/>
                </a:cubicBezTo>
                <a:cubicBezTo>
                  <a:pt x="27838" y="50551"/>
                  <a:pt x="28216" y="50281"/>
                  <a:pt x="28971" y="49526"/>
                </a:cubicBezTo>
                <a:cubicBezTo>
                  <a:pt x="35553" y="43699"/>
                  <a:pt x="42566" y="40786"/>
                  <a:pt x="50011" y="40786"/>
                </a:cubicBezTo>
                <a:cubicBezTo>
                  <a:pt x="55838" y="40786"/>
                  <a:pt x="60532" y="42243"/>
                  <a:pt x="64092" y="45156"/>
                </a:cubicBezTo>
                <a:cubicBezTo>
                  <a:pt x="67653" y="48069"/>
                  <a:pt x="69487" y="52331"/>
                  <a:pt x="69595" y="57942"/>
                </a:cubicBezTo>
                <a:cubicBezTo>
                  <a:pt x="69595" y="63445"/>
                  <a:pt x="67545" y="71969"/>
                  <a:pt x="63445" y="83514"/>
                </a:cubicBezTo>
                <a:cubicBezTo>
                  <a:pt x="59345" y="95059"/>
                  <a:pt x="57295" y="101965"/>
                  <a:pt x="57295" y="104231"/>
                </a:cubicBezTo>
                <a:cubicBezTo>
                  <a:pt x="57402" y="105741"/>
                  <a:pt x="57672" y="106766"/>
                  <a:pt x="58104" y="107306"/>
                </a:cubicBezTo>
                <a:cubicBezTo>
                  <a:pt x="58535" y="107845"/>
                  <a:pt x="59345" y="108115"/>
                  <a:pt x="60532" y="108115"/>
                </a:cubicBezTo>
                <a:cubicBezTo>
                  <a:pt x="63553" y="108115"/>
                  <a:pt x="66358" y="106497"/>
                  <a:pt x="68948" y="103260"/>
                </a:cubicBezTo>
                <a:cubicBezTo>
                  <a:pt x="71537" y="100023"/>
                  <a:pt x="73641" y="95599"/>
                  <a:pt x="75260" y="89988"/>
                </a:cubicBezTo>
                <a:cubicBezTo>
                  <a:pt x="75584" y="88801"/>
                  <a:pt x="75907" y="88100"/>
                  <a:pt x="76231" y="87884"/>
                </a:cubicBezTo>
                <a:cubicBezTo>
                  <a:pt x="76555" y="87668"/>
                  <a:pt x="77418" y="87560"/>
                  <a:pt x="78821" y="87560"/>
                </a:cubicBezTo>
                <a:cubicBezTo>
                  <a:pt x="80979" y="87560"/>
                  <a:pt x="82057" y="87992"/>
                  <a:pt x="82057" y="88855"/>
                </a:cubicBezTo>
                <a:cubicBezTo>
                  <a:pt x="82057" y="88963"/>
                  <a:pt x="81842" y="89772"/>
                  <a:pt x="81410" y="91283"/>
                </a:cubicBezTo>
                <a:cubicBezTo>
                  <a:pt x="79684" y="97649"/>
                  <a:pt x="76932" y="102882"/>
                  <a:pt x="73156" y="106982"/>
                </a:cubicBezTo>
                <a:cubicBezTo>
                  <a:pt x="69487" y="111622"/>
                  <a:pt x="65117" y="113942"/>
                  <a:pt x="60046" y="113942"/>
                </a:cubicBezTo>
                <a:lnTo>
                  <a:pt x="59237" y="113942"/>
                </a:lnTo>
                <a:cubicBezTo>
                  <a:pt x="54166" y="113942"/>
                  <a:pt x="50497" y="112485"/>
                  <a:pt x="48231" y="109572"/>
                </a:cubicBezTo>
                <a:cubicBezTo>
                  <a:pt x="45965" y="106659"/>
                  <a:pt x="44832" y="103583"/>
                  <a:pt x="44832" y="100346"/>
                </a:cubicBezTo>
                <a:cubicBezTo>
                  <a:pt x="44832" y="98620"/>
                  <a:pt x="46774" y="92254"/>
                  <a:pt x="50659" y="81248"/>
                </a:cubicBezTo>
                <a:cubicBezTo>
                  <a:pt x="54543" y="70243"/>
                  <a:pt x="56539" y="61988"/>
                  <a:pt x="56647" y="56485"/>
                </a:cubicBezTo>
                <a:cubicBezTo>
                  <a:pt x="56647" y="50119"/>
                  <a:pt x="54273" y="46936"/>
                  <a:pt x="49526" y="46936"/>
                </a:cubicBezTo>
                <a:lnTo>
                  <a:pt x="48717" y="46936"/>
                </a:lnTo>
                <a:cubicBezTo>
                  <a:pt x="39761" y="46936"/>
                  <a:pt x="31992" y="52223"/>
                  <a:pt x="25410" y="62797"/>
                </a:cubicBezTo>
                <a:lnTo>
                  <a:pt x="24277" y="64901"/>
                </a:lnTo>
                <a:lnTo>
                  <a:pt x="18774" y="86751"/>
                </a:lnTo>
                <a:cubicBezTo>
                  <a:pt x="15322" y="100778"/>
                  <a:pt x="13326" y="108439"/>
                  <a:pt x="12786" y="109734"/>
                </a:cubicBezTo>
                <a:cubicBezTo>
                  <a:pt x="11383" y="112647"/>
                  <a:pt x="9010" y="114104"/>
                  <a:pt x="5665" y="114104"/>
                </a:cubicBezTo>
                <a:cubicBezTo>
                  <a:pt x="4154" y="114104"/>
                  <a:pt x="2859" y="113618"/>
                  <a:pt x="1780" y="112647"/>
                </a:cubicBezTo>
                <a:cubicBezTo>
                  <a:pt x="701" y="111676"/>
                  <a:pt x="108" y="110705"/>
                  <a:pt x="0" y="109734"/>
                </a:cubicBezTo>
                <a:cubicBezTo>
                  <a:pt x="0" y="108223"/>
                  <a:pt x="3938" y="91822"/>
                  <a:pt x="11815" y="60532"/>
                </a:cubicBezTo>
                <a:lnTo>
                  <a:pt x="23792" y="12624"/>
                </a:lnTo>
                <a:cubicBezTo>
                  <a:pt x="23792" y="11222"/>
                  <a:pt x="23414" y="10358"/>
                  <a:pt x="22659" y="10035"/>
                </a:cubicBezTo>
                <a:cubicBezTo>
                  <a:pt x="21904" y="9711"/>
                  <a:pt x="19800" y="9441"/>
                  <a:pt x="16347" y="9225"/>
                </a:cubicBezTo>
                <a:lnTo>
                  <a:pt x="12948" y="9225"/>
                </a:lnTo>
                <a:cubicBezTo>
                  <a:pt x="12301" y="8578"/>
                  <a:pt x="11977" y="8146"/>
                  <a:pt x="11977" y="7931"/>
                </a:cubicBezTo>
                <a:cubicBezTo>
                  <a:pt x="11977" y="7715"/>
                  <a:pt x="12085" y="6690"/>
                  <a:pt x="12301" y="4855"/>
                </a:cubicBezTo>
                <a:cubicBezTo>
                  <a:pt x="12840" y="2805"/>
                  <a:pt x="13541" y="1780"/>
                  <a:pt x="14405" y="17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BA008-760C-41F4-871D-612CFC07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05" y="5003480"/>
            <a:ext cx="78173" cy="78011"/>
          </a:xfrm>
          <a:custGeom xmlns:a="http://schemas.openxmlformats.org/drawingml/2006/main">
            <a:pathLst>
              <a:path w="78173" h="78011">
                <a:moveTo>
                  <a:pt x="78173" y="74774"/>
                </a:moveTo>
                <a:cubicBezTo>
                  <a:pt x="78173" y="76932"/>
                  <a:pt x="77040" y="78011"/>
                  <a:pt x="74774" y="78011"/>
                </a:cubicBezTo>
                <a:cubicBezTo>
                  <a:pt x="74235" y="78011"/>
                  <a:pt x="73048" y="77148"/>
                  <a:pt x="71214" y="75422"/>
                </a:cubicBezTo>
                <a:cubicBezTo>
                  <a:pt x="69379" y="73695"/>
                  <a:pt x="64308" y="68678"/>
                  <a:pt x="56000" y="60370"/>
                </a:cubicBezTo>
                <a:lnTo>
                  <a:pt x="39167" y="43537"/>
                </a:lnTo>
                <a:lnTo>
                  <a:pt x="22173" y="60532"/>
                </a:lnTo>
                <a:cubicBezTo>
                  <a:pt x="10736" y="71753"/>
                  <a:pt x="4855" y="77472"/>
                  <a:pt x="4532" y="77688"/>
                </a:cubicBezTo>
                <a:cubicBezTo>
                  <a:pt x="4100" y="77903"/>
                  <a:pt x="3723" y="78011"/>
                  <a:pt x="3399" y="78011"/>
                </a:cubicBezTo>
                <a:cubicBezTo>
                  <a:pt x="2536" y="78011"/>
                  <a:pt x="1780" y="77688"/>
                  <a:pt x="1133" y="77040"/>
                </a:cubicBezTo>
                <a:cubicBezTo>
                  <a:pt x="486" y="76393"/>
                  <a:pt x="108" y="75637"/>
                  <a:pt x="0" y="74774"/>
                </a:cubicBezTo>
                <a:cubicBezTo>
                  <a:pt x="0" y="74019"/>
                  <a:pt x="755" y="72832"/>
                  <a:pt x="2266" y="71214"/>
                </a:cubicBezTo>
                <a:cubicBezTo>
                  <a:pt x="3776" y="69595"/>
                  <a:pt x="8848" y="64470"/>
                  <a:pt x="17480" y="55838"/>
                </a:cubicBezTo>
                <a:lnTo>
                  <a:pt x="34312" y="39006"/>
                </a:lnTo>
                <a:lnTo>
                  <a:pt x="17480" y="22173"/>
                </a:lnTo>
                <a:cubicBezTo>
                  <a:pt x="8740" y="13433"/>
                  <a:pt x="3669" y="8308"/>
                  <a:pt x="2266" y="6798"/>
                </a:cubicBezTo>
                <a:cubicBezTo>
                  <a:pt x="863" y="5287"/>
                  <a:pt x="108" y="4100"/>
                  <a:pt x="0" y="3237"/>
                </a:cubicBezTo>
                <a:cubicBezTo>
                  <a:pt x="0" y="2266"/>
                  <a:pt x="324" y="1511"/>
                  <a:pt x="971" y="971"/>
                </a:cubicBezTo>
                <a:cubicBezTo>
                  <a:pt x="1618" y="432"/>
                  <a:pt x="2428" y="162"/>
                  <a:pt x="3399" y="162"/>
                </a:cubicBezTo>
                <a:cubicBezTo>
                  <a:pt x="3938" y="162"/>
                  <a:pt x="4316" y="216"/>
                  <a:pt x="4532" y="324"/>
                </a:cubicBezTo>
                <a:cubicBezTo>
                  <a:pt x="4855" y="539"/>
                  <a:pt x="10736" y="6258"/>
                  <a:pt x="22173" y="17480"/>
                </a:cubicBezTo>
                <a:lnTo>
                  <a:pt x="39167" y="34474"/>
                </a:lnTo>
                <a:lnTo>
                  <a:pt x="56000" y="17642"/>
                </a:lnTo>
                <a:cubicBezTo>
                  <a:pt x="64308" y="9333"/>
                  <a:pt x="69379" y="4316"/>
                  <a:pt x="71214" y="2590"/>
                </a:cubicBezTo>
                <a:cubicBezTo>
                  <a:pt x="73048" y="863"/>
                  <a:pt x="74235" y="0"/>
                  <a:pt x="74774" y="0"/>
                </a:cubicBezTo>
                <a:cubicBezTo>
                  <a:pt x="77040" y="0"/>
                  <a:pt x="78173" y="1079"/>
                  <a:pt x="78173" y="3237"/>
                </a:cubicBezTo>
                <a:cubicBezTo>
                  <a:pt x="78173" y="3992"/>
                  <a:pt x="77634" y="4963"/>
                  <a:pt x="76555" y="6150"/>
                </a:cubicBezTo>
                <a:cubicBezTo>
                  <a:pt x="75476" y="7337"/>
                  <a:pt x="70189" y="12624"/>
                  <a:pt x="60693" y="22011"/>
                </a:cubicBezTo>
                <a:lnTo>
                  <a:pt x="43861" y="39006"/>
                </a:lnTo>
                <a:lnTo>
                  <a:pt x="60693" y="56000"/>
                </a:lnTo>
                <a:cubicBezTo>
                  <a:pt x="69757" y="65063"/>
                  <a:pt x="74936" y="70296"/>
                  <a:pt x="76231" y="71699"/>
                </a:cubicBezTo>
                <a:cubicBezTo>
                  <a:pt x="77526" y="73102"/>
                  <a:pt x="78173" y="74127"/>
                  <a:pt x="78173" y="747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82EA6-C6C4-4B18-B678-1111E871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333" y="4970625"/>
            <a:ext cx="79306" cy="113942"/>
          </a:xfrm>
          <a:custGeom xmlns:a="http://schemas.openxmlformats.org/drawingml/2006/main">
            <a:pathLst>
              <a:path w="79306" h="113942">
                <a:moveTo>
                  <a:pt x="53896" y="1780"/>
                </a:moveTo>
                <a:cubicBezTo>
                  <a:pt x="54004" y="1780"/>
                  <a:pt x="57888" y="1511"/>
                  <a:pt x="65549" y="971"/>
                </a:cubicBezTo>
                <a:cubicBezTo>
                  <a:pt x="73210" y="432"/>
                  <a:pt x="77148" y="108"/>
                  <a:pt x="77364" y="0"/>
                </a:cubicBezTo>
                <a:cubicBezTo>
                  <a:pt x="78659" y="0"/>
                  <a:pt x="79306" y="432"/>
                  <a:pt x="79306" y="1295"/>
                </a:cubicBezTo>
                <a:cubicBezTo>
                  <a:pt x="79306" y="2050"/>
                  <a:pt x="75368" y="18343"/>
                  <a:pt x="67491" y="50173"/>
                </a:cubicBezTo>
                <a:cubicBezTo>
                  <a:pt x="59614" y="82004"/>
                  <a:pt x="55568" y="98242"/>
                  <a:pt x="55352" y="98890"/>
                </a:cubicBezTo>
                <a:cubicBezTo>
                  <a:pt x="55137" y="99537"/>
                  <a:pt x="55083" y="100346"/>
                  <a:pt x="55191" y="101318"/>
                </a:cubicBezTo>
                <a:cubicBezTo>
                  <a:pt x="55191" y="105849"/>
                  <a:pt x="56701" y="108115"/>
                  <a:pt x="59722" y="108115"/>
                </a:cubicBezTo>
                <a:cubicBezTo>
                  <a:pt x="60693" y="108007"/>
                  <a:pt x="61772" y="107522"/>
                  <a:pt x="62959" y="106659"/>
                </a:cubicBezTo>
                <a:cubicBezTo>
                  <a:pt x="65225" y="104501"/>
                  <a:pt x="67437" y="99321"/>
                  <a:pt x="69595" y="91121"/>
                </a:cubicBezTo>
                <a:cubicBezTo>
                  <a:pt x="70243" y="88963"/>
                  <a:pt x="70782" y="87830"/>
                  <a:pt x="71214" y="87722"/>
                </a:cubicBezTo>
                <a:cubicBezTo>
                  <a:pt x="71429" y="87614"/>
                  <a:pt x="71969" y="87560"/>
                  <a:pt x="72832" y="87560"/>
                </a:cubicBezTo>
                <a:lnTo>
                  <a:pt x="73480" y="87560"/>
                </a:lnTo>
                <a:lnTo>
                  <a:pt x="74127" y="87560"/>
                </a:lnTo>
                <a:cubicBezTo>
                  <a:pt x="75745" y="87560"/>
                  <a:pt x="76555" y="87992"/>
                  <a:pt x="76555" y="88855"/>
                </a:cubicBezTo>
                <a:cubicBezTo>
                  <a:pt x="76555" y="89395"/>
                  <a:pt x="76393" y="90258"/>
                  <a:pt x="76069" y="91445"/>
                </a:cubicBezTo>
                <a:cubicBezTo>
                  <a:pt x="74666" y="96840"/>
                  <a:pt x="73048" y="101210"/>
                  <a:pt x="71214" y="104555"/>
                </a:cubicBezTo>
                <a:cubicBezTo>
                  <a:pt x="69379" y="107899"/>
                  <a:pt x="67869" y="110057"/>
                  <a:pt x="66682" y="111028"/>
                </a:cubicBezTo>
                <a:cubicBezTo>
                  <a:pt x="65495" y="112000"/>
                  <a:pt x="63984" y="112863"/>
                  <a:pt x="62150" y="113618"/>
                </a:cubicBezTo>
                <a:cubicBezTo>
                  <a:pt x="61287" y="113834"/>
                  <a:pt x="59992" y="113942"/>
                  <a:pt x="58266" y="113942"/>
                </a:cubicBezTo>
                <a:cubicBezTo>
                  <a:pt x="54597" y="113942"/>
                  <a:pt x="51522" y="113133"/>
                  <a:pt x="49040" y="111514"/>
                </a:cubicBezTo>
                <a:cubicBezTo>
                  <a:pt x="46559" y="109896"/>
                  <a:pt x="44940" y="108223"/>
                  <a:pt x="44185" y="106497"/>
                </a:cubicBezTo>
                <a:lnTo>
                  <a:pt x="43214" y="104069"/>
                </a:lnTo>
                <a:cubicBezTo>
                  <a:pt x="43106" y="103961"/>
                  <a:pt x="42890" y="104015"/>
                  <a:pt x="42566" y="104231"/>
                </a:cubicBezTo>
                <a:cubicBezTo>
                  <a:pt x="42351" y="104447"/>
                  <a:pt x="42135" y="104662"/>
                  <a:pt x="41919" y="104878"/>
                </a:cubicBezTo>
                <a:cubicBezTo>
                  <a:pt x="35553" y="110921"/>
                  <a:pt x="29079" y="113942"/>
                  <a:pt x="22497" y="113942"/>
                </a:cubicBezTo>
                <a:cubicBezTo>
                  <a:pt x="16563" y="113942"/>
                  <a:pt x="11329" y="111784"/>
                  <a:pt x="6798" y="107468"/>
                </a:cubicBezTo>
                <a:cubicBezTo>
                  <a:pt x="2266" y="103152"/>
                  <a:pt x="0" y="96300"/>
                  <a:pt x="0" y="86913"/>
                </a:cubicBezTo>
                <a:cubicBezTo>
                  <a:pt x="0" y="81734"/>
                  <a:pt x="1079" y="76447"/>
                  <a:pt x="3237" y="71052"/>
                </a:cubicBezTo>
                <a:cubicBezTo>
                  <a:pt x="5395" y="65657"/>
                  <a:pt x="7985" y="61017"/>
                  <a:pt x="11006" y="57133"/>
                </a:cubicBezTo>
                <a:cubicBezTo>
                  <a:pt x="16077" y="50982"/>
                  <a:pt x="21148" y="46720"/>
                  <a:pt x="26220" y="44347"/>
                </a:cubicBezTo>
                <a:cubicBezTo>
                  <a:pt x="31291" y="41973"/>
                  <a:pt x="35877" y="40786"/>
                  <a:pt x="39977" y="40786"/>
                </a:cubicBezTo>
                <a:cubicBezTo>
                  <a:pt x="46019" y="40786"/>
                  <a:pt x="50551" y="43052"/>
                  <a:pt x="53572" y="47584"/>
                </a:cubicBezTo>
                <a:cubicBezTo>
                  <a:pt x="54112" y="48231"/>
                  <a:pt x="54381" y="48447"/>
                  <a:pt x="54381" y="48231"/>
                </a:cubicBezTo>
                <a:cubicBezTo>
                  <a:pt x="54489" y="47799"/>
                  <a:pt x="55946" y="41919"/>
                  <a:pt x="58751" y="30589"/>
                </a:cubicBezTo>
                <a:cubicBezTo>
                  <a:pt x="61557" y="19260"/>
                  <a:pt x="63067" y="13272"/>
                  <a:pt x="63283" y="12624"/>
                </a:cubicBezTo>
                <a:cubicBezTo>
                  <a:pt x="63283" y="11222"/>
                  <a:pt x="62905" y="10358"/>
                  <a:pt x="62150" y="10035"/>
                </a:cubicBezTo>
                <a:cubicBezTo>
                  <a:pt x="61395" y="9711"/>
                  <a:pt x="59291" y="9441"/>
                  <a:pt x="55838" y="9225"/>
                </a:cubicBezTo>
                <a:lnTo>
                  <a:pt x="52439" y="9225"/>
                </a:lnTo>
                <a:cubicBezTo>
                  <a:pt x="51792" y="8578"/>
                  <a:pt x="51468" y="8146"/>
                  <a:pt x="51468" y="7931"/>
                </a:cubicBezTo>
                <a:cubicBezTo>
                  <a:pt x="51468" y="7715"/>
                  <a:pt x="51576" y="6690"/>
                  <a:pt x="51792" y="4855"/>
                </a:cubicBezTo>
                <a:cubicBezTo>
                  <a:pt x="52331" y="2805"/>
                  <a:pt x="53033" y="1780"/>
                  <a:pt x="53896" y="1780"/>
                </a:cubicBezTo>
                <a:close/>
                <a:moveTo>
                  <a:pt x="51630" y="59560"/>
                </a:moveTo>
                <a:cubicBezTo>
                  <a:pt x="49148" y="51036"/>
                  <a:pt x="45102" y="46774"/>
                  <a:pt x="39491" y="46774"/>
                </a:cubicBezTo>
                <a:cubicBezTo>
                  <a:pt x="35715" y="46774"/>
                  <a:pt x="32100" y="48447"/>
                  <a:pt x="28647" y="51792"/>
                </a:cubicBezTo>
                <a:cubicBezTo>
                  <a:pt x="25195" y="55137"/>
                  <a:pt x="22497" y="59507"/>
                  <a:pt x="20555" y="64901"/>
                </a:cubicBezTo>
                <a:cubicBezTo>
                  <a:pt x="17426" y="73426"/>
                  <a:pt x="15214" y="82273"/>
                  <a:pt x="13919" y="91445"/>
                </a:cubicBezTo>
                <a:cubicBezTo>
                  <a:pt x="13919" y="91768"/>
                  <a:pt x="13919" y="92362"/>
                  <a:pt x="13919" y="93225"/>
                </a:cubicBezTo>
                <a:cubicBezTo>
                  <a:pt x="13919" y="94088"/>
                  <a:pt x="13865" y="94736"/>
                  <a:pt x="13757" y="95167"/>
                </a:cubicBezTo>
                <a:cubicBezTo>
                  <a:pt x="13757" y="100023"/>
                  <a:pt x="14728" y="103368"/>
                  <a:pt x="16670" y="105202"/>
                </a:cubicBezTo>
                <a:cubicBezTo>
                  <a:pt x="18613" y="107036"/>
                  <a:pt x="20932" y="108007"/>
                  <a:pt x="23630" y="108115"/>
                </a:cubicBezTo>
                <a:cubicBezTo>
                  <a:pt x="29457" y="108115"/>
                  <a:pt x="35445" y="104231"/>
                  <a:pt x="41595" y="96462"/>
                </a:cubicBezTo>
                <a:lnTo>
                  <a:pt x="42890" y="94682"/>
                </a:lnTo>
                <a:lnTo>
                  <a:pt x="51630" y="595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F17CB-CA63-42A0-8B29-81D609F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101" y="5029071"/>
            <a:ext cx="82044" cy="80671"/>
          </a:xfrm>
          <a:custGeom xmlns:a="http://schemas.openxmlformats.org/drawingml/2006/main">
            <a:pathLst>
              <a:path w="82044" h="80671">
                <a:moveTo>
                  <a:pt x="0" y="4005"/>
                </a:moveTo>
                <a:cubicBezTo>
                  <a:pt x="0" y="2327"/>
                  <a:pt x="496" y="992"/>
                  <a:pt x="1488" y="0"/>
                </a:cubicBezTo>
                <a:lnTo>
                  <a:pt x="2746" y="0"/>
                </a:lnTo>
                <a:cubicBezTo>
                  <a:pt x="5950" y="229"/>
                  <a:pt x="9955" y="343"/>
                  <a:pt x="14761" y="343"/>
                </a:cubicBezTo>
                <a:cubicBezTo>
                  <a:pt x="23763" y="343"/>
                  <a:pt x="29065" y="229"/>
                  <a:pt x="30667" y="0"/>
                </a:cubicBezTo>
                <a:lnTo>
                  <a:pt x="31811" y="0"/>
                </a:lnTo>
                <a:cubicBezTo>
                  <a:pt x="32269" y="458"/>
                  <a:pt x="32497" y="801"/>
                  <a:pt x="32497" y="1030"/>
                </a:cubicBezTo>
                <a:cubicBezTo>
                  <a:pt x="32497" y="1259"/>
                  <a:pt x="32421" y="1945"/>
                  <a:pt x="32269" y="3090"/>
                </a:cubicBezTo>
                <a:cubicBezTo>
                  <a:pt x="31887" y="4234"/>
                  <a:pt x="31544" y="4959"/>
                  <a:pt x="31239" y="5264"/>
                </a:cubicBezTo>
                <a:lnTo>
                  <a:pt x="28836" y="5264"/>
                </a:lnTo>
                <a:cubicBezTo>
                  <a:pt x="27157" y="5416"/>
                  <a:pt x="26013" y="5493"/>
                  <a:pt x="25403" y="5493"/>
                </a:cubicBezTo>
                <a:cubicBezTo>
                  <a:pt x="23191" y="5874"/>
                  <a:pt x="21970" y="6446"/>
                  <a:pt x="21741" y="7209"/>
                </a:cubicBezTo>
                <a:cubicBezTo>
                  <a:pt x="21741" y="7361"/>
                  <a:pt x="22847" y="16935"/>
                  <a:pt x="25060" y="35930"/>
                </a:cubicBezTo>
                <a:cubicBezTo>
                  <a:pt x="27272" y="54925"/>
                  <a:pt x="28416" y="64499"/>
                  <a:pt x="28492" y="64651"/>
                </a:cubicBezTo>
                <a:lnTo>
                  <a:pt x="36846" y="51263"/>
                </a:lnTo>
                <a:cubicBezTo>
                  <a:pt x="42414" y="42338"/>
                  <a:pt x="47983" y="33336"/>
                  <a:pt x="53552" y="24259"/>
                </a:cubicBezTo>
                <a:cubicBezTo>
                  <a:pt x="59121" y="15181"/>
                  <a:pt x="61981" y="10489"/>
                  <a:pt x="62134" y="10184"/>
                </a:cubicBezTo>
                <a:cubicBezTo>
                  <a:pt x="62439" y="9650"/>
                  <a:pt x="62592" y="9078"/>
                  <a:pt x="62592" y="8468"/>
                </a:cubicBezTo>
                <a:cubicBezTo>
                  <a:pt x="62592" y="6637"/>
                  <a:pt x="60913" y="5569"/>
                  <a:pt x="57557" y="5264"/>
                </a:cubicBezTo>
                <a:cubicBezTo>
                  <a:pt x="56184" y="5264"/>
                  <a:pt x="55497" y="4844"/>
                  <a:pt x="55497" y="4005"/>
                </a:cubicBezTo>
                <a:cubicBezTo>
                  <a:pt x="55497" y="3929"/>
                  <a:pt x="55574" y="3433"/>
                  <a:pt x="55726" y="2517"/>
                </a:cubicBezTo>
                <a:cubicBezTo>
                  <a:pt x="55955" y="1449"/>
                  <a:pt x="56184" y="763"/>
                  <a:pt x="56413" y="458"/>
                </a:cubicBezTo>
                <a:cubicBezTo>
                  <a:pt x="56642" y="153"/>
                  <a:pt x="57137" y="0"/>
                  <a:pt x="57900" y="0"/>
                </a:cubicBezTo>
                <a:cubicBezTo>
                  <a:pt x="58053" y="0"/>
                  <a:pt x="58511" y="0"/>
                  <a:pt x="59273" y="0"/>
                </a:cubicBezTo>
                <a:cubicBezTo>
                  <a:pt x="60036" y="0"/>
                  <a:pt x="61333" y="38"/>
                  <a:pt x="63164" y="114"/>
                </a:cubicBezTo>
                <a:cubicBezTo>
                  <a:pt x="64995" y="191"/>
                  <a:pt x="67436" y="229"/>
                  <a:pt x="70487" y="229"/>
                </a:cubicBezTo>
                <a:cubicBezTo>
                  <a:pt x="75751" y="229"/>
                  <a:pt x="79069" y="153"/>
                  <a:pt x="80442" y="0"/>
                </a:cubicBezTo>
                <a:lnTo>
                  <a:pt x="81243" y="0"/>
                </a:lnTo>
                <a:cubicBezTo>
                  <a:pt x="81777" y="534"/>
                  <a:pt x="82044" y="954"/>
                  <a:pt x="82044" y="1259"/>
                </a:cubicBezTo>
                <a:cubicBezTo>
                  <a:pt x="82044" y="2556"/>
                  <a:pt x="81701" y="3776"/>
                  <a:pt x="81015" y="4920"/>
                </a:cubicBezTo>
                <a:cubicBezTo>
                  <a:pt x="80786" y="5149"/>
                  <a:pt x="80137" y="5264"/>
                  <a:pt x="79069" y="5264"/>
                </a:cubicBezTo>
                <a:cubicBezTo>
                  <a:pt x="78078" y="5340"/>
                  <a:pt x="77162" y="5416"/>
                  <a:pt x="76323" y="5493"/>
                </a:cubicBezTo>
                <a:cubicBezTo>
                  <a:pt x="75484" y="5569"/>
                  <a:pt x="74683" y="5760"/>
                  <a:pt x="73920" y="6065"/>
                </a:cubicBezTo>
                <a:cubicBezTo>
                  <a:pt x="73157" y="6370"/>
                  <a:pt x="72547" y="6637"/>
                  <a:pt x="72089" y="6866"/>
                </a:cubicBezTo>
                <a:cubicBezTo>
                  <a:pt x="71632" y="7094"/>
                  <a:pt x="71174" y="7400"/>
                  <a:pt x="70716" y="7781"/>
                </a:cubicBezTo>
                <a:cubicBezTo>
                  <a:pt x="70258" y="8162"/>
                  <a:pt x="69877" y="8429"/>
                  <a:pt x="69572" y="8582"/>
                </a:cubicBezTo>
                <a:cubicBezTo>
                  <a:pt x="69267" y="8735"/>
                  <a:pt x="68962" y="9078"/>
                  <a:pt x="68656" y="9612"/>
                </a:cubicBezTo>
                <a:cubicBezTo>
                  <a:pt x="68351" y="10146"/>
                  <a:pt x="68084" y="10413"/>
                  <a:pt x="67855" y="10413"/>
                </a:cubicBezTo>
                <a:lnTo>
                  <a:pt x="45771" y="45885"/>
                </a:lnTo>
                <a:cubicBezTo>
                  <a:pt x="32040" y="68084"/>
                  <a:pt x="24945" y="79451"/>
                  <a:pt x="24487" y="79985"/>
                </a:cubicBezTo>
                <a:cubicBezTo>
                  <a:pt x="24259" y="80137"/>
                  <a:pt x="23992" y="80328"/>
                  <a:pt x="23686" y="80557"/>
                </a:cubicBezTo>
                <a:lnTo>
                  <a:pt x="21627" y="80671"/>
                </a:lnTo>
                <a:lnTo>
                  <a:pt x="20826" y="80671"/>
                </a:lnTo>
                <a:cubicBezTo>
                  <a:pt x="19453" y="80671"/>
                  <a:pt x="18766" y="80404"/>
                  <a:pt x="18766" y="79870"/>
                </a:cubicBezTo>
                <a:cubicBezTo>
                  <a:pt x="18537" y="79413"/>
                  <a:pt x="17050" y="67207"/>
                  <a:pt x="14303" y="43254"/>
                </a:cubicBezTo>
                <a:cubicBezTo>
                  <a:pt x="11405" y="18995"/>
                  <a:pt x="9917" y="6751"/>
                  <a:pt x="9841" y="6522"/>
                </a:cubicBezTo>
                <a:cubicBezTo>
                  <a:pt x="9459" y="5683"/>
                  <a:pt x="7094" y="5264"/>
                  <a:pt x="2746" y="5264"/>
                </a:cubicBezTo>
                <a:lnTo>
                  <a:pt x="801" y="5264"/>
                </a:lnTo>
                <a:cubicBezTo>
                  <a:pt x="267" y="4882"/>
                  <a:pt x="0" y="4463"/>
                  <a:pt x="0" y="40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15E70-E4BD-408C-83EB-D987E9E6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109" y="1473351"/>
            <a:ext cx="7729" cy="115932"/>
          </a:xfrm>
          <a:custGeom xmlns:a="http://schemas.openxmlformats.org/drawingml/2006/main">
            <a:pathLst>
              <a:path w="7729" h="115932">
                <a:moveTo>
                  <a:pt x="7729" y="3864"/>
                </a:moveTo>
                <a:cubicBezTo>
                  <a:pt x="7729" y="1730"/>
                  <a:pt x="5999" y="0"/>
                  <a:pt x="3864" y="0"/>
                </a:cubicBezTo>
                <a:cubicBezTo>
                  <a:pt x="1730" y="0"/>
                  <a:pt x="0" y="1730"/>
                  <a:pt x="0" y="3864"/>
                </a:cubicBezTo>
                <a:lnTo>
                  <a:pt x="7729" y="3864"/>
                </a:lnTo>
                <a:close/>
                <a:moveTo>
                  <a:pt x="0" y="112067"/>
                </a:moveTo>
                <a:cubicBezTo>
                  <a:pt x="0" y="114202"/>
                  <a:pt x="1730" y="115932"/>
                  <a:pt x="3864" y="115932"/>
                </a:cubicBezTo>
                <a:cubicBezTo>
                  <a:pt x="5999" y="115932"/>
                  <a:pt x="7729" y="114202"/>
                  <a:pt x="7729" y="112067"/>
                </a:cubicBezTo>
                <a:lnTo>
                  <a:pt x="0" y="112067"/>
                </a:lnTo>
                <a:close/>
                <a:moveTo>
                  <a:pt x="0" y="3864"/>
                </a:moveTo>
                <a:lnTo>
                  <a:pt x="0" y="112067"/>
                </a:lnTo>
                <a:lnTo>
                  <a:pt x="7729" y="112067"/>
                </a:lnTo>
                <a:lnTo>
                  <a:pt x="7729" y="3864"/>
                </a:lnTo>
                <a:lnTo>
                  <a:pt x="0" y="3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E4378-EF9B-4EEC-A089-6CFA254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382" y="1473351"/>
            <a:ext cx="7729" cy="115932"/>
          </a:xfrm>
          <a:custGeom xmlns:a="http://schemas.openxmlformats.org/drawingml/2006/main">
            <a:pathLst>
              <a:path w="7729" h="115932">
                <a:moveTo>
                  <a:pt x="7729" y="3864"/>
                </a:moveTo>
                <a:cubicBezTo>
                  <a:pt x="7729" y="1730"/>
                  <a:pt x="5999" y="0"/>
                  <a:pt x="3864" y="0"/>
                </a:cubicBezTo>
                <a:cubicBezTo>
                  <a:pt x="1730" y="0"/>
                  <a:pt x="0" y="1730"/>
                  <a:pt x="0" y="3864"/>
                </a:cubicBezTo>
                <a:lnTo>
                  <a:pt x="7729" y="3864"/>
                </a:lnTo>
                <a:close/>
                <a:moveTo>
                  <a:pt x="0" y="112067"/>
                </a:moveTo>
                <a:cubicBezTo>
                  <a:pt x="0" y="114202"/>
                  <a:pt x="1730" y="115932"/>
                  <a:pt x="3864" y="115932"/>
                </a:cubicBezTo>
                <a:cubicBezTo>
                  <a:pt x="5999" y="115932"/>
                  <a:pt x="7729" y="114202"/>
                  <a:pt x="7729" y="112067"/>
                </a:cubicBezTo>
                <a:lnTo>
                  <a:pt x="0" y="112067"/>
                </a:lnTo>
                <a:close/>
                <a:moveTo>
                  <a:pt x="0" y="3864"/>
                </a:moveTo>
                <a:lnTo>
                  <a:pt x="0" y="112067"/>
                </a:lnTo>
                <a:lnTo>
                  <a:pt x="7729" y="112067"/>
                </a:lnTo>
                <a:lnTo>
                  <a:pt x="7729" y="3864"/>
                </a:lnTo>
                <a:lnTo>
                  <a:pt x="0" y="3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F2B20-FE2C-43B0-9C99-35E7ECA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111" y="1527452"/>
            <a:ext cx="455998" cy="7729"/>
          </a:xfrm>
          <a:custGeom xmlns:a="http://schemas.openxmlformats.org/drawingml/2006/main">
            <a:pathLst>
              <a:path w="455998" h="7729">
                <a:moveTo>
                  <a:pt x="452134" y="7729"/>
                </a:moveTo>
                <a:cubicBezTo>
                  <a:pt x="454268" y="7729"/>
                  <a:pt x="455998" y="5999"/>
                  <a:pt x="455998" y="3864"/>
                </a:cubicBezTo>
                <a:cubicBezTo>
                  <a:pt x="455998" y="1730"/>
                  <a:pt x="454268" y="0"/>
                  <a:pt x="452134" y="0"/>
                </a:cubicBezTo>
                <a:lnTo>
                  <a:pt x="452134" y="7729"/>
                </a:lnTo>
                <a:close/>
                <a:moveTo>
                  <a:pt x="3864" y="0"/>
                </a:moveTo>
                <a:cubicBezTo>
                  <a:pt x="1730" y="0"/>
                  <a:pt x="0" y="1730"/>
                  <a:pt x="0" y="3864"/>
                </a:cubicBezTo>
                <a:cubicBezTo>
                  <a:pt x="0" y="5999"/>
                  <a:pt x="1730" y="7729"/>
                  <a:pt x="3864" y="7729"/>
                </a:cubicBezTo>
                <a:lnTo>
                  <a:pt x="3864" y="0"/>
                </a:lnTo>
                <a:close/>
                <a:moveTo>
                  <a:pt x="452134" y="0"/>
                </a:moveTo>
                <a:lnTo>
                  <a:pt x="3864" y="0"/>
                </a:lnTo>
                <a:lnTo>
                  <a:pt x="3864" y="7729"/>
                </a:lnTo>
                <a:lnTo>
                  <a:pt x="452134" y="7729"/>
                </a:lnTo>
                <a:lnTo>
                  <a:pt x="4521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BD4D0-B7B2-4060-AAE7-2C6614B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66" y="1898434"/>
            <a:ext cx="115932" cy="7729"/>
          </a:xfrm>
          <a:custGeom xmlns:a="http://schemas.openxmlformats.org/drawingml/2006/main">
            <a:pathLst>
              <a:path w="115932" h="7729">
                <a:moveTo>
                  <a:pt x="3864" y="0"/>
                </a:moveTo>
                <a:cubicBezTo>
                  <a:pt x="1730" y="0"/>
                  <a:pt x="0" y="1730"/>
                  <a:pt x="0" y="3864"/>
                </a:cubicBezTo>
                <a:cubicBezTo>
                  <a:pt x="0" y="5999"/>
                  <a:pt x="1730" y="7729"/>
                  <a:pt x="3864" y="7729"/>
                </a:cubicBezTo>
                <a:lnTo>
                  <a:pt x="3864" y="0"/>
                </a:lnTo>
                <a:close/>
                <a:moveTo>
                  <a:pt x="112067" y="7729"/>
                </a:moveTo>
                <a:cubicBezTo>
                  <a:pt x="114202" y="7729"/>
                  <a:pt x="115932" y="5999"/>
                  <a:pt x="115932" y="3864"/>
                </a:cubicBezTo>
                <a:cubicBezTo>
                  <a:pt x="115932" y="1730"/>
                  <a:pt x="114202" y="0"/>
                  <a:pt x="112067" y="0"/>
                </a:cubicBezTo>
                <a:lnTo>
                  <a:pt x="112067" y="7729"/>
                </a:lnTo>
                <a:close/>
                <a:moveTo>
                  <a:pt x="3864" y="7729"/>
                </a:moveTo>
                <a:lnTo>
                  <a:pt x="112067" y="7729"/>
                </a:lnTo>
                <a:lnTo>
                  <a:pt x="112067" y="0"/>
                </a:lnTo>
                <a:lnTo>
                  <a:pt x="3864" y="0"/>
                </a:lnTo>
                <a:lnTo>
                  <a:pt x="3864" y="7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779E3-CB33-40E1-8787-743AE7DE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66" y="2362160"/>
            <a:ext cx="115932" cy="7729"/>
          </a:xfrm>
          <a:custGeom xmlns:a="http://schemas.openxmlformats.org/drawingml/2006/main">
            <a:pathLst>
              <a:path w="115932" h="7729">
                <a:moveTo>
                  <a:pt x="3864" y="0"/>
                </a:moveTo>
                <a:cubicBezTo>
                  <a:pt x="1730" y="0"/>
                  <a:pt x="0" y="1730"/>
                  <a:pt x="0" y="3864"/>
                </a:cubicBezTo>
                <a:cubicBezTo>
                  <a:pt x="0" y="5999"/>
                  <a:pt x="1730" y="7729"/>
                  <a:pt x="3864" y="7729"/>
                </a:cubicBezTo>
                <a:lnTo>
                  <a:pt x="3864" y="0"/>
                </a:lnTo>
                <a:close/>
                <a:moveTo>
                  <a:pt x="112067" y="7729"/>
                </a:moveTo>
                <a:cubicBezTo>
                  <a:pt x="114202" y="7729"/>
                  <a:pt x="115932" y="5999"/>
                  <a:pt x="115932" y="3864"/>
                </a:cubicBezTo>
                <a:cubicBezTo>
                  <a:pt x="115932" y="1730"/>
                  <a:pt x="114202" y="0"/>
                  <a:pt x="112067" y="0"/>
                </a:cubicBezTo>
                <a:lnTo>
                  <a:pt x="112067" y="7729"/>
                </a:lnTo>
                <a:close/>
                <a:moveTo>
                  <a:pt x="3864" y="7729"/>
                </a:moveTo>
                <a:lnTo>
                  <a:pt x="112067" y="7729"/>
                </a:lnTo>
                <a:lnTo>
                  <a:pt x="112067" y="0"/>
                </a:lnTo>
                <a:lnTo>
                  <a:pt x="3864" y="0"/>
                </a:lnTo>
                <a:lnTo>
                  <a:pt x="3864" y="7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F08D8-F681-4CB8-A5D7-CA025052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168" y="1906162"/>
            <a:ext cx="7729" cy="455998"/>
          </a:xfrm>
          <a:custGeom xmlns:a="http://schemas.openxmlformats.org/drawingml/2006/main">
            <a:pathLst>
              <a:path w="7729" h="455998">
                <a:moveTo>
                  <a:pt x="7729" y="3864"/>
                </a:moveTo>
                <a:cubicBezTo>
                  <a:pt x="7729" y="1730"/>
                  <a:pt x="5999" y="0"/>
                  <a:pt x="3864" y="0"/>
                </a:cubicBezTo>
                <a:cubicBezTo>
                  <a:pt x="1730" y="0"/>
                  <a:pt x="0" y="1730"/>
                  <a:pt x="0" y="3864"/>
                </a:cubicBezTo>
                <a:lnTo>
                  <a:pt x="7729" y="3864"/>
                </a:lnTo>
                <a:close/>
                <a:moveTo>
                  <a:pt x="0" y="452134"/>
                </a:moveTo>
                <a:cubicBezTo>
                  <a:pt x="0" y="454268"/>
                  <a:pt x="1730" y="455998"/>
                  <a:pt x="3864" y="455998"/>
                </a:cubicBezTo>
                <a:cubicBezTo>
                  <a:pt x="5999" y="455998"/>
                  <a:pt x="7729" y="454268"/>
                  <a:pt x="7729" y="452134"/>
                </a:cubicBezTo>
                <a:lnTo>
                  <a:pt x="0" y="452134"/>
                </a:lnTo>
                <a:close/>
                <a:moveTo>
                  <a:pt x="0" y="3864"/>
                </a:moveTo>
                <a:lnTo>
                  <a:pt x="0" y="452134"/>
                </a:lnTo>
                <a:lnTo>
                  <a:pt x="7729" y="452134"/>
                </a:lnTo>
                <a:lnTo>
                  <a:pt x="7729" y="3864"/>
                </a:lnTo>
                <a:lnTo>
                  <a:pt x="0" y="3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2D385-B5F6-493B-98B9-30816BBD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234" y="1751587"/>
            <a:ext cx="7729" cy="69559"/>
          </a:xfrm>
          <a:custGeom xmlns:a="http://schemas.openxmlformats.org/drawingml/2006/main">
            <a:pathLst>
              <a:path w="7729" h="69559">
                <a:moveTo>
                  <a:pt x="7729" y="3864"/>
                </a:moveTo>
                <a:cubicBezTo>
                  <a:pt x="7729" y="1730"/>
                  <a:pt x="5999" y="0"/>
                  <a:pt x="3864" y="0"/>
                </a:cubicBezTo>
                <a:cubicBezTo>
                  <a:pt x="1730" y="0"/>
                  <a:pt x="0" y="1730"/>
                  <a:pt x="0" y="3864"/>
                </a:cubicBezTo>
                <a:lnTo>
                  <a:pt x="7729" y="3864"/>
                </a:lnTo>
                <a:close/>
                <a:moveTo>
                  <a:pt x="0" y="65695"/>
                </a:moveTo>
                <a:cubicBezTo>
                  <a:pt x="0" y="67829"/>
                  <a:pt x="1730" y="69559"/>
                  <a:pt x="3864" y="69559"/>
                </a:cubicBezTo>
                <a:cubicBezTo>
                  <a:pt x="5999" y="69559"/>
                  <a:pt x="7729" y="67829"/>
                  <a:pt x="7729" y="65695"/>
                </a:cubicBezTo>
                <a:lnTo>
                  <a:pt x="0" y="65695"/>
                </a:lnTo>
                <a:close/>
                <a:moveTo>
                  <a:pt x="0" y="3864"/>
                </a:moveTo>
                <a:lnTo>
                  <a:pt x="0" y="65695"/>
                </a:lnTo>
                <a:lnTo>
                  <a:pt x="7729" y="65695"/>
                </a:lnTo>
                <a:lnTo>
                  <a:pt x="7729" y="3864"/>
                </a:lnTo>
                <a:lnTo>
                  <a:pt x="0" y="3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42094-95F3-483A-81FB-46B3CEDB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371" y="1751587"/>
            <a:ext cx="7729" cy="69559"/>
          </a:xfrm>
          <a:custGeom xmlns:a="http://schemas.openxmlformats.org/drawingml/2006/main">
            <a:pathLst>
              <a:path w="7729" h="69559">
                <a:moveTo>
                  <a:pt x="7729" y="3864"/>
                </a:moveTo>
                <a:cubicBezTo>
                  <a:pt x="7729" y="1730"/>
                  <a:pt x="5999" y="0"/>
                  <a:pt x="3864" y="0"/>
                </a:cubicBezTo>
                <a:cubicBezTo>
                  <a:pt x="1730" y="0"/>
                  <a:pt x="0" y="1730"/>
                  <a:pt x="0" y="3864"/>
                </a:cubicBezTo>
                <a:lnTo>
                  <a:pt x="7729" y="3864"/>
                </a:lnTo>
                <a:close/>
                <a:moveTo>
                  <a:pt x="0" y="65695"/>
                </a:moveTo>
                <a:cubicBezTo>
                  <a:pt x="0" y="67829"/>
                  <a:pt x="1730" y="69559"/>
                  <a:pt x="3864" y="69559"/>
                </a:cubicBezTo>
                <a:cubicBezTo>
                  <a:pt x="5999" y="69559"/>
                  <a:pt x="7729" y="67829"/>
                  <a:pt x="7729" y="65695"/>
                </a:cubicBezTo>
                <a:lnTo>
                  <a:pt x="0" y="65695"/>
                </a:lnTo>
                <a:close/>
                <a:moveTo>
                  <a:pt x="0" y="3864"/>
                </a:moveTo>
                <a:lnTo>
                  <a:pt x="0" y="65695"/>
                </a:lnTo>
                <a:lnTo>
                  <a:pt x="7729" y="65695"/>
                </a:lnTo>
                <a:lnTo>
                  <a:pt x="7729" y="3864"/>
                </a:lnTo>
                <a:lnTo>
                  <a:pt x="0" y="3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6B945-4F09-4480-9505-F9308C6F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235" y="1782502"/>
            <a:ext cx="231863" cy="7729"/>
          </a:xfrm>
          <a:custGeom xmlns:a="http://schemas.openxmlformats.org/drawingml/2006/main">
            <a:pathLst>
              <a:path w="231863" h="7729">
                <a:moveTo>
                  <a:pt x="227999" y="7729"/>
                </a:moveTo>
                <a:cubicBezTo>
                  <a:pt x="230133" y="7729"/>
                  <a:pt x="231863" y="5999"/>
                  <a:pt x="231863" y="3864"/>
                </a:cubicBezTo>
                <a:cubicBezTo>
                  <a:pt x="231863" y="1730"/>
                  <a:pt x="230133" y="0"/>
                  <a:pt x="227999" y="0"/>
                </a:cubicBezTo>
                <a:lnTo>
                  <a:pt x="227999" y="7729"/>
                </a:lnTo>
                <a:close/>
                <a:moveTo>
                  <a:pt x="3864" y="0"/>
                </a:moveTo>
                <a:cubicBezTo>
                  <a:pt x="1730" y="0"/>
                  <a:pt x="0" y="1730"/>
                  <a:pt x="0" y="3864"/>
                </a:cubicBezTo>
                <a:cubicBezTo>
                  <a:pt x="0" y="5999"/>
                  <a:pt x="1730" y="7729"/>
                  <a:pt x="3864" y="7729"/>
                </a:cubicBezTo>
                <a:lnTo>
                  <a:pt x="3864" y="0"/>
                </a:lnTo>
                <a:close/>
                <a:moveTo>
                  <a:pt x="227999" y="0"/>
                </a:moveTo>
                <a:lnTo>
                  <a:pt x="3864" y="0"/>
                </a:lnTo>
                <a:lnTo>
                  <a:pt x="3864" y="7729"/>
                </a:lnTo>
                <a:lnTo>
                  <a:pt x="227999" y="7729"/>
                </a:lnTo>
                <a:lnTo>
                  <a:pt x="2279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FD369-0C38-4DBD-9EBE-880A5A4A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421" y="1562232"/>
            <a:ext cx="88118" cy="126602"/>
          </a:xfrm>
          <a:custGeom xmlns:a="http://schemas.openxmlformats.org/drawingml/2006/main">
            <a:pathLst>
              <a:path w="88118" h="126602">
                <a:moveTo>
                  <a:pt x="59884" y="1978"/>
                </a:moveTo>
                <a:cubicBezTo>
                  <a:pt x="60004" y="1978"/>
                  <a:pt x="64320" y="1678"/>
                  <a:pt x="72832" y="1079"/>
                </a:cubicBezTo>
                <a:cubicBezTo>
                  <a:pt x="81344" y="480"/>
                  <a:pt x="85720" y="120"/>
                  <a:pt x="85960" y="0"/>
                </a:cubicBezTo>
                <a:cubicBezTo>
                  <a:pt x="87399" y="0"/>
                  <a:pt x="88118" y="480"/>
                  <a:pt x="88118" y="1439"/>
                </a:cubicBezTo>
                <a:cubicBezTo>
                  <a:pt x="88118" y="2278"/>
                  <a:pt x="83742" y="20381"/>
                  <a:pt x="74990" y="55748"/>
                </a:cubicBezTo>
                <a:cubicBezTo>
                  <a:pt x="66238" y="91115"/>
                  <a:pt x="61742" y="109158"/>
                  <a:pt x="61503" y="109878"/>
                </a:cubicBezTo>
                <a:cubicBezTo>
                  <a:pt x="61263" y="110597"/>
                  <a:pt x="61203" y="111496"/>
                  <a:pt x="61323" y="112575"/>
                </a:cubicBezTo>
                <a:cubicBezTo>
                  <a:pt x="61323" y="117610"/>
                  <a:pt x="63001" y="120128"/>
                  <a:pt x="66358" y="120128"/>
                </a:cubicBezTo>
                <a:cubicBezTo>
                  <a:pt x="67437" y="120008"/>
                  <a:pt x="68636" y="119469"/>
                  <a:pt x="69955" y="118509"/>
                </a:cubicBezTo>
                <a:cubicBezTo>
                  <a:pt x="72472" y="116112"/>
                  <a:pt x="74930" y="110357"/>
                  <a:pt x="77328" y="101246"/>
                </a:cubicBezTo>
                <a:cubicBezTo>
                  <a:pt x="78047" y="98848"/>
                  <a:pt x="78647" y="97589"/>
                  <a:pt x="79126" y="97469"/>
                </a:cubicBezTo>
                <a:cubicBezTo>
                  <a:pt x="79366" y="97349"/>
                  <a:pt x="79965" y="97289"/>
                  <a:pt x="80925" y="97289"/>
                </a:cubicBezTo>
                <a:lnTo>
                  <a:pt x="81644" y="97289"/>
                </a:lnTo>
                <a:lnTo>
                  <a:pt x="82363" y="97289"/>
                </a:lnTo>
                <a:cubicBezTo>
                  <a:pt x="84162" y="97289"/>
                  <a:pt x="85061" y="97769"/>
                  <a:pt x="85061" y="98728"/>
                </a:cubicBezTo>
                <a:cubicBezTo>
                  <a:pt x="85061" y="99327"/>
                  <a:pt x="84881" y="100286"/>
                  <a:pt x="84521" y="101605"/>
                </a:cubicBezTo>
                <a:cubicBezTo>
                  <a:pt x="82963" y="107600"/>
                  <a:pt x="81164" y="112455"/>
                  <a:pt x="79126" y="116172"/>
                </a:cubicBezTo>
                <a:cubicBezTo>
                  <a:pt x="77088" y="119888"/>
                  <a:pt x="75410" y="122286"/>
                  <a:pt x="74091" y="123365"/>
                </a:cubicBezTo>
                <a:cubicBezTo>
                  <a:pt x="72772" y="124444"/>
                  <a:pt x="71094" y="125403"/>
                  <a:pt x="69056" y="126242"/>
                </a:cubicBezTo>
                <a:cubicBezTo>
                  <a:pt x="68097" y="126482"/>
                  <a:pt x="66658" y="126602"/>
                  <a:pt x="64740" y="126602"/>
                </a:cubicBezTo>
                <a:cubicBezTo>
                  <a:pt x="60663" y="126602"/>
                  <a:pt x="57247" y="125703"/>
                  <a:pt x="54489" y="123904"/>
                </a:cubicBezTo>
                <a:cubicBezTo>
                  <a:pt x="51732" y="122106"/>
                  <a:pt x="49933" y="120248"/>
                  <a:pt x="49094" y="118330"/>
                </a:cubicBezTo>
                <a:lnTo>
                  <a:pt x="48015" y="115632"/>
                </a:lnTo>
                <a:cubicBezTo>
                  <a:pt x="47895" y="115512"/>
                  <a:pt x="47656" y="115572"/>
                  <a:pt x="47296" y="115812"/>
                </a:cubicBezTo>
                <a:cubicBezTo>
                  <a:pt x="47056" y="116052"/>
                  <a:pt x="46816" y="116292"/>
                  <a:pt x="46577" y="116531"/>
                </a:cubicBezTo>
                <a:cubicBezTo>
                  <a:pt x="39503" y="123245"/>
                  <a:pt x="32310" y="126602"/>
                  <a:pt x="24997" y="126602"/>
                </a:cubicBezTo>
                <a:cubicBezTo>
                  <a:pt x="18403" y="126602"/>
                  <a:pt x="12588" y="124204"/>
                  <a:pt x="7553" y="119409"/>
                </a:cubicBezTo>
                <a:cubicBezTo>
                  <a:pt x="2518" y="114613"/>
                  <a:pt x="0" y="107000"/>
                  <a:pt x="0" y="96570"/>
                </a:cubicBezTo>
                <a:cubicBezTo>
                  <a:pt x="0" y="90815"/>
                  <a:pt x="1199" y="84941"/>
                  <a:pt x="3597" y="78946"/>
                </a:cubicBezTo>
                <a:cubicBezTo>
                  <a:pt x="5994" y="72952"/>
                  <a:pt x="8872" y="67797"/>
                  <a:pt x="12229" y="63481"/>
                </a:cubicBezTo>
                <a:cubicBezTo>
                  <a:pt x="17863" y="56647"/>
                  <a:pt x="23498" y="51912"/>
                  <a:pt x="29133" y="49274"/>
                </a:cubicBezTo>
                <a:cubicBezTo>
                  <a:pt x="34768" y="46637"/>
                  <a:pt x="39863" y="45318"/>
                  <a:pt x="44419" y="45318"/>
                </a:cubicBezTo>
                <a:cubicBezTo>
                  <a:pt x="51132" y="45318"/>
                  <a:pt x="56168" y="47835"/>
                  <a:pt x="59525" y="52871"/>
                </a:cubicBezTo>
                <a:cubicBezTo>
                  <a:pt x="60124" y="53590"/>
                  <a:pt x="60424" y="53830"/>
                  <a:pt x="60424" y="53590"/>
                </a:cubicBezTo>
                <a:cubicBezTo>
                  <a:pt x="60544" y="53110"/>
                  <a:pt x="62162" y="46577"/>
                  <a:pt x="65279" y="33988"/>
                </a:cubicBezTo>
                <a:cubicBezTo>
                  <a:pt x="68396" y="21400"/>
                  <a:pt x="70075" y="14746"/>
                  <a:pt x="70314" y="14027"/>
                </a:cubicBezTo>
                <a:cubicBezTo>
                  <a:pt x="70314" y="12468"/>
                  <a:pt x="69895" y="11509"/>
                  <a:pt x="69056" y="11150"/>
                </a:cubicBezTo>
                <a:cubicBezTo>
                  <a:pt x="68216" y="10790"/>
                  <a:pt x="65879" y="10490"/>
                  <a:pt x="62042" y="10250"/>
                </a:cubicBezTo>
                <a:lnTo>
                  <a:pt x="58266" y="10250"/>
                </a:lnTo>
                <a:cubicBezTo>
                  <a:pt x="57546" y="9531"/>
                  <a:pt x="57187" y="9052"/>
                  <a:pt x="57187" y="8812"/>
                </a:cubicBezTo>
                <a:cubicBezTo>
                  <a:pt x="57187" y="8572"/>
                  <a:pt x="57307" y="7433"/>
                  <a:pt x="57546" y="5395"/>
                </a:cubicBezTo>
                <a:cubicBezTo>
                  <a:pt x="58146" y="3117"/>
                  <a:pt x="58925" y="1978"/>
                  <a:pt x="59884" y="1978"/>
                </a:cubicBezTo>
                <a:close/>
                <a:moveTo>
                  <a:pt x="57367" y="66178"/>
                </a:moveTo>
                <a:cubicBezTo>
                  <a:pt x="54609" y="56707"/>
                  <a:pt x="50113" y="51972"/>
                  <a:pt x="43879" y="51972"/>
                </a:cubicBezTo>
                <a:cubicBezTo>
                  <a:pt x="39683" y="51972"/>
                  <a:pt x="35667" y="53830"/>
                  <a:pt x="31830" y="57546"/>
                </a:cubicBezTo>
                <a:cubicBezTo>
                  <a:pt x="27994" y="61263"/>
                  <a:pt x="24997" y="66118"/>
                  <a:pt x="22839" y="72113"/>
                </a:cubicBezTo>
                <a:cubicBezTo>
                  <a:pt x="19362" y="81584"/>
                  <a:pt x="16904" y="91415"/>
                  <a:pt x="15466" y="101605"/>
                </a:cubicBezTo>
                <a:cubicBezTo>
                  <a:pt x="15466" y="101965"/>
                  <a:pt x="15466" y="102624"/>
                  <a:pt x="15466" y="103583"/>
                </a:cubicBezTo>
                <a:cubicBezTo>
                  <a:pt x="15466" y="104543"/>
                  <a:pt x="15406" y="105262"/>
                  <a:pt x="15286" y="105741"/>
                </a:cubicBezTo>
                <a:cubicBezTo>
                  <a:pt x="15286" y="111136"/>
                  <a:pt x="16365" y="114853"/>
                  <a:pt x="18523" y="116891"/>
                </a:cubicBezTo>
                <a:cubicBezTo>
                  <a:pt x="20681" y="118929"/>
                  <a:pt x="23258" y="120008"/>
                  <a:pt x="26256" y="120128"/>
                </a:cubicBezTo>
                <a:cubicBezTo>
                  <a:pt x="32729" y="120128"/>
                  <a:pt x="39383" y="115812"/>
                  <a:pt x="46217" y="107180"/>
                </a:cubicBezTo>
                <a:lnTo>
                  <a:pt x="47656" y="105202"/>
                </a:lnTo>
                <a:lnTo>
                  <a:pt x="57367" y="66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DEA19-E577-4BE4-B400-85B3DD73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616" y="1627173"/>
            <a:ext cx="91160" cy="89635"/>
          </a:xfrm>
          <a:custGeom xmlns:a="http://schemas.openxmlformats.org/drawingml/2006/main">
            <a:pathLst>
              <a:path w="91160" h="89635">
                <a:moveTo>
                  <a:pt x="0" y="4450"/>
                </a:moveTo>
                <a:cubicBezTo>
                  <a:pt x="0" y="2585"/>
                  <a:pt x="551" y="1102"/>
                  <a:pt x="1653" y="0"/>
                </a:cubicBezTo>
                <a:lnTo>
                  <a:pt x="3051" y="0"/>
                </a:lnTo>
                <a:cubicBezTo>
                  <a:pt x="6611" y="254"/>
                  <a:pt x="11061" y="381"/>
                  <a:pt x="16401" y="381"/>
                </a:cubicBezTo>
                <a:cubicBezTo>
                  <a:pt x="26403" y="381"/>
                  <a:pt x="32294" y="254"/>
                  <a:pt x="34074" y="0"/>
                </a:cubicBezTo>
                <a:lnTo>
                  <a:pt x="35345" y="0"/>
                </a:lnTo>
                <a:cubicBezTo>
                  <a:pt x="35854" y="509"/>
                  <a:pt x="36108" y="890"/>
                  <a:pt x="36108" y="1144"/>
                </a:cubicBezTo>
                <a:cubicBezTo>
                  <a:pt x="36108" y="1399"/>
                  <a:pt x="36023" y="2161"/>
                  <a:pt x="35854" y="3433"/>
                </a:cubicBezTo>
                <a:cubicBezTo>
                  <a:pt x="35430" y="4704"/>
                  <a:pt x="35049" y="5509"/>
                  <a:pt x="34710" y="5849"/>
                </a:cubicBezTo>
                <a:lnTo>
                  <a:pt x="32040" y="5849"/>
                </a:lnTo>
                <a:cubicBezTo>
                  <a:pt x="30175" y="6018"/>
                  <a:pt x="28903" y="6103"/>
                  <a:pt x="28225" y="6103"/>
                </a:cubicBezTo>
                <a:cubicBezTo>
                  <a:pt x="25767" y="6527"/>
                  <a:pt x="24411" y="7162"/>
                  <a:pt x="24157" y="8010"/>
                </a:cubicBezTo>
                <a:cubicBezTo>
                  <a:pt x="24157" y="8179"/>
                  <a:pt x="25386" y="18817"/>
                  <a:pt x="27844" y="39922"/>
                </a:cubicBezTo>
                <a:cubicBezTo>
                  <a:pt x="30302" y="61028"/>
                  <a:pt x="31573" y="71665"/>
                  <a:pt x="31658" y="71835"/>
                </a:cubicBezTo>
                <a:lnTo>
                  <a:pt x="40940" y="56959"/>
                </a:lnTo>
                <a:cubicBezTo>
                  <a:pt x="47127" y="47042"/>
                  <a:pt x="53315" y="37041"/>
                  <a:pt x="59502" y="26954"/>
                </a:cubicBezTo>
                <a:cubicBezTo>
                  <a:pt x="65690" y="16867"/>
                  <a:pt x="68868" y="11655"/>
                  <a:pt x="69038" y="11316"/>
                </a:cubicBezTo>
                <a:cubicBezTo>
                  <a:pt x="69377" y="10722"/>
                  <a:pt x="69546" y="10087"/>
                  <a:pt x="69546" y="9408"/>
                </a:cubicBezTo>
                <a:cubicBezTo>
                  <a:pt x="69546" y="7374"/>
                  <a:pt x="67682" y="6188"/>
                  <a:pt x="63952" y="5849"/>
                </a:cubicBezTo>
                <a:cubicBezTo>
                  <a:pt x="62426" y="5849"/>
                  <a:pt x="61664" y="5382"/>
                  <a:pt x="61664" y="4450"/>
                </a:cubicBezTo>
                <a:cubicBezTo>
                  <a:pt x="61664" y="4365"/>
                  <a:pt x="61748" y="3814"/>
                  <a:pt x="61918" y="2797"/>
                </a:cubicBezTo>
                <a:cubicBezTo>
                  <a:pt x="62172" y="1610"/>
                  <a:pt x="62426" y="848"/>
                  <a:pt x="62681" y="509"/>
                </a:cubicBezTo>
                <a:cubicBezTo>
                  <a:pt x="62935" y="170"/>
                  <a:pt x="63486" y="0"/>
                  <a:pt x="64334" y="0"/>
                </a:cubicBezTo>
                <a:cubicBezTo>
                  <a:pt x="64503" y="0"/>
                  <a:pt x="65012" y="0"/>
                  <a:pt x="65859" y="0"/>
                </a:cubicBezTo>
                <a:cubicBezTo>
                  <a:pt x="66707" y="0"/>
                  <a:pt x="68148" y="42"/>
                  <a:pt x="70182" y="127"/>
                </a:cubicBezTo>
                <a:cubicBezTo>
                  <a:pt x="72216" y="212"/>
                  <a:pt x="74929" y="254"/>
                  <a:pt x="78319" y="254"/>
                </a:cubicBezTo>
                <a:cubicBezTo>
                  <a:pt x="84168" y="254"/>
                  <a:pt x="87855" y="170"/>
                  <a:pt x="89380" y="0"/>
                </a:cubicBezTo>
                <a:lnTo>
                  <a:pt x="90270" y="0"/>
                </a:lnTo>
                <a:cubicBezTo>
                  <a:pt x="90864" y="593"/>
                  <a:pt x="91160" y="1060"/>
                  <a:pt x="91160" y="1399"/>
                </a:cubicBezTo>
                <a:cubicBezTo>
                  <a:pt x="91160" y="2839"/>
                  <a:pt x="90779" y="4196"/>
                  <a:pt x="90016" y="5467"/>
                </a:cubicBezTo>
                <a:cubicBezTo>
                  <a:pt x="89762" y="5721"/>
                  <a:pt x="89041" y="5849"/>
                  <a:pt x="87855" y="5849"/>
                </a:cubicBezTo>
                <a:cubicBezTo>
                  <a:pt x="86753" y="5933"/>
                  <a:pt x="85736" y="6018"/>
                  <a:pt x="84803" y="6103"/>
                </a:cubicBezTo>
                <a:cubicBezTo>
                  <a:pt x="83871" y="6188"/>
                  <a:pt x="82981" y="6399"/>
                  <a:pt x="82133" y="6738"/>
                </a:cubicBezTo>
                <a:cubicBezTo>
                  <a:pt x="81286" y="7078"/>
                  <a:pt x="80608" y="7374"/>
                  <a:pt x="80099" y="7628"/>
                </a:cubicBezTo>
                <a:cubicBezTo>
                  <a:pt x="79591" y="7883"/>
                  <a:pt x="79082" y="8222"/>
                  <a:pt x="78573" y="8646"/>
                </a:cubicBezTo>
                <a:cubicBezTo>
                  <a:pt x="78065" y="9069"/>
                  <a:pt x="77641" y="9366"/>
                  <a:pt x="77302" y="9536"/>
                </a:cubicBezTo>
                <a:cubicBezTo>
                  <a:pt x="76963" y="9705"/>
                  <a:pt x="76624" y="10087"/>
                  <a:pt x="76285" y="10680"/>
                </a:cubicBezTo>
                <a:cubicBezTo>
                  <a:pt x="75946" y="11273"/>
                  <a:pt x="75649" y="11570"/>
                  <a:pt x="75395" y="11570"/>
                </a:cubicBezTo>
                <a:lnTo>
                  <a:pt x="50857" y="50984"/>
                </a:lnTo>
                <a:cubicBezTo>
                  <a:pt x="35600" y="75649"/>
                  <a:pt x="27717" y="88279"/>
                  <a:pt x="27208" y="88872"/>
                </a:cubicBezTo>
                <a:cubicBezTo>
                  <a:pt x="26954" y="89041"/>
                  <a:pt x="26657" y="89253"/>
                  <a:pt x="26318" y="89508"/>
                </a:cubicBezTo>
                <a:lnTo>
                  <a:pt x="24030" y="89635"/>
                </a:lnTo>
                <a:lnTo>
                  <a:pt x="23140" y="89635"/>
                </a:lnTo>
                <a:cubicBezTo>
                  <a:pt x="21614" y="89635"/>
                  <a:pt x="20851" y="89338"/>
                  <a:pt x="20851" y="88745"/>
                </a:cubicBezTo>
                <a:cubicBezTo>
                  <a:pt x="20597" y="88236"/>
                  <a:pt x="18944" y="74674"/>
                  <a:pt x="15893" y="48059"/>
                </a:cubicBezTo>
                <a:cubicBezTo>
                  <a:pt x="12672" y="21105"/>
                  <a:pt x="11019" y="7501"/>
                  <a:pt x="10934" y="7247"/>
                </a:cubicBezTo>
                <a:cubicBezTo>
                  <a:pt x="10510" y="6315"/>
                  <a:pt x="7883" y="5849"/>
                  <a:pt x="3051" y="5849"/>
                </a:cubicBezTo>
                <a:lnTo>
                  <a:pt x="890" y="5849"/>
                </a:lnTo>
                <a:cubicBezTo>
                  <a:pt x="297" y="5425"/>
                  <a:pt x="0" y="4959"/>
                  <a:pt x="0" y="4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A4F6A-6DAE-4C2F-8964-FD1413B2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839" y="1588284"/>
            <a:ext cx="111241" cy="105378"/>
          </a:xfrm>
          <a:custGeom xmlns:a="http://schemas.openxmlformats.org/drawingml/2006/main">
            <a:pathLst>
              <a:path w="111241" h="105378">
                <a:moveTo>
                  <a:pt x="30240" y="7097"/>
                </a:moveTo>
                <a:cubicBezTo>
                  <a:pt x="27463" y="7097"/>
                  <a:pt x="25817" y="7046"/>
                  <a:pt x="25303" y="6943"/>
                </a:cubicBezTo>
                <a:cubicBezTo>
                  <a:pt x="24789" y="6840"/>
                  <a:pt x="24532" y="6274"/>
                  <a:pt x="24532" y="5246"/>
                </a:cubicBezTo>
                <a:cubicBezTo>
                  <a:pt x="24532" y="2469"/>
                  <a:pt x="25097" y="771"/>
                  <a:pt x="26229" y="154"/>
                </a:cubicBezTo>
                <a:cubicBezTo>
                  <a:pt x="26332" y="51"/>
                  <a:pt x="33017" y="0"/>
                  <a:pt x="46286" y="0"/>
                </a:cubicBezTo>
                <a:cubicBezTo>
                  <a:pt x="72926" y="0"/>
                  <a:pt x="86967" y="103"/>
                  <a:pt x="88407" y="309"/>
                </a:cubicBezTo>
                <a:cubicBezTo>
                  <a:pt x="94887" y="1337"/>
                  <a:pt x="100287" y="3651"/>
                  <a:pt x="104607" y="7251"/>
                </a:cubicBezTo>
                <a:cubicBezTo>
                  <a:pt x="108927" y="10852"/>
                  <a:pt x="111138" y="15583"/>
                  <a:pt x="111241" y="21446"/>
                </a:cubicBezTo>
                <a:cubicBezTo>
                  <a:pt x="111241" y="28029"/>
                  <a:pt x="108258" y="33943"/>
                  <a:pt x="102292" y="39189"/>
                </a:cubicBezTo>
                <a:cubicBezTo>
                  <a:pt x="96327" y="44435"/>
                  <a:pt x="89487" y="47983"/>
                  <a:pt x="81772" y="49835"/>
                </a:cubicBezTo>
                <a:lnTo>
                  <a:pt x="80229" y="50298"/>
                </a:lnTo>
                <a:cubicBezTo>
                  <a:pt x="86812" y="51223"/>
                  <a:pt x="92212" y="53589"/>
                  <a:pt x="96430" y="57395"/>
                </a:cubicBezTo>
                <a:cubicBezTo>
                  <a:pt x="100647" y="61201"/>
                  <a:pt x="102807" y="65932"/>
                  <a:pt x="102910" y="71589"/>
                </a:cubicBezTo>
                <a:cubicBezTo>
                  <a:pt x="102910" y="79098"/>
                  <a:pt x="99207" y="86349"/>
                  <a:pt x="91801" y="93344"/>
                </a:cubicBezTo>
                <a:cubicBezTo>
                  <a:pt x="84395" y="100338"/>
                  <a:pt x="75292" y="104298"/>
                  <a:pt x="64492" y="105224"/>
                </a:cubicBezTo>
                <a:cubicBezTo>
                  <a:pt x="63772" y="105327"/>
                  <a:pt x="52921" y="105378"/>
                  <a:pt x="31937" y="105378"/>
                </a:cubicBezTo>
                <a:cubicBezTo>
                  <a:pt x="11366" y="105378"/>
                  <a:pt x="926" y="105275"/>
                  <a:pt x="617" y="105070"/>
                </a:cubicBezTo>
                <a:cubicBezTo>
                  <a:pt x="206" y="104761"/>
                  <a:pt x="0" y="104350"/>
                  <a:pt x="0" y="103835"/>
                </a:cubicBezTo>
                <a:cubicBezTo>
                  <a:pt x="0" y="103115"/>
                  <a:pt x="103" y="102395"/>
                  <a:pt x="309" y="101675"/>
                </a:cubicBezTo>
                <a:cubicBezTo>
                  <a:pt x="823" y="99721"/>
                  <a:pt x="1337" y="98641"/>
                  <a:pt x="1851" y="98435"/>
                </a:cubicBezTo>
                <a:cubicBezTo>
                  <a:pt x="2263" y="98332"/>
                  <a:pt x="3034" y="98281"/>
                  <a:pt x="4166" y="98281"/>
                </a:cubicBezTo>
                <a:lnTo>
                  <a:pt x="5091" y="98281"/>
                </a:lnTo>
                <a:cubicBezTo>
                  <a:pt x="7869" y="98281"/>
                  <a:pt x="10954" y="98127"/>
                  <a:pt x="14349" y="97818"/>
                </a:cubicBezTo>
                <a:cubicBezTo>
                  <a:pt x="15789" y="97510"/>
                  <a:pt x="16766" y="96892"/>
                  <a:pt x="17280" y="95967"/>
                </a:cubicBezTo>
                <a:cubicBezTo>
                  <a:pt x="17589" y="95555"/>
                  <a:pt x="21292" y="81258"/>
                  <a:pt x="28389" y="53075"/>
                </a:cubicBezTo>
                <a:cubicBezTo>
                  <a:pt x="35486" y="24892"/>
                  <a:pt x="39035" y="10029"/>
                  <a:pt x="39035" y="8486"/>
                </a:cubicBezTo>
                <a:cubicBezTo>
                  <a:pt x="39035" y="7766"/>
                  <a:pt x="36103" y="7303"/>
                  <a:pt x="30240" y="7097"/>
                </a:cubicBezTo>
                <a:close/>
                <a:moveTo>
                  <a:pt x="94732" y="21446"/>
                </a:moveTo>
                <a:cubicBezTo>
                  <a:pt x="94732" y="18360"/>
                  <a:pt x="93961" y="15480"/>
                  <a:pt x="92418" y="12806"/>
                </a:cubicBezTo>
                <a:cubicBezTo>
                  <a:pt x="90875" y="10132"/>
                  <a:pt x="88355" y="8383"/>
                  <a:pt x="84858" y="7560"/>
                </a:cubicBezTo>
                <a:cubicBezTo>
                  <a:pt x="84138" y="7354"/>
                  <a:pt x="79407" y="7200"/>
                  <a:pt x="70664" y="7097"/>
                </a:cubicBezTo>
                <a:cubicBezTo>
                  <a:pt x="68606" y="7097"/>
                  <a:pt x="66446" y="7097"/>
                  <a:pt x="64184" y="7097"/>
                </a:cubicBezTo>
                <a:cubicBezTo>
                  <a:pt x="61921" y="7097"/>
                  <a:pt x="60121" y="7149"/>
                  <a:pt x="58783" y="7251"/>
                </a:cubicBezTo>
                <a:lnTo>
                  <a:pt x="56778" y="7251"/>
                </a:lnTo>
                <a:cubicBezTo>
                  <a:pt x="55235" y="7354"/>
                  <a:pt x="54258" y="7869"/>
                  <a:pt x="53846" y="8794"/>
                </a:cubicBezTo>
                <a:cubicBezTo>
                  <a:pt x="53641" y="9206"/>
                  <a:pt x="51995" y="15377"/>
                  <a:pt x="48909" y="27309"/>
                </a:cubicBezTo>
                <a:cubicBezTo>
                  <a:pt x="48909" y="27617"/>
                  <a:pt x="48858" y="27926"/>
                  <a:pt x="48755" y="28235"/>
                </a:cubicBezTo>
                <a:lnTo>
                  <a:pt x="43972" y="47675"/>
                </a:lnTo>
                <a:lnTo>
                  <a:pt x="56469" y="47675"/>
                </a:lnTo>
                <a:cubicBezTo>
                  <a:pt x="64801" y="47675"/>
                  <a:pt x="69584" y="47572"/>
                  <a:pt x="70818" y="47366"/>
                </a:cubicBezTo>
                <a:cubicBezTo>
                  <a:pt x="76989" y="46338"/>
                  <a:pt x="82492" y="43355"/>
                  <a:pt x="87327" y="38418"/>
                </a:cubicBezTo>
                <a:cubicBezTo>
                  <a:pt x="92161" y="33480"/>
                  <a:pt x="94630" y="27823"/>
                  <a:pt x="94732" y="21446"/>
                </a:cubicBezTo>
                <a:close/>
                <a:moveTo>
                  <a:pt x="86401" y="70046"/>
                </a:moveTo>
                <a:cubicBezTo>
                  <a:pt x="86401" y="65521"/>
                  <a:pt x="85218" y="61766"/>
                  <a:pt x="82852" y="58783"/>
                </a:cubicBezTo>
                <a:cubicBezTo>
                  <a:pt x="80487" y="55801"/>
                  <a:pt x="77401" y="54052"/>
                  <a:pt x="73595" y="53538"/>
                </a:cubicBezTo>
                <a:cubicBezTo>
                  <a:pt x="72978" y="53435"/>
                  <a:pt x="68709" y="53383"/>
                  <a:pt x="60789" y="53383"/>
                </a:cubicBezTo>
                <a:cubicBezTo>
                  <a:pt x="48652" y="53383"/>
                  <a:pt x="42532" y="53435"/>
                  <a:pt x="42429" y="53538"/>
                </a:cubicBezTo>
                <a:cubicBezTo>
                  <a:pt x="42429" y="53743"/>
                  <a:pt x="41555" y="57498"/>
                  <a:pt x="39806" y="64801"/>
                </a:cubicBezTo>
                <a:cubicBezTo>
                  <a:pt x="38058" y="72104"/>
                  <a:pt x="36258" y="79355"/>
                  <a:pt x="34406" y="86555"/>
                </a:cubicBezTo>
                <a:lnTo>
                  <a:pt x="31629" y="97355"/>
                </a:lnTo>
                <a:cubicBezTo>
                  <a:pt x="31629" y="97767"/>
                  <a:pt x="32246" y="97972"/>
                  <a:pt x="33480" y="97972"/>
                </a:cubicBezTo>
                <a:cubicBezTo>
                  <a:pt x="34715" y="97972"/>
                  <a:pt x="38880" y="98075"/>
                  <a:pt x="45978" y="98281"/>
                </a:cubicBezTo>
                <a:cubicBezTo>
                  <a:pt x="55132" y="98281"/>
                  <a:pt x="60069" y="98230"/>
                  <a:pt x="60789" y="98127"/>
                </a:cubicBezTo>
                <a:cubicBezTo>
                  <a:pt x="67166" y="97407"/>
                  <a:pt x="73029" y="94424"/>
                  <a:pt x="78378" y="89178"/>
                </a:cubicBezTo>
                <a:cubicBezTo>
                  <a:pt x="83727" y="83932"/>
                  <a:pt x="86401" y="77555"/>
                  <a:pt x="86401" y="700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B4097-8081-4E2D-9169-D9F94F02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923" y="1642305"/>
            <a:ext cx="93592" cy="74502"/>
          </a:xfrm>
          <a:custGeom xmlns:a="http://schemas.openxmlformats.org/drawingml/2006/main">
            <a:pathLst>
              <a:path w="93592" h="74502">
                <a:moveTo>
                  <a:pt x="27707" y="5999"/>
                </a:moveTo>
                <a:cubicBezTo>
                  <a:pt x="27707" y="5490"/>
                  <a:pt x="25634" y="5163"/>
                  <a:pt x="21489" y="5018"/>
                </a:cubicBezTo>
                <a:cubicBezTo>
                  <a:pt x="19816" y="5018"/>
                  <a:pt x="18726" y="4981"/>
                  <a:pt x="18217" y="4909"/>
                </a:cubicBezTo>
                <a:cubicBezTo>
                  <a:pt x="17707" y="4836"/>
                  <a:pt x="17453" y="4509"/>
                  <a:pt x="17453" y="3927"/>
                </a:cubicBezTo>
                <a:cubicBezTo>
                  <a:pt x="17453" y="3781"/>
                  <a:pt x="17526" y="3272"/>
                  <a:pt x="17671" y="2400"/>
                </a:cubicBezTo>
                <a:cubicBezTo>
                  <a:pt x="18107" y="945"/>
                  <a:pt x="18471" y="182"/>
                  <a:pt x="18762" y="109"/>
                </a:cubicBezTo>
                <a:cubicBezTo>
                  <a:pt x="18907" y="36"/>
                  <a:pt x="19307" y="0"/>
                  <a:pt x="19962" y="0"/>
                </a:cubicBezTo>
                <a:lnTo>
                  <a:pt x="20507" y="0"/>
                </a:lnTo>
                <a:cubicBezTo>
                  <a:pt x="23489" y="145"/>
                  <a:pt x="28434" y="218"/>
                  <a:pt x="35342" y="218"/>
                </a:cubicBezTo>
                <a:cubicBezTo>
                  <a:pt x="37815" y="218"/>
                  <a:pt x="40105" y="218"/>
                  <a:pt x="42214" y="218"/>
                </a:cubicBezTo>
                <a:cubicBezTo>
                  <a:pt x="44323" y="218"/>
                  <a:pt x="45960" y="182"/>
                  <a:pt x="47123" y="109"/>
                </a:cubicBezTo>
                <a:cubicBezTo>
                  <a:pt x="48287" y="36"/>
                  <a:pt x="49014" y="36"/>
                  <a:pt x="49305" y="109"/>
                </a:cubicBezTo>
                <a:cubicBezTo>
                  <a:pt x="50541" y="109"/>
                  <a:pt x="51159" y="400"/>
                  <a:pt x="51159" y="982"/>
                </a:cubicBezTo>
                <a:cubicBezTo>
                  <a:pt x="51159" y="1345"/>
                  <a:pt x="51050" y="1854"/>
                  <a:pt x="50832" y="2509"/>
                </a:cubicBezTo>
                <a:cubicBezTo>
                  <a:pt x="50759" y="2654"/>
                  <a:pt x="50723" y="2872"/>
                  <a:pt x="50723" y="3163"/>
                </a:cubicBezTo>
                <a:cubicBezTo>
                  <a:pt x="50723" y="3454"/>
                  <a:pt x="50686" y="3672"/>
                  <a:pt x="50614" y="3818"/>
                </a:cubicBezTo>
                <a:cubicBezTo>
                  <a:pt x="50541" y="3963"/>
                  <a:pt x="50468" y="4109"/>
                  <a:pt x="50395" y="4254"/>
                </a:cubicBezTo>
                <a:cubicBezTo>
                  <a:pt x="50323" y="4400"/>
                  <a:pt x="50214" y="4509"/>
                  <a:pt x="50068" y="4581"/>
                </a:cubicBezTo>
                <a:cubicBezTo>
                  <a:pt x="49923" y="4654"/>
                  <a:pt x="49777" y="4727"/>
                  <a:pt x="49632" y="4800"/>
                </a:cubicBezTo>
                <a:cubicBezTo>
                  <a:pt x="49486" y="4872"/>
                  <a:pt x="49232" y="4909"/>
                  <a:pt x="48868" y="4909"/>
                </a:cubicBezTo>
                <a:cubicBezTo>
                  <a:pt x="48505" y="4909"/>
                  <a:pt x="48177" y="4945"/>
                  <a:pt x="47887" y="5018"/>
                </a:cubicBezTo>
                <a:cubicBezTo>
                  <a:pt x="47596" y="5090"/>
                  <a:pt x="47087" y="5090"/>
                  <a:pt x="46359" y="5018"/>
                </a:cubicBezTo>
                <a:cubicBezTo>
                  <a:pt x="43451" y="5090"/>
                  <a:pt x="41596" y="5200"/>
                  <a:pt x="40796" y="5345"/>
                </a:cubicBezTo>
                <a:cubicBezTo>
                  <a:pt x="39996" y="5490"/>
                  <a:pt x="39342" y="5890"/>
                  <a:pt x="38833" y="6545"/>
                </a:cubicBezTo>
                <a:lnTo>
                  <a:pt x="29997" y="41233"/>
                </a:lnTo>
                <a:cubicBezTo>
                  <a:pt x="30070" y="41233"/>
                  <a:pt x="36760" y="35997"/>
                  <a:pt x="50068" y="25525"/>
                </a:cubicBezTo>
                <a:cubicBezTo>
                  <a:pt x="63376" y="15053"/>
                  <a:pt x="70212" y="9672"/>
                  <a:pt x="70575" y="9381"/>
                </a:cubicBezTo>
                <a:cubicBezTo>
                  <a:pt x="71594" y="8363"/>
                  <a:pt x="72103" y="7527"/>
                  <a:pt x="72103" y="6872"/>
                </a:cubicBezTo>
                <a:cubicBezTo>
                  <a:pt x="72103" y="5781"/>
                  <a:pt x="71194" y="5163"/>
                  <a:pt x="69376" y="5018"/>
                </a:cubicBezTo>
                <a:cubicBezTo>
                  <a:pt x="68212" y="5018"/>
                  <a:pt x="67630" y="4618"/>
                  <a:pt x="67630" y="3818"/>
                </a:cubicBezTo>
                <a:cubicBezTo>
                  <a:pt x="67630" y="3672"/>
                  <a:pt x="67739" y="3163"/>
                  <a:pt x="67958" y="2291"/>
                </a:cubicBezTo>
                <a:cubicBezTo>
                  <a:pt x="68176" y="1418"/>
                  <a:pt x="68357" y="873"/>
                  <a:pt x="68503" y="654"/>
                </a:cubicBezTo>
                <a:cubicBezTo>
                  <a:pt x="68721" y="291"/>
                  <a:pt x="69339" y="109"/>
                  <a:pt x="70357" y="109"/>
                </a:cubicBezTo>
                <a:cubicBezTo>
                  <a:pt x="70648" y="109"/>
                  <a:pt x="71921" y="145"/>
                  <a:pt x="74175" y="218"/>
                </a:cubicBezTo>
                <a:cubicBezTo>
                  <a:pt x="76429" y="291"/>
                  <a:pt x="79338" y="327"/>
                  <a:pt x="82902" y="327"/>
                </a:cubicBezTo>
                <a:cubicBezTo>
                  <a:pt x="84574" y="327"/>
                  <a:pt x="86320" y="291"/>
                  <a:pt x="88138" y="218"/>
                </a:cubicBezTo>
                <a:cubicBezTo>
                  <a:pt x="89956" y="145"/>
                  <a:pt x="91046" y="109"/>
                  <a:pt x="91410" y="109"/>
                </a:cubicBezTo>
                <a:cubicBezTo>
                  <a:pt x="92864" y="109"/>
                  <a:pt x="93592" y="473"/>
                  <a:pt x="93592" y="1200"/>
                </a:cubicBezTo>
                <a:cubicBezTo>
                  <a:pt x="93592" y="2800"/>
                  <a:pt x="93301" y="3891"/>
                  <a:pt x="92719" y="4472"/>
                </a:cubicBezTo>
                <a:cubicBezTo>
                  <a:pt x="92501" y="4836"/>
                  <a:pt x="91810" y="5018"/>
                  <a:pt x="90646" y="5018"/>
                </a:cubicBezTo>
                <a:cubicBezTo>
                  <a:pt x="85192" y="5381"/>
                  <a:pt x="80247" y="7236"/>
                  <a:pt x="75811" y="10581"/>
                </a:cubicBezTo>
                <a:cubicBezTo>
                  <a:pt x="74648" y="11308"/>
                  <a:pt x="72103" y="13199"/>
                  <a:pt x="68176" y="16253"/>
                </a:cubicBezTo>
                <a:cubicBezTo>
                  <a:pt x="64249" y="19307"/>
                  <a:pt x="60613" y="22180"/>
                  <a:pt x="57268" y="24870"/>
                </a:cubicBezTo>
                <a:lnTo>
                  <a:pt x="52141" y="28906"/>
                </a:lnTo>
                <a:lnTo>
                  <a:pt x="53122" y="31306"/>
                </a:lnTo>
                <a:cubicBezTo>
                  <a:pt x="53777" y="32906"/>
                  <a:pt x="54795" y="35342"/>
                  <a:pt x="56177" y="38615"/>
                </a:cubicBezTo>
                <a:cubicBezTo>
                  <a:pt x="57558" y="41887"/>
                  <a:pt x="58831" y="44978"/>
                  <a:pt x="59995" y="47887"/>
                </a:cubicBezTo>
                <a:cubicBezTo>
                  <a:pt x="65449" y="60758"/>
                  <a:pt x="68357" y="67412"/>
                  <a:pt x="68721" y="67848"/>
                </a:cubicBezTo>
                <a:cubicBezTo>
                  <a:pt x="68867" y="67994"/>
                  <a:pt x="69048" y="68139"/>
                  <a:pt x="69266" y="68285"/>
                </a:cubicBezTo>
                <a:cubicBezTo>
                  <a:pt x="70285" y="69012"/>
                  <a:pt x="72139" y="69412"/>
                  <a:pt x="74830" y="69485"/>
                </a:cubicBezTo>
                <a:lnTo>
                  <a:pt x="77120" y="69485"/>
                </a:lnTo>
                <a:cubicBezTo>
                  <a:pt x="77557" y="70066"/>
                  <a:pt x="77775" y="70394"/>
                  <a:pt x="77775" y="70466"/>
                </a:cubicBezTo>
                <a:cubicBezTo>
                  <a:pt x="77775" y="70539"/>
                  <a:pt x="77666" y="71194"/>
                  <a:pt x="77448" y="72430"/>
                </a:cubicBezTo>
                <a:cubicBezTo>
                  <a:pt x="77157" y="73375"/>
                  <a:pt x="76793" y="74066"/>
                  <a:pt x="76357" y="74502"/>
                </a:cubicBezTo>
                <a:lnTo>
                  <a:pt x="75157" y="74502"/>
                </a:lnTo>
                <a:cubicBezTo>
                  <a:pt x="72248" y="74284"/>
                  <a:pt x="68794" y="74175"/>
                  <a:pt x="64794" y="74175"/>
                </a:cubicBezTo>
                <a:cubicBezTo>
                  <a:pt x="55922" y="74175"/>
                  <a:pt x="50941" y="74284"/>
                  <a:pt x="49850" y="74502"/>
                </a:cubicBezTo>
                <a:lnTo>
                  <a:pt x="48759" y="74502"/>
                </a:lnTo>
                <a:cubicBezTo>
                  <a:pt x="48323" y="74066"/>
                  <a:pt x="48105" y="73739"/>
                  <a:pt x="48105" y="73521"/>
                </a:cubicBezTo>
                <a:cubicBezTo>
                  <a:pt x="48105" y="73303"/>
                  <a:pt x="48177" y="72648"/>
                  <a:pt x="48323" y="71557"/>
                </a:cubicBezTo>
                <a:cubicBezTo>
                  <a:pt x="48614" y="70612"/>
                  <a:pt x="48832" y="70030"/>
                  <a:pt x="48977" y="69812"/>
                </a:cubicBezTo>
                <a:cubicBezTo>
                  <a:pt x="49123" y="69594"/>
                  <a:pt x="49523" y="69485"/>
                  <a:pt x="50177" y="69485"/>
                </a:cubicBezTo>
                <a:lnTo>
                  <a:pt x="50505" y="69485"/>
                </a:lnTo>
                <a:cubicBezTo>
                  <a:pt x="54141" y="69485"/>
                  <a:pt x="55959" y="68576"/>
                  <a:pt x="55959" y="66758"/>
                </a:cubicBezTo>
                <a:cubicBezTo>
                  <a:pt x="55959" y="66467"/>
                  <a:pt x="54977" y="63922"/>
                  <a:pt x="53013" y="59122"/>
                </a:cubicBezTo>
                <a:cubicBezTo>
                  <a:pt x="51050" y="54322"/>
                  <a:pt x="49886" y="51595"/>
                  <a:pt x="49523" y="50941"/>
                </a:cubicBezTo>
                <a:lnTo>
                  <a:pt x="43196" y="35888"/>
                </a:lnTo>
                <a:lnTo>
                  <a:pt x="35779" y="41669"/>
                </a:lnTo>
                <a:lnTo>
                  <a:pt x="28361" y="47450"/>
                </a:lnTo>
                <a:lnTo>
                  <a:pt x="25852" y="57595"/>
                </a:lnTo>
                <a:cubicBezTo>
                  <a:pt x="24180" y="64285"/>
                  <a:pt x="23343" y="67812"/>
                  <a:pt x="23343" y="68176"/>
                </a:cubicBezTo>
                <a:cubicBezTo>
                  <a:pt x="23343" y="68685"/>
                  <a:pt x="23634" y="69012"/>
                  <a:pt x="24216" y="69157"/>
                </a:cubicBezTo>
                <a:cubicBezTo>
                  <a:pt x="24798" y="69303"/>
                  <a:pt x="26616" y="69412"/>
                  <a:pt x="29670" y="69485"/>
                </a:cubicBezTo>
                <a:lnTo>
                  <a:pt x="33052" y="69485"/>
                </a:lnTo>
                <a:cubicBezTo>
                  <a:pt x="33488" y="70139"/>
                  <a:pt x="33706" y="70539"/>
                  <a:pt x="33706" y="70685"/>
                </a:cubicBezTo>
                <a:cubicBezTo>
                  <a:pt x="33706" y="71848"/>
                  <a:pt x="33452" y="72939"/>
                  <a:pt x="32942" y="73957"/>
                </a:cubicBezTo>
                <a:cubicBezTo>
                  <a:pt x="32579" y="74321"/>
                  <a:pt x="31997" y="74502"/>
                  <a:pt x="31197" y="74502"/>
                </a:cubicBezTo>
                <a:cubicBezTo>
                  <a:pt x="30979" y="74502"/>
                  <a:pt x="29634" y="74466"/>
                  <a:pt x="27161" y="74393"/>
                </a:cubicBezTo>
                <a:cubicBezTo>
                  <a:pt x="24689" y="74321"/>
                  <a:pt x="21053" y="74284"/>
                  <a:pt x="16253" y="74284"/>
                </a:cubicBezTo>
                <a:cubicBezTo>
                  <a:pt x="11744" y="74284"/>
                  <a:pt x="8290" y="74284"/>
                  <a:pt x="5890" y="74284"/>
                </a:cubicBezTo>
                <a:cubicBezTo>
                  <a:pt x="3491" y="74284"/>
                  <a:pt x="2182" y="74321"/>
                  <a:pt x="1963" y="74393"/>
                </a:cubicBezTo>
                <a:cubicBezTo>
                  <a:pt x="654" y="74393"/>
                  <a:pt x="0" y="74030"/>
                  <a:pt x="0" y="73303"/>
                </a:cubicBezTo>
                <a:cubicBezTo>
                  <a:pt x="0" y="73157"/>
                  <a:pt x="109" y="72648"/>
                  <a:pt x="327" y="71775"/>
                </a:cubicBezTo>
                <a:cubicBezTo>
                  <a:pt x="618" y="70612"/>
                  <a:pt x="909" y="69957"/>
                  <a:pt x="1200" y="69812"/>
                </a:cubicBezTo>
                <a:cubicBezTo>
                  <a:pt x="1491" y="69666"/>
                  <a:pt x="2327" y="69557"/>
                  <a:pt x="3709" y="69485"/>
                </a:cubicBezTo>
                <a:cubicBezTo>
                  <a:pt x="5672" y="69485"/>
                  <a:pt x="7854" y="69376"/>
                  <a:pt x="10254" y="69157"/>
                </a:cubicBezTo>
                <a:cubicBezTo>
                  <a:pt x="11272" y="68939"/>
                  <a:pt x="11963" y="68503"/>
                  <a:pt x="12326" y="67848"/>
                </a:cubicBezTo>
                <a:cubicBezTo>
                  <a:pt x="12544" y="67558"/>
                  <a:pt x="15162" y="57449"/>
                  <a:pt x="20180" y="37524"/>
                </a:cubicBezTo>
                <a:cubicBezTo>
                  <a:pt x="25198" y="17598"/>
                  <a:pt x="27707" y="7090"/>
                  <a:pt x="27707" y="59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BF6A1-4354-4719-BE62-7E6480CB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440" y="1910025"/>
            <a:ext cx="111241" cy="105378"/>
          </a:xfrm>
          <a:custGeom xmlns:a="http://schemas.openxmlformats.org/drawingml/2006/main">
            <a:pathLst>
              <a:path w="111241" h="105378">
                <a:moveTo>
                  <a:pt x="30240" y="7097"/>
                </a:moveTo>
                <a:cubicBezTo>
                  <a:pt x="27463" y="7097"/>
                  <a:pt x="25817" y="7046"/>
                  <a:pt x="25303" y="6943"/>
                </a:cubicBezTo>
                <a:cubicBezTo>
                  <a:pt x="24789" y="6840"/>
                  <a:pt x="24532" y="6274"/>
                  <a:pt x="24532" y="5246"/>
                </a:cubicBezTo>
                <a:cubicBezTo>
                  <a:pt x="24532" y="2469"/>
                  <a:pt x="25097" y="771"/>
                  <a:pt x="26229" y="154"/>
                </a:cubicBezTo>
                <a:cubicBezTo>
                  <a:pt x="26332" y="51"/>
                  <a:pt x="33017" y="0"/>
                  <a:pt x="46286" y="0"/>
                </a:cubicBezTo>
                <a:cubicBezTo>
                  <a:pt x="72926" y="0"/>
                  <a:pt x="86967" y="103"/>
                  <a:pt x="88407" y="309"/>
                </a:cubicBezTo>
                <a:cubicBezTo>
                  <a:pt x="94887" y="1337"/>
                  <a:pt x="100287" y="3651"/>
                  <a:pt x="104607" y="7251"/>
                </a:cubicBezTo>
                <a:cubicBezTo>
                  <a:pt x="108927" y="10852"/>
                  <a:pt x="111138" y="15583"/>
                  <a:pt x="111241" y="21446"/>
                </a:cubicBezTo>
                <a:cubicBezTo>
                  <a:pt x="111241" y="28029"/>
                  <a:pt x="108258" y="33943"/>
                  <a:pt x="102292" y="39189"/>
                </a:cubicBezTo>
                <a:cubicBezTo>
                  <a:pt x="96327" y="44435"/>
                  <a:pt x="89487" y="47983"/>
                  <a:pt x="81772" y="49835"/>
                </a:cubicBezTo>
                <a:lnTo>
                  <a:pt x="80229" y="50298"/>
                </a:lnTo>
                <a:cubicBezTo>
                  <a:pt x="86812" y="51223"/>
                  <a:pt x="92212" y="53589"/>
                  <a:pt x="96430" y="57395"/>
                </a:cubicBezTo>
                <a:cubicBezTo>
                  <a:pt x="100647" y="61201"/>
                  <a:pt x="102807" y="65932"/>
                  <a:pt x="102910" y="71589"/>
                </a:cubicBezTo>
                <a:cubicBezTo>
                  <a:pt x="102910" y="79098"/>
                  <a:pt x="99207" y="86349"/>
                  <a:pt x="91801" y="93344"/>
                </a:cubicBezTo>
                <a:cubicBezTo>
                  <a:pt x="84395" y="100338"/>
                  <a:pt x="75292" y="104298"/>
                  <a:pt x="64492" y="105224"/>
                </a:cubicBezTo>
                <a:cubicBezTo>
                  <a:pt x="63772" y="105327"/>
                  <a:pt x="52921" y="105378"/>
                  <a:pt x="31937" y="105378"/>
                </a:cubicBezTo>
                <a:cubicBezTo>
                  <a:pt x="11366" y="105378"/>
                  <a:pt x="926" y="105275"/>
                  <a:pt x="617" y="105070"/>
                </a:cubicBezTo>
                <a:cubicBezTo>
                  <a:pt x="206" y="104761"/>
                  <a:pt x="0" y="104350"/>
                  <a:pt x="0" y="103835"/>
                </a:cubicBezTo>
                <a:cubicBezTo>
                  <a:pt x="0" y="103115"/>
                  <a:pt x="103" y="102395"/>
                  <a:pt x="309" y="101675"/>
                </a:cubicBezTo>
                <a:cubicBezTo>
                  <a:pt x="823" y="99721"/>
                  <a:pt x="1337" y="98641"/>
                  <a:pt x="1851" y="98435"/>
                </a:cubicBezTo>
                <a:cubicBezTo>
                  <a:pt x="2263" y="98332"/>
                  <a:pt x="3034" y="98281"/>
                  <a:pt x="4166" y="98281"/>
                </a:cubicBezTo>
                <a:lnTo>
                  <a:pt x="5091" y="98281"/>
                </a:lnTo>
                <a:cubicBezTo>
                  <a:pt x="7869" y="98281"/>
                  <a:pt x="10954" y="98127"/>
                  <a:pt x="14349" y="97818"/>
                </a:cubicBezTo>
                <a:cubicBezTo>
                  <a:pt x="15789" y="97510"/>
                  <a:pt x="16766" y="96892"/>
                  <a:pt x="17280" y="95967"/>
                </a:cubicBezTo>
                <a:cubicBezTo>
                  <a:pt x="17589" y="95555"/>
                  <a:pt x="21292" y="81258"/>
                  <a:pt x="28389" y="53075"/>
                </a:cubicBezTo>
                <a:cubicBezTo>
                  <a:pt x="35486" y="24892"/>
                  <a:pt x="39035" y="10029"/>
                  <a:pt x="39035" y="8486"/>
                </a:cubicBezTo>
                <a:cubicBezTo>
                  <a:pt x="39035" y="7766"/>
                  <a:pt x="36103" y="7303"/>
                  <a:pt x="30240" y="7097"/>
                </a:cubicBezTo>
                <a:close/>
                <a:moveTo>
                  <a:pt x="94732" y="21446"/>
                </a:moveTo>
                <a:cubicBezTo>
                  <a:pt x="94732" y="18360"/>
                  <a:pt x="93961" y="15480"/>
                  <a:pt x="92418" y="12806"/>
                </a:cubicBezTo>
                <a:cubicBezTo>
                  <a:pt x="90875" y="10132"/>
                  <a:pt x="88355" y="8383"/>
                  <a:pt x="84858" y="7560"/>
                </a:cubicBezTo>
                <a:cubicBezTo>
                  <a:pt x="84138" y="7354"/>
                  <a:pt x="79407" y="7200"/>
                  <a:pt x="70664" y="7097"/>
                </a:cubicBezTo>
                <a:cubicBezTo>
                  <a:pt x="68606" y="7097"/>
                  <a:pt x="66446" y="7097"/>
                  <a:pt x="64184" y="7097"/>
                </a:cubicBezTo>
                <a:cubicBezTo>
                  <a:pt x="61921" y="7097"/>
                  <a:pt x="60121" y="7149"/>
                  <a:pt x="58783" y="7251"/>
                </a:cubicBezTo>
                <a:lnTo>
                  <a:pt x="56778" y="7251"/>
                </a:lnTo>
                <a:cubicBezTo>
                  <a:pt x="55235" y="7354"/>
                  <a:pt x="54258" y="7869"/>
                  <a:pt x="53846" y="8794"/>
                </a:cubicBezTo>
                <a:cubicBezTo>
                  <a:pt x="53641" y="9206"/>
                  <a:pt x="51995" y="15377"/>
                  <a:pt x="48909" y="27309"/>
                </a:cubicBezTo>
                <a:cubicBezTo>
                  <a:pt x="48909" y="27617"/>
                  <a:pt x="48858" y="27926"/>
                  <a:pt x="48755" y="28235"/>
                </a:cubicBezTo>
                <a:lnTo>
                  <a:pt x="43972" y="47675"/>
                </a:lnTo>
                <a:lnTo>
                  <a:pt x="56469" y="47675"/>
                </a:lnTo>
                <a:cubicBezTo>
                  <a:pt x="64801" y="47675"/>
                  <a:pt x="69584" y="47572"/>
                  <a:pt x="70818" y="47366"/>
                </a:cubicBezTo>
                <a:cubicBezTo>
                  <a:pt x="76989" y="46338"/>
                  <a:pt x="82492" y="43355"/>
                  <a:pt x="87327" y="38418"/>
                </a:cubicBezTo>
                <a:cubicBezTo>
                  <a:pt x="92161" y="33480"/>
                  <a:pt x="94630" y="27823"/>
                  <a:pt x="94732" y="21446"/>
                </a:cubicBezTo>
                <a:close/>
                <a:moveTo>
                  <a:pt x="86401" y="70046"/>
                </a:moveTo>
                <a:cubicBezTo>
                  <a:pt x="86401" y="65521"/>
                  <a:pt x="85218" y="61766"/>
                  <a:pt x="82852" y="58783"/>
                </a:cubicBezTo>
                <a:cubicBezTo>
                  <a:pt x="80487" y="55801"/>
                  <a:pt x="77401" y="54052"/>
                  <a:pt x="73595" y="53538"/>
                </a:cubicBezTo>
                <a:cubicBezTo>
                  <a:pt x="72978" y="53435"/>
                  <a:pt x="68709" y="53383"/>
                  <a:pt x="60789" y="53383"/>
                </a:cubicBezTo>
                <a:cubicBezTo>
                  <a:pt x="48652" y="53383"/>
                  <a:pt x="42532" y="53435"/>
                  <a:pt x="42429" y="53538"/>
                </a:cubicBezTo>
                <a:cubicBezTo>
                  <a:pt x="42429" y="53743"/>
                  <a:pt x="41555" y="57498"/>
                  <a:pt x="39806" y="64801"/>
                </a:cubicBezTo>
                <a:cubicBezTo>
                  <a:pt x="38058" y="72104"/>
                  <a:pt x="36258" y="79355"/>
                  <a:pt x="34406" y="86555"/>
                </a:cubicBezTo>
                <a:lnTo>
                  <a:pt x="31629" y="97355"/>
                </a:lnTo>
                <a:cubicBezTo>
                  <a:pt x="31629" y="97767"/>
                  <a:pt x="32246" y="97972"/>
                  <a:pt x="33480" y="97972"/>
                </a:cubicBezTo>
                <a:cubicBezTo>
                  <a:pt x="34715" y="97972"/>
                  <a:pt x="38880" y="98075"/>
                  <a:pt x="45978" y="98281"/>
                </a:cubicBezTo>
                <a:cubicBezTo>
                  <a:pt x="55132" y="98281"/>
                  <a:pt x="60069" y="98230"/>
                  <a:pt x="60789" y="98127"/>
                </a:cubicBezTo>
                <a:cubicBezTo>
                  <a:pt x="67166" y="97407"/>
                  <a:pt x="73029" y="94424"/>
                  <a:pt x="78378" y="89178"/>
                </a:cubicBezTo>
                <a:cubicBezTo>
                  <a:pt x="83727" y="83932"/>
                  <a:pt x="86401" y="77555"/>
                  <a:pt x="86401" y="700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9B5E6-5F1D-450D-A60D-A684CDD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524" y="1964046"/>
            <a:ext cx="93592" cy="74502"/>
          </a:xfrm>
          <a:custGeom xmlns:a="http://schemas.openxmlformats.org/drawingml/2006/main">
            <a:pathLst>
              <a:path w="93592" h="74502">
                <a:moveTo>
                  <a:pt x="27707" y="5999"/>
                </a:moveTo>
                <a:cubicBezTo>
                  <a:pt x="27707" y="5490"/>
                  <a:pt x="25634" y="5163"/>
                  <a:pt x="21489" y="5018"/>
                </a:cubicBezTo>
                <a:cubicBezTo>
                  <a:pt x="19816" y="5018"/>
                  <a:pt x="18726" y="4981"/>
                  <a:pt x="18217" y="4909"/>
                </a:cubicBezTo>
                <a:cubicBezTo>
                  <a:pt x="17707" y="4836"/>
                  <a:pt x="17453" y="4509"/>
                  <a:pt x="17453" y="3927"/>
                </a:cubicBezTo>
                <a:cubicBezTo>
                  <a:pt x="17453" y="3781"/>
                  <a:pt x="17526" y="3272"/>
                  <a:pt x="17671" y="2400"/>
                </a:cubicBezTo>
                <a:cubicBezTo>
                  <a:pt x="18107" y="945"/>
                  <a:pt x="18471" y="182"/>
                  <a:pt x="18762" y="109"/>
                </a:cubicBezTo>
                <a:cubicBezTo>
                  <a:pt x="18907" y="36"/>
                  <a:pt x="19307" y="0"/>
                  <a:pt x="19962" y="0"/>
                </a:cubicBezTo>
                <a:lnTo>
                  <a:pt x="20507" y="0"/>
                </a:lnTo>
                <a:cubicBezTo>
                  <a:pt x="23489" y="145"/>
                  <a:pt x="28434" y="218"/>
                  <a:pt x="35342" y="218"/>
                </a:cubicBezTo>
                <a:cubicBezTo>
                  <a:pt x="37815" y="218"/>
                  <a:pt x="40105" y="218"/>
                  <a:pt x="42214" y="218"/>
                </a:cubicBezTo>
                <a:cubicBezTo>
                  <a:pt x="44323" y="218"/>
                  <a:pt x="45960" y="182"/>
                  <a:pt x="47123" y="109"/>
                </a:cubicBezTo>
                <a:cubicBezTo>
                  <a:pt x="48287" y="36"/>
                  <a:pt x="49014" y="36"/>
                  <a:pt x="49305" y="109"/>
                </a:cubicBezTo>
                <a:cubicBezTo>
                  <a:pt x="50541" y="109"/>
                  <a:pt x="51159" y="400"/>
                  <a:pt x="51159" y="982"/>
                </a:cubicBezTo>
                <a:cubicBezTo>
                  <a:pt x="51159" y="1345"/>
                  <a:pt x="51050" y="1854"/>
                  <a:pt x="50832" y="2509"/>
                </a:cubicBezTo>
                <a:cubicBezTo>
                  <a:pt x="50759" y="2654"/>
                  <a:pt x="50723" y="2872"/>
                  <a:pt x="50723" y="3163"/>
                </a:cubicBezTo>
                <a:cubicBezTo>
                  <a:pt x="50723" y="3454"/>
                  <a:pt x="50686" y="3672"/>
                  <a:pt x="50614" y="3818"/>
                </a:cubicBezTo>
                <a:cubicBezTo>
                  <a:pt x="50541" y="3963"/>
                  <a:pt x="50468" y="4109"/>
                  <a:pt x="50395" y="4254"/>
                </a:cubicBezTo>
                <a:cubicBezTo>
                  <a:pt x="50323" y="4400"/>
                  <a:pt x="50214" y="4509"/>
                  <a:pt x="50068" y="4581"/>
                </a:cubicBezTo>
                <a:cubicBezTo>
                  <a:pt x="49923" y="4654"/>
                  <a:pt x="49777" y="4727"/>
                  <a:pt x="49632" y="4800"/>
                </a:cubicBezTo>
                <a:cubicBezTo>
                  <a:pt x="49486" y="4872"/>
                  <a:pt x="49232" y="4909"/>
                  <a:pt x="48868" y="4909"/>
                </a:cubicBezTo>
                <a:cubicBezTo>
                  <a:pt x="48505" y="4909"/>
                  <a:pt x="48177" y="4945"/>
                  <a:pt x="47887" y="5018"/>
                </a:cubicBezTo>
                <a:cubicBezTo>
                  <a:pt x="47596" y="5090"/>
                  <a:pt x="47087" y="5090"/>
                  <a:pt x="46359" y="5018"/>
                </a:cubicBezTo>
                <a:cubicBezTo>
                  <a:pt x="43451" y="5090"/>
                  <a:pt x="41596" y="5200"/>
                  <a:pt x="40796" y="5345"/>
                </a:cubicBezTo>
                <a:cubicBezTo>
                  <a:pt x="39996" y="5490"/>
                  <a:pt x="39342" y="5890"/>
                  <a:pt x="38833" y="6545"/>
                </a:cubicBezTo>
                <a:lnTo>
                  <a:pt x="29997" y="41233"/>
                </a:lnTo>
                <a:cubicBezTo>
                  <a:pt x="30070" y="41233"/>
                  <a:pt x="36760" y="35997"/>
                  <a:pt x="50068" y="25525"/>
                </a:cubicBezTo>
                <a:cubicBezTo>
                  <a:pt x="63376" y="15053"/>
                  <a:pt x="70212" y="9672"/>
                  <a:pt x="70575" y="9381"/>
                </a:cubicBezTo>
                <a:cubicBezTo>
                  <a:pt x="71594" y="8363"/>
                  <a:pt x="72103" y="7527"/>
                  <a:pt x="72103" y="6872"/>
                </a:cubicBezTo>
                <a:cubicBezTo>
                  <a:pt x="72103" y="5781"/>
                  <a:pt x="71194" y="5163"/>
                  <a:pt x="69376" y="5018"/>
                </a:cubicBezTo>
                <a:cubicBezTo>
                  <a:pt x="68212" y="5018"/>
                  <a:pt x="67630" y="4618"/>
                  <a:pt x="67630" y="3818"/>
                </a:cubicBezTo>
                <a:cubicBezTo>
                  <a:pt x="67630" y="3672"/>
                  <a:pt x="67739" y="3163"/>
                  <a:pt x="67958" y="2291"/>
                </a:cubicBezTo>
                <a:cubicBezTo>
                  <a:pt x="68176" y="1418"/>
                  <a:pt x="68357" y="873"/>
                  <a:pt x="68503" y="654"/>
                </a:cubicBezTo>
                <a:cubicBezTo>
                  <a:pt x="68721" y="291"/>
                  <a:pt x="69339" y="109"/>
                  <a:pt x="70357" y="109"/>
                </a:cubicBezTo>
                <a:cubicBezTo>
                  <a:pt x="70648" y="109"/>
                  <a:pt x="71921" y="145"/>
                  <a:pt x="74175" y="218"/>
                </a:cubicBezTo>
                <a:cubicBezTo>
                  <a:pt x="76429" y="291"/>
                  <a:pt x="79338" y="327"/>
                  <a:pt x="82902" y="327"/>
                </a:cubicBezTo>
                <a:cubicBezTo>
                  <a:pt x="84574" y="327"/>
                  <a:pt x="86320" y="291"/>
                  <a:pt x="88138" y="218"/>
                </a:cubicBezTo>
                <a:cubicBezTo>
                  <a:pt x="89956" y="145"/>
                  <a:pt x="91046" y="109"/>
                  <a:pt x="91410" y="109"/>
                </a:cubicBezTo>
                <a:cubicBezTo>
                  <a:pt x="92864" y="109"/>
                  <a:pt x="93592" y="473"/>
                  <a:pt x="93592" y="1200"/>
                </a:cubicBezTo>
                <a:cubicBezTo>
                  <a:pt x="93592" y="2800"/>
                  <a:pt x="93301" y="3891"/>
                  <a:pt x="92719" y="4472"/>
                </a:cubicBezTo>
                <a:cubicBezTo>
                  <a:pt x="92501" y="4836"/>
                  <a:pt x="91810" y="5018"/>
                  <a:pt x="90646" y="5018"/>
                </a:cubicBezTo>
                <a:cubicBezTo>
                  <a:pt x="85192" y="5381"/>
                  <a:pt x="80247" y="7236"/>
                  <a:pt x="75811" y="10581"/>
                </a:cubicBezTo>
                <a:cubicBezTo>
                  <a:pt x="74648" y="11308"/>
                  <a:pt x="72103" y="13199"/>
                  <a:pt x="68176" y="16253"/>
                </a:cubicBezTo>
                <a:cubicBezTo>
                  <a:pt x="64249" y="19307"/>
                  <a:pt x="60613" y="22180"/>
                  <a:pt x="57268" y="24870"/>
                </a:cubicBezTo>
                <a:lnTo>
                  <a:pt x="52141" y="28906"/>
                </a:lnTo>
                <a:lnTo>
                  <a:pt x="53122" y="31306"/>
                </a:lnTo>
                <a:cubicBezTo>
                  <a:pt x="53777" y="32906"/>
                  <a:pt x="54795" y="35342"/>
                  <a:pt x="56177" y="38615"/>
                </a:cubicBezTo>
                <a:cubicBezTo>
                  <a:pt x="57558" y="41887"/>
                  <a:pt x="58831" y="44978"/>
                  <a:pt x="59995" y="47887"/>
                </a:cubicBezTo>
                <a:cubicBezTo>
                  <a:pt x="65449" y="60758"/>
                  <a:pt x="68357" y="67412"/>
                  <a:pt x="68721" y="67848"/>
                </a:cubicBezTo>
                <a:cubicBezTo>
                  <a:pt x="68867" y="67994"/>
                  <a:pt x="69048" y="68139"/>
                  <a:pt x="69266" y="68285"/>
                </a:cubicBezTo>
                <a:cubicBezTo>
                  <a:pt x="70285" y="69012"/>
                  <a:pt x="72139" y="69412"/>
                  <a:pt x="74830" y="69485"/>
                </a:cubicBezTo>
                <a:lnTo>
                  <a:pt x="77120" y="69485"/>
                </a:lnTo>
                <a:cubicBezTo>
                  <a:pt x="77557" y="70066"/>
                  <a:pt x="77775" y="70394"/>
                  <a:pt x="77775" y="70466"/>
                </a:cubicBezTo>
                <a:cubicBezTo>
                  <a:pt x="77775" y="70539"/>
                  <a:pt x="77666" y="71194"/>
                  <a:pt x="77448" y="72430"/>
                </a:cubicBezTo>
                <a:cubicBezTo>
                  <a:pt x="77157" y="73375"/>
                  <a:pt x="76793" y="74066"/>
                  <a:pt x="76357" y="74502"/>
                </a:cubicBezTo>
                <a:lnTo>
                  <a:pt x="75157" y="74502"/>
                </a:lnTo>
                <a:cubicBezTo>
                  <a:pt x="72248" y="74284"/>
                  <a:pt x="68794" y="74175"/>
                  <a:pt x="64794" y="74175"/>
                </a:cubicBezTo>
                <a:cubicBezTo>
                  <a:pt x="55922" y="74175"/>
                  <a:pt x="50941" y="74284"/>
                  <a:pt x="49850" y="74502"/>
                </a:cubicBezTo>
                <a:lnTo>
                  <a:pt x="48759" y="74502"/>
                </a:lnTo>
                <a:cubicBezTo>
                  <a:pt x="48323" y="74066"/>
                  <a:pt x="48105" y="73739"/>
                  <a:pt x="48105" y="73521"/>
                </a:cubicBezTo>
                <a:cubicBezTo>
                  <a:pt x="48105" y="73303"/>
                  <a:pt x="48177" y="72648"/>
                  <a:pt x="48323" y="71557"/>
                </a:cubicBezTo>
                <a:cubicBezTo>
                  <a:pt x="48614" y="70612"/>
                  <a:pt x="48832" y="70030"/>
                  <a:pt x="48977" y="69812"/>
                </a:cubicBezTo>
                <a:cubicBezTo>
                  <a:pt x="49123" y="69594"/>
                  <a:pt x="49523" y="69485"/>
                  <a:pt x="50177" y="69485"/>
                </a:cubicBezTo>
                <a:lnTo>
                  <a:pt x="50505" y="69485"/>
                </a:lnTo>
                <a:cubicBezTo>
                  <a:pt x="54141" y="69485"/>
                  <a:pt x="55959" y="68576"/>
                  <a:pt x="55959" y="66758"/>
                </a:cubicBezTo>
                <a:cubicBezTo>
                  <a:pt x="55959" y="66467"/>
                  <a:pt x="54977" y="63922"/>
                  <a:pt x="53013" y="59122"/>
                </a:cubicBezTo>
                <a:cubicBezTo>
                  <a:pt x="51050" y="54322"/>
                  <a:pt x="49886" y="51595"/>
                  <a:pt x="49523" y="50941"/>
                </a:cubicBezTo>
                <a:lnTo>
                  <a:pt x="43196" y="35888"/>
                </a:lnTo>
                <a:lnTo>
                  <a:pt x="35779" y="41669"/>
                </a:lnTo>
                <a:lnTo>
                  <a:pt x="28361" y="47450"/>
                </a:lnTo>
                <a:lnTo>
                  <a:pt x="25852" y="57595"/>
                </a:lnTo>
                <a:cubicBezTo>
                  <a:pt x="24180" y="64285"/>
                  <a:pt x="23343" y="67812"/>
                  <a:pt x="23343" y="68176"/>
                </a:cubicBezTo>
                <a:cubicBezTo>
                  <a:pt x="23343" y="68685"/>
                  <a:pt x="23634" y="69012"/>
                  <a:pt x="24216" y="69157"/>
                </a:cubicBezTo>
                <a:cubicBezTo>
                  <a:pt x="24798" y="69303"/>
                  <a:pt x="26616" y="69412"/>
                  <a:pt x="29670" y="69485"/>
                </a:cubicBezTo>
                <a:lnTo>
                  <a:pt x="33052" y="69485"/>
                </a:lnTo>
                <a:cubicBezTo>
                  <a:pt x="33488" y="70139"/>
                  <a:pt x="33706" y="70539"/>
                  <a:pt x="33706" y="70685"/>
                </a:cubicBezTo>
                <a:cubicBezTo>
                  <a:pt x="33706" y="71848"/>
                  <a:pt x="33452" y="72939"/>
                  <a:pt x="32942" y="73957"/>
                </a:cubicBezTo>
                <a:cubicBezTo>
                  <a:pt x="32579" y="74321"/>
                  <a:pt x="31997" y="74502"/>
                  <a:pt x="31197" y="74502"/>
                </a:cubicBezTo>
                <a:cubicBezTo>
                  <a:pt x="30979" y="74502"/>
                  <a:pt x="29634" y="74466"/>
                  <a:pt x="27161" y="74393"/>
                </a:cubicBezTo>
                <a:cubicBezTo>
                  <a:pt x="24689" y="74321"/>
                  <a:pt x="21053" y="74284"/>
                  <a:pt x="16253" y="74284"/>
                </a:cubicBezTo>
                <a:cubicBezTo>
                  <a:pt x="11744" y="74284"/>
                  <a:pt x="8290" y="74284"/>
                  <a:pt x="5890" y="74284"/>
                </a:cubicBezTo>
                <a:cubicBezTo>
                  <a:pt x="3491" y="74284"/>
                  <a:pt x="2182" y="74321"/>
                  <a:pt x="1963" y="74393"/>
                </a:cubicBezTo>
                <a:cubicBezTo>
                  <a:pt x="654" y="74393"/>
                  <a:pt x="0" y="74030"/>
                  <a:pt x="0" y="73303"/>
                </a:cubicBezTo>
                <a:cubicBezTo>
                  <a:pt x="0" y="73157"/>
                  <a:pt x="109" y="72648"/>
                  <a:pt x="327" y="71775"/>
                </a:cubicBezTo>
                <a:cubicBezTo>
                  <a:pt x="618" y="70612"/>
                  <a:pt x="909" y="69957"/>
                  <a:pt x="1200" y="69812"/>
                </a:cubicBezTo>
                <a:cubicBezTo>
                  <a:pt x="1491" y="69666"/>
                  <a:pt x="2327" y="69557"/>
                  <a:pt x="3709" y="69485"/>
                </a:cubicBezTo>
                <a:cubicBezTo>
                  <a:pt x="5672" y="69485"/>
                  <a:pt x="7854" y="69376"/>
                  <a:pt x="10254" y="69157"/>
                </a:cubicBezTo>
                <a:cubicBezTo>
                  <a:pt x="11272" y="68939"/>
                  <a:pt x="11963" y="68503"/>
                  <a:pt x="12326" y="67848"/>
                </a:cubicBezTo>
                <a:cubicBezTo>
                  <a:pt x="12544" y="67558"/>
                  <a:pt x="15162" y="57449"/>
                  <a:pt x="20180" y="37524"/>
                </a:cubicBezTo>
                <a:cubicBezTo>
                  <a:pt x="25198" y="17598"/>
                  <a:pt x="27707" y="7090"/>
                  <a:pt x="27707" y="59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54503-7C6B-46A0-A0B0-FFB11972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431" y="1573825"/>
            <a:ext cx="133866" cy="1364130"/>
          </a:xfrm>
          <a:custGeom xmlns:a="http://schemas.openxmlformats.org/drawingml/2006/main">
            <a:pathLst>
              <a:path w="133866" h="1364130">
                <a:moveTo>
                  <a:pt x="78421" y="10020"/>
                </a:moveTo>
                <a:lnTo>
                  <a:pt x="78291" y="9257"/>
                </a:lnTo>
                <a:lnTo>
                  <a:pt x="78112" y="8511"/>
                </a:lnTo>
                <a:lnTo>
                  <a:pt x="77887" y="7785"/>
                </a:lnTo>
                <a:lnTo>
                  <a:pt x="77615" y="7081"/>
                </a:lnTo>
                <a:lnTo>
                  <a:pt x="77300" y="6399"/>
                </a:lnTo>
                <a:lnTo>
                  <a:pt x="76944" y="5742"/>
                </a:lnTo>
                <a:lnTo>
                  <a:pt x="76546" y="5111"/>
                </a:lnTo>
                <a:lnTo>
                  <a:pt x="76111" y="4509"/>
                </a:lnTo>
                <a:lnTo>
                  <a:pt x="75638" y="3936"/>
                </a:lnTo>
                <a:lnTo>
                  <a:pt x="75131" y="3396"/>
                </a:lnTo>
                <a:lnTo>
                  <a:pt x="74590" y="2888"/>
                </a:lnTo>
                <a:lnTo>
                  <a:pt x="74017" y="2416"/>
                </a:lnTo>
                <a:lnTo>
                  <a:pt x="73415" y="1980"/>
                </a:lnTo>
                <a:lnTo>
                  <a:pt x="72785" y="1583"/>
                </a:lnTo>
                <a:lnTo>
                  <a:pt x="72128" y="1226"/>
                </a:lnTo>
                <a:lnTo>
                  <a:pt x="71446" y="911"/>
                </a:lnTo>
                <a:lnTo>
                  <a:pt x="70741" y="640"/>
                </a:lnTo>
                <a:lnTo>
                  <a:pt x="70015" y="414"/>
                </a:lnTo>
                <a:lnTo>
                  <a:pt x="69270" y="236"/>
                </a:lnTo>
                <a:lnTo>
                  <a:pt x="68506" y="106"/>
                </a:lnTo>
                <a:lnTo>
                  <a:pt x="67727" y="27"/>
                </a:lnTo>
                <a:lnTo>
                  <a:pt x="66933" y="0"/>
                </a:lnTo>
                <a:lnTo>
                  <a:pt x="66140" y="27"/>
                </a:lnTo>
                <a:lnTo>
                  <a:pt x="65360" y="106"/>
                </a:lnTo>
                <a:lnTo>
                  <a:pt x="64597" y="236"/>
                </a:lnTo>
                <a:lnTo>
                  <a:pt x="63851" y="414"/>
                </a:lnTo>
                <a:lnTo>
                  <a:pt x="63125" y="640"/>
                </a:lnTo>
                <a:lnTo>
                  <a:pt x="62421" y="911"/>
                </a:lnTo>
                <a:lnTo>
                  <a:pt x="61739" y="1226"/>
                </a:lnTo>
                <a:lnTo>
                  <a:pt x="61082" y="1583"/>
                </a:lnTo>
                <a:lnTo>
                  <a:pt x="60451" y="1980"/>
                </a:lnTo>
                <a:lnTo>
                  <a:pt x="59849" y="2416"/>
                </a:lnTo>
                <a:lnTo>
                  <a:pt x="59277" y="2888"/>
                </a:lnTo>
                <a:lnTo>
                  <a:pt x="58736" y="3396"/>
                </a:lnTo>
                <a:lnTo>
                  <a:pt x="58228" y="3936"/>
                </a:lnTo>
                <a:lnTo>
                  <a:pt x="57756" y="4509"/>
                </a:lnTo>
                <a:lnTo>
                  <a:pt x="57320" y="5111"/>
                </a:lnTo>
                <a:lnTo>
                  <a:pt x="56923" y="5742"/>
                </a:lnTo>
                <a:lnTo>
                  <a:pt x="56566" y="6399"/>
                </a:lnTo>
                <a:lnTo>
                  <a:pt x="56251" y="7081"/>
                </a:lnTo>
                <a:lnTo>
                  <a:pt x="55980" y="7785"/>
                </a:lnTo>
                <a:lnTo>
                  <a:pt x="55754" y="8511"/>
                </a:lnTo>
                <a:lnTo>
                  <a:pt x="55576" y="9257"/>
                </a:lnTo>
                <a:lnTo>
                  <a:pt x="55446" y="10020"/>
                </a:lnTo>
                <a:lnTo>
                  <a:pt x="55367" y="10799"/>
                </a:lnTo>
                <a:lnTo>
                  <a:pt x="55340" y="11593"/>
                </a:lnTo>
                <a:lnTo>
                  <a:pt x="55340" y="1248198"/>
                </a:lnTo>
                <a:lnTo>
                  <a:pt x="0" y="1248198"/>
                </a:lnTo>
                <a:lnTo>
                  <a:pt x="66933" y="1364130"/>
                </a:lnTo>
                <a:lnTo>
                  <a:pt x="133866" y="1248198"/>
                </a:lnTo>
                <a:lnTo>
                  <a:pt x="78526" y="1248198"/>
                </a:lnTo>
                <a:lnTo>
                  <a:pt x="78526" y="11593"/>
                </a:lnTo>
                <a:lnTo>
                  <a:pt x="78500" y="10799"/>
                </a:lnTo>
                <a:lnTo>
                  <a:pt x="78421" y="10020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C74FF-307D-4AAE-A69D-AEA8C82D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193" y="2114839"/>
            <a:ext cx="2312144" cy="823115"/>
          </a:xfrm>
          <a:custGeom xmlns:a="http://schemas.openxmlformats.org/drawingml/2006/main">
            <a:pathLst>
              <a:path w="2312144" h="823115">
                <a:moveTo>
                  <a:pt x="2302124" y="23081"/>
                </a:moveTo>
                <a:lnTo>
                  <a:pt x="2302887" y="22951"/>
                </a:lnTo>
                <a:lnTo>
                  <a:pt x="2303633" y="22772"/>
                </a:lnTo>
                <a:lnTo>
                  <a:pt x="2304359" y="22546"/>
                </a:lnTo>
                <a:lnTo>
                  <a:pt x="2305063" y="22275"/>
                </a:lnTo>
                <a:lnTo>
                  <a:pt x="2305745" y="21960"/>
                </a:lnTo>
                <a:lnTo>
                  <a:pt x="2306402" y="21604"/>
                </a:lnTo>
                <a:lnTo>
                  <a:pt x="2307033" y="21206"/>
                </a:lnTo>
                <a:lnTo>
                  <a:pt x="2307635" y="20771"/>
                </a:lnTo>
                <a:lnTo>
                  <a:pt x="2308207" y="20298"/>
                </a:lnTo>
                <a:lnTo>
                  <a:pt x="2308748" y="19791"/>
                </a:lnTo>
                <a:lnTo>
                  <a:pt x="2309256" y="19250"/>
                </a:lnTo>
                <a:lnTo>
                  <a:pt x="2309728" y="18677"/>
                </a:lnTo>
                <a:lnTo>
                  <a:pt x="2310164" y="18075"/>
                </a:lnTo>
                <a:lnTo>
                  <a:pt x="2310561" y="17444"/>
                </a:lnTo>
                <a:lnTo>
                  <a:pt x="2310918" y="16787"/>
                </a:lnTo>
                <a:lnTo>
                  <a:pt x="2311233" y="16106"/>
                </a:lnTo>
                <a:lnTo>
                  <a:pt x="2311504" y="15401"/>
                </a:lnTo>
                <a:lnTo>
                  <a:pt x="2311730" y="14675"/>
                </a:lnTo>
                <a:lnTo>
                  <a:pt x="2311908" y="13930"/>
                </a:lnTo>
                <a:lnTo>
                  <a:pt x="2312038" y="13166"/>
                </a:lnTo>
                <a:lnTo>
                  <a:pt x="2312117" y="12387"/>
                </a:lnTo>
                <a:lnTo>
                  <a:pt x="2312144" y="11593"/>
                </a:lnTo>
                <a:lnTo>
                  <a:pt x="2312117" y="10799"/>
                </a:lnTo>
                <a:lnTo>
                  <a:pt x="2312038" y="10020"/>
                </a:lnTo>
                <a:lnTo>
                  <a:pt x="2311908" y="9257"/>
                </a:lnTo>
                <a:lnTo>
                  <a:pt x="2311730" y="8511"/>
                </a:lnTo>
                <a:lnTo>
                  <a:pt x="2311504" y="7785"/>
                </a:lnTo>
                <a:lnTo>
                  <a:pt x="2311233" y="7081"/>
                </a:lnTo>
                <a:lnTo>
                  <a:pt x="2310918" y="6399"/>
                </a:lnTo>
                <a:lnTo>
                  <a:pt x="2310561" y="5742"/>
                </a:lnTo>
                <a:lnTo>
                  <a:pt x="2310164" y="5111"/>
                </a:lnTo>
                <a:lnTo>
                  <a:pt x="2309728" y="4509"/>
                </a:lnTo>
                <a:lnTo>
                  <a:pt x="2309256" y="3936"/>
                </a:lnTo>
                <a:lnTo>
                  <a:pt x="2308748" y="3396"/>
                </a:lnTo>
                <a:lnTo>
                  <a:pt x="2308207" y="2888"/>
                </a:lnTo>
                <a:lnTo>
                  <a:pt x="2307635" y="2416"/>
                </a:lnTo>
                <a:lnTo>
                  <a:pt x="2307033" y="1980"/>
                </a:lnTo>
                <a:lnTo>
                  <a:pt x="2306402" y="1583"/>
                </a:lnTo>
                <a:lnTo>
                  <a:pt x="2305745" y="1226"/>
                </a:lnTo>
                <a:lnTo>
                  <a:pt x="2305063" y="911"/>
                </a:lnTo>
                <a:lnTo>
                  <a:pt x="2304359" y="640"/>
                </a:lnTo>
                <a:lnTo>
                  <a:pt x="2303633" y="414"/>
                </a:lnTo>
                <a:lnTo>
                  <a:pt x="2302887" y="236"/>
                </a:lnTo>
                <a:lnTo>
                  <a:pt x="2302124" y="106"/>
                </a:lnTo>
                <a:lnTo>
                  <a:pt x="2301344" y="27"/>
                </a:lnTo>
                <a:lnTo>
                  <a:pt x="2300551" y="0"/>
                </a:lnTo>
                <a:lnTo>
                  <a:pt x="105577" y="0"/>
                </a:lnTo>
                <a:lnTo>
                  <a:pt x="102138" y="116"/>
                </a:lnTo>
                <a:lnTo>
                  <a:pt x="98760" y="459"/>
                </a:lnTo>
                <a:lnTo>
                  <a:pt x="95452" y="1021"/>
                </a:lnTo>
                <a:lnTo>
                  <a:pt x="92222" y="1795"/>
                </a:lnTo>
                <a:lnTo>
                  <a:pt x="89076" y="2773"/>
                </a:lnTo>
                <a:lnTo>
                  <a:pt x="86022" y="3948"/>
                </a:lnTo>
                <a:lnTo>
                  <a:pt x="83068" y="5313"/>
                </a:lnTo>
                <a:lnTo>
                  <a:pt x="80221" y="6859"/>
                </a:lnTo>
                <a:lnTo>
                  <a:pt x="77489" y="8580"/>
                </a:lnTo>
                <a:lnTo>
                  <a:pt x="74879" y="10468"/>
                </a:lnTo>
                <a:lnTo>
                  <a:pt x="72398" y="12515"/>
                </a:lnTo>
                <a:lnTo>
                  <a:pt x="70054" y="14714"/>
                </a:lnTo>
                <a:lnTo>
                  <a:pt x="67855" y="17058"/>
                </a:lnTo>
                <a:lnTo>
                  <a:pt x="65807" y="19539"/>
                </a:lnTo>
                <a:lnTo>
                  <a:pt x="63920" y="22149"/>
                </a:lnTo>
                <a:lnTo>
                  <a:pt x="62199" y="24882"/>
                </a:lnTo>
                <a:lnTo>
                  <a:pt x="60652" y="27729"/>
                </a:lnTo>
                <a:lnTo>
                  <a:pt x="59288" y="30683"/>
                </a:lnTo>
                <a:lnTo>
                  <a:pt x="58113" y="33736"/>
                </a:lnTo>
                <a:lnTo>
                  <a:pt x="57134" y="36882"/>
                </a:lnTo>
                <a:lnTo>
                  <a:pt x="56361" y="40113"/>
                </a:lnTo>
                <a:lnTo>
                  <a:pt x="55799" y="43420"/>
                </a:lnTo>
                <a:lnTo>
                  <a:pt x="55456" y="46798"/>
                </a:lnTo>
                <a:lnTo>
                  <a:pt x="55340" y="50237"/>
                </a:lnTo>
                <a:lnTo>
                  <a:pt x="55340" y="707184"/>
                </a:lnTo>
                <a:lnTo>
                  <a:pt x="0" y="707184"/>
                </a:lnTo>
                <a:lnTo>
                  <a:pt x="66933" y="823115"/>
                </a:lnTo>
                <a:lnTo>
                  <a:pt x="133866" y="707184"/>
                </a:lnTo>
                <a:lnTo>
                  <a:pt x="78526" y="707184"/>
                </a:lnTo>
                <a:lnTo>
                  <a:pt x="78526" y="50237"/>
                </a:lnTo>
                <a:lnTo>
                  <a:pt x="78589" y="48385"/>
                </a:lnTo>
                <a:lnTo>
                  <a:pt x="78773" y="46567"/>
                </a:lnTo>
                <a:lnTo>
                  <a:pt x="79076" y="44785"/>
                </a:lnTo>
                <a:lnTo>
                  <a:pt x="79493" y="43046"/>
                </a:lnTo>
                <a:lnTo>
                  <a:pt x="80019" y="41352"/>
                </a:lnTo>
                <a:lnTo>
                  <a:pt x="80652" y="39708"/>
                </a:lnTo>
                <a:lnTo>
                  <a:pt x="81387" y="38117"/>
                </a:lnTo>
                <a:lnTo>
                  <a:pt x="82220" y="36584"/>
                </a:lnTo>
                <a:lnTo>
                  <a:pt x="83146" y="35113"/>
                </a:lnTo>
                <a:lnTo>
                  <a:pt x="84163" y="33707"/>
                </a:lnTo>
                <a:lnTo>
                  <a:pt x="85265" y="32371"/>
                </a:lnTo>
                <a:lnTo>
                  <a:pt x="86449" y="31109"/>
                </a:lnTo>
                <a:lnTo>
                  <a:pt x="87711" y="29925"/>
                </a:lnTo>
                <a:lnTo>
                  <a:pt x="89047" y="28823"/>
                </a:lnTo>
                <a:lnTo>
                  <a:pt x="90453" y="27806"/>
                </a:lnTo>
                <a:lnTo>
                  <a:pt x="91924" y="26880"/>
                </a:lnTo>
                <a:lnTo>
                  <a:pt x="93457" y="26047"/>
                </a:lnTo>
                <a:lnTo>
                  <a:pt x="95048" y="25312"/>
                </a:lnTo>
                <a:lnTo>
                  <a:pt x="96692" y="24679"/>
                </a:lnTo>
                <a:lnTo>
                  <a:pt x="98386" y="24153"/>
                </a:lnTo>
                <a:lnTo>
                  <a:pt x="100125" y="23736"/>
                </a:lnTo>
                <a:lnTo>
                  <a:pt x="101906" y="23433"/>
                </a:lnTo>
                <a:lnTo>
                  <a:pt x="103725" y="23249"/>
                </a:lnTo>
                <a:lnTo>
                  <a:pt x="105577" y="23186"/>
                </a:lnTo>
                <a:lnTo>
                  <a:pt x="2300551" y="23186"/>
                </a:lnTo>
                <a:lnTo>
                  <a:pt x="2301344" y="23160"/>
                </a:lnTo>
                <a:lnTo>
                  <a:pt x="2302124" y="23081"/>
                </a:lnTo>
                <a:close/>
              </a:path>
            </a:pathLst>
          </a:custGeom>
          <a:solidFill xmlns:a="http://schemas.openxmlformats.org/drawingml/2006/main">
            <a:srgbClr val="27A7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334428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2026-09-05T14:29:19.4250000Z</dcterms:created>
  <dcterms:modified xsi:type="dcterms:W3CDTF">2026-09-05T14:29:19.4250000Z</dcterms:modified>
</coreProperties>
</file>