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4d8c02cb134b41" /><Relationship Type="http://schemas.openxmlformats.org/officeDocument/2006/relationships/extended-properties" Target="/docProps/app.xml" Id="R30c7bc0f8e624395" /><Relationship Type="http://schemas.openxmlformats.org/officeDocument/2006/relationships/officeDocument" Target="/ppt/presentation.xml" Id="R4f8f5aedb84546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a2b83ac8e6400f"/>
  </p:sldMasterIdLst>
  <p:notesMasterIdLst>
    <p:notesMasterId xmlns:r="http://schemas.openxmlformats.org/officeDocument/2006/relationships" r:id="R36258ac0ecc349be"/>
  </p:notesMasterIdLst>
  <p:sldIdLst>
    <p:sldId xmlns:r="http://schemas.openxmlformats.org/officeDocument/2006/relationships" id="256" r:id="R2ccd4f0d771d496c"/>
  </p:sldIdLst>
  <p:sldSz cx="6343650" cy="54578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6a748e5f024622" /><Relationship Type="http://schemas.openxmlformats.org/officeDocument/2006/relationships/slideMaster" Target="/ppt/slideMasters/slideMaster1.xml" Id="R62a2b83ac8e6400f" /><Relationship Type="http://schemas.openxmlformats.org/officeDocument/2006/relationships/notesMaster" Target="/ppt/notesMasters/notesMaster1.xml" Id="R36258ac0ecc349be" /><Relationship Type="http://schemas.openxmlformats.org/officeDocument/2006/relationships/presProps" Target="/ppt/presProps.xml" Id="Rab7a273201334cc5" /><Relationship Type="http://schemas.openxmlformats.org/officeDocument/2006/relationships/tableStyles" Target="/ppt/tableStyles.xml" Id="R3fb5794b00524cc3" /><Relationship Type="http://schemas.openxmlformats.org/officeDocument/2006/relationships/slide" Target="/ppt/slides/slide1.xml" Id="R2ccd4f0d771d49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a51902cf584e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5b592ca9e743a3" /><Relationship Type="http://schemas.openxmlformats.org/officeDocument/2006/relationships/notesMaster" Target="/ppt/notesMasters/notesMaster1.xml" Id="R8ee30f680538485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素材ID：AI-029</ns1:t>
            </ns1:r>
          </ns1:p>
          <ns1:p>
            <ns1:r>
              <ns1:t>论文：Pre³: Enabling Deterministic Pushdown Automata for Faster Structured LLM Generation</ns1:t>
            </ns1:r>
          </ns1:p>
          <ns1:p>
            <ns1:r>
              <ns1:t>会议：ACL 2025</ns1:t>
            </ns1:r>
          </ns1:p>
          <ns1:p>
            <ns1:r>
              <ns1:t>奖项：Outstanding Paper</ns1:t>
            </ns1:r>
          </ns1:p>
          <ns1:p>
            <ns1:r>
              <ns1:t>图号：Figure 3，PDF第5页</ns1:t>
            </ns1:r>
          </ns1:p>
          <ns1:p>
            <ns1:r>
              <ns1:t>类型：方法细节</ns1:t>
            </ns1:r>
          </ns1:p>
          <ns1:p>
            <ns1:r>
              <ns1:t>借鉴点：在同一状态图中叠加接受边、归约边、压栈/弹栈和当前栈内容，适合解释解析器机制。</ns1:t>
            </ns1:r>
          </ns1:p>
          <ns1:p>
            <ns1:r>
              <ns1:t>论文URL：https://aclanthology.org/2025.acl-long.551/</ns1:t>
            </ns1:r>
          </ns1:p>
          <ns1:p>
            <ns1:r>
              <ns1:t>官方获奖URL：https://2025.aclweb.org/program/awards/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fa1c53def542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b07a46f81244a2" /><Relationship Type="http://schemas.openxmlformats.org/officeDocument/2006/relationships/slideLayout" Target="/ppt/slideLayouts/slideLayout1.xml" Id="Rbc792e8984a54f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792e8984a54f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8260b387442f0" /><Relationship Type="http://schemas.openxmlformats.org/officeDocument/2006/relationships/notesSlide" Target="/ppt/notesSlides/notesSlide1.xml" Id="R3b27c7b9ba5c4e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0F14D6-25D8-44D6-AEED-FE966686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55" y="24197"/>
            <a:ext cx="4678072" cy="5427595"/>
          </a:xfrm>
          <a:custGeom xmlns:a="http://schemas.openxmlformats.org/drawingml/2006/main">
            <a:pathLst>
              <a:path w="4678072" h="5427595">
                <a:moveTo>
                  <a:pt x="0" y="5427595"/>
                </a:moveTo>
                <a:lnTo>
                  <a:pt x="0" y="0"/>
                </a:lnTo>
                <a:lnTo>
                  <a:pt x="4678072" y="0"/>
                </a:lnTo>
                <a:lnTo>
                  <a:pt x="4678072" y="5427595"/>
                </a:lnTo>
                <a:lnTo>
                  <a:pt x="0" y="54275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7D0E1-5D89-4076-B2AB-4A6CA6D9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494" y="796751"/>
            <a:ext cx="643823" cy="620628"/>
          </a:xfrm>
          <a:custGeom xmlns:a="http://schemas.openxmlformats.org/drawingml/2006/main">
            <a:pathLst>
              <a:path w="643823" h="620628">
                <a:moveTo>
                  <a:pt x="0" y="310314"/>
                </a:moveTo>
                <a:cubicBezTo>
                  <a:pt x="0" y="139003"/>
                  <a:pt x="144139" y="0"/>
                  <a:pt x="321912" y="0"/>
                </a:cubicBezTo>
                <a:cubicBezTo>
                  <a:pt x="499684" y="0"/>
                  <a:pt x="643823" y="139003"/>
                  <a:pt x="643823" y="310314"/>
                </a:cubicBezTo>
                <a:cubicBezTo>
                  <a:pt x="643823" y="481625"/>
                  <a:pt x="499684" y="620628"/>
                  <a:pt x="321912" y="620628"/>
                </a:cubicBezTo>
                <a:cubicBezTo>
                  <a:pt x="144139" y="620628"/>
                  <a:pt x="0" y="481625"/>
                  <a:pt x="0" y="31031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81AB97-1583-47B0-A805-E446D739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494" y="796751"/>
            <a:ext cx="643823" cy="620628"/>
          </a:xfrm>
          <a:custGeom xmlns:a="http://schemas.openxmlformats.org/drawingml/2006/main">
            <a:pathLst>
              <a:path w="643823" h="620628" fill="none">
                <a:moveTo>
                  <a:pt x="0" y="310314"/>
                </a:moveTo>
                <a:cubicBezTo>
                  <a:pt x="0" y="139003"/>
                  <a:pt x="144139" y="0"/>
                  <a:pt x="321912" y="0"/>
                </a:cubicBezTo>
                <a:cubicBezTo>
                  <a:pt x="499684" y="0"/>
                  <a:pt x="643823" y="139003"/>
                  <a:pt x="643823" y="310314"/>
                </a:cubicBezTo>
                <a:cubicBezTo>
                  <a:pt x="643823" y="481625"/>
                  <a:pt x="499684" y="620628"/>
                  <a:pt x="321912" y="620628"/>
                </a:cubicBezTo>
                <a:cubicBezTo>
                  <a:pt x="144139" y="620628"/>
                  <a:pt x="0" y="481625"/>
                  <a:pt x="0" y="31031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CA2E162-3A2A-41F9-967E-D449FD66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29" y="1028942"/>
            <a:ext cx="111462" cy="169908"/>
          </a:xfrm>
          <a:custGeom xmlns:a="http://schemas.openxmlformats.org/drawingml/2006/main">
            <a:pathLst>
              <a:path w="111462" h="169908">
                <a:moveTo>
                  <a:pt x="111462" y="169908"/>
                </a:moveTo>
                <a:lnTo>
                  <a:pt x="5302" y="169908"/>
                </a:lnTo>
                <a:lnTo>
                  <a:pt x="5302" y="148961"/>
                </a:lnTo>
                <a:lnTo>
                  <a:pt x="48748" y="148961"/>
                </a:lnTo>
                <a:lnTo>
                  <a:pt x="48748" y="25473"/>
                </a:lnTo>
                <a:lnTo>
                  <a:pt x="8276" y="47585"/>
                </a:lnTo>
                <a:lnTo>
                  <a:pt x="0" y="28447"/>
                </a:lnTo>
                <a:lnTo>
                  <a:pt x="53791" y="0"/>
                </a:lnTo>
                <a:lnTo>
                  <a:pt x="73705" y="0"/>
                </a:lnTo>
                <a:lnTo>
                  <a:pt x="73705" y="148961"/>
                </a:lnTo>
                <a:lnTo>
                  <a:pt x="111462" y="148961"/>
                </a:lnTo>
                <a:lnTo>
                  <a:pt x="111462" y="1699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23E253-AE2A-438B-99B6-5717E910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494" y="1743102"/>
            <a:ext cx="643823" cy="620462"/>
          </a:xfrm>
          <a:custGeom xmlns:a="http://schemas.openxmlformats.org/drawingml/2006/main">
            <a:pathLst>
              <a:path w="643823" h="620462">
                <a:moveTo>
                  <a:pt x="0" y="310314"/>
                </a:moveTo>
                <a:cubicBezTo>
                  <a:pt x="0" y="138838"/>
                  <a:pt x="144139" y="0"/>
                  <a:pt x="321912" y="0"/>
                </a:cubicBezTo>
                <a:cubicBezTo>
                  <a:pt x="499684" y="0"/>
                  <a:pt x="643823" y="138838"/>
                  <a:pt x="643823" y="310314"/>
                </a:cubicBezTo>
                <a:cubicBezTo>
                  <a:pt x="643823" y="481625"/>
                  <a:pt x="499684" y="620462"/>
                  <a:pt x="321912" y="620462"/>
                </a:cubicBezTo>
                <a:cubicBezTo>
                  <a:pt x="144139" y="620462"/>
                  <a:pt x="0" y="481625"/>
                  <a:pt x="0" y="31031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C84028-A5E2-45D4-9875-9382A10C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7494" y="1743102"/>
            <a:ext cx="643823" cy="620462"/>
          </a:xfrm>
          <a:custGeom xmlns:a="http://schemas.openxmlformats.org/drawingml/2006/main">
            <a:pathLst>
              <a:path w="643823" h="620462" fill="none">
                <a:moveTo>
                  <a:pt x="0" y="310314"/>
                </a:moveTo>
                <a:cubicBezTo>
                  <a:pt x="0" y="138838"/>
                  <a:pt x="144139" y="0"/>
                  <a:pt x="321912" y="0"/>
                </a:cubicBezTo>
                <a:cubicBezTo>
                  <a:pt x="499684" y="0"/>
                  <a:pt x="643823" y="138838"/>
                  <a:pt x="643823" y="310314"/>
                </a:cubicBezTo>
                <a:cubicBezTo>
                  <a:pt x="643823" y="481625"/>
                  <a:pt x="499684" y="620462"/>
                  <a:pt x="321912" y="620462"/>
                </a:cubicBezTo>
                <a:cubicBezTo>
                  <a:pt x="144139" y="620462"/>
                  <a:pt x="0" y="481625"/>
                  <a:pt x="0" y="31031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7" name="Text 2">
            <a:extLst xmlns:a="http://schemas.openxmlformats.org/drawingml/2006/main">
              <a:ext uri="{FF2B5EF4-FFF2-40B4-BE49-F238E27FC236}">
                <a16:creationId xmlns:a16="http://schemas.microsoft.com/office/drawing/2014/main" id="{AA3AB6E8-0ADD-4C6B-85BE-3FA1532D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680" y="1974072"/>
            <a:ext cx="111333" cy="171460"/>
          </a:xfrm>
          <a:custGeom xmlns:a="http://schemas.openxmlformats.org/drawingml/2006/main">
            <a:pathLst>
              <a:path w="111333" h="171460">
                <a:moveTo>
                  <a:pt x="111333" y="171460"/>
                </a:moveTo>
                <a:lnTo>
                  <a:pt x="0" y="171460"/>
                </a:lnTo>
                <a:lnTo>
                  <a:pt x="0" y="151288"/>
                </a:lnTo>
                <a:lnTo>
                  <a:pt x="43705" y="107797"/>
                </a:lnTo>
                <a:cubicBezTo>
                  <a:pt x="50860" y="100720"/>
                  <a:pt x="56679" y="94594"/>
                  <a:pt x="61162" y="89419"/>
                </a:cubicBezTo>
                <a:cubicBezTo>
                  <a:pt x="65644" y="84242"/>
                  <a:pt x="69136" y="79518"/>
                  <a:pt x="71636" y="75248"/>
                </a:cubicBezTo>
                <a:cubicBezTo>
                  <a:pt x="74136" y="70976"/>
                  <a:pt x="75817" y="66942"/>
                  <a:pt x="76679" y="63146"/>
                </a:cubicBezTo>
                <a:cubicBezTo>
                  <a:pt x="77541" y="59350"/>
                  <a:pt x="77972" y="55253"/>
                  <a:pt x="77972" y="50854"/>
                </a:cubicBezTo>
                <a:cubicBezTo>
                  <a:pt x="77972" y="46711"/>
                  <a:pt x="77411" y="42763"/>
                  <a:pt x="76291" y="39010"/>
                </a:cubicBezTo>
                <a:cubicBezTo>
                  <a:pt x="75170" y="35255"/>
                  <a:pt x="73446" y="31953"/>
                  <a:pt x="71118" y="29106"/>
                </a:cubicBezTo>
                <a:cubicBezTo>
                  <a:pt x="68791" y="26256"/>
                  <a:pt x="65774" y="24012"/>
                  <a:pt x="62067" y="22374"/>
                </a:cubicBezTo>
                <a:cubicBezTo>
                  <a:pt x="58360" y="20733"/>
                  <a:pt x="53921" y="19913"/>
                  <a:pt x="48748" y="19913"/>
                </a:cubicBezTo>
                <a:cubicBezTo>
                  <a:pt x="41593" y="19913"/>
                  <a:pt x="35085" y="21520"/>
                  <a:pt x="29223" y="24734"/>
                </a:cubicBezTo>
                <a:cubicBezTo>
                  <a:pt x="23361" y="27948"/>
                  <a:pt x="17974" y="32116"/>
                  <a:pt x="13060" y="37240"/>
                </a:cubicBezTo>
                <a:lnTo>
                  <a:pt x="647" y="22317"/>
                </a:lnTo>
                <a:cubicBezTo>
                  <a:pt x="7026" y="15569"/>
                  <a:pt x="14375" y="10163"/>
                  <a:pt x="22693" y="6098"/>
                </a:cubicBezTo>
                <a:cubicBezTo>
                  <a:pt x="31012" y="2033"/>
                  <a:pt x="40688" y="0"/>
                  <a:pt x="51722" y="0"/>
                </a:cubicBezTo>
                <a:cubicBezTo>
                  <a:pt x="59222" y="0"/>
                  <a:pt x="66054" y="1122"/>
                  <a:pt x="72217" y="3366"/>
                </a:cubicBezTo>
                <a:cubicBezTo>
                  <a:pt x="78381" y="5607"/>
                  <a:pt x="83704" y="8843"/>
                  <a:pt x="88187" y="13072"/>
                </a:cubicBezTo>
                <a:cubicBezTo>
                  <a:pt x="92669" y="17299"/>
                  <a:pt x="96139" y="22475"/>
                  <a:pt x="98596" y="28601"/>
                </a:cubicBezTo>
                <a:cubicBezTo>
                  <a:pt x="101053" y="34727"/>
                  <a:pt x="102281" y="41630"/>
                  <a:pt x="102281" y="49310"/>
                </a:cubicBezTo>
                <a:cubicBezTo>
                  <a:pt x="102281" y="55781"/>
                  <a:pt x="101419" y="61777"/>
                  <a:pt x="99695" y="67300"/>
                </a:cubicBezTo>
                <a:cubicBezTo>
                  <a:pt x="97971" y="72820"/>
                  <a:pt x="95363" y="78319"/>
                  <a:pt x="91872" y="83798"/>
                </a:cubicBezTo>
                <a:cubicBezTo>
                  <a:pt x="88381" y="89278"/>
                  <a:pt x="83984" y="94951"/>
                  <a:pt x="78683" y="100818"/>
                </a:cubicBezTo>
                <a:cubicBezTo>
                  <a:pt x="73381" y="106683"/>
                  <a:pt x="67110" y="113111"/>
                  <a:pt x="59869" y="120101"/>
                </a:cubicBezTo>
                <a:lnTo>
                  <a:pt x="29223" y="149995"/>
                </a:lnTo>
                <a:lnTo>
                  <a:pt x="111333" y="149995"/>
                </a:lnTo>
                <a:lnTo>
                  <a:pt x="111333" y="1714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D7C453-DD8F-4588-9279-52FE3DFF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87" y="2765498"/>
            <a:ext cx="643823" cy="620462"/>
          </a:xfrm>
          <a:custGeom xmlns:a="http://schemas.openxmlformats.org/drawingml/2006/main">
            <a:pathLst>
              <a:path w="643823" h="620462">
                <a:moveTo>
                  <a:pt x="0" y="310148"/>
                </a:moveTo>
                <a:cubicBezTo>
                  <a:pt x="0" y="138838"/>
                  <a:pt x="144139" y="0"/>
                  <a:pt x="321912" y="0"/>
                </a:cubicBezTo>
                <a:cubicBezTo>
                  <a:pt x="499684" y="0"/>
                  <a:pt x="643823" y="138838"/>
                  <a:pt x="643823" y="310148"/>
                </a:cubicBezTo>
                <a:cubicBezTo>
                  <a:pt x="643823" y="481625"/>
                  <a:pt x="499684" y="620462"/>
                  <a:pt x="321912" y="620462"/>
                </a:cubicBezTo>
                <a:cubicBezTo>
                  <a:pt x="144139" y="620462"/>
                  <a:pt x="0" y="481625"/>
                  <a:pt x="0" y="31014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D89935-0A36-4ECD-AF5D-D15BA011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87" y="2765498"/>
            <a:ext cx="643823" cy="620462"/>
          </a:xfrm>
          <a:custGeom xmlns:a="http://schemas.openxmlformats.org/drawingml/2006/main">
            <a:pathLst>
              <a:path w="643823" h="620462" fill="none">
                <a:moveTo>
                  <a:pt x="0" y="310148"/>
                </a:moveTo>
                <a:cubicBezTo>
                  <a:pt x="0" y="138838"/>
                  <a:pt x="144139" y="0"/>
                  <a:pt x="321912" y="0"/>
                </a:cubicBezTo>
                <a:cubicBezTo>
                  <a:pt x="499684" y="0"/>
                  <a:pt x="643823" y="138838"/>
                  <a:pt x="643823" y="310148"/>
                </a:cubicBezTo>
                <a:cubicBezTo>
                  <a:pt x="643823" y="481625"/>
                  <a:pt x="499684" y="620462"/>
                  <a:pt x="321912" y="620462"/>
                </a:cubicBezTo>
                <a:cubicBezTo>
                  <a:pt x="144139" y="620462"/>
                  <a:pt x="0" y="481625"/>
                  <a:pt x="0" y="31014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10" name="Text 3">
            <a:extLst xmlns:a="http://schemas.openxmlformats.org/drawingml/2006/main">
              <a:ext uri="{FF2B5EF4-FFF2-40B4-BE49-F238E27FC236}">
                <a16:creationId xmlns:a16="http://schemas.microsoft.com/office/drawing/2014/main" id="{D559B955-5965-4AE0-9EE4-96DF11DB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540" y="2997389"/>
            <a:ext cx="105743" cy="173527"/>
          </a:xfrm>
          <a:custGeom xmlns:a="http://schemas.openxmlformats.org/drawingml/2006/main">
            <a:pathLst>
              <a:path w="105743" h="173527">
                <a:moveTo>
                  <a:pt x="105743" y="119945"/>
                </a:moveTo>
                <a:cubicBezTo>
                  <a:pt x="105743" y="127347"/>
                  <a:pt x="104236" y="134298"/>
                  <a:pt x="101224" y="140797"/>
                </a:cubicBezTo>
                <a:cubicBezTo>
                  <a:pt x="98211" y="147295"/>
                  <a:pt x="93692" y="152976"/>
                  <a:pt x="87667" y="157839"/>
                </a:cubicBezTo>
                <a:cubicBezTo>
                  <a:pt x="81642" y="162703"/>
                  <a:pt x="74067" y="166533"/>
                  <a:pt x="64943" y="169330"/>
                </a:cubicBezTo>
                <a:cubicBezTo>
                  <a:pt x="55819" y="172128"/>
                  <a:pt x="45189" y="173527"/>
                  <a:pt x="33053" y="173527"/>
                </a:cubicBezTo>
                <a:cubicBezTo>
                  <a:pt x="26339" y="173527"/>
                  <a:pt x="20314" y="173299"/>
                  <a:pt x="14977" y="172845"/>
                </a:cubicBezTo>
                <a:cubicBezTo>
                  <a:pt x="9640" y="172390"/>
                  <a:pt x="4648" y="171800"/>
                  <a:pt x="0" y="171073"/>
                </a:cubicBezTo>
                <a:lnTo>
                  <a:pt x="0" y="150932"/>
                </a:lnTo>
                <a:cubicBezTo>
                  <a:pt x="5337" y="151919"/>
                  <a:pt x="10975" y="152683"/>
                  <a:pt x="16914" y="153224"/>
                </a:cubicBezTo>
                <a:cubicBezTo>
                  <a:pt x="22853" y="153762"/>
                  <a:pt x="28921" y="154031"/>
                  <a:pt x="35118" y="154031"/>
                </a:cubicBezTo>
                <a:cubicBezTo>
                  <a:pt x="43554" y="154031"/>
                  <a:pt x="50763" y="153277"/>
                  <a:pt x="56745" y="151771"/>
                </a:cubicBezTo>
                <a:cubicBezTo>
                  <a:pt x="62727" y="150265"/>
                  <a:pt x="67612" y="148091"/>
                  <a:pt x="71399" y="145251"/>
                </a:cubicBezTo>
                <a:cubicBezTo>
                  <a:pt x="75186" y="142411"/>
                  <a:pt x="77941" y="138968"/>
                  <a:pt x="79662" y="134922"/>
                </a:cubicBezTo>
                <a:cubicBezTo>
                  <a:pt x="81384" y="130877"/>
                  <a:pt x="82244" y="126315"/>
                  <a:pt x="82244" y="121236"/>
                </a:cubicBezTo>
                <a:cubicBezTo>
                  <a:pt x="82244" y="116588"/>
                  <a:pt x="81211" y="112543"/>
                  <a:pt x="79146" y="109100"/>
                </a:cubicBezTo>
                <a:cubicBezTo>
                  <a:pt x="77080" y="105657"/>
                  <a:pt x="74175" y="102773"/>
                  <a:pt x="70431" y="100449"/>
                </a:cubicBezTo>
                <a:cubicBezTo>
                  <a:pt x="66686" y="98125"/>
                  <a:pt x="62210" y="96382"/>
                  <a:pt x="57003" y="95220"/>
                </a:cubicBezTo>
                <a:cubicBezTo>
                  <a:pt x="51795" y="94058"/>
                  <a:pt x="46093" y="93477"/>
                  <a:pt x="39896" y="93477"/>
                </a:cubicBezTo>
                <a:lnTo>
                  <a:pt x="20658" y="93477"/>
                </a:lnTo>
                <a:lnTo>
                  <a:pt x="20658" y="75014"/>
                </a:lnTo>
                <a:lnTo>
                  <a:pt x="40154" y="75014"/>
                </a:lnTo>
                <a:cubicBezTo>
                  <a:pt x="45232" y="75014"/>
                  <a:pt x="49859" y="74346"/>
                  <a:pt x="54033" y="73009"/>
                </a:cubicBezTo>
                <a:cubicBezTo>
                  <a:pt x="58208" y="71672"/>
                  <a:pt x="61780" y="69753"/>
                  <a:pt x="64750" y="67251"/>
                </a:cubicBezTo>
                <a:cubicBezTo>
                  <a:pt x="67719" y="64747"/>
                  <a:pt x="70000" y="61662"/>
                  <a:pt x="71593" y="57996"/>
                </a:cubicBezTo>
                <a:cubicBezTo>
                  <a:pt x="73185" y="54329"/>
                  <a:pt x="73981" y="50167"/>
                  <a:pt x="73981" y="45508"/>
                </a:cubicBezTo>
                <a:cubicBezTo>
                  <a:pt x="73981" y="36449"/>
                  <a:pt x="71227" y="29849"/>
                  <a:pt x="65718" y="25709"/>
                </a:cubicBezTo>
                <a:cubicBezTo>
                  <a:pt x="60209" y="21567"/>
                  <a:pt x="52118" y="19496"/>
                  <a:pt x="41445" y="19496"/>
                </a:cubicBezTo>
                <a:cubicBezTo>
                  <a:pt x="35764" y="19496"/>
                  <a:pt x="29911" y="20055"/>
                  <a:pt x="23886" y="21174"/>
                </a:cubicBezTo>
                <a:cubicBezTo>
                  <a:pt x="17860" y="22293"/>
                  <a:pt x="11405" y="23972"/>
                  <a:pt x="4519" y="26210"/>
                </a:cubicBezTo>
                <a:lnTo>
                  <a:pt x="4519" y="6585"/>
                </a:lnTo>
                <a:cubicBezTo>
                  <a:pt x="7445" y="5552"/>
                  <a:pt x="10566" y="4627"/>
                  <a:pt x="13880" y="3809"/>
                </a:cubicBezTo>
                <a:cubicBezTo>
                  <a:pt x="17193" y="2991"/>
                  <a:pt x="20507" y="2303"/>
                  <a:pt x="23821" y="1743"/>
                </a:cubicBezTo>
                <a:cubicBezTo>
                  <a:pt x="27135" y="1184"/>
                  <a:pt x="30427" y="753"/>
                  <a:pt x="33698" y="452"/>
                </a:cubicBezTo>
                <a:cubicBezTo>
                  <a:pt x="36969" y="151"/>
                  <a:pt x="40111" y="0"/>
                  <a:pt x="43123" y="0"/>
                </a:cubicBezTo>
                <a:cubicBezTo>
                  <a:pt x="52075" y="0"/>
                  <a:pt x="59951" y="970"/>
                  <a:pt x="66751" y="2909"/>
                </a:cubicBezTo>
                <a:cubicBezTo>
                  <a:pt x="73551" y="4848"/>
                  <a:pt x="79232" y="7630"/>
                  <a:pt x="83794" y="11253"/>
                </a:cubicBezTo>
                <a:cubicBezTo>
                  <a:pt x="88356" y="14873"/>
                  <a:pt x="91799" y="19270"/>
                  <a:pt x="94123" y="24443"/>
                </a:cubicBezTo>
                <a:cubicBezTo>
                  <a:pt x="96447" y="29615"/>
                  <a:pt x="97609" y="35433"/>
                  <a:pt x="97609" y="41897"/>
                </a:cubicBezTo>
                <a:cubicBezTo>
                  <a:pt x="97609" y="51553"/>
                  <a:pt x="95134" y="59658"/>
                  <a:pt x="90185" y="66210"/>
                </a:cubicBezTo>
                <a:cubicBezTo>
                  <a:pt x="85235" y="72763"/>
                  <a:pt x="78457" y="77978"/>
                  <a:pt x="69850" y="81857"/>
                </a:cubicBezTo>
                <a:cubicBezTo>
                  <a:pt x="74239" y="82546"/>
                  <a:pt x="78565" y="83923"/>
                  <a:pt x="82825" y="85989"/>
                </a:cubicBezTo>
                <a:cubicBezTo>
                  <a:pt x="87086" y="88054"/>
                  <a:pt x="90916" y="90701"/>
                  <a:pt x="94316" y="93929"/>
                </a:cubicBezTo>
                <a:cubicBezTo>
                  <a:pt x="97716" y="97157"/>
                  <a:pt x="100471" y="100966"/>
                  <a:pt x="102579" y="105355"/>
                </a:cubicBezTo>
                <a:cubicBezTo>
                  <a:pt x="104688" y="109745"/>
                  <a:pt x="105743" y="114608"/>
                  <a:pt x="105743" y="1199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':'">
            <a:extLst xmlns:a="http://schemas.openxmlformats.org/drawingml/2006/main">
              <a:ext uri="{FF2B5EF4-FFF2-40B4-BE49-F238E27FC236}">
                <a16:creationId xmlns:a16="http://schemas.microsoft.com/office/drawing/2014/main" id="{A7FA1C92-A5E7-4AA9-847C-EC39C26C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217" y="592386"/>
            <a:ext cx="240925" cy="139014"/>
          </a:xfrm>
          <a:custGeom xmlns:a="http://schemas.openxmlformats.org/drawingml/2006/main">
            <a:pathLst>
              <a:path w="240925" h="139014">
                <a:moveTo>
                  <a:pt x="22231" y="0"/>
                </a:moveTo>
                <a:lnTo>
                  <a:pt x="19415" y="45626"/>
                </a:lnTo>
                <a:lnTo>
                  <a:pt x="2718" y="45626"/>
                </a:lnTo>
                <a:lnTo>
                  <a:pt x="0" y="0"/>
                </a:lnTo>
                <a:lnTo>
                  <a:pt x="22231" y="0"/>
                </a:lnTo>
                <a:close/>
                <a:moveTo>
                  <a:pt x="120414" y="38054"/>
                </a:moveTo>
                <a:cubicBezTo>
                  <a:pt x="122420" y="38054"/>
                  <a:pt x="124330" y="38459"/>
                  <a:pt x="126142" y="39268"/>
                </a:cubicBezTo>
                <a:cubicBezTo>
                  <a:pt x="127954" y="40076"/>
                  <a:pt x="129539" y="41161"/>
                  <a:pt x="130898" y="42520"/>
                </a:cubicBezTo>
                <a:cubicBezTo>
                  <a:pt x="132257" y="43879"/>
                  <a:pt x="133341" y="45464"/>
                  <a:pt x="134150" y="47276"/>
                </a:cubicBezTo>
                <a:cubicBezTo>
                  <a:pt x="134959" y="49088"/>
                  <a:pt x="135364" y="50998"/>
                  <a:pt x="135364" y="53004"/>
                </a:cubicBezTo>
                <a:cubicBezTo>
                  <a:pt x="135364" y="55075"/>
                  <a:pt x="134959" y="57000"/>
                  <a:pt x="134150" y="58780"/>
                </a:cubicBezTo>
                <a:cubicBezTo>
                  <a:pt x="133341" y="60560"/>
                  <a:pt x="132257" y="62129"/>
                  <a:pt x="130898" y="63488"/>
                </a:cubicBezTo>
                <a:cubicBezTo>
                  <a:pt x="129539" y="64847"/>
                  <a:pt x="127954" y="65915"/>
                  <a:pt x="126142" y="66692"/>
                </a:cubicBezTo>
                <a:cubicBezTo>
                  <a:pt x="124330" y="67468"/>
                  <a:pt x="122420" y="67857"/>
                  <a:pt x="120414" y="67857"/>
                </a:cubicBezTo>
                <a:cubicBezTo>
                  <a:pt x="118343" y="67857"/>
                  <a:pt x="116418" y="67468"/>
                  <a:pt x="114638" y="66692"/>
                </a:cubicBezTo>
                <a:cubicBezTo>
                  <a:pt x="112858" y="65915"/>
                  <a:pt x="111289" y="64847"/>
                  <a:pt x="109930" y="63488"/>
                </a:cubicBezTo>
                <a:cubicBezTo>
                  <a:pt x="108571" y="62129"/>
                  <a:pt x="107503" y="60560"/>
                  <a:pt x="106726" y="58780"/>
                </a:cubicBezTo>
                <a:cubicBezTo>
                  <a:pt x="105950" y="57000"/>
                  <a:pt x="105561" y="55075"/>
                  <a:pt x="105561" y="53004"/>
                </a:cubicBezTo>
                <a:cubicBezTo>
                  <a:pt x="105561" y="50998"/>
                  <a:pt x="105950" y="49088"/>
                  <a:pt x="106726" y="47276"/>
                </a:cubicBezTo>
                <a:cubicBezTo>
                  <a:pt x="107503" y="45464"/>
                  <a:pt x="108571" y="43879"/>
                  <a:pt x="109930" y="42520"/>
                </a:cubicBezTo>
                <a:cubicBezTo>
                  <a:pt x="111289" y="41161"/>
                  <a:pt x="112858" y="40076"/>
                  <a:pt x="114638" y="39268"/>
                </a:cubicBezTo>
                <a:cubicBezTo>
                  <a:pt x="116418" y="38459"/>
                  <a:pt x="118343" y="38054"/>
                  <a:pt x="120414" y="38054"/>
                </a:cubicBezTo>
                <a:moveTo>
                  <a:pt x="120414" y="109211"/>
                </a:moveTo>
                <a:cubicBezTo>
                  <a:pt x="122420" y="109211"/>
                  <a:pt x="124330" y="109616"/>
                  <a:pt x="126142" y="110425"/>
                </a:cubicBezTo>
                <a:cubicBezTo>
                  <a:pt x="127954" y="111234"/>
                  <a:pt x="129539" y="112318"/>
                  <a:pt x="130898" y="113677"/>
                </a:cubicBezTo>
                <a:cubicBezTo>
                  <a:pt x="132257" y="115036"/>
                  <a:pt x="133341" y="116621"/>
                  <a:pt x="134150" y="118434"/>
                </a:cubicBezTo>
                <a:cubicBezTo>
                  <a:pt x="134959" y="120246"/>
                  <a:pt x="135364" y="122155"/>
                  <a:pt x="135364" y="124161"/>
                </a:cubicBezTo>
                <a:cubicBezTo>
                  <a:pt x="135364" y="126232"/>
                  <a:pt x="134959" y="128157"/>
                  <a:pt x="134150" y="129937"/>
                </a:cubicBezTo>
                <a:cubicBezTo>
                  <a:pt x="133341" y="131717"/>
                  <a:pt x="132257" y="133286"/>
                  <a:pt x="130898" y="134645"/>
                </a:cubicBezTo>
                <a:cubicBezTo>
                  <a:pt x="129539" y="136004"/>
                  <a:pt x="127954" y="137072"/>
                  <a:pt x="126142" y="137849"/>
                </a:cubicBezTo>
                <a:cubicBezTo>
                  <a:pt x="124330" y="138626"/>
                  <a:pt x="122420" y="139014"/>
                  <a:pt x="120414" y="139014"/>
                </a:cubicBezTo>
                <a:cubicBezTo>
                  <a:pt x="118343" y="139014"/>
                  <a:pt x="116418" y="138626"/>
                  <a:pt x="114638" y="137849"/>
                </a:cubicBezTo>
                <a:cubicBezTo>
                  <a:pt x="112858" y="137072"/>
                  <a:pt x="111289" y="136004"/>
                  <a:pt x="109930" y="134645"/>
                </a:cubicBezTo>
                <a:cubicBezTo>
                  <a:pt x="108571" y="133286"/>
                  <a:pt x="107503" y="131717"/>
                  <a:pt x="106726" y="129937"/>
                </a:cubicBezTo>
                <a:cubicBezTo>
                  <a:pt x="105950" y="128157"/>
                  <a:pt x="105561" y="126232"/>
                  <a:pt x="105561" y="124161"/>
                </a:cubicBezTo>
                <a:cubicBezTo>
                  <a:pt x="105561" y="122155"/>
                  <a:pt x="105950" y="120246"/>
                  <a:pt x="106726" y="118434"/>
                </a:cubicBezTo>
                <a:cubicBezTo>
                  <a:pt x="107503" y="116621"/>
                  <a:pt x="108571" y="115036"/>
                  <a:pt x="109930" y="113677"/>
                </a:cubicBezTo>
                <a:cubicBezTo>
                  <a:pt x="111289" y="112318"/>
                  <a:pt x="112858" y="111234"/>
                  <a:pt x="114638" y="110425"/>
                </a:cubicBezTo>
                <a:cubicBezTo>
                  <a:pt x="116418" y="109616"/>
                  <a:pt x="118343" y="109211"/>
                  <a:pt x="120414" y="109211"/>
                </a:cubicBezTo>
                <a:close/>
                <a:moveTo>
                  <a:pt x="240925" y="0"/>
                </a:moveTo>
                <a:lnTo>
                  <a:pt x="238110" y="45626"/>
                </a:lnTo>
                <a:lnTo>
                  <a:pt x="221413" y="45626"/>
                </a:lnTo>
                <a:lnTo>
                  <a:pt x="218694" y="0"/>
                </a:lnTo>
                <a:lnTo>
                  <a:pt x="24092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3CFBF0-3CA8-4892-9C2B-4E3EFD05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850" y="1417380"/>
            <a:ext cx="149110" cy="325722"/>
          </a:xfrm>
          <a:custGeom xmlns:a="http://schemas.openxmlformats.org/drawingml/2006/main">
            <a:pathLst>
              <a:path w="149110" h="325722">
                <a:moveTo>
                  <a:pt x="99407" y="0"/>
                </a:moveTo>
                <a:lnTo>
                  <a:pt x="49703" y="0"/>
                </a:lnTo>
                <a:lnTo>
                  <a:pt x="49703" y="176612"/>
                </a:lnTo>
                <a:lnTo>
                  <a:pt x="0" y="176612"/>
                </a:lnTo>
                <a:lnTo>
                  <a:pt x="74555" y="325722"/>
                </a:lnTo>
                <a:lnTo>
                  <a:pt x="149110" y="176612"/>
                </a:lnTo>
                <a:lnTo>
                  <a:pt x="99407" y="176612"/>
                </a:lnTo>
                <a:lnTo>
                  <a:pt x="99407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12D9E3-F8CC-40E6-B888-1B8D3723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4098" y="2346168"/>
            <a:ext cx="413034" cy="419330"/>
          </a:xfrm>
          <a:custGeom xmlns:a="http://schemas.openxmlformats.org/drawingml/2006/main">
            <a:pathLst>
              <a:path w="413034" h="419330">
                <a:moveTo>
                  <a:pt x="86808" y="295617"/>
                </a:moveTo>
                <a:lnTo>
                  <a:pt x="51360" y="260776"/>
                </a:lnTo>
                <a:lnTo>
                  <a:pt x="0" y="419330"/>
                </a:lnTo>
                <a:lnTo>
                  <a:pt x="157725" y="365319"/>
                </a:lnTo>
                <a:lnTo>
                  <a:pt x="122240" y="330442"/>
                </a:lnTo>
                <a:lnTo>
                  <a:pt x="413034" y="34958"/>
                </a:lnTo>
                <a:lnTo>
                  <a:pt x="377579" y="0"/>
                </a:lnTo>
                <a:lnTo>
                  <a:pt x="86808" y="295617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72F6C2-7FEC-487B-9B7B-5F352438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87" y="3763871"/>
            <a:ext cx="643823" cy="620562"/>
          </a:xfrm>
          <a:custGeom xmlns:a="http://schemas.openxmlformats.org/drawingml/2006/main">
            <a:pathLst>
              <a:path w="643823" h="620562">
                <a:moveTo>
                  <a:pt x="0" y="310281"/>
                </a:moveTo>
                <a:cubicBezTo>
                  <a:pt x="0" y="138937"/>
                  <a:pt x="144139" y="0"/>
                  <a:pt x="321912" y="0"/>
                </a:cubicBezTo>
                <a:cubicBezTo>
                  <a:pt x="499684" y="0"/>
                  <a:pt x="643823" y="138937"/>
                  <a:pt x="643823" y="310281"/>
                </a:cubicBezTo>
                <a:cubicBezTo>
                  <a:pt x="643823" y="481641"/>
                  <a:pt x="499684" y="620562"/>
                  <a:pt x="321912" y="620562"/>
                </a:cubicBezTo>
                <a:cubicBezTo>
                  <a:pt x="144139" y="620562"/>
                  <a:pt x="0" y="481641"/>
                  <a:pt x="0" y="31028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1DE6A3-DE64-4EAC-BC1A-D2D39CA9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87" y="3763871"/>
            <a:ext cx="643823" cy="620562"/>
          </a:xfrm>
          <a:custGeom xmlns:a="http://schemas.openxmlformats.org/drawingml/2006/main">
            <a:pathLst>
              <a:path w="643823" h="620562" fill="none">
                <a:moveTo>
                  <a:pt x="0" y="310281"/>
                </a:moveTo>
                <a:cubicBezTo>
                  <a:pt x="0" y="138937"/>
                  <a:pt x="144139" y="0"/>
                  <a:pt x="321912" y="0"/>
                </a:cubicBezTo>
                <a:cubicBezTo>
                  <a:pt x="499684" y="0"/>
                  <a:pt x="643823" y="138937"/>
                  <a:pt x="643823" y="310281"/>
                </a:cubicBezTo>
                <a:cubicBezTo>
                  <a:pt x="643823" y="481641"/>
                  <a:pt x="499684" y="620562"/>
                  <a:pt x="321912" y="620562"/>
                </a:cubicBezTo>
                <a:cubicBezTo>
                  <a:pt x="144139" y="620562"/>
                  <a:pt x="0" y="481641"/>
                  <a:pt x="0" y="31028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16" name="Text 4">
            <a:extLst xmlns:a="http://schemas.openxmlformats.org/drawingml/2006/main">
              <a:ext uri="{FF2B5EF4-FFF2-40B4-BE49-F238E27FC236}">
                <a16:creationId xmlns:a16="http://schemas.microsoft.com/office/drawing/2014/main" id="{FC611BFC-37CA-4B00-91BE-64F7D31B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918" y="3998583"/>
            <a:ext cx="132985" cy="168879"/>
          </a:xfrm>
          <a:custGeom xmlns:a="http://schemas.openxmlformats.org/drawingml/2006/main">
            <a:pathLst>
              <a:path w="132985" h="168879">
                <a:moveTo>
                  <a:pt x="132985" y="131436"/>
                </a:moveTo>
                <a:lnTo>
                  <a:pt x="104193" y="131436"/>
                </a:lnTo>
                <a:lnTo>
                  <a:pt x="104193" y="168879"/>
                </a:lnTo>
                <a:lnTo>
                  <a:pt x="81211" y="168879"/>
                </a:lnTo>
                <a:lnTo>
                  <a:pt x="81211" y="131436"/>
                </a:lnTo>
                <a:lnTo>
                  <a:pt x="0" y="131436"/>
                </a:lnTo>
                <a:lnTo>
                  <a:pt x="0" y="111682"/>
                </a:lnTo>
                <a:lnTo>
                  <a:pt x="71915" y="0"/>
                </a:lnTo>
                <a:lnTo>
                  <a:pt x="104193" y="0"/>
                </a:lnTo>
                <a:lnTo>
                  <a:pt x="104193" y="111682"/>
                </a:lnTo>
                <a:lnTo>
                  <a:pt x="132985" y="111682"/>
                </a:lnTo>
                <a:lnTo>
                  <a:pt x="132985" y="131436"/>
                </a:lnTo>
                <a:moveTo>
                  <a:pt x="81211" y="21691"/>
                </a:moveTo>
                <a:lnTo>
                  <a:pt x="22465" y="111682"/>
                </a:lnTo>
                <a:lnTo>
                  <a:pt x="81211" y="111682"/>
                </a:lnTo>
                <a:lnTo>
                  <a:pt x="81211" y="216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1CFD1A-0B92-49CF-B858-E62853E3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9543" y="3385960"/>
            <a:ext cx="149110" cy="377911"/>
          </a:xfrm>
          <a:custGeom xmlns:a="http://schemas.openxmlformats.org/drawingml/2006/main">
            <a:pathLst>
              <a:path w="149110" h="377911">
                <a:moveTo>
                  <a:pt x="99407" y="0"/>
                </a:moveTo>
                <a:lnTo>
                  <a:pt x="49703" y="0"/>
                </a:lnTo>
                <a:lnTo>
                  <a:pt x="49703" y="228801"/>
                </a:lnTo>
                <a:lnTo>
                  <a:pt x="0" y="228801"/>
                </a:lnTo>
                <a:lnTo>
                  <a:pt x="74555" y="377911"/>
                </a:lnTo>
                <a:lnTo>
                  <a:pt x="149110" y="228801"/>
                </a:lnTo>
                <a:lnTo>
                  <a:pt x="99407" y="228801"/>
                </a:lnTo>
                <a:lnTo>
                  <a:pt x="99407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judge">
            <a:extLst xmlns:a="http://schemas.openxmlformats.org/drawingml/2006/main">
              <a:ext uri="{FF2B5EF4-FFF2-40B4-BE49-F238E27FC236}">
                <a16:creationId xmlns:a16="http://schemas.microsoft.com/office/drawing/2014/main" id="{81568B03-F6ED-413F-858B-C7F45CD2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010" y="1495820"/>
            <a:ext cx="522525" cy="179204"/>
          </a:xfrm>
          <a:custGeom xmlns:a="http://schemas.openxmlformats.org/drawingml/2006/main">
            <a:pathLst>
              <a:path w="522525" h="179204">
                <a:moveTo>
                  <a:pt x="68827" y="40966"/>
                </a:moveTo>
                <a:lnTo>
                  <a:pt x="68827" y="136684"/>
                </a:lnTo>
                <a:cubicBezTo>
                  <a:pt x="68827" y="143479"/>
                  <a:pt x="67857" y="149514"/>
                  <a:pt x="65915" y="154789"/>
                </a:cubicBezTo>
                <a:cubicBezTo>
                  <a:pt x="63974" y="160063"/>
                  <a:pt x="61191" y="164513"/>
                  <a:pt x="57566" y="168137"/>
                </a:cubicBezTo>
                <a:cubicBezTo>
                  <a:pt x="53942" y="171761"/>
                  <a:pt x="49493" y="174512"/>
                  <a:pt x="44218" y="176388"/>
                </a:cubicBezTo>
                <a:cubicBezTo>
                  <a:pt x="38944" y="178265"/>
                  <a:pt x="33006" y="179204"/>
                  <a:pt x="26405" y="179204"/>
                </a:cubicBezTo>
                <a:cubicBezTo>
                  <a:pt x="21616" y="179204"/>
                  <a:pt x="16940" y="178758"/>
                  <a:pt x="12377" y="177866"/>
                </a:cubicBezTo>
                <a:cubicBezTo>
                  <a:pt x="7815" y="176976"/>
                  <a:pt x="3689" y="175739"/>
                  <a:pt x="0" y="174156"/>
                </a:cubicBezTo>
                <a:lnTo>
                  <a:pt x="0" y="158041"/>
                </a:lnTo>
                <a:cubicBezTo>
                  <a:pt x="2006" y="159091"/>
                  <a:pt x="4158" y="160042"/>
                  <a:pt x="6456" y="160896"/>
                </a:cubicBezTo>
                <a:cubicBezTo>
                  <a:pt x="8753" y="161749"/>
                  <a:pt x="11115" y="162471"/>
                  <a:pt x="13542" y="163062"/>
                </a:cubicBezTo>
                <a:cubicBezTo>
                  <a:pt x="15969" y="163654"/>
                  <a:pt x="18412" y="164098"/>
                  <a:pt x="20871" y="164393"/>
                </a:cubicBezTo>
                <a:cubicBezTo>
                  <a:pt x="23331" y="164689"/>
                  <a:pt x="25725" y="164836"/>
                  <a:pt x="28055" y="164836"/>
                </a:cubicBezTo>
                <a:cubicBezTo>
                  <a:pt x="35433" y="164836"/>
                  <a:pt x="41225" y="162506"/>
                  <a:pt x="45432" y="157847"/>
                </a:cubicBezTo>
                <a:cubicBezTo>
                  <a:pt x="49639" y="153187"/>
                  <a:pt x="51742" y="146327"/>
                  <a:pt x="51742" y="137266"/>
                </a:cubicBezTo>
                <a:lnTo>
                  <a:pt x="51742" y="54945"/>
                </a:lnTo>
                <a:lnTo>
                  <a:pt x="3980" y="54945"/>
                </a:lnTo>
                <a:lnTo>
                  <a:pt x="3980" y="40966"/>
                </a:lnTo>
                <a:lnTo>
                  <a:pt x="68827" y="40966"/>
                </a:lnTo>
                <a:moveTo>
                  <a:pt x="58634" y="0"/>
                </a:moveTo>
                <a:cubicBezTo>
                  <a:pt x="60511" y="0"/>
                  <a:pt x="62259" y="340"/>
                  <a:pt x="63876" y="1019"/>
                </a:cubicBezTo>
                <a:cubicBezTo>
                  <a:pt x="65494" y="1699"/>
                  <a:pt x="66902" y="2653"/>
                  <a:pt x="68099" y="3883"/>
                </a:cubicBezTo>
                <a:cubicBezTo>
                  <a:pt x="69297" y="5113"/>
                  <a:pt x="70235" y="6537"/>
                  <a:pt x="70915" y="8154"/>
                </a:cubicBezTo>
                <a:cubicBezTo>
                  <a:pt x="71594" y="9772"/>
                  <a:pt x="71934" y="11487"/>
                  <a:pt x="71934" y="13300"/>
                </a:cubicBezTo>
                <a:cubicBezTo>
                  <a:pt x="71934" y="15176"/>
                  <a:pt x="71594" y="16908"/>
                  <a:pt x="70915" y="18493"/>
                </a:cubicBezTo>
                <a:cubicBezTo>
                  <a:pt x="70235" y="20079"/>
                  <a:pt x="69297" y="21486"/>
                  <a:pt x="68099" y="22716"/>
                </a:cubicBezTo>
                <a:cubicBezTo>
                  <a:pt x="66902" y="23946"/>
                  <a:pt x="65494" y="24900"/>
                  <a:pt x="63876" y="25580"/>
                </a:cubicBezTo>
                <a:cubicBezTo>
                  <a:pt x="62259" y="26259"/>
                  <a:pt x="60511" y="26599"/>
                  <a:pt x="58634" y="26599"/>
                </a:cubicBezTo>
                <a:cubicBezTo>
                  <a:pt x="56758" y="26599"/>
                  <a:pt x="55010" y="26259"/>
                  <a:pt x="53392" y="25580"/>
                </a:cubicBezTo>
                <a:cubicBezTo>
                  <a:pt x="51774" y="24900"/>
                  <a:pt x="50367" y="23946"/>
                  <a:pt x="49169" y="22716"/>
                </a:cubicBezTo>
                <a:cubicBezTo>
                  <a:pt x="47972" y="21486"/>
                  <a:pt x="47034" y="20079"/>
                  <a:pt x="46354" y="18493"/>
                </a:cubicBezTo>
                <a:cubicBezTo>
                  <a:pt x="45675" y="16908"/>
                  <a:pt x="45335" y="15176"/>
                  <a:pt x="45335" y="13300"/>
                </a:cubicBezTo>
                <a:cubicBezTo>
                  <a:pt x="45335" y="11487"/>
                  <a:pt x="45675" y="9772"/>
                  <a:pt x="46354" y="8154"/>
                </a:cubicBezTo>
                <a:cubicBezTo>
                  <a:pt x="47034" y="6537"/>
                  <a:pt x="47972" y="5113"/>
                  <a:pt x="49169" y="3883"/>
                </a:cubicBezTo>
                <a:cubicBezTo>
                  <a:pt x="50367" y="2653"/>
                  <a:pt x="51774" y="1699"/>
                  <a:pt x="53392" y="1019"/>
                </a:cubicBezTo>
                <a:cubicBezTo>
                  <a:pt x="55010" y="340"/>
                  <a:pt x="56758" y="0"/>
                  <a:pt x="58634" y="0"/>
                </a:cubicBezTo>
                <a:close/>
                <a:moveTo>
                  <a:pt x="190503" y="138431"/>
                </a:moveTo>
                <a:lnTo>
                  <a:pt x="175359" y="138431"/>
                </a:lnTo>
                <a:lnTo>
                  <a:pt x="174777" y="122705"/>
                </a:lnTo>
                <a:cubicBezTo>
                  <a:pt x="171865" y="126070"/>
                  <a:pt x="169098" y="128869"/>
                  <a:pt x="166477" y="131102"/>
                </a:cubicBezTo>
                <a:cubicBezTo>
                  <a:pt x="163856" y="133335"/>
                  <a:pt x="161251" y="135131"/>
                  <a:pt x="158662" y="136490"/>
                </a:cubicBezTo>
                <a:cubicBezTo>
                  <a:pt x="156073" y="137849"/>
                  <a:pt x="153468" y="138804"/>
                  <a:pt x="150847" y="139354"/>
                </a:cubicBezTo>
                <a:cubicBezTo>
                  <a:pt x="148226" y="139904"/>
                  <a:pt x="145460" y="140179"/>
                  <a:pt x="142547" y="140179"/>
                </a:cubicBezTo>
                <a:cubicBezTo>
                  <a:pt x="132516" y="140179"/>
                  <a:pt x="124944" y="137234"/>
                  <a:pt x="119831" y="131345"/>
                </a:cubicBezTo>
                <a:cubicBezTo>
                  <a:pt x="114719" y="125455"/>
                  <a:pt x="112162" y="116557"/>
                  <a:pt x="112162" y="104649"/>
                </a:cubicBezTo>
                <a:lnTo>
                  <a:pt x="112162" y="40966"/>
                </a:lnTo>
                <a:lnTo>
                  <a:pt x="129054" y="40966"/>
                </a:lnTo>
                <a:lnTo>
                  <a:pt x="129054" y="103290"/>
                </a:lnTo>
                <a:cubicBezTo>
                  <a:pt x="129054" y="118239"/>
                  <a:pt x="134684" y="125714"/>
                  <a:pt x="145945" y="125714"/>
                </a:cubicBezTo>
                <a:cubicBezTo>
                  <a:pt x="148016" y="125714"/>
                  <a:pt x="150038" y="125407"/>
                  <a:pt x="152012" y="124792"/>
                </a:cubicBezTo>
                <a:cubicBezTo>
                  <a:pt x="153986" y="124177"/>
                  <a:pt x="156057" y="123109"/>
                  <a:pt x="158225" y="121589"/>
                </a:cubicBezTo>
                <a:cubicBezTo>
                  <a:pt x="160393" y="120068"/>
                  <a:pt x="162723" y="118013"/>
                  <a:pt x="165215" y="115424"/>
                </a:cubicBezTo>
                <a:cubicBezTo>
                  <a:pt x="167706" y="112835"/>
                  <a:pt x="170505" y="109567"/>
                  <a:pt x="173612" y="105619"/>
                </a:cubicBezTo>
                <a:lnTo>
                  <a:pt x="173612" y="40966"/>
                </a:lnTo>
                <a:lnTo>
                  <a:pt x="190503" y="40966"/>
                </a:lnTo>
                <a:lnTo>
                  <a:pt x="190503" y="138431"/>
                </a:lnTo>
                <a:close/>
                <a:moveTo>
                  <a:pt x="216559" y="91737"/>
                </a:moveTo>
                <a:cubicBezTo>
                  <a:pt x="216559" y="83454"/>
                  <a:pt x="217691" y="76092"/>
                  <a:pt x="219957" y="69653"/>
                </a:cubicBezTo>
                <a:cubicBezTo>
                  <a:pt x="222222" y="63213"/>
                  <a:pt x="225441" y="57777"/>
                  <a:pt x="229616" y="53344"/>
                </a:cubicBezTo>
                <a:cubicBezTo>
                  <a:pt x="233790" y="48910"/>
                  <a:pt x="238806" y="45545"/>
                  <a:pt x="244663" y="43248"/>
                </a:cubicBezTo>
                <a:cubicBezTo>
                  <a:pt x="250519" y="40950"/>
                  <a:pt x="257040" y="39801"/>
                  <a:pt x="264223" y="39801"/>
                </a:cubicBezTo>
                <a:cubicBezTo>
                  <a:pt x="267330" y="39801"/>
                  <a:pt x="270388" y="39996"/>
                  <a:pt x="273397" y="40384"/>
                </a:cubicBezTo>
                <a:cubicBezTo>
                  <a:pt x="276407" y="40772"/>
                  <a:pt x="279367" y="41387"/>
                  <a:pt x="282280" y="42228"/>
                </a:cubicBezTo>
                <a:lnTo>
                  <a:pt x="282280" y="1165"/>
                </a:lnTo>
                <a:lnTo>
                  <a:pt x="299268" y="1165"/>
                </a:lnTo>
                <a:lnTo>
                  <a:pt x="299268" y="138431"/>
                </a:lnTo>
                <a:lnTo>
                  <a:pt x="284124" y="138431"/>
                </a:lnTo>
                <a:lnTo>
                  <a:pt x="283542" y="119987"/>
                </a:lnTo>
                <a:cubicBezTo>
                  <a:pt x="278817" y="126847"/>
                  <a:pt x="273705" y="131927"/>
                  <a:pt x="268204" y="135228"/>
                </a:cubicBezTo>
                <a:cubicBezTo>
                  <a:pt x="262703" y="138528"/>
                  <a:pt x="256749" y="140179"/>
                  <a:pt x="250342" y="140179"/>
                </a:cubicBezTo>
                <a:cubicBezTo>
                  <a:pt x="244776" y="140179"/>
                  <a:pt x="239873" y="139014"/>
                  <a:pt x="235634" y="136684"/>
                </a:cubicBezTo>
                <a:cubicBezTo>
                  <a:pt x="231395" y="134354"/>
                  <a:pt x="227868" y="131070"/>
                  <a:pt x="225053" y="126831"/>
                </a:cubicBezTo>
                <a:cubicBezTo>
                  <a:pt x="222238" y="122592"/>
                  <a:pt x="220118" y="117495"/>
                  <a:pt x="218695" y="111541"/>
                </a:cubicBezTo>
                <a:cubicBezTo>
                  <a:pt x="217271" y="105587"/>
                  <a:pt x="216559" y="98986"/>
                  <a:pt x="216559" y="91737"/>
                </a:cubicBezTo>
                <a:moveTo>
                  <a:pt x="233838" y="90670"/>
                </a:moveTo>
                <a:cubicBezTo>
                  <a:pt x="233838" y="102448"/>
                  <a:pt x="235570" y="111234"/>
                  <a:pt x="239032" y="117026"/>
                </a:cubicBezTo>
                <a:cubicBezTo>
                  <a:pt x="242494" y="122818"/>
                  <a:pt x="247397" y="125714"/>
                  <a:pt x="253739" y="125714"/>
                </a:cubicBezTo>
                <a:cubicBezTo>
                  <a:pt x="258011" y="125714"/>
                  <a:pt x="262525" y="123805"/>
                  <a:pt x="267281" y="119987"/>
                </a:cubicBezTo>
                <a:cubicBezTo>
                  <a:pt x="272038" y="116168"/>
                  <a:pt x="277038" y="110506"/>
                  <a:pt x="282280" y="102998"/>
                </a:cubicBezTo>
                <a:lnTo>
                  <a:pt x="282280" y="57761"/>
                </a:lnTo>
                <a:cubicBezTo>
                  <a:pt x="279497" y="56466"/>
                  <a:pt x="276423" y="55479"/>
                  <a:pt x="273057" y="54800"/>
                </a:cubicBezTo>
                <a:cubicBezTo>
                  <a:pt x="269692" y="54120"/>
                  <a:pt x="266359" y="53780"/>
                  <a:pt x="263059" y="53780"/>
                </a:cubicBezTo>
                <a:cubicBezTo>
                  <a:pt x="253869" y="53780"/>
                  <a:pt x="246701" y="56758"/>
                  <a:pt x="241556" y="62712"/>
                </a:cubicBezTo>
                <a:cubicBezTo>
                  <a:pt x="236411" y="68666"/>
                  <a:pt x="233838" y="77985"/>
                  <a:pt x="233838" y="90670"/>
                </a:cubicBezTo>
                <a:close/>
                <a:moveTo>
                  <a:pt x="401043" y="54751"/>
                </a:moveTo>
                <a:cubicBezTo>
                  <a:pt x="402855" y="57016"/>
                  <a:pt x="404263" y="59654"/>
                  <a:pt x="405266" y="62663"/>
                </a:cubicBezTo>
                <a:cubicBezTo>
                  <a:pt x="406269" y="65672"/>
                  <a:pt x="406771" y="68924"/>
                  <a:pt x="406771" y="72419"/>
                </a:cubicBezTo>
                <a:cubicBezTo>
                  <a:pt x="406771" y="77467"/>
                  <a:pt x="405849" y="82078"/>
                  <a:pt x="404004" y="86253"/>
                </a:cubicBezTo>
                <a:cubicBezTo>
                  <a:pt x="402160" y="90427"/>
                  <a:pt x="399555" y="94003"/>
                  <a:pt x="396189" y="96980"/>
                </a:cubicBezTo>
                <a:cubicBezTo>
                  <a:pt x="392824" y="99957"/>
                  <a:pt x="388795" y="102270"/>
                  <a:pt x="384103" y="103921"/>
                </a:cubicBezTo>
                <a:cubicBezTo>
                  <a:pt x="379411" y="105571"/>
                  <a:pt x="374250" y="106396"/>
                  <a:pt x="368620" y="106396"/>
                </a:cubicBezTo>
                <a:cubicBezTo>
                  <a:pt x="364542" y="106396"/>
                  <a:pt x="360724" y="105959"/>
                  <a:pt x="357165" y="105086"/>
                </a:cubicBezTo>
                <a:cubicBezTo>
                  <a:pt x="353605" y="104212"/>
                  <a:pt x="350790" y="103128"/>
                  <a:pt x="348719" y="101833"/>
                </a:cubicBezTo>
                <a:cubicBezTo>
                  <a:pt x="347489" y="103646"/>
                  <a:pt x="346454" y="105358"/>
                  <a:pt x="345612" y="106969"/>
                </a:cubicBezTo>
                <a:cubicBezTo>
                  <a:pt x="344771" y="108579"/>
                  <a:pt x="344350" y="110381"/>
                  <a:pt x="344350" y="112375"/>
                </a:cubicBezTo>
                <a:cubicBezTo>
                  <a:pt x="344350" y="114818"/>
                  <a:pt x="345532" y="116844"/>
                  <a:pt x="347894" y="118452"/>
                </a:cubicBezTo>
                <a:cubicBezTo>
                  <a:pt x="350256" y="120058"/>
                  <a:pt x="353379" y="120925"/>
                  <a:pt x="357262" y="121055"/>
                </a:cubicBezTo>
                <a:lnTo>
                  <a:pt x="382890" y="122025"/>
                </a:lnTo>
                <a:cubicBezTo>
                  <a:pt x="387744" y="122155"/>
                  <a:pt x="392225" y="122771"/>
                  <a:pt x="396335" y="123873"/>
                </a:cubicBezTo>
                <a:cubicBezTo>
                  <a:pt x="400445" y="124975"/>
                  <a:pt x="403972" y="126564"/>
                  <a:pt x="406916" y="128639"/>
                </a:cubicBezTo>
                <a:cubicBezTo>
                  <a:pt x="409861" y="130712"/>
                  <a:pt x="412159" y="133272"/>
                  <a:pt x="413809" y="136320"/>
                </a:cubicBezTo>
                <a:cubicBezTo>
                  <a:pt x="415459" y="139366"/>
                  <a:pt x="416284" y="142899"/>
                  <a:pt x="416284" y="146920"/>
                </a:cubicBezTo>
                <a:cubicBezTo>
                  <a:pt x="416284" y="151264"/>
                  <a:pt x="415346" y="155380"/>
                  <a:pt x="413469" y="159269"/>
                </a:cubicBezTo>
                <a:cubicBezTo>
                  <a:pt x="411592" y="163159"/>
                  <a:pt x="408696" y="166578"/>
                  <a:pt x="404781" y="169526"/>
                </a:cubicBezTo>
                <a:cubicBezTo>
                  <a:pt x="400865" y="172477"/>
                  <a:pt x="395898" y="174827"/>
                  <a:pt x="389879" y="176576"/>
                </a:cubicBezTo>
                <a:cubicBezTo>
                  <a:pt x="383861" y="178328"/>
                  <a:pt x="376709" y="179204"/>
                  <a:pt x="368426" y="179204"/>
                </a:cubicBezTo>
                <a:cubicBezTo>
                  <a:pt x="360530" y="179204"/>
                  <a:pt x="353815" y="178572"/>
                  <a:pt x="348282" y="177308"/>
                </a:cubicBezTo>
                <a:cubicBezTo>
                  <a:pt x="342749" y="176044"/>
                  <a:pt x="338202" y="174293"/>
                  <a:pt x="334643" y="172056"/>
                </a:cubicBezTo>
                <a:cubicBezTo>
                  <a:pt x="331083" y="169820"/>
                  <a:pt x="328495" y="167161"/>
                  <a:pt x="326877" y="164081"/>
                </a:cubicBezTo>
                <a:cubicBezTo>
                  <a:pt x="325259" y="161003"/>
                  <a:pt x="324450" y="157616"/>
                  <a:pt x="324450" y="153921"/>
                </a:cubicBezTo>
                <a:cubicBezTo>
                  <a:pt x="324450" y="149189"/>
                  <a:pt x="325550" y="145040"/>
                  <a:pt x="327750" y="141474"/>
                </a:cubicBezTo>
                <a:cubicBezTo>
                  <a:pt x="329951" y="137911"/>
                  <a:pt x="333348" y="134476"/>
                  <a:pt x="337943" y="131169"/>
                </a:cubicBezTo>
                <a:cubicBezTo>
                  <a:pt x="336261" y="130394"/>
                  <a:pt x="334805" y="129425"/>
                  <a:pt x="333575" y="128263"/>
                </a:cubicBezTo>
                <a:cubicBezTo>
                  <a:pt x="332345" y="127100"/>
                  <a:pt x="331342" y="125825"/>
                  <a:pt x="330566" y="124437"/>
                </a:cubicBezTo>
                <a:cubicBezTo>
                  <a:pt x="329789" y="123048"/>
                  <a:pt x="329207" y="121578"/>
                  <a:pt x="328818" y="120029"/>
                </a:cubicBezTo>
                <a:cubicBezTo>
                  <a:pt x="328430" y="118478"/>
                  <a:pt x="328236" y="116960"/>
                  <a:pt x="328236" y="115476"/>
                </a:cubicBezTo>
                <a:cubicBezTo>
                  <a:pt x="328236" y="111277"/>
                  <a:pt x="329223" y="107435"/>
                  <a:pt x="331197" y="103948"/>
                </a:cubicBezTo>
                <a:cubicBezTo>
                  <a:pt x="333170" y="100461"/>
                  <a:pt x="335517" y="97168"/>
                  <a:pt x="338235" y="94067"/>
                </a:cubicBezTo>
                <a:cubicBezTo>
                  <a:pt x="337005" y="92579"/>
                  <a:pt x="335921" y="91123"/>
                  <a:pt x="334983" y="89699"/>
                </a:cubicBezTo>
                <a:cubicBezTo>
                  <a:pt x="334044" y="88275"/>
                  <a:pt x="333235" y="86738"/>
                  <a:pt x="332556" y="85088"/>
                </a:cubicBezTo>
                <a:cubicBezTo>
                  <a:pt x="331876" y="83437"/>
                  <a:pt x="331358" y="81658"/>
                  <a:pt x="331002" y="79749"/>
                </a:cubicBezTo>
                <a:cubicBezTo>
                  <a:pt x="330646" y="77839"/>
                  <a:pt x="330469" y="75655"/>
                  <a:pt x="330469" y="73196"/>
                </a:cubicBezTo>
                <a:cubicBezTo>
                  <a:pt x="330469" y="68148"/>
                  <a:pt x="331391" y="63537"/>
                  <a:pt x="333235" y="59362"/>
                </a:cubicBezTo>
                <a:cubicBezTo>
                  <a:pt x="335080" y="55188"/>
                  <a:pt x="337668" y="51612"/>
                  <a:pt x="341001" y="48635"/>
                </a:cubicBezTo>
                <a:cubicBezTo>
                  <a:pt x="344334" y="45658"/>
                  <a:pt x="348347" y="43345"/>
                  <a:pt x="353039" y="41694"/>
                </a:cubicBezTo>
                <a:cubicBezTo>
                  <a:pt x="357731" y="40044"/>
                  <a:pt x="362924" y="39219"/>
                  <a:pt x="368620" y="39219"/>
                </a:cubicBezTo>
                <a:cubicBezTo>
                  <a:pt x="371014" y="39219"/>
                  <a:pt x="373312" y="39381"/>
                  <a:pt x="375512" y="39704"/>
                </a:cubicBezTo>
                <a:cubicBezTo>
                  <a:pt x="377713" y="40028"/>
                  <a:pt x="379654" y="40449"/>
                  <a:pt x="381337" y="40966"/>
                </a:cubicBezTo>
                <a:lnTo>
                  <a:pt x="416673" y="40966"/>
                </a:lnTo>
                <a:lnTo>
                  <a:pt x="416673" y="54751"/>
                </a:lnTo>
                <a:lnTo>
                  <a:pt x="401043" y="54751"/>
                </a:lnTo>
                <a:moveTo>
                  <a:pt x="342409" y="152465"/>
                </a:moveTo>
                <a:cubicBezTo>
                  <a:pt x="342409" y="157074"/>
                  <a:pt x="344804" y="160433"/>
                  <a:pt x="349593" y="162543"/>
                </a:cubicBezTo>
                <a:cubicBezTo>
                  <a:pt x="354382" y="164654"/>
                  <a:pt x="361048" y="165710"/>
                  <a:pt x="369590" y="165710"/>
                </a:cubicBezTo>
                <a:cubicBezTo>
                  <a:pt x="374962" y="165710"/>
                  <a:pt x="379476" y="165223"/>
                  <a:pt x="383133" y="164248"/>
                </a:cubicBezTo>
                <a:cubicBezTo>
                  <a:pt x="386789" y="163275"/>
                  <a:pt x="389734" y="161993"/>
                  <a:pt x="391967" y="160401"/>
                </a:cubicBezTo>
                <a:cubicBezTo>
                  <a:pt x="394199" y="158809"/>
                  <a:pt x="395801" y="156991"/>
                  <a:pt x="396772" y="154947"/>
                </a:cubicBezTo>
                <a:cubicBezTo>
                  <a:pt x="397743" y="152902"/>
                  <a:pt x="398228" y="150808"/>
                  <a:pt x="398228" y="148664"/>
                </a:cubicBezTo>
                <a:cubicBezTo>
                  <a:pt x="398228" y="144702"/>
                  <a:pt x="396610" y="141780"/>
                  <a:pt x="393374" y="139897"/>
                </a:cubicBezTo>
                <a:cubicBezTo>
                  <a:pt x="390138" y="138014"/>
                  <a:pt x="385187" y="136911"/>
                  <a:pt x="378521" y="136587"/>
                </a:cubicBezTo>
                <a:lnTo>
                  <a:pt x="353087" y="135713"/>
                </a:lnTo>
                <a:cubicBezTo>
                  <a:pt x="350952" y="137141"/>
                  <a:pt x="349188" y="138537"/>
                  <a:pt x="347797" y="139900"/>
                </a:cubicBezTo>
                <a:cubicBezTo>
                  <a:pt x="346405" y="141265"/>
                  <a:pt x="345321" y="142645"/>
                  <a:pt x="344545" y="144041"/>
                </a:cubicBezTo>
                <a:cubicBezTo>
                  <a:pt x="343768" y="145436"/>
                  <a:pt x="343218" y="146832"/>
                  <a:pt x="342894" y="148227"/>
                </a:cubicBezTo>
                <a:cubicBezTo>
                  <a:pt x="342571" y="149625"/>
                  <a:pt x="342409" y="151037"/>
                  <a:pt x="342409" y="152465"/>
                </a:cubicBezTo>
                <a:moveTo>
                  <a:pt x="347554" y="72808"/>
                </a:moveTo>
                <a:cubicBezTo>
                  <a:pt x="347554" y="75914"/>
                  <a:pt x="348072" y="78762"/>
                  <a:pt x="349107" y="81350"/>
                </a:cubicBezTo>
                <a:cubicBezTo>
                  <a:pt x="350143" y="83939"/>
                  <a:pt x="351599" y="86139"/>
                  <a:pt x="353476" y="87951"/>
                </a:cubicBezTo>
                <a:cubicBezTo>
                  <a:pt x="355353" y="89764"/>
                  <a:pt x="357569" y="91171"/>
                  <a:pt x="360125" y="92174"/>
                </a:cubicBezTo>
                <a:cubicBezTo>
                  <a:pt x="362682" y="93177"/>
                  <a:pt x="365513" y="93679"/>
                  <a:pt x="368620" y="93679"/>
                </a:cubicBezTo>
                <a:cubicBezTo>
                  <a:pt x="371985" y="93679"/>
                  <a:pt x="374978" y="93113"/>
                  <a:pt x="377599" y="91980"/>
                </a:cubicBezTo>
                <a:cubicBezTo>
                  <a:pt x="380220" y="90848"/>
                  <a:pt x="382421" y="89311"/>
                  <a:pt x="384200" y="87369"/>
                </a:cubicBezTo>
                <a:cubicBezTo>
                  <a:pt x="385980" y="85427"/>
                  <a:pt x="387339" y="83195"/>
                  <a:pt x="388278" y="80671"/>
                </a:cubicBezTo>
                <a:cubicBezTo>
                  <a:pt x="389216" y="78147"/>
                  <a:pt x="389685" y="75526"/>
                  <a:pt x="389685" y="72808"/>
                </a:cubicBezTo>
                <a:cubicBezTo>
                  <a:pt x="389685" y="69701"/>
                  <a:pt x="389168" y="66853"/>
                  <a:pt x="388132" y="64265"/>
                </a:cubicBezTo>
                <a:cubicBezTo>
                  <a:pt x="387097" y="61676"/>
                  <a:pt x="385640" y="59476"/>
                  <a:pt x="383764" y="57664"/>
                </a:cubicBezTo>
                <a:cubicBezTo>
                  <a:pt x="381887" y="55851"/>
                  <a:pt x="379670" y="54444"/>
                  <a:pt x="377114" y="53441"/>
                </a:cubicBezTo>
                <a:cubicBezTo>
                  <a:pt x="374558" y="52438"/>
                  <a:pt x="371726" y="51936"/>
                  <a:pt x="368620" y="51936"/>
                </a:cubicBezTo>
                <a:cubicBezTo>
                  <a:pt x="365254" y="51936"/>
                  <a:pt x="362261" y="52519"/>
                  <a:pt x="359640" y="53683"/>
                </a:cubicBezTo>
                <a:cubicBezTo>
                  <a:pt x="357019" y="54848"/>
                  <a:pt x="354819" y="56385"/>
                  <a:pt x="353039" y="58295"/>
                </a:cubicBezTo>
                <a:cubicBezTo>
                  <a:pt x="351259" y="60204"/>
                  <a:pt x="349900" y="62420"/>
                  <a:pt x="348962" y="64944"/>
                </a:cubicBezTo>
                <a:cubicBezTo>
                  <a:pt x="348023" y="67468"/>
                  <a:pt x="347554" y="70089"/>
                  <a:pt x="347554" y="72808"/>
                </a:cubicBezTo>
                <a:close/>
                <a:moveTo>
                  <a:pt x="522525" y="84554"/>
                </a:moveTo>
                <a:cubicBezTo>
                  <a:pt x="522525" y="86948"/>
                  <a:pt x="522493" y="88955"/>
                  <a:pt x="522428" y="90573"/>
                </a:cubicBezTo>
                <a:cubicBezTo>
                  <a:pt x="522363" y="92191"/>
                  <a:pt x="522266" y="93711"/>
                  <a:pt x="522137" y="95135"/>
                </a:cubicBezTo>
                <a:lnTo>
                  <a:pt x="453698" y="95135"/>
                </a:lnTo>
                <a:cubicBezTo>
                  <a:pt x="453698" y="105102"/>
                  <a:pt x="456481" y="112755"/>
                  <a:pt x="462046" y="118094"/>
                </a:cubicBezTo>
                <a:cubicBezTo>
                  <a:pt x="467612" y="123433"/>
                  <a:pt x="475637" y="126103"/>
                  <a:pt x="486121" y="126103"/>
                </a:cubicBezTo>
                <a:cubicBezTo>
                  <a:pt x="488969" y="126103"/>
                  <a:pt x="491817" y="125987"/>
                  <a:pt x="494664" y="125757"/>
                </a:cubicBezTo>
                <a:cubicBezTo>
                  <a:pt x="497512" y="125524"/>
                  <a:pt x="500262" y="125210"/>
                  <a:pt x="502916" y="124813"/>
                </a:cubicBezTo>
                <a:cubicBezTo>
                  <a:pt x="505569" y="124415"/>
                  <a:pt x="508109" y="123968"/>
                  <a:pt x="510536" y="123472"/>
                </a:cubicBezTo>
                <a:cubicBezTo>
                  <a:pt x="512963" y="122975"/>
                  <a:pt x="515212" y="122428"/>
                  <a:pt x="517283" y="121831"/>
                </a:cubicBezTo>
                <a:lnTo>
                  <a:pt x="517283" y="135713"/>
                </a:lnTo>
                <a:cubicBezTo>
                  <a:pt x="512688" y="137036"/>
                  <a:pt x="507495" y="138111"/>
                  <a:pt x="501702" y="138938"/>
                </a:cubicBezTo>
                <a:cubicBezTo>
                  <a:pt x="495910" y="139765"/>
                  <a:pt x="489907" y="140179"/>
                  <a:pt x="483695" y="140179"/>
                </a:cubicBezTo>
                <a:cubicBezTo>
                  <a:pt x="475346" y="140179"/>
                  <a:pt x="468162" y="139046"/>
                  <a:pt x="462144" y="136781"/>
                </a:cubicBezTo>
                <a:cubicBezTo>
                  <a:pt x="456125" y="134516"/>
                  <a:pt x="451190" y="131232"/>
                  <a:pt x="447339" y="126928"/>
                </a:cubicBezTo>
                <a:cubicBezTo>
                  <a:pt x="443489" y="122624"/>
                  <a:pt x="440641" y="117350"/>
                  <a:pt x="438797" y="111104"/>
                </a:cubicBezTo>
                <a:cubicBezTo>
                  <a:pt x="436952" y="104859"/>
                  <a:pt x="436030" y="97789"/>
                  <a:pt x="436030" y="89893"/>
                </a:cubicBezTo>
                <a:cubicBezTo>
                  <a:pt x="436030" y="83033"/>
                  <a:pt x="437017" y="76545"/>
                  <a:pt x="438991" y="70429"/>
                </a:cubicBezTo>
                <a:cubicBezTo>
                  <a:pt x="440965" y="64313"/>
                  <a:pt x="443845" y="58942"/>
                  <a:pt x="447631" y="54314"/>
                </a:cubicBezTo>
                <a:cubicBezTo>
                  <a:pt x="451417" y="49687"/>
                  <a:pt x="456060" y="46014"/>
                  <a:pt x="461561" y="43296"/>
                </a:cubicBezTo>
                <a:cubicBezTo>
                  <a:pt x="467062" y="40578"/>
                  <a:pt x="473307" y="39219"/>
                  <a:pt x="480297" y="39219"/>
                </a:cubicBezTo>
                <a:cubicBezTo>
                  <a:pt x="487092" y="39219"/>
                  <a:pt x="493111" y="40287"/>
                  <a:pt x="498353" y="42423"/>
                </a:cubicBezTo>
                <a:cubicBezTo>
                  <a:pt x="503595" y="44558"/>
                  <a:pt x="508012" y="47584"/>
                  <a:pt x="511604" y="51499"/>
                </a:cubicBezTo>
                <a:cubicBezTo>
                  <a:pt x="515196" y="55415"/>
                  <a:pt x="517914" y="60171"/>
                  <a:pt x="519759" y="65769"/>
                </a:cubicBezTo>
                <a:cubicBezTo>
                  <a:pt x="521603" y="71368"/>
                  <a:pt x="522525" y="77629"/>
                  <a:pt x="522525" y="84554"/>
                </a:cubicBezTo>
                <a:moveTo>
                  <a:pt x="504954" y="82127"/>
                </a:moveTo>
                <a:cubicBezTo>
                  <a:pt x="505149" y="77791"/>
                  <a:pt x="504728" y="73827"/>
                  <a:pt x="503692" y="70235"/>
                </a:cubicBezTo>
                <a:cubicBezTo>
                  <a:pt x="502657" y="66643"/>
                  <a:pt x="501055" y="63553"/>
                  <a:pt x="498887" y="60964"/>
                </a:cubicBezTo>
                <a:cubicBezTo>
                  <a:pt x="496719" y="58375"/>
                  <a:pt x="494017" y="56353"/>
                  <a:pt x="490781" y="54897"/>
                </a:cubicBezTo>
                <a:cubicBezTo>
                  <a:pt x="487545" y="53441"/>
                  <a:pt x="483792" y="52713"/>
                  <a:pt x="479520" y="52713"/>
                </a:cubicBezTo>
                <a:cubicBezTo>
                  <a:pt x="475831" y="52713"/>
                  <a:pt x="472466" y="53425"/>
                  <a:pt x="469424" y="54848"/>
                </a:cubicBezTo>
                <a:cubicBezTo>
                  <a:pt x="466383" y="56272"/>
                  <a:pt x="463761" y="58278"/>
                  <a:pt x="461561" y="60867"/>
                </a:cubicBezTo>
                <a:cubicBezTo>
                  <a:pt x="459361" y="63456"/>
                  <a:pt x="457581" y="66562"/>
                  <a:pt x="456222" y="70186"/>
                </a:cubicBezTo>
                <a:cubicBezTo>
                  <a:pt x="454863" y="73811"/>
                  <a:pt x="454021" y="77791"/>
                  <a:pt x="453698" y="82127"/>
                </a:cubicBezTo>
                <a:lnTo>
                  <a:pt x="504954" y="821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't'">
            <a:extLst xmlns:a="http://schemas.openxmlformats.org/drawingml/2006/main">
              <a:ext uri="{FF2B5EF4-FFF2-40B4-BE49-F238E27FC236}">
                <a16:creationId xmlns:a16="http://schemas.microsoft.com/office/drawing/2014/main" id="{E26D7481-F3E1-4E19-BDF8-4343DDBE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3534" y="2376070"/>
            <a:ext cx="241720" cy="138626"/>
          </a:xfrm>
          <a:custGeom xmlns:a="http://schemas.openxmlformats.org/drawingml/2006/main">
            <a:pathLst>
              <a:path w="241720" h="138626">
                <a:moveTo>
                  <a:pt x="22231" y="0"/>
                </a:moveTo>
                <a:lnTo>
                  <a:pt x="19415" y="45626"/>
                </a:lnTo>
                <a:lnTo>
                  <a:pt x="2718" y="45626"/>
                </a:lnTo>
                <a:lnTo>
                  <a:pt x="0" y="0"/>
                </a:lnTo>
                <a:lnTo>
                  <a:pt x="22231" y="0"/>
                </a:lnTo>
                <a:close/>
                <a:moveTo>
                  <a:pt x="160224" y="135810"/>
                </a:moveTo>
                <a:cubicBezTo>
                  <a:pt x="156406" y="136815"/>
                  <a:pt x="152458" y="137535"/>
                  <a:pt x="148381" y="137970"/>
                </a:cubicBezTo>
                <a:cubicBezTo>
                  <a:pt x="144304" y="138407"/>
                  <a:pt x="140162" y="138626"/>
                  <a:pt x="135955" y="138626"/>
                </a:cubicBezTo>
                <a:cubicBezTo>
                  <a:pt x="123724" y="138626"/>
                  <a:pt x="114598" y="135859"/>
                  <a:pt x="108580" y="130325"/>
                </a:cubicBezTo>
                <a:cubicBezTo>
                  <a:pt x="102561" y="124792"/>
                  <a:pt x="99552" y="116298"/>
                  <a:pt x="99552" y="104843"/>
                </a:cubicBezTo>
                <a:lnTo>
                  <a:pt x="99552" y="53975"/>
                </a:lnTo>
                <a:lnTo>
                  <a:pt x="72273" y="53975"/>
                </a:lnTo>
                <a:lnTo>
                  <a:pt x="72273" y="39801"/>
                </a:lnTo>
                <a:lnTo>
                  <a:pt x="99552" y="39801"/>
                </a:lnTo>
                <a:lnTo>
                  <a:pt x="99552" y="12923"/>
                </a:lnTo>
                <a:lnTo>
                  <a:pt x="116443" y="8543"/>
                </a:lnTo>
                <a:lnTo>
                  <a:pt x="116443" y="39801"/>
                </a:lnTo>
                <a:lnTo>
                  <a:pt x="160224" y="39801"/>
                </a:lnTo>
                <a:lnTo>
                  <a:pt x="160224" y="53975"/>
                </a:lnTo>
                <a:lnTo>
                  <a:pt x="116443" y="53975"/>
                </a:lnTo>
                <a:lnTo>
                  <a:pt x="116443" y="103484"/>
                </a:lnTo>
                <a:cubicBezTo>
                  <a:pt x="116443" y="110473"/>
                  <a:pt x="118304" y="115699"/>
                  <a:pt x="122025" y="119162"/>
                </a:cubicBezTo>
                <a:cubicBezTo>
                  <a:pt x="125746" y="122624"/>
                  <a:pt x="131231" y="124355"/>
                  <a:pt x="138479" y="124355"/>
                </a:cubicBezTo>
                <a:cubicBezTo>
                  <a:pt x="141586" y="124355"/>
                  <a:pt x="144983" y="124105"/>
                  <a:pt x="148672" y="123606"/>
                </a:cubicBezTo>
                <a:cubicBezTo>
                  <a:pt x="152361" y="123104"/>
                  <a:pt x="156212" y="122319"/>
                  <a:pt x="160224" y="121249"/>
                </a:cubicBezTo>
                <a:lnTo>
                  <a:pt x="160224" y="135810"/>
                </a:lnTo>
                <a:close/>
                <a:moveTo>
                  <a:pt x="241720" y="0"/>
                </a:moveTo>
                <a:lnTo>
                  <a:pt x="238905" y="45626"/>
                </a:lnTo>
                <a:lnTo>
                  <a:pt x="222208" y="45626"/>
                </a:lnTo>
                <a:lnTo>
                  <a:pt x="219489" y="0"/>
                </a:lnTo>
                <a:lnTo>
                  <a:pt x="24172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'r'">
            <a:extLst xmlns:a="http://schemas.openxmlformats.org/drawingml/2006/main">
              <a:ext uri="{FF2B5EF4-FFF2-40B4-BE49-F238E27FC236}">
                <a16:creationId xmlns:a16="http://schemas.microsoft.com/office/drawing/2014/main" id="{C7A6346B-A5AC-403C-BD83-C71F14B2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897" y="3242621"/>
            <a:ext cx="240969" cy="137541"/>
          </a:xfrm>
          <a:custGeom xmlns:a="http://schemas.openxmlformats.org/drawingml/2006/main">
            <a:pathLst>
              <a:path w="240969" h="137541">
                <a:moveTo>
                  <a:pt x="22275" y="0"/>
                </a:moveTo>
                <a:lnTo>
                  <a:pt x="19454" y="45717"/>
                </a:lnTo>
                <a:lnTo>
                  <a:pt x="2724" y="45717"/>
                </a:lnTo>
                <a:lnTo>
                  <a:pt x="0" y="0"/>
                </a:lnTo>
                <a:lnTo>
                  <a:pt x="22275" y="0"/>
                </a:lnTo>
                <a:close/>
                <a:moveTo>
                  <a:pt x="85224" y="39881"/>
                </a:moveTo>
                <a:lnTo>
                  <a:pt x="100690" y="39881"/>
                </a:lnTo>
                <a:lnTo>
                  <a:pt x="101176" y="57831"/>
                </a:lnTo>
                <a:cubicBezTo>
                  <a:pt x="106948" y="50908"/>
                  <a:pt x="112638" y="45895"/>
                  <a:pt x="118247" y="42790"/>
                </a:cubicBezTo>
                <a:cubicBezTo>
                  <a:pt x="123856" y="39683"/>
                  <a:pt x="129514" y="38130"/>
                  <a:pt x="135221" y="38130"/>
                </a:cubicBezTo>
                <a:cubicBezTo>
                  <a:pt x="145337" y="38130"/>
                  <a:pt x="153005" y="41397"/>
                  <a:pt x="158225" y="47930"/>
                </a:cubicBezTo>
                <a:cubicBezTo>
                  <a:pt x="163446" y="54464"/>
                  <a:pt x="165861" y="64166"/>
                  <a:pt x="165472" y="77039"/>
                </a:cubicBezTo>
                <a:lnTo>
                  <a:pt x="148352" y="77039"/>
                </a:lnTo>
                <a:cubicBezTo>
                  <a:pt x="148547" y="68513"/>
                  <a:pt x="147299" y="62329"/>
                  <a:pt x="144608" y="58487"/>
                </a:cubicBezTo>
                <a:cubicBezTo>
                  <a:pt x="141916" y="54643"/>
                  <a:pt x="137977" y="52721"/>
                  <a:pt x="132789" y="52721"/>
                </a:cubicBezTo>
                <a:cubicBezTo>
                  <a:pt x="130519" y="52721"/>
                  <a:pt x="128234" y="53125"/>
                  <a:pt x="125932" y="53934"/>
                </a:cubicBezTo>
                <a:cubicBezTo>
                  <a:pt x="123629" y="54740"/>
                  <a:pt x="121263" y="56031"/>
                  <a:pt x="118831" y="57806"/>
                </a:cubicBezTo>
                <a:cubicBezTo>
                  <a:pt x="116399" y="59581"/>
                  <a:pt x="113821" y="61858"/>
                  <a:pt x="111098" y="64636"/>
                </a:cubicBezTo>
                <a:cubicBezTo>
                  <a:pt x="108374" y="67413"/>
                  <a:pt x="105456" y="70771"/>
                  <a:pt x="102343" y="74710"/>
                </a:cubicBezTo>
                <a:lnTo>
                  <a:pt x="102343" y="137541"/>
                </a:lnTo>
                <a:lnTo>
                  <a:pt x="85224" y="137541"/>
                </a:lnTo>
                <a:lnTo>
                  <a:pt x="85224" y="39881"/>
                </a:lnTo>
                <a:close/>
                <a:moveTo>
                  <a:pt x="240969" y="0"/>
                </a:moveTo>
                <a:lnTo>
                  <a:pt x="238148" y="45717"/>
                </a:lnTo>
                <a:lnTo>
                  <a:pt x="221418" y="45717"/>
                </a:lnTo>
                <a:lnTo>
                  <a:pt x="218694" y="0"/>
                </a:lnTo>
                <a:lnTo>
                  <a:pt x="24096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CE0BF-033D-44EE-849F-210F701C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87" y="4774222"/>
            <a:ext cx="643823" cy="620537"/>
          </a:xfrm>
          <a:custGeom xmlns:a="http://schemas.openxmlformats.org/drawingml/2006/main">
            <a:pathLst>
              <a:path w="643823" h="620537">
                <a:moveTo>
                  <a:pt x="0" y="310264"/>
                </a:moveTo>
                <a:cubicBezTo>
                  <a:pt x="0" y="138904"/>
                  <a:pt x="144139" y="0"/>
                  <a:pt x="321912" y="0"/>
                </a:cubicBezTo>
                <a:cubicBezTo>
                  <a:pt x="499684" y="0"/>
                  <a:pt x="643823" y="138904"/>
                  <a:pt x="643823" y="310264"/>
                </a:cubicBezTo>
                <a:cubicBezTo>
                  <a:pt x="643823" y="481625"/>
                  <a:pt x="499684" y="620537"/>
                  <a:pt x="321912" y="620537"/>
                </a:cubicBezTo>
                <a:cubicBezTo>
                  <a:pt x="144139" y="620537"/>
                  <a:pt x="0" y="481625"/>
                  <a:pt x="0" y="31026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CBDBF-4D71-4EE6-9339-03E94774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187" y="4774222"/>
            <a:ext cx="643823" cy="620537"/>
          </a:xfrm>
          <a:custGeom xmlns:a="http://schemas.openxmlformats.org/drawingml/2006/main">
            <a:pathLst>
              <a:path w="643823" h="620537" fill="none">
                <a:moveTo>
                  <a:pt x="0" y="310264"/>
                </a:moveTo>
                <a:cubicBezTo>
                  <a:pt x="0" y="138904"/>
                  <a:pt x="144139" y="0"/>
                  <a:pt x="321912" y="0"/>
                </a:cubicBezTo>
                <a:cubicBezTo>
                  <a:pt x="499684" y="0"/>
                  <a:pt x="643823" y="138904"/>
                  <a:pt x="643823" y="310264"/>
                </a:cubicBezTo>
                <a:cubicBezTo>
                  <a:pt x="643823" y="481625"/>
                  <a:pt x="499684" y="620537"/>
                  <a:pt x="321912" y="620537"/>
                </a:cubicBezTo>
                <a:cubicBezTo>
                  <a:pt x="144139" y="620537"/>
                  <a:pt x="0" y="481625"/>
                  <a:pt x="0" y="31026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23" name="Text 5">
            <a:extLst xmlns:a="http://schemas.openxmlformats.org/drawingml/2006/main">
              <a:ext uri="{FF2B5EF4-FFF2-40B4-BE49-F238E27FC236}">
                <a16:creationId xmlns:a16="http://schemas.microsoft.com/office/drawing/2014/main" id="{784959EC-9403-4697-92EE-753ACE60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4383" y="5008697"/>
            <a:ext cx="103057" cy="171460"/>
          </a:xfrm>
          <a:custGeom xmlns:a="http://schemas.openxmlformats.org/drawingml/2006/main">
            <a:pathLst>
              <a:path w="103057" h="171460">
                <a:moveTo>
                  <a:pt x="103057" y="115083"/>
                </a:moveTo>
                <a:cubicBezTo>
                  <a:pt x="103057" y="123444"/>
                  <a:pt x="101247" y="131073"/>
                  <a:pt x="97626" y="137970"/>
                </a:cubicBezTo>
                <a:cubicBezTo>
                  <a:pt x="94006" y="144866"/>
                  <a:pt x="89027" y="150793"/>
                  <a:pt x="82691" y="155749"/>
                </a:cubicBezTo>
                <a:cubicBezTo>
                  <a:pt x="76355" y="160706"/>
                  <a:pt x="68877" y="164564"/>
                  <a:pt x="60257" y="167322"/>
                </a:cubicBezTo>
                <a:cubicBezTo>
                  <a:pt x="51636" y="170081"/>
                  <a:pt x="42326" y="171460"/>
                  <a:pt x="32327" y="171460"/>
                </a:cubicBezTo>
                <a:cubicBezTo>
                  <a:pt x="29827" y="171460"/>
                  <a:pt x="27133" y="171391"/>
                  <a:pt x="24245" y="171254"/>
                </a:cubicBezTo>
                <a:cubicBezTo>
                  <a:pt x="21357" y="171119"/>
                  <a:pt x="18491" y="170937"/>
                  <a:pt x="15646" y="170708"/>
                </a:cubicBezTo>
                <a:cubicBezTo>
                  <a:pt x="12801" y="170482"/>
                  <a:pt x="10021" y="170232"/>
                  <a:pt x="7306" y="169957"/>
                </a:cubicBezTo>
                <a:cubicBezTo>
                  <a:pt x="4590" y="169685"/>
                  <a:pt x="2155" y="169367"/>
                  <a:pt x="0" y="169003"/>
                </a:cubicBezTo>
                <a:lnTo>
                  <a:pt x="0" y="148573"/>
                </a:lnTo>
                <a:cubicBezTo>
                  <a:pt x="4655" y="149739"/>
                  <a:pt x="9978" y="150592"/>
                  <a:pt x="15969" y="151131"/>
                </a:cubicBezTo>
                <a:cubicBezTo>
                  <a:pt x="21961" y="151667"/>
                  <a:pt x="28016" y="151935"/>
                  <a:pt x="34137" y="151935"/>
                </a:cubicBezTo>
                <a:cubicBezTo>
                  <a:pt x="41033" y="151935"/>
                  <a:pt x="47240" y="151116"/>
                  <a:pt x="52757" y="149478"/>
                </a:cubicBezTo>
                <a:cubicBezTo>
                  <a:pt x="58274" y="147840"/>
                  <a:pt x="62972" y="145491"/>
                  <a:pt x="66851" y="142431"/>
                </a:cubicBezTo>
                <a:cubicBezTo>
                  <a:pt x="70730" y="139371"/>
                  <a:pt x="73705" y="135664"/>
                  <a:pt x="75773" y="131310"/>
                </a:cubicBezTo>
                <a:cubicBezTo>
                  <a:pt x="77842" y="126957"/>
                  <a:pt x="78877" y="122065"/>
                  <a:pt x="78877" y="116634"/>
                </a:cubicBezTo>
                <a:cubicBezTo>
                  <a:pt x="78877" y="106117"/>
                  <a:pt x="75105" y="98467"/>
                  <a:pt x="67562" y="93682"/>
                </a:cubicBezTo>
                <a:cubicBezTo>
                  <a:pt x="60020" y="88898"/>
                  <a:pt x="49179" y="86506"/>
                  <a:pt x="35042" y="86506"/>
                </a:cubicBezTo>
                <a:lnTo>
                  <a:pt x="2974" y="86506"/>
                </a:lnTo>
                <a:lnTo>
                  <a:pt x="2974" y="0"/>
                </a:lnTo>
                <a:lnTo>
                  <a:pt x="94006" y="0"/>
                </a:lnTo>
                <a:lnTo>
                  <a:pt x="94006" y="19655"/>
                </a:lnTo>
                <a:lnTo>
                  <a:pt x="24180" y="19655"/>
                </a:lnTo>
                <a:lnTo>
                  <a:pt x="24180" y="67239"/>
                </a:lnTo>
                <a:lnTo>
                  <a:pt x="38921" y="67239"/>
                </a:lnTo>
                <a:cubicBezTo>
                  <a:pt x="47024" y="67239"/>
                  <a:pt x="54912" y="67972"/>
                  <a:pt x="62584" y="69437"/>
                </a:cubicBezTo>
                <a:cubicBezTo>
                  <a:pt x="70256" y="70903"/>
                  <a:pt x="77088" y="73467"/>
                  <a:pt x="83079" y="77131"/>
                </a:cubicBezTo>
                <a:cubicBezTo>
                  <a:pt x="89070" y="80795"/>
                  <a:pt x="93898" y="85708"/>
                  <a:pt x="97562" y="91872"/>
                </a:cubicBezTo>
                <a:cubicBezTo>
                  <a:pt x="101225" y="98036"/>
                  <a:pt x="103057" y="105772"/>
                  <a:pt x="103057" y="1150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D8FCB-754C-4650-9382-B054FAF9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9543" y="4384433"/>
            <a:ext cx="149110" cy="389790"/>
          </a:xfrm>
          <a:custGeom xmlns:a="http://schemas.openxmlformats.org/drawingml/2006/main">
            <a:pathLst>
              <a:path w="149110" h="389790">
                <a:moveTo>
                  <a:pt x="99407" y="0"/>
                </a:moveTo>
                <a:lnTo>
                  <a:pt x="49703" y="0"/>
                </a:lnTo>
                <a:lnTo>
                  <a:pt x="49703" y="240680"/>
                </a:lnTo>
                <a:lnTo>
                  <a:pt x="0" y="240680"/>
                </a:lnTo>
                <a:lnTo>
                  <a:pt x="74555" y="389790"/>
                </a:lnTo>
                <a:lnTo>
                  <a:pt x="149110" y="240680"/>
                </a:lnTo>
                <a:lnTo>
                  <a:pt x="99407" y="240680"/>
                </a:lnTo>
                <a:lnTo>
                  <a:pt x="99407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'u'">
            <a:extLst xmlns:a="http://schemas.openxmlformats.org/drawingml/2006/main">
              <a:ext uri="{FF2B5EF4-FFF2-40B4-BE49-F238E27FC236}">
                <a16:creationId xmlns:a16="http://schemas.microsoft.com/office/drawing/2014/main" id="{EBBC5514-83AF-424B-A146-5897004F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7085" y="4245434"/>
            <a:ext cx="240970" cy="139292"/>
          </a:xfrm>
          <a:custGeom xmlns:a="http://schemas.openxmlformats.org/drawingml/2006/main">
            <a:pathLst>
              <a:path w="240970" h="139292">
                <a:moveTo>
                  <a:pt x="22275" y="0"/>
                </a:moveTo>
                <a:lnTo>
                  <a:pt x="19454" y="45717"/>
                </a:lnTo>
                <a:lnTo>
                  <a:pt x="2724" y="45717"/>
                </a:lnTo>
                <a:lnTo>
                  <a:pt x="0" y="0"/>
                </a:lnTo>
                <a:lnTo>
                  <a:pt x="22275" y="0"/>
                </a:lnTo>
                <a:close/>
                <a:moveTo>
                  <a:pt x="159733" y="137541"/>
                </a:moveTo>
                <a:lnTo>
                  <a:pt x="144559" y="137541"/>
                </a:lnTo>
                <a:lnTo>
                  <a:pt x="143976" y="121783"/>
                </a:lnTo>
                <a:cubicBezTo>
                  <a:pt x="141057" y="125155"/>
                  <a:pt x="138285" y="127960"/>
                  <a:pt x="135659" y="130197"/>
                </a:cubicBezTo>
                <a:cubicBezTo>
                  <a:pt x="133033" y="132434"/>
                  <a:pt x="130422" y="134234"/>
                  <a:pt x="127829" y="135596"/>
                </a:cubicBezTo>
                <a:cubicBezTo>
                  <a:pt x="125235" y="136957"/>
                  <a:pt x="122625" y="137914"/>
                  <a:pt x="119998" y="138465"/>
                </a:cubicBezTo>
                <a:cubicBezTo>
                  <a:pt x="117372" y="139016"/>
                  <a:pt x="114600" y="139292"/>
                  <a:pt x="111682" y="139292"/>
                </a:cubicBezTo>
                <a:cubicBezTo>
                  <a:pt x="101630" y="139292"/>
                  <a:pt x="94043" y="136341"/>
                  <a:pt x="88920" y="130440"/>
                </a:cubicBezTo>
                <a:cubicBezTo>
                  <a:pt x="83797" y="124539"/>
                  <a:pt x="81236" y="115623"/>
                  <a:pt x="81236" y="103691"/>
                </a:cubicBezTo>
                <a:lnTo>
                  <a:pt x="81236" y="39881"/>
                </a:lnTo>
                <a:lnTo>
                  <a:pt x="98161" y="39881"/>
                </a:lnTo>
                <a:lnTo>
                  <a:pt x="98161" y="102329"/>
                </a:lnTo>
                <a:cubicBezTo>
                  <a:pt x="98161" y="117309"/>
                  <a:pt x="103803" y="124799"/>
                  <a:pt x="115086" y="124799"/>
                </a:cubicBezTo>
                <a:cubicBezTo>
                  <a:pt x="117161" y="124799"/>
                  <a:pt x="119188" y="124490"/>
                  <a:pt x="121166" y="123874"/>
                </a:cubicBezTo>
                <a:cubicBezTo>
                  <a:pt x="123143" y="123258"/>
                  <a:pt x="125218" y="122188"/>
                  <a:pt x="127391" y="120664"/>
                </a:cubicBezTo>
                <a:cubicBezTo>
                  <a:pt x="129563" y="119141"/>
                  <a:pt x="131898" y="117082"/>
                  <a:pt x="134394" y="114488"/>
                </a:cubicBezTo>
                <a:cubicBezTo>
                  <a:pt x="136891" y="111894"/>
                  <a:pt x="139696" y="108619"/>
                  <a:pt x="142808" y="104663"/>
                </a:cubicBezTo>
                <a:lnTo>
                  <a:pt x="142808" y="39881"/>
                </a:lnTo>
                <a:lnTo>
                  <a:pt x="159733" y="39881"/>
                </a:lnTo>
                <a:lnTo>
                  <a:pt x="159733" y="137541"/>
                </a:lnTo>
                <a:close/>
                <a:moveTo>
                  <a:pt x="240970" y="0"/>
                </a:moveTo>
                <a:lnTo>
                  <a:pt x="238149" y="45717"/>
                </a:lnTo>
                <a:lnTo>
                  <a:pt x="221418" y="45717"/>
                </a:lnTo>
                <a:lnTo>
                  <a:pt x="218694" y="0"/>
                </a:lnTo>
                <a:lnTo>
                  <a:pt x="24097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'e'">
            <a:extLst xmlns:a="http://schemas.openxmlformats.org/drawingml/2006/main">
              <a:ext uri="{FF2B5EF4-FFF2-40B4-BE49-F238E27FC236}">
                <a16:creationId xmlns:a16="http://schemas.microsoft.com/office/drawing/2014/main" id="{542D04B1-842B-43DA-B5D5-1D64E29A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404" y="3153915"/>
            <a:ext cx="319878" cy="185166"/>
          </a:xfrm>
          <a:custGeom xmlns:a="http://schemas.openxmlformats.org/drawingml/2006/main">
            <a:pathLst>
              <a:path w="319878" h="185166">
                <a:moveTo>
                  <a:pt x="29611" y="0"/>
                </a:moveTo>
                <a:lnTo>
                  <a:pt x="25861" y="60774"/>
                </a:lnTo>
                <a:lnTo>
                  <a:pt x="3621" y="60774"/>
                </a:lnTo>
                <a:lnTo>
                  <a:pt x="0" y="0"/>
                </a:lnTo>
                <a:lnTo>
                  <a:pt x="29611" y="0"/>
                </a:lnTo>
                <a:close/>
                <a:moveTo>
                  <a:pt x="217416" y="111074"/>
                </a:moveTo>
                <a:cubicBezTo>
                  <a:pt x="217416" y="114264"/>
                  <a:pt x="217373" y="116936"/>
                  <a:pt x="217286" y="119091"/>
                </a:cubicBezTo>
                <a:cubicBezTo>
                  <a:pt x="217200" y="121246"/>
                  <a:pt x="217071" y="123272"/>
                  <a:pt x="216898" y="125168"/>
                </a:cubicBezTo>
                <a:lnTo>
                  <a:pt x="125738" y="125168"/>
                </a:lnTo>
                <a:cubicBezTo>
                  <a:pt x="125738" y="138444"/>
                  <a:pt x="129444" y="148637"/>
                  <a:pt x="136858" y="155749"/>
                </a:cubicBezTo>
                <a:cubicBezTo>
                  <a:pt x="144272" y="162861"/>
                  <a:pt x="154961" y="166417"/>
                  <a:pt x="168926" y="166417"/>
                </a:cubicBezTo>
                <a:cubicBezTo>
                  <a:pt x="172719" y="166417"/>
                  <a:pt x="176512" y="166263"/>
                  <a:pt x="180305" y="165956"/>
                </a:cubicBezTo>
                <a:cubicBezTo>
                  <a:pt x="184098" y="165647"/>
                  <a:pt x="187762" y="165228"/>
                  <a:pt x="191296" y="164700"/>
                </a:cubicBezTo>
                <a:cubicBezTo>
                  <a:pt x="194830" y="164169"/>
                  <a:pt x="198214" y="163574"/>
                  <a:pt x="201446" y="162914"/>
                </a:cubicBezTo>
                <a:cubicBezTo>
                  <a:pt x="204679" y="162251"/>
                  <a:pt x="207675" y="161522"/>
                  <a:pt x="210433" y="160728"/>
                </a:cubicBezTo>
                <a:lnTo>
                  <a:pt x="210433" y="179218"/>
                </a:lnTo>
                <a:cubicBezTo>
                  <a:pt x="204313" y="180980"/>
                  <a:pt x="197395" y="182412"/>
                  <a:pt x="189680" y="183514"/>
                </a:cubicBezTo>
                <a:cubicBezTo>
                  <a:pt x="181964" y="184616"/>
                  <a:pt x="173969" y="185166"/>
                  <a:pt x="165693" y="185166"/>
                </a:cubicBezTo>
                <a:cubicBezTo>
                  <a:pt x="154573" y="185166"/>
                  <a:pt x="145004" y="183658"/>
                  <a:pt x="136987" y="180641"/>
                </a:cubicBezTo>
                <a:cubicBezTo>
                  <a:pt x="128970" y="177624"/>
                  <a:pt x="122397" y="173249"/>
                  <a:pt x="117268" y="167516"/>
                </a:cubicBezTo>
                <a:cubicBezTo>
                  <a:pt x="112139" y="161784"/>
                  <a:pt x="108346" y="154758"/>
                  <a:pt x="105889" y="146439"/>
                </a:cubicBezTo>
                <a:cubicBezTo>
                  <a:pt x="103432" y="138121"/>
                  <a:pt x="102204" y="128703"/>
                  <a:pt x="102204" y="118186"/>
                </a:cubicBezTo>
                <a:cubicBezTo>
                  <a:pt x="102204" y="109048"/>
                  <a:pt x="103519" y="100406"/>
                  <a:pt x="106148" y="92260"/>
                </a:cubicBezTo>
                <a:cubicBezTo>
                  <a:pt x="108777" y="84114"/>
                  <a:pt x="112613" y="76959"/>
                  <a:pt x="117656" y="70795"/>
                </a:cubicBezTo>
                <a:cubicBezTo>
                  <a:pt x="122699" y="64632"/>
                  <a:pt x="128884" y="59739"/>
                  <a:pt x="136211" y="56119"/>
                </a:cubicBezTo>
                <a:cubicBezTo>
                  <a:pt x="143539" y="52498"/>
                  <a:pt x="151857" y="50688"/>
                  <a:pt x="161168" y="50688"/>
                </a:cubicBezTo>
                <a:cubicBezTo>
                  <a:pt x="170219" y="50688"/>
                  <a:pt x="178236" y="52110"/>
                  <a:pt x="185218" y="54955"/>
                </a:cubicBezTo>
                <a:cubicBezTo>
                  <a:pt x="192201" y="57800"/>
                  <a:pt x="198084" y="61830"/>
                  <a:pt x="202869" y="67045"/>
                </a:cubicBezTo>
                <a:cubicBezTo>
                  <a:pt x="207653" y="72261"/>
                  <a:pt x="211274" y="78597"/>
                  <a:pt x="213730" y="86053"/>
                </a:cubicBezTo>
                <a:cubicBezTo>
                  <a:pt x="216187" y="93510"/>
                  <a:pt x="217416" y="101850"/>
                  <a:pt x="217416" y="111074"/>
                </a:cubicBezTo>
                <a:moveTo>
                  <a:pt x="194011" y="107841"/>
                </a:moveTo>
                <a:cubicBezTo>
                  <a:pt x="194270" y="102066"/>
                  <a:pt x="193710" y="96786"/>
                  <a:pt x="192330" y="92001"/>
                </a:cubicBezTo>
                <a:cubicBezTo>
                  <a:pt x="190951" y="87217"/>
                  <a:pt x="188818" y="83101"/>
                  <a:pt x="185930" y="79653"/>
                </a:cubicBezTo>
                <a:cubicBezTo>
                  <a:pt x="183042" y="76204"/>
                  <a:pt x="179443" y="73511"/>
                  <a:pt x="175133" y="71571"/>
                </a:cubicBezTo>
                <a:cubicBezTo>
                  <a:pt x="170822" y="69631"/>
                  <a:pt x="165823" y="68662"/>
                  <a:pt x="160133" y="68662"/>
                </a:cubicBezTo>
                <a:cubicBezTo>
                  <a:pt x="155219" y="68662"/>
                  <a:pt x="150737" y="69610"/>
                  <a:pt x="146685" y="71506"/>
                </a:cubicBezTo>
                <a:cubicBezTo>
                  <a:pt x="142634" y="73403"/>
                  <a:pt x="139142" y="76075"/>
                  <a:pt x="136211" y="79523"/>
                </a:cubicBezTo>
                <a:cubicBezTo>
                  <a:pt x="133281" y="82971"/>
                  <a:pt x="130910" y="87109"/>
                  <a:pt x="129100" y="91937"/>
                </a:cubicBezTo>
                <a:cubicBezTo>
                  <a:pt x="127289" y="96764"/>
                  <a:pt x="126169" y="102066"/>
                  <a:pt x="125738" y="107841"/>
                </a:cubicBezTo>
                <a:lnTo>
                  <a:pt x="194011" y="107841"/>
                </a:lnTo>
                <a:close/>
                <a:moveTo>
                  <a:pt x="319878" y="0"/>
                </a:moveTo>
                <a:lnTo>
                  <a:pt x="316128" y="60774"/>
                </a:lnTo>
                <a:lnTo>
                  <a:pt x="293888" y="60774"/>
                </a:lnTo>
                <a:lnTo>
                  <a:pt x="290267" y="0"/>
                </a:lnTo>
                <a:lnTo>
                  <a:pt x="31987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386137-9012-4B66-A297-54D8192D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126" y="2761025"/>
            <a:ext cx="643823" cy="620462"/>
          </a:xfrm>
          <a:custGeom xmlns:a="http://schemas.openxmlformats.org/drawingml/2006/main">
            <a:pathLst>
              <a:path w="643823" h="620462">
                <a:moveTo>
                  <a:pt x="0" y="310148"/>
                </a:moveTo>
                <a:cubicBezTo>
                  <a:pt x="0" y="138838"/>
                  <a:pt x="144139" y="0"/>
                  <a:pt x="321912" y="0"/>
                </a:cubicBezTo>
                <a:cubicBezTo>
                  <a:pt x="499684" y="0"/>
                  <a:pt x="643823" y="138838"/>
                  <a:pt x="643823" y="310148"/>
                </a:cubicBezTo>
                <a:cubicBezTo>
                  <a:pt x="643823" y="481625"/>
                  <a:pt x="499684" y="620462"/>
                  <a:pt x="321912" y="620462"/>
                </a:cubicBezTo>
                <a:cubicBezTo>
                  <a:pt x="144139" y="620462"/>
                  <a:pt x="0" y="481625"/>
                  <a:pt x="0" y="31014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E7947F-C07D-4B02-9DA2-75D9916D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126" y="2761025"/>
            <a:ext cx="643823" cy="620462"/>
          </a:xfrm>
          <a:custGeom xmlns:a="http://schemas.openxmlformats.org/drawingml/2006/main">
            <a:pathLst>
              <a:path w="643823" h="620462" fill="none">
                <a:moveTo>
                  <a:pt x="0" y="310148"/>
                </a:moveTo>
                <a:cubicBezTo>
                  <a:pt x="0" y="138838"/>
                  <a:pt x="144139" y="0"/>
                  <a:pt x="321912" y="0"/>
                </a:cubicBezTo>
                <a:cubicBezTo>
                  <a:pt x="499684" y="0"/>
                  <a:pt x="643823" y="138838"/>
                  <a:pt x="643823" y="310148"/>
                </a:cubicBezTo>
                <a:cubicBezTo>
                  <a:pt x="643823" y="481625"/>
                  <a:pt x="499684" y="620462"/>
                  <a:pt x="321912" y="620462"/>
                </a:cubicBezTo>
                <a:cubicBezTo>
                  <a:pt x="144139" y="620462"/>
                  <a:pt x="0" y="481625"/>
                  <a:pt x="0" y="31014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29" name="Text 6">
            <a:extLst xmlns:a="http://schemas.openxmlformats.org/drawingml/2006/main">
              <a:ext uri="{FF2B5EF4-FFF2-40B4-BE49-F238E27FC236}">
                <a16:creationId xmlns:a16="http://schemas.microsoft.com/office/drawing/2014/main" id="{FC422EB7-BD3F-41E2-A225-CEB5E6FF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375" y="2994654"/>
            <a:ext cx="116505" cy="171460"/>
          </a:xfrm>
          <a:custGeom xmlns:a="http://schemas.openxmlformats.org/drawingml/2006/main">
            <a:pathLst>
              <a:path w="116505" h="171460">
                <a:moveTo>
                  <a:pt x="116505" y="115531"/>
                </a:moveTo>
                <a:cubicBezTo>
                  <a:pt x="116505" y="123300"/>
                  <a:pt x="115104" y="130594"/>
                  <a:pt x="112302" y="137412"/>
                </a:cubicBezTo>
                <a:cubicBezTo>
                  <a:pt x="109501" y="144230"/>
                  <a:pt x="105514" y="150164"/>
                  <a:pt x="100342" y="155212"/>
                </a:cubicBezTo>
                <a:cubicBezTo>
                  <a:pt x="95169" y="160260"/>
                  <a:pt x="88941" y="164231"/>
                  <a:pt x="81657" y="167124"/>
                </a:cubicBezTo>
                <a:cubicBezTo>
                  <a:pt x="74373" y="170015"/>
                  <a:pt x="66291" y="171460"/>
                  <a:pt x="57412" y="171460"/>
                </a:cubicBezTo>
                <a:cubicBezTo>
                  <a:pt x="48102" y="171460"/>
                  <a:pt x="39869" y="169972"/>
                  <a:pt x="32714" y="166995"/>
                </a:cubicBezTo>
                <a:cubicBezTo>
                  <a:pt x="25560" y="164018"/>
                  <a:pt x="19568" y="159447"/>
                  <a:pt x="14741" y="153280"/>
                </a:cubicBezTo>
                <a:cubicBezTo>
                  <a:pt x="9913" y="147111"/>
                  <a:pt x="6250" y="139326"/>
                  <a:pt x="3750" y="129924"/>
                </a:cubicBezTo>
                <a:cubicBezTo>
                  <a:pt x="1250" y="120520"/>
                  <a:pt x="0" y="109390"/>
                  <a:pt x="0" y="96535"/>
                </a:cubicBezTo>
                <a:cubicBezTo>
                  <a:pt x="0" y="87909"/>
                  <a:pt x="560" y="79542"/>
                  <a:pt x="1681" y="71434"/>
                </a:cubicBezTo>
                <a:cubicBezTo>
                  <a:pt x="2802" y="63322"/>
                  <a:pt x="4655" y="55687"/>
                  <a:pt x="7241" y="48526"/>
                </a:cubicBezTo>
                <a:cubicBezTo>
                  <a:pt x="9827" y="41366"/>
                  <a:pt x="13275" y="34810"/>
                  <a:pt x="17586" y="28860"/>
                </a:cubicBezTo>
                <a:cubicBezTo>
                  <a:pt x="21896" y="22906"/>
                  <a:pt x="27262" y="17794"/>
                  <a:pt x="33684" y="13525"/>
                </a:cubicBezTo>
                <a:cubicBezTo>
                  <a:pt x="40106" y="9252"/>
                  <a:pt x="47671" y="5931"/>
                  <a:pt x="56377" y="3560"/>
                </a:cubicBezTo>
                <a:cubicBezTo>
                  <a:pt x="65084" y="1187"/>
                  <a:pt x="75170" y="0"/>
                  <a:pt x="86635" y="0"/>
                </a:cubicBezTo>
                <a:lnTo>
                  <a:pt x="103316" y="0"/>
                </a:lnTo>
                <a:lnTo>
                  <a:pt x="103316" y="19655"/>
                </a:lnTo>
                <a:lnTo>
                  <a:pt x="85213" y="19655"/>
                </a:lnTo>
                <a:cubicBezTo>
                  <a:pt x="75127" y="19655"/>
                  <a:pt x="66377" y="20863"/>
                  <a:pt x="58964" y="23279"/>
                </a:cubicBezTo>
                <a:cubicBezTo>
                  <a:pt x="51550" y="25696"/>
                  <a:pt x="45343" y="29105"/>
                  <a:pt x="40344" y="33506"/>
                </a:cubicBezTo>
                <a:cubicBezTo>
                  <a:pt x="35344" y="37906"/>
                  <a:pt x="31508" y="43213"/>
                  <a:pt x="28835" y="49427"/>
                </a:cubicBezTo>
                <a:cubicBezTo>
                  <a:pt x="26163" y="55639"/>
                  <a:pt x="24482" y="62586"/>
                  <a:pt x="23792" y="70266"/>
                </a:cubicBezTo>
                <a:lnTo>
                  <a:pt x="23275" y="75515"/>
                </a:lnTo>
                <a:cubicBezTo>
                  <a:pt x="28706" y="72325"/>
                  <a:pt x="34977" y="69761"/>
                  <a:pt x="42089" y="67821"/>
                </a:cubicBezTo>
                <a:cubicBezTo>
                  <a:pt x="49201" y="65881"/>
                  <a:pt x="56895" y="64912"/>
                  <a:pt x="65170" y="64912"/>
                </a:cubicBezTo>
                <a:cubicBezTo>
                  <a:pt x="73705" y="64912"/>
                  <a:pt x="81183" y="66163"/>
                  <a:pt x="87605" y="68666"/>
                </a:cubicBezTo>
                <a:cubicBezTo>
                  <a:pt x="94027" y="71168"/>
                  <a:pt x="99372" y="74642"/>
                  <a:pt x="103639" y="79087"/>
                </a:cubicBezTo>
                <a:cubicBezTo>
                  <a:pt x="107906" y="83532"/>
                  <a:pt x="111117" y="88862"/>
                  <a:pt x="113272" y="95076"/>
                </a:cubicBezTo>
                <a:cubicBezTo>
                  <a:pt x="115427" y="101291"/>
                  <a:pt x="116505" y="108109"/>
                  <a:pt x="116505" y="115531"/>
                </a:cubicBezTo>
                <a:moveTo>
                  <a:pt x="92971" y="116953"/>
                </a:moveTo>
                <a:cubicBezTo>
                  <a:pt x="92971" y="111773"/>
                  <a:pt x="92346" y="107088"/>
                  <a:pt x="91096" y="102899"/>
                </a:cubicBezTo>
                <a:cubicBezTo>
                  <a:pt x="89846" y="98710"/>
                  <a:pt x="87885" y="95169"/>
                  <a:pt x="85213" y="92276"/>
                </a:cubicBezTo>
                <a:cubicBezTo>
                  <a:pt x="82540" y="89383"/>
                  <a:pt x="79157" y="87138"/>
                  <a:pt x="75062" y="85540"/>
                </a:cubicBezTo>
                <a:cubicBezTo>
                  <a:pt x="70968" y="83943"/>
                  <a:pt x="66075" y="83144"/>
                  <a:pt x="60386" y="83144"/>
                </a:cubicBezTo>
                <a:cubicBezTo>
                  <a:pt x="57110" y="83144"/>
                  <a:pt x="53791" y="83446"/>
                  <a:pt x="50429" y="84049"/>
                </a:cubicBezTo>
                <a:cubicBezTo>
                  <a:pt x="47067" y="84652"/>
                  <a:pt x="43770" y="85493"/>
                  <a:pt x="40537" y="86570"/>
                </a:cubicBezTo>
                <a:cubicBezTo>
                  <a:pt x="37305" y="87648"/>
                  <a:pt x="34223" y="88876"/>
                  <a:pt x="31292" y="90256"/>
                </a:cubicBezTo>
                <a:cubicBezTo>
                  <a:pt x="28361" y="91635"/>
                  <a:pt x="25689" y="93100"/>
                  <a:pt x="23275" y="94652"/>
                </a:cubicBezTo>
                <a:cubicBezTo>
                  <a:pt x="23275" y="105797"/>
                  <a:pt x="24051" y="115105"/>
                  <a:pt x="25603" y="122578"/>
                </a:cubicBezTo>
                <a:cubicBezTo>
                  <a:pt x="27154" y="130051"/>
                  <a:pt x="29460" y="136034"/>
                  <a:pt x="32521" y="140528"/>
                </a:cubicBezTo>
                <a:cubicBezTo>
                  <a:pt x="35581" y="145021"/>
                  <a:pt x="39352" y="148219"/>
                  <a:pt x="43835" y="150120"/>
                </a:cubicBezTo>
                <a:cubicBezTo>
                  <a:pt x="48317" y="152020"/>
                  <a:pt x="53490" y="152969"/>
                  <a:pt x="59352" y="152969"/>
                </a:cubicBezTo>
                <a:cubicBezTo>
                  <a:pt x="64265" y="152969"/>
                  <a:pt x="68769" y="152170"/>
                  <a:pt x="72864" y="150573"/>
                </a:cubicBezTo>
                <a:cubicBezTo>
                  <a:pt x="76959" y="148976"/>
                  <a:pt x="80493" y="146622"/>
                  <a:pt x="83467" y="143514"/>
                </a:cubicBezTo>
                <a:cubicBezTo>
                  <a:pt x="86441" y="140405"/>
                  <a:pt x="88769" y="136627"/>
                  <a:pt x="90450" y="132179"/>
                </a:cubicBezTo>
                <a:cubicBezTo>
                  <a:pt x="92131" y="127729"/>
                  <a:pt x="92971" y="122654"/>
                  <a:pt x="92971" y="1169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63ACBB-510B-44D2-AC20-6D90046D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843" y="2346002"/>
            <a:ext cx="414194" cy="415022"/>
          </a:xfrm>
          <a:custGeom xmlns:a="http://schemas.openxmlformats.org/drawingml/2006/main">
            <a:pathLst>
              <a:path w="414194" h="415022">
                <a:moveTo>
                  <a:pt x="35124" y="0"/>
                </a:moveTo>
                <a:lnTo>
                  <a:pt x="0" y="35124"/>
                </a:lnTo>
                <a:lnTo>
                  <a:pt x="291308" y="327056"/>
                </a:lnTo>
                <a:lnTo>
                  <a:pt x="256138" y="362171"/>
                </a:lnTo>
                <a:lnTo>
                  <a:pt x="414194" y="415022"/>
                </a:lnTo>
                <a:lnTo>
                  <a:pt x="361674" y="256800"/>
                </a:lnTo>
                <a:lnTo>
                  <a:pt x="326459" y="291960"/>
                </a:lnTo>
                <a:lnTo>
                  <a:pt x="35124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0BBE46-F55B-405D-B467-22957509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126" y="3769504"/>
            <a:ext cx="643823" cy="620595"/>
          </a:xfrm>
          <a:custGeom xmlns:a="http://schemas.openxmlformats.org/drawingml/2006/main">
            <a:pathLst>
              <a:path w="643823" h="620595">
                <a:moveTo>
                  <a:pt x="0" y="310331"/>
                </a:moveTo>
                <a:cubicBezTo>
                  <a:pt x="0" y="138970"/>
                  <a:pt x="144139" y="0"/>
                  <a:pt x="321912" y="0"/>
                </a:cubicBezTo>
                <a:cubicBezTo>
                  <a:pt x="499684" y="0"/>
                  <a:pt x="643823" y="138970"/>
                  <a:pt x="643823" y="310331"/>
                </a:cubicBezTo>
                <a:cubicBezTo>
                  <a:pt x="643823" y="481691"/>
                  <a:pt x="499684" y="620595"/>
                  <a:pt x="321912" y="620595"/>
                </a:cubicBezTo>
                <a:cubicBezTo>
                  <a:pt x="144139" y="620595"/>
                  <a:pt x="0" y="481691"/>
                  <a:pt x="0" y="31033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619893-35A3-4638-A5D2-27A54D83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4126" y="3769504"/>
            <a:ext cx="643823" cy="620595"/>
          </a:xfrm>
          <a:custGeom xmlns:a="http://schemas.openxmlformats.org/drawingml/2006/main">
            <a:pathLst>
              <a:path w="643823" h="620595" fill="none">
                <a:moveTo>
                  <a:pt x="0" y="310331"/>
                </a:moveTo>
                <a:cubicBezTo>
                  <a:pt x="0" y="138970"/>
                  <a:pt x="144139" y="0"/>
                  <a:pt x="321912" y="0"/>
                </a:cubicBezTo>
                <a:cubicBezTo>
                  <a:pt x="499684" y="0"/>
                  <a:pt x="643823" y="138970"/>
                  <a:pt x="643823" y="310331"/>
                </a:cubicBezTo>
                <a:cubicBezTo>
                  <a:pt x="643823" y="481691"/>
                  <a:pt x="499684" y="620595"/>
                  <a:pt x="321912" y="620595"/>
                </a:cubicBezTo>
                <a:cubicBezTo>
                  <a:pt x="144139" y="620595"/>
                  <a:pt x="0" y="481691"/>
                  <a:pt x="0" y="3103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33" name="Text 7">
            <a:extLst xmlns:a="http://schemas.openxmlformats.org/drawingml/2006/main">
              <a:ext uri="{FF2B5EF4-FFF2-40B4-BE49-F238E27FC236}">
                <a16:creationId xmlns:a16="http://schemas.microsoft.com/office/drawing/2014/main" id="{7E69FA2B-1B31-48E7-A7EC-E56F2C65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8577" y="4004150"/>
            <a:ext cx="114135" cy="168879"/>
          </a:xfrm>
          <a:custGeom xmlns:a="http://schemas.openxmlformats.org/drawingml/2006/main">
            <a:pathLst>
              <a:path w="114135" h="168879">
                <a:moveTo>
                  <a:pt x="114135" y="20916"/>
                </a:moveTo>
                <a:lnTo>
                  <a:pt x="43382" y="168879"/>
                </a:lnTo>
                <a:lnTo>
                  <a:pt x="17688" y="168879"/>
                </a:lnTo>
                <a:lnTo>
                  <a:pt x="91153" y="20916"/>
                </a:lnTo>
                <a:lnTo>
                  <a:pt x="0" y="20916"/>
                </a:lnTo>
                <a:lnTo>
                  <a:pt x="0" y="0"/>
                </a:lnTo>
                <a:lnTo>
                  <a:pt x="114135" y="0"/>
                </a:lnTo>
                <a:lnTo>
                  <a:pt x="114135" y="209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F10686-5619-4805-81DB-750C4E1B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482" y="3381487"/>
            <a:ext cx="149110" cy="388017"/>
          </a:xfrm>
          <a:custGeom xmlns:a="http://schemas.openxmlformats.org/drawingml/2006/main">
            <a:pathLst>
              <a:path w="149110" h="388017">
                <a:moveTo>
                  <a:pt x="99407" y="0"/>
                </a:moveTo>
                <a:lnTo>
                  <a:pt x="49703" y="0"/>
                </a:lnTo>
                <a:lnTo>
                  <a:pt x="49703" y="238907"/>
                </a:lnTo>
                <a:lnTo>
                  <a:pt x="0" y="238907"/>
                </a:lnTo>
                <a:lnTo>
                  <a:pt x="74555" y="388017"/>
                </a:lnTo>
                <a:lnTo>
                  <a:pt x="149110" y="238907"/>
                </a:lnTo>
                <a:lnTo>
                  <a:pt x="99407" y="238907"/>
                </a:lnTo>
                <a:lnTo>
                  <a:pt x="99407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'f'">
            <a:extLst xmlns:a="http://schemas.openxmlformats.org/drawingml/2006/main">
              <a:ext uri="{FF2B5EF4-FFF2-40B4-BE49-F238E27FC236}">
                <a16:creationId xmlns:a16="http://schemas.microsoft.com/office/drawing/2014/main" id="{16B83727-C522-4414-9239-E7A983C9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846" y="2415496"/>
            <a:ext cx="240925" cy="138431"/>
          </a:xfrm>
          <a:custGeom xmlns:a="http://schemas.openxmlformats.org/drawingml/2006/main">
            <a:pathLst>
              <a:path w="240925" h="138431">
                <a:moveTo>
                  <a:pt x="22231" y="1165"/>
                </a:moveTo>
                <a:lnTo>
                  <a:pt x="19415" y="46791"/>
                </a:lnTo>
                <a:lnTo>
                  <a:pt x="2718" y="46791"/>
                </a:lnTo>
                <a:lnTo>
                  <a:pt x="0" y="1165"/>
                </a:lnTo>
                <a:lnTo>
                  <a:pt x="22231" y="1165"/>
                </a:lnTo>
                <a:close/>
                <a:moveTo>
                  <a:pt x="167787" y="16891"/>
                </a:moveTo>
                <a:cubicBezTo>
                  <a:pt x="158921" y="15015"/>
                  <a:pt x="151284" y="14076"/>
                  <a:pt x="144877" y="14076"/>
                </a:cubicBezTo>
                <a:cubicBezTo>
                  <a:pt x="129668" y="14076"/>
                  <a:pt x="122064" y="22036"/>
                  <a:pt x="122064" y="37957"/>
                </a:cubicBezTo>
                <a:lnTo>
                  <a:pt x="122064" y="55042"/>
                </a:lnTo>
                <a:lnTo>
                  <a:pt x="164778" y="55042"/>
                </a:lnTo>
                <a:lnTo>
                  <a:pt x="164778" y="69119"/>
                </a:lnTo>
                <a:lnTo>
                  <a:pt x="122064" y="69119"/>
                </a:lnTo>
                <a:lnTo>
                  <a:pt x="122064" y="138431"/>
                </a:lnTo>
                <a:lnTo>
                  <a:pt x="104882" y="138431"/>
                </a:lnTo>
                <a:lnTo>
                  <a:pt x="104882" y="69119"/>
                </a:lnTo>
                <a:lnTo>
                  <a:pt x="73526" y="69119"/>
                </a:lnTo>
                <a:lnTo>
                  <a:pt x="73526" y="55042"/>
                </a:lnTo>
                <a:lnTo>
                  <a:pt x="104882" y="55042"/>
                </a:lnTo>
                <a:lnTo>
                  <a:pt x="104882" y="38928"/>
                </a:lnTo>
                <a:cubicBezTo>
                  <a:pt x="104882" y="12976"/>
                  <a:pt x="118408" y="0"/>
                  <a:pt x="145460" y="0"/>
                </a:cubicBezTo>
                <a:cubicBezTo>
                  <a:pt x="152190" y="0"/>
                  <a:pt x="159633" y="777"/>
                  <a:pt x="167787" y="2330"/>
                </a:cubicBezTo>
                <a:lnTo>
                  <a:pt x="167787" y="16891"/>
                </a:lnTo>
                <a:moveTo>
                  <a:pt x="65760" y="40966"/>
                </a:moveTo>
                <a:lnTo>
                  <a:pt x="65760" y="40966"/>
                </a:lnTo>
                <a:close/>
                <a:moveTo>
                  <a:pt x="240925" y="1165"/>
                </a:moveTo>
                <a:lnTo>
                  <a:pt x="238110" y="46791"/>
                </a:lnTo>
                <a:lnTo>
                  <a:pt x="221413" y="46791"/>
                </a:lnTo>
                <a:lnTo>
                  <a:pt x="218694" y="1165"/>
                </a:lnTo>
                <a:lnTo>
                  <a:pt x="240925" y="11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'a'">
            <a:extLst xmlns:a="http://schemas.openxmlformats.org/drawingml/2006/main">
              <a:ext uri="{FF2B5EF4-FFF2-40B4-BE49-F238E27FC236}">
                <a16:creationId xmlns:a16="http://schemas.microsoft.com/office/drawing/2014/main" id="{64F27866-CEB4-4F2D-9A64-75254E0F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600" y="3497045"/>
            <a:ext cx="240925" cy="139014"/>
          </a:xfrm>
          <a:custGeom xmlns:a="http://schemas.openxmlformats.org/drawingml/2006/main">
            <a:pathLst>
              <a:path w="240925" h="139014">
                <a:moveTo>
                  <a:pt x="22231" y="0"/>
                </a:moveTo>
                <a:lnTo>
                  <a:pt x="19415" y="45626"/>
                </a:lnTo>
                <a:lnTo>
                  <a:pt x="2718" y="45626"/>
                </a:lnTo>
                <a:lnTo>
                  <a:pt x="0" y="0"/>
                </a:lnTo>
                <a:lnTo>
                  <a:pt x="22231" y="0"/>
                </a:lnTo>
                <a:close/>
                <a:moveTo>
                  <a:pt x="143906" y="137266"/>
                </a:moveTo>
                <a:lnTo>
                  <a:pt x="143518" y="124134"/>
                </a:lnTo>
                <a:cubicBezTo>
                  <a:pt x="138211" y="129386"/>
                  <a:pt x="132823" y="133179"/>
                  <a:pt x="127355" y="135513"/>
                </a:cubicBezTo>
                <a:cubicBezTo>
                  <a:pt x="121886" y="137847"/>
                  <a:pt x="116142" y="139014"/>
                  <a:pt x="110124" y="139014"/>
                </a:cubicBezTo>
                <a:cubicBezTo>
                  <a:pt x="104558" y="139014"/>
                  <a:pt x="99801" y="138301"/>
                  <a:pt x="95853" y="136875"/>
                </a:cubicBezTo>
                <a:cubicBezTo>
                  <a:pt x="91906" y="135449"/>
                  <a:pt x="88654" y="133489"/>
                  <a:pt x="86097" y="130993"/>
                </a:cubicBezTo>
                <a:cubicBezTo>
                  <a:pt x="83541" y="128497"/>
                  <a:pt x="81664" y="125564"/>
                  <a:pt x="80467" y="122192"/>
                </a:cubicBezTo>
                <a:cubicBezTo>
                  <a:pt x="79269" y="118821"/>
                  <a:pt x="78671" y="115158"/>
                  <a:pt x="78671" y="111204"/>
                </a:cubicBezTo>
                <a:cubicBezTo>
                  <a:pt x="78671" y="101416"/>
                  <a:pt x="82311" y="93751"/>
                  <a:pt x="89592" y="88209"/>
                </a:cubicBezTo>
                <a:cubicBezTo>
                  <a:pt x="96873" y="82666"/>
                  <a:pt x="107632" y="79894"/>
                  <a:pt x="121870" y="79894"/>
                </a:cubicBezTo>
                <a:lnTo>
                  <a:pt x="142062" y="79894"/>
                </a:lnTo>
                <a:lnTo>
                  <a:pt x="142062" y="71382"/>
                </a:lnTo>
                <a:cubicBezTo>
                  <a:pt x="142062" y="65642"/>
                  <a:pt x="140217" y="61047"/>
                  <a:pt x="136529" y="57597"/>
                </a:cubicBezTo>
                <a:cubicBezTo>
                  <a:pt x="132840" y="54147"/>
                  <a:pt x="127209" y="52421"/>
                  <a:pt x="119637" y="52421"/>
                </a:cubicBezTo>
                <a:cubicBezTo>
                  <a:pt x="114136" y="52421"/>
                  <a:pt x="108716" y="53045"/>
                  <a:pt x="103377" y="54293"/>
                </a:cubicBezTo>
                <a:cubicBezTo>
                  <a:pt x="98038" y="55539"/>
                  <a:pt x="92520" y="57310"/>
                  <a:pt x="86825" y="59605"/>
                </a:cubicBezTo>
                <a:lnTo>
                  <a:pt x="86825" y="44364"/>
                </a:lnTo>
                <a:cubicBezTo>
                  <a:pt x="88961" y="43575"/>
                  <a:pt x="91339" y="42803"/>
                  <a:pt x="93960" y="42046"/>
                </a:cubicBezTo>
                <a:cubicBezTo>
                  <a:pt x="96582" y="41290"/>
                  <a:pt x="99348" y="40616"/>
                  <a:pt x="102260" y="40026"/>
                </a:cubicBezTo>
                <a:cubicBezTo>
                  <a:pt x="105173" y="39433"/>
                  <a:pt x="108215" y="38957"/>
                  <a:pt x="111386" y="38597"/>
                </a:cubicBezTo>
                <a:cubicBezTo>
                  <a:pt x="114557" y="38235"/>
                  <a:pt x="117760" y="38054"/>
                  <a:pt x="120996" y="38054"/>
                </a:cubicBezTo>
                <a:cubicBezTo>
                  <a:pt x="126886" y="38054"/>
                  <a:pt x="132192" y="38701"/>
                  <a:pt x="136917" y="39996"/>
                </a:cubicBezTo>
                <a:cubicBezTo>
                  <a:pt x="141641" y="41290"/>
                  <a:pt x="145638" y="43264"/>
                  <a:pt x="148906" y="45917"/>
                </a:cubicBezTo>
                <a:cubicBezTo>
                  <a:pt x="152174" y="48571"/>
                  <a:pt x="154682" y="51904"/>
                  <a:pt x="156429" y="55916"/>
                </a:cubicBezTo>
                <a:cubicBezTo>
                  <a:pt x="158177" y="59929"/>
                  <a:pt x="159050" y="64653"/>
                  <a:pt x="159050" y="70089"/>
                </a:cubicBezTo>
                <a:lnTo>
                  <a:pt x="159050" y="137266"/>
                </a:lnTo>
                <a:lnTo>
                  <a:pt x="143906" y="137266"/>
                </a:lnTo>
                <a:moveTo>
                  <a:pt x="142062" y="92805"/>
                </a:moveTo>
                <a:lnTo>
                  <a:pt x="120608" y="92805"/>
                </a:lnTo>
                <a:cubicBezTo>
                  <a:pt x="116401" y="92805"/>
                  <a:pt x="112777" y="93228"/>
                  <a:pt x="109735" y="94073"/>
                </a:cubicBezTo>
                <a:cubicBezTo>
                  <a:pt x="106694" y="94917"/>
                  <a:pt x="104202" y="96117"/>
                  <a:pt x="102260" y="97674"/>
                </a:cubicBezTo>
                <a:cubicBezTo>
                  <a:pt x="100319" y="99232"/>
                  <a:pt x="98879" y="101098"/>
                  <a:pt x="97941" y="103274"/>
                </a:cubicBezTo>
                <a:cubicBezTo>
                  <a:pt x="97002" y="105449"/>
                  <a:pt x="96533" y="107899"/>
                  <a:pt x="96533" y="110625"/>
                </a:cubicBezTo>
                <a:cubicBezTo>
                  <a:pt x="96533" y="112508"/>
                  <a:pt x="96824" y="114310"/>
                  <a:pt x="97407" y="116031"/>
                </a:cubicBezTo>
                <a:cubicBezTo>
                  <a:pt x="97989" y="117750"/>
                  <a:pt x="98928" y="119275"/>
                  <a:pt x="100222" y="120606"/>
                </a:cubicBezTo>
                <a:cubicBezTo>
                  <a:pt x="101516" y="121936"/>
                  <a:pt x="103199" y="122991"/>
                  <a:pt x="105270" y="123770"/>
                </a:cubicBezTo>
                <a:cubicBezTo>
                  <a:pt x="107341" y="124548"/>
                  <a:pt x="109865" y="124938"/>
                  <a:pt x="112842" y="124938"/>
                </a:cubicBezTo>
                <a:cubicBezTo>
                  <a:pt x="116725" y="124938"/>
                  <a:pt x="121174" y="123754"/>
                  <a:pt x="126190" y="121385"/>
                </a:cubicBezTo>
                <a:cubicBezTo>
                  <a:pt x="131206" y="119015"/>
                  <a:pt x="136496" y="115265"/>
                  <a:pt x="142062" y="110137"/>
                </a:cubicBezTo>
                <a:lnTo>
                  <a:pt x="142062" y="92805"/>
                </a:lnTo>
                <a:close/>
                <a:moveTo>
                  <a:pt x="240925" y="0"/>
                </a:moveTo>
                <a:lnTo>
                  <a:pt x="238110" y="45626"/>
                </a:lnTo>
                <a:lnTo>
                  <a:pt x="221413" y="45626"/>
                </a:lnTo>
                <a:lnTo>
                  <a:pt x="218694" y="0"/>
                </a:lnTo>
                <a:lnTo>
                  <a:pt x="24092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8C21E7-98A1-4B8A-88C0-FAF115F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996" y="4790890"/>
            <a:ext cx="643657" cy="611993"/>
          </a:xfrm>
          <a:custGeom xmlns:a="http://schemas.openxmlformats.org/drawingml/2006/main">
            <a:pathLst>
              <a:path w="643657" h="611993">
                <a:moveTo>
                  <a:pt x="0" y="306006"/>
                </a:moveTo>
                <a:cubicBezTo>
                  <a:pt x="0" y="136999"/>
                  <a:pt x="144139" y="0"/>
                  <a:pt x="321912" y="0"/>
                </a:cubicBezTo>
                <a:cubicBezTo>
                  <a:pt x="499684" y="0"/>
                  <a:pt x="643657" y="136999"/>
                  <a:pt x="643657" y="306006"/>
                </a:cubicBezTo>
                <a:cubicBezTo>
                  <a:pt x="643657" y="474998"/>
                  <a:pt x="499684" y="611993"/>
                  <a:pt x="321912" y="611993"/>
                </a:cubicBezTo>
                <a:cubicBezTo>
                  <a:pt x="144139" y="611993"/>
                  <a:pt x="0" y="474998"/>
                  <a:pt x="0" y="30600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9996A3-3FB8-4FA8-94E3-0F86973C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996" y="4790890"/>
            <a:ext cx="643657" cy="611993"/>
          </a:xfrm>
          <a:custGeom xmlns:a="http://schemas.openxmlformats.org/drawingml/2006/main">
            <a:pathLst>
              <a:path w="643657" h="611993" fill="none">
                <a:moveTo>
                  <a:pt x="0" y="306006"/>
                </a:moveTo>
                <a:cubicBezTo>
                  <a:pt x="0" y="136999"/>
                  <a:pt x="144139" y="0"/>
                  <a:pt x="321912" y="0"/>
                </a:cubicBezTo>
                <a:cubicBezTo>
                  <a:pt x="499684" y="0"/>
                  <a:pt x="643657" y="136999"/>
                  <a:pt x="643657" y="306006"/>
                </a:cubicBezTo>
                <a:cubicBezTo>
                  <a:pt x="643657" y="474998"/>
                  <a:pt x="499684" y="611993"/>
                  <a:pt x="321912" y="611993"/>
                </a:cubicBezTo>
                <a:cubicBezTo>
                  <a:pt x="144139" y="611993"/>
                  <a:pt x="0" y="474998"/>
                  <a:pt x="0" y="30600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39" name="Text 8">
            <a:extLst xmlns:a="http://schemas.openxmlformats.org/drawingml/2006/main">
              <a:ext uri="{FF2B5EF4-FFF2-40B4-BE49-F238E27FC236}">
                <a16:creationId xmlns:a16="http://schemas.microsoft.com/office/drawing/2014/main" id="{DCD8EB1D-5896-4939-8C81-6FEFC56D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2870" y="5019351"/>
            <a:ext cx="114781" cy="173527"/>
          </a:xfrm>
          <a:custGeom xmlns:a="http://schemas.openxmlformats.org/drawingml/2006/main">
            <a:pathLst>
              <a:path w="114781" h="173527">
                <a:moveTo>
                  <a:pt x="114781" y="128854"/>
                </a:moveTo>
                <a:cubicBezTo>
                  <a:pt x="114781" y="135998"/>
                  <a:pt x="113317" y="142346"/>
                  <a:pt x="110391" y="147898"/>
                </a:cubicBezTo>
                <a:cubicBezTo>
                  <a:pt x="107464" y="153450"/>
                  <a:pt x="103376" y="158119"/>
                  <a:pt x="98125" y="161906"/>
                </a:cubicBezTo>
                <a:cubicBezTo>
                  <a:pt x="92875" y="165694"/>
                  <a:pt x="86677" y="168577"/>
                  <a:pt x="79533" y="170557"/>
                </a:cubicBezTo>
                <a:cubicBezTo>
                  <a:pt x="72389" y="172537"/>
                  <a:pt x="64642" y="173527"/>
                  <a:pt x="56293" y="173527"/>
                </a:cubicBezTo>
                <a:cubicBezTo>
                  <a:pt x="47083" y="173527"/>
                  <a:pt x="38970" y="172494"/>
                  <a:pt x="31955" y="170428"/>
                </a:cubicBezTo>
                <a:cubicBezTo>
                  <a:pt x="24940" y="168362"/>
                  <a:pt x="19066" y="165479"/>
                  <a:pt x="14331" y="161777"/>
                </a:cubicBezTo>
                <a:cubicBezTo>
                  <a:pt x="9597" y="158076"/>
                  <a:pt x="6025" y="153686"/>
                  <a:pt x="3615" y="148608"/>
                </a:cubicBezTo>
                <a:cubicBezTo>
                  <a:pt x="1205" y="143530"/>
                  <a:pt x="0" y="137935"/>
                  <a:pt x="0" y="131823"/>
                </a:cubicBezTo>
                <a:cubicBezTo>
                  <a:pt x="0" y="121494"/>
                  <a:pt x="2884" y="112586"/>
                  <a:pt x="8651" y="105097"/>
                </a:cubicBezTo>
                <a:cubicBezTo>
                  <a:pt x="14418" y="97609"/>
                  <a:pt x="23326" y="90809"/>
                  <a:pt x="35377" y="84697"/>
                </a:cubicBezTo>
                <a:cubicBezTo>
                  <a:pt x="24359" y="79095"/>
                  <a:pt x="16311" y="72866"/>
                  <a:pt x="11233" y="66013"/>
                </a:cubicBezTo>
                <a:cubicBezTo>
                  <a:pt x="6154" y="59159"/>
                  <a:pt x="3615" y="51292"/>
                  <a:pt x="3615" y="42413"/>
                </a:cubicBezTo>
                <a:cubicBezTo>
                  <a:pt x="3615" y="36983"/>
                  <a:pt x="4734" y="31724"/>
                  <a:pt x="6972" y="26637"/>
                </a:cubicBezTo>
                <a:cubicBezTo>
                  <a:pt x="9210" y="21551"/>
                  <a:pt x="12588" y="17025"/>
                  <a:pt x="17107" y="13060"/>
                </a:cubicBezTo>
                <a:cubicBezTo>
                  <a:pt x="21626" y="9096"/>
                  <a:pt x="27286" y="5928"/>
                  <a:pt x="34086" y="3559"/>
                </a:cubicBezTo>
                <a:cubicBezTo>
                  <a:pt x="40885" y="1186"/>
                  <a:pt x="48890" y="0"/>
                  <a:pt x="58100" y="0"/>
                </a:cubicBezTo>
                <a:cubicBezTo>
                  <a:pt x="66794" y="0"/>
                  <a:pt x="74433" y="927"/>
                  <a:pt x="81018" y="2780"/>
                </a:cubicBezTo>
                <a:cubicBezTo>
                  <a:pt x="87602" y="4633"/>
                  <a:pt x="93133" y="7284"/>
                  <a:pt x="97609" y="10732"/>
                </a:cubicBezTo>
                <a:cubicBezTo>
                  <a:pt x="102085" y="14181"/>
                  <a:pt x="105441" y="18362"/>
                  <a:pt x="107679" y="23276"/>
                </a:cubicBezTo>
                <a:cubicBezTo>
                  <a:pt x="109917" y="28191"/>
                  <a:pt x="111036" y="33665"/>
                  <a:pt x="111036" y="39698"/>
                </a:cubicBezTo>
                <a:cubicBezTo>
                  <a:pt x="111036" y="49527"/>
                  <a:pt x="108303" y="57889"/>
                  <a:pt x="102838" y="64786"/>
                </a:cubicBezTo>
                <a:cubicBezTo>
                  <a:pt x="97372" y="71683"/>
                  <a:pt x="89604" y="77717"/>
                  <a:pt x="79533" y="82890"/>
                </a:cubicBezTo>
                <a:cubicBezTo>
                  <a:pt x="84525" y="85386"/>
                  <a:pt x="89173" y="88140"/>
                  <a:pt x="93477" y="91153"/>
                </a:cubicBezTo>
                <a:cubicBezTo>
                  <a:pt x="97781" y="94166"/>
                  <a:pt x="101525" y="97523"/>
                  <a:pt x="104710" y="101224"/>
                </a:cubicBezTo>
                <a:cubicBezTo>
                  <a:pt x="107895" y="104925"/>
                  <a:pt x="110369" y="109057"/>
                  <a:pt x="112134" y="113619"/>
                </a:cubicBezTo>
                <a:cubicBezTo>
                  <a:pt x="113898" y="118181"/>
                  <a:pt x="114781" y="123259"/>
                  <a:pt x="114781" y="128854"/>
                </a:cubicBezTo>
                <a:moveTo>
                  <a:pt x="88054" y="41445"/>
                </a:moveTo>
                <a:cubicBezTo>
                  <a:pt x="88054" y="33784"/>
                  <a:pt x="85365" y="28082"/>
                  <a:pt x="79985" y="24338"/>
                </a:cubicBezTo>
                <a:cubicBezTo>
                  <a:pt x="74605" y="20593"/>
                  <a:pt x="67052" y="18721"/>
                  <a:pt x="57326" y="18721"/>
                </a:cubicBezTo>
                <a:cubicBezTo>
                  <a:pt x="47685" y="18721"/>
                  <a:pt x="40175" y="20572"/>
                  <a:pt x="34796" y="24273"/>
                </a:cubicBezTo>
                <a:cubicBezTo>
                  <a:pt x="29416" y="27974"/>
                  <a:pt x="26726" y="33526"/>
                  <a:pt x="26726" y="40929"/>
                </a:cubicBezTo>
                <a:cubicBezTo>
                  <a:pt x="26726" y="44299"/>
                  <a:pt x="27372" y="47411"/>
                  <a:pt x="28663" y="50265"/>
                </a:cubicBezTo>
                <a:cubicBezTo>
                  <a:pt x="29954" y="53116"/>
                  <a:pt x="31955" y="55795"/>
                  <a:pt x="34667" y="58302"/>
                </a:cubicBezTo>
                <a:cubicBezTo>
                  <a:pt x="37378" y="60806"/>
                  <a:pt x="40756" y="63269"/>
                  <a:pt x="44802" y="65690"/>
                </a:cubicBezTo>
                <a:cubicBezTo>
                  <a:pt x="48847" y="68108"/>
                  <a:pt x="53668" y="70570"/>
                  <a:pt x="59262" y="73077"/>
                </a:cubicBezTo>
                <a:cubicBezTo>
                  <a:pt x="68989" y="68497"/>
                  <a:pt x="76219" y="63722"/>
                  <a:pt x="80953" y="58754"/>
                </a:cubicBezTo>
                <a:cubicBezTo>
                  <a:pt x="85687" y="53783"/>
                  <a:pt x="88054" y="48014"/>
                  <a:pt x="88054" y="41445"/>
                </a:cubicBezTo>
                <a:moveTo>
                  <a:pt x="90378" y="130468"/>
                </a:moveTo>
                <a:cubicBezTo>
                  <a:pt x="90378" y="127288"/>
                  <a:pt x="89862" y="124195"/>
                  <a:pt x="88829" y="121188"/>
                </a:cubicBezTo>
                <a:cubicBezTo>
                  <a:pt x="87796" y="118181"/>
                  <a:pt x="85946" y="115216"/>
                  <a:pt x="83277" y="112295"/>
                </a:cubicBezTo>
                <a:cubicBezTo>
                  <a:pt x="80609" y="109374"/>
                  <a:pt x="77037" y="106453"/>
                  <a:pt x="72561" y="103532"/>
                </a:cubicBezTo>
                <a:cubicBezTo>
                  <a:pt x="68085" y="100611"/>
                  <a:pt x="62404" y="97603"/>
                  <a:pt x="55518" y="94510"/>
                </a:cubicBezTo>
                <a:cubicBezTo>
                  <a:pt x="49665" y="97345"/>
                  <a:pt x="44737" y="100159"/>
                  <a:pt x="40735" y="102951"/>
                </a:cubicBezTo>
                <a:cubicBezTo>
                  <a:pt x="36732" y="105743"/>
                  <a:pt x="33505" y="108578"/>
                  <a:pt x="31051" y="111456"/>
                </a:cubicBezTo>
                <a:cubicBezTo>
                  <a:pt x="28598" y="114334"/>
                  <a:pt x="26855" y="117320"/>
                  <a:pt x="25822" y="120413"/>
                </a:cubicBezTo>
                <a:cubicBezTo>
                  <a:pt x="24790" y="123506"/>
                  <a:pt x="24273" y="126772"/>
                  <a:pt x="24273" y="130209"/>
                </a:cubicBezTo>
                <a:cubicBezTo>
                  <a:pt x="24273" y="134094"/>
                  <a:pt x="25112" y="137524"/>
                  <a:pt x="26791" y="140502"/>
                </a:cubicBezTo>
                <a:cubicBezTo>
                  <a:pt x="28469" y="143480"/>
                  <a:pt x="30772" y="146004"/>
                  <a:pt x="33698" y="148075"/>
                </a:cubicBezTo>
                <a:cubicBezTo>
                  <a:pt x="36625" y="150147"/>
                  <a:pt x="40111" y="151700"/>
                  <a:pt x="44156" y="152735"/>
                </a:cubicBezTo>
                <a:cubicBezTo>
                  <a:pt x="48202" y="153771"/>
                  <a:pt x="52592" y="154289"/>
                  <a:pt x="57326" y="154289"/>
                </a:cubicBezTo>
                <a:cubicBezTo>
                  <a:pt x="61888" y="154289"/>
                  <a:pt x="66191" y="153814"/>
                  <a:pt x="70237" y="152865"/>
                </a:cubicBezTo>
                <a:cubicBezTo>
                  <a:pt x="74282" y="151915"/>
                  <a:pt x="77790" y="150469"/>
                  <a:pt x="80760" y="148527"/>
                </a:cubicBezTo>
                <a:cubicBezTo>
                  <a:pt x="83729" y="146585"/>
                  <a:pt x="86075" y="144125"/>
                  <a:pt x="87796" y="141148"/>
                </a:cubicBezTo>
                <a:cubicBezTo>
                  <a:pt x="89518" y="138170"/>
                  <a:pt x="90378" y="134610"/>
                  <a:pt x="90378" y="1304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7BA07B-0695-4B6C-BDAC-30F3DBE6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672" y="4389718"/>
            <a:ext cx="149110" cy="401172"/>
          </a:xfrm>
          <a:custGeom xmlns:a="http://schemas.openxmlformats.org/drawingml/2006/main">
            <a:pathLst>
              <a:path w="149110" h="401172">
                <a:moveTo>
                  <a:pt x="49593" y="251701"/>
                </a:moveTo>
                <a:lnTo>
                  <a:pt x="0" y="250935"/>
                </a:lnTo>
                <a:lnTo>
                  <a:pt x="72235" y="401172"/>
                </a:lnTo>
                <a:lnTo>
                  <a:pt x="149110" y="253238"/>
                </a:lnTo>
                <a:lnTo>
                  <a:pt x="99296" y="252469"/>
                </a:lnTo>
                <a:lnTo>
                  <a:pt x="103217" y="762"/>
                </a:lnTo>
                <a:lnTo>
                  <a:pt x="53514" y="0"/>
                </a:lnTo>
                <a:lnTo>
                  <a:pt x="49593" y="251701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'l'">
            <a:extLst xmlns:a="http://schemas.openxmlformats.org/drawingml/2006/main">
              <a:ext uri="{FF2B5EF4-FFF2-40B4-BE49-F238E27FC236}">
                <a16:creationId xmlns:a16="http://schemas.microsoft.com/office/drawing/2014/main" id="{BF20A83D-0AA1-4472-AE09-1A271277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838" y="4483489"/>
            <a:ext cx="241720" cy="137266"/>
          </a:xfrm>
          <a:custGeom xmlns:a="http://schemas.openxmlformats.org/drawingml/2006/main">
            <a:pathLst>
              <a:path w="241720" h="137266">
                <a:moveTo>
                  <a:pt x="22231" y="0"/>
                </a:moveTo>
                <a:lnTo>
                  <a:pt x="19415" y="45626"/>
                </a:lnTo>
                <a:lnTo>
                  <a:pt x="2718" y="45626"/>
                </a:lnTo>
                <a:lnTo>
                  <a:pt x="0" y="0"/>
                </a:lnTo>
                <a:lnTo>
                  <a:pt x="22231" y="0"/>
                </a:lnTo>
                <a:close/>
                <a:moveTo>
                  <a:pt x="114890" y="13882"/>
                </a:moveTo>
                <a:lnTo>
                  <a:pt x="86058" y="13882"/>
                </a:lnTo>
                <a:lnTo>
                  <a:pt x="86058" y="0"/>
                </a:lnTo>
                <a:lnTo>
                  <a:pt x="131975" y="0"/>
                </a:lnTo>
                <a:lnTo>
                  <a:pt x="131975" y="123190"/>
                </a:lnTo>
                <a:lnTo>
                  <a:pt x="161001" y="123190"/>
                </a:lnTo>
                <a:lnTo>
                  <a:pt x="161001" y="137266"/>
                </a:lnTo>
                <a:lnTo>
                  <a:pt x="82855" y="137266"/>
                </a:lnTo>
                <a:lnTo>
                  <a:pt x="82855" y="123190"/>
                </a:lnTo>
                <a:lnTo>
                  <a:pt x="114890" y="123190"/>
                </a:lnTo>
                <a:lnTo>
                  <a:pt x="114890" y="13882"/>
                </a:lnTo>
                <a:close/>
                <a:moveTo>
                  <a:pt x="241720" y="0"/>
                </a:moveTo>
                <a:lnTo>
                  <a:pt x="238904" y="45626"/>
                </a:lnTo>
                <a:lnTo>
                  <a:pt x="222207" y="45626"/>
                </a:lnTo>
                <a:lnTo>
                  <a:pt x="219489" y="0"/>
                </a:lnTo>
                <a:lnTo>
                  <a:pt x="24172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's'">
            <a:extLst xmlns:a="http://schemas.openxmlformats.org/drawingml/2006/main">
              <a:ext uri="{FF2B5EF4-FFF2-40B4-BE49-F238E27FC236}">
                <a16:creationId xmlns:a16="http://schemas.microsoft.com/office/drawing/2014/main" id="{ED00EC07-BBCA-4E6F-8125-0F30DAC1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6766" y="4902189"/>
            <a:ext cx="240926" cy="139014"/>
          </a:xfrm>
          <a:custGeom xmlns:a="http://schemas.openxmlformats.org/drawingml/2006/main">
            <a:pathLst>
              <a:path w="240926" h="139014">
                <a:moveTo>
                  <a:pt x="22231" y="0"/>
                </a:moveTo>
                <a:lnTo>
                  <a:pt x="19415" y="45626"/>
                </a:lnTo>
                <a:lnTo>
                  <a:pt x="2718" y="45626"/>
                </a:lnTo>
                <a:lnTo>
                  <a:pt x="0" y="0"/>
                </a:lnTo>
                <a:lnTo>
                  <a:pt x="22231" y="0"/>
                </a:lnTo>
                <a:close/>
                <a:moveTo>
                  <a:pt x="158468" y="110667"/>
                </a:moveTo>
                <a:cubicBezTo>
                  <a:pt x="158468" y="114097"/>
                  <a:pt x="157886" y="117172"/>
                  <a:pt x="156721" y="119890"/>
                </a:cubicBezTo>
                <a:cubicBezTo>
                  <a:pt x="155556" y="122608"/>
                  <a:pt x="153971" y="125019"/>
                  <a:pt x="151964" y="127122"/>
                </a:cubicBezTo>
                <a:cubicBezTo>
                  <a:pt x="149958" y="129225"/>
                  <a:pt x="147628" y="131021"/>
                  <a:pt x="144975" y="132510"/>
                </a:cubicBezTo>
                <a:cubicBezTo>
                  <a:pt x="142321" y="133998"/>
                  <a:pt x="139490" y="135228"/>
                  <a:pt x="136481" y="136199"/>
                </a:cubicBezTo>
                <a:cubicBezTo>
                  <a:pt x="133471" y="137169"/>
                  <a:pt x="130381" y="137881"/>
                  <a:pt x="127210" y="138334"/>
                </a:cubicBezTo>
                <a:cubicBezTo>
                  <a:pt x="124039" y="138787"/>
                  <a:pt x="120932" y="139014"/>
                  <a:pt x="117890" y="139014"/>
                </a:cubicBezTo>
                <a:cubicBezTo>
                  <a:pt x="111289" y="139014"/>
                  <a:pt x="105222" y="138723"/>
                  <a:pt x="99689" y="138140"/>
                </a:cubicBezTo>
                <a:cubicBezTo>
                  <a:pt x="94155" y="137558"/>
                  <a:pt x="88735" y="136619"/>
                  <a:pt x="83428" y="135325"/>
                </a:cubicBezTo>
                <a:lnTo>
                  <a:pt x="83428" y="119793"/>
                </a:lnTo>
                <a:cubicBezTo>
                  <a:pt x="89123" y="121411"/>
                  <a:pt x="94786" y="122640"/>
                  <a:pt x="100417" y="123482"/>
                </a:cubicBezTo>
                <a:cubicBezTo>
                  <a:pt x="106047" y="124323"/>
                  <a:pt x="111645" y="124744"/>
                  <a:pt x="117211" y="124744"/>
                </a:cubicBezTo>
                <a:cubicBezTo>
                  <a:pt x="125301" y="124744"/>
                  <a:pt x="131287" y="123643"/>
                  <a:pt x="135170" y="121443"/>
                </a:cubicBezTo>
                <a:cubicBezTo>
                  <a:pt x="139053" y="119243"/>
                  <a:pt x="140995" y="116104"/>
                  <a:pt x="140995" y="112027"/>
                </a:cubicBezTo>
                <a:cubicBezTo>
                  <a:pt x="140995" y="110279"/>
                  <a:pt x="140687" y="108710"/>
                  <a:pt x="140072" y="107318"/>
                </a:cubicBezTo>
                <a:cubicBezTo>
                  <a:pt x="139458" y="105927"/>
                  <a:pt x="138341" y="104600"/>
                  <a:pt x="136723" y="103338"/>
                </a:cubicBezTo>
                <a:cubicBezTo>
                  <a:pt x="135105" y="102076"/>
                  <a:pt x="132598" y="100766"/>
                  <a:pt x="129200" y="99407"/>
                </a:cubicBezTo>
                <a:cubicBezTo>
                  <a:pt x="125802" y="98047"/>
                  <a:pt x="121159" y="96494"/>
                  <a:pt x="115269" y="94747"/>
                </a:cubicBezTo>
                <a:cubicBezTo>
                  <a:pt x="110869" y="93453"/>
                  <a:pt x="106807" y="91980"/>
                  <a:pt x="103086" y="90330"/>
                </a:cubicBezTo>
                <a:cubicBezTo>
                  <a:pt x="99365" y="88680"/>
                  <a:pt x="96145" y="86722"/>
                  <a:pt x="93427" y="84457"/>
                </a:cubicBezTo>
                <a:cubicBezTo>
                  <a:pt x="90709" y="82192"/>
                  <a:pt x="88573" y="79538"/>
                  <a:pt x="87020" y="76496"/>
                </a:cubicBezTo>
                <a:cubicBezTo>
                  <a:pt x="85467" y="73455"/>
                  <a:pt x="84690" y="69863"/>
                  <a:pt x="84690" y="65721"/>
                </a:cubicBezTo>
                <a:cubicBezTo>
                  <a:pt x="84690" y="63003"/>
                  <a:pt x="85321" y="60026"/>
                  <a:pt x="86583" y="56790"/>
                </a:cubicBezTo>
                <a:cubicBezTo>
                  <a:pt x="87845" y="53554"/>
                  <a:pt x="89997" y="50545"/>
                  <a:pt x="93039" y="47762"/>
                </a:cubicBezTo>
                <a:cubicBezTo>
                  <a:pt x="96081" y="44979"/>
                  <a:pt x="100190" y="42665"/>
                  <a:pt x="105368" y="40821"/>
                </a:cubicBezTo>
                <a:cubicBezTo>
                  <a:pt x="110545" y="38976"/>
                  <a:pt x="117017" y="38054"/>
                  <a:pt x="124783" y="38054"/>
                </a:cubicBezTo>
                <a:cubicBezTo>
                  <a:pt x="128601" y="38054"/>
                  <a:pt x="132840" y="38264"/>
                  <a:pt x="137500" y="38685"/>
                </a:cubicBezTo>
                <a:cubicBezTo>
                  <a:pt x="142160" y="39106"/>
                  <a:pt x="147013" y="39834"/>
                  <a:pt x="152061" y="40869"/>
                </a:cubicBezTo>
                <a:lnTo>
                  <a:pt x="152061" y="55916"/>
                </a:lnTo>
                <a:cubicBezTo>
                  <a:pt x="146755" y="54622"/>
                  <a:pt x="141723" y="53667"/>
                  <a:pt x="136966" y="53052"/>
                </a:cubicBezTo>
                <a:cubicBezTo>
                  <a:pt x="132209" y="52438"/>
                  <a:pt x="128083" y="52130"/>
                  <a:pt x="124589" y="52130"/>
                </a:cubicBezTo>
                <a:cubicBezTo>
                  <a:pt x="120382" y="52130"/>
                  <a:pt x="116839" y="52454"/>
                  <a:pt x="113959" y="53101"/>
                </a:cubicBezTo>
                <a:cubicBezTo>
                  <a:pt x="111079" y="53748"/>
                  <a:pt x="108749" y="54638"/>
                  <a:pt x="106969" y="55771"/>
                </a:cubicBezTo>
                <a:cubicBezTo>
                  <a:pt x="105190" y="56903"/>
                  <a:pt x="103911" y="58230"/>
                  <a:pt x="103135" y="59751"/>
                </a:cubicBezTo>
                <a:cubicBezTo>
                  <a:pt x="102358" y="61272"/>
                  <a:pt x="101970" y="62906"/>
                  <a:pt x="101970" y="64653"/>
                </a:cubicBezTo>
                <a:cubicBezTo>
                  <a:pt x="101970" y="66400"/>
                  <a:pt x="102310" y="67986"/>
                  <a:pt x="102989" y="69410"/>
                </a:cubicBezTo>
                <a:cubicBezTo>
                  <a:pt x="103669" y="70834"/>
                  <a:pt x="104931" y="72209"/>
                  <a:pt x="106775" y="73536"/>
                </a:cubicBezTo>
                <a:cubicBezTo>
                  <a:pt x="108620" y="74862"/>
                  <a:pt x="111192" y="76189"/>
                  <a:pt x="114493" y="77516"/>
                </a:cubicBezTo>
                <a:cubicBezTo>
                  <a:pt x="117793" y="78842"/>
                  <a:pt x="122097" y="80282"/>
                  <a:pt x="127404" y="81836"/>
                </a:cubicBezTo>
                <a:cubicBezTo>
                  <a:pt x="133164" y="83518"/>
                  <a:pt x="138018" y="85282"/>
                  <a:pt x="141965" y="87126"/>
                </a:cubicBezTo>
                <a:cubicBezTo>
                  <a:pt x="145913" y="88971"/>
                  <a:pt x="149117" y="91026"/>
                  <a:pt x="151576" y="93291"/>
                </a:cubicBezTo>
                <a:cubicBezTo>
                  <a:pt x="154035" y="95556"/>
                  <a:pt x="155799" y="98112"/>
                  <a:pt x="156867" y="100960"/>
                </a:cubicBezTo>
                <a:cubicBezTo>
                  <a:pt x="157935" y="103807"/>
                  <a:pt x="158468" y="107043"/>
                  <a:pt x="158468" y="110667"/>
                </a:cubicBezTo>
                <a:close/>
                <a:moveTo>
                  <a:pt x="240926" y="0"/>
                </a:moveTo>
                <a:lnTo>
                  <a:pt x="238110" y="45626"/>
                </a:lnTo>
                <a:lnTo>
                  <a:pt x="221413" y="45626"/>
                </a:lnTo>
                <a:lnTo>
                  <a:pt x="218695" y="0"/>
                </a:lnTo>
                <a:lnTo>
                  <a:pt x="24092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885237-698A-4DAF-B746-144F1EB6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653" y="5022341"/>
            <a:ext cx="490903" cy="149110"/>
          </a:xfrm>
          <a:custGeom xmlns:a="http://schemas.openxmlformats.org/drawingml/2006/main">
            <a:pathLst>
              <a:path w="490903" h="149110">
                <a:moveTo>
                  <a:pt x="0" y="49687"/>
                </a:moveTo>
                <a:lnTo>
                  <a:pt x="0" y="99390"/>
                </a:lnTo>
                <a:lnTo>
                  <a:pt x="341793" y="99405"/>
                </a:lnTo>
                <a:lnTo>
                  <a:pt x="341793" y="149110"/>
                </a:lnTo>
                <a:lnTo>
                  <a:pt x="490903" y="74555"/>
                </a:lnTo>
                <a:lnTo>
                  <a:pt x="341793" y="0"/>
                </a:lnTo>
                <a:lnTo>
                  <a:pt x="341793" y="49702"/>
                </a:lnTo>
                <a:lnTo>
                  <a:pt x="0" y="49687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AAE482-E333-4263-A5F3-06499A0D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762" y="499857"/>
            <a:ext cx="837169" cy="388514"/>
          </a:xfrm>
          <a:custGeom xmlns:a="http://schemas.openxmlformats.org/drawingml/2006/main">
            <a:pathLst>
              <a:path w="837169" h="388514">
                <a:moveTo>
                  <a:pt x="837169" y="46390"/>
                </a:moveTo>
                <a:lnTo>
                  <a:pt x="736271" y="0"/>
                </a:lnTo>
                <a:lnTo>
                  <a:pt x="737657" y="41566"/>
                </a:lnTo>
                <a:lnTo>
                  <a:pt x="720532" y="42413"/>
                </a:lnTo>
                <a:lnTo>
                  <a:pt x="681929" y="45727"/>
                </a:lnTo>
                <a:lnTo>
                  <a:pt x="643492" y="49869"/>
                </a:lnTo>
                <a:lnTo>
                  <a:pt x="605717" y="55005"/>
                </a:lnTo>
                <a:lnTo>
                  <a:pt x="568274" y="60969"/>
                </a:lnTo>
                <a:lnTo>
                  <a:pt x="531328" y="67596"/>
                </a:lnTo>
                <a:lnTo>
                  <a:pt x="495045" y="74886"/>
                </a:lnTo>
                <a:lnTo>
                  <a:pt x="459424" y="83170"/>
                </a:lnTo>
                <a:lnTo>
                  <a:pt x="424632" y="91951"/>
                </a:lnTo>
                <a:lnTo>
                  <a:pt x="390502" y="101395"/>
                </a:lnTo>
                <a:lnTo>
                  <a:pt x="357367" y="111501"/>
                </a:lnTo>
                <a:lnTo>
                  <a:pt x="325225" y="122270"/>
                </a:lnTo>
                <a:lnTo>
                  <a:pt x="294078" y="133536"/>
                </a:lnTo>
                <a:lnTo>
                  <a:pt x="264256" y="145465"/>
                </a:lnTo>
                <a:lnTo>
                  <a:pt x="235428" y="157725"/>
                </a:lnTo>
                <a:lnTo>
                  <a:pt x="207925" y="170648"/>
                </a:lnTo>
                <a:lnTo>
                  <a:pt x="181914" y="183902"/>
                </a:lnTo>
                <a:lnTo>
                  <a:pt x="157062" y="197653"/>
                </a:lnTo>
                <a:lnTo>
                  <a:pt x="134033" y="211736"/>
                </a:lnTo>
                <a:lnTo>
                  <a:pt x="112329" y="226150"/>
                </a:lnTo>
                <a:lnTo>
                  <a:pt x="92282" y="241061"/>
                </a:lnTo>
                <a:lnTo>
                  <a:pt x="74058" y="256303"/>
                </a:lnTo>
                <a:lnTo>
                  <a:pt x="57656" y="271711"/>
                </a:lnTo>
                <a:lnTo>
                  <a:pt x="43076" y="287451"/>
                </a:lnTo>
                <a:lnTo>
                  <a:pt x="30485" y="303521"/>
                </a:lnTo>
                <a:lnTo>
                  <a:pt x="19716" y="319923"/>
                </a:lnTo>
                <a:lnTo>
                  <a:pt x="11266" y="336657"/>
                </a:lnTo>
                <a:lnTo>
                  <a:pt x="5136" y="353556"/>
                </a:lnTo>
                <a:lnTo>
                  <a:pt x="1325" y="370621"/>
                </a:lnTo>
                <a:lnTo>
                  <a:pt x="0" y="387188"/>
                </a:lnTo>
                <a:lnTo>
                  <a:pt x="16568" y="388514"/>
                </a:lnTo>
                <a:lnTo>
                  <a:pt x="17840" y="373089"/>
                </a:lnTo>
                <a:lnTo>
                  <a:pt x="21160" y="357911"/>
                </a:lnTo>
                <a:lnTo>
                  <a:pt x="26674" y="342787"/>
                </a:lnTo>
                <a:lnTo>
                  <a:pt x="26343" y="343781"/>
                </a:lnTo>
                <a:lnTo>
                  <a:pt x="33964" y="328539"/>
                </a:lnTo>
                <a:lnTo>
                  <a:pt x="43790" y="313397"/>
                </a:lnTo>
                <a:lnTo>
                  <a:pt x="55833" y="298054"/>
                </a:lnTo>
                <a:lnTo>
                  <a:pt x="55336" y="298551"/>
                </a:lnTo>
                <a:lnTo>
                  <a:pt x="69585" y="283143"/>
                </a:lnTo>
                <a:lnTo>
                  <a:pt x="69253" y="283640"/>
                </a:lnTo>
                <a:lnTo>
                  <a:pt x="85158" y="268398"/>
                </a:lnTo>
                <a:lnTo>
                  <a:pt x="84827" y="268729"/>
                </a:lnTo>
                <a:lnTo>
                  <a:pt x="102720" y="253818"/>
                </a:lnTo>
                <a:lnTo>
                  <a:pt x="102389" y="254149"/>
                </a:lnTo>
                <a:lnTo>
                  <a:pt x="121939" y="239570"/>
                </a:lnTo>
                <a:lnTo>
                  <a:pt x="121607" y="239901"/>
                </a:lnTo>
                <a:lnTo>
                  <a:pt x="142980" y="225653"/>
                </a:lnTo>
                <a:lnTo>
                  <a:pt x="142648" y="225819"/>
                </a:lnTo>
                <a:lnTo>
                  <a:pt x="165512" y="211902"/>
                </a:lnTo>
                <a:lnTo>
                  <a:pt x="165346" y="212067"/>
                </a:lnTo>
                <a:lnTo>
                  <a:pt x="189701" y="198482"/>
                </a:lnTo>
                <a:lnTo>
                  <a:pt x="189535" y="198647"/>
                </a:lnTo>
                <a:lnTo>
                  <a:pt x="215381" y="185393"/>
                </a:lnTo>
                <a:lnTo>
                  <a:pt x="215215" y="185559"/>
                </a:lnTo>
                <a:lnTo>
                  <a:pt x="242386" y="172802"/>
                </a:lnTo>
                <a:lnTo>
                  <a:pt x="242055" y="172802"/>
                </a:lnTo>
                <a:lnTo>
                  <a:pt x="270717" y="160707"/>
                </a:lnTo>
                <a:lnTo>
                  <a:pt x="270386" y="160707"/>
                </a:lnTo>
                <a:lnTo>
                  <a:pt x="300208" y="148944"/>
                </a:lnTo>
                <a:lnTo>
                  <a:pt x="299876" y="149110"/>
                </a:lnTo>
                <a:lnTo>
                  <a:pt x="330692" y="137844"/>
                </a:lnTo>
                <a:lnTo>
                  <a:pt x="330527" y="138009"/>
                </a:lnTo>
                <a:lnTo>
                  <a:pt x="362503" y="127240"/>
                </a:lnTo>
                <a:lnTo>
                  <a:pt x="362337" y="127406"/>
                </a:lnTo>
                <a:lnTo>
                  <a:pt x="395141" y="117300"/>
                </a:lnTo>
                <a:lnTo>
                  <a:pt x="394975" y="117300"/>
                </a:lnTo>
                <a:lnTo>
                  <a:pt x="428939" y="107856"/>
                </a:lnTo>
                <a:lnTo>
                  <a:pt x="428774" y="107856"/>
                </a:lnTo>
                <a:lnTo>
                  <a:pt x="463400" y="99241"/>
                </a:lnTo>
                <a:lnTo>
                  <a:pt x="463234" y="99241"/>
                </a:lnTo>
                <a:lnTo>
                  <a:pt x="498689" y="91123"/>
                </a:lnTo>
                <a:lnTo>
                  <a:pt x="498358" y="91123"/>
                </a:lnTo>
                <a:lnTo>
                  <a:pt x="534476" y="83833"/>
                </a:lnTo>
                <a:lnTo>
                  <a:pt x="534310" y="83833"/>
                </a:lnTo>
                <a:lnTo>
                  <a:pt x="571091" y="77206"/>
                </a:lnTo>
                <a:lnTo>
                  <a:pt x="570925" y="77206"/>
                </a:lnTo>
                <a:lnTo>
                  <a:pt x="608202" y="71407"/>
                </a:lnTo>
                <a:lnTo>
                  <a:pt x="608037" y="71407"/>
                </a:lnTo>
                <a:lnTo>
                  <a:pt x="645645" y="66437"/>
                </a:lnTo>
                <a:lnTo>
                  <a:pt x="645480" y="66437"/>
                </a:lnTo>
                <a:lnTo>
                  <a:pt x="683586" y="62295"/>
                </a:lnTo>
                <a:lnTo>
                  <a:pt x="683420" y="62295"/>
                </a:lnTo>
                <a:lnTo>
                  <a:pt x="721857" y="58981"/>
                </a:lnTo>
                <a:lnTo>
                  <a:pt x="721526" y="58981"/>
                </a:lnTo>
                <a:lnTo>
                  <a:pt x="738209" y="58151"/>
                </a:lnTo>
                <a:lnTo>
                  <a:pt x="739585" y="99407"/>
                </a:lnTo>
                <a:lnTo>
                  <a:pt x="837169" y="46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string">
            <a:extLst xmlns:a="http://schemas.openxmlformats.org/drawingml/2006/main">
              <a:ext uri="{FF2B5EF4-FFF2-40B4-BE49-F238E27FC236}">
                <a16:creationId xmlns:a16="http://schemas.microsoft.com/office/drawing/2014/main" id="{761DCC70-084B-409F-81FC-0F58F1DE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977" y="734366"/>
            <a:ext cx="630417" cy="179204"/>
          </a:xfrm>
          <a:custGeom xmlns:a="http://schemas.openxmlformats.org/drawingml/2006/main">
            <a:pathLst>
              <a:path w="630417" h="179204">
                <a:moveTo>
                  <a:pt x="75040" y="111832"/>
                </a:moveTo>
                <a:cubicBezTo>
                  <a:pt x="75040" y="115262"/>
                  <a:pt x="74458" y="118336"/>
                  <a:pt x="73293" y="121055"/>
                </a:cubicBezTo>
                <a:cubicBezTo>
                  <a:pt x="72128" y="123773"/>
                  <a:pt x="70542" y="126184"/>
                  <a:pt x="68536" y="128287"/>
                </a:cubicBezTo>
                <a:cubicBezTo>
                  <a:pt x="66530" y="130390"/>
                  <a:pt x="64200" y="132186"/>
                  <a:pt x="61547" y="133675"/>
                </a:cubicBezTo>
                <a:cubicBezTo>
                  <a:pt x="58893" y="135163"/>
                  <a:pt x="56062" y="136393"/>
                  <a:pt x="53052" y="137364"/>
                </a:cubicBezTo>
                <a:cubicBezTo>
                  <a:pt x="50043" y="138334"/>
                  <a:pt x="46953" y="139046"/>
                  <a:pt x="43782" y="139499"/>
                </a:cubicBezTo>
                <a:cubicBezTo>
                  <a:pt x="40610" y="139952"/>
                  <a:pt x="37504" y="140179"/>
                  <a:pt x="34462" y="140179"/>
                </a:cubicBezTo>
                <a:cubicBezTo>
                  <a:pt x="27861" y="140179"/>
                  <a:pt x="21794" y="139888"/>
                  <a:pt x="16260" y="139305"/>
                </a:cubicBezTo>
                <a:cubicBezTo>
                  <a:pt x="10727" y="138723"/>
                  <a:pt x="5307" y="137784"/>
                  <a:pt x="0" y="136490"/>
                </a:cubicBezTo>
                <a:lnTo>
                  <a:pt x="0" y="120958"/>
                </a:lnTo>
                <a:cubicBezTo>
                  <a:pt x="5695" y="122576"/>
                  <a:pt x="11358" y="123805"/>
                  <a:pt x="16988" y="124646"/>
                </a:cubicBezTo>
                <a:cubicBezTo>
                  <a:pt x="22619" y="125488"/>
                  <a:pt x="28217" y="125908"/>
                  <a:pt x="33783" y="125908"/>
                </a:cubicBezTo>
                <a:cubicBezTo>
                  <a:pt x="41872" y="125908"/>
                  <a:pt x="47859" y="124808"/>
                  <a:pt x="51742" y="122608"/>
                </a:cubicBezTo>
                <a:cubicBezTo>
                  <a:pt x="55625" y="120407"/>
                  <a:pt x="57566" y="117269"/>
                  <a:pt x="57566" y="113191"/>
                </a:cubicBezTo>
                <a:cubicBezTo>
                  <a:pt x="57566" y="111444"/>
                  <a:pt x="57259" y="109875"/>
                  <a:pt x="56644" y="108483"/>
                </a:cubicBezTo>
                <a:cubicBezTo>
                  <a:pt x="56029" y="107092"/>
                  <a:pt x="54913" y="105765"/>
                  <a:pt x="53295" y="104503"/>
                </a:cubicBezTo>
                <a:cubicBezTo>
                  <a:pt x="51677" y="103241"/>
                  <a:pt x="49169" y="101931"/>
                  <a:pt x="45772" y="100571"/>
                </a:cubicBezTo>
                <a:cubicBezTo>
                  <a:pt x="42374" y="99212"/>
                  <a:pt x="37730" y="97659"/>
                  <a:pt x="31841" y="95912"/>
                </a:cubicBezTo>
                <a:cubicBezTo>
                  <a:pt x="27440" y="94617"/>
                  <a:pt x="23379" y="93145"/>
                  <a:pt x="19658" y="91495"/>
                </a:cubicBezTo>
                <a:cubicBezTo>
                  <a:pt x="15937" y="89844"/>
                  <a:pt x="12717" y="87887"/>
                  <a:pt x="9999" y="85622"/>
                </a:cubicBezTo>
                <a:cubicBezTo>
                  <a:pt x="7281" y="83357"/>
                  <a:pt x="5145" y="80703"/>
                  <a:pt x="3592" y="77661"/>
                </a:cubicBezTo>
                <a:cubicBezTo>
                  <a:pt x="2039" y="74620"/>
                  <a:pt x="1262" y="71028"/>
                  <a:pt x="1262" y="66886"/>
                </a:cubicBezTo>
                <a:cubicBezTo>
                  <a:pt x="1262" y="64168"/>
                  <a:pt x="1893" y="61191"/>
                  <a:pt x="3155" y="57955"/>
                </a:cubicBezTo>
                <a:cubicBezTo>
                  <a:pt x="4417" y="54719"/>
                  <a:pt x="6569" y="51710"/>
                  <a:pt x="9611" y="48927"/>
                </a:cubicBezTo>
                <a:cubicBezTo>
                  <a:pt x="12652" y="46144"/>
                  <a:pt x="16762" y="43830"/>
                  <a:pt x="21939" y="41986"/>
                </a:cubicBezTo>
                <a:cubicBezTo>
                  <a:pt x="27117" y="40141"/>
                  <a:pt x="33589" y="39219"/>
                  <a:pt x="41355" y="39219"/>
                </a:cubicBezTo>
                <a:cubicBezTo>
                  <a:pt x="45173" y="39219"/>
                  <a:pt x="49412" y="39429"/>
                  <a:pt x="54072" y="39850"/>
                </a:cubicBezTo>
                <a:cubicBezTo>
                  <a:pt x="58731" y="40271"/>
                  <a:pt x="63585" y="40999"/>
                  <a:pt x="68633" y="42034"/>
                </a:cubicBezTo>
                <a:lnTo>
                  <a:pt x="68633" y="57081"/>
                </a:lnTo>
                <a:cubicBezTo>
                  <a:pt x="63326" y="55787"/>
                  <a:pt x="58295" y="54832"/>
                  <a:pt x="53538" y="54217"/>
                </a:cubicBezTo>
                <a:cubicBezTo>
                  <a:pt x="48781" y="53603"/>
                  <a:pt x="44655" y="53295"/>
                  <a:pt x="41161" y="53295"/>
                </a:cubicBezTo>
                <a:cubicBezTo>
                  <a:pt x="36954" y="53295"/>
                  <a:pt x="33411" y="53619"/>
                  <a:pt x="30531" y="54266"/>
                </a:cubicBezTo>
                <a:cubicBezTo>
                  <a:pt x="27651" y="54913"/>
                  <a:pt x="25321" y="55803"/>
                  <a:pt x="23541" y="56935"/>
                </a:cubicBezTo>
                <a:cubicBezTo>
                  <a:pt x="21761" y="58068"/>
                  <a:pt x="20483" y="59395"/>
                  <a:pt x="19707" y="60916"/>
                </a:cubicBezTo>
                <a:cubicBezTo>
                  <a:pt x="18930" y="62437"/>
                  <a:pt x="18542" y="64071"/>
                  <a:pt x="18542" y="65818"/>
                </a:cubicBezTo>
                <a:cubicBezTo>
                  <a:pt x="18542" y="67565"/>
                  <a:pt x="18881" y="69151"/>
                  <a:pt x="19561" y="70575"/>
                </a:cubicBezTo>
                <a:cubicBezTo>
                  <a:pt x="20240" y="71999"/>
                  <a:pt x="21502" y="73374"/>
                  <a:pt x="23347" y="74701"/>
                </a:cubicBezTo>
                <a:cubicBezTo>
                  <a:pt x="25191" y="76027"/>
                  <a:pt x="27764" y="77354"/>
                  <a:pt x="31065" y="78681"/>
                </a:cubicBezTo>
                <a:cubicBezTo>
                  <a:pt x="34365" y="80007"/>
                  <a:pt x="38669" y="81447"/>
                  <a:pt x="43976" y="83001"/>
                </a:cubicBezTo>
                <a:cubicBezTo>
                  <a:pt x="49736" y="84683"/>
                  <a:pt x="54589" y="86447"/>
                  <a:pt x="58537" y="88291"/>
                </a:cubicBezTo>
                <a:cubicBezTo>
                  <a:pt x="62485" y="90136"/>
                  <a:pt x="65689" y="92191"/>
                  <a:pt x="68148" y="94456"/>
                </a:cubicBezTo>
                <a:cubicBezTo>
                  <a:pt x="70607" y="96721"/>
                  <a:pt x="72371" y="99277"/>
                  <a:pt x="73439" y="102125"/>
                </a:cubicBezTo>
                <a:cubicBezTo>
                  <a:pt x="74506" y="104972"/>
                  <a:pt x="75040" y="108208"/>
                  <a:pt x="75040" y="111832"/>
                </a:cubicBezTo>
                <a:close/>
                <a:moveTo>
                  <a:pt x="185747" y="136975"/>
                </a:moveTo>
                <a:cubicBezTo>
                  <a:pt x="181929" y="137980"/>
                  <a:pt x="177981" y="138700"/>
                  <a:pt x="173904" y="139135"/>
                </a:cubicBezTo>
                <a:cubicBezTo>
                  <a:pt x="169826" y="139572"/>
                  <a:pt x="165685" y="139790"/>
                  <a:pt x="161478" y="139790"/>
                </a:cubicBezTo>
                <a:cubicBezTo>
                  <a:pt x="149246" y="139790"/>
                  <a:pt x="140121" y="137024"/>
                  <a:pt x="134102" y="131490"/>
                </a:cubicBezTo>
                <a:cubicBezTo>
                  <a:pt x="128083" y="125957"/>
                  <a:pt x="125074" y="117463"/>
                  <a:pt x="125074" y="106008"/>
                </a:cubicBezTo>
                <a:lnTo>
                  <a:pt x="125074" y="55140"/>
                </a:lnTo>
                <a:lnTo>
                  <a:pt x="97796" y="55140"/>
                </a:lnTo>
                <a:lnTo>
                  <a:pt x="97796" y="40966"/>
                </a:lnTo>
                <a:lnTo>
                  <a:pt x="125074" y="40966"/>
                </a:lnTo>
                <a:lnTo>
                  <a:pt x="125074" y="14088"/>
                </a:lnTo>
                <a:lnTo>
                  <a:pt x="141965" y="9708"/>
                </a:lnTo>
                <a:lnTo>
                  <a:pt x="141965" y="40966"/>
                </a:lnTo>
                <a:lnTo>
                  <a:pt x="185747" y="40966"/>
                </a:lnTo>
                <a:lnTo>
                  <a:pt x="185747" y="55140"/>
                </a:lnTo>
                <a:lnTo>
                  <a:pt x="141965" y="55140"/>
                </a:lnTo>
                <a:lnTo>
                  <a:pt x="141965" y="104649"/>
                </a:lnTo>
                <a:cubicBezTo>
                  <a:pt x="141965" y="111638"/>
                  <a:pt x="143826" y="116864"/>
                  <a:pt x="147547" y="120327"/>
                </a:cubicBezTo>
                <a:cubicBezTo>
                  <a:pt x="151269" y="123789"/>
                  <a:pt x="156753" y="125520"/>
                  <a:pt x="164002" y="125520"/>
                </a:cubicBezTo>
                <a:cubicBezTo>
                  <a:pt x="167108" y="125520"/>
                  <a:pt x="170506" y="125270"/>
                  <a:pt x="174195" y="124771"/>
                </a:cubicBezTo>
                <a:cubicBezTo>
                  <a:pt x="177884" y="124269"/>
                  <a:pt x="181735" y="123484"/>
                  <a:pt x="185747" y="122414"/>
                </a:cubicBezTo>
                <a:lnTo>
                  <a:pt x="185747" y="136975"/>
                </a:lnTo>
                <a:close/>
                <a:moveTo>
                  <a:pt x="220539" y="40966"/>
                </a:moveTo>
                <a:lnTo>
                  <a:pt x="235974" y="40966"/>
                </a:lnTo>
                <a:lnTo>
                  <a:pt x="236460" y="58880"/>
                </a:lnTo>
                <a:cubicBezTo>
                  <a:pt x="242219" y="51971"/>
                  <a:pt x="247898" y="46968"/>
                  <a:pt x="253496" y="43870"/>
                </a:cubicBezTo>
                <a:cubicBezTo>
                  <a:pt x="259095" y="40769"/>
                  <a:pt x="264741" y="39219"/>
                  <a:pt x="270436" y="39219"/>
                </a:cubicBezTo>
                <a:cubicBezTo>
                  <a:pt x="280532" y="39219"/>
                  <a:pt x="288185" y="42479"/>
                  <a:pt x="293395" y="48999"/>
                </a:cubicBezTo>
                <a:cubicBezTo>
                  <a:pt x="298605" y="55520"/>
                  <a:pt x="301016" y="65203"/>
                  <a:pt x="300627" y="78050"/>
                </a:cubicBezTo>
                <a:lnTo>
                  <a:pt x="283542" y="78050"/>
                </a:lnTo>
                <a:cubicBezTo>
                  <a:pt x="283736" y="69541"/>
                  <a:pt x="282490" y="63370"/>
                  <a:pt x="279804" y="59535"/>
                </a:cubicBezTo>
                <a:cubicBezTo>
                  <a:pt x="277118" y="55699"/>
                  <a:pt x="273187" y="53780"/>
                  <a:pt x="268009" y="53780"/>
                </a:cubicBezTo>
                <a:cubicBezTo>
                  <a:pt x="265744" y="53780"/>
                  <a:pt x="263463" y="54184"/>
                  <a:pt x="261166" y="54991"/>
                </a:cubicBezTo>
                <a:cubicBezTo>
                  <a:pt x="258868" y="55796"/>
                  <a:pt x="256506" y="57084"/>
                  <a:pt x="254079" y="58856"/>
                </a:cubicBezTo>
                <a:cubicBezTo>
                  <a:pt x="251652" y="60627"/>
                  <a:pt x="249079" y="62900"/>
                  <a:pt x="246361" y="65672"/>
                </a:cubicBezTo>
                <a:cubicBezTo>
                  <a:pt x="243643" y="68443"/>
                  <a:pt x="240731" y="71794"/>
                  <a:pt x="237624" y="75726"/>
                </a:cubicBezTo>
                <a:lnTo>
                  <a:pt x="237624" y="138431"/>
                </a:lnTo>
                <a:lnTo>
                  <a:pt x="220539" y="138431"/>
                </a:lnTo>
                <a:lnTo>
                  <a:pt x="220539" y="40966"/>
                </a:lnTo>
                <a:close/>
                <a:moveTo>
                  <a:pt x="359107" y="54945"/>
                </a:moveTo>
                <a:lnTo>
                  <a:pt x="330275" y="54945"/>
                </a:lnTo>
                <a:lnTo>
                  <a:pt x="330275" y="40966"/>
                </a:lnTo>
                <a:lnTo>
                  <a:pt x="376192" y="40966"/>
                </a:lnTo>
                <a:lnTo>
                  <a:pt x="376192" y="124355"/>
                </a:lnTo>
                <a:lnTo>
                  <a:pt x="405218" y="124355"/>
                </a:lnTo>
                <a:lnTo>
                  <a:pt x="405218" y="138431"/>
                </a:lnTo>
                <a:lnTo>
                  <a:pt x="327071" y="138431"/>
                </a:lnTo>
                <a:lnTo>
                  <a:pt x="327071" y="124355"/>
                </a:lnTo>
                <a:lnTo>
                  <a:pt x="359107" y="124355"/>
                </a:lnTo>
                <a:lnTo>
                  <a:pt x="359107" y="54945"/>
                </a:lnTo>
                <a:moveTo>
                  <a:pt x="365028" y="0"/>
                </a:moveTo>
                <a:cubicBezTo>
                  <a:pt x="366905" y="0"/>
                  <a:pt x="368653" y="340"/>
                  <a:pt x="370271" y="1019"/>
                </a:cubicBezTo>
                <a:cubicBezTo>
                  <a:pt x="371888" y="1699"/>
                  <a:pt x="373296" y="2653"/>
                  <a:pt x="374493" y="3883"/>
                </a:cubicBezTo>
                <a:cubicBezTo>
                  <a:pt x="375691" y="5113"/>
                  <a:pt x="376629" y="6520"/>
                  <a:pt x="377309" y="8106"/>
                </a:cubicBezTo>
                <a:cubicBezTo>
                  <a:pt x="377988" y="9691"/>
                  <a:pt x="378328" y="11423"/>
                  <a:pt x="378328" y="13300"/>
                </a:cubicBezTo>
                <a:cubicBezTo>
                  <a:pt x="378328" y="15112"/>
                  <a:pt x="377988" y="16827"/>
                  <a:pt x="377309" y="18445"/>
                </a:cubicBezTo>
                <a:cubicBezTo>
                  <a:pt x="376629" y="20063"/>
                  <a:pt x="375691" y="21486"/>
                  <a:pt x="374493" y="22716"/>
                </a:cubicBezTo>
                <a:cubicBezTo>
                  <a:pt x="373296" y="23946"/>
                  <a:pt x="371888" y="24900"/>
                  <a:pt x="370271" y="25580"/>
                </a:cubicBezTo>
                <a:cubicBezTo>
                  <a:pt x="368653" y="26259"/>
                  <a:pt x="366905" y="26599"/>
                  <a:pt x="365028" y="26599"/>
                </a:cubicBezTo>
                <a:cubicBezTo>
                  <a:pt x="363152" y="26599"/>
                  <a:pt x="361404" y="26259"/>
                  <a:pt x="359786" y="25580"/>
                </a:cubicBezTo>
                <a:cubicBezTo>
                  <a:pt x="358168" y="24900"/>
                  <a:pt x="356761" y="23946"/>
                  <a:pt x="355563" y="22716"/>
                </a:cubicBezTo>
                <a:cubicBezTo>
                  <a:pt x="354366" y="21486"/>
                  <a:pt x="353428" y="20063"/>
                  <a:pt x="352748" y="18445"/>
                </a:cubicBezTo>
                <a:cubicBezTo>
                  <a:pt x="352069" y="16827"/>
                  <a:pt x="351729" y="15112"/>
                  <a:pt x="351729" y="13300"/>
                </a:cubicBezTo>
                <a:cubicBezTo>
                  <a:pt x="351729" y="11423"/>
                  <a:pt x="352069" y="9691"/>
                  <a:pt x="352748" y="8106"/>
                </a:cubicBezTo>
                <a:cubicBezTo>
                  <a:pt x="353428" y="6520"/>
                  <a:pt x="354366" y="5113"/>
                  <a:pt x="355563" y="3883"/>
                </a:cubicBezTo>
                <a:cubicBezTo>
                  <a:pt x="356761" y="2653"/>
                  <a:pt x="358168" y="1699"/>
                  <a:pt x="359786" y="1019"/>
                </a:cubicBezTo>
                <a:cubicBezTo>
                  <a:pt x="361404" y="340"/>
                  <a:pt x="363152" y="0"/>
                  <a:pt x="365028" y="0"/>
                </a:cubicBezTo>
                <a:close/>
                <a:moveTo>
                  <a:pt x="435254" y="40966"/>
                </a:moveTo>
                <a:lnTo>
                  <a:pt x="450300" y="40966"/>
                </a:lnTo>
                <a:lnTo>
                  <a:pt x="450980" y="56693"/>
                </a:lnTo>
                <a:cubicBezTo>
                  <a:pt x="453828" y="53327"/>
                  <a:pt x="456578" y="50528"/>
                  <a:pt x="459231" y="48296"/>
                </a:cubicBezTo>
                <a:cubicBezTo>
                  <a:pt x="461885" y="46063"/>
                  <a:pt x="464490" y="44267"/>
                  <a:pt x="467046" y="42908"/>
                </a:cubicBezTo>
                <a:cubicBezTo>
                  <a:pt x="469603" y="41549"/>
                  <a:pt x="472207" y="40594"/>
                  <a:pt x="474861" y="40044"/>
                </a:cubicBezTo>
                <a:cubicBezTo>
                  <a:pt x="477514" y="39494"/>
                  <a:pt x="480265" y="39219"/>
                  <a:pt x="483112" y="39219"/>
                </a:cubicBezTo>
                <a:cubicBezTo>
                  <a:pt x="493144" y="39219"/>
                  <a:pt x="500732" y="42180"/>
                  <a:pt x="505877" y="48102"/>
                </a:cubicBezTo>
                <a:cubicBezTo>
                  <a:pt x="511022" y="54023"/>
                  <a:pt x="513594" y="62938"/>
                  <a:pt x="513594" y="74846"/>
                </a:cubicBezTo>
                <a:lnTo>
                  <a:pt x="513594" y="138431"/>
                </a:lnTo>
                <a:lnTo>
                  <a:pt x="496703" y="138431"/>
                </a:lnTo>
                <a:lnTo>
                  <a:pt x="496703" y="76205"/>
                </a:lnTo>
                <a:cubicBezTo>
                  <a:pt x="496703" y="68569"/>
                  <a:pt x="495279" y="62922"/>
                  <a:pt x="492432" y="59265"/>
                </a:cubicBezTo>
                <a:cubicBezTo>
                  <a:pt x="489584" y="55609"/>
                  <a:pt x="485345" y="53780"/>
                  <a:pt x="479715" y="53780"/>
                </a:cubicBezTo>
                <a:cubicBezTo>
                  <a:pt x="477644" y="53780"/>
                  <a:pt x="475621" y="54088"/>
                  <a:pt x="473647" y="54703"/>
                </a:cubicBezTo>
                <a:cubicBezTo>
                  <a:pt x="471673" y="55318"/>
                  <a:pt x="469619" y="56385"/>
                  <a:pt x="467483" y="57906"/>
                </a:cubicBezTo>
                <a:cubicBezTo>
                  <a:pt x="465347" y="59427"/>
                  <a:pt x="463034" y="61482"/>
                  <a:pt x="460542" y="64071"/>
                </a:cubicBezTo>
                <a:cubicBezTo>
                  <a:pt x="458050" y="66659"/>
                  <a:pt x="455251" y="69895"/>
                  <a:pt x="452145" y="73778"/>
                </a:cubicBezTo>
                <a:lnTo>
                  <a:pt x="452145" y="138431"/>
                </a:lnTo>
                <a:lnTo>
                  <a:pt x="435254" y="138431"/>
                </a:lnTo>
                <a:lnTo>
                  <a:pt x="435254" y="40966"/>
                </a:lnTo>
                <a:close/>
                <a:moveTo>
                  <a:pt x="614787" y="54751"/>
                </a:moveTo>
                <a:cubicBezTo>
                  <a:pt x="616599" y="57016"/>
                  <a:pt x="618007" y="59654"/>
                  <a:pt x="619010" y="62663"/>
                </a:cubicBezTo>
                <a:cubicBezTo>
                  <a:pt x="620013" y="65672"/>
                  <a:pt x="620515" y="68924"/>
                  <a:pt x="620515" y="72419"/>
                </a:cubicBezTo>
                <a:cubicBezTo>
                  <a:pt x="620515" y="77467"/>
                  <a:pt x="619593" y="82078"/>
                  <a:pt x="617748" y="86253"/>
                </a:cubicBezTo>
                <a:cubicBezTo>
                  <a:pt x="615904" y="90427"/>
                  <a:pt x="613299" y="94003"/>
                  <a:pt x="609934" y="96980"/>
                </a:cubicBezTo>
                <a:cubicBezTo>
                  <a:pt x="606568" y="99957"/>
                  <a:pt x="602540" y="102270"/>
                  <a:pt x="597848" y="103921"/>
                </a:cubicBezTo>
                <a:cubicBezTo>
                  <a:pt x="593155" y="105571"/>
                  <a:pt x="587994" y="106396"/>
                  <a:pt x="582364" y="106396"/>
                </a:cubicBezTo>
                <a:cubicBezTo>
                  <a:pt x="578287" y="106396"/>
                  <a:pt x="574468" y="105959"/>
                  <a:pt x="570909" y="105086"/>
                </a:cubicBezTo>
                <a:cubicBezTo>
                  <a:pt x="567349" y="104212"/>
                  <a:pt x="564534" y="103128"/>
                  <a:pt x="562463" y="101833"/>
                </a:cubicBezTo>
                <a:cubicBezTo>
                  <a:pt x="561233" y="103646"/>
                  <a:pt x="560198" y="105358"/>
                  <a:pt x="559357" y="106969"/>
                </a:cubicBezTo>
                <a:cubicBezTo>
                  <a:pt x="558515" y="108579"/>
                  <a:pt x="558095" y="110381"/>
                  <a:pt x="558095" y="112375"/>
                </a:cubicBezTo>
                <a:cubicBezTo>
                  <a:pt x="558095" y="114818"/>
                  <a:pt x="559276" y="116844"/>
                  <a:pt x="561638" y="118452"/>
                </a:cubicBezTo>
                <a:cubicBezTo>
                  <a:pt x="564000" y="120058"/>
                  <a:pt x="567123" y="120925"/>
                  <a:pt x="571006" y="121055"/>
                </a:cubicBezTo>
                <a:lnTo>
                  <a:pt x="596634" y="122025"/>
                </a:lnTo>
                <a:cubicBezTo>
                  <a:pt x="601488" y="122155"/>
                  <a:pt x="605970" y="122771"/>
                  <a:pt x="610079" y="123873"/>
                </a:cubicBezTo>
                <a:cubicBezTo>
                  <a:pt x="614189" y="124975"/>
                  <a:pt x="617716" y="126564"/>
                  <a:pt x="620661" y="128639"/>
                </a:cubicBezTo>
                <a:cubicBezTo>
                  <a:pt x="623605" y="130712"/>
                  <a:pt x="625903" y="133272"/>
                  <a:pt x="627553" y="136320"/>
                </a:cubicBezTo>
                <a:cubicBezTo>
                  <a:pt x="629203" y="139366"/>
                  <a:pt x="630028" y="142899"/>
                  <a:pt x="630028" y="146920"/>
                </a:cubicBezTo>
                <a:cubicBezTo>
                  <a:pt x="630028" y="151264"/>
                  <a:pt x="629090" y="155380"/>
                  <a:pt x="627213" y="159269"/>
                </a:cubicBezTo>
                <a:cubicBezTo>
                  <a:pt x="625336" y="163159"/>
                  <a:pt x="622440" y="166578"/>
                  <a:pt x="618525" y="169526"/>
                </a:cubicBezTo>
                <a:cubicBezTo>
                  <a:pt x="614609" y="172477"/>
                  <a:pt x="609642" y="174827"/>
                  <a:pt x="603624" y="176576"/>
                </a:cubicBezTo>
                <a:cubicBezTo>
                  <a:pt x="597605" y="178328"/>
                  <a:pt x="590453" y="179204"/>
                  <a:pt x="582170" y="179204"/>
                </a:cubicBezTo>
                <a:cubicBezTo>
                  <a:pt x="574274" y="179204"/>
                  <a:pt x="567560" y="178572"/>
                  <a:pt x="562026" y="177308"/>
                </a:cubicBezTo>
                <a:cubicBezTo>
                  <a:pt x="556493" y="176044"/>
                  <a:pt x="551946" y="174293"/>
                  <a:pt x="548387" y="172056"/>
                </a:cubicBezTo>
                <a:cubicBezTo>
                  <a:pt x="544827" y="169820"/>
                  <a:pt x="542239" y="167161"/>
                  <a:pt x="540621" y="164081"/>
                </a:cubicBezTo>
                <a:cubicBezTo>
                  <a:pt x="539003" y="161003"/>
                  <a:pt x="538194" y="157616"/>
                  <a:pt x="538194" y="153921"/>
                </a:cubicBezTo>
                <a:cubicBezTo>
                  <a:pt x="538194" y="149189"/>
                  <a:pt x="539294" y="145040"/>
                  <a:pt x="541494" y="141474"/>
                </a:cubicBezTo>
                <a:cubicBezTo>
                  <a:pt x="543695" y="137911"/>
                  <a:pt x="547093" y="134476"/>
                  <a:pt x="551688" y="131169"/>
                </a:cubicBezTo>
                <a:cubicBezTo>
                  <a:pt x="550005" y="130394"/>
                  <a:pt x="548549" y="129425"/>
                  <a:pt x="547319" y="128263"/>
                </a:cubicBezTo>
                <a:cubicBezTo>
                  <a:pt x="546089" y="127100"/>
                  <a:pt x="545086" y="125825"/>
                  <a:pt x="544310" y="124437"/>
                </a:cubicBezTo>
                <a:cubicBezTo>
                  <a:pt x="543533" y="123048"/>
                  <a:pt x="542951" y="121578"/>
                  <a:pt x="542562" y="120029"/>
                </a:cubicBezTo>
                <a:cubicBezTo>
                  <a:pt x="542174" y="118478"/>
                  <a:pt x="541980" y="116960"/>
                  <a:pt x="541980" y="115476"/>
                </a:cubicBezTo>
                <a:cubicBezTo>
                  <a:pt x="541980" y="111277"/>
                  <a:pt x="542967" y="107435"/>
                  <a:pt x="544941" y="103948"/>
                </a:cubicBezTo>
                <a:cubicBezTo>
                  <a:pt x="546915" y="100461"/>
                  <a:pt x="549261" y="97168"/>
                  <a:pt x="551979" y="94067"/>
                </a:cubicBezTo>
                <a:cubicBezTo>
                  <a:pt x="550749" y="92579"/>
                  <a:pt x="549665" y="91123"/>
                  <a:pt x="548727" y="89699"/>
                </a:cubicBezTo>
                <a:cubicBezTo>
                  <a:pt x="547788" y="88275"/>
                  <a:pt x="546979" y="86738"/>
                  <a:pt x="546300" y="85088"/>
                </a:cubicBezTo>
                <a:cubicBezTo>
                  <a:pt x="545620" y="83437"/>
                  <a:pt x="545102" y="81658"/>
                  <a:pt x="544747" y="79749"/>
                </a:cubicBezTo>
                <a:cubicBezTo>
                  <a:pt x="544391" y="77839"/>
                  <a:pt x="544213" y="75655"/>
                  <a:pt x="544213" y="73196"/>
                </a:cubicBezTo>
                <a:cubicBezTo>
                  <a:pt x="544213" y="68148"/>
                  <a:pt x="545135" y="63537"/>
                  <a:pt x="546979" y="59362"/>
                </a:cubicBezTo>
                <a:cubicBezTo>
                  <a:pt x="548824" y="55188"/>
                  <a:pt x="551412" y="51612"/>
                  <a:pt x="554745" y="48635"/>
                </a:cubicBezTo>
                <a:cubicBezTo>
                  <a:pt x="558078" y="45658"/>
                  <a:pt x="562091" y="43345"/>
                  <a:pt x="566783" y="41694"/>
                </a:cubicBezTo>
                <a:cubicBezTo>
                  <a:pt x="571475" y="40044"/>
                  <a:pt x="576669" y="39219"/>
                  <a:pt x="582364" y="39219"/>
                </a:cubicBezTo>
                <a:cubicBezTo>
                  <a:pt x="584758" y="39219"/>
                  <a:pt x="587056" y="39381"/>
                  <a:pt x="589256" y="39704"/>
                </a:cubicBezTo>
                <a:cubicBezTo>
                  <a:pt x="591457" y="40028"/>
                  <a:pt x="593398" y="40449"/>
                  <a:pt x="595081" y="40966"/>
                </a:cubicBezTo>
                <a:lnTo>
                  <a:pt x="630417" y="40966"/>
                </a:lnTo>
                <a:lnTo>
                  <a:pt x="630417" y="54751"/>
                </a:lnTo>
                <a:lnTo>
                  <a:pt x="614787" y="54751"/>
                </a:lnTo>
                <a:moveTo>
                  <a:pt x="556153" y="152465"/>
                </a:moveTo>
                <a:cubicBezTo>
                  <a:pt x="556153" y="157074"/>
                  <a:pt x="558548" y="160433"/>
                  <a:pt x="563337" y="162543"/>
                </a:cubicBezTo>
                <a:cubicBezTo>
                  <a:pt x="568126" y="164654"/>
                  <a:pt x="574792" y="165710"/>
                  <a:pt x="583335" y="165710"/>
                </a:cubicBezTo>
                <a:cubicBezTo>
                  <a:pt x="588706" y="165710"/>
                  <a:pt x="593220" y="165223"/>
                  <a:pt x="596877" y="164248"/>
                </a:cubicBezTo>
                <a:cubicBezTo>
                  <a:pt x="600533" y="163275"/>
                  <a:pt x="603478" y="161993"/>
                  <a:pt x="605711" y="160401"/>
                </a:cubicBezTo>
                <a:cubicBezTo>
                  <a:pt x="607943" y="158809"/>
                  <a:pt x="609545" y="156991"/>
                  <a:pt x="610516" y="154947"/>
                </a:cubicBezTo>
                <a:cubicBezTo>
                  <a:pt x="611487" y="152902"/>
                  <a:pt x="611972" y="150808"/>
                  <a:pt x="611972" y="148664"/>
                </a:cubicBezTo>
                <a:cubicBezTo>
                  <a:pt x="611972" y="144702"/>
                  <a:pt x="610354" y="141780"/>
                  <a:pt x="607118" y="139897"/>
                </a:cubicBezTo>
                <a:cubicBezTo>
                  <a:pt x="603882" y="138014"/>
                  <a:pt x="598932" y="136911"/>
                  <a:pt x="592266" y="136587"/>
                </a:cubicBezTo>
                <a:lnTo>
                  <a:pt x="566831" y="135713"/>
                </a:lnTo>
                <a:cubicBezTo>
                  <a:pt x="564696" y="137141"/>
                  <a:pt x="562932" y="138537"/>
                  <a:pt x="561541" y="139900"/>
                </a:cubicBezTo>
                <a:cubicBezTo>
                  <a:pt x="560149" y="141265"/>
                  <a:pt x="559065" y="142645"/>
                  <a:pt x="558289" y="144041"/>
                </a:cubicBezTo>
                <a:cubicBezTo>
                  <a:pt x="557512" y="145436"/>
                  <a:pt x="556962" y="146832"/>
                  <a:pt x="556638" y="148227"/>
                </a:cubicBezTo>
                <a:cubicBezTo>
                  <a:pt x="556315" y="149625"/>
                  <a:pt x="556153" y="151037"/>
                  <a:pt x="556153" y="152465"/>
                </a:cubicBezTo>
                <a:moveTo>
                  <a:pt x="561298" y="72808"/>
                </a:moveTo>
                <a:cubicBezTo>
                  <a:pt x="561298" y="75914"/>
                  <a:pt x="561816" y="78762"/>
                  <a:pt x="562851" y="81350"/>
                </a:cubicBezTo>
                <a:cubicBezTo>
                  <a:pt x="563887" y="83939"/>
                  <a:pt x="565343" y="86139"/>
                  <a:pt x="567220" y="87951"/>
                </a:cubicBezTo>
                <a:cubicBezTo>
                  <a:pt x="569097" y="89764"/>
                  <a:pt x="571313" y="91171"/>
                  <a:pt x="573870" y="92174"/>
                </a:cubicBezTo>
                <a:cubicBezTo>
                  <a:pt x="576426" y="93177"/>
                  <a:pt x="579257" y="93679"/>
                  <a:pt x="582364" y="93679"/>
                </a:cubicBezTo>
                <a:cubicBezTo>
                  <a:pt x="585729" y="93679"/>
                  <a:pt x="588722" y="93113"/>
                  <a:pt x="591343" y="91980"/>
                </a:cubicBezTo>
                <a:cubicBezTo>
                  <a:pt x="593964" y="90848"/>
                  <a:pt x="596165" y="89311"/>
                  <a:pt x="597945" y="87369"/>
                </a:cubicBezTo>
                <a:cubicBezTo>
                  <a:pt x="599724" y="85427"/>
                  <a:pt x="601083" y="83195"/>
                  <a:pt x="602022" y="80671"/>
                </a:cubicBezTo>
                <a:cubicBezTo>
                  <a:pt x="602960" y="78147"/>
                  <a:pt x="603429" y="75526"/>
                  <a:pt x="603429" y="72808"/>
                </a:cubicBezTo>
                <a:cubicBezTo>
                  <a:pt x="603429" y="69701"/>
                  <a:pt x="602912" y="66853"/>
                  <a:pt x="601876" y="64265"/>
                </a:cubicBezTo>
                <a:cubicBezTo>
                  <a:pt x="600841" y="61676"/>
                  <a:pt x="599385" y="59476"/>
                  <a:pt x="597508" y="57664"/>
                </a:cubicBezTo>
                <a:cubicBezTo>
                  <a:pt x="595631" y="55851"/>
                  <a:pt x="593414" y="54444"/>
                  <a:pt x="590858" y="53441"/>
                </a:cubicBezTo>
                <a:cubicBezTo>
                  <a:pt x="588302" y="52438"/>
                  <a:pt x="585470" y="51936"/>
                  <a:pt x="582364" y="51936"/>
                </a:cubicBezTo>
                <a:cubicBezTo>
                  <a:pt x="578998" y="51936"/>
                  <a:pt x="576005" y="52519"/>
                  <a:pt x="573384" y="53683"/>
                </a:cubicBezTo>
                <a:cubicBezTo>
                  <a:pt x="570763" y="54848"/>
                  <a:pt x="568563" y="56385"/>
                  <a:pt x="566783" y="58295"/>
                </a:cubicBezTo>
                <a:cubicBezTo>
                  <a:pt x="565003" y="60204"/>
                  <a:pt x="563644" y="62420"/>
                  <a:pt x="562706" y="64944"/>
                </a:cubicBezTo>
                <a:cubicBezTo>
                  <a:pt x="561767" y="67468"/>
                  <a:pt x="561298" y="70089"/>
                  <a:pt x="561298" y="728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array…">
            <a:extLst xmlns:a="http://schemas.openxmlformats.org/drawingml/2006/main">
              <a:ext uri="{FF2B5EF4-FFF2-40B4-BE49-F238E27FC236}">
                <a16:creationId xmlns:a16="http://schemas.microsoft.com/office/drawing/2014/main" id="{3DBEDFA7-5AF6-4597-9241-6EEA6935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220" y="1012161"/>
            <a:ext cx="637406" cy="139596"/>
          </a:xfrm>
          <a:custGeom xmlns:a="http://schemas.openxmlformats.org/drawingml/2006/main">
            <a:pathLst>
              <a:path w="637406" h="139596">
                <a:moveTo>
                  <a:pt x="65236" y="99212"/>
                </a:moveTo>
                <a:lnTo>
                  <a:pt x="64847" y="86080"/>
                </a:lnTo>
                <a:cubicBezTo>
                  <a:pt x="59540" y="91332"/>
                  <a:pt x="54153" y="95125"/>
                  <a:pt x="48684" y="97459"/>
                </a:cubicBezTo>
                <a:cubicBezTo>
                  <a:pt x="43215" y="99793"/>
                  <a:pt x="37472" y="100960"/>
                  <a:pt x="31453" y="100960"/>
                </a:cubicBezTo>
                <a:cubicBezTo>
                  <a:pt x="25887" y="100960"/>
                  <a:pt x="21130" y="100247"/>
                  <a:pt x="17183" y="98821"/>
                </a:cubicBezTo>
                <a:cubicBezTo>
                  <a:pt x="13235" y="97395"/>
                  <a:pt x="9983" y="95434"/>
                  <a:pt x="7426" y="92939"/>
                </a:cubicBezTo>
                <a:cubicBezTo>
                  <a:pt x="4870" y="90443"/>
                  <a:pt x="2993" y="87510"/>
                  <a:pt x="1796" y="84138"/>
                </a:cubicBezTo>
                <a:cubicBezTo>
                  <a:pt x="599" y="80767"/>
                  <a:pt x="0" y="77104"/>
                  <a:pt x="0" y="73150"/>
                </a:cubicBezTo>
                <a:cubicBezTo>
                  <a:pt x="0" y="63362"/>
                  <a:pt x="3640" y="55697"/>
                  <a:pt x="10921" y="50155"/>
                </a:cubicBezTo>
                <a:cubicBezTo>
                  <a:pt x="18202" y="44612"/>
                  <a:pt x="28961" y="41840"/>
                  <a:pt x="43199" y="41840"/>
                </a:cubicBezTo>
                <a:lnTo>
                  <a:pt x="63391" y="41840"/>
                </a:lnTo>
                <a:lnTo>
                  <a:pt x="63391" y="33328"/>
                </a:lnTo>
                <a:cubicBezTo>
                  <a:pt x="63391" y="27588"/>
                  <a:pt x="61547" y="22993"/>
                  <a:pt x="57858" y="19543"/>
                </a:cubicBezTo>
                <a:cubicBezTo>
                  <a:pt x="54169" y="16092"/>
                  <a:pt x="48538" y="14367"/>
                  <a:pt x="40966" y="14367"/>
                </a:cubicBezTo>
                <a:cubicBezTo>
                  <a:pt x="35465" y="14367"/>
                  <a:pt x="30045" y="14991"/>
                  <a:pt x="24706" y="16239"/>
                </a:cubicBezTo>
                <a:cubicBezTo>
                  <a:pt x="19367" y="17485"/>
                  <a:pt x="13850" y="19256"/>
                  <a:pt x="8154" y="21551"/>
                </a:cubicBezTo>
                <a:lnTo>
                  <a:pt x="8154" y="6310"/>
                </a:lnTo>
                <a:cubicBezTo>
                  <a:pt x="10290" y="5521"/>
                  <a:pt x="12669" y="4749"/>
                  <a:pt x="15290" y="3992"/>
                </a:cubicBezTo>
                <a:cubicBezTo>
                  <a:pt x="17911" y="3236"/>
                  <a:pt x="20677" y="2562"/>
                  <a:pt x="23590" y="1972"/>
                </a:cubicBezTo>
                <a:cubicBezTo>
                  <a:pt x="26502" y="1379"/>
                  <a:pt x="29544" y="903"/>
                  <a:pt x="32715" y="543"/>
                </a:cubicBezTo>
                <a:cubicBezTo>
                  <a:pt x="35886" y="181"/>
                  <a:pt x="39090" y="0"/>
                  <a:pt x="42325" y="0"/>
                </a:cubicBezTo>
                <a:cubicBezTo>
                  <a:pt x="48215" y="0"/>
                  <a:pt x="53522" y="647"/>
                  <a:pt x="58246" y="1942"/>
                </a:cubicBezTo>
                <a:cubicBezTo>
                  <a:pt x="62970" y="3236"/>
                  <a:pt x="66967" y="5210"/>
                  <a:pt x="70235" y="7863"/>
                </a:cubicBezTo>
                <a:cubicBezTo>
                  <a:pt x="73503" y="10517"/>
                  <a:pt x="76011" y="13850"/>
                  <a:pt x="77758" y="17862"/>
                </a:cubicBezTo>
                <a:cubicBezTo>
                  <a:pt x="79506" y="21875"/>
                  <a:pt x="80380" y="26599"/>
                  <a:pt x="80380" y="32035"/>
                </a:cubicBezTo>
                <a:lnTo>
                  <a:pt x="80380" y="99212"/>
                </a:lnTo>
                <a:lnTo>
                  <a:pt x="65236" y="99212"/>
                </a:lnTo>
                <a:moveTo>
                  <a:pt x="63391" y="54751"/>
                </a:moveTo>
                <a:lnTo>
                  <a:pt x="41937" y="54751"/>
                </a:lnTo>
                <a:cubicBezTo>
                  <a:pt x="37730" y="54751"/>
                  <a:pt x="34106" y="55174"/>
                  <a:pt x="31065" y="56019"/>
                </a:cubicBezTo>
                <a:cubicBezTo>
                  <a:pt x="28023" y="56863"/>
                  <a:pt x="25531" y="58063"/>
                  <a:pt x="23590" y="59620"/>
                </a:cubicBezTo>
                <a:cubicBezTo>
                  <a:pt x="21648" y="61178"/>
                  <a:pt x="20208" y="63044"/>
                  <a:pt x="19270" y="65220"/>
                </a:cubicBezTo>
                <a:cubicBezTo>
                  <a:pt x="18331" y="67394"/>
                  <a:pt x="17862" y="69845"/>
                  <a:pt x="17862" y="72571"/>
                </a:cubicBezTo>
                <a:cubicBezTo>
                  <a:pt x="17862" y="74454"/>
                  <a:pt x="18153" y="76256"/>
                  <a:pt x="18736" y="77977"/>
                </a:cubicBezTo>
                <a:cubicBezTo>
                  <a:pt x="19318" y="79696"/>
                  <a:pt x="20257" y="81221"/>
                  <a:pt x="21551" y="82552"/>
                </a:cubicBezTo>
                <a:cubicBezTo>
                  <a:pt x="22845" y="83882"/>
                  <a:pt x="24528" y="84937"/>
                  <a:pt x="26599" y="85716"/>
                </a:cubicBezTo>
                <a:cubicBezTo>
                  <a:pt x="28670" y="86494"/>
                  <a:pt x="31194" y="86884"/>
                  <a:pt x="34171" y="86884"/>
                </a:cubicBezTo>
                <a:cubicBezTo>
                  <a:pt x="38054" y="86884"/>
                  <a:pt x="42503" y="85700"/>
                  <a:pt x="47519" y="83331"/>
                </a:cubicBezTo>
                <a:cubicBezTo>
                  <a:pt x="52535" y="80961"/>
                  <a:pt x="57825" y="77211"/>
                  <a:pt x="63391" y="72082"/>
                </a:cubicBezTo>
                <a:lnTo>
                  <a:pt x="63391" y="54751"/>
                </a:lnTo>
                <a:close/>
                <a:moveTo>
                  <a:pt x="115949" y="1747"/>
                </a:moveTo>
                <a:lnTo>
                  <a:pt x="131384" y="1747"/>
                </a:lnTo>
                <a:lnTo>
                  <a:pt x="131869" y="19661"/>
                </a:lnTo>
                <a:cubicBezTo>
                  <a:pt x="137629" y="12752"/>
                  <a:pt x="143308" y="7749"/>
                  <a:pt x="148906" y="4651"/>
                </a:cubicBezTo>
                <a:cubicBezTo>
                  <a:pt x="154505" y="1550"/>
                  <a:pt x="160151" y="0"/>
                  <a:pt x="165846" y="0"/>
                </a:cubicBezTo>
                <a:cubicBezTo>
                  <a:pt x="175942" y="0"/>
                  <a:pt x="183595" y="3260"/>
                  <a:pt x="188805" y="9780"/>
                </a:cubicBezTo>
                <a:cubicBezTo>
                  <a:pt x="194015" y="16301"/>
                  <a:pt x="196425" y="25984"/>
                  <a:pt x="196037" y="38831"/>
                </a:cubicBezTo>
                <a:lnTo>
                  <a:pt x="178952" y="38831"/>
                </a:lnTo>
                <a:cubicBezTo>
                  <a:pt x="179146" y="30322"/>
                  <a:pt x="177900" y="24151"/>
                  <a:pt x="175214" y="20316"/>
                </a:cubicBezTo>
                <a:cubicBezTo>
                  <a:pt x="172528" y="16480"/>
                  <a:pt x="168597" y="14562"/>
                  <a:pt x="163419" y="14562"/>
                </a:cubicBezTo>
                <a:cubicBezTo>
                  <a:pt x="161154" y="14562"/>
                  <a:pt x="158873" y="14965"/>
                  <a:pt x="156575" y="15772"/>
                </a:cubicBezTo>
                <a:cubicBezTo>
                  <a:pt x="154278" y="16577"/>
                  <a:pt x="151916" y="17865"/>
                  <a:pt x="149489" y="19637"/>
                </a:cubicBezTo>
                <a:cubicBezTo>
                  <a:pt x="147062" y="21408"/>
                  <a:pt x="144489" y="23681"/>
                  <a:pt x="141771" y="26453"/>
                </a:cubicBezTo>
                <a:cubicBezTo>
                  <a:pt x="139053" y="29224"/>
                  <a:pt x="136141" y="32575"/>
                  <a:pt x="133034" y="36507"/>
                </a:cubicBezTo>
                <a:lnTo>
                  <a:pt x="133034" y="99212"/>
                </a:lnTo>
                <a:lnTo>
                  <a:pt x="115949" y="99212"/>
                </a:lnTo>
                <a:lnTo>
                  <a:pt x="115949" y="1747"/>
                </a:lnTo>
                <a:close/>
                <a:moveTo>
                  <a:pt x="225296" y="1747"/>
                </a:moveTo>
                <a:lnTo>
                  <a:pt x="240731" y="1747"/>
                </a:lnTo>
                <a:lnTo>
                  <a:pt x="241216" y="19661"/>
                </a:lnTo>
                <a:cubicBezTo>
                  <a:pt x="246976" y="12752"/>
                  <a:pt x="252655" y="7749"/>
                  <a:pt x="258253" y="4651"/>
                </a:cubicBezTo>
                <a:cubicBezTo>
                  <a:pt x="263851" y="1550"/>
                  <a:pt x="269498" y="0"/>
                  <a:pt x="275193" y="0"/>
                </a:cubicBezTo>
                <a:cubicBezTo>
                  <a:pt x="285289" y="0"/>
                  <a:pt x="292942" y="3260"/>
                  <a:pt x="298152" y="9780"/>
                </a:cubicBezTo>
                <a:cubicBezTo>
                  <a:pt x="303362" y="16301"/>
                  <a:pt x="305772" y="25984"/>
                  <a:pt x="305384" y="38831"/>
                </a:cubicBezTo>
                <a:lnTo>
                  <a:pt x="288298" y="38831"/>
                </a:lnTo>
                <a:cubicBezTo>
                  <a:pt x="288493" y="30322"/>
                  <a:pt x="287247" y="24151"/>
                  <a:pt x="284561" y="20316"/>
                </a:cubicBezTo>
                <a:cubicBezTo>
                  <a:pt x="281875" y="16480"/>
                  <a:pt x="277944" y="14562"/>
                  <a:pt x="272766" y="14562"/>
                </a:cubicBezTo>
                <a:cubicBezTo>
                  <a:pt x="270501" y="14562"/>
                  <a:pt x="268220" y="14965"/>
                  <a:pt x="265922" y="15772"/>
                </a:cubicBezTo>
                <a:cubicBezTo>
                  <a:pt x="263625" y="16577"/>
                  <a:pt x="261263" y="17865"/>
                  <a:pt x="258836" y="19637"/>
                </a:cubicBezTo>
                <a:cubicBezTo>
                  <a:pt x="256409" y="21408"/>
                  <a:pt x="253836" y="23681"/>
                  <a:pt x="251118" y="26453"/>
                </a:cubicBezTo>
                <a:cubicBezTo>
                  <a:pt x="248400" y="29224"/>
                  <a:pt x="245488" y="32575"/>
                  <a:pt x="242381" y="36507"/>
                </a:cubicBezTo>
                <a:lnTo>
                  <a:pt x="242381" y="99212"/>
                </a:lnTo>
                <a:lnTo>
                  <a:pt x="225296" y="99212"/>
                </a:lnTo>
                <a:lnTo>
                  <a:pt x="225296" y="1747"/>
                </a:lnTo>
                <a:close/>
                <a:moveTo>
                  <a:pt x="393278" y="99212"/>
                </a:moveTo>
                <a:lnTo>
                  <a:pt x="392889" y="86080"/>
                </a:lnTo>
                <a:cubicBezTo>
                  <a:pt x="387583" y="91332"/>
                  <a:pt x="382195" y="95125"/>
                  <a:pt x="376726" y="97459"/>
                </a:cubicBezTo>
                <a:cubicBezTo>
                  <a:pt x="371257" y="99793"/>
                  <a:pt x="365514" y="100960"/>
                  <a:pt x="359495" y="100960"/>
                </a:cubicBezTo>
                <a:cubicBezTo>
                  <a:pt x="353929" y="100960"/>
                  <a:pt x="349173" y="100247"/>
                  <a:pt x="345225" y="98821"/>
                </a:cubicBezTo>
                <a:cubicBezTo>
                  <a:pt x="341277" y="97395"/>
                  <a:pt x="338025" y="95434"/>
                  <a:pt x="335469" y="92939"/>
                </a:cubicBezTo>
                <a:cubicBezTo>
                  <a:pt x="332912" y="90443"/>
                  <a:pt x="331035" y="87510"/>
                  <a:pt x="329838" y="84138"/>
                </a:cubicBezTo>
                <a:cubicBezTo>
                  <a:pt x="328641" y="80767"/>
                  <a:pt x="328042" y="77104"/>
                  <a:pt x="328042" y="73150"/>
                </a:cubicBezTo>
                <a:cubicBezTo>
                  <a:pt x="328042" y="63362"/>
                  <a:pt x="331683" y="55697"/>
                  <a:pt x="338963" y="50155"/>
                </a:cubicBezTo>
                <a:cubicBezTo>
                  <a:pt x="346244" y="44612"/>
                  <a:pt x="357003" y="41840"/>
                  <a:pt x="371241" y="41840"/>
                </a:cubicBezTo>
                <a:lnTo>
                  <a:pt x="391433" y="41840"/>
                </a:lnTo>
                <a:lnTo>
                  <a:pt x="391433" y="33328"/>
                </a:lnTo>
                <a:cubicBezTo>
                  <a:pt x="391433" y="27588"/>
                  <a:pt x="389589" y="22993"/>
                  <a:pt x="385900" y="19543"/>
                </a:cubicBezTo>
                <a:cubicBezTo>
                  <a:pt x="382211" y="16092"/>
                  <a:pt x="376580" y="14367"/>
                  <a:pt x="369009" y="14367"/>
                </a:cubicBezTo>
                <a:cubicBezTo>
                  <a:pt x="363507" y="14367"/>
                  <a:pt x="358087" y="14991"/>
                  <a:pt x="352748" y="16239"/>
                </a:cubicBezTo>
                <a:cubicBezTo>
                  <a:pt x="347409" y="17485"/>
                  <a:pt x="341892" y="19256"/>
                  <a:pt x="336197" y="21551"/>
                </a:cubicBezTo>
                <a:lnTo>
                  <a:pt x="336197" y="6310"/>
                </a:lnTo>
                <a:cubicBezTo>
                  <a:pt x="338332" y="5521"/>
                  <a:pt x="340711" y="4749"/>
                  <a:pt x="343332" y="3992"/>
                </a:cubicBezTo>
                <a:cubicBezTo>
                  <a:pt x="345953" y="3236"/>
                  <a:pt x="348719" y="2562"/>
                  <a:pt x="351632" y="1972"/>
                </a:cubicBezTo>
                <a:cubicBezTo>
                  <a:pt x="354544" y="1379"/>
                  <a:pt x="357586" y="903"/>
                  <a:pt x="360757" y="543"/>
                </a:cubicBezTo>
                <a:cubicBezTo>
                  <a:pt x="363928" y="181"/>
                  <a:pt x="367132" y="0"/>
                  <a:pt x="370368" y="0"/>
                </a:cubicBezTo>
                <a:cubicBezTo>
                  <a:pt x="376257" y="0"/>
                  <a:pt x="381564" y="647"/>
                  <a:pt x="386288" y="1942"/>
                </a:cubicBezTo>
                <a:cubicBezTo>
                  <a:pt x="391013" y="3236"/>
                  <a:pt x="395009" y="5210"/>
                  <a:pt x="398277" y="7863"/>
                </a:cubicBezTo>
                <a:cubicBezTo>
                  <a:pt x="401545" y="10517"/>
                  <a:pt x="404053" y="13850"/>
                  <a:pt x="405801" y="17862"/>
                </a:cubicBezTo>
                <a:cubicBezTo>
                  <a:pt x="407548" y="21875"/>
                  <a:pt x="408422" y="26599"/>
                  <a:pt x="408422" y="32035"/>
                </a:cubicBezTo>
                <a:lnTo>
                  <a:pt x="408422" y="99212"/>
                </a:lnTo>
                <a:lnTo>
                  <a:pt x="393278" y="99212"/>
                </a:lnTo>
                <a:moveTo>
                  <a:pt x="391433" y="54751"/>
                </a:moveTo>
                <a:lnTo>
                  <a:pt x="369979" y="54751"/>
                </a:lnTo>
                <a:cubicBezTo>
                  <a:pt x="365773" y="54751"/>
                  <a:pt x="362148" y="55174"/>
                  <a:pt x="359107" y="56019"/>
                </a:cubicBezTo>
                <a:cubicBezTo>
                  <a:pt x="356065" y="56863"/>
                  <a:pt x="353573" y="58063"/>
                  <a:pt x="351632" y="59620"/>
                </a:cubicBezTo>
                <a:cubicBezTo>
                  <a:pt x="349690" y="61178"/>
                  <a:pt x="348250" y="63044"/>
                  <a:pt x="347312" y="65220"/>
                </a:cubicBezTo>
                <a:cubicBezTo>
                  <a:pt x="346373" y="67394"/>
                  <a:pt x="345904" y="69845"/>
                  <a:pt x="345904" y="72571"/>
                </a:cubicBezTo>
                <a:cubicBezTo>
                  <a:pt x="345904" y="74454"/>
                  <a:pt x="346195" y="76256"/>
                  <a:pt x="346778" y="77977"/>
                </a:cubicBezTo>
                <a:cubicBezTo>
                  <a:pt x="347360" y="79696"/>
                  <a:pt x="348299" y="81221"/>
                  <a:pt x="349593" y="82552"/>
                </a:cubicBezTo>
                <a:cubicBezTo>
                  <a:pt x="350888" y="83882"/>
                  <a:pt x="352570" y="84937"/>
                  <a:pt x="354641" y="85716"/>
                </a:cubicBezTo>
                <a:cubicBezTo>
                  <a:pt x="356712" y="86494"/>
                  <a:pt x="359236" y="86884"/>
                  <a:pt x="362213" y="86884"/>
                </a:cubicBezTo>
                <a:cubicBezTo>
                  <a:pt x="366096" y="86884"/>
                  <a:pt x="370546" y="85700"/>
                  <a:pt x="375561" y="83331"/>
                </a:cubicBezTo>
                <a:cubicBezTo>
                  <a:pt x="380577" y="80961"/>
                  <a:pt x="385867" y="77211"/>
                  <a:pt x="391433" y="72082"/>
                </a:cubicBezTo>
                <a:lnTo>
                  <a:pt x="391433" y="54751"/>
                </a:lnTo>
                <a:close/>
                <a:moveTo>
                  <a:pt x="526700" y="1747"/>
                </a:moveTo>
                <a:lnTo>
                  <a:pt x="493500" y="88922"/>
                </a:lnTo>
                <a:cubicBezTo>
                  <a:pt x="490070" y="97789"/>
                  <a:pt x="486526" y="105425"/>
                  <a:pt x="482870" y="111832"/>
                </a:cubicBezTo>
                <a:cubicBezTo>
                  <a:pt x="479213" y="118239"/>
                  <a:pt x="475217" y="123498"/>
                  <a:pt x="470881" y="127607"/>
                </a:cubicBezTo>
                <a:cubicBezTo>
                  <a:pt x="466545" y="131717"/>
                  <a:pt x="461788" y="134742"/>
                  <a:pt x="456610" y="136684"/>
                </a:cubicBezTo>
                <a:cubicBezTo>
                  <a:pt x="451433" y="138626"/>
                  <a:pt x="445641" y="139596"/>
                  <a:pt x="439234" y="139596"/>
                </a:cubicBezTo>
                <a:cubicBezTo>
                  <a:pt x="437551" y="139596"/>
                  <a:pt x="436030" y="139564"/>
                  <a:pt x="434671" y="139499"/>
                </a:cubicBezTo>
                <a:cubicBezTo>
                  <a:pt x="433312" y="139434"/>
                  <a:pt x="431824" y="139337"/>
                  <a:pt x="430206" y="139208"/>
                </a:cubicBezTo>
                <a:lnTo>
                  <a:pt x="430206" y="123870"/>
                </a:lnTo>
                <a:cubicBezTo>
                  <a:pt x="431629" y="124064"/>
                  <a:pt x="433183" y="124242"/>
                  <a:pt x="434865" y="124404"/>
                </a:cubicBezTo>
                <a:cubicBezTo>
                  <a:pt x="436548" y="124566"/>
                  <a:pt x="438328" y="124646"/>
                  <a:pt x="440204" y="124646"/>
                </a:cubicBezTo>
                <a:cubicBezTo>
                  <a:pt x="443311" y="124646"/>
                  <a:pt x="446207" y="124193"/>
                  <a:pt x="448893" y="123287"/>
                </a:cubicBezTo>
                <a:cubicBezTo>
                  <a:pt x="451579" y="122381"/>
                  <a:pt x="454119" y="120909"/>
                  <a:pt x="456513" y="118870"/>
                </a:cubicBezTo>
                <a:cubicBezTo>
                  <a:pt x="458908" y="116832"/>
                  <a:pt x="461205" y="114195"/>
                  <a:pt x="463406" y="110959"/>
                </a:cubicBezTo>
                <a:cubicBezTo>
                  <a:pt x="465606" y="107723"/>
                  <a:pt x="467742" y="103807"/>
                  <a:pt x="469813" y="99212"/>
                </a:cubicBezTo>
                <a:lnTo>
                  <a:pt x="430885" y="1747"/>
                </a:lnTo>
                <a:lnTo>
                  <a:pt x="450106" y="1747"/>
                </a:lnTo>
                <a:lnTo>
                  <a:pt x="474764" y="66206"/>
                </a:lnTo>
                <a:lnTo>
                  <a:pt x="479715" y="81350"/>
                </a:lnTo>
                <a:lnTo>
                  <a:pt x="485345" y="65818"/>
                </a:lnTo>
                <a:lnTo>
                  <a:pt x="508158" y="1747"/>
                </a:lnTo>
                <a:lnTo>
                  <a:pt x="526700" y="1747"/>
                </a:lnTo>
                <a:close/>
                <a:moveTo>
                  <a:pt x="562657" y="89311"/>
                </a:moveTo>
                <a:cubicBezTo>
                  <a:pt x="562657" y="90864"/>
                  <a:pt x="562366" y="92352"/>
                  <a:pt x="561784" y="93776"/>
                </a:cubicBezTo>
                <a:cubicBezTo>
                  <a:pt x="561201" y="95200"/>
                  <a:pt x="560408" y="96446"/>
                  <a:pt x="559405" y="97514"/>
                </a:cubicBezTo>
                <a:cubicBezTo>
                  <a:pt x="558402" y="98581"/>
                  <a:pt x="557189" y="99423"/>
                  <a:pt x="555765" y="100038"/>
                </a:cubicBezTo>
                <a:cubicBezTo>
                  <a:pt x="554341" y="100652"/>
                  <a:pt x="552788" y="100960"/>
                  <a:pt x="551105" y="100960"/>
                </a:cubicBezTo>
                <a:cubicBezTo>
                  <a:pt x="549422" y="100960"/>
                  <a:pt x="547869" y="100652"/>
                  <a:pt x="546445" y="100038"/>
                </a:cubicBezTo>
                <a:cubicBezTo>
                  <a:pt x="545022" y="99423"/>
                  <a:pt x="543808" y="98598"/>
                  <a:pt x="542805" y="97562"/>
                </a:cubicBezTo>
                <a:cubicBezTo>
                  <a:pt x="541802" y="96527"/>
                  <a:pt x="541009" y="95297"/>
                  <a:pt x="540427" y="93873"/>
                </a:cubicBezTo>
                <a:cubicBezTo>
                  <a:pt x="539844" y="92449"/>
                  <a:pt x="539553" y="90929"/>
                  <a:pt x="539553" y="89311"/>
                </a:cubicBezTo>
                <a:cubicBezTo>
                  <a:pt x="539553" y="87693"/>
                  <a:pt x="539844" y="86172"/>
                  <a:pt x="540427" y="84748"/>
                </a:cubicBezTo>
                <a:cubicBezTo>
                  <a:pt x="541009" y="83324"/>
                  <a:pt x="541802" y="82078"/>
                  <a:pt x="542805" y="81011"/>
                </a:cubicBezTo>
                <a:cubicBezTo>
                  <a:pt x="543808" y="79943"/>
                  <a:pt x="545022" y="79101"/>
                  <a:pt x="546445" y="78487"/>
                </a:cubicBezTo>
                <a:cubicBezTo>
                  <a:pt x="547869" y="77872"/>
                  <a:pt x="549422" y="77564"/>
                  <a:pt x="551105" y="77564"/>
                </a:cubicBezTo>
                <a:cubicBezTo>
                  <a:pt x="552788" y="77564"/>
                  <a:pt x="554341" y="77872"/>
                  <a:pt x="555765" y="78487"/>
                </a:cubicBezTo>
                <a:cubicBezTo>
                  <a:pt x="557189" y="79101"/>
                  <a:pt x="558402" y="79926"/>
                  <a:pt x="559405" y="80962"/>
                </a:cubicBezTo>
                <a:cubicBezTo>
                  <a:pt x="560408" y="81997"/>
                  <a:pt x="561201" y="83243"/>
                  <a:pt x="561784" y="84699"/>
                </a:cubicBezTo>
                <a:cubicBezTo>
                  <a:pt x="562366" y="86156"/>
                  <a:pt x="562657" y="87693"/>
                  <a:pt x="562657" y="89311"/>
                </a:cubicBezTo>
                <a:moveTo>
                  <a:pt x="600032" y="89311"/>
                </a:moveTo>
                <a:cubicBezTo>
                  <a:pt x="600032" y="90864"/>
                  <a:pt x="599740" y="92352"/>
                  <a:pt x="599158" y="93776"/>
                </a:cubicBezTo>
                <a:cubicBezTo>
                  <a:pt x="598576" y="95200"/>
                  <a:pt x="597783" y="96446"/>
                  <a:pt x="596780" y="97514"/>
                </a:cubicBezTo>
                <a:cubicBezTo>
                  <a:pt x="595777" y="98581"/>
                  <a:pt x="594563" y="99423"/>
                  <a:pt x="593139" y="100038"/>
                </a:cubicBezTo>
                <a:cubicBezTo>
                  <a:pt x="591715" y="100652"/>
                  <a:pt x="590162" y="100960"/>
                  <a:pt x="588480" y="100960"/>
                </a:cubicBezTo>
                <a:cubicBezTo>
                  <a:pt x="586797" y="100960"/>
                  <a:pt x="585244" y="100652"/>
                  <a:pt x="583820" y="100038"/>
                </a:cubicBezTo>
                <a:cubicBezTo>
                  <a:pt x="582396" y="99423"/>
                  <a:pt x="581183" y="98598"/>
                  <a:pt x="580180" y="97562"/>
                </a:cubicBezTo>
                <a:cubicBezTo>
                  <a:pt x="579176" y="96527"/>
                  <a:pt x="578384" y="95297"/>
                  <a:pt x="577801" y="93873"/>
                </a:cubicBezTo>
                <a:cubicBezTo>
                  <a:pt x="577219" y="92449"/>
                  <a:pt x="576927" y="90929"/>
                  <a:pt x="576927" y="89311"/>
                </a:cubicBezTo>
                <a:cubicBezTo>
                  <a:pt x="576927" y="87693"/>
                  <a:pt x="577219" y="86172"/>
                  <a:pt x="577801" y="84748"/>
                </a:cubicBezTo>
                <a:cubicBezTo>
                  <a:pt x="578384" y="83324"/>
                  <a:pt x="579176" y="82078"/>
                  <a:pt x="580180" y="81011"/>
                </a:cubicBezTo>
                <a:cubicBezTo>
                  <a:pt x="581183" y="79943"/>
                  <a:pt x="582396" y="79101"/>
                  <a:pt x="583820" y="78487"/>
                </a:cubicBezTo>
                <a:cubicBezTo>
                  <a:pt x="585244" y="77872"/>
                  <a:pt x="586797" y="77564"/>
                  <a:pt x="588480" y="77564"/>
                </a:cubicBezTo>
                <a:cubicBezTo>
                  <a:pt x="590162" y="77564"/>
                  <a:pt x="591715" y="77872"/>
                  <a:pt x="593139" y="78487"/>
                </a:cubicBezTo>
                <a:cubicBezTo>
                  <a:pt x="594563" y="79101"/>
                  <a:pt x="595777" y="79926"/>
                  <a:pt x="596780" y="80962"/>
                </a:cubicBezTo>
                <a:cubicBezTo>
                  <a:pt x="597783" y="81997"/>
                  <a:pt x="598576" y="83243"/>
                  <a:pt x="599158" y="84699"/>
                </a:cubicBezTo>
                <a:cubicBezTo>
                  <a:pt x="599740" y="86156"/>
                  <a:pt x="600032" y="87693"/>
                  <a:pt x="600032" y="89311"/>
                </a:cubicBezTo>
                <a:moveTo>
                  <a:pt x="637406" y="89311"/>
                </a:moveTo>
                <a:cubicBezTo>
                  <a:pt x="637406" y="90864"/>
                  <a:pt x="637115" y="92352"/>
                  <a:pt x="636533" y="93776"/>
                </a:cubicBezTo>
                <a:cubicBezTo>
                  <a:pt x="635950" y="95200"/>
                  <a:pt x="635157" y="96446"/>
                  <a:pt x="634154" y="97514"/>
                </a:cubicBezTo>
                <a:cubicBezTo>
                  <a:pt x="633151" y="98581"/>
                  <a:pt x="631938" y="99423"/>
                  <a:pt x="630514" y="100038"/>
                </a:cubicBezTo>
                <a:cubicBezTo>
                  <a:pt x="629090" y="100652"/>
                  <a:pt x="627537" y="100960"/>
                  <a:pt x="625854" y="100960"/>
                </a:cubicBezTo>
                <a:cubicBezTo>
                  <a:pt x="624171" y="100960"/>
                  <a:pt x="622618" y="100652"/>
                  <a:pt x="621194" y="100038"/>
                </a:cubicBezTo>
                <a:cubicBezTo>
                  <a:pt x="619771" y="99423"/>
                  <a:pt x="618557" y="98598"/>
                  <a:pt x="617554" y="97562"/>
                </a:cubicBezTo>
                <a:cubicBezTo>
                  <a:pt x="616551" y="96527"/>
                  <a:pt x="615758" y="95297"/>
                  <a:pt x="615176" y="93873"/>
                </a:cubicBezTo>
                <a:cubicBezTo>
                  <a:pt x="614593" y="92449"/>
                  <a:pt x="614302" y="90929"/>
                  <a:pt x="614302" y="89311"/>
                </a:cubicBezTo>
                <a:cubicBezTo>
                  <a:pt x="614302" y="87693"/>
                  <a:pt x="614593" y="86172"/>
                  <a:pt x="615176" y="84748"/>
                </a:cubicBezTo>
                <a:cubicBezTo>
                  <a:pt x="615758" y="83324"/>
                  <a:pt x="616551" y="82078"/>
                  <a:pt x="617554" y="81011"/>
                </a:cubicBezTo>
                <a:cubicBezTo>
                  <a:pt x="618557" y="79943"/>
                  <a:pt x="619771" y="79101"/>
                  <a:pt x="621194" y="78487"/>
                </a:cubicBezTo>
                <a:cubicBezTo>
                  <a:pt x="622618" y="77872"/>
                  <a:pt x="624171" y="77564"/>
                  <a:pt x="625854" y="77564"/>
                </a:cubicBezTo>
                <a:cubicBezTo>
                  <a:pt x="627537" y="77564"/>
                  <a:pt x="629090" y="77872"/>
                  <a:pt x="630514" y="78487"/>
                </a:cubicBezTo>
                <a:cubicBezTo>
                  <a:pt x="631938" y="79101"/>
                  <a:pt x="633151" y="79926"/>
                  <a:pt x="634154" y="80962"/>
                </a:cubicBezTo>
                <a:cubicBezTo>
                  <a:pt x="635157" y="81997"/>
                  <a:pt x="635950" y="83243"/>
                  <a:pt x="636533" y="84699"/>
                </a:cubicBezTo>
                <a:cubicBezTo>
                  <a:pt x="637115" y="86156"/>
                  <a:pt x="637406" y="87693"/>
                  <a:pt x="637406" y="893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…">
            <a:extLst xmlns:a="http://schemas.openxmlformats.org/drawingml/2006/main">
              <a:ext uri="{FF2B5EF4-FFF2-40B4-BE49-F238E27FC236}">
                <a16:creationId xmlns:a16="http://schemas.microsoft.com/office/drawing/2014/main" id="{D5A667D1-07A2-4ABE-98A8-4E14B8CD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9169" y="5126979"/>
            <a:ext cx="195707" cy="46791"/>
          </a:xfrm>
          <a:custGeom xmlns:a="http://schemas.openxmlformats.org/drawingml/2006/main">
            <a:pathLst>
              <a:path w="195707" h="46791">
                <a:moveTo>
                  <a:pt x="46209" y="23493"/>
                </a:moveTo>
                <a:cubicBezTo>
                  <a:pt x="46209" y="26599"/>
                  <a:pt x="45626" y="29576"/>
                  <a:pt x="44461" y="32424"/>
                </a:cubicBezTo>
                <a:cubicBezTo>
                  <a:pt x="43296" y="35271"/>
                  <a:pt x="41711" y="37763"/>
                  <a:pt x="39704" y="39899"/>
                </a:cubicBezTo>
                <a:cubicBezTo>
                  <a:pt x="37698" y="42034"/>
                  <a:pt x="35271" y="43717"/>
                  <a:pt x="32424" y="44947"/>
                </a:cubicBezTo>
                <a:cubicBezTo>
                  <a:pt x="29576" y="46176"/>
                  <a:pt x="26470" y="46791"/>
                  <a:pt x="23104" y="46791"/>
                </a:cubicBezTo>
                <a:cubicBezTo>
                  <a:pt x="19739" y="46791"/>
                  <a:pt x="16632" y="46176"/>
                  <a:pt x="13785" y="44947"/>
                </a:cubicBezTo>
                <a:cubicBezTo>
                  <a:pt x="10937" y="43717"/>
                  <a:pt x="8510" y="42067"/>
                  <a:pt x="6504" y="39996"/>
                </a:cubicBezTo>
                <a:cubicBezTo>
                  <a:pt x="4498" y="37925"/>
                  <a:pt x="2912" y="35465"/>
                  <a:pt x="1747" y="32618"/>
                </a:cubicBezTo>
                <a:cubicBezTo>
                  <a:pt x="582" y="29770"/>
                  <a:pt x="0" y="26728"/>
                  <a:pt x="0" y="23493"/>
                </a:cubicBezTo>
                <a:cubicBezTo>
                  <a:pt x="0" y="20257"/>
                  <a:pt x="582" y="17215"/>
                  <a:pt x="1747" y="14367"/>
                </a:cubicBezTo>
                <a:cubicBezTo>
                  <a:pt x="2912" y="11520"/>
                  <a:pt x="4498" y="9028"/>
                  <a:pt x="6504" y="6892"/>
                </a:cubicBezTo>
                <a:cubicBezTo>
                  <a:pt x="8510" y="4757"/>
                  <a:pt x="10937" y="3074"/>
                  <a:pt x="13785" y="1844"/>
                </a:cubicBezTo>
                <a:cubicBezTo>
                  <a:pt x="16632" y="615"/>
                  <a:pt x="19739" y="0"/>
                  <a:pt x="23104" y="0"/>
                </a:cubicBezTo>
                <a:cubicBezTo>
                  <a:pt x="26470" y="0"/>
                  <a:pt x="29576" y="615"/>
                  <a:pt x="32424" y="1844"/>
                </a:cubicBezTo>
                <a:cubicBezTo>
                  <a:pt x="35271" y="3074"/>
                  <a:pt x="37698" y="4724"/>
                  <a:pt x="39704" y="6795"/>
                </a:cubicBezTo>
                <a:cubicBezTo>
                  <a:pt x="41711" y="8866"/>
                  <a:pt x="43296" y="11358"/>
                  <a:pt x="44461" y="14270"/>
                </a:cubicBezTo>
                <a:cubicBezTo>
                  <a:pt x="45626" y="17183"/>
                  <a:pt x="46209" y="20257"/>
                  <a:pt x="46209" y="23493"/>
                </a:cubicBezTo>
                <a:moveTo>
                  <a:pt x="120958" y="23493"/>
                </a:moveTo>
                <a:cubicBezTo>
                  <a:pt x="120958" y="26599"/>
                  <a:pt x="120375" y="29576"/>
                  <a:pt x="119210" y="32424"/>
                </a:cubicBezTo>
                <a:cubicBezTo>
                  <a:pt x="118045" y="35271"/>
                  <a:pt x="116460" y="37763"/>
                  <a:pt x="114453" y="39899"/>
                </a:cubicBezTo>
                <a:cubicBezTo>
                  <a:pt x="112447" y="42034"/>
                  <a:pt x="110020" y="43717"/>
                  <a:pt x="107173" y="44947"/>
                </a:cubicBezTo>
                <a:cubicBezTo>
                  <a:pt x="104325" y="46176"/>
                  <a:pt x="101219" y="46791"/>
                  <a:pt x="97853" y="46791"/>
                </a:cubicBezTo>
                <a:cubicBezTo>
                  <a:pt x="94488" y="46791"/>
                  <a:pt x="91382" y="46176"/>
                  <a:pt x="88534" y="44947"/>
                </a:cubicBezTo>
                <a:cubicBezTo>
                  <a:pt x="85686" y="43717"/>
                  <a:pt x="83259" y="42067"/>
                  <a:pt x="81253" y="39996"/>
                </a:cubicBezTo>
                <a:cubicBezTo>
                  <a:pt x="79247" y="37925"/>
                  <a:pt x="77661" y="35465"/>
                  <a:pt x="76496" y="32618"/>
                </a:cubicBezTo>
                <a:cubicBezTo>
                  <a:pt x="75332" y="29770"/>
                  <a:pt x="74749" y="26728"/>
                  <a:pt x="74749" y="23493"/>
                </a:cubicBezTo>
                <a:cubicBezTo>
                  <a:pt x="74749" y="20257"/>
                  <a:pt x="75332" y="17215"/>
                  <a:pt x="76496" y="14367"/>
                </a:cubicBezTo>
                <a:cubicBezTo>
                  <a:pt x="77661" y="11520"/>
                  <a:pt x="79247" y="9028"/>
                  <a:pt x="81253" y="6892"/>
                </a:cubicBezTo>
                <a:cubicBezTo>
                  <a:pt x="83259" y="4757"/>
                  <a:pt x="85686" y="3074"/>
                  <a:pt x="88534" y="1844"/>
                </a:cubicBezTo>
                <a:cubicBezTo>
                  <a:pt x="91382" y="615"/>
                  <a:pt x="94488" y="0"/>
                  <a:pt x="97853" y="0"/>
                </a:cubicBezTo>
                <a:cubicBezTo>
                  <a:pt x="101219" y="0"/>
                  <a:pt x="104325" y="615"/>
                  <a:pt x="107173" y="1844"/>
                </a:cubicBezTo>
                <a:cubicBezTo>
                  <a:pt x="110020" y="3074"/>
                  <a:pt x="112447" y="4724"/>
                  <a:pt x="114453" y="6795"/>
                </a:cubicBezTo>
                <a:cubicBezTo>
                  <a:pt x="116460" y="8866"/>
                  <a:pt x="118045" y="11358"/>
                  <a:pt x="119210" y="14270"/>
                </a:cubicBezTo>
                <a:cubicBezTo>
                  <a:pt x="120375" y="17183"/>
                  <a:pt x="120958" y="20257"/>
                  <a:pt x="120958" y="23493"/>
                </a:cubicBezTo>
                <a:moveTo>
                  <a:pt x="195707" y="23493"/>
                </a:moveTo>
                <a:cubicBezTo>
                  <a:pt x="195707" y="26599"/>
                  <a:pt x="195124" y="29576"/>
                  <a:pt x="193959" y="32424"/>
                </a:cubicBezTo>
                <a:cubicBezTo>
                  <a:pt x="192794" y="35271"/>
                  <a:pt x="191209" y="37763"/>
                  <a:pt x="189202" y="39899"/>
                </a:cubicBezTo>
                <a:cubicBezTo>
                  <a:pt x="187196" y="42034"/>
                  <a:pt x="184769" y="43717"/>
                  <a:pt x="181922" y="44947"/>
                </a:cubicBezTo>
                <a:cubicBezTo>
                  <a:pt x="179074" y="46176"/>
                  <a:pt x="175968" y="46791"/>
                  <a:pt x="172602" y="46791"/>
                </a:cubicBezTo>
                <a:cubicBezTo>
                  <a:pt x="169237" y="46791"/>
                  <a:pt x="166131" y="46176"/>
                  <a:pt x="163283" y="44947"/>
                </a:cubicBezTo>
                <a:cubicBezTo>
                  <a:pt x="160435" y="43717"/>
                  <a:pt x="158009" y="42067"/>
                  <a:pt x="156002" y="39996"/>
                </a:cubicBezTo>
                <a:cubicBezTo>
                  <a:pt x="153996" y="37925"/>
                  <a:pt x="152410" y="35465"/>
                  <a:pt x="151246" y="32618"/>
                </a:cubicBezTo>
                <a:cubicBezTo>
                  <a:pt x="150081" y="29770"/>
                  <a:pt x="149498" y="26728"/>
                  <a:pt x="149498" y="23493"/>
                </a:cubicBezTo>
                <a:cubicBezTo>
                  <a:pt x="149498" y="20257"/>
                  <a:pt x="150081" y="17215"/>
                  <a:pt x="151246" y="14367"/>
                </a:cubicBezTo>
                <a:cubicBezTo>
                  <a:pt x="152410" y="11520"/>
                  <a:pt x="153996" y="9028"/>
                  <a:pt x="156002" y="6892"/>
                </a:cubicBezTo>
                <a:cubicBezTo>
                  <a:pt x="158009" y="4757"/>
                  <a:pt x="160435" y="3074"/>
                  <a:pt x="163283" y="1844"/>
                </a:cubicBezTo>
                <a:cubicBezTo>
                  <a:pt x="166131" y="615"/>
                  <a:pt x="169237" y="0"/>
                  <a:pt x="172602" y="0"/>
                </a:cubicBezTo>
                <a:cubicBezTo>
                  <a:pt x="175968" y="0"/>
                  <a:pt x="179074" y="615"/>
                  <a:pt x="181922" y="1844"/>
                </a:cubicBezTo>
                <a:cubicBezTo>
                  <a:pt x="184769" y="3074"/>
                  <a:pt x="187196" y="4724"/>
                  <a:pt x="189202" y="6795"/>
                </a:cubicBezTo>
                <a:cubicBezTo>
                  <a:pt x="191209" y="8866"/>
                  <a:pt x="192794" y="11358"/>
                  <a:pt x="193959" y="14270"/>
                </a:cubicBezTo>
                <a:cubicBezTo>
                  <a:pt x="195124" y="17183"/>
                  <a:pt x="195707" y="20257"/>
                  <a:pt x="195707" y="234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BDB321-1DD3-4DAB-9710-3DDCC682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787" y="1042120"/>
            <a:ext cx="1556872" cy="111832"/>
          </a:xfrm>
          <a:custGeom xmlns:a="http://schemas.openxmlformats.org/drawingml/2006/main">
            <a:pathLst>
              <a:path w="1556872" h="111832">
                <a:moveTo>
                  <a:pt x="111799" y="111832"/>
                </a:moveTo>
                <a:lnTo>
                  <a:pt x="111821" y="74589"/>
                </a:lnTo>
                <a:lnTo>
                  <a:pt x="145100" y="74721"/>
                </a:lnTo>
                <a:lnTo>
                  <a:pt x="216309" y="74721"/>
                </a:lnTo>
                <a:lnTo>
                  <a:pt x="252194" y="74886"/>
                </a:lnTo>
                <a:lnTo>
                  <a:pt x="252261" y="37609"/>
                </a:lnTo>
                <a:lnTo>
                  <a:pt x="216375" y="37443"/>
                </a:lnTo>
                <a:lnTo>
                  <a:pt x="145167" y="37443"/>
                </a:lnTo>
                <a:lnTo>
                  <a:pt x="111843" y="37312"/>
                </a:lnTo>
                <a:lnTo>
                  <a:pt x="111865" y="0"/>
                </a:lnTo>
                <a:lnTo>
                  <a:pt x="0" y="55833"/>
                </a:lnTo>
                <a:lnTo>
                  <a:pt x="111799" y="111832"/>
                </a:lnTo>
                <a:close/>
                <a:moveTo>
                  <a:pt x="478344" y="38437"/>
                </a:moveTo>
                <a:lnTo>
                  <a:pt x="448406" y="38272"/>
                </a:lnTo>
                <a:lnTo>
                  <a:pt x="417458" y="38106"/>
                </a:lnTo>
                <a:lnTo>
                  <a:pt x="385648" y="38106"/>
                </a:lnTo>
                <a:lnTo>
                  <a:pt x="364143" y="37940"/>
                </a:lnTo>
                <a:lnTo>
                  <a:pt x="363994" y="75218"/>
                </a:lnTo>
                <a:lnTo>
                  <a:pt x="385499" y="75218"/>
                </a:lnTo>
                <a:lnTo>
                  <a:pt x="417309" y="75383"/>
                </a:lnTo>
                <a:lnTo>
                  <a:pt x="448241" y="75549"/>
                </a:lnTo>
                <a:lnTo>
                  <a:pt x="478195" y="75715"/>
                </a:lnTo>
                <a:lnTo>
                  <a:pt x="507272" y="75715"/>
                </a:lnTo>
                <a:lnTo>
                  <a:pt x="513087" y="75880"/>
                </a:lnTo>
                <a:lnTo>
                  <a:pt x="513253" y="38603"/>
                </a:lnTo>
                <a:lnTo>
                  <a:pt x="507437" y="38603"/>
                </a:lnTo>
                <a:lnTo>
                  <a:pt x="478344" y="38437"/>
                </a:lnTo>
                <a:close/>
                <a:moveTo>
                  <a:pt x="711419" y="77371"/>
                </a:moveTo>
                <a:lnTo>
                  <a:pt x="726496" y="77537"/>
                </a:lnTo>
                <a:lnTo>
                  <a:pt x="726330" y="77537"/>
                </a:lnTo>
                <a:lnTo>
                  <a:pt x="739585" y="77703"/>
                </a:lnTo>
                <a:lnTo>
                  <a:pt x="751182" y="78034"/>
                </a:lnTo>
                <a:lnTo>
                  <a:pt x="760791" y="78200"/>
                </a:lnTo>
                <a:lnTo>
                  <a:pt x="760294" y="78200"/>
                </a:lnTo>
                <a:lnTo>
                  <a:pt x="767916" y="78365"/>
                </a:lnTo>
                <a:lnTo>
                  <a:pt x="767750" y="78365"/>
                </a:lnTo>
                <a:lnTo>
                  <a:pt x="773217" y="78697"/>
                </a:lnTo>
                <a:lnTo>
                  <a:pt x="773383" y="78697"/>
                </a:lnTo>
                <a:lnTo>
                  <a:pt x="774708" y="41419"/>
                </a:lnTo>
                <a:lnTo>
                  <a:pt x="774874" y="41419"/>
                </a:lnTo>
                <a:lnTo>
                  <a:pt x="769241" y="41088"/>
                </a:lnTo>
                <a:lnTo>
                  <a:pt x="761454" y="40922"/>
                </a:lnTo>
                <a:lnTo>
                  <a:pt x="751679" y="40757"/>
                </a:lnTo>
                <a:lnTo>
                  <a:pt x="751845" y="40757"/>
                </a:lnTo>
                <a:lnTo>
                  <a:pt x="740413" y="40591"/>
                </a:lnTo>
                <a:lnTo>
                  <a:pt x="726993" y="40260"/>
                </a:lnTo>
                <a:lnTo>
                  <a:pt x="711751" y="40094"/>
                </a:lnTo>
                <a:lnTo>
                  <a:pt x="711916" y="40094"/>
                </a:lnTo>
                <a:lnTo>
                  <a:pt x="694852" y="39928"/>
                </a:lnTo>
                <a:lnTo>
                  <a:pt x="676461" y="39763"/>
                </a:lnTo>
                <a:lnTo>
                  <a:pt x="676627" y="39763"/>
                </a:lnTo>
                <a:lnTo>
                  <a:pt x="656580" y="39597"/>
                </a:lnTo>
                <a:lnTo>
                  <a:pt x="634876" y="39431"/>
                </a:lnTo>
                <a:lnTo>
                  <a:pt x="635042" y="39431"/>
                </a:lnTo>
                <a:lnTo>
                  <a:pt x="625267" y="39266"/>
                </a:lnTo>
                <a:lnTo>
                  <a:pt x="624770" y="76543"/>
                </a:lnTo>
                <a:lnTo>
                  <a:pt x="634711" y="76709"/>
                </a:lnTo>
                <a:lnTo>
                  <a:pt x="656083" y="76709"/>
                </a:lnTo>
                <a:lnTo>
                  <a:pt x="676130" y="77040"/>
                </a:lnTo>
                <a:lnTo>
                  <a:pt x="694520" y="77206"/>
                </a:lnTo>
                <a:lnTo>
                  <a:pt x="711419" y="77371"/>
                </a:lnTo>
                <a:close/>
                <a:moveTo>
                  <a:pt x="1021899" y="45064"/>
                </a:moveTo>
                <a:lnTo>
                  <a:pt x="995059" y="44733"/>
                </a:lnTo>
                <a:lnTo>
                  <a:pt x="969379" y="44567"/>
                </a:lnTo>
                <a:lnTo>
                  <a:pt x="945191" y="44402"/>
                </a:lnTo>
                <a:lnTo>
                  <a:pt x="945356" y="44567"/>
                </a:lnTo>
                <a:lnTo>
                  <a:pt x="922327" y="44236"/>
                </a:lnTo>
                <a:lnTo>
                  <a:pt x="900789" y="44070"/>
                </a:lnTo>
                <a:lnTo>
                  <a:pt x="886044" y="43905"/>
                </a:lnTo>
                <a:lnTo>
                  <a:pt x="885547" y="81182"/>
                </a:lnTo>
                <a:lnTo>
                  <a:pt x="900458" y="81348"/>
                </a:lnTo>
                <a:lnTo>
                  <a:pt x="921996" y="81513"/>
                </a:lnTo>
                <a:lnTo>
                  <a:pt x="945025" y="81679"/>
                </a:lnTo>
                <a:lnTo>
                  <a:pt x="969214" y="81845"/>
                </a:lnTo>
                <a:lnTo>
                  <a:pt x="994894" y="82010"/>
                </a:lnTo>
                <a:lnTo>
                  <a:pt x="994728" y="82010"/>
                </a:lnTo>
                <a:lnTo>
                  <a:pt x="1021568" y="82176"/>
                </a:lnTo>
                <a:lnTo>
                  <a:pt x="1034822" y="82342"/>
                </a:lnTo>
                <a:lnTo>
                  <a:pt x="1034988" y="45064"/>
                </a:lnTo>
                <a:lnTo>
                  <a:pt x="1021899" y="44899"/>
                </a:lnTo>
                <a:lnTo>
                  <a:pt x="1021899" y="45064"/>
                </a:lnTo>
                <a:close/>
                <a:moveTo>
                  <a:pt x="1203813" y="45727"/>
                </a:moveTo>
                <a:lnTo>
                  <a:pt x="1171340" y="45561"/>
                </a:lnTo>
                <a:lnTo>
                  <a:pt x="1146820" y="45561"/>
                </a:lnTo>
                <a:lnTo>
                  <a:pt x="1146654" y="82839"/>
                </a:lnTo>
                <a:lnTo>
                  <a:pt x="1171175" y="82839"/>
                </a:lnTo>
                <a:lnTo>
                  <a:pt x="1203813" y="83004"/>
                </a:lnTo>
                <a:lnTo>
                  <a:pt x="1271078" y="83170"/>
                </a:lnTo>
                <a:lnTo>
                  <a:pt x="1295930" y="83336"/>
                </a:lnTo>
                <a:lnTo>
                  <a:pt x="1295930" y="46058"/>
                </a:lnTo>
                <a:lnTo>
                  <a:pt x="1271078" y="45893"/>
                </a:lnTo>
                <a:lnTo>
                  <a:pt x="1203813" y="45727"/>
                </a:lnTo>
                <a:close/>
                <a:moveTo>
                  <a:pt x="1411739" y="46224"/>
                </a:moveTo>
                <a:lnTo>
                  <a:pt x="1407762" y="46224"/>
                </a:lnTo>
                <a:lnTo>
                  <a:pt x="1407762" y="83501"/>
                </a:lnTo>
                <a:lnTo>
                  <a:pt x="1411739" y="83501"/>
                </a:lnTo>
                <a:lnTo>
                  <a:pt x="1483974" y="83667"/>
                </a:lnTo>
                <a:lnTo>
                  <a:pt x="1556872" y="83667"/>
                </a:lnTo>
                <a:lnTo>
                  <a:pt x="1556872" y="46390"/>
                </a:lnTo>
                <a:lnTo>
                  <a:pt x="1483974" y="46390"/>
                </a:lnTo>
                <a:lnTo>
                  <a:pt x="1411739" y="46224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4648D2-4E2C-4706-BE04-70747D0E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080" y="787639"/>
            <a:ext cx="643707" cy="620628"/>
          </a:xfrm>
          <a:custGeom xmlns:a="http://schemas.openxmlformats.org/drawingml/2006/main">
            <a:pathLst>
              <a:path w="643707" h="620628">
                <a:moveTo>
                  <a:pt x="0" y="310314"/>
                </a:moveTo>
                <a:cubicBezTo>
                  <a:pt x="0" y="139003"/>
                  <a:pt x="144090" y="0"/>
                  <a:pt x="321845" y="0"/>
                </a:cubicBezTo>
                <a:cubicBezTo>
                  <a:pt x="499601" y="0"/>
                  <a:pt x="643707" y="139003"/>
                  <a:pt x="643707" y="310314"/>
                </a:cubicBezTo>
                <a:cubicBezTo>
                  <a:pt x="643707" y="481625"/>
                  <a:pt x="499601" y="620628"/>
                  <a:pt x="321845" y="620628"/>
                </a:cubicBezTo>
                <a:cubicBezTo>
                  <a:pt x="144090" y="620628"/>
                  <a:pt x="0" y="481625"/>
                  <a:pt x="0" y="31031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E67068-7CFC-4557-ABB5-F4FEEB5D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080" y="787639"/>
            <a:ext cx="643707" cy="620628"/>
          </a:xfrm>
          <a:custGeom xmlns:a="http://schemas.openxmlformats.org/drawingml/2006/main">
            <a:pathLst>
              <a:path w="643707" h="620628" fill="none">
                <a:moveTo>
                  <a:pt x="0" y="310314"/>
                </a:moveTo>
                <a:cubicBezTo>
                  <a:pt x="0" y="139003"/>
                  <a:pt x="144090" y="0"/>
                  <a:pt x="321845" y="0"/>
                </a:cubicBezTo>
                <a:cubicBezTo>
                  <a:pt x="499601" y="0"/>
                  <a:pt x="643707" y="139003"/>
                  <a:pt x="643707" y="310314"/>
                </a:cubicBezTo>
                <a:cubicBezTo>
                  <a:pt x="643707" y="481625"/>
                  <a:pt x="499601" y="620628"/>
                  <a:pt x="321845" y="620628"/>
                </a:cubicBezTo>
                <a:cubicBezTo>
                  <a:pt x="144090" y="620628"/>
                  <a:pt x="0" y="481625"/>
                  <a:pt x="0" y="31031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51" name="Text 0">
            <a:extLst xmlns:a="http://schemas.openxmlformats.org/drawingml/2006/main">
              <a:ext uri="{FF2B5EF4-FFF2-40B4-BE49-F238E27FC236}">
                <a16:creationId xmlns:a16="http://schemas.microsoft.com/office/drawing/2014/main" id="{B0EE4F92-C5AC-4B4A-9B7B-A804B1ED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710" y="1018867"/>
            <a:ext cx="122656" cy="173527"/>
          </a:xfrm>
          <a:custGeom xmlns:a="http://schemas.openxmlformats.org/drawingml/2006/main">
            <a:pathLst>
              <a:path w="122656" h="173527">
                <a:moveTo>
                  <a:pt x="122656" y="86828"/>
                </a:moveTo>
                <a:cubicBezTo>
                  <a:pt x="122656" y="99750"/>
                  <a:pt x="121365" y="111530"/>
                  <a:pt x="118783" y="122168"/>
                </a:cubicBezTo>
                <a:cubicBezTo>
                  <a:pt x="116201" y="132804"/>
                  <a:pt x="112284" y="141934"/>
                  <a:pt x="107034" y="149560"/>
                </a:cubicBezTo>
                <a:cubicBezTo>
                  <a:pt x="101783" y="157183"/>
                  <a:pt x="95263" y="163083"/>
                  <a:pt x="87473" y="167261"/>
                </a:cubicBezTo>
                <a:cubicBezTo>
                  <a:pt x="79684" y="171438"/>
                  <a:pt x="70538" y="173527"/>
                  <a:pt x="60037" y="173527"/>
                </a:cubicBezTo>
                <a:cubicBezTo>
                  <a:pt x="50999" y="173527"/>
                  <a:pt x="42779" y="171825"/>
                  <a:pt x="35377" y="168423"/>
                </a:cubicBezTo>
                <a:cubicBezTo>
                  <a:pt x="27974" y="165020"/>
                  <a:pt x="21648" y="159787"/>
                  <a:pt x="16397" y="152723"/>
                </a:cubicBezTo>
                <a:cubicBezTo>
                  <a:pt x="11147" y="145660"/>
                  <a:pt x="7101" y="136658"/>
                  <a:pt x="4261" y="125719"/>
                </a:cubicBezTo>
                <a:cubicBezTo>
                  <a:pt x="1420" y="114779"/>
                  <a:pt x="0" y="101816"/>
                  <a:pt x="0" y="86828"/>
                </a:cubicBezTo>
                <a:cubicBezTo>
                  <a:pt x="0" y="73906"/>
                  <a:pt x="1313" y="62106"/>
                  <a:pt x="3938" y="51427"/>
                </a:cubicBezTo>
                <a:cubicBezTo>
                  <a:pt x="6563" y="40746"/>
                  <a:pt x="10480" y="31593"/>
                  <a:pt x="15687" y="23970"/>
                </a:cubicBezTo>
                <a:cubicBezTo>
                  <a:pt x="20895" y="16345"/>
                  <a:pt x="27415" y="10443"/>
                  <a:pt x="35248" y="6266"/>
                </a:cubicBezTo>
                <a:cubicBezTo>
                  <a:pt x="43080" y="2089"/>
                  <a:pt x="52204" y="0"/>
                  <a:pt x="62619" y="0"/>
                </a:cubicBezTo>
                <a:cubicBezTo>
                  <a:pt x="71657" y="0"/>
                  <a:pt x="79877" y="1701"/>
                  <a:pt x="87280" y="5104"/>
                </a:cubicBezTo>
                <a:cubicBezTo>
                  <a:pt x="94682" y="8507"/>
                  <a:pt x="101009" y="13761"/>
                  <a:pt x="106259" y="20868"/>
                </a:cubicBezTo>
                <a:cubicBezTo>
                  <a:pt x="111510" y="27974"/>
                  <a:pt x="115555" y="36997"/>
                  <a:pt x="118396" y="47937"/>
                </a:cubicBezTo>
                <a:cubicBezTo>
                  <a:pt x="121236" y="58876"/>
                  <a:pt x="122656" y="71840"/>
                  <a:pt x="122656" y="86828"/>
                </a:cubicBezTo>
                <a:moveTo>
                  <a:pt x="99933" y="87598"/>
                </a:moveTo>
                <a:cubicBezTo>
                  <a:pt x="99933" y="84683"/>
                  <a:pt x="99825" y="81790"/>
                  <a:pt x="99610" y="78920"/>
                </a:cubicBezTo>
                <a:cubicBezTo>
                  <a:pt x="99395" y="76047"/>
                  <a:pt x="99158" y="73239"/>
                  <a:pt x="98900" y="70495"/>
                </a:cubicBezTo>
                <a:lnTo>
                  <a:pt x="27501" y="123431"/>
                </a:lnTo>
                <a:cubicBezTo>
                  <a:pt x="28792" y="127926"/>
                  <a:pt x="30427" y="132075"/>
                  <a:pt x="32407" y="135878"/>
                </a:cubicBezTo>
                <a:cubicBezTo>
                  <a:pt x="34387" y="139682"/>
                  <a:pt x="36775" y="142944"/>
                  <a:pt x="39573" y="145667"/>
                </a:cubicBezTo>
                <a:cubicBezTo>
                  <a:pt x="42370" y="148389"/>
                  <a:pt x="45555" y="150507"/>
                  <a:pt x="49127" y="152021"/>
                </a:cubicBezTo>
                <a:cubicBezTo>
                  <a:pt x="52699" y="153533"/>
                  <a:pt x="56766" y="154289"/>
                  <a:pt x="61328" y="154289"/>
                </a:cubicBezTo>
                <a:cubicBezTo>
                  <a:pt x="67181" y="154289"/>
                  <a:pt x="72496" y="152867"/>
                  <a:pt x="77274" y="150024"/>
                </a:cubicBezTo>
                <a:cubicBezTo>
                  <a:pt x="82051" y="147181"/>
                  <a:pt x="86118" y="142959"/>
                  <a:pt x="89475" y="137359"/>
                </a:cubicBezTo>
                <a:cubicBezTo>
                  <a:pt x="92832" y="131759"/>
                  <a:pt x="95414" y="124802"/>
                  <a:pt x="97221" y="116487"/>
                </a:cubicBezTo>
                <a:cubicBezTo>
                  <a:pt x="99029" y="108170"/>
                  <a:pt x="99933" y="98541"/>
                  <a:pt x="99933" y="87598"/>
                </a:cubicBezTo>
                <a:moveTo>
                  <a:pt x="22724" y="86053"/>
                </a:moveTo>
                <a:cubicBezTo>
                  <a:pt x="22724" y="88711"/>
                  <a:pt x="22745" y="91368"/>
                  <a:pt x="22788" y="94026"/>
                </a:cubicBezTo>
                <a:cubicBezTo>
                  <a:pt x="22831" y="96683"/>
                  <a:pt x="22982" y="99255"/>
                  <a:pt x="23240" y="101740"/>
                </a:cubicBezTo>
                <a:lnTo>
                  <a:pt x="94639" y="49063"/>
                </a:lnTo>
                <a:cubicBezTo>
                  <a:pt x="93348" y="44654"/>
                  <a:pt x="91713" y="40634"/>
                  <a:pt x="89733" y="37003"/>
                </a:cubicBezTo>
                <a:cubicBezTo>
                  <a:pt x="87753" y="33371"/>
                  <a:pt x="85386" y="30238"/>
                  <a:pt x="82632" y="27602"/>
                </a:cubicBezTo>
                <a:cubicBezTo>
                  <a:pt x="79877" y="24966"/>
                  <a:pt x="76736" y="22913"/>
                  <a:pt x="73207" y="21445"/>
                </a:cubicBezTo>
                <a:cubicBezTo>
                  <a:pt x="69677" y="19973"/>
                  <a:pt x="65718" y="19238"/>
                  <a:pt x="61328" y="19238"/>
                </a:cubicBezTo>
                <a:cubicBezTo>
                  <a:pt x="55475" y="19238"/>
                  <a:pt x="50160" y="20659"/>
                  <a:pt x="45383" y="23502"/>
                </a:cubicBezTo>
                <a:cubicBezTo>
                  <a:pt x="40606" y="26346"/>
                  <a:pt x="36539" y="30589"/>
                  <a:pt x="33182" y="36232"/>
                </a:cubicBezTo>
                <a:cubicBezTo>
                  <a:pt x="29825" y="41875"/>
                  <a:pt x="27243" y="48854"/>
                  <a:pt x="25435" y="57168"/>
                </a:cubicBezTo>
                <a:cubicBezTo>
                  <a:pt x="23627" y="65483"/>
                  <a:pt x="22724" y="75111"/>
                  <a:pt x="22724" y="860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…">
            <a:extLst xmlns:a="http://schemas.openxmlformats.org/drawingml/2006/main">
              <a:ext uri="{FF2B5EF4-FFF2-40B4-BE49-F238E27FC236}">
                <a16:creationId xmlns:a16="http://schemas.microsoft.com/office/drawing/2014/main" id="{244ABE8B-B42D-48D7-BAC8-6643E277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301" y="364610"/>
            <a:ext cx="195707" cy="46791"/>
          </a:xfrm>
          <a:custGeom xmlns:a="http://schemas.openxmlformats.org/drawingml/2006/main">
            <a:pathLst>
              <a:path w="195707" h="46791">
                <a:moveTo>
                  <a:pt x="46209" y="23493"/>
                </a:moveTo>
                <a:cubicBezTo>
                  <a:pt x="46209" y="26599"/>
                  <a:pt x="45626" y="29576"/>
                  <a:pt x="44461" y="32424"/>
                </a:cubicBezTo>
                <a:cubicBezTo>
                  <a:pt x="43296" y="35271"/>
                  <a:pt x="41711" y="37763"/>
                  <a:pt x="39704" y="39899"/>
                </a:cubicBezTo>
                <a:cubicBezTo>
                  <a:pt x="37698" y="42034"/>
                  <a:pt x="35271" y="43717"/>
                  <a:pt x="32424" y="44947"/>
                </a:cubicBezTo>
                <a:cubicBezTo>
                  <a:pt x="29576" y="46176"/>
                  <a:pt x="26470" y="46791"/>
                  <a:pt x="23104" y="46791"/>
                </a:cubicBezTo>
                <a:cubicBezTo>
                  <a:pt x="19739" y="46791"/>
                  <a:pt x="16632" y="46176"/>
                  <a:pt x="13785" y="44947"/>
                </a:cubicBezTo>
                <a:cubicBezTo>
                  <a:pt x="10937" y="43717"/>
                  <a:pt x="8510" y="42067"/>
                  <a:pt x="6504" y="39996"/>
                </a:cubicBezTo>
                <a:cubicBezTo>
                  <a:pt x="4498" y="37925"/>
                  <a:pt x="2912" y="35465"/>
                  <a:pt x="1747" y="32618"/>
                </a:cubicBezTo>
                <a:cubicBezTo>
                  <a:pt x="582" y="29770"/>
                  <a:pt x="0" y="26728"/>
                  <a:pt x="0" y="23493"/>
                </a:cubicBezTo>
                <a:cubicBezTo>
                  <a:pt x="0" y="20257"/>
                  <a:pt x="582" y="17215"/>
                  <a:pt x="1747" y="14367"/>
                </a:cubicBezTo>
                <a:cubicBezTo>
                  <a:pt x="2912" y="11520"/>
                  <a:pt x="4498" y="9028"/>
                  <a:pt x="6504" y="6892"/>
                </a:cubicBezTo>
                <a:cubicBezTo>
                  <a:pt x="8510" y="4757"/>
                  <a:pt x="10937" y="3074"/>
                  <a:pt x="13785" y="1844"/>
                </a:cubicBezTo>
                <a:cubicBezTo>
                  <a:pt x="16632" y="615"/>
                  <a:pt x="19739" y="0"/>
                  <a:pt x="23104" y="0"/>
                </a:cubicBezTo>
                <a:cubicBezTo>
                  <a:pt x="26470" y="0"/>
                  <a:pt x="29576" y="615"/>
                  <a:pt x="32424" y="1844"/>
                </a:cubicBezTo>
                <a:cubicBezTo>
                  <a:pt x="35271" y="3074"/>
                  <a:pt x="37698" y="4724"/>
                  <a:pt x="39704" y="6795"/>
                </a:cubicBezTo>
                <a:cubicBezTo>
                  <a:pt x="41711" y="8866"/>
                  <a:pt x="43296" y="11358"/>
                  <a:pt x="44461" y="14270"/>
                </a:cubicBezTo>
                <a:cubicBezTo>
                  <a:pt x="45626" y="17183"/>
                  <a:pt x="46209" y="20257"/>
                  <a:pt x="46209" y="23493"/>
                </a:cubicBezTo>
                <a:moveTo>
                  <a:pt x="120958" y="23493"/>
                </a:moveTo>
                <a:cubicBezTo>
                  <a:pt x="120958" y="26599"/>
                  <a:pt x="120375" y="29576"/>
                  <a:pt x="119210" y="32424"/>
                </a:cubicBezTo>
                <a:cubicBezTo>
                  <a:pt x="118045" y="35271"/>
                  <a:pt x="116460" y="37763"/>
                  <a:pt x="114453" y="39899"/>
                </a:cubicBezTo>
                <a:cubicBezTo>
                  <a:pt x="112447" y="42034"/>
                  <a:pt x="110020" y="43717"/>
                  <a:pt x="107173" y="44947"/>
                </a:cubicBezTo>
                <a:cubicBezTo>
                  <a:pt x="104325" y="46176"/>
                  <a:pt x="101219" y="46791"/>
                  <a:pt x="97853" y="46791"/>
                </a:cubicBezTo>
                <a:cubicBezTo>
                  <a:pt x="94488" y="46791"/>
                  <a:pt x="91382" y="46176"/>
                  <a:pt x="88534" y="44947"/>
                </a:cubicBezTo>
                <a:cubicBezTo>
                  <a:pt x="85686" y="43717"/>
                  <a:pt x="83259" y="42067"/>
                  <a:pt x="81253" y="39996"/>
                </a:cubicBezTo>
                <a:cubicBezTo>
                  <a:pt x="79247" y="37925"/>
                  <a:pt x="77661" y="35465"/>
                  <a:pt x="76496" y="32618"/>
                </a:cubicBezTo>
                <a:cubicBezTo>
                  <a:pt x="75332" y="29770"/>
                  <a:pt x="74749" y="26728"/>
                  <a:pt x="74749" y="23493"/>
                </a:cubicBezTo>
                <a:cubicBezTo>
                  <a:pt x="74749" y="20257"/>
                  <a:pt x="75332" y="17215"/>
                  <a:pt x="76496" y="14367"/>
                </a:cubicBezTo>
                <a:cubicBezTo>
                  <a:pt x="77661" y="11520"/>
                  <a:pt x="79247" y="9028"/>
                  <a:pt x="81253" y="6892"/>
                </a:cubicBezTo>
                <a:cubicBezTo>
                  <a:pt x="83259" y="4757"/>
                  <a:pt x="85686" y="3074"/>
                  <a:pt x="88534" y="1844"/>
                </a:cubicBezTo>
                <a:cubicBezTo>
                  <a:pt x="91382" y="615"/>
                  <a:pt x="94488" y="0"/>
                  <a:pt x="97853" y="0"/>
                </a:cubicBezTo>
                <a:cubicBezTo>
                  <a:pt x="101219" y="0"/>
                  <a:pt x="104325" y="615"/>
                  <a:pt x="107173" y="1844"/>
                </a:cubicBezTo>
                <a:cubicBezTo>
                  <a:pt x="110020" y="3074"/>
                  <a:pt x="112447" y="4724"/>
                  <a:pt x="114453" y="6795"/>
                </a:cubicBezTo>
                <a:cubicBezTo>
                  <a:pt x="116460" y="8866"/>
                  <a:pt x="118045" y="11358"/>
                  <a:pt x="119210" y="14270"/>
                </a:cubicBezTo>
                <a:cubicBezTo>
                  <a:pt x="120375" y="17183"/>
                  <a:pt x="120958" y="20257"/>
                  <a:pt x="120958" y="23493"/>
                </a:cubicBezTo>
                <a:moveTo>
                  <a:pt x="195707" y="23493"/>
                </a:moveTo>
                <a:cubicBezTo>
                  <a:pt x="195707" y="26599"/>
                  <a:pt x="195124" y="29576"/>
                  <a:pt x="193959" y="32424"/>
                </a:cubicBezTo>
                <a:cubicBezTo>
                  <a:pt x="192794" y="35271"/>
                  <a:pt x="191209" y="37763"/>
                  <a:pt x="189202" y="39899"/>
                </a:cubicBezTo>
                <a:cubicBezTo>
                  <a:pt x="187196" y="42034"/>
                  <a:pt x="184769" y="43717"/>
                  <a:pt x="181922" y="44947"/>
                </a:cubicBezTo>
                <a:cubicBezTo>
                  <a:pt x="179074" y="46176"/>
                  <a:pt x="175968" y="46791"/>
                  <a:pt x="172602" y="46791"/>
                </a:cubicBezTo>
                <a:cubicBezTo>
                  <a:pt x="169237" y="46791"/>
                  <a:pt x="166131" y="46176"/>
                  <a:pt x="163283" y="44947"/>
                </a:cubicBezTo>
                <a:cubicBezTo>
                  <a:pt x="160435" y="43717"/>
                  <a:pt x="158009" y="42067"/>
                  <a:pt x="156002" y="39996"/>
                </a:cubicBezTo>
                <a:cubicBezTo>
                  <a:pt x="153996" y="37925"/>
                  <a:pt x="152410" y="35465"/>
                  <a:pt x="151246" y="32618"/>
                </a:cubicBezTo>
                <a:cubicBezTo>
                  <a:pt x="150081" y="29770"/>
                  <a:pt x="149498" y="26728"/>
                  <a:pt x="149498" y="23493"/>
                </a:cubicBezTo>
                <a:cubicBezTo>
                  <a:pt x="149498" y="20257"/>
                  <a:pt x="150081" y="17215"/>
                  <a:pt x="151246" y="14367"/>
                </a:cubicBezTo>
                <a:cubicBezTo>
                  <a:pt x="152410" y="11520"/>
                  <a:pt x="153996" y="9028"/>
                  <a:pt x="156002" y="6892"/>
                </a:cubicBezTo>
                <a:cubicBezTo>
                  <a:pt x="158009" y="4757"/>
                  <a:pt x="160435" y="3074"/>
                  <a:pt x="163283" y="1844"/>
                </a:cubicBezTo>
                <a:cubicBezTo>
                  <a:pt x="166131" y="615"/>
                  <a:pt x="169237" y="0"/>
                  <a:pt x="172602" y="0"/>
                </a:cubicBezTo>
                <a:cubicBezTo>
                  <a:pt x="175968" y="0"/>
                  <a:pt x="179074" y="615"/>
                  <a:pt x="181922" y="1844"/>
                </a:cubicBezTo>
                <a:cubicBezTo>
                  <a:pt x="184769" y="3074"/>
                  <a:pt x="187196" y="4724"/>
                  <a:pt x="189202" y="6795"/>
                </a:cubicBezTo>
                <a:cubicBezTo>
                  <a:pt x="191209" y="8866"/>
                  <a:pt x="192794" y="11358"/>
                  <a:pt x="193959" y="14270"/>
                </a:cubicBezTo>
                <a:cubicBezTo>
                  <a:pt x="195124" y="17183"/>
                  <a:pt x="195707" y="20257"/>
                  <a:pt x="195707" y="2349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22D267-446C-4318-B3F2-EFDF07D9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9214" y="1062995"/>
            <a:ext cx="1197948" cy="4040246"/>
          </a:xfrm>
          <a:custGeom xmlns:a="http://schemas.openxmlformats.org/drawingml/2006/main">
            <a:pathLst>
              <a:path w="1197948" h="4040246">
                <a:moveTo>
                  <a:pt x="331455" y="806684"/>
                </a:moveTo>
                <a:lnTo>
                  <a:pt x="298319" y="789454"/>
                </a:lnTo>
                <a:lnTo>
                  <a:pt x="291361" y="802708"/>
                </a:lnTo>
                <a:lnTo>
                  <a:pt x="254414" y="879748"/>
                </a:lnTo>
                <a:lnTo>
                  <a:pt x="234202" y="925475"/>
                </a:lnTo>
                <a:lnTo>
                  <a:pt x="268331" y="940386"/>
                </a:lnTo>
                <a:lnTo>
                  <a:pt x="288378" y="895156"/>
                </a:lnTo>
                <a:lnTo>
                  <a:pt x="288047" y="895653"/>
                </a:lnTo>
                <a:lnTo>
                  <a:pt x="324827" y="819110"/>
                </a:lnTo>
                <a:lnTo>
                  <a:pt x="324662" y="819607"/>
                </a:lnTo>
                <a:lnTo>
                  <a:pt x="331455" y="806684"/>
                </a:lnTo>
                <a:close/>
                <a:moveTo>
                  <a:pt x="225868" y="1043272"/>
                </a:moveTo>
                <a:lnTo>
                  <a:pt x="191275" y="1029355"/>
                </a:lnTo>
                <a:lnTo>
                  <a:pt x="186553" y="1041118"/>
                </a:lnTo>
                <a:lnTo>
                  <a:pt x="156035" y="1124951"/>
                </a:lnTo>
                <a:lnTo>
                  <a:pt x="140909" y="1170843"/>
                </a:lnTo>
                <a:lnTo>
                  <a:pt x="176314" y="1182606"/>
                </a:lnTo>
                <a:lnTo>
                  <a:pt x="191358" y="1136879"/>
                </a:lnTo>
                <a:lnTo>
                  <a:pt x="191159" y="1137376"/>
                </a:lnTo>
                <a:lnTo>
                  <a:pt x="221478" y="1054206"/>
                </a:lnTo>
                <a:lnTo>
                  <a:pt x="221262" y="1054703"/>
                </a:lnTo>
                <a:lnTo>
                  <a:pt x="225868" y="1043272"/>
                </a:lnTo>
                <a:close/>
                <a:moveTo>
                  <a:pt x="143676" y="1288806"/>
                </a:moveTo>
                <a:lnTo>
                  <a:pt x="107922" y="1278368"/>
                </a:lnTo>
                <a:lnTo>
                  <a:pt x="102256" y="1297587"/>
                </a:lnTo>
                <a:lnTo>
                  <a:pt x="79244" y="1386224"/>
                </a:lnTo>
                <a:lnTo>
                  <a:pt x="70711" y="1423999"/>
                </a:lnTo>
                <a:lnTo>
                  <a:pt x="107061" y="1432117"/>
                </a:lnTo>
                <a:lnTo>
                  <a:pt x="115527" y="1394839"/>
                </a:lnTo>
                <a:lnTo>
                  <a:pt x="115394" y="1395336"/>
                </a:lnTo>
                <a:lnTo>
                  <a:pt x="138258" y="1307362"/>
                </a:lnTo>
                <a:lnTo>
                  <a:pt x="138092" y="1307859"/>
                </a:lnTo>
                <a:lnTo>
                  <a:pt x="143676" y="1288806"/>
                </a:lnTo>
                <a:close/>
                <a:moveTo>
                  <a:pt x="78200" y="1573606"/>
                </a:moveTo>
                <a:lnTo>
                  <a:pt x="78134" y="1573937"/>
                </a:lnTo>
                <a:lnTo>
                  <a:pt x="84429" y="1540967"/>
                </a:lnTo>
                <a:lnTo>
                  <a:pt x="47815" y="1534009"/>
                </a:lnTo>
                <a:lnTo>
                  <a:pt x="41486" y="1567144"/>
                </a:lnTo>
                <a:lnTo>
                  <a:pt x="33715" y="1613202"/>
                </a:lnTo>
                <a:lnTo>
                  <a:pt x="26823" y="1659426"/>
                </a:lnTo>
                <a:lnTo>
                  <a:pt x="23791" y="1682290"/>
                </a:lnTo>
                <a:lnTo>
                  <a:pt x="60754" y="1687095"/>
                </a:lnTo>
                <a:lnTo>
                  <a:pt x="63769" y="1664397"/>
                </a:lnTo>
                <a:lnTo>
                  <a:pt x="63720" y="1664728"/>
                </a:lnTo>
                <a:lnTo>
                  <a:pt x="70562" y="1618835"/>
                </a:lnTo>
                <a:lnTo>
                  <a:pt x="70496" y="1619167"/>
                </a:lnTo>
                <a:lnTo>
                  <a:pt x="78200" y="1573606"/>
                </a:lnTo>
                <a:close/>
                <a:moveTo>
                  <a:pt x="44103" y="1848133"/>
                </a:moveTo>
                <a:lnTo>
                  <a:pt x="47964" y="1801744"/>
                </a:lnTo>
                <a:lnTo>
                  <a:pt x="47931" y="1802075"/>
                </a:lnTo>
                <a:lnTo>
                  <a:pt x="48361" y="1797602"/>
                </a:lnTo>
                <a:lnTo>
                  <a:pt x="11266" y="1793957"/>
                </a:lnTo>
                <a:lnTo>
                  <a:pt x="10819" y="1798596"/>
                </a:lnTo>
                <a:lnTo>
                  <a:pt x="6942" y="1845317"/>
                </a:lnTo>
                <a:lnTo>
                  <a:pt x="4059" y="1892038"/>
                </a:lnTo>
                <a:lnTo>
                  <a:pt x="1938" y="1938925"/>
                </a:lnTo>
                <a:lnTo>
                  <a:pt x="1789" y="1944061"/>
                </a:lnTo>
                <a:lnTo>
                  <a:pt x="39050" y="1945220"/>
                </a:lnTo>
                <a:lnTo>
                  <a:pt x="39199" y="1940250"/>
                </a:lnTo>
                <a:lnTo>
                  <a:pt x="39183" y="1940581"/>
                </a:lnTo>
                <a:lnTo>
                  <a:pt x="41276" y="1894093"/>
                </a:lnTo>
                <a:lnTo>
                  <a:pt x="44137" y="1847802"/>
                </a:lnTo>
                <a:lnTo>
                  <a:pt x="44103" y="1848133"/>
                </a:lnTo>
                <a:close/>
                <a:moveTo>
                  <a:pt x="3827" y="2206162"/>
                </a:moveTo>
                <a:lnTo>
                  <a:pt x="41071" y="2204837"/>
                </a:lnTo>
                <a:lnTo>
                  <a:pt x="38204" y="2125253"/>
                </a:lnTo>
                <a:lnTo>
                  <a:pt x="37277" y="2056224"/>
                </a:lnTo>
                <a:lnTo>
                  <a:pt x="0" y="2056721"/>
                </a:lnTo>
                <a:lnTo>
                  <a:pt x="928" y="2125975"/>
                </a:lnTo>
                <a:lnTo>
                  <a:pt x="3827" y="2206162"/>
                </a:lnTo>
                <a:close/>
                <a:moveTo>
                  <a:pt x="17529" y="2405141"/>
                </a:moveTo>
                <a:lnTo>
                  <a:pt x="24139" y="2467602"/>
                </a:lnTo>
                <a:lnTo>
                  <a:pt x="61218" y="2463625"/>
                </a:lnTo>
                <a:lnTo>
                  <a:pt x="54624" y="2401496"/>
                </a:lnTo>
                <a:lnTo>
                  <a:pt x="54674" y="2401828"/>
                </a:lnTo>
                <a:lnTo>
                  <a:pt x="47566" y="2315510"/>
                </a:lnTo>
                <a:lnTo>
                  <a:pt x="10405" y="2318658"/>
                </a:lnTo>
                <a:lnTo>
                  <a:pt x="17529" y="2405141"/>
                </a:lnTo>
                <a:close/>
                <a:moveTo>
                  <a:pt x="38885" y="2587884"/>
                </a:moveTo>
                <a:lnTo>
                  <a:pt x="52354" y="2677681"/>
                </a:lnTo>
                <a:lnTo>
                  <a:pt x="60920" y="2727053"/>
                </a:lnTo>
                <a:lnTo>
                  <a:pt x="97650" y="2720757"/>
                </a:lnTo>
                <a:lnTo>
                  <a:pt x="89179" y="2671905"/>
                </a:lnTo>
                <a:lnTo>
                  <a:pt x="75831" y="2582913"/>
                </a:lnTo>
                <a:lnTo>
                  <a:pt x="74721" y="2574132"/>
                </a:lnTo>
                <a:lnTo>
                  <a:pt x="37741" y="2578937"/>
                </a:lnTo>
                <a:lnTo>
                  <a:pt x="38885" y="2587884"/>
                </a:lnTo>
                <a:close/>
                <a:moveTo>
                  <a:pt x="118178" y="2830220"/>
                </a:moveTo>
                <a:lnTo>
                  <a:pt x="81580" y="2837361"/>
                </a:lnTo>
                <a:lnTo>
                  <a:pt x="84694" y="2853266"/>
                </a:lnTo>
                <a:lnTo>
                  <a:pt x="103416" y="2938789"/>
                </a:lnTo>
                <a:lnTo>
                  <a:pt x="114284" y="2983687"/>
                </a:lnTo>
                <a:lnTo>
                  <a:pt x="150518" y="2974906"/>
                </a:lnTo>
                <a:lnTo>
                  <a:pt x="139699" y="2930223"/>
                </a:lnTo>
                <a:lnTo>
                  <a:pt x="139782" y="2930621"/>
                </a:lnTo>
                <a:lnTo>
                  <a:pt x="121143" y="2845496"/>
                </a:lnTo>
                <a:lnTo>
                  <a:pt x="121243" y="2845926"/>
                </a:lnTo>
                <a:lnTo>
                  <a:pt x="118178" y="2830220"/>
                </a:lnTo>
                <a:close/>
                <a:moveTo>
                  <a:pt x="145515" y="3104035"/>
                </a:moveTo>
                <a:lnTo>
                  <a:pt x="168743" y="3183362"/>
                </a:lnTo>
                <a:lnTo>
                  <a:pt x="185559" y="3236014"/>
                </a:lnTo>
                <a:lnTo>
                  <a:pt x="221064" y="3224682"/>
                </a:lnTo>
                <a:lnTo>
                  <a:pt x="204408" y="3172472"/>
                </a:lnTo>
                <a:lnTo>
                  <a:pt x="181409" y="3093962"/>
                </a:lnTo>
                <a:lnTo>
                  <a:pt x="178402" y="3082746"/>
                </a:lnTo>
                <a:lnTo>
                  <a:pt x="142400" y="3092388"/>
                </a:lnTo>
                <a:lnTo>
                  <a:pt x="145515" y="3104035"/>
                </a:lnTo>
                <a:close/>
                <a:moveTo>
                  <a:pt x="281089" y="3393110"/>
                </a:moveTo>
                <a:lnTo>
                  <a:pt x="281254" y="3393491"/>
                </a:lnTo>
                <a:lnTo>
                  <a:pt x="257065" y="3329506"/>
                </a:lnTo>
                <a:lnTo>
                  <a:pt x="222273" y="3342661"/>
                </a:lnTo>
                <a:lnTo>
                  <a:pt x="246462" y="3406844"/>
                </a:lnTo>
                <a:lnTo>
                  <a:pt x="260545" y="3441719"/>
                </a:lnTo>
                <a:lnTo>
                  <a:pt x="274958" y="3475882"/>
                </a:lnTo>
                <a:lnTo>
                  <a:pt x="277609" y="3482095"/>
                </a:lnTo>
                <a:lnTo>
                  <a:pt x="311739" y="3467201"/>
                </a:lnTo>
                <a:lnTo>
                  <a:pt x="309088" y="3461087"/>
                </a:lnTo>
                <a:lnTo>
                  <a:pt x="309254" y="3461303"/>
                </a:lnTo>
                <a:lnTo>
                  <a:pt x="295005" y="3427388"/>
                </a:lnTo>
                <a:lnTo>
                  <a:pt x="295005" y="3427653"/>
                </a:lnTo>
                <a:lnTo>
                  <a:pt x="281089" y="3393110"/>
                </a:lnTo>
                <a:close/>
                <a:moveTo>
                  <a:pt x="1080814" y="0"/>
                </a:moveTo>
                <a:lnTo>
                  <a:pt x="1092577" y="111170"/>
                </a:lnTo>
                <a:lnTo>
                  <a:pt x="1197948" y="43905"/>
                </a:lnTo>
                <a:lnTo>
                  <a:pt x="1080814" y="0"/>
                </a:lnTo>
                <a:close/>
                <a:moveTo>
                  <a:pt x="958213" y="117465"/>
                </a:moveTo>
                <a:lnTo>
                  <a:pt x="985384" y="105868"/>
                </a:lnTo>
                <a:lnTo>
                  <a:pt x="984721" y="106199"/>
                </a:lnTo>
                <a:lnTo>
                  <a:pt x="1011892" y="95762"/>
                </a:lnTo>
                <a:lnTo>
                  <a:pt x="1011064" y="96093"/>
                </a:lnTo>
                <a:lnTo>
                  <a:pt x="1033927" y="88637"/>
                </a:lnTo>
                <a:lnTo>
                  <a:pt x="1022330" y="53182"/>
                </a:lnTo>
                <a:lnTo>
                  <a:pt x="999135" y="60804"/>
                </a:lnTo>
                <a:lnTo>
                  <a:pt x="971136" y="71407"/>
                </a:lnTo>
                <a:lnTo>
                  <a:pt x="943302" y="83336"/>
                </a:lnTo>
                <a:lnTo>
                  <a:pt x="915634" y="96424"/>
                </a:lnTo>
                <a:lnTo>
                  <a:pt x="888131" y="110838"/>
                </a:lnTo>
                <a:lnTo>
                  <a:pt x="882332" y="113986"/>
                </a:lnTo>
                <a:lnTo>
                  <a:pt x="900723" y="146459"/>
                </a:lnTo>
                <a:lnTo>
                  <a:pt x="906356" y="143311"/>
                </a:lnTo>
                <a:lnTo>
                  <a:pt x="905693" y="143642"/>
                </a:lnTo>
                <a:lnTo>
                  <a:pt x="932183" y="129743"/>
                </a:lnTo>
                <a:lnTo>
                  <a:pt x="958875" y="117134"/>
                </a:lnTo>
                <a:lnTo>
                  <a:pt x="958213" y="117465"/>
                </a:lnTo>
                <a:close/>
                <a:moveTo>
                  <a:pt x="751447" y="250007"/>
                </a:moveTo>
                <a:lnTo>
                  <a:pt x="750950" y="250339"/>
                </a:lnTo>
                <a:lnTo>
                  <a:pt x="776796" y="229463"/>
                </a:lnTo>
                <a:lnTo>
                  <a:pt x="776464" y="229795"/>
                </a:lnTo>
                <a:lnTo>
                  <a:pt x="802476" y="209913"/>
                </a:lnTo>
                <a:lnTo>
                  <a:pt x="801979" y="210245"/>
                </a:lnTo>
                <a:lnTo>
                  <a:pt x="808275" y="205772"/>
                </a:lnTo>
                <a:lnTo>
                  <a:pt x="786571" y="175453"/>
                </a:lnTo>
                <a:lnTo>
                  <a:pt x="779944" y="180092"/>
                </a:lnTo>
                <a:lnTo>
                  <a:pt x="753601" y="200304"/>
                </a:lnTo>
                <a:lnTo>
                  <a:pt x="727258" y="221511"/>
                </a:lnTo>
                <a:lnTo>
                  <a:pt x="701247" y="244043"/>
                </a:lnTo>
                <a:lnTo>
                  <a:pt x="675733" y="267404"/>
                </a:lnTo>
                <a:lnTo>
                  <a:pt x="670265" y="272705"/>
                </a:lnTo>
                <a:lnTo>
                  <a:pt x="695945" y="299545"/>
                </a:lnTo>
                <a:lnTo>
                  <a:pt x="701413" y="294409"/>
                </a:lnTo>
                <a:lnTo>
                  <a:pt x="701081" y="294740"/>
                </a:lnTo>
                <a:lnTo>
                  <a:pt x="726264" y="271711"/>
                </a:lnTo>
                <a:lnTo>
                  <a:pt x="725933" y="272043"/>
                </a:lnTo>
                <a:lnTo>
                  <a:pt x="751447" y="250007"/>
                </a:lnTo>
                <a:close/>
                <a:moveTo>
                  <a:pt x="580302" y="422975"/>
                </a:moveTo>
                <a:lnTo>
                  <a:pt x="580137" y="423306"/>
                </a:lnTo>
                <a:lnTo>
                  <a:pt x="603994" y="395307"/>
                </a:lnTo>
                <a:lnTo>
                  <a:pt x="603663" y="395638"/>
                </a:lnTo>
                <a:lnTo>
                  <a:pt x="618905" y="378573"/>
                </a:lnTo>
                <a:lnTo>
                  <a:pt x="591237" y="353722"/>
                </a:lnTo>
                <a:lnTo>
                  <a:pt x="575829" y="370952"/>
                </a:lnTo>
                <a:lnTo>
                  <a:pt x="551640" y="399283"/>
                </a:lnTo>
                <a:lnTo>
                  <a:pt x="527782" y="428277"/>
                </a:lnTo>
                <a:lnTo>
                  <a:pt x="504256" y="458430"/>
                </a:lnTo>
                <a:lnTo>
                  <a:pt x="495475" y="470193"/>
                </a:lnTo>
                <a:lnTo>
                  <a:pt x="525463" y="492394"/>
                </a:lnTo>
                <a:lnTo>
                  <a:pt x="534078" y="480796"/>
                </a:lnTo>
                <a:lnTo>
                  <a:pt x="533747" y="481128"/>
                </a:lnTo>
                <a:lnTo>
                  <a:pt x="556942" y="451471"/>
                </a:lnTo>
                <a:lnTo>
                  <a:pt x="556776" y="451803"/>
                </a:lnTo>
                <a:lnTo>
                  <a:pt x="580302" y="422975"/>
                </a:lnTo>
                <a:close/>
                <a:moveTo>
                  <a:pt x="445441" y="607208"/>
                </a:moveTo>
                <a:lnTo>
                  <a:pt x="445275" y="607374"/>
                </a:lnTo>
                <a:lnTo>
                  <a:pt x="461511" y="582854"/>
                </a:lnTo>
                <a:lnTo>
                  <a:pt x="430364" y="562310"/>
                </a:lnTo>
                <a:lnTo>
                  <a:pt x="414128" y="587161"/>
                </a:lnTo>
                <a:lnTo>
                  <a:pt x="392590" y="621125"/>
                </a:lnTo>
                <a:lnTo>
                  <a:pt x="371383" y="656083"/>
                </a:lnTo>
                <a:lnTo>
                  <a:pt x="351833" y="690544"/>
                </a:lnTo>
                <a:lnTo>
                  <a:pt x="384140" y="708934"/>
                </a:lnTo>
                <a:lnTo>
                  <a:pt x="403524" y="674805"/>
                </a:lnTo>
                <a:lnTo>
                  <a:pt x="403359" y="675136"/>
                </a:lnTo>
                <a:lnTo>
                  <a:pt x="424234" y="640675"/>
                </a:lnTo>
                <a:lnTo>
                  <a:pt x="424068" y="641006"/>
                </a:lnTo>
                <a:lnTo>
                  <a:pt x="445441" y="607208"/>
                </a:lnTo>
                <a:close/>
                <a:moveTo>
                  <a:pt x="383477" y="3617023"/>
                </a:moveTo>
                <a:lnTo>
                  <a:pt x="368069" y="3587317"/>
                </a:lnTo>
                <a:lnTo>
                  <a:pt x="368069" y="3587565"/>
                </a:lnTo>
                <a:lnTo>
                  <a:pt x="358294" y="3567833"/>
                </a:lnTo>
                <a:lnTo>
                  <a:pt x="324993" y="3584500"/>
                </a:lnTo>
                <a:lnTo>
                  <a:pt x="334934" y="3604365"/>
                </a:lnTo>
                <a:lnTo>
                  <a:pt x="350342" y="3634353"/>
                </a:lnTo>
                <a:lnTo>
                  <a:pt x="366413" y="3663628"/>
                </a:lnTo>
                <a:lnTo>
                  <a:pt x="382483" y="3691893"/>
                </a:lnTo>
                <a:lnTo>
                  <a:pt x="397063" y="3716496"/>
                </a:lnTo>
                <a:lnTo>
                  <a:pt x="429039" y="3697443"/>
                </a:lnTo>
                <a:lnTo>
                  <a:pt x="414625" y="3672989"/>
                </a:lnTo>
                <a:lnTo>
                  <a:pt x="414790" y="3673304"/>
                </a:lnTo>
                <a:lnTo>
                  <a:pt x="398965" y="3645478"/>
                </a:lnTo>
                <a:lnTo>
                  <a:pt x="383312" y="3616692"/>
                </a:lnTo>
                <a:lnTo>
                  <a:pt x="383477" y="3617023"/>
                </a:lnTo>
                <a:close/>
                <a:moveTo>
                  <a:pt x="546504" y="3858249"/>
                </a:moveTo>
                <a:lnTo>
                  <a:pt x="529108" y="3838368"/>
                </a:lnTo>
                <a:lnTo>
                  <a:pt x="529439" y="3838799"/>
                </a:lnTo>
                <a:lnTo>
                  <a:pt x="512374" y="3817923"/>
                </a:lnTo>
                <a:lnTo>
                  <a:pt x="512706" y="3818354"/>
                </a:lnTo>
                <a:lnTo>
                  <a:pt x="495641" y="3796352"/>
                </a:lnTo>
                <a:lnTo>
                  <a:pt x="495972" y="3796816"/>
                </a:lnTo>
                <a:lnTo>
                  <a:pt x="490339" y="3788946"/>
                </a:lnTo>
                <a:lnTo>
                  <a:pt x="460186" y="3810849"/>
                </a:lnTo>
                <a:lnTo>
                  <a:pt x="465985" y="3818951"/>
                </a:lnTo>
                <a:lnTo>
                  <a:pt x="483381" y="3841383"/>
                </a:lnTo>
                <a:lnTo>
                  <a:pt x="500943" y="3862690"/>
                </a:lnTo>
                <a:lnTo>
                  <a:pt x="518670" y="3883002"/>
                </a:lnTo>
                <a:lnTo>
                  <a:pt x="536398" y="3902204"/>
                </a:lnTo>
                <a:lnTo>
                  <a:pt x="554457" y="3920213"/>
                </a:lnTo>
                <a:lnTo>
                  <a:pt x="560421" y="3925746"/>
                </a:lnTo>
                <a:lnTo>
                  <a:pt x="585770" y="3898459"/>
                </a:lnTo>
                <a:lnTo>
                  <a:pt x="580137" y="3893158"/>
                </a:lnTo>
                <a:lnTo>
                  <a:pt x="580634" y="3893622"/>
                </a:lnTo>
                <a:lnTo>
                  <a:pt x="563551" y="3876588"/>
                </a:lnTo>
                <a:lnTo>
                  <a:pt x="546173" y="3857852"/>
                </a:lnTo>
                <a:lnTo>
                  <a:pt x="546504" y="3858249"/>
                </a:lnTo>
                <a:close/>
                <a:moveTo>
                  <a:pt x="718643" y="3986633"/>
                </a:moveTo>
                <a:lnTo>
                  <a:pt x="700253" y="3979045"/>
                </a:lnTo>
                <a:lnTo>
                  <a:pt x="701578" y="3979592"/>
                </a:lnTo>
                <a:lnTo>
                  <a:pt x="683476" y="3970590"/>
                </a:lnTo>
                <a:lnTo>
                  <a:pt x="671094" y="3963521"/>
                </a:lnTo>
                <a:lnTo>
                  <a:pt x="652703" y="3995927"/>
                </a:lnTo>
                <a:lnTo>
                  <a:pt x="666289" y="4003648"/>
                </a:lnTo>
                <a:lnTo>
                  <a:pt x="685342" y="4013224"/>
                </a:lnTo>
                <a:lnTo>
                  <a:pt x="704726" y="4021276"/>
                </a:lnTo>
                <a:lnTo>
                  <a:pt x="724276" y="4028003"/>
                </a:lnTo>
                <a:lnTo>
                  <a:pt x="743826" y="4033321"/>
                </a:lnTo>
                <a:lnTo>
                  <a:pt x="763542" y="4037181"/>
                </a:lnTo>
                <a:lnTo>
                  <a:pt x="783257" y="4039468"/>
                </a:lnTo>
                <a:lnTo>
                  <a:pt x="802310" y="4040246"/>
                </a:lnTo>
                <a:lnTo>
                  <a:pt x="803967" y="4002985"/>
                </a:lnTo>
                <a:lnTo>
                  <a:pt x="786070" y="4002260"/>
                </a:lnTo>
                <a:lnTo>
                  <a:pt x="769271" y="4000323"/>
                </a:lnTo>
                <a:lnTo>
                  <a:pt x="752214" y="3996958"/>
                </a:lnTo>
                <a:lnTo>
                  <a:pt x="735346" y="3992399"/>
                </a:lnTo>
                <a:lnTo>
                  <a:pt x="717483" y="3986235"/>
                </a:lnTo>
                <a:lnTo>
                  <a:pt x="718643" y="3986633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4228EB-F8C7-4FF2-85C8-9DA4EDAD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691" y="334677"/>
            <a:ext cx="949896" cy="453625"/>
          </a:xfrm>
          <a:custGeom xmlns:a="http://schemas.openxmlformats.org/drawingml/2006/main">
            <a:pathLst>
              <a:path w="949896" h="453625">
                <a:moveTo>
                  <a:pt x="949896" y="46721"/>
                </a:moveTo>
                <a:lnTo>
                  <a:pt x="848998" y="0"/>
                </a:lnTo>
                <a:lnTo>
                  <a:pt x="850294" y="41800"/>
                </a:lnTo>
                <a:lnTo>
                  <a:pt x="817221" y="43573"/>
                </a:lnTo>
                <a:lnTo>
                  <a:pt x="773350" y="47549"/>
                </a:lnTo>
                <a:lnTo>
                  <a:pt x="729893" y="52520"/>
                </a:lnTo>
                <a:lnTo>
                  <a:pt x="686833" y="58650"/>
                </a:lnTo>
                <a:lnTo>
                  <a:pt x="644403" y="65608"/>
                </a:lnTo>
                <a:lnTo>
                  <a:pt x="602453" y="73395"/>
                </a:lnTo>
                <a:lnTo>
                  <a:pt x="561249" y="82342"/>
                </a:lnTo>
                <a:lnTo>
                  <a:pt x="520807" y="91951"/>
                </a:lnTo>
                <a:lnTo>
                  <a:pt x="481194" y="102389"/>
                </a:lnTo>
                <a:lnTo>
                  <a:pt x="442608" y="113820"/>
                </a:lnTo>
                <a:lnTo>
                  <a:pt x="405015" y="125749"/>
                </a:lnTo>
                <a:lnTo>
                  <a:pt x="368517" y="138506"/>
                </a:lnTo>
                <a:lnTo>
                  <a:pt x="333244" y="151926"/>
                </a:lnTo>
                <a:lnTo>
                  <a:pt x="299230" y="166009"/>
                </a:lnTo>
                <a:lnTo>
                  <a:pt x="266559" y="180589"/>
                </a:lnTo>
                <a:lnTo>
                  <a:pt x="235362" y="195997"/>
                </a:lnTo>
                <a:lnTo>
                  <a:pt x="205772" y="211736"/>
                </a:lnTo>
                <a:lnTo>
                  <a:pt x="177789" y="228138"/>
                </a:lnTo>
                <a:lnTo>
                  <a:pt x="151413" y="244871"/>
                </a:lnTo>
                <a:lnTo>
                  <a:pt x="126859" y="262102"/>
                </a:lnTo>
                <a:lnTo>
                  <a:pt x="104261" y="279664"/>
                </a:lnTo>
                <a:lnTo>
                  <a:pt x="83518" y="297723"/>
                </a:lnTo>
                <a:lnTo>
                  <a:pt x="64863" y="316113"/>
                </a:lnTo>
                <a:lnTo>
                  <a:pt x="48444" y="334834"/>
                </a:lnTo>
                <a:lnTo>
                  <a:pt x="34096" y="353887"/>
                </a:lnTo>
                <a:lnTo>
                  <a:pt x="22118" y="373272"/>
                </a:lnTo>
                <a:lnTo>
                  <a:pt x="12658" y="392822"/>
                </a:lnTo>
                <a:lnTo>
                  <a:pt x="5616" y="412868"/>
                </a:lnTo>
                <a:lnTo>
                  <a:pt x="1408" y="432915"/>
                </a:lnTo>
                <a:lnTo>
                  <a:pt x="0" y="452465"/>
                </a:lnTo>
                <a:lnTo>
                  <a:pt x="16535" y="453625"/>
                </a:lnTo>
                <a:lnTo>
                  <a:pt x="17862" y="435165"/>
                </a:lnTo>
                <a:lnTo>
                  <a:pt x="21560" y="417447"/>
                </a:lnTo>
                <a:lnTo>
                  <a:pt x="27990" y="399188"/>
                </a:lnTo>
                <a:lnTo>
                  <a:pt x="36806" y="380977"/>
                </a:lnTo>
                <a:lnTo>
                  <a:pt x="47758" y="363221"/>
                </a:lnTo>
                <a:lnTo>
                  <a:pt x="61120" y="345563"/>
                </a:lnTo>
                <a:lnTo>
                  <a:pt x="77123" y="327379"/>
                </a:lnTo>
                <a:lnTo>
                  <a:pt x="76709" y="327710"/>
                </a:lnTo>
                <a:lnTo>
                  <a:pt x="94983" y="309817"/>
                </a:lnTo>
                <a:lnTo>
                  <a:pt x="94602" y="310148"/>
                </a:lnTo>
                <a:lnTo>
                  <a:pt x="114980" y="292255"/>
                </a:lnTo>
                <a:lnTo>
                  <a:pt x="114649" y="292587"/>
                </a:lnTo>
                <a:lnTo>
                  <a:pt x="136883" y="275190"/>
                </a:lnTo>
                <a:lnTo>
                  <a:pt x="136518" y="275522"/>
                </a:lnTo>
                <a:lnTo>
                  <a:pt x="160757" y="258623"/>
                </a:lnTo>
                <a:lnTo>
                  <a:pt x="160459" y="258788"/>
                </a:lnTo>
                <a:lnTo>
                  <a:pt x="186514" y="242080"/>
                </a:lnTo>
                <a:lnTo>
                  <a:pt x="213989" y="226150"/>
                </a:lnTo>
                <a:lnTo>
                  <a:pt x="213707" y="226316"/>
                </a:lnTo>
                <a:lnTo>
                  <a:pt x="243032" y="210576"/>
                </a:lnTo>
                <a:lnTo>
                  <a:pt x="242784" y="210742"/>
                </a:lnTo>
                <a:lnTo>
                  <a:pt x="273716" y="195665"/>
                </a:lnTo>
                <a:lnTo>
                  <a:pt x="273467" y="195665"/>
                </a:lnTo>
                <a:lnTo>
                  <a:pt x="305907" y="181251"/>
                </a:lnTo>
                <a:lnTo>
                  <a:pt x="305692" y="181251"/>
                </a:lnTo>
                <a:lnTo>
                  <a:pt x="339490" y="167169"/>
                </a:lnTo>
                <a:lnTo>
                  <a:pt x="339241" y="167334"/>
                </a:lnTo>
                <a:lnTo>
                  <a:pt x="374282" y="154080"/>
                </a:lnTo>
                <a:lnTo>
                  <a:pt x="374083" y="154080"/>
                </a:lnTo>
                <a:lnTo>
                  <a:pt x="410367" y="141489"/>
                </a:lnTo>
                <a:lnTo>
                  <a:pt x="410151" y="141489"/>
                </a:lnTo>
                <a:lnTo>
                  <a:pt x="447545" y="129560"/>
                </a:lnTo>
                <a:lnTo>
                  <a:pt x="447379" y="129560"/>
                </a:lnTo>
                <a:lnTo>
                  <a:pt x="485767" y="118294"/>
                </a:lnTo>
                <a:lnTo>
                  <a:pt x="485551" y="118459"/>
                </a:lnTo>
                <a:lnTo>
                  <a:pt x="524949" y="108022"/>
                </a:lnTo>
                <a:lnTo>
                  <a:pt x="524734" y="108022"/>
                </a:lnTo>
                <a:lnTo>
                  <a:pt x="564994" y="98412"/>
                </a:lnTo>
                <a:lnTo>
                  <a:pt x="564828" y="98412"/>
                </a:lnTo>
                <a:lnTo>
                  <a:pt x="605833" y="89632"/>
                </a:lnTo>
                <a:lnTo>
                  <a:pt x="605618" y="89632"/>
                </a:lnTo>
                <a:lnTo>
                  <a:pt x="647369" y="81845"/>
                </a:lnTo>
                <a:lnTo>
                  <a:pt x="647186" y="81845"/>
                </a:lnTo>
                <a:lnTo>
                  <a:pt x="689434" y="74886"/>
                </a:lnTo>
                <a:lnTo>
                  <a:pt x="689219" y="75052"/>
                </a:lnTo>
                <a:lnTo>
                  <a:pt x="732096" y="69088"/>
                </a:lnTo>
                <a:lnTo>
                  <a:pt x="731914" y="69088"/>
                </a:lnTo>
                <a:lnTo>
                  <a:pt x="775156" y="63952"/>
                </a:lnTo>
                <a:lnTo>
                  <a:pt x="774924" y="63952"/>
                </a:lnTo>
                <a:lnTo>
                  <a:pt x="818530" y="60141"/>
                </a:lnTo>
                <a:lnTo>
                  <a:pt x="818248" y="60141"/>
                </a:lnTo>
                <a:lnTo>
                  <a:pt x="850808" y="58390"/>
                </a:lnTo>
                <a:lnTo>
                  <a:pt x="852080" y="99407"/>
                </a:lnTo>
                <a:lnTo>
                  <a:pt x="949896" y="467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6D23E5-5445-4359-B6AB-D6F19202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959" y="348428"/>
            <a:ext cx="884553" cy="448323"/>
          </a:xfrm>
          <a:custGeom xmlns:a="http://schemas.openxmlformats.org/drawingml/2006/main">
            <a:pathLst>
              <a:path w="884553" h="448323">
                <a:moveTo>
                  <a:pt x="775702" y="237085"/>
                </a:moveTo>
                <a:lnTo>
                  <a:pt x="752176" y="218694"/>
                </a:lnTo>
                <a:lnTo>
                  <a:pt x="727159" y="200801"/>
                </a:lnTo>
                <a:lnTo>
                  <a:pt x="700485" y="183405"/>
                </a:lnTo>
                <a:lnTo>
                  <a:pt x="672485" y="166506"/>
                </a:lnTo>
                <a:lnTo>
                  <a:pt x="642995" y="150270"/>
                </a:lnTo>
                <a:lnTo>
                  <a:pt x="612179" y="134696"/>
                </a:lnTo>
                <a:lnTo>
                  <a:pt x="580037" y="119951"/>
                </a:lnTo>
                <a:lnTo>
                  <a:pt x="546902" y="105702"/>
                </a:lnTo>
                <a:lnTo>
                  <a:pt x="512441" y="92117"/>
                </a:lnTo>
                <a:lnTo>
                  <a:pt x="477151" y="79525"/>
                </a:lnTo>
                <a:lnTo>
                  <a:pt x="440868" y="67596"/>
                </a:lnTo>
                <a:lnTo>
                  <a:pt x="403591" y="56496"/>
                </a:lnTo>
                <a:lnTo>
                  <a:pt x="365485" y="46224"/>
                </a:lnTo>
                <a:lnTo>
                  <a:pt x="326716" y="36946"/>
                </a:lnTo>
                <a:lnTo>
                  <a:pt x="287451" y="28662"/>
                </a:lnTo>
                <a:lnTo>
                  <a:pt x="247522" y="21207"/>
                </a:lnTo>
                <a:lnTo>
                  <a:pt x="207097" y="14911"/>
                </a:lnTo>
                <a:lnTo>
                  <a:pt x="166175" y="9609"/>
                </a:lnTo>
                <a:lnTo>
                  <a:pt x="125087" y="5467"/>
                </a:lnTo>
                <a:lnTo>
                  <a:pt x="83667" y="2485"/>
                </a:lnTo>
                <a:lnTo>
                  <a:pt x="42082" y="663"/>
                </a:lnTo>
                <a:lnTo>
                  <a:pt x="663" y="0"/>
                </a:lnTo>
                <a:lnTo>
                  <a:pt x="0" y="49703"/>
                </a:lnTo>
                <a:lnTo>
                  <a:pt x="40922" y="50200"/>
                </a:lnTo>
                <a:lnTo>
                  <a:pt x="40260" y="50200"/>
                </a:lnTo>
                <a:lnTo>
                  <a:pt x="81016" y="52188"/>
                </a:lnTo>
                <a:lnTo>
                  <a:pt x="80354" y="52023"/>
                </a:lnTo>
                <a:lnTo>
                  <a:pt x="121110" y="55005"/>
                </a:lnTo>
                <a:lnTo>
                  <a:pt x="120448" y="55005"/>
                </a:lnTo>
                <a:lnTo>
                  <a:pt x="160873" y="59147"/>
                </a:lnTo>
                <a:lnTo>
                  <a:pt x="160210" y="58981"/>
                </a:lnTo>
                <a:lnTo>
                  <a:pt x="200470" y="64117"/>
                </a:lnTo>
                <a:lnTo>
                  <a:pt x="199807" y="63952"/>
                </a:lnTo>
                <a:lnTo>
                  <a:pt x="239570" y="70247"/>
                </a:lnTo>
                <a:lnTo>
                  <a:pt x="238741" y="70082"/>
                </a:lnTo>
                <a:lnTo>
                  <a:pt x="278007" y="77371"/>
                </a:lnTo>
                <a:lnTo>
                  <a:pt x="277510" y="77371"/>
                </a:lnTo>
                <a:lnTo>
                  <a:pt x="316113" y="85490"/>
                </a:lnTo>
                <a:lnTo>
                  <a:pt x="315616" y="85324"/>
                </a:lnTo>
                <a:lnTo>
                  <a:pt x="353284" y="94332"/>
                </a:lnTo>
                <a:lnTo>
                  <a:pt x="390336" y="104377"/>
                </a:lnTo>
                <a:lnTo>
                  <a:pt x="389674" y="104211"/>
                </a:lnTo>
                <a:lnTo>
                  <a:pt x="426288" y="115146"/>
                </a:lnTo>
                <a:lnTo>
                  <a:pt x="425626" y="114980"/>
                </a:lnTo>
                <a:lnTo>
                  <a:pt x="461246" y="126578"/>
                </a:lnTo>
                <a:lnTo>
                  <a:pt x="460584" y="126412"/>
                </a:lnTo>
                <a:lnTo>
                  <a:pt x="495376" y="138838"/>
                </a:lnTo>
                <a:lnTo>
                  <a:pt x="494548" y="138506"/>
                </a:lnTo>
                <a:lnTo>
                  <a:pt x="528180" y="151761"/>
                </a:lnTo>
                <a:lnTo>
                  <a:pt x="527683" y="151595"/>
                </a:lnTo>
                <a:lnTo>
                  <a:pt x="560156" y="165512"/>
                </a:lnTo>
                <a:lnTo>
                  <a:pt x="559493" y="165181"/>
                </a:lnTo>
                <a:lnTo>
                  <a:pt x="590972" y="179760"/>
                </a:lnTo>
                <a:lnTo>
                  <a:pt x="590143" y="179263"/>
                </a:lnTo>
                <a:lnTo>
                  <a:pt x="620297" y="194505"/>
                </a:lnTo>
                <a:lnTo>
                  <a:pt x="619468" y="194008"/>
                </a:lnTo>
                <a:lnTo>
                  <a:pt x="648068" y="209879"/>
                </a:lnTo>
                <a:lnTo>
                  <a:pt x="674473" y="225819"/>
                </a:lnTo>
                <a:lnTo>
                  <a:pt x="673811" y="225321"/>
                </a:lnTo>
                <a:lnTo>
                  <a:pt x="698929" y="241584"/>
                </a:lnTo>
                <a:lnTo>
                  <a:pt x="722851" y="258788"/>
                </a:lnTo>
                <a:lnTo>
                  <a:pt x="721857" y="257960"/>
                </a:lnTo>
                <a:lnTo>
                  <a:pt x="744389" y="275853"/>
                </a:lnTo>
                <a:lnTo>
                  <a:pt x="743561" y="275025"/>
                </a:lnTo>
                <a:lnTo>
                  <a:pt x="764271" y="293084"/>
                </a:lnTo>
                <a:lnTo>
                  <a:pt x="763111" y="292090"/>
                </a:lnTo>
                <a:lnTo>
                  <a:pt x="779887" y="308569"/>
                </a:lnTo>
                <a:lnTo>
                  <a:pt x="788956" y="322739"/>
                </a:lnTo>
                <a:lnTo>
                  <a:pt x="747371" y="340467"/>
                </a:lnTo>
                <a:lnTo>
                  <a:pt x="874446" y="448323"/>
                </a:lnTo>
                <a:lnTo>
                  <a:pt x="884553" y="281983"/>
                </a:lnTo>
                <a:lnTo>
                  <a:pt x="835303" y="302980"/>
                </a:lnTo>
                <a:lnTo>
                  <a:pt x="818779" y="277013"/>
                </a:lnTo>
                <a:lnTo>
                  <a:pt x="797406" y="256138"/>
                </a:lnTo>
                <a:lnTo>
                  <a:pt x="775702" y="237085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98A06D-9361-4582-86CA-74EF0FAA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00" y="1724480"/>
            <a:ext cx="572582" cy="3205530"/>
          </a:xfrm>
          <a:custGeom xmlns:a="http://schemas.openxmlformats.org/drawingml/2006/main">
            <a:pathLst>
              <a:path w="572582" h="3205530" fill="none">
                <a:moveTo>
                  <a:pt x="0" y="3205530"/>
                </a:moveTo>
                <a:lnTo>
                  <a:pt x="572582" y="3205530"/>
                </a:lnTo>
                <a:lnTo>
                  <a:pt x="572582" y="0"/>
                </a:lnTo>
                <a:lnTo>
                  <a:pt x="0" y="0"/>
                </a:lnTo>
                <a:lnTo>
                  <a:pt x="0" y="32055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F77AE5-DBFA-43AD-97D7-855AE9A3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87" y="4598472"/>
            <a:ext cx="497232" cy="294558"/>
          </a:xfrm>
          <a:custGeom xmlns:a="http://schemas.openxmlformats.org/drawingml/2006/main">
            <a:pathLst>
              <a:path w="497232" h="294558">
                <a:moveTo>
                  <a:pt x="0" y="294558"/>
                </a:moveTo>
                <a:lnTo>
                  <a:pt x="0" y="0"/>
                </a:lnTo>
                <a:lnTo>
                  <a:pt x="497232" y="0"/>
                </a:lnTo>
                <a:lnTo>
                  <a:pt x="497232" y="294558"/>
                </a:lnTo>
                <a:lnTo>
                  <a:pt x="0" y="294558"/>
                </a:lnTo>
                <a:close/>
              </a:path>
            </a:pathLst>
          </a:custGeom>
          <a:solidFill xmlns:a="http://schemas.openxmlformats.org/drawingml/2006/main">
            <a:srgbClr val="8FAA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066417-26EA-47EC-9DF1-0C6D184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87" y="4598472"/>
            <a:ext cx="497232" cy="294558"/>
          </a:xfrm>
          <a:custGeom xmlns:a="http://schemas.openxmlformats.org/drawingml/2006/main">
            <a:pathLst>
              <a:path w="497232" h="294558" fill="none">
                <a:moveTo>
                  <a:pt x="0" y="294558"/>
                </a:moveTo>
                <a:lnTo>
                  <a:pt x="497232" y="294558"/>
                </a:lnTo>
                <a:lnTo>
                  <a:pt x="497232" y="0"/>
                </a:lnTo>
                <a:lnTo>
                  <a:pt x="0" y="0"/>
                </a:lnTo>
                <a:lnTo>
                  <a:pt x="0" y="2945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59" name="Text …">
            <a:extLst xmlns:a="http://schemas.openxmlformats.org/drawingml/2006/main">
              <a:ext uri="{FF2B5EF4-FFF2-40B4-BE49-F238E27FC236}">
                <a16:creationId xmlns:a16="http://schemas.microsoft.com/office/drawing/2014/main" id="{361CB751-B320-47BE-88B7-3E3B6F63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522" y="4789385"/>
            <a:ext cx="86111" cy="20588"/>
          </a:xfrm>
          <a:custGeom xmlns:a="http://schemas.openxmlformats.org/drawingml/2006/main">
            <a:pathLst>
              <a:path w="86111" h="20588">
                <a:moveTo>
                  <a:pt x="20332" y="10337"/>
                </a:moveTo>
                <a:cubicBezTo>
                  <a:pt x="20332" y="11704"/>
                  <a:pt x="20075" y="13013"/>
                  <a:pt x="19563" y="14266"/>
                </a:cubicBezTo>
                <a:cubicBezTo>
                  <a:pt x="19050" y="15519"/>
                  <a:pt x="18353" y="16616"/>
                  <a:pt x="17470" y="17555"/>
                </a:cubicBezTo>
                <a:cubicBezTo>
                  <a:pt x="16587" y="18495"/>
                  <a:pt x="15519" y="19235"/>
                  <a:pt x="14266" y="19776"/>
                </a:cubicBezTo>
                <a:cubicBezTo>
                  <a:pt x="13013" y="20318"/>
                  <a:pt x="11647" y="20588"/>
                  <a:pt x="10166" y="20588"/>
                </a:cubicBezTo>
                <a:cubicBezTo>
                  <a:pt x="8685" y="20588"/>
                  <a:pt x="7318" y="20318"/>
                  <a:pt x="6065" y="19776"/>
                </a:cubicBezTo>
                <a:cubicBezTo>
                  <a:pt x="4812" y="19235"/>
                  <a:pt x="3745" y="18509"/>
                  <a:pt x="2862" y="17598"/>
                </a:cubicBezTo>
                <a:cubicBezTo>
                  <a:pt x="1979" y="16687"/>
                  <a:pt x="1281" y="15605"/>
                  <a:pt x="769" y="14352"/>
                </a:cubicBezTo>
                <a:cubicBezTo>
                  <a:pt x="256" y="13099"/>
                  <a:pt x="0" y="11761"/>
                  <a:pt x="0" y="10337"/>
                </a:cubicBezTo>
                <a:cubicBezTo>
                  <a:pt x="0" y="8913"/>
                  <a:pt x="256" y="7575"/>
                  <a:pt x="769" y="6322"/>
                </a:cubicBezTo>
                <a:cubicBezTo>
                  <a:pt x="1281" y="5069"/>
                  <a:pt x="1979" y="3972"/>
                  <a:pt x="2862" y="3033"/>
                </a:cubicBezTo>
                <a:cubicBezTo>
                  <a:pt x="3745" y="2093"/>
                  <a:pt x="4812" y="1353"/>
                  <a:pt x="6065" y="812"/>
                </a:cubicBezTo>
                <a:cubicBezTo>
                  <a:pt x="7318" y="271"/>
                  <a:pt x="8685" y="0"/>
                  <a:pt x="10166" y="0"/>
                </a:cubicBezTo>
                <a:cubicBezTo>
                  <a:pt x="11647" y="0"/>
                  <a:pt x="13013" y="271"/>
                  <a:pt x="14266" y="812"/>
                </a:cubicBezTo>
                <a:cubicBezTo>
                  <a:pt x="15519" y="1353"/>
                  <a:pt x="16587" y="2079"/>
                  <a:pt x="17470" y="2990"/>
                </a:cubicBezTo>
                <a:cubicBezTo>
                  <a:pt x="18353" y="3901"/>
                  <a:pt x="19050" y="4998"/>
                  <a:pt x="19563" y="6279"/>
                </a:cubicBezTo>
                <a:cubicBezTo>
                  <a:pt x="20075" y="7560"/>
                  <a:pt x="20332" y="8913"/>
                  <a:pt x="20332" y="10337"/>
                </a:cubicBezTo>
                <a:moveTo>
                  <a:pt x="53221" y="10337"/>
                </a:moveTo>
                <a:cubicBezTo>
                  <a:pt x="53221" y="11704"/>
                  <a:pt x="52965" y="13013"/>
                  <a:pt x="52452" y="14266"/>
                </a:cubicBezTo>
                <a:cubicBezTo>
                  <a:pt x="51940" y="15519"/>
                  <a:pt x="51242" y="16616"/>
                  <a:pt x="50360" y="17555"/>
                </a:cubicBezTo>
                <a:cubicBezTo>
                  <a:pt x="49477" y="18495"/>
                  <a:pt x="48409" y="19235"/>
                  <a:pt x="47156" y="19776"/>
                </a:cubicBezTo>
                <a:cubicBezTo>
                  <a:pt x="45903" y="20318"/>
                  <a:pt x="44536" y="20588"/>
                  <a:pt x="43055" y="20588"/>
                </a:cubicBezTo>
                <a:cubicBezTo>
                  <a:pt x="41575" y="20588"/>
                  <a:pt x="40208" y="20318"/>
                  <a:pt x="38955" y="19776"/>
                </a:cubicBezTo>
                <a:cubicBezTo>
                  <a:pt x="37702" y="19235"/>
                  <a:pt x="36634" y="18509"/>
                  <a:pt x="35751" y="17598"/>
                </a:cubicBezTo>
                <a:cubicBezTo>
                  <a:pt x="34869" y="16687"/>
                  <a:pt x="34171" y="15605"/>
                  <a:pt x="33658" y="14352"/>
                </a:cubicBezTo>
                <a:cubicBezTo>
                  <a:pt x="33146" y="13099"/>
                  <a:pt x="32890" y="11761"/>
                  <a:pt x="32890" y="10337"/>
                </a:cubicBezTo>
                <a:cubicBezTo>
                  <a:pt x="32890" y="8913"/>
                  <a:pt x="33146" y="7575"/>
                  <a:pt x="33658" y="6322"/>
                </a:cubicBezTo>
                <a:cubicBezTo>
                  <a:pt x="34171" y="5069"/>
                  <a:pt x="34869" y="3972"/>
                  <a:pt x="35751" y="3033"/>
                </a:cubicBezTo>
                <a:cubicBezTo>
                  <a:pt x="36634" y="2093"/>
                  <a:pt x="37702" y="1353"/>
                  <a:pt x="38955" y="812"/>
                </a:cubicBezTo>
                <a:cubicBezTo>
                  <a:pt x="40208" y="271"/>
                  <a:pt x="41575" y="0"/>
                  <a:pt x="43055" y="0"/>
                </a:cubicBezTo>
                <a:cubicBezTo>
                  <a:pt x="44536" y="0"/>
                  <a:pt x="45903" y="271"/>
                  <a:pt x="47156" y="812"/>
                </a:cubicBezTo>
                <a:cubicBezTo>
                  <a:pt x="48409" y="1353"/>
                  <a:pt x="49477" y="2079"/>
                  <a:pt x="50360" y="2990"/>
                </a:cubicBezTo>
                <a:cubicBezTo>
                  <a:pt x="51242" y="3901"/>
                  <a:pt x="51940" y="4998"/>
                  <a:pt x="52452" y="6279"/>
                </a:cubicBezTo>
                <a:cubicBezTo>
                  <a:pt x="52965" y="7560"/>
                  <a:pt x="53221" y="8913"/>
                  <a:pt x="53221" y="10337"/>
                </a:cubicBezTo>
                <a:moveTo>
                  <a:pt x="86111" y="10337"/>
                </a:moveTo>
                <a:cubicBezTo>
                  <a:pt x="86111" y="11704"/>
                  <a:pt x="85855" y="13013"/>
                  <a:pt x="85342" y="14266"/>
                </a:cubicBezTo>
                <a:cubicBezTo>
                  <a:pt x="84830" y="15519"/>
                  <a:pt x="84132" y="16616"/>
                  <a:pt x="83249" y="17555"/>
                </a:cubicBezTo>
                <a:cubicBezTo>
                  <a:pt x="82366" y="18495"/>
                  <a:pt x="81299" y="19235"/>
                  <a:pt x="80046" y="19776"/>
                </a:cubicBezTo>
                <a:cubicBezTo>
                  <a:pt x="78793" y="20318"/>
                  <a:pt x="77426" y="20588"/>
                  <a:pt x="75945" y="20588"/>
                </a:cubicBezTo>
                <a:cubicBezTo>
                  <a:pt x="74464" y="20588"/>
                  <a:pt x="73097" y="20318"/>
                  <a:pt x="71845" y="19776"/>
                </a:cubicBezTo>
                <a:cubicBezTo>
                  <a:pt x="70592" y="19235"/>
                  <a:pt x="69524" y="18509"/>
                  <a:pt x="68641" y="17598"/>
                </a:cubicBezTo>
                <a:cubicBezTo>
                  <a:pt x="67758" y="16687"/>
                  <a:pt x="67061" y="15605"/>
                  <a:pt x="66548" y="14352"/>
                </a:cubicBezTo>
                <a:cubicBezTo>
                  <a:pt x="66035" y="13099"/>
                  <a:pt x="65779" y="11761"/>
                  <a:pt x="65779" y="10337"/>
                </a:cubicBezTo>
                <a:cubicBezTo>
                  <a:pt x="65779" y="8913"/>
                  <a:pt x="66035" y="7575"/>
                  <a:pt x="66548" y="6322"/>
                </a:cubicBezTo>
                <a:cubicBezTo>
                  <a:pt x="67061" y="5069"/>
                  <a:pt x="67758" y="3972"/>
                  <a:pt x="68641" y="3033"/>
                </a:cubicBezTo>
                <a:cubicBezTo>
                  <a:pt x="69524" y="2093"/>
                  <a:pt x="70592" y="1353"/>
                  <a:pt x="71845" y="812"/>
                </a:cubicBezTo>
                <a:cubicBezTo>
                  <a:pt x="73097" y="271"/>
                  <a:pt x="74464" y="0"/>
                  <a:pt x="75945" y="0"/>
                </a:cubicBezTo>
                <a:cubicBezTo>
                  <a:pt x="77426" y="0"/>
                  <a:pt x="78793" y="271"/>
                  <a:pt x="80046" y="812"/>
                </a:cubicBezTo>
                <a:cubicBezTo>
                  <a:pt x="81299" y="1353"/>
                  <a:pt x="82366" y="2079"/>
                  <a:pt x="83249" y="2990"/>
                </a:cubicBezTo>
                <a:cubicBezTo>
                  <a:pt x="84132" y="3901"/>
                  <a:pt x="84830" y="4998"/>
                  <a:pt x="85342" y="6279"/>
                </a:cubicBezTo>
                <a:cubicBezTo>
                  <a:pt x="85855" y="7560"/>
                  <a:pt x="86111" y="8913"/>
                  <a:pt x="86111" y="103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60034C-665C-43E3-82AD-B2187735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155" y="1640879"/>
            <a:ext cx="773201" cy="204280"/>
          </a:xfrm>
          <a:custGeom xmlns:a="http://schemas.openxmlformats.org/drawingml/2006/main">
            <a:pathLst>
              <a:path w="773201" h="204280">
                <a:moveTo>
                  <a:pt x="0" y="204280"/>
                </a:moveTo>
                <a:lnTo>
                  <a:pt x="0" y="0"/>
                </a:lnTo>
                <a:lnTo>
                  <a:pt x="773201" y="0"/>
                </a:lnTo>
                <a:lnTo>
                  <a:pt x="773201" y="204280"/>
                </a:lnTo>
                <a:lnTo>
                  <a:pt x="0" y="20428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DCA55F-3D2D-465F-A55A-BA30FEA8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475" y="2266709"/>
            <a:ext cx="497232" cy="345868"/>
          </a:xfrm>
          <a:custGeom xmlns:a="http://schemas.openxmlformats.org/drawingml/2006/main">
            <a:pathLst>
              <a:path w="497232" h="345868">
                <a:moveTo>
                  <a:pt x="0" y="345868"/>
                </a:moveTo>
                <a:lnTo>
                  <a:pt x="0" y="0"/>
                </a:lnTo>
                <a:lnTo>
                  <a:pt x="497232" y="0"/>
                </a:lnTo>
                <a:lnTo>
                  <a:pt x="497232" y="345868"/>
                </a:lnTo>
                <a:lnTo>
                  <a:pt x="0" y="345868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1E88C2-1E3D-46EB-9ABA-F97A6CF5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475" y="2266709"/>
            <a:ext cx="497232" cy="345868"/>
          </a:xfrm>
          <a:custGeom xmlns:a="http://schemas.openxmlformats.org/drawingml/2006/main">
            <a:pathLst>
              <a:path w="497232" h="345868" fill="none">
                <a:moveTo>
                  <a:pt x="0" y="345868"/>
                </a:moveTo>
                <a:lnTo>
                  <a:pt x="497232" y="345868"/>
                </a:lnTo>
                <a:lnTo>
                  <a:pt x="497232" y="0"/>
                </a:lnTo>
                <a:lnTo>
                  <a:pt x="0" y="0"/>
                </a:lnTo>
                <a:lnTo>
                  <a:pt x="0" y="3458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63" name="Text 4">
            <a:extLst xmlns:a="http://schemas.openxmlformats.org/drawingml/2006/main">
              <a:ext uri="{FF2B5EF4-FFF2-40B4-BE49-F238E27FC236}">
                <a16:creationId xmlns:a16="http://schemas.microsoft.com/office/drawing/2014/main" id="{0CEB02A6-A479-4C54-8E09-CF7AF7C7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220" y="2371567"/>
            <a:ext cx="116987" cy="148562"/>
          </a:xfrm>
          <a:custGeom xmlns:a="http://schemas.openxmlformats.org/drawingml/2006/main">
            <a:pathLst>
              <a:path w="116987" h="148562">
                <a:moveTo>
                  <a:pt x="116987" y="115624"/>
                </a:moveTo>
                <a:lnTo>
                  <a:pt x="91659" y="115624"/>
                </a:lnTo>
                <a:lnTo>
                  <a:pt x="91659" y="148562"/>
                </a:lnTo>
                <a:lnTo>
                  <a:pt x="71442" y="148562"/>
                </a:lnTo>
                <a:lnTo>
                  <a:pt x="71442" y="115624"/>
                </a:lnTo>
                <a:lnTo>
                  <a:pt x="0" y="115624"/>
                </a:lnTo>
                <a:lnTo>
                  <a:pt x="0" y="98246"/>
                </a:lnTo>
                <a:lnTo>
                  <a:pt x="63264" y="0"/>
                </a:lnTo>
                <a:lnTo>
                  <a:pt x="91659" y="0"/>
                </a:lnTo>
                <a:lnTo>
                  <a:pt x="91659" y="98246"/>
                </a:lnTo>
                <a:lnTo>
                  <a:pt x="116987" y="98246"/>
                </a:lnTo>
                <a:lnTo>
                  <a:pt x="116987" y="115624"/>
                </a:lnTo>
                <a:moveTo>
                  <a:pt x="71442" y="19081"/>
                </a:moveTo>
                <a:lnTo>
                  <a:pt x="19763" y="98246"/>
                </a:lnTo>
                <a:lnTo>
                  <a:pt x="71442" y="98246"/>
                </a:lnTo>
                <a:lnTo>
                  <a:pt x="71442" y="190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F02EF4-FD8F-4F87-9396-AF7D1744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475" y="2651081"/>
            <a:ext cx="497232" cy="345868"/>
          </a:xfrm>
          <a:custGeom xmlns:a="http://schemas.openxmlformats.org/drawingml/2006/main">
            <a:pathLst>
              <a:path w="497232" h="345868">
                <a:moveTo>
                  <a:pt x="0" y="345868"/>
                </a:moveTo>
                <a:lnTo>
                  <a:pt x="0" y="0"/>
                </a:lnTo>
                <a:lnTo>
                  <a:pt x="497232" y="0"/>
                </a:lnTo>
                <a:lnTo>
                  <a:pt x="497232" y="345868"/>
                </a:lnTo>
                <a:lnTo>
                  <a:pt x="0" y="345868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FEC4CC-2AD9-444B-8A86-CA8A188C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475" y="2651081"/>
            <a:ext cx="497232" cy="345868"/>
          </a:xfrm>
          <a:custGeom xmlns:a="http://schemas.openxmlformats.org/drawingml/2006/main">
            <a:pathLst>
              <a:path w="497232" h="345868" fill="none">
                <a:moveTo>
                  <a:pt x="0" y="345868"/>
                </a:moveTo>
                <a:lnTo>
                  <a:pt x="497232" y="345868"/>
                </a:lnTo>
                <a:lnTo>
                  <a:pt x="497232" y="0"/>
                </a:lnTo>
                <a:lnTo>
                  <a:pt x="0" y="0"/>
                </a:lnTo>
                <a:lnTo>
                  <a:pt x="0" y="3458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66" name="Text 3">
            <a:extLst xmlns:a="http://schemas.openxmlformats.org/drawingml/2006/main">
              <a:ext uri="{FF2B5EF4-FFF2-40B4-BE49-F238E27FC236}">
                <a16:creationId xmlns:a16="http://schemas.microsoft.com/office/drawing/2014/main" id="{4CA8986E-A87E-474F-ACF0-14E0DFFA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963" y="2754060"/>
            <a:ext cx="93022" cy="152651"/>
          </a:xfrm>
          <a:custGeom xmlns:a="http://schemas.openxmlformats.org/drawingml/2006/main">
            <a:pathLst>
              <a:path w="93022" h="152651">
                <a:moveTo>
                  <a:pt x="93022" y="105516"/>
                </a:moveTo>
                <a:cubicBezTo>
                  <a:pt x="93022" y="112027"/>
                  <a:pt x="91697" y="118142"/>
                  <a:pt x="89047" y="123859"/>
                </a:cubicBezTo>
                <a:cubicBezTo>
                  <a:pt x="86396" y="129576"/>
                  <a:pt x="82421" y="134573"/>
                  <a:pt x="77121" y="138851"/>
                </a:cubicBezTo>
                <a:cubicBezTo>
                  <a:pt x="71820" y="143129"/>
                  <a:pt x="65157" y="146499"/>
                  <a:pt x="57131" y="148960"/>
                </a:cubicBezTo>
                <a:cubicBezTo>
                  <a:pt x="49104" y="151421"/>
                  <a:pt x="39753" y="152651"/>
                  <a:pt x="29076" y="152651"/>
                </a:cubicBezTo>
                <a:cubicBezTo>
                  <a:pt x="23170" y="152651"/>
                  <a:pt x="17870" y="152451"/>
                  <a:pt x="13175" y="152051"/>
                </a:cubicBezTo>
                <a:cubicBezTo>
                  <a:pt x="8481" y="151651"/>
                  <a:pt x="4089" y="151132"/>
                  <a:pt x="0" y="150493"/>
                </a:cubicBezTo>
                <a:lnTo>
                  <a:pt x="0" y="132775"/>
                </a:lnTo>
                <a:cubicBezTo>
                  <a:pt x="4695" y="133643"/>
                  <a:pt x="9654" y="134315"/>
                  <a:pt x="14879" y="134791"/>
                </a:cubicBezTo>
                <a:cubicBezTo>
                  <a:pt x="20104" y="135264"/>
                  <a:pt x="25442" y="135501"/>
                  <a:pt x="30894" y="135501"/>
                </a:cubicBezTo>
                <a:cubicBezTo>
                  <a:pt x="38314" y="135501"/>
                  <a:pt x="44656" y="134838"/>
                  <a:pt x="49918" y="133513"/>
                </a:cubicBezTo>
                <a:cubicBezTo>
                  <a:pt x="55181" y="132188"/>
                  <a:pt x="59478" y="130276"/>
                  <a:pt x="62810" y="127777"/>
                </a:cubicBezTo>
                <a:cubicBezTo>
                  <a:pt x="66141" y="125278"/>
                  <a:pt x="68564" y="122250"/>
                  <a:pt x="70079" y="118691"/>
                </a:cubicBezTo>
                <a:cubicBezTo>
                  <a:pt x="71593" y="115132"/>
                  <a:pt x="72350" y="111119"/>
                  <a:pt x="72350" y="106651"/>
                </a:cubicBezTo>
                <a:cubicBezTo>
                  <a:pt x="72350" y="102563"/>
                  <a:pt x="71442" y="99004"/>
                  <a:pt x="69624" y="95975"/>
                </a:cubicBezTo>
                <a:cubicBezTo>
                  <a:pt x="67807" y="92946"/>
                  <a:pt x="65252" y="90409"/>
                  <a:pt x="61958" y="88365"/>
                </a:cubicBezTo>
                <a:cubicBezTo>
                  <a:pt x="58664" y="86321"/>
                  <a:pt x="54727" y="84787"/>
                  <a:pt x="50145" y="83765"/>
                </a:cubicBezTo>
                <a:cubicBezTo>
                  <a:pt x="45564" y="82743"/>
                  <a:pt x="40548" y="82232"/>
                  <a:pt x="35096" y="82232"/>
                </a:cubicBezTo>
                <a:lnTo>
                  <a:pt x="18173" y="82232"/>
                </a:lnTo>
                <a:lnTo>
                  <a:pt x="18173" y="65990"/>
                </a:lnTo>
                <a:lnTo>
                  <a:pt x="35323" y="65990"/>
                </a:lnTo>
                <a:cubicBezTo>
                  <a:pt x="39791" y="65990"/>
                  <a:pt x="43861" y="65402"/>
                  <a:pt x="47533" y="64226"/>
                </a:cubicBezTo>
                <a:cubicBezTo>
                  <a:pt x="51206" y="63050"/>
                  <a:pt x="54348" y="61361"/>
                  <a:pt x="56960" y="59161"/>
                </a:cubicBezTo>
                <a:cubicBezTo>
                  <a:pt x="59573" y="56958"/>
                  <a:pt x="61579" y="54244"/>
                  <a:pt x="62980" y="51019"/>
                </a:cubicBezTo>
                <a:cubicBezTo>
                  <a:pt x="64381" y="47793"/>
                  <a:pt x="65081" y="44132"/>
                  <a:pt x="65081" y="40033"/>
                </a:cubicBezTo>
                <a:cubicBezTo>
                  <a:pt x="65081" y="32064"/>
                  <a:pt x="62658" y="26258"/>
                  <a:pt x="57812" y="22617"/>
                </a:cubicBezTo>
                <a:cubicBezTo>
                  <a:pt x="52966" y="18973"/>
                  <a:pt x="45848" y="17151"/>
                  <a:pt x="36459" y="17151"/>
                </a:cubicBezTo>
                <a:cubicBezTo>
                  <a:pt x="31462" y="17151"/>
                  <a:pt x="26313" y="17643"/>
                  <a:pt x="21012" y="18627"/>
                </a:cubicBezTo>
                <a:cubicBezTo>
                  <a:pt x="15712" y="19611"/>
                  <a:pt x="10033" y="21088"/>
                  <a:pt x="3975" y="23057"/>
                </a:cubicBezTo>
                <a:lnTo>
                  <a:pt x="3975" y="5793"/>
                </a:lnTo>
                <a:cubicBezTo>
                  <a:pt x="6550" y="4884"/>
                  <a:pt x="9295" y="4070"/>
                  <a:pt x="12210" y="3351"/>
                </a:cubicBezTo>
                <a:cubicBezTo>
                  <a:pt x="15125" y="2631"/>
                  <a:pt x="18040" y="2026"/>
                  <a:pt x="20955" y="1533"/>
                </a:cubicBezTo>
                <a:cubicBezTo>
                  <a:pt x="23871" y="1041"/>
                  <a:pt x="26767" y="663"/>
                  <a:pt x="29644" y="398"/>
                </a:cubicBezTo>
                <a:cubicBezTo>
                  <a:pt x="32522" y="133"/>
                  <a:pt x="35285" y="0"/>
                  <a:pt x="37936" y="0"/>
                </a:cubicBezTo>
                <a:cubicBezTo>
                  <a:pt x="45810" y="0"/>
                  <a:pt x="52739" y="853"/>
                  <a:pt x="58721" y="2559"/>
                </a:cubicBezTo>
                <a:cubicBezTo>
                  <a:pt x="64703" y="4265"/>
                  <a:pt x="69700" y="6712"/>
                  <a:pt x="73713" y="9899"/>
                </a:cubicBezTo>
                <a:cubicBezTo>
                  <a:pt x="77726" y="13084"/>
                  <a:pt x="80755" y="16952"/>
                  <a:pt x="82800" y="21502"/>
                </a:cubicBezTo>
                <a:cubicBezTo>
                  <a:pt x="84844" y="26052"/>
                  <a:pt x="85866" y="31171"/>
                  <a:pt x="85866" y="36857"/>
                </a:cubicBezTo>
                <a:cubicBezTo>
                  <a:pt x="85866" y="45351"/>
                  <a:pt x="83689" y="52481"/>
                  <a:pt x="79335" y="58245"/>
                </a:cubicBezTo>
                <a:cubicBezTo>
                  <a:pt x="74982" y="64009"/>
                  <a:pt x="69019" y="68597"/>
                  <a:pt x="61447" y="72010"/>
                </a:cubicBezTo>
                <a:cubicBezTo>
                  <a:pt x="65308" y="72615"/>
                  <a:pt x="69113" y="73827"/>
                  <a:pt x="72861" y="75644"/>
                </a:cubicBezTo>
                <a:cubicBezTo>
                  <a:pt x="76610" y="77461"/>
                  <a:pt x="79979" y="79790"/>
                  <a:pt x="82970" y="82629"/>
                </a:cubicBezTo>
                <a:cubicBezTo>
                  <a:pt x="85961" y="85469"/>
                  <a:pt x="88384" y="88819"/>
                  <a:pt x="90239" y="92681"/>
                </a:cubicBezTo>
                <a:cubicBezTo>
                  <a:pt x="92094" y="96543"/>
                  <a:pt x="93022" y="100821"/>
                  <a:pt x="93022" y="1055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CEA038-24E5-438C-9256-EEDEEAFF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475" y="1892278"/>
            <a:ext cx="497232" cy="345869"/>
          </a:xfrm>
          <a:custGeom xmlns:a="http://schemas.openxmlformats.org/drawingml/2006/main">
            <a:pathLst>
              <a:path w="497232" h="345869">
                <a:moveTo>
                  <a:pt x="0" y="345869"/>
                </a:moveTo>
                <a:lnTo>
                  <a:pt x="0" y="0"/>
                </a:lnTo>
                <a:lnTo>
                  <a:pt x="497232" y="0"/>
                </a:lnTo>
                <a:lnTo>
                  <a:pt x="497232" y="345869"/>
                </a:lnTo>
                <a:lnTo>
                  <a:pt x="0" y="345869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3C96C5-E120-4D0E-AA22-F1DA2094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475" y="1892278"/>
            <a:ext cx="497232" cy="345869"/>
          </a:xfrm>
          <a:custGeom xmlns:a="http://schemas.openxmlformats.org/drawingml/2006/main">
            <a:pathLst>
              <a:path w="497232" h="345869" fill="none">
                <a:moveTo>
                  <a:pt x="0" y="345869"/>
                </a:moveTo>
                <a:lnTo>
                  <a:pt x="497232" y="345869"/>
                </a:lnTo>
                <a:lnTo>
                  <a:pt x="497232" y="0"/>
                </a:lnTo>
                <a:lnTo>
                  <a:pt x="0" y="0"/>
                </a:lnTo>
                <a:lnTo>
                  <a:pt x="0" y="3458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69" name="Text 5">
            <a:extLst xmlns:a="http://schemas.openxmlformats.org/drawingml/2006/main">
              <a:ext uri="{FF2B5EF4-FFF2-40B4-BE49-F238E27FC236}">
                <a16:creationId xmlns:a16="http://schemas.microsoft.com/office/drawing/2014/main" id="{78E936B1-3557-4F82-B16F-FDD02E9D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588" y="1996716"/>
            <a:ext cx="90678" cy="150864"/>
          </a:xfrm>
          <a:custGeom xmlns:a="http://schemas.openxmlformats.org/drawingml/2006/main">
            <a:pathLst>
              <a:path w="90678" h="150864">
                <a:moveTo>
                  <a:pt x="90678" y="101259"/>
                </a:moveTo>
                <a:cubicBezTo>
                  <a:pt x="90678" y="108616"/>
                  <a:pt x="89085" y="115329"/>
                  <a:pt x="85899" y="121397"/>
                </a:cubicBezTo>
                <a:cubicBezTo>
                  <a:pt x="82714" y="127465"/>
                  <a:pt x="78333" y="132679"/>
                  <a:pt x="72758" y="137041"/>
                </a:cubicBezTo>
                <a:cubicBezTo>
                  <a:pt x="67183" y="141402"/>
                  <a:pt x="60604" y="144796"/>
                  <a:pt x="53019" y="147223"/>
                </a:cubicBezTo>
                <a:cubicBezTo>
                  <a:pt x="45434" y="149651"/>
                  <a:pt x="37242" y="150864"/>
                  <a:pt x="28443" y="150864"/>
                </a:cubicBezTo>
                <a:cubicBezTo>
                  <a:pt x="26244" y="150864"/>
                  <a:pt x="23874" y="150804"/>
                  <a:pt x="21333" y="150683"/>
                </a:cubicBezTo>
                <a:cubicBezTo>
                  <a:pt x="18792" y="150564"/>
                  <a:pt x="16270" y="150404"/>
                  <a:pt x="13767" y="150203"/>
                </a:cubicBezTo>
                <a:cubicBezTo>
                  <a:pt x="11264" y="150004"/>
                  <a:pt x="8817" y="149783"/>
                  <a:pt x="6428" y="149542"/>
                </a:cubicBezTo>
                <a:cubicBezTo>
                  <a:pt x="4039" y="149302"/>
                  <a:pt x="1896" y="149022"/>
                  <a:pt x="0" y="148702"/>
                </a:cubicBezTo>
                <a:lnTo>
                  <a:pt x="0" y="130726"/>
                </a:lnTo>
                <a:cubicBezTo>
                  <a:pt x="4096" y="131753"/>
                  <a:pt x="8780" y="132503"/>
                  <a:pt x="14051" y="132977"/>
                </a:cubicBezTo>
                <a:cubicBezTo>
                  <a:pt x="19323" y="133448"/>
                  <a:pt x="24651" y="133684"/>
                  <a:pt x="30036" y="133684"/>
                </a:cubicBezTo>
                <a:cubicBezTo>
                  <a:pt x="36104" y="133684"/>
                  <a:pt x="41565" y="132964"/>
                  <a:pt x="46420" y="131523"/>
                </a:cubicBezTo>
                <a:cubicBezTo>
                  <a:pt x="51274" y="130081"/>
                  <a:pt x="55408" y="128015"/>
                  <a:pt x="58821" y="125322"/>
                </a:cubicBezTo>
                <a:cubicBezTo>
                  <a:pt x="62234" y="122629"/>
                  <a:pt x="64851" y="119368"/>
                  <a:pt x="66672" y="115537"/>
                </a:cubicBezTo>
                <a:cubicBezTo>
                  <a:pt x="68492" y="111707"/>
                  <a:pt x="69402" y="107403"/>
                  <a:pt x="69402" y="102624"/>
                </a:cubicBezTo>
                <a:cubicBezTo>
                  <a:pt x="69402" y="93370"/>
                  <a:pt x="66084" y="86639"/>
                  <a:pt x="59447" y="82429"/>
                </a:cubicBezTo>
                <a:cubicBezTo>
                  <a:pt x="52810" y="78220"/>
                  <a:pt x="43272" y="76115"/>
                  <a:pt x="30833" y="76115"/>
                </a:cubicBezTo>
                <a:lnTo>
                  <a:pt x="2617" y="76115"/>
                </a:lnTo>
                <a:lnTo>
                  <a:pt x="2617" y="0"/>
                </a:lnTo>
                <a:lnTo>
                  <a:pt x="82714" y="0"/>
                </a:lnTo>
                <a:lnTo>
                  <a:pt x="82714" y="17294"/>
                </a:lnTo>
                <a:lnTo>
                  <a:pt x="21276" y="17294"/>
                </a:lnTo>
                <a:lnTo>
                  <a:pt x="21276" y="59162"/>
                </a:lnTo>
                <a:lnTo>
                  <a:pt x="34246" y="59162"/>
                </a:lnTo>
                <a:cubicBezTo>
                  <a:pt x="41376" y="59162"/>
                  <a:pt x="48316" y="59807"/>
                  <a:pt x="55067" y="61097"/>
                </a:cubicBezTo>
                <a:cubicBezTo>
                  <a:pt x="61817" y="62386"/>
                  <a:pt x="67828" y="64643"/>
                  <a:pt x="73100" y="67866"/>
                </a:cubicBezTo>
                <a:cubicBezTo>
                  <a:pt x="78371" y="71090"/>
                  <a:pt x="82619" y="75413"/>
                  <a:pt x="85842" y="80836"/>
                </a:cubicBezTo>
                <a:cubicBezTo>
                  <a:pt x="89066" y="86260"/>
                  <a:pt x="90678" y="93067"/>
                  <a:pt x="90678" y="1012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0885DE-AA3A-4CCE-8F0A-1E24B5FE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46" y="1537330"/>
            <a:ext cx="99407" cy="355047"/>
          </a:xfrm>
          <a:custGeom xmlns:a="http://schemas.openxmlformats.org/drawingml/2006/main">
            <a:pathLst>
              <a:path w="99407" h="355047">
                <a:moveTo>
                  <a:pt x="99407" y="99407"/>
                </a:moveTo>
                <a:lnTo>
                  <a:pt x="49703" y="0"/>
                </a:lnTo>
                <a:lnTo>
                  <a:pt x="0" y="99407"/>
                </a:lnTo>
                <a:lnTo>
                  <a:pt x="41419" y="99407"/>
                </a:lnTo>
                <a:lnTo>
                  <a:pt x="41419" y="109016"/>
                </a:lnTo>
                <a:lnTo>
                  <a:pt x="41419" y="122104"/>
                </a:lnTo>
                <a:lnTo>
                  <a:pt x="41419" y="134033"/>
                </a:lnTo>
                <a:lnTo>
                  <a:pt x="41419" y="144802"/>
                </a:lnTo>
                <a:lnTo>
                  <a:pt x="41419" y="154246"/>
                </a:lnTo>
                <a:lnTo>
                  <a:pt x="41419" y="162198"/>
                </a:lnTo>
                <a:lnTo>
                  <a:pt x="41419" y="168660"/>
                </a:lnTo>
                <a:lnTo>
                  <a:pt x="41419" y="173630"/>
                </a:lnTo>
                <a:lnTo>
                  <a:pt x="41419" y="176612"/>
                </a:lnTo>
                <a:lnTo>
                  <a:pt x="41419" y="177606"/>
                </a:lnTo>
                <a:lnTo>
                  <a:pt x="41419" y="178600"/>
                </a:lnTo>
                <a:lnTo>
                  <a:pt x="41419" y="181583"/>
                </a:lnTo>
                <a:lnTo>
                  <a:pt x="41419" y="186387"/>
                </a:lnTo>
                <a:lnTo>
                  <a:pt x="41419" y="192849"/>
                </a:lnTo>
                <a:lnTo>
                  <a:pt x="41419" y="200801"/>
                </a:lnTo>
                <a:lnTo>
                  <a:pt x="41419" y="210411"/>
                </a:lnTo>
                <a:lnTo>
                  <a:pt x="41419" y="221014"/>
                </a:lnTo>
                <a:lnTo>
                  <a:pt x="41419" y="232943"/>
                </a:lnTo>
                <a:lnTo>
                  <a:pt x="41419" y="246031"/>
                </a:lnTo>
                <a:lnTo>
                  <a:pt x="41419" y="259948"/>
                </a:lnTo>
                <a:lnTo>
                  <a:pt x="41419" y="274528"/>
                </a:lnTo>
                <a:lnTo>
                  <a:pt x="41419" y="289936"/>
                </a:lnTo>
                <a:lnTo>
                  <a:pt x="41419" y="321912"/>
                </a:lnTo>
                <a:lnTo>
                  <a:pt x="41419" y="355047"/>
                </a:lnTo>
                <a:lnTo>
                  <a:pt x="57987" y="355047"/>
                </a:lnTo>
                <a:lnTo>
                  <a:pt x="57987" y="321912"/>
                </a:lnTo>
                <a:lnTo>
                  <a:pt x="57987" y="289936"/>
                </a:lnTo>
                <a:lnTo>
                  <a:pt x="57987" y="274528"/>
                </a:lnTo>
                <a:lnTo>
                  <a:pt x="57987" y="259948"/>
                </a:lnTo>
                <a:lnTo>
                  <a:pt x="57987" y="246031"/>
                </a:lnTo>
                <a:lnTo>
                  <a:pt x="57987" y="232943"/>
                </a:lnTo>
                <a:lnTo>
                  <a:pt x="57987" y="221014"/>
                </a:lnTo>
                <a:lnTo>
                  <a:pt x="57987" y="210411"/>
                </a:lnTo>
                <a:lnTo>
                  <a:pt x="57987" y="200801"/>
                </a:lnTo>
                <a:lnTo>
                  <a:pt x="57987" y="192849"/>
                </a:lnTo>
                <a:lnTo>
                  <a:pt x="57987" y="186387"/>
                </a:lnTo>
                <a:lnTo>
                  <a:pt x="57987" y="181583"/>
                </a:lnTo>
                <a:lnTo>
                  <a:pt x="57987" y="178600"/>
                </a:lnTo>
                <a:lnTo>
                  <a:pt x="57987" y="177606"/>
                </a:lnTo>
                <a:lnTo>
                  <a:pt x="57987" y="176612"/>
                </a:lnTo>
                <a:lnTo>
                  <a:pt x="57987" y="173630"/>
                </a:lnTo>
                <a:lnTo>
                  <a:pt x="57987" y="168660"/>
                </a:lnTo>
                <a:lnTo>
                  <a:pt x="57987" y="162198"/>
                </a:lnTo>
                <a:lnTo>
                  <a:pt x="57987" y="154246"/>
                </a:lnTo>
                <a:lnTo>
                  <a:pt x="57987" y="144802"/>
                </a:lnTo>
                <a:lnTo>
                  <a:pt x="57987" y="134033"/>
                </a:lnTo>
                <a:lnTo>
                  <a:pt x="57987" y="122104"/>
                </a:lnTo>
                <a:lnTo>
                  <a:pt x="57987" y="109016"/>
                </a:lnTo>
                <a:lnTo>
                  <a:pt x="57987" y="99407"/>
                </a:lnTo>
                <a:lnTo>
                  <a:pt x="99407" y="99407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pop">
            <a:extLst xmlns:a="http://schemas.openxmlformats.org/drawingml/2006/main">
              <a:ext uri="{FF2B5EF4-FFF2-40B4-BE49-F238E27FC236}">
                <a16:creationId xmlns:a16="http://schemas.microsoft.com/office/drawing/2014/main" id="{35A83C5D-9D75-4BD2-90C1-4D86CEE7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78" y="4992730"/>
            <a:ext cx="301986" cy="139014"/>
          </a:xfrm>
          <a:custGeom xmlns:a="http://schemas.openxmlformats.org/drawingml/2006/main">
            <a:pathLst>
              <a:path w="301986" h="139014">
                <a:moveTo>
                  <a:pt x="83292" y="48733"/>
                </a:moveTo>
                <a:cubicBezTo>
                  <a:pt x="83292" y="57405"/>
                  <a:pt x="82078" y="64977"/>
                  <a:pt x="79651" y="71448"/>
                </a:cubicBezTo>
                <a:cubicBezTo>
                  <a:pt x="77225" y="77920"/>
                  <a:pt x="73875" y="83292"/>
                  <a:pt x="69604" y="87563"/>
                </a:cubicBezTo>
                <a:cubicBezTo>
                  <a:pt x="65333" y="91835"/>
                  <a:pt x="60285" y="95038"/>
                  <a:pt x="54460" y="97174"/>
                </a:cubicBezTo>
                <a:cubicBezTo>
                  <a:pt x="48635" y="99309"/>
                  <a:pt x="42325" y="100377"/>
                  <a:pt x="35530" y="100377"/>
                </a:cubicBezTo>
                <a:cubicBezTo>
                  <a:pt x="32424" y="100377"/>
                  <a:pt x="29333" y="100216"/>
                  <a:pt x="26259" y="99892"/>
                </a:cubicBezTo>
                <a:cubicBezTo>
                  <a:pt x="23185" y="99568"/>
                  <a:pt x="20063" y="99018"/>
                  <a:pt x="16891" y="98242"/>
                </a:cubicBezTo>
                <a:lnTo>
                  <a:pt x="16891" y="139014"/>
                </a:lnTo>
                <a:lnTo>
                  <a:pt x="0" y="139014"/>
                </a:lnTo>
                <a:lnTo>
                  <a:pt x="0" y="1747"/>
                </a:lnTo>
                <a:lnTo>
                  <a:pt x="15047" y="1747"/>
                </a:lnTo>
                <a:lnTo>
                  <a:pt x="16115" y="18056"/>
                </a:lnTo>
                <a:cubicBezTo>
                  <a:pt x="20969" y="11390"/>
                  <a:pt x="26146" y="6714"/>
                  <a:pt x="31647" y="4029"/>
                </a:cubicBezTo>
                <a:cubicBezTo>
                  <a:pt x="37148" y="1343"/>
                  <a:pt x="43102" y="0"/>
                  <a:pt x="49509" y="0"/>
                </a:cubicBezTo>
                <a:cubicBezTo>
                  <a:pt x="55075" y="0"/>
                  <a:pt x="59961" y="1165"/>
                  <a:pt x="64168" y="3495"/>
                </a:cubicBezTo>
                <a:cubicBezTo>
                  <a:pt x="68374" y="5825"/>
                  <a:pt x="71901" y="9109"/>
                  <a:pt x="74749" y="13348"/>
                </a:cubicBezTo>
                <a:cubicBezTo>
                  <a:pt x="77597" y="17587"/>
                  <a:pt x="79732" y="22700"/>
                  <a:pt x="81156" y="28686"/>
                </a:cubicBezTo>
                <a:cubicBezTo>
                  <a:pt x="82580" y="34673"/>
                  <a:pt x="83292" y="41355"/>
                  <a:pt x="83292" y="48733"/>
                </a:cubicBezTo>
                <a:moveTo>
                  <a:pt x="66012" y="49509"/>
                </a:moveTo>
                <a:cubicBezTo>
                  <a:pt x="66012" y="44396"/>
                  <a:pt x="65640" y="39704"/>
                  <a:pt x="64896" y="35433"/>
                </a:cubicBezTo>
                <a:cubicBezTo>
                  <a:pt x="64152" y="31162"/>
                  <a:pt x="62970" y="27505"/>
                  <a:pt x="61352" y="24463"/>
                </a:cubicBezTo>
                <a:cubicBezTo>
                  <a:pt x="59735" y="21422"/>
                  <a:pt x="57664" y="19043"/>
                  <a:pt x="55140" y="17328"/>
                </a:cubicBezTo>
                <a:cubicBezTo>
                  <a:pt x="52616" y="15613"/>
                  <a:pt x="49606" y="14756"/>
                  <a:pt x="46111" y="14756"/>
                </a:cubicBezTo>
                <a:cubicBezTo>
                  <a:pt x="43976" y="14756"/>
                  <a:pt x="41808" y="15095"/>
                  <a:pt x="39607" y="15775"/>
                </a:cubicBezTo>
                <a:cubicBezTo>
                  <a:pt x="37407" y="16454"/>
                  <a:pt x="35126" y="17587"/>
                  <a:pt x="32763" y="19173"/>
                </a:cubicBezTo>
                <a:cubicBezTo>
                  <a:pt x="30401" y="20758"/>
                  <a:pt x="27910" y="22862"/>
                  <a:pt x="25288" y="25483"/>
                </a:cubicBezTo>
                <a:cubicBezTo>
                  <a:pt x="22667" y="28104"/>
                  <a:pt x="19868" y="31356"/>
                  <a:pt x="16891" y="35239"/>
                </a:cubicBezTo>
                <a:lnTo>
                  <a:pt x="16891" y="82515"/>
                </a:lnTo>
                <a:cubicBezTo>
                  <a:pt x="19998" y="83810"/>
                  <a:pt x="23266" y="84829"/>
                  <a:pt x="26696" y="85573"/>
                </a:cubicBezTo>
                <a:cubicBezTo>
                  <a:pt x="30126" y="86317"/>
                  <a:pt x="33491" y="86689"/>
                  <a:pt x="36792" y="86689"/>
                </a:cubicBezTo>
                <a:cubicBezTo>
                  <a:pt x="45917" y="86689"/>
                  <a:pt x="53069" y="83599"/>
                  <a:pt x="58246" y="77419"/>
                </a:cubicBezTo>
                <a:cubicBezTo>
                  <a:pt x="63423" y="71238"/>
                  <a:pt x="66012" y="61935"/>
                  <a:pt x="66012" y="49509"/>
                </a:cubicBezTo>
                <a:close/>
                <a:moveTo>
                  <a:pt x="194192" y="49703"/>
                </a:moveTo>
                <a:cubicBezTo>
                  <a:pt x="194192" y="57275"/>
                  <a:pt x="193124" y="64216"/>
                  <a:pt x="190989" y="70526"/>
                </a:cubicBezTo>
                <a:cubicBezTo>
                  <a:pt x="188853" y="76836"/>
                  <a:pt x="185779" y="82240"/>
                  <a:pt x="181766" y="86738"/>
                </a:cubicBezTo>
                <a:cubicBezTo>
                  <a:pt x="177754" y="91236"/>
                  <a:pt x="172868" y="94731"/>
                  <a:pt x="167108" y="97222"/>
                </a:cubicBezTo>
                <a:cubicBezTo>
                  <a:pt x="161348" y="99714"/>
                  <a:pt x="154811" y="100960"/>
                  <a:pt x="147498" y="100960"/>
                </a:cubicBezTo>
                <a:cubicBezTo>
                  <a:pt x="140509" y="100960"/>
                  <a:pt x="134247" y="99876"/>
                  <a:pt x="128714" y="97708"/>
                </a:cubicBezTo>
                <a:cubicBezTo>
                  <a:pt x="123181" y="95540"/>
                  <a:pt x="118489" y="92352"/>
                  <a:pt x="114638" y="88146"/>
                </a:cubicBezTo>
                <a:cubicBezTo>
                  <a:pt x="110787" y="83939"/>
                  <a:pt x="107843" y="78729"/>
                  <a:pt x="105804" y="72516"/>
                </a:cubicBezTo>
                <a:cubicBezTo>
                  <a:pt x="103765" y="66303"/>
                  <a:pt x="102746" y="59152"/>
                  <a:pt x="102746" y="51062"/>
                </a:cubicBezTo>
                <a:cubicBezTo>
                  <a:pt x="102746" y="43490"/>
                  <a:pt x="103814" y="36582"/>
                  <a:pt x="105950" y="30336"/>
                </a:cubicBezTo>
                <a:cubicBezTo>
                  <a:pt x="108085" y="24091"/>
                  <a:pt x="111159" y="18720"/>
                  <a:pt x="115172" y="14222"/>
                </a:cubicBezTo>
                <a:cubicBezTo>
                  <a:pt x="119184" y="9724"/>
                  <a:pt x="124071" y="6229"/>
                  <a:pt x="129830" y="3737"/>
                </a:cubicBezTo>
                <a:cubicBezTo>
                  <a:pt x="135590" y="1246"/>
                  <a:pt x="142127" y="0"/>
                  <a:pt x="149440" y="0"/>
                </a:cubicBezTo>
                <a:cubicBezTo>
                  <a:pt x="156429" y="0"/>
                  <a:pt x="162691" y="1084"/>
                  <a:pt x="168224" y="3252"/>
                </a:cubicBezTo>
                <a:cubicBezTo>
                  <a:pt x="173758" y="5420"/>
                  <a:pt x="178450" y="8591"/>
                  <a:pt x="182300" y="12766"/>
                </a:cubicBezTo>
                <a:cubicBezTo>
                  <a:pt x="186151" y="16940"/>
                  <a:pt x="189096" y="22133"/>
                  <a:pt x="191134" y="28346"/>
                </a:cubicBezTo>
                <a:cubicBezTo>
                  <a:pt x="193173" y="34559"/>
                  <a:pt x="194192" y="41678"/>
                  <a:pt x="194192" y="49703"/>
                </a:cubicBezTo>
                <a:moveTo>
                  <a:pt x="176913" y="50480"/>
                </a:moveTo>
                <a:cubicBezTo>
                  <a:pt x="176913" y="44461"/>
                  <a:pt x="176249" y="39203"/>
                  <a:pt x="174923" y="34705"/>
                </a:cubicBezTo>
                <a:cubicBezTo>
                  <a:pt x="173596" y="30207"/>
                  <a:pt x="171703" y="26453"/>
                  <a:pt x="169244" y="23444"/>
                </a:cubicBezTo>
                <a:cubicBezTo>
                  <a:pt x="166784" y="20435"/>
                  <a:pt x="163791" y="18170"/>
                  <a:pt x="160264" y="16649"/>
                </a:cubicBezTo>
                <a:cubicBezTo>
                  <a:pt x="156737" y="15128"/>
                  <a:pt x="152805" y="14367"/>
                  <a:pt x="148469" y="14367"/>
                </a:cubicBezTo>
                <a:cubicBezTo>
                  <a:pt x="143421" y="14367"/>
                  <a:pt x="139101" y="15354"/>
                  <a:pt x="135509" y="17328"/>
                </a:cubicBezTo>
                <a:cubicBezTo>
                  <a:pt x="131918" y="19302"/>
                  <a:pt x="128973" y="21939"/>
                  <a:pt x="126675" y="25240"/>
                </a:cubicBezTo>
                <a:cubicBezTo>
                  <a:pt x="124378" y="28541"/>
                  <a:pt x="122695" y="32375"/>
                  <a:pt x="121627" y="36744"/>
                </a:cubicBezTo>
                <a:cubicBezTo>
                  <a:pt x="120560" y="41112"/>
                  <a:pt x="120026" y="45691"/>
                  <a:pt x="120026" y="50480"/>
                </a:cubicBezTo>
                <a:cubicBezTo>
                  <a:pt x="120026" y="56499"/>
                  <a:pt x="120689" y="61773"/>
                  <a:pt x="122016" y="66303"/>
                </a:cubicBezTo>
                <a:cubicBezTo>
                  <a:pt x="123342" y="70834"/>
                  <a:pt x="125235" y="74603"/>
                  <a:pt x="127695" y="77613"/>
                </a:cubicBezTo>
                <a:cubicBezTo>
                  <a:pt x="130154" y="80622"/>
                  <a:pt x="133131" y="82887"/>
                  <a:pt x="136626" y="84408"/>
                </a:cubicBezTo>
                <a:cubicBezTo>
                  <a:pt x="140121" y="85929"/>
                  <a:pt x="144068" y="86689"/>
                  <a:pt x="148469" y="86689"/>
                </a:cubicBezTo>
                <a:cubicBezTo>
                  <a:pt x="153517" y="86689"/>
                  <a:pt x="157837" y="85703"/>
                  <a:pt x="161429" y="83729"/>
                </a:cubicBezTo>
                <a:cubicBezTo>
                  <a:pt x="165021" y="81755"/>
                  <a:pt x="167965" y="79118"/>
                  <a:pt x="170263" y="75817"/>
                </a:cubicBezTo>
                <a:cubicBezTo>
                  <a:pt x="172560" y="72516"/>
                  <a:pt x="174243" y="68682"/>
                  <a:pt x="175311" y="64313"/>
                </a:cubicBezTo>
                <a:cubicBezTo>
                  <a:pt x="176379" y="59945"/>
                  <a:pt x="176913" y="55334"/>
                  <a:pt x="176913" y="50480"/>
                </a:cubicBezTo>
                <a:close/>
                <a:moveTo>
                  <a:pt x="301986" y="48733"/>
                </a:moveTo>
                <a:cubicBezTo>
                  <a:pt x="301986" y="57405"/>
                  <a:pt x="300773" y="64977"/>
                  <a:pt x="298346" y="71448"/>
                </a:cubicBezTo>
                <a:cubicBezTo>
                  <a:pt x="295919" y="77920"/>
                  <a:pt x="292570" y="83292"/>
                  <a:pt x="288298" y="87563"/>
                </a:cubicBezTo>
                <a:cubicBezTo>
                  <a:pt x="284027" y="91835"/>
                  <a:pt x="278979" y="95038"/>
                  <a:pt x="273155" y="97174"/>
                </a:cubicBezTo>
                <a:cubicBezTo>
                  <a:pt x="267330" y="99309"/>
                  <a:pt x="261020" y="100377"/>
                  <a:pt x="254225" y="100377"/>
                </a:cubicBezTo>
                <a:cubicBezTo>
                  <a:pt x="251118" y="100377"/>
                  <a:pt x="248028" y="100216"/>
                  <a:pt x="244954" y="99892"/>
                </a:cubicBezTo>
                <a:cubicBezTo>
                  <a:pt x="241880" y="99568"/>
                  <a:pt x="238757" y="99018"/>
                  <a:pt x="235586" y="98242"/>
                </a:cubicBezTo>
                <a:lnTo>
                  <a:pt x="235586" y="139014"/>
                </a:lnTo>
                <a:lnTo>
                  <a:pt x="218695" y="139014"/>
                </a:lnTo>
                <a:lnTo>
                  <a:pt x="218695" y="1747"/>
                </a:lnTo>
                <a:lnTo>
                  <a:pt x="233741" y="1747"/>
                </a:lnTo>
                <a:lnTo>
                  <a:pt x="234809" y="18056"/>
                </a:lnTo>
                <a:cubicBezTo>
                  <a:pt x="239663" y="11390"/>
                  <a:pt x="244840" y="6714"/>
                  <a:pt x="250342" y="4029"/>
                </a:cubicBezTo>
                <a:cubicBezTo>
                  <a:pt x="255843" y="1343"/>
                  <a:pt x="261797" y="0"/>
                  <a:pt x="268204" y="0"/>
                </a:cubicBezTo>
                <a:cubicBezTo>
                  <a:pt x="273769" y="0"/>
                  <a:pt x="278656" y="1165"/>
                  <a:pt x="282862" y="3495"/>
                </a:cubicBezTo>
                <a:cubicBezTo>
                  <a:pt x="287069" y="5825"/>
                  <a:pt x="290596" y="9109"/>
                  <a:pt x="293444" y="13348"/>
                </a:cubicBezTo>
                <a:cubicBezTo>
                  <a:pt x="296291" y="17587"/>
                  <a:pt x="298427" y="22700"/>
                  <a:pt x="299851" y="28686"/>
                </a:cubicBezTo>
                <a:cubicBezTo>
                  <a:pt x="301274" y="34673"/>
                  <a:pt x="301986" y="41355"/>
                  <a:pt x="301986" y="48733"/>
                </a:cubicBezTo>
                <a:moveTo>
                  <a:pt x="284707" y="49509"/>
                </a:moveTo>
                <a:cubicBezTo>
                  <a:pt x="284707" y="44396"/>
                  <a:pt x="284335" y="39704"/>
                  <a:pt x="283590" y="35433"/>
                </a:cubicBezTo>
                <a:cubicBezTo>
                  <a:pt x="282846" y="31162"/>
                  <a:pt x="281665" y="27505"/>
                  <a:pt x="280047" y="24463"/>
                </a:cubicBezTo>
                <a:cubicBezTo>
                  <a:pt x="278429" y="21422"/>
                  <a:pt x="276358" y="19043"/>
                  <a:pt x="273834" y="17328"/>
                </a:cubicBezTo>
                <a:cubicBezTo>
                  <a:pt x="271310" y="15613"/>
                  <a:pt x="268301" y="14756"/>
                  <a:pt x="264806" y="14756"/>
                </a:cubicBezTo>
                <a:cubicBezTo>
                  <a:pt x="262670" y="14756"/>
                  <a:pt x="260502" y="15095"/>
                  <a:pt x="258302" y="15775"/>
                </a:cubicBezTo>
                <a:cubicBezTo>
                  <a:pt x="256101" y="16454"/>
                  <a:pt x="253820" y="17587"/>
                  <a:pt x="251458" y="19173"/>
                </a:cubicBezTo>
                <a:cubicBezTo>
                  <a:pt x="249096" y="20758"/>
                  <a:pt x="246604" y="22862"/>
                  <a:pt x="243983" y="25483"/>
                </a:cubicBezTo>
                <a:cubicBezTo>
                  <a:pt x="241362" y="28104"/>
                  <a:pt x="238563" y="31356"/>
                  <a:pt x="235586" y="35239"/>
                </a:cubicBezTo>
                <a:lnTo>
                  <a:pt x="235586" y="82515"/>
                </a:lnTo>
                <a:cubicBezTo>
                  <a:pt x="238692" y="83810"/>
                  <a:pt x="241961" y="84829"/>
                  <a:pt x="245391" y="85573"/>
                </a:cubicBezTo>
                <a:cubicBezTo>
                  <a:pt x="248821" y="86317"/>
                  <a:pt x="252186" y="86689"/>
                  <a:pt x="255487" y="86689"/>
                </a:cubicBezTo>
                <a:cubicBezTo>
                  <a:pt x="264612" y="86689"/>
                  <a:pt x="271763" y="83599"/>
                  <a:pt x="276941" y="77419"/>
                </a:cubicBezTo>
                <a:cubicBezTo>
                  <a:pt x="282118" y="71238"/>
                  <a:pt x="284707" y="61935"/>
                  <a:pt x="284707" y="495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71176C-F26D-47FE-A7E1-273491F5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475" y="3039264"/>
            <a:ext cx="497232" cy="345868"/>
          </a:xfrm>
          <a:custGeom xmlns:a="http://schemas.openxmlformats.org/drawingml/2006/main">
            <a:pathLst>
              <a:path w="497232" h="345868">
                <a:moveTo>
                  <a:pt x="0" y="345868"/>
                </a:moveTo>
                <a:lnTo>
                  <a:pt x="0" y="0"/>
                </a:lnTo>
                <a:lnTo>
                  <a:pt x="497232" y="0"/>
                </a:lnTo>
                <a:lnTo>
                  <a:pt x="497232" y="345868"/>
                </a:lnTo>
                <a:lnTo>
                  <a:pt x="0" y="345868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E447A6-9A82-49F7-8F6E-86070BF4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475" y="3039264"/>
            <a:ext cx="497232" cy="345868"/>
          </a:xfrm>
          <a:custGeom xmlns:a="http://schemas.openxmlformats.org/drawingml/2006/main">
            <a:pathLst>
              <a:path w="497232" h="345868" fill="none">
                <a:moveTo>
                  <a:pt x="0" y="345868"/>
                </a:moveTo>
                <a:lnTo>
                  <a:pt x="497232" y="345868"/>
                </a:lnTo>
                <a:lnTo>
                  <a:pt x="497232" y="0"/>
                </a:lnTo>
                <a:lnTo>
                  <a:pt x="0" y="0"/>
                </a:lnTo>
                <a:lnTo>
                  <a:pt x="0" y="3458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74" name="Text 2">
            <a:extLst xmlns:a="http://schemas.openxmlformats.org/drawingml/2006/main">
              <a:ext uri="{FF2B5EF4-FFF2-40B4-BE49-F238E27FC236}">
                <a16:creationId xmlns:a16="http://schemas.microsoft.com/office/drawing/2014/main" id="{2AC9F340-77DE-4252-A48B-A11EED7F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032" y="3142409"/>
            <a:ext cx="97792" cy="150607"/>
          </a:xfrm>
          <a:custGeom xmlns:a="http://schemas.openxmlformats.org/drawingml/2006/main">
            <a:pathLst>
              <a:path w="97792" h="150607">
                <a:moveTo>
                  <a:pt x="97792" y="150607"/>
                </a:moveTo>
                <a:lnTo>
                  <a:pt x="0" y="150607"/>
                </a:lnTo>
                <a:lnTo>
                  <a:pt x="0" y="132888"/>
                </a:lnTo>
                <a:lnTo>
                  <a:pt x="38390" y="94686"/>
                </a:lnTo>
                <a:cubicBezTo>
                  <a:pt x="44675" y="88470"/>
                  <a:pt x="49786" y="83089"/>
                  <a:pt x="53723" y="78544"/>
                </a:cubicBezTo>
                <a:cubicBezTo>
                  <a:pt x="57661" y="73996"/>
                  <a:pt x="60727" y="69847"/>
                  <a:pt x="62923" y="66096"/>
                </a:cubicBezTo>
                <a:cubicBezTo>
                  <a:pt x="65119" y="62343"/>
                  <a:pt x="66596" y="58800"/>
                  <a:pt x="67353" y="55466"/>
                </a:cubicBezTo>
                <a:cubicBezTo>
                  <a:pt x="68110" y="52132"/>
                  <a:pt x="68489" y="48533"/>
                  <a:pt x="68489" y="44669"/>
                </a:cubicBezTo>
                <a:cubicBezTo>
                  <a:pt x="68489" y="41029"/>
                  <a:pt x="67996" y="37562"/>
                  <a:pt x="67012" y="34266"/>
                </a:cubicBezTo>
                <a:cubicBezTo>
                  <a:pt x="66028" y="30967"/>
                  <a:pt x="64513" y="28067"/>
                  <a:pt x="62469" y="25566"/>
                </a:cubicBezTo>
                <a:cubicBezTo>
                  <a:pt x="60424" y="23063"/>
                  <a:pt x="57774" y="21092"/>
                  <a:pt x="54518" y="19653"/>
                </a:cubicBezTo>
                <a:cubicBezTo>
                  <a:pt x="51262" y="18212"/>
                  <a:pt x="47363" y="17491"/>
                  <a:pt x="42820" y="17491"/>
                </a:cubicBezTo>
                <a:cubicBezTo>
                  <a:pt x="36535" y="17491"/>
                  <a:pt x="30818" y="18903"/>
                  <a:pt x="25669" y="21726"/>
                </a:cubicBezTo>
                <a:cubicBezTo>
                  <a:pt x="20520" y="24549"/>
                  <a:pt x="15788" y="28210"/>
                  <a:pt x="11472" y="32711"/>
                </a:cubicBezTo>
                <a:lnTo>
                  <a:pt x="568" y="19603"/>
                </a:lnTo>
                <a:cubicBezTo>
                  <a:pt x="6171" y="13676"/>
                  <a:pt x="12626" y="8927"/>
                  <a:pt x="19933" y="5356"/>
                </a:cubicBezTo>
                <a:cubicBezTo>
                  <a:pt x="27240" y="1785"/>
                  <a:pt x="35740" y="0"/>
                  <a:pt x="45432" y="0"/>
                </a:cubicBezTo>
                <a:cubicBezTo>
                  <a:pt x="52020" y="0"/>
                  <a:pt x="58020" y="986"/>
                  <a:pt x="63434" y="2957"/>
                </a:cubicBezTo>
                <a:cubicBezTo>
                  <a:pt x="68848" y="4925"/>
                  <a:pt x="73524" y="7767"/>
                  <a:pt x="77461" y="11482"/>
                </a:cubicBezTo>
                <a:cubicBezTo>
                  <a:pt x="81399" y="15195"/>
                  <a:pt x="84447" y="19742"/>
                  <a:pt x="86605" y="25122"/>
                </a:cubicBezTo>
                <a:cubicBezTo>
                  <a:pt x="88763" y="30503"/>
                  <a:pt x="89842" y="36567"/>
                  <a:pt x="89842" y="43313"/>
                </a:cubicBezTo>
                <a:cubicBezTo>
                  <a:pt x="89842" y="48997"/>
                  <a:pt x="89084" y="54264"/>
                  <a:pt x="87570" y="59115"/>
                </a:cubicBezTo>
                <a:cubicBezTo>
                  <a:pt x="86056" y="63963"/>
                  <a:pt x="83765" y="68794"/>
                  <a:pt x="80698" y="73607"/>
                </a:cubicBezTo>
                <a:cubicBezTo>
                  <a:pt x="77632" y="78420"/>
                  <a:pt x="73770" y="83403"/>
                  <a:pt x="69113" y="88557"/>
                </a:cubicBezTo>
                <a:cubicBezTo>
                  <a:pt x="64457" y="93708"/>
                  <a:pt x="58948" y="99354"/>
                  <a:pt x="52587" y="105494"/>
                </a:cubicBezTo>
                <a:lnTo>
                  <a:pt x="25669" y="131752"/>
                </a:lnTo>
                <a:lnTo>
                  <a:pt x="97792" y="131752"/>
                </a:lnTo>
                <a:lnTo>
                  <a:pt x="97792" y="1506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1368E-F344-4A2C-83C9-C70D9CD5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87" y="3432582"/>
            <a:ext cx="497232" cy="345868"/>
          </a:xfrm>
          <a:custGeom xmlns:a="http://schemas.openxmlformats.org/drawingml/2006/main">
            <a:pathLst>
              <a:path w="497232" h="345868">
                <a:moveTo>
                  <a:pt x="0" y="345868"/>
                </a:moveTo>
                <a:lnTo>
                  <a:pt x="0" y="0"/>
                </a:lnTo>
                <a:lnTo>
                  <a:pt x="497232" y="0"/>
                </a:lnTo>
                <a:lnTo>
                  <a:pt x="497232" y="345868"/>
                </a:lnTo>
                <a:lnTo>
                  <a:pt x="0" y="345868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A16A39-CA1E-4D06-BAC8-DF356B71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87" y="3432582"/>
            <a:ext cx="497232" cy="345868"/>
          </a:xfrm>
          <a:custGeom xmlns:a="http://schemas.openxmlformats.org/drawingml/2006/main">
            <a:pathLst>
              <a:path w="497232" h="345868" fill="none">
                <a:moveTo>
                  <a:pt x="0" y="345868"/>
                </a:moveTo>
                <a:lnTo>
                  <a:pt x="497232" y="345868"/>
                </a:lnTo>
                <a:lnTo>
                  <a:pt x="497232" y="0"/>
                </a:lnTo>
                <a:lnTo>
                  <a:pt x="0" y="0"/>
                </a:lnTo>
                <a:lnTo>
                  <a:pt x="0" y="3458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77" name="Text 1">
            <a:extLst xmlns:a="http://schemas.openxmlformats.org/drawingml/2006/main">
              <a:ext uri="{FF2B5EF4-FFF2-40B4-BE49-F238E27FC236}">
                <a16:creationId xmlns:a16="http://schemas.microsoft.com/office/drawing/2014/main" id="{38D841B9-099F-4D86-B465-98A86875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36" y="3536835"/>
            <a:ext cx="98073" cy="149499"/>
          </a:xfrm>
          <a:custGeom xmlns:a="http://schemas.openxmlformats.org/drawingml/2006/main">
            <a:pathLst>
              <a:path w="98073" h="149499">
                <a:moveTo>
                  <a:pt x="98073" y="149499"/>
                </a:moveTo>
                <a:lnTo>
                  <a:pt x="4665" y="149499"/>
                </a:lnTo>
                <a:lnTo>
                  <a:pt x="4665" y="131068"/>
                </a:lnTo>
                <a:lnTo>
                  <a:pt x="42893" y="131068"/>
                </a:lnTo>
                <a:lnTo>
                  <a:pt x="42893" y="22413"/>
                </a:lnTo>
                <a:lnTo>
                  <a:pt x="7282" y="41869"/>
                </a:lnTo>
                <a:lnTo>
                  <a:pt x="0" y="25030"/>
                </a:lnTo>
                <a:lnTo>
                  <a:pt x="47330" y="0"/>
                </a:lnTo>
                <a:lnTo>
                  <a:pt x="64851" y="0"/>
                </a:lnTo>
                <a:lnTo>
                  <a:pt x="64851" y="131068"/>
                </a:lnTo>
                <a:lnTo>
                  <a:pt x="98073" y="131068"/>
                </a:lnTo>
                <a:lnTo>
                  <a:pt x="98073" y="1494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F17E8A-4BBC-43E9-9BB7-5BADB4A6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881" y="3821262"/>
            <a:ext cx="497232" cy="345868"/>
          </a:xfrm>
          <a:custGeom xmlns:a="http://schemas.openxmlformats.org/drawingml/2006/main">
            <a:pathLst>
              <a:path w="497232" h="345868">
                <a:moveTo>
                  <a:pt x="0" y="345868"/>
                </a:moveTo>
                <a:lnTo>
                  <a:pt x="0" y="0"/>
                </a:lnTo>
                <a:lnTo>
                  <a:pt x="497232" y="0"/>
                </a:lnTo>
                <a:lnTo>
                  <a:pt x="497232" y="345868"/>
                </a:lnTo>
                <a:lnTo>
                  <a:pt x="0" y="345868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FA5703-2C3D-4DA1-9F7C-051D97AE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881" y="3821262"/>
            <a:ext cx="497232" cy="345868"/>
          </a:xfrm>
          <a:custGeom xmlns:a="http://schemas.openxmlformats.org/drawingml/2006/main">
            <a:pathLst>
              <a:path w="497232" h="345868" fill="none">
                <a:moveTo>
                  <a:pt x="0" y="345868"/>
                </a:moveTo>
                <a:lnTo>
                  <a:pt x="497232" y="345868"/>
                </a:lnTo>
                <a:lnTo>
                  <a:pt x="497232" y="0"/>
                </a:lnTo>
                <a:lnTo>
                  <a:pt x="0" y="0"/>
                </a:lnTo>
                <a:lnTo>
                  <a:pt x="0" y="3458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80" name="Text …">
            <a:extLst xmlns:a="http://schemas.openxmlformats.org/drawingml/2006/main">
              <a:ext uri="{FF2B5EF4-FFF2-40B4-BE49-F238E27FC236}">
                <a16:creationId xmlns:a16="http://schemas.microsoft.com/office/drawing/2014/main" id="{FD10831A-9618-4BA2-81C2-452D967B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75" y="4049841"/>
            <a:ext cx="114684" cy="27420"/>
          </a:xfrm>
          <a:custGeom xmlns:a="http://schemas.openxmlformats.org/drawingml/2006/main">
            <a:pathLst>
              <a:path w="114684" h="27420">
                <a:moveTo>
                  <a:pt x="27078" y="13767"/>
                </a:moveTo>
                <a:cubicBezTo>
                  <a:pt x="27078" y="15587"/>
                  <a:pt x="26737" y="17332"/>
                  <a:pt x="26054" y="19000"/>
                </a:cubicBezTo>
                <a:cubicBezTo>
                  <a:pt x="25372" y="20669"/>
                  <a:pt x="24442" y="22129"/>
                  <a:pt x="23267" y="23381"/>
                </a:cubicBezTo>
                <a:cubicBezTo>
                  <a:pt x="22091" y="24632"/>
                  <a:pt x="20669" y="25618"/>
                  <a:pt x="19000" y="26339"/>
                </a:cubicBezTo>
                <a:cubicBezTo>
                  <a:pt x="17332" y="27059"/>
                  <a:pt x="15511" y="27420"/>
                  <a:pt x="13539" y="27420"/>
                </a:cubicBezTo>
                <a:cubicBezTo>
                  <a:pt x="11567" y="27420"/>
                  <a:pt x="9747" y="27059"/>
                  <a:pt x="8078" y="26339"/>
                </a:cubicBezTo>
                <a:cubicBezTo>
                  <a:pt x="6409" y="25618"/>
                  <a:pt x="4987" y="24651"/>
                  <a:pt x="3811" y="23437"/>
                </a:cubicBezTo>
                <a:cubicBezTo>
                  <a:pt x="2636" y="22224"/>
                  <a:pt x="1707" y="20783"/>
                  <a:pt x="1024" y="19114"/>
                </a:cubicBezTo>
                <a:cubicBezTo>
                  <a:pt x="341" y="17445"/>
                  <a:pt x="0" y="15663"/>
                  <a:pt x="0" y="13767"/>
                </a:cubicBezTo>
                <a:cubicBezTo>
                  <a:pt x="0" y="11870"/>
                  <a:pt x="341" y="10088"/>
                  <a:pt x="1024" y="8419"/>
                </a:cubicBezTo>
                <a:cubicBezTo>
                  <a:pt x="1707" y="6751"/>
                  <a:pt x="2636" y="5290"/>
                  <a:pt x="3811" y="4039"/>
                </a:cubicBezTo>
                <a:cubicBezTo>
                  <a:pt x="4987" y="2787"/>
                  <a:pt x="6409" y="1801"/>
                  <a:pt x="8078" y="1081"/>
                </a:cubicBezTo>
                <a:cubicBezTo>
                  <a:pt x="9747" y="360"/>
                  <a:pt x="11567" y="0"/>
                  <a:pt x="13539" y="0"/>
                </a:cubicBezTo>
                <a:cubicBezTo>
                  <a:pt x="15511" y="0"/>
                  <a:pt x="17332" y="360"/>
                  <a:pt x="19000" y="1081"/>
                </a:cubicBezTo>
                <a:cubicBezTo>
                  <a:pt x="20669" y="1801"/>
                  <a:pt x="22091" y="2768"/>
                  <a:pt x="23267" y="3982"/>
                </a:cubicBezTo>
                <a:cubicBezTo>
                  <a:pt x="24442" y="5196"/>
                  <a:pt x="25372" y="6656"/>
                  <a:pt x="26054" y="8362"/>
                </a:cubicBezTo>
                <a:cubicBezTo>
                  <a:pt x="26737" y="10069"/>
                  <a:pt x="27078" y="11870"/>
                  <a:pt x="27078" y="13767"/>
                </a:cubicBezTo>
                <a:moveTo>
                  <a:pt x="70881" y="13767"/>
                </a:moveTo>
                <a:cubicBezTo>
                  <a:pt x="70881" y="15587"/>
                  <a:pt x="70540" y="17332"/>
                  <a:pt x="69857" y="19000"/>
                </a:cubicBezTo>
                <a:cubicBezTo>
                  <a:pt x="69175" y="20669"/>
                  <a:pt x="68245" y="22129"/>
                  <a:pt x="67070" y="23381"/>
                </a:cubicBezTo>
                <a:cubicBezTo>
                  <a:pt x="65894" y="24632"/>
                  <a:pt x="64472" y="25618"/>
                  <a:pt x="62803" y="26339"/>
                </a:cubicBezTo>
                <a:cubicBezTo>
                  <a:pt x="61135" y="27059"/>
                  <a:pt x="59314" y="27420"/>
                  <a:pt x="57342" y="27420"/>
                </a:cubicBezTo>
                <a:cubicBezTo>
                  <a:pt x="55370" y="27420"/>
                  <a:pt x="53550" y="27059"/>
                  <a:pt x="51881" y="26339"/>
                </a:cubicBezTo>
                <a:cubicBezTo>
                  <a:pt x="50212" y="25618"/>
                  <a:pt x="48790" y="24651"/>
                  <a:pt x="47614" y="23437"/>
                </a:cubicBezTo>
                <a:cubicBezTo>
                  <a:pt x="46439" y="22224"/>
                  <a:pt x="45510" y="20783"/>
                  <a:pt x="44827" y="19114"/>
                </a:cubicBezTo>
                <a:cubicBezTo>
                  <a:pt x="44144" y="17445"/>
                  <a:pt x="43803" y="15663"/>
                  <a:pt x="43803" y="13767"/>
                </a:cubicBezTo>
                <a:cubicBezTo>
                  <a:pt x="43803" y="11870"/>
                  <a:pt x="44144" y="10088"/>
                  <a:pt x="44827" y="8419"/>
                </a:cubicBezTo>
                <a:cubicBezTo>
                  <a:pt x="45510" y="6751"/>
                  <a:pt x="46439" y="5290"/>
                  <a:pt x="47614" y="4039"/>
                </a:cubicBezTo>
                <a:cubicBezTo>
                  <a:pt x="48790" y="2787"/>
                  <a:pt x="50212" y="1801"/>
                  <a:pt x="51881" y="1081"/>
                </a:cubicBezTo>
                <a:cubicBezTo>
                  <a:pt x="53550" y="360"/>
                  <a:pt x="55370" y="0"/>
                  <a:pt x="57342" y="0"/>
                </a:cubicBezTo>
                <a:cubicBezTo>
                  <a:pt x="59314" y="0"/>
                  <a:pt x="61135" y="360"/>
                  <a:pt x="62803" y="1081"/>
                </a:cubicBezTo>
                <a:cubicBezTo>
                  <a:pt x="64472" y="1801"/>
                  <a:pt x="65894" y="2768"/>
                  <a:pt x="67070" y="3982"/>
                </a:cubicBezTo>
                <a:cubicBezTo>
                  <a:pt x="68245" y="5196"/>
                  <a:pt x="69175" y="6656"/>
                  <a:pt x="69857" y="8362"/>
                </a:cubicBezTo>
                <a:cubicBezTo>
                  <a:pt x="70540" y="10069"/>
                  <a:pt x="70881" y="11870"/>
                  <a:pt x="70881" y="13767"/>
                </a:cubicBezTo>
                <a:moveTo>
                  <a:pt x="114684" y="13767"/>
                </a:moveTo>
                <a:cubicBezTo>
                  <a:pt x="114684" y="15587"/>
                  <a:pt x="114343" y="17332"/>
                  <a:pt x="113660" y="19000"/>
                </a:cubicBezTo>
                <a:cubicBezTo>
                  <a:pt x="112977" y="20669"/>
                  <a:pt x="112048" y="22129"/>
                  <a:pt x="110873" y="23381"/>
                </a:cubicBezTo>
                <a:cubicBezTo>
                  <a:pt x="109697" y="24632"/>
                  <a:pt x="108275" y="25618"/>
                  <a:pt x="106606" y="26339"/>
                </a:cubicBezTo>
                <a:cubicBezTo>
                  <a:pt x="104937" y="27059"/>
                  <a:pt x="103117" y="27420"/>
                  <a:pt x="101145" y="27420"/>
                </a:cubicBezTo>
                <a:cubicBezTo>
                  <a:pt x="99173" y="27420"/>
                  <a:pt x="97353" y="27059"/>
                  <a:pt x="95684" y="26339"/>
                </a:cubicBezTo>
                <a:cubicBezTo>
                  <a:pt x="94015" y="25618"/>
                  <a:pt x="92593" y="24651"/>
                  <a:pt x="91417" y="23437"/>
                </a:cubicBezTo>
                <a:cubicBezTo>
                  <a:pt x="90242" y="22224"/>
                  <a:pt x="89313" y="20783"/>
                  <a:pt x="88630" y="19114"/>
                </a:cubicBezTo>
                <a:cubicBezTo>
                  <a:pt x="87947" y="17445"/>
                  <a:pt x="87606" y="15663"/>
                  <a:pt x="87606" y="13767"/>
                </a:cubicBezTo>
                <a:cubicBezTo>
                  <a:pt x="87606" y="11870"/>
                  <a:pt x="87947" y="10088"/>
                  <a:pt x="88630" y="8419"/>
                </a:cubicBezTo>
                <a:cubicBezTo>
                  <a:pt x="89313" y="6751"/>
                  <a:pt x="90242" y="5290"/>
                  <a:pt x="91417" y="4039"/>
                </a:cubicBezTo>
                <a:cubicBezTo>
                  <a:pt x="92593" y="2787"/>
                  <a:pt x="94015" y="1801"/>
                  <a:pt x="95684" y="1081"/>
                </a:cubicBezTo>
                <a:cubicBezTo>
                  <a:pt x="97353" y="360"/>
                  <a:pt x="99173" y="0"/>
                  <a:pt x="101145" y="0"/>
                </a:cubicBezTo>
                <a:cubicBezTo>
                  <a:pt x="103117" y="0"/>
                  <a:pt x="104937" y="360"/>
                  <a:pt x="106606" y="1081"/>
                </a:cubicBezTo>
                <a:cubicBezTo>
                  <a:pt x="108275" y="1801"/>
                  <a:pt x="109697" y="2768"/>
                  <a:pt x="110873" y="3982"/>
                </a:cubicBezTo>
                <a:cubicBezTo>
                  <a:pt x="112048" y="5196"/>
                  <a:pt x="112977" y="6656"/>
                  <a:pt x="113660" y="8362"/>
                </a:cubicBezTo>
                <a:cubicBezTo>
                  <a:pt x="114343" y="10069"/>
                  <a:pt x="114684" y="11870"/>
                  <a:pt x="114684" y="137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F0C9C4-75B0-4E18-904D-3F5B2CC9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635" y="4209941"/>
            <a:ext cx="497232" cy="345868"/>
          </a:xfrm>
          <a:custGeom xmlns:a="http://schemas.openxmlformats.org/drawingml/2006/main">
            <a:pathLst>
              <a:path w="497232" h="345868">
                <a:moveTo>
                  <a:pt x="0" y="345868"/>
                </a:moveTo>
                <a:lnTo>
                  <a:pt x="0" y="0"/>
                </a:lnTo>
                <a:lnTo>
                  <a:pt x="497232" y="0"/>
                </a:lnTo>
                <a:lnTo>
                  <a:pt x="497232" y="345868"/>
                </a:lnTo>
                <a:lnTo>
                  <a:pt x="0" y="345868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1DCB41-937A-4A6F-9D70-A3B20D3F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635" y="4209941"/>
            <a:ext cx="497232" cy="345868"/>
          </a:xfrm>
          <a:custGeom xmlns:a="http://schemas.openxmlformats.org/drawingml/2006/main">
            <a:pathLst>
              <a:path w="497232" h="345868" fill="none">
                <a:moveTo>
                  <a:pt x="0" y="345868"/>
                </a:moveTo>
                <a:lnTo>
                  <a:pt x="497232" y="345868"/>
                </a:lnTo>
                <a:lnTo>
                  <a:pt x="497232" y="0"/>
                </a:lnTo>
                <a:lnTo>
                  <a:pt x="0" y="0"/>
                </a:lnTo>
                <a:lnTo>
                  <a:pt x="0" y="3458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83" name="Text 0">
            <a:extLst xmlns:a="http://schemas.openxmlformats.org/drawingml/2006/main">
              <a:ext uri="{FF2B5EF4-FFF2-40B4-BE49-F238E27FC236}">
                <a16:creationId xmlns:a16="http://schemas.microsoft.com/office/drawing/2014/main" id="{3E819866-CC1C-40E7-8D0C-A1128D92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764" y="4313484"/>
            <a:ext cx="107901" cy="152651"/>
          </a:xfrm>
          <a:custGeom xmlns:a="http://schemas.openxmlformats.org/drawingml/2006/main">
            <a:pathLst>
              <a:path w="107901" h="152651">
                <a:moveTo>
                  <a:pt x="107901" y="76382"/>
                </a:moveTo>
                <a:cubicBezTo>
                  <a:pt x="107901" y="87750"/>
                  <a:pt x="106765" y="98113"/>
                  <a:pt x="104493" y="107471"/>
                </a:cubicBezTo>
                <a:cubicBezTo>
                  <a:pt x="102222" y="116827"/>
                  <a:pt x="98777" y="124860"/>
                  <a:pt x="94158" y="131568"/>
                </a:cubicBezTo>
                <a:cubicBezTo>
                  <a:pt x="89539" y="138274"/>
                  <a:pt x="83803" y="143464"/>
                  <a:pt x="76950" y="147139"/>
                </a:cubicBezTo>
                <a:cubicBezTo>
                  <a:pt x="70098" y="150814"/>
                  <a:pt x="62052" y="152651"/>
                  <a:pt x="52815" y="152651"/>
                </a:cubicBezTo>
                <a:cubicBezTo>
                  <a:pt x="44864" y="152651"/>
                  <a:pt x="37633" y="151155"/>
                  <a:pt x="31121" y="148161"/>
                </a:cubicBezTo>
                <a:cubicBezTo>
                  <a:pt x="24609" y="145168"/>
                  <a:pt x="19044" y="140564"/>
                  <a:pt x="14425" y="134351"/>
                </a:cubicBezTo>
                <a:cubicBezTo>
                  <a:pt x="9806" y="128137"/>
                  <a:pt x="6247" y="120218"/>
                  <a:pt x="3748" y="110595"/>
                </a:cubicBezTo>
                <a:cubicBezTo>
                  <a:pt x="1249" y="100971"/>
                  <a:pt x="0" y="89567"/>
                  <a:pt x="0" y="76382"/>
                </a:cubicBezTo>
                <a:cubicBezTo>
                  <a:pt x="0" y="65015"/>
                  <a:pt x="1155" y="54634"/>
                  <a:pt x="3464" y="45240"/>
                </a:cubicBezTo>
                <a:cubicBezTo>
                  <a:pt x="5774" y="35844"/>
                  <a:pt x="9219" y="27793"/>
                  <a:pt x="13800" y="21087"/>
                </a:cubicBezTo>
                <a:cubicBezTo>
                  <a:pt x="18381" y="14378"/>
                  <a:pt x="24117" y="9187"/>
                  <a:pt x="31007" y="5512"/>
                </a:cubicBezTo>
                <a:cubicBezTo>
                  <a:pt x="37898" y="1837"/>
                  <a:pt x="45924" y="0"/>
                  <a:pt x="55086" y="0"/>
                </a:cubicBezTo>
                <a:cubicBezTo>
                  <a:pt x="63037" y="0"/>
                  <a:pt x="70268" y="1497"/>
                  <a:pt x="76780" y="4490"/>
                </a:cubicBezTo>
                <a:cubicBezTo>
                  <a:pt x="83292" y="7483"/>
                  <a:pt x="88857" y="12106"/>
                  <a:pt x="93476" y="18357"/>
                </a:cubicBezTo>
                <a:cubicBezTo>
                  <a:pt x="98095" y="24609"/>
                  <a:pt x="101654" y="32547"/>
                  <a:pt x="104153" y="42170"/>
                </a:cubicBezTo>
                <a:cubicBezTo>
                  <a:pt x="106651" y="51794"/>
                  <a:pt x="107901" y="63198"/>
                  <a:pt x="107901" y="76382"/>
                </a:cubicBezTo>
                <a:moveTo>
                  <a:pt x="87911" y="77060"/>
                </a:moveTo>
                <a:cubicBezTo>
                  <a:pt x="87911" y="74495"/>
                  <a:pt x="87816" y="71950"/>
                  <a:pt x="87627" y="69426"/>
                </a:cubicBezTo>
                <a:cubicBezTo>
                  <a:pt x="87437" y="66898"/>
                  <a:pt x="87229" y="64428"/>
                  <a:pt x="87002" y="62015"/>
                </a:cubicBezTo>
                <a:lnTo>
                  <a:pt x="24192" y="108582"/>
                </a:lnTo>
                <a:cubicBezTo>
                  <a:pt x="25328" y="112536"/>
                  <a:pt x="26767" y="116186"/>
                  <a:pt x="28509" y="119532"/>
                </a:cubicBezTo>
                <a:cubicBezTo>
                  <a:pt x="30250" y="122878"/>
                  <a:pt x="32351" y="125748"/>
                  <a:pt x="34812" y="128143"/>
                </a:cubicBezTo>
                <a:cubicBezTo>
                  <a:pt x="37273" y="130537"/>
                  <a:pt x="40075" y="132401"/>
                  <a:pt x="43217" y="133733"/>
                </a:cubicBezTo>
                <a:cubicBezTo>
                  <a:pt x="46359" y="135063"/>
                  <a:pt x="49937" y="135728"/>
                  <a:pt x="53950" y="135728"/>
                </a:cubicBezTo>
                <a:cubicBezTo>
                  <a:pt x="59099" y="135728"/>
                  <a:pt x="63775" y="134477"/>
                  <a:pt x="67977" y="131976"/>
                </a:cubicBezTo>
                <a:cubicBezTo>
                  <a:pt x="72180" y="129475"/>
                  <a:pt x="75758" y="125761"/>
                  <a:pt x="78711" y="120835"/>
                </a:cubicBezTo>
                <a:cubicBezTo>
                  <a:pt x="81664" y="115908"/>
                  <a:pt x="83935" y="109788"/>
                  <a:pt x="85526" y="102474"/>
                </a:cubicBezTo>
                <a:cubicBezTo>
                  <a:pt x="87116" y="95157"/>
                  <a:pt x="87911" y="86686"/>
                  <a:pt x="87911" y="77060"/>
                </a:cubicBezTo>
                <a:moveTo>
                  <a:pt x="19990" y="75701"/>
                </a:moveTo>
                <a:cubicBezTo>
                  <a:pt x="19990" y="78039"/>
                  <a:pt x="20009" y="80377"/>
                  <a:pt x="20047" y="82714"/>
                </a:cubicBezTo>
                <a:cubicBezTo>
                  <a:pt x="20085" y="85052"/>
                  <a:pt x="20217" y="87314"/>
                  <a:pt x="20444" y="89501"/>
                </a:cubicBezTo>
                <a:lnTo>
                  <a:pt x="83254" y="43160"/>
                </a:lnTo>
                <a:cubicBezTo>
                  <a:pt x="82118" y="39282"/>
                  <a:pt x="80679" y="35746"/>
                  <a:pt x="78938" y="32551"/>
                </a:cubicBezTo>
                <a:cubicBezTo>
                  <a:pt x="77196" y="29357"/>
                  <a:pt x="75114" y="26600"/>
                  <a:pt x="72691" y="24281"/>
                </a:cubicBezTo>
                <a:cubicBezTo>
                  <a:pt x="70268" y="21962"/>
                  <a:pt x="67504" y="20157"/>
                  <a:pt x="64400" y="18865"/>
                </a:cubicBezTo>
                <a:cubicBezTo>
                  <a:pt x="61295" y="17571"/>
                  <a:pt x="57812" y="16923"/>
                  <a:pt x="53950" y="16923"/>
                </a:cubicBezTo>
                <a:cubicBezTo>
                  <a:pt x="48801" y="16923"/>
                  <a:pt x="44126" y="18174"/>
                  <a:pt x="39923" y="20675"/>
                </a:cubicBezTo>
                <a:cubicBezTo>
                  <a:pt x="35721" y="23176"/>
                  <a:pt x="32143" y="26909"/>
                  <a:pt x="29190" y="31873"/>
                </a:cubicBezTo>
                <a:cubicBezTo>
                  <a:pt x="26237" y="36838"/>
                  <a:pt x="23965" y="42977"/>
                  <a:pt x="22375" y="50291"/>
                </a:cubicBezTo>
                <a:cubicBezTo>
                  <a:pt x="20785" y="57605"/>
                  <a:pt x="19990" y="66075"/>
                  <a:pt x="19990" y="757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54D5F9-8C53-402B-BAA7-E0BB8AA0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243" y="1408267"/>
            <a:ext cx="1557104" cy="3701171"/>
          </a:xfrm>
          <a:custGeom xmlns:a="http://schemas.openxmlformats.org/drawingml/2006/main">
            <a:pathLst>
              <a:path w="1557104" h="3701171">
                <a:moveTo>
                  <a:pt x="49697" y="149496"/>
                </a:moveTo>
                <a:lnTo>
                  <a:pt x="49985" y="172802"/>
                </a:lnTo>
                <a:lnTo>
                  <a:pt x="56347" y="345438"/>
                </a:lnTo>
                <a:lnTo>
                  <a:pt x="66818" y="517245"/>
                </a:lnTo>
                <a:lnTo>
                  <a:pt x="81281" y="688059"/>
                </a:lnTo>
                <a:lnTo>
                  <a:pt x="99473" y="857547"/>
                </a:lnTo>
                <a:lnTo>
                  <a:pt x="121425" y="1025378"/>
                </a:lnTo>
                <a:lnTo>
                  <a:pt x="146857" y="1191056"/>
                </a:lnTo>
                <a:lnTo>
                  <a:pt x="175784" y="1354580"/>
                </a:lnTo>
                <a:lnTo>
                  <a:pt x="207958" y="1515121"/>
                </a:lnTo>
                <a:lnTo>
                  <a:pt x="243231" y="1672846"/>
                </a:lnTo>
                <a:lnTo>
                  <a:pt x="281519" y="1827258"/>
                </a:lnTo>
                <a:lnTo>
                  <a:pt x="322558" y="1977859"/>
                </a:lnTo>
                <a:lnTo>
                  <a:pt x="366479" y="2124483"/>
                </a:lnTo>
                <a:lnTo>
                  <a:pt x="413018" y="2266635"/>
                </a:lnTo>
                <a:lnTo>
                  <a:pt x="461959" y="2404263"/>
                </a:lnTo>
                <a:lnTo>
                  <a:pt x="513269" y="2536755"/>
                </a:lnTo>
                <a:lnTo>
                  <a:pt x="566750" y="2663930"/>
                </a:lnTo>
                <a:lnTo>
                  <a:pt x="622368" y="2785437"/>
                </a:lnTo>
                <a:lnTo>
                  <a:pt x="679792" y="2901014"/>
                </a:lnTo>
                <a:lnTo>
                  <a:pt x="739270" y="3010080"/>
                </a:lnTo>
                <a:lnTo>
                  <a:pt x="800289" y="3112584"/>
                </a:lnTo>
                <a:lnTo>
                  <a:pt x="862932" y="3208098"/>
                </a:lnTo>
                <a:lnTo>
                  <a:pt x="926949" y="3296105"/>
                </a:lnTo>
                <a:lnTo>
                  <a:pt x="959687" y="3337442"/>
                </a:lnTo>
                <a:lnTo>
                  <a:pt x="992641" y="3376625"/>
                </a:lnTo>
                <a:lnTo>
                  <a:pt x="1025942" y="3413968"/>
                </a:lnTo>
                <a:lnTo>
                  <a:pt x="1059409" y="3449142"/>
                </a:lnTo>
                <a:lnTo>
                  <a:pt x="1093373" y="3482327"/>
                </a:lnTo>
                <a:lnTo>
                  <a:pt x="1127502" y="3513292"/>
                </a:lnTo>
                <a:lnTo>
                  <a:pt x="1161963" y="3542153"/>
                </a:lnTo>
                <a:lnTo>
                  <a:pt x="1196590" y="3568778"/>
                </a:lnTo>
                <a:lnTo>
                  <a:pt x="1231548" y="3593215"/>
                </a:lnTo>
                <a:lnTo>
                  <a:pt x="1266837" y="3615151"/>
                </a:lnTo>
                <a:lnTo>
                  <a:pt x="1302292" y="3634800"/>
                </a:lnTo>
                <a:lnTo>
                  <a:pt x="1337913" y="3652080"/>
                </a:lnTo>
                <a:lnTo>
                  <a:pt x="1373865" y="3666826"/>
                </a:lnTo>
                <a:lnTo>
                  <a:pt x="1409982" y="3679019"/>
                </a:lnTo>
                <a:lnTo>
                  <a:pt x="1446431" y="3688662"/>
                </a:lnTo>
                <a:lnTo>
                  <a:pt x="1482880" y="3695587"/>
                </a:lnTo>
                <a:lnTo>
                  <a:pt x="1519330" y="3699779"/>
                </a:lnTo>
                <a:lnTo>
                  <a:pt x="1555116" y="3701171"/>
                </a:lnTo>
                <a:lnTo>
                  <a:pt x="1557104" y="3651517"/>
                </a:lnTo>
                <a:lnTo>
                  <a:pt x="1523111" y="3650173"/>
                </a:lnTo>
                <a:lnTo>
                  <a:pt x="1490578" y="3646438"/>
                </a:lnTo>
                <a:lnTo>
                  <a:pt x="1457091" y="3640107"/>
                </a:lnTo>
                <a:lnTo>
                  <a:pt x="1424660" y="3631495"/>
                </a:lnTo>
                <a:lnTo>
                  <a:pt x="1391479" y="3620302"/>
                </a:lnTo>
                <a:lnTo>
                  <a:pt x="1358913" y="3606980"/>
                </a:lnTo>
                <a:lnTo>
                  <a:pt x="1324493" y="3590349"/>
                </a:lnTo>
                <a:lnTo>
                  <a:pt x="1325652" y="3590995"/>
                </a:lnTo>
                <a:lnTo>
                  <a:pt x="1291357" y="3571975"/>
                </a:lnTo>
                <a:lnTo>
                  <a:pt x="1292517" y="3572605"/>
                </a:lnTo>
                <a:lnTo>
                  <a:pt x="1258387" y="3551365"/>
                </a:lnTo>
                <a:lnTo>
                  <a:pt x="1259381" y="3552094"/>
                </a:lnTo>
                <a:lnTo>
                  <a:pt x="1225583" y="3528369"/>
                </a:lnTo>
                <a:lnTo>
                  <a:pt x="1226412" y="3529032"/>
                </a:lnTo>
                <a:lnTo>
                  <a:pt x="1193072" y="3503406"/>
                </a:lnTo>
                <a:lnTo>
                  <a:pt x="1159809" y="3475501"/>
                </a:lnTo>
                <a:lnTo>
                  <a:pt x="1160472" y="3476147"/>
                </a:lnTo>
                <a:lnTo>
                  <a:pt x="1127443" y="3446076"/>
                </a:lnTo>
                <a:lnTo>
                  <a:pt x="1094532" y="3413902"/>
                </a:lnTo>
                <a:lnTo>
                  <a:pt x="1095029" y="3414532"/>
                </a:lnTo>
                <a:lnTo>
                  <a:pt x="1062225" y="3379988"/>
                </a:lnTo>
                <a:lnTo>
                  <a:pt x="1062722" y="3380634"/>
                </a:lnTo>
                <a:lnTo>
                  <a:pt x="1030084" y="3343854"/>
                </a:lnTo>
                <a:lnTo>
                  <a:pt x="1030415" y="3344351"/>
                </a:lnTo>
                <a:lnTo>
                  <a:pt x="997942" y="3305698"/>
                </a:lnTo>
                <a:lnTo>
                  <a:pt x="998439" y="3306278"/>
                </a:lnTo>
                <a:lnTo>
                  <a:pt x="966504" y="3265997"/>
                </a:lnTo>
                <a:lnTo>
                  <a:pt x="903752" y="3179736"/>
                </a:lnTo>
                <a:lnTo>
                  <a:pt x="842275" y="3085960"/>
                </a:lnTo>
                <a:lnTo>
                  <a:pt x="782466" y="2985486"/>
                </a:lnTo>
                <a:lnTo>
                  <a:pt x="723956" y="2878204"/>
                </a:lnTo>
                <a:lnTo>
                  <a:pt x="667328" y="2764225"/>
                </a:lnTo>
                <a:lnTo>
                  <a:pt x="612282" y="2644008"/>
                </a:lnTo>
                <a:lnTo>
                  <a:pt x="559336" y="2518075"/>
                </a:lnTo>
                <a:lnTo>
                  <a:pt x="508431" y="2386585"/>
                </a:lnTo>
                <a:lnTo>
                  <a:pt x="508663" y="2387281"/>
                </a:lnTo>
                <a:lnTo>
                  <a:pt x="459954" y="2250398"/>
                </a:lnTo>
                <a:lnTo>
                  <a:pt x="460169" y="2250895"/>
                </a:lnTo>
                <a:lnTo>
                  <a:pt x="413813" y="2109241"/>
                </a:lnTo>
                <a:lnTo>
                  <a:pt x="413995" y="2109904"/>
                </a:lnTo>
                <a:lnTo>
                  <a:pt x="370256" y="1963942"/>
                </a:lnTo>
                <a:lnTo>
                  <a:pt x="370438" y="1964439"/>
                </a:lnTo>
                <a:lnTo>
                  <a:pt x="329549" y="1814335"/>
                </a:lnTo>
                <a:lnTo>
                  <a:pt x="329698" y="1814998"/>
                </a:lnTo>
                <a:lnTo>
                  <a:pt x="291543" y="1661249"/>
                </a:lnTo>
                <a:lnTo>
                  <a:pt x="291675" y="1661746"/>
                </a:lnTo>
                <a:lnTo>
                  <a:pt x="256519" y="1504518"/>
                </a:lnTo>
                <a:lnTo>
                  <a:pt x="256635" y="1505181"/>
                </a:lnTo>
                <a:lnTo>
                  <a:pt x="224674" y="1345627"/>
                </a:lnTo>
                <a:lnTo>
                  <a:pt x="195847" y="1182772"/>
                </a:lnTo>
                <a:lnTo>
                  <a:pt x="195947" y="1183269"/>
                </a:lnTo>
                <a:lnTo>
                  <a:pt x="170598" y="1018089"/>
                </a:lnTo>
                <a:lnTo>
                  <a:pt x="170664" y="1018751"/>
                </a:lnTo>
                <a:lnTo>
                  <a:pt x="148795" y="851417"/>
                </a:lnTo>
                <a:lnTo>
                  <a:pt x="148861" y="852080"/>
                </a:lnTo>
                <a:lnTo>
                  <a:pt x="130720" y="683089"/>
                </a:lnTo>
                <a:lnTo>
                  <a:pt x="130786" y="683586"/>
                </a:lnTo>
                <a:lnTo>
                  <a:pt x="116382" y="513554"/>
                </a:lnTo>
                <a:lnTo>
                  <a:pt x="105967" y="342787"/>
                </a:lnTo>
                <a:lnTo>
                  <a:pt x="106001" y="343284"/>
                </a:lnTo>
                <a:lnTo>
                  <a:pt x="99668" y="171656"/>
                </a:lnTo>
                <a:lnTo>
                  <a:pt x="99393" y="148889"/>
                </a:lnTo>
                <a:lnTo>
                  <a:pt x="149093" y="148281"/>
                </a:lnTo>
                <a:lnTo>
                  <a:pt x="72716" y="0"/>
                </a:lnTo>
                <a:lnTo>
                  <a:pt x="0" y="150104"/>
                </a:lnTo>
                <a:lnTo>
                  <a:pt x="49697" y="149496"/>
                </a:lnTo>
                <a:close/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1341CE-B1FA-4A5F-BAEA-6084B104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957" y="1441071"/>
            <a:ext cx="371317" cy="237416"/>
          </a:xfrm>
          <a:custGeom xmlns:a="http://schemas.openxmlformats.org/drawingml/2006/main">
            <a:pathLst>
              <a:path w="371317" h="237416">
                <a:moveTo>
                  <a:pt x="0" y="237416"/>
                </a:moveTo>
                <a:lnTo>
                  <a:pt x="0" y="0"/>
                </a:lnTo>
                <a:lnTo>
                  <a:pt x="371317" y="0"/>
                </a:lnTo>
                <a:lnTo>
                  <a:pt x="371317" y="237416"/>
                </a:lnTo>
                <a:lnTo>
                  <a:pt x="0" y="237416"/>
                </a:lnTo>
                <a:close/>
              </a:path>
            </a:pathLst>
          </a:custGeom>
          <a:solidFill xmlns:a="http://schemas.openxmlformats.org/drawingml/2006/main">
            <a:srgbClr val="92D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0E0CCA-AB09-48EA-834B-435372A0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957" y="1441071"/>
            <a:ext cx="371317" cy="237416"/>
          </a:xfrm>
          <a:custGeom xmlns:a="http://schemas.openxmlformats.org/drawingml/2006/main">
            <a:pathLst>
              <a:path w="371317" h="237416" fill="none">
                <a:moveTo>
                  <a:pt x="0" y="237416"/>
                </a:moveTo>
                <a:lnTo>
                  <a:pt x="371317" y="237416"/>
                </a:lnTo>
                <a:lnTo>
                  <a:pt x="371317" y="0"/>
                </a:lnTo>
                <a:lnTo>
                  <a:pt x="0" y="0"/>
                </a:lnTo>
                <a:lnTo>
                  <a:pt x="0" y="2374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87" name="Text 2">
            <a:extLst xmlns:a="http://schemas.openxmlformats.org/drawingml/2006/main">
              <a:ext uri="{FF2B5EF4-FFF2-40B4-BE49-F238E27FC236}">
                <a16:creationId xmlns:a16="http://schemas.microsoft.com/office/drawing/2014/main" id="{A1ABA02B-A37D-4A23-8092-A76F0433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586" y="1489609"/>
            <a:ext cx="97792" cy="150607"/>
          </a:xfrm>
          <a:custGeom xmlns:a="http://schemas.openxmlformats.org/drawingml/2006/main">
            <a:pathLst>
              <a:path w="97792" h="150607">
                <a:moveTo>
                  <a:pt x="97792" y="150607"/>
                </a:moveTo>
                <a:lnTo>
                  <a:pt x="0" y="150607"/>
                </a:lnTo>
                <a:lnTo>
                  <a:pt x="0" y="132888"/>
                </a:lnTo>
                <a:lnTo>
                  <a:pt x="38390" y="94686"/>
                </a:lnTo>
                <a:cubicBezTo>
                  <a:pt x="44675" y="88470"/>
                  <a:pt x="49786" y="83089"/>
                  <a:pt x="53723" y="78544"/>
                </a:cubicBezTo>
                <a:cubicBezTo>
                  <a:pt x="57661" y="73996"/>
                  <a:pt x="60727" y="69847"/>
                  <a:pt x="62923" y="66096"/>
                </a:cubicBezTo>
                <a:cubicBezTo>
                  <a:pt x="65119" y="62343"/>
                  <a:pt x="66596" y="58800"/>
                  <a:pt x="67353" y="55466"/>
                </a:cubicBezTo>
                <a:cubicBezTo>
                  <a:pt x="68110" y="52132"/>
                  <a:pt x="68489" y="48533"/>
                  <a:pt x="68489" y="44669"/>
                </a:cubicBezTo>
                <a:cubicBezTo>
                  <a:pt x="68489" y="41029"/>
                  <a:pt x="67996" y="37562"/>
                  <a:pt x="67012" y="34266"/>
                </a:cubicBezTo>
                <a:cubicBezTo>
                  <a:pt x="66028" y="30967"/>
                  <a:pt x="64513" y="28067"/>
                  <a:pt x="62469" y="25566"/>
                </a:cubicBezTo>
                <a:cubicBezTo>
                  <a:pt x="60424" y="23063"/>
                  <a:pt x="57774" y="21092"/>
                  <a:pt x="54518" y="19653"/>
                </a:cubicBezTo>
                <a:cubicBezTo>
                  <a:pt x="51262" y="18212"/>
                  <a:pt x="47363" y="17491"/>
                  <a:pt x="42820" y="17491"/>
                </a:cubicBezTo>
                <a:cubicBezTo>
                  <a:pt x="36535" y="17491"/>
                  <a:pt x="30818" y="18903"/>
                  <a:pt x="25669" y="21726"/>
                </a:cubicBezTo>
                <a:cubicBezTo>
                  <a:pt x="20520" y="24549"/>
                  <a:pt x="15788" y="28210"/>
                  <a:pt x="11472" y="32711"/>
                </a:cubicBezTo>
                <a:lnTo>
                  <a:pt x="568" y="19603"/>
                </a:lnTo>
                <a:cubicBezTo>
                  <a:pt x="6171" y="13676"/>
                  <a:pt x="12626" y="8927"/>
                  <a:pt x="19933" y="5356"/>
                </a:cubicBezTo>
                <a:cubicBezTo>
                  <a:pt x="27240" y="1785"/>
                  <a:pt x="35740" y="0"/>
                  <a:pt x="45432" y="0"/>
                </a:cubicBezTo>
                <a:cubicBezTo>
                  <a:pt x="52020" y="0"/>
                  <a:pt x="58020" y="986"/>
                  <a:pt x="63434" y="2957"/>
                </a:cubicBezTo>
                <a:cubicBezTo>
                  <a:pt x="68848" y="4925"/>
                  <a:pt x="73524" y="7767"/>
                  <a:pt x="77461" y="11482"/>
                </a:cubicBezTo>
                <a:cubicBezTo>
                  <a:pt x="81399" y="15195"/>
                  <a:pt x="84447" y="19742"/>
                  <a:pt x="86605" y="25122"/>
                </a:cubicBezTo>
                <a:cubicBezTo>
                  <a:pt x="88763" y="30503"/>
                  <a:pt x="89842" y="36567"/>
                  <a:pt x="89842" y="43313"/>
                </a:cubicBezTo>
                <a:cubicBezTo>
                  <a:pt x="89842" y="48997"/>
                  <a:pt x="89084" y="54264"/>
                  <a:pt x="87570" y="59115"/>
                </a:cubicBezTo>
                <a:cubicBezTo>
                  <a:pt x="86056" y="63963"/>
                  <a:pt x="83765" y="68794"/>
                  <a:pt x="80698" y="73607"/>
                </a:cubicBezTo>
                <a:cubicBezTo>
                  <a:pt x="77632" y="78420"/>
                  <a:pt x="73770" y="83403"/>
                  <a:pt x="69113" y="88557"/>
                </a:cubicBezTo>
                <a:cubicBezTo>
                  <a:pt x="64457" y="93708"/>
                  <a:pt x="58948" y="99354"/>
                  <a:pt x="52587" y="105494"/>
                </a:cubicBezTo>
                <a:lnTo>
                  <a:pt x="25669" y="131752"/>
                </a:lnTo>
                <a:lnTo>
                  <a:pt x="97792" y="131752"/>
                </a:lnTo>
                <a:lnTo>
                  <a:pt x="97792" y="1506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push">
            <a:extLst xmlns:a="http://schemas.openxmlformats.org/drawingml/2006/main">
              <a:ext uri="{FF2B5EF4-FFF2-40B4-BE49-F238E27FC236}">
                <a16:creationId xmlns:a16="http://schemas.microsoft.com/office/drawing/2014/main" id="{39864EAA-DC69-480D-8457-1D724687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325" y="1475116"/>
            <a:ext cx="406383" cy="177068"/>
          </a:xfrm>
          <a:custGeom xmlns:a="http://schemas.openxmlformats.org/drawingml/2006/main">
            <a:pathLst>
              <a:path w="406383" h="177068">
                <a:moveTo>
                  <a:pt x="83292" y="86787"/>
                </a:moveTo>
                <a:cubicBezTo>
                  <a:pt x="83292" y="95459"/>
                  <a:pt x="82078" y="103031"/>
                  <a:pt x="79651" y="109503"/>
                </a:cubicBezTo>
                <a:cubicBezTo>
                  <a:pt x="77225" y="115974"/>
                  <a:pt x="73875" y="121346"/>
                  <a:pt x="69604" y="125617"/>
                </a:cubicBezTo>
                <a:cubicBezTo>
                  <a:pt x="65333" y="129889"/>
                  <a:pt x="60285" y="133092"/>
                  <a:pt x="54460" y="135228"/>
                </a:cubicBezTo>
                <a:cubicBezTo>
                  <a:pt x="48635" y="137364"/>
                  <a:pt x="42325" y="138431"/>
                  <a:pt x="35530" y="138431"/>
                </a:cubicBezTo>
                <a:cubicBezTo>
                  <a:pt x="32424" y="138431"/>
                  <a:pt x="29333" y="138270"/>
                  <a:pt x="26259" y="137946"/>
                </a:cubicBezTo>
                <a:cubicBezTo>
                  <a:pt x="23185" y="137622"/>
                  <a:pt x="20063" y="137072"/>
                  <a:pt x="16891" y="136296"/>
                </a:cubicBezTo>
                <a:lnTo>
                  <a:pt x="16891" y="177068"/>
                </a:lnTo>
                <a:lnTo>
                  <a:pt x="0" y="177068"/>
                </a:lnTo>
                <a:lnTo>
                  <a:pt x="0" y="39801"/>
                </a:lnTo>
                <a:lnTo>
                  <a:pt x="15047" y="39801"/>
                </a:lnTo>
                <a:lnTo>
                  <a:pt x="16115" y="56110"/>
                </a:lnTo>
                <a:cubicBezTo>
                  <a:pt x="20969" y="49444"/>
                  <a:pt x="26146" y="44769"/>
                  <a:pt x="31647" y="42083"/>
                </a:cubicBezTo>
                <a:cubicBezTo>
                  <a:pt x="37148" y="39397"/>
                  <a:pt x="43102" y="38054"/>
                  <a:pt x="49509" y="38054"/>
                </a:cubicBezTo>
                <a:cubicBezTo>
                  <a:pt x="55075" y="38054"/>
                  <a:pt x="59961" y="39219"/>
                  <a:pt x="64168" y="41549"/>
                </a:cubicBezTo>
                <a:cubicBezTo>
                  <a:pt x="68374" y="43879"/>
                  <a:pt x="71901" y="47163"/>
                  <a:pt x="74749" y="51402"/>
                </a:cubicBezTo>
                <a:cubicBezTo>
                  <a:pt x="77597" y="55641"/>
                  <a:pt x="79732" y="60754"/>
                  <a:pt x="81156" y="66740"/>
                </a:cubicBezTo>
                <a:cubicBezTo>
                  <a:pt x="82580" y="72727"/>
                  <a:pt x="83292" y="79409"/>
                  <a:pt x="83292" y="86787"/>
                </a:cubicBezTo>
                <a:moveTo>
                  <a:pt x="66012" y="87563"/>
                </a:moveTo>
                <a:cubicBezTo>
                  <a:pt x="66012" y="82450"/>
                  <a:pt x="65640" y="77758"/>
                  <a:pt x="64896" y="73487"/>
                </a:cubicBezTo>
                <a:cubicBezTo>
                  <a:pt x="64152" y="69216"/>
                  <a:pt x="62970" y="65559"/>
                  <a:pt x="61352" y="62517"/>
                </a:cubicBezTo>
                <a:cubicBezTo>
                  <a:pt x="59735" y="59476"/>
                  <a:pt x="57664" y="57097"/>
                  <a:pt x="55140" y="55382"/>
                </a:cubicBezTo>
                <a:cubicBezTo>
                  <a:pt x="52616" y="53667"/>
                  <a:pt x="49606" y="52810"/>
                  <a:pt x="46111" y="52810"/>
                </a:cubicBezTo>
                <a:cubicBezTo>
                  <a:pt x="43976" y="52810"/>
                  <a:pt x="41808" y="53149"/>
                  <a:pt x="39607" y="53829"/>
                </a:cubicBezTo>
                <a:cubicBezTo>
                  <a:pt x="37407" y="54509"/>
                  <a:pt x="35126" y="55641"/>
                  <a:pt x="32763" y="57227"/>
                </a:cubicBezTo>
                <a:cubicBezTo>
                  <a:pt x="30401" y="58812"/>
                  <a:pt x="27910" y="60916"/>
                  <a:pt x="25288" y="63537"/>
                </a:cubicBezTo>
                <a:cubicBezTo>
                  <a:pt x="22667" y="66158"/>
                  <a:pt x="19868" y="69410"/>
                  <a:pt x="16891" y="73293"/>
                </a:cubicBezTo>
                <a:lnTo>
                  <a:pt x="16891" y="120569"/>
                </a:lnTo>
                <a:cubicBezTo>
                  <a:pt x="19998" y="121864"/>
                  <a:pt x="23266" y="122883"/>
                  <a:pt x="26696" y="123627"/>
                </a:cubicBezTo>
                <a:cubicBezTo>
                  <a:pt x="30126" y="124371"/>
                  <a:pt x="33491" y="124744"/>
                  <a:pt x="36792" y="124744"/>
                </a:cubicBezTo>
                <a:cubicBezTo>
                  <a:pt x="45917" y="124744"/>
                  <a:pt x="53069" y="121653"/>
                  <a:pt x="58246" y="115473"/>
                </a:cubicBezTo>
                <a:cubicBezTo>
                  <a:pt x="63423" y="109292"/>
                  <a:pt x="66012" y="99989"/>
                  <a:pt x="66012" y="87563"/>
                </a:cubicBezTo>
                <a:close/>
                <a:moveTo>
                  <a:pt x="187689" y="137266"/>
                </a:moveTo>
                <a:lnTo>
                  <a:pt x="172545" y="137266"/>
                </a:lnTo>
                <a:lnTo>
                  <a:pt x="171962" y="121540"/>
                </a:lnTo>
                <a:cubicBezTo>
                  <a:pt x="169050" y="124905"/>
                  <a:pt x="166283" y="127704"/>
                  <a:pt x="163662" y="129937"/>
                </a:cubicBezTo>
                <a:cubicBezTo>
                  <a:pt x="161041" y="132170"/>
                  <a:pt x="158436" y="133966"/>
                  <a:pt x="155847" y="135325"/>
                </a:cubicBezTo>
                <a:cubicBezTo>
                  <a:pt x="153259" y="136684"/>
                  <a:pt x="150654" y="137639"/>
                  <a:pt x="148033" y="138189"/>
                </a:cubicBezTo>
                <a:cubicBezTo>
                  <a:pt x="145412" y="138739"/>
                  <a:pt x="142645" y="139014"/>
                  <a:pt x="139733" y="139014"/>
                </a:cubicBezTo>
                <a:cubicBezTo>
                  <a:pt x="129701" y="139014"/>
                  <a:pt x="122129" y="136069"/>
                  <a:pt x="117017" y="130180"/>
                </a:cubicBezTo>
                <a:cubicBezTo>
                  <a:pt x="111904" y="124291"/>
                  <a:pt x="109348" y="115392"/>
                  <a:pt x="109348" y="103484"/>
                </a:cubicBezTo>
                <a:lnTo>
                  <a:pt x="109348" y="39801"/>
                </a:lnTo>
                <a:lnTo>
                  <a:pt x="126239" y="39801"/>
                </a:lnTo>
                <a:lnTo>
                  <a:pt x="126239" y="102125"/>
                </a:lnTo>
                <a:cubicBezTo>
                  <a:pt x="126239" y="117075"/>
                  <a:pt x="131869" y="124549"/>
                  <a:pt x="143130" y="124549"/>
                </a:cubicBezTo>
                <a:cubicBezTo>
                  <a:pt x="145201" y="124549"/>
                  <a:pt x="147224" y="124242"/>
                  <a:pt x="149198" y="123627"/>
                </a:cubicBezTo>
                <a:cubicBezTo>
                  <a:pt x="151172" y="123012"/>
                  <a:pt x="153243" y="121945"/>
                  <a:pt x="155411" y="120424"/>
                </a:cubicBezTo>
                <a:cubicBezTo>
                  <a:pt x="157579" y="118903"/>
                  <a:pt x="159908" y="116848"/>
                  <a:pt x="162400" y="114259"/>
                </a:cubicBezTo>
                <a:cubicBezTo>
                  <a:pt x="164892" y="111671"/>
                  <a:pt x="167691" y="108402"/>
                  <a:pt x="170797" y="104455"/>
                </a:cubicBezTo>
                <a:lnTo>
                  <a:pt x="170797" y="39801"/>
                </a:lnTo>
                <a:lnTo>
                  <a:pt x="187689" y="39801"/>
                </a:lnTo>
                <a:lnTo>
                  <a:pt x="187689" y="137266"/>
                </a:lnTo>
                <a:close/>
                <a:moveTo>
                  <a:pt x="295870" y="110667"/>
                </a:moveTo>
                <a:cubicBezTo>
                  <a:pt x="295870" y="114097"/>
                  <a:pt x="295288" y="117172"/>
                  <a:pt x="294123" y="119890"/>
                </a:cubicBezTo>
                <a:cubicBezTo>
                  <a:pt x="292958" y="122608"/>
                  <a:pt x="291373" y="125019"/>
                  <a:pt x="289366" y="127122"/>
                </a:cubicBezTo>
                <a:cubicBezTo>
                  <a:pt x="287360" y="129225"/>
                  <a:pt x="285030" y="131021"/>
                  <a:pt x="282377" y="132510"/>
                </a:cubicBezTo>
                <a:cubicBezTo>
                  <a:pt x="279723" y="133998"/>
                  <a:pt x="276892" y="135228"/>
                  <a:pt x="273883" y="136199"/>
                </a:cubicBezTo>
                <a:cubicBezTo>
                  <a:pt x="270873" y="137169"/>
                  <a:pt x="267783" y="137881"/>
                  <a:pt x="264612" y="138334"/>
                </a:cubicBezTo>
                <a:cubicBezTo>
                  <a:pt x="261441" y="138787"/>
                  <a:pt x="258334" y="139014"/>
                  <a:pt x="255292" y="139014"/>
                </a:cubicBezTo>
                <a:cubicBezTo>
                  <a:pt x="248691" y="139014"/>
                  <a:pt x="242624" y="138723"/>
                  <a:pt x="237091" y="138140"/>
                </a:cubicBezTo>
                <a:cubicBezTo>
                  <a:pt x="231557" y="137558"/>
                  <a:pt x="226137" y="136619"/>
                  <a:pt x="220830" y="135325"/>
                </a:cubicBezTo>
                <a:lnTo>
                  <a:pt x="220830" y="119793"/>
                </a:lnTo>
                <a:cubicBezTo>
                  <a:pt x="226525" y="121411"/>
                  <a:pt x="232188" y="122640"/>
                  <a:pt x="237819" y="123482"/>
                </a:cubicBezTo>
                <a:cubicBezTo>
                  <a:pt x="243449" y="124323"/>
                  <a:pt x="249047" y="124744"/>
                  <a:pt x="254613" y="124744"/>
                </a:cubicBezTo>
                <a:cubicBezTo>
                  <a:pt x="262703" y="124744"/>
                  <a:pt x="268689" y="123643"/>
                  <a:pt x="272572" y="121443"/>
                </a:cubicBezTo>
                <a:cubicBezTo>
                  <a:pt x="276455" y="119243"/>
                  <a:pt x="278397" y="116104"/>
                  <a:pt x="278397" y="112027"/>
                </a:cubicBezTo>
                <a:cubicBezTo>
                  <a:pt x="278397" y="110279"/>
                  <a:pt x="278089" y="108710"/>
                  <a:pt x="277474" y="107318"/>
                </a:cubicBezTo>
                <a:cubicBezTo>
                  <a:pt x="276860" y="105927"/>
                  <a:pt x="275743" y="104600"/>
                  <a:pt x="274125" y="103338"/>
                </a:cubicBezTo>
                <a:cubicBezTo>
                  <a:pt x="272507" y="102076"/>
                  <a:pt x="270000" y="100766"/>
                  <a:pt x="266602" y="99407"/>
                </a:cubicBezTo>
                <a:cubicBezTo>
                  <a:pt x="263204" y="98047"/>
                  <a:pt x="258561" y="96494"/>
                  <a:pt x="252671" y="94747"/>
                </a:cubicBezTo>
                <a:cubicBezTo>
                  <a:pt x="248271" y="93453"/>
                  <a:pt x="244209" y="91980"/>
                  <a:pt x="240488" y="90330"/>
                </a:cubicBezTo>
                <a:cubicBezTo>
                  <a:pt x="236767" y="88680"/>
                  <a:pt x="233547" y="86722"/>
                  <a:pt x="230829" y="84457"/>
                </a:cubicBezTo>
                <a:cubicBezTo>
                  <a:pt x="228111" y="82192"/>
                  <a:pt x="225975" y="79538"/>
                  <a:pt x="224422" y="76496"/>
                </a:cubicBezTo>
                <a:cubicBezTo>
                  <a:pt x="222869" y="73455"/>
                  <a:pt x="222092" y="69863"/>
                  <a:pt x="222092" y="65721"/>
                </a:cubicBezTo>
                <a:cubicBezTo>
                  <a:pt x="222092" y="63003"/>
                  <a:pt x="222723" y="60026"/>
                  <a:pt x="223985" y="56790"/>
                </a:cubicBezTo>
                <a:cubicBezTo>
                  <a:pt x="225247" y="53554"/>
                  <a:pt x="227399" y="50545"/>
                  <a:pt x="230441" y="47762"/>
                </a:cubicBezTo>
                <a:cubicBezTo>
                  <a:pt x="233482" y="44979"/>
                  <a:pt x="237592" y="42665"/>
                  <a:pt x="242769" y="40821"/>
                </a:cubicBezTo>
                <a:cubicBezTo>
                  <a:pt x="247947" y="38976"/>
                  <a:pt x="254419" y="38054"/>
                  <a:pt x="262185" y="38054"/>
                </a:cubicBezTo>
                <a:cubicBezTo>
                  <a:pt x="266003" y="38054"/>
                  <a:pt x="270242" y="38264"/>
                  <a:pt x="274902" y="38685"/>
                </a:cubicBezTo>
                <a:cubicBezTo>
                  <a:pt x="279562" y="39106"/>
                  <a:pt x="284415" y="39834"/>
                  <a:pt x="289463" y="40869"/>
                </a:cubicBezTo>
                <a:lnTo>
                  <a:pt x="289463" y="55916"/>
                </a:lnTo>
                <a:cubicBezTo>
                  <a:pt x="284157" y="54622"/>
                  <a:pt x="279125" y="53667"/>
                  <a:pt x="274368" y="53052"/>
                </a:cubicBezTo>
                <a:cubicBezTo>
                  <a:pt x="269611" y="52438"/>
                  <a:pt x="265485" y="52130"/>
                  <a:pt x="261991" y="52130"/>
                </a:cubicBezTo>
                <a:cubicBezTo>
                  <a:pt x="257784" y="52130"/>
                  <a:pt x="254241" y="52454"/>
                  <a:pt x="251361" y="53101"/>
                </a:cubicBezTo>
                <a:cubicBezTo>
                  <a:pt x="248481" y="53748"/>
                  <a:pt x="246151" y="54638"/>
                  <a:pt x="244371" y="55771"/>
                </a:cubicBezTo>
                <a:cubicBezTo>
                  <a:pt x="242592" y="56903"/>
                  <a:pt x="241313" y="58230"/>
                  <a:pt x="240537" y="59751"/>
                </a:cubicBezTo>
                <a:cubicBezTo>
                  <a:pt x="239760" y="61272"/>
                  <a:pt x="239372" y="62906"/>
                  <a:pt x="239372" y="64653"/>
                </a:cubicBezTo>
                <a:cubicBezTo>
                  <a:pt x="239372" y="66400"/>
                  <a:pt x="239712" y="67986"/>
                  <a:pt x="240391" y="69410"/>
                </a:cubicBezTo>
                <a:cubicBezTo>
                  <a:pt x="241071" y="70834"/>
                  <a:pt x="242333" y="72209"/>
                  <a:pt x="244177" y="73536"/>
                </a:cubicBezTo>
                <a:cubicBezTo>
                  <a:pt x="246022" y="74862"/>
                  <a:pt x="248594" y="76189"/>
                  <a:pt x="251895" y="77516"/>
                </a:cubicBezTo>
                <a:cubicBezTo>
                  <a:pt x="255195" y="78842"/>
                  <a:pt x="259499" y="80282"/>
                  <a:pt x="264806" y="81836"/>
                </a:cubicBezTo>
                <a:cubicBezTo>
                  <a:pt x="270566" y="83518"/>
                  <a:pt x="275420" y="85282"/>
                  <a:pt x="279367" y="87126"/>
                </a:cubicBezTo>
                <a:cubicBezTo>
                  <a:pt x="283315" y="88971"/>
                  <a:pt x="286519" y="91026"/>
                  <a:pt x="288978" y="93291"/>
                </a:cubicBezTo>
                <a:cubicBezTo>
                  <a:pt x="291437" y="95556"/>
                  <a:pt x="293201" y="98112"/>
                  <a:pt x="294269" y="100960"/>
                </a:cubicBezTo>
                <a:cubicBezTo>
                  <a:pt x="295337" y="103807"/>
                  <a:pt x="295870" y="107043"/>
                  <a:pt x="295870" y="110667"/>
                </a:cubicBezTo>
                <a:close/>
                <a:moveTo>
                  <a:pt x="406383" y="137266"/>
                </a:moveTo>
                <a:lnTo>
                  <a:pt x="389492" y="137266"/>
                </a:lnTo>
                <a:lnTo>
                  <a:pt x="389492" y="75040"/>
                </a:lnTo>
                <a:cubicBezTo>
                  <a:pt x="389492" y="67533"/>
                  <a:pt x="388084" y="61919"/>
                  <a:pt x="385269" y="58197"/>
                </a:cubicBezTo>
                <a:cubicBezTo>
                  <a:pt x="382454" y="54476"/>
                  <a:pt x="378425" y="52616"/>
                  <a:pt x="373183" y="52616"/>
                </a:cubicBezTo>
                <a:cubicBezTo>
                  <a:pt x="370918" y="52616"/>
                  <a:pt x="368798" y="52923"/>
                  <a:pt x="366824" y="53538"/>
                </a:cubicBezTo>
                <a:cubicBezTo>
                  <a:pt x="364850" y="54153"/>
                  <a:pt x="362796" y="55220"/>
                  <a:pt x="360660" y="56741"/>
                </a:cubicBezTo>
                <a:cubicBezTo>
                  <a:pt x="358524" y="58262"/>
                  <a:pt x="356194" y="60317"/>
                  <a:pt x="353670" y="62906"/>
                </a:cubicBezTo>
                <a:cubicBezTo>
                  <a:pt x="351146" y="65494"/>
                  <a:pt x="348234" y="68730"/>
                  <a:pt x="344933" y="72613"/>
                </a:cubicBezTo>
                <a:lnTo>
                  <a:pt x="344933" y="137266"/>
                </a:lnTo>
                <a:lnTo>
                  <a:pt x="328042" y="137266"/>
                </a:lnTo>
                <a:lnTo>
                  <a:pt x="328042" y="0"/>
                </a:lnTo>
                <a:lnTo>
                  <a:pt x="344933" y="0"/>
                </a:lnTo>
                <a:lnTo>
                  <a:pt x="344933" y="39774"/>
                </a:lnTo>
                <a:lnTo>
                  <a:pt x="344351" y="55140"/>
                </a:lnTo>
                <a:cubicBezTo>
                  <a:pt x="347004" y="51968"/>
                  <a:pt x="349609" y="49299"/>
                  <a:pt x="352166" y="47131"/>
                </a:cubicBezTo>
                <a:cubicBezTo>
                  <a:pt x="354722" y="44963"/>
                  <a:pt x="357278" y="43199"/>
                  <a:pt x="359835" y="41840"/>
                </a:cubicBezTo>
                <a:cubicBezTo>
                  <a:pt x="362391" y="40481"/>
                  <a:pt x="364996" y="39510"/>
                  <a:pt x="367649" y="38928"/>
                </a:cubicBezTo>
                <a:cubicBezTo>
                  <a:pt x="370303" y="38345"/>
                  <a:pt x="373053" y="38054"/>
                  <a:pt x="375901" y="38054"/>
                </a:cubicBezTo>
                <a:cubicBezTo>
                  <a:pt x="385609" y="38054"/>
                  <a:pt x="393116" y="41015"/>
                  <a:pt x="398423" y="46937"/>
                </a:cubicBezTo>
                <a:cubicBezTo>
                  <a:pt x="403730" y="52858"/>
                  <a:pt x="406383" y="61773"/>
                  <a:pt x="406383" y="73681"/>
                </a:cubicBezTo>
                <a:lnTo>
                  <a:pt x="406383" y="1372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1972E0-2844-43D0-AB80-588533D9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325" y="2490142"/>
            <a:ext cx="371317" cy="237416"/>
          </a:xfrm>
          <a:custGeom xmlns:a="http://schemas.openxmlformats.org/drawingml/2006/main">
            <a:pathLst>
              <a:path w="371317" h="237416">
                <a:moveTo>
                  <a:pt x="0" y="237416"/>
                </a:moveTo>
                <a:lnTo>
                  <a:pt x="0" y="0"/>
                </a:lnTo>
                <a:lnTo>
                  <a:pt x="371317" y="0"/>
                </a:lnTo>
                <a:lnTo>
                  <a:pt x="371317" y="237416"/>
                </a:lnTo>
                <a:lnTo>
                  <a:pt x="0" y="237416"/>
                </a:lnTo>
                <a:close/>
              </a:path>
            </a:pathLst>
          </a:custGeom>
          <a:solidFill xmlns:a="http://schemas.openxmlformats.org/drawingml/2006/main">
            <a:srgbClr val="92D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EC4B95-B788-474A-8954-79BF258C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325" y="2490142"/>
            <a:ext cx="371317" cy="237416"/>
          </a:xfrm>
          <a:custGeom xmlns:a="http://schemas.openxmlformats.org/drawingml/2006/main">
            <a:pathLst>
              <a:path w="371317" h="237416" fill="none">
                <a:moveTo>
                  <a:pt x="0" y="237416"/>
                </a:moveTo>
                <a:lnTo>
                  <a:pt x="371317" y="237416"/>
                </a:lnTo>
                <a:lnTo>
                  <a:pt x="371317" y="0"/>
                </a:lnTo>
                <a:lnTo>
                  <a:pt x="0" y="0"/>
                </a:lnTo>
                <a:lnTo>
                  <a:pt x="0" y="2374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91" name="Text 3">
            <a:extLst xmlns:a="http://schemas.openxmlformats.org/drawingml/2006/main">
              <a:ext uri="{FF2B5EF4-FFF2-40B4-BE49-F238E27FC236}">
                <a16:creationId xmlns:a16="http://schemas.microsoft.com/office/drawing/2014/main" id="{C52AA7A3-1816-4F5A-9EE7-F95520F1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222" y="2538845"/>
            <a:ext cx="93022" cy="152651"/>
          </a:xfrm>
          <a:custGeom xmlns:a="http://schemas.openxmlformats.org/drawingml/2006/main">
            <a:pathLst>
              <a:path w="93022" h="152651">
                <a:moveTo>
                  <a:pt x="93022" y="105516"/>
                </a:moveTo>
                <a:cubicBezTo>
                  <a:pt x="93022" y="112027"/>
                  <a:pt x="91697" y="118142"/>
                  <a:pt x="89047" y="123859"/>
                </a:cubicBezTo>
                <a:cubicBezTo>
                  <a:pt x="86396" y="129576"/>
                  <a:pt x="82421" y="134573"/>
                  <a:pt x="77121" y="138851"/>
                </a:cubicBezTo>
                <a:cubicBezTo>
                  <a:pt x="71820" y="143129"/>
                  <a:pt x="65157" y="146499"/>
                  <a:pt x="57131" y="148960"/>
                </a:cubicBezTo>
                <a:cubicBezTo>
                  <a:pt x="49104" y="151421"/>
                  <a:pt x="39753" y="152651"/>
                  <a:pt x="29076" y="152651"/>
                </a:cubicBezTo>
                <a:cubicBezTo>
                  <a:pt x="23170" y="152651"/>
                  <a:pt x="17870" y="152451"/>
                  <a:pt x="13175" y="152051"/>
                </a:cubicBezTo>
                <a:cubicBezTo>
                  <a:pt x="8481" y="151651"/>
                  <a:pt x="4089" y="151132"/>
                  <a:pt x="0" y="150493"/>
                </a:cubicBezTo>
                <a:lnTo>
                  <a:pt x="0" y="132775"/>
                </a:lnTo>
                <a:cubicBezTo>
                  <a:pt x="4695" y="133643"/>
                  <a:pt x="9654" y="134315"/>
                  <a:pt x="14879" y="134791"/>
                </a:cubicBezTo>
                <a:cubicBezTo>
                  <a:pt x="20104" y="135264"/>
                  <a:pt x="25442" y="135501"/>
                  <a:pt x="30894" y="135501"/>
                </a:cubicBezTo>
                <a:cubicBezTo>
                  <a:pt x="38314" y="135501"/>
                  <a:pt x="44656" y="134838"/>
                  <a:pt x="49918" y="133513"/>
                </a:cubicBezTo>
                <a:cubicBezTo>
                  <a:pt x="55181" y="132188"/>
                  <a:pt x="59478" y="130276"/>
                  <a:pt x="62810" y="127777"/>
                </a:cubicBezTo>
                <a:cubicBezTo>
                  <a:pt x="66141" y="125278"/>
                  <a:pt x="68564" y="122250"/>
                  <a:pt x="70079" y="118691"/>
                </a:cubicBezTo>
                <a:cubicBezTo>
                  <a:pt x="71593" y="115132"/>
                  <a:pt x="72350" y="111119"/>
                  <a:pt x="72350" y="106651"/>
                </a:cubicBezTo>
                <a:cubicBezTo>
                  <a:pt x="72350" y="102563"/>
                  <a:pt x="71442" y="99004"/>
                  <a:pt x="69624" y="95975"/>
                </a:cubicBezTo>
                <a:cubicBezTo>
                  <a:pt x="67807" y="92946"/>
                  <a:pt x="65252" y="90409"/>
                  <a:pt x="61958" y="88365"/>
                </a:cubicBezTo>
                <a:cubicBezTo>
                  <a:pt x="58664" y="86321"/>
                  <a:pt x="54727" y="84787"/>
                  <a:pt x="50145" y="83765"/>
                </a:cubicBezTo>
                <a:cubicBezTo>
                  <a:pt x="45564" y="82743"/>
                  <a:pt x="40548" y="82232"/>
                  <a:pt x="35096" y="82232"/>
                </a:cubicBezTo>
                <a:lnTo>
                  <a:pt x="18173" y="82232"/>
                </a:lnTo>
                <a:lnTo>
                  <a:pt x="18173" y="65990"/>
                </a:lnTo>
                <a:lnTo>
                  <a:pt x="35323" y="65990"/>
                </a:lnTo>
                <a:cubicBezTo>
                  <a:pt x="39791" y="65990"/>
                  <a:pt x="43861" y="65402"/>
                  <a:pt x="47533" y="64226"/>
                </a:cubicBezTo>
                <a:cubicBezTo>
                  <a:pt x="51206" y="63050"/>
                  <a:pt x="54348" y="61361"/>
                  <a:pt x="56960" y="59161"/>
                </a:cubicBezTo>
                <a:cubicBezTo>
                  <a:pt x="59573" y="56958"/>
                  <a:pt x="61579" y="54244"/>
                  <a:pt x="62980" y="51019"/>
                </a:cubicBezTo>
                <a:cubicBezTo>
                  <a:pt x="64381" y="47793"/>
                  <a:pt x="65081" y="44132"/>
                  <a:pt x="65081" y="40033"/>
                </a:cubicBezTo>
                <a:cubicBezTo>
                  <a:pt x="65081" y="32064"/>
                  <a:pt x="62658" y="26258"/>
                  <a:pt x="57812" y="22617"/>
                </a:cubicBezTo>
                <a:cubicBezTo>
                  <a:pt x="52966" y="18973"/>
                  <a:pt x="45848" y="17151"/>
                  <a:pt x="36459" y="17151"/>
                </a:cubicBezTo>
                <a:cubicBezTo>
                  <a:pt x="31462" y="17151"/>
                  <a:pt x="26313" y="17643"/>
                  <a:pt x="21012" y="18627"/>
                </a:cubicBezTo>
                <a:cubicBezTo>
                  <a:pt x="15712" y="19611"/>
                  <a:pt x="10033" y="21088"/>
                  <a:pt x="3975" y="23057"/>
                </a:cubicBezTo>
                <a:lnTo>
                  <a:pt x="3975" y="5793"/>
                </a:lnTo>
                <a:cubicBezTo>
                  <a:pt x="6550" y="4884"/>
                  <a:pt x="9295" y="4070"/>
                  <a:pt x="12210" y="3351"/>
                </a:cubicBezTo>
                <a:cubicBezTo>
                  <a:pt x="15125" y="2631"/>
                  <a:pt x="18040" y="2026"/>
                  <a:pt x="20955" y="1533"/>
                </a:cubicBezTo>
                <a:cubicBezTo>
                  <a:pt x="23871" y="1041"/>
                  <a:pt x="26767" y="663"/>
                  <a:pt x="29644" y="398"/>
                </a:cubicBezTo>
                <a:cubicBezTo>
                  <a:pt x="32522" y="133"/>
                  <a:pt x="35285" y="0"/>
                  <a:pt x="37936" y="0"/>
                </a:cubicBezTo>
                <a:cubicBezTo>
                  <a:pt x="45810" y="0"/>
                  <a:pt x="52739" y="853"/>
                  <a:pt x="58721" y="2559"/>
                </a:cubicBezTo>
                <a:cubicBezTo>
                  <a:pt x="64703" y="4265"/>
                  <a:pt x="69700" y="6712"/>
                  <a:pt x="73713" y="9899"/>
                </a:cubicBezTo>
                <a:cubicBezTo>
                  <a:pt x="77726" y="13084"/>
                  <a:pt x="80755" y="16952"/>
                  <a:pt x="82800" y="21502"/>
                </a:cubicBezTo>
                <a:cubicBezTo>
                  <a:pt x="84844" y="26052"/>
                  <a:pt x="85866" y="31171"/>
                  <a:pt x="85866" y="36857"/>
                </a:cubicBezTo>
                <a:cubicBezTo>
                  <a:pt x="85866" y="45351"/>
                  <a:pt x="83689" y="52481"/>
                  <a:pt x="79335" y="58245"/>
                </a:cubicBezTo>
                <a:cubicBezTo>
                  <a:pt x="74982" y="64009"/>
                  <a:pt x="69019" y="68597"/>
                  <a:pt x="61447" y="72010"/>
                </a:cubicBezTo>
                <a:cubicBezTo>
                  <a:pt x="65308" y="72615"/>
                  <a:pt x="69113" y="73827"/>
                  <a:pt x="72861" y="75644"/>
                </a:cubicBezTo>
                <a:cubicBezTo>
                  <a:pt x="76610" y="77461"/>
                  <a:pt x="79979" y="79790"/>
                  <a:pt x="82970" y="82629"/>
                </a:cubicBezTo>
                <a:cubicBezTo>
                  <a:pt x="85961" y="85469"/>
                  <a:pt x="88384" y="88819"/>
                  <a:pt x="90239" y="92681"/>
                </a:cubicBezTo>
                <a:cubicBezTo>
                  <a:pt x="92094" y="96543"/>
                  <a:pt x="93022" y="100821"/>
                  <a:pt x="93022" y="1055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push">
            <a:extLst xmlns:a="http://schemas.openxmlformats.org/drawingml/2006/main">
              <a:ext uri="{FF2B5EF4-FFF2-40B4-BE49-F238E27FC236}">
                <a16:creationId xmlns:a16="http://schemas.microsoft.com/office/drawing/2014/main" id="{A40F624E-3CA2-4D89-85B0-5E07CAC4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5064" y="2524849"/>
            <a:ext cx="406382" cy="177068"/>
          </a:xfrm>
          <a:custGeom xmlns:a="http://schemas.openxmlformats.org/drawingml/2006/main">
            <a:pathLst>
              <a:path w="406382" h="177068">
                <a:moveTo>
                  <a:pt x="83292" y="86787"/>
                </a:moveTo>
                <a:cubicBezTo>
                  <a:pt x="83292" y="95459"/>
                  <a:pt x="82078" y="103031"/>
                  <a:pt x="79651" y="109503"/>
                </a:cubicBezTo>
                <a:cubicBezTo>
                  <a:pt x="77225" y="115974"/>
                  <a:pt x="73875" y="121346"/>
                  <a:pt x="69604" y="125617"/>
                </a:cubicBezTo>
                <a:cubicBezTo>
                  <a:pt x="65333" y="129889"/>
                  <a:pt x="60285" y="133092"/>
                  <a:pt x="54460" y="135228"/>
                </a:cubicBezTo>
                <a:cubicBezTo>
                  <a:pt x="48635" y="137364"/>
                  <a:pt x="42325" y="138431"/>
                  <a:pt x="35530" y="138431"/>
                </a:cubicBezTo>
                <a:cubicBezTo>
                  <a:pt x="32424" y="138431"/>
                  <a:pt x="29333" y="138270"/>
                  <a:pt x="26259" y="137946"/>
                </a:cubicBezTo>
                <a:cubicBezTo>
                  <a:pt x="23185" y="137622"/>
                  <a:pt x="20063" y="137072"/>
                  <a:pt x="16891" y="136296"/>
                </a:cubicBezTo>
                <a:lnTo>
                  <a:pt x="16891" y="177068"/>
                </a:lnTo>
                <a:lnTo>
                  <a:pt x="0" y="177068"/>
                </a:lnTo>
                <a:lnTo>
                  <a:pt x="0" y="39801"/>
                </a:lnTo>
                <a:lnTo>
                  <a:pt x="15047" y="39801"/>
                </a:lnTo>
                <a:lnTo>
                  <a:pt x="16115" y="56110"/>
                </a:lnTo>
                <a:cubicBezTo>
                  <a:pt x="20969" y="49444"/>
                  <a:pt x="26146" y="44769"/>
                  <a:pt x="31647" y="42083"/>
                </a:cubicBezTo>
                <a:cubicBezTo>
                  <a:pt x="37148" y="39397"/>
                  <a:pt x="43102" y="38054"/>
                  <a:pt x="49509" y="38054"/>
                </a:cubicBezTo>
                <a:cubicBezTo>
                  <a:pt x="55075" y="38054"/>
                  <a:pt x="59961" y="39219"/>
                  <a:pt x="64168" y="41549"/>
                </a:cubicBezTo>
                <a:cubicBezTo>
                  <a:pt x="68374" y="43879"/>
                  <a:pt x="71901" y="47163"/>
                  <a:pt x="74749" y="51402"/>
                </a:cubicBezTo>
                <a:cubicBezTo>
                  <a:pt x="77597" y="55641"/>
                  <a:pt x="79732" y="60754"/>
                  <a:pt x="81156" y="66740"/>
                </a:cubicBezTo>
                <a:cubicBezTo>
                  <a:pt x="82580" y="72727"/>
                  <a:pt x="83292" y="79409"/>
                  <a:pt x="83292" y="86787"/>
                </a:cubicBezTo>
                <a:moveTo>
                  <a:pt x="66012" y="87563"/>
                </a:moveTo>
                <a:cubicBezTo>
                  <a:pt x="66012" y="82450"/>
                  <a:pt x="65640" y="77758"/>
                  <a:pt x="64896" y="73487"/>
                </a:cubicBezTo>
                <a:cubicBezTo>
                  <a:pt x="64152" y="69216"/>
                  <a:pt x="62970" y="65559"/>
                  <a:pt x="61352" y="62517"/>
                </a:cubicBezTo>
                <a:cubicBezTo>
                  <a:pt x="59735" y="59476"/>
                  <a:pt x="57664" y="57097"/>
                  <a:pt x="55140" y="55382"/>
                </a:cubicBezTo>
                <a:cubicBezTo>
                  <a:pt x="52616" y="53667"/>
                  <a:pt x="49606" y="52810"/>
                  <a:pt x="46111" y="52810"/>
                </a:cubicBezTo>
                <a:cubicBezTo>
                  <a:pt x="43976" y="52810"/>
                  <a:pt x="41808" y="53149"/>
                  <a:pt x="39607" y="53829"/>
                </a:cubicBezTo>
                <a:cubicBezTo>
                  <a:pt x="37407" y="54509"/>
                  <a:pt x="35126" y="55641"/>
                  <a:pt x="32763" y="57227"/>
                </a:cubicBezTo>
                <a:cubicBezTo>
                  <a:pt x="30401" y="58812"/>
                  <a:pt x="27910" y="60916"/>
                  <a:pt x="25288" y="63537"/>
                </a:cubicBezTo>
                <a:cubicBezTo>
                  <a:pt x="22667" y="66158"/>
                  <a:pt x="19868" y="69410"/>
                  <a:pt x="16891" y="73293"/>
                </a:cubicBezTo>
                <a:lnTo>
                  <a:pt x="16891" y="120569"/>
                </a:lnTo>
                <a:cubicBezTo>
                  <a:pt x="19998" y="121864"/>
                  <a:pt x="23266" y="122883"/>
                  <a:pt x="26696" y="123627"/>
                </a:cubicBezTo>
                <a:cubicBezTo>
                  <a:pt x="30126" y="124371"/>
                  <a:pt x="33491" y="124744"/>
                  <a:pt x="36792" y="124744"/>
                </a:cubicBezTo>
                <a:cubicBezTo>
                  <a:pt x="45917" y="124744"/>
                  <a:pt x="53069" y="121653"/>
                  <a:pt x="58246" y="115473"/>
                </a:cubicBezTo>
                <a:cubicBezTo>
                  <a:pt x="63423" y="109292"/>
                  <a:pt x="66012" y="99989"/>
                  <a:pt x="66012" y="87563"/>
                </a:cubicBezTo>
                <a:close/>
                <a:moveTo>
                  <a:pt x="187688" y="137266"/>
                </a:moveTo>
                <a:lnTo>
                  <a:pt x="172544" y="137266"/>
                </a:lnTo>
                <a:lnTo>
                  <a:pt x="171962" y="121540"/>
                </a:lnTo>
                <a:cubicBezTo>
                  <a:pt x="169050" y="124905"/>
                  <a:pt x="166283" y="127704"/>
                  <a:pt x="163662" y="129937"/>
                </a:cubicBezTo>
                <a:cubicBezTo>
                  <a:pt x="161041" y="132170"/>
                  <a:pt x="158436" y="133966"/>
                  <a:pt x="155847" y="135325"/>
                </a:cubicBezTo>
                <a:cubicBezTo>
                  <a:pt x="153258" y="136684"/>
                  <a:pt x="150653" y="137639"/>
                  <a:pt x="148032" y="138189"/>
                </a:cubicBezTo>
                <a:cubicBezTo>
                  <a:pt x="145411" y="138739"/>
                  <a:pt x="142645" y="139014"/>
                  <a:pt x="139732" y="139014"/>
                </a:cubicBezTo>
                <a:cubicBezTo>
                  <a:pt x="129701" y="139014"/>
                  <a:pt x="122129" y="136069"/>
                  <a:pt x="117016" y="130180"/>
                </a:cubicBezTo>
                <a:cubicBezTo>
                  <a:pt x="111904" y="124291"/>
                  <a:pt x="109347" y="115392"/>
                  <a:pt x="109347" y="103484"/>
                </a:cubicBezTo>
                <a:lnTo>
                  <a:pt x="109347" y="39801"/>
                </a:lnTo>
                <a:lnTo>
                  <a:pt x="126239" y="39801"/>
                </a:lnTo>
                <a:lnTo>
                  <a:pt x="126239" y="102125"/>
                </a:lnTo>
                <a:cubicBezTo>
                  <a:pt x="126239" y="117075"/>
                  <a:pt x="131869" y="124549"/>
                  <a:pt x="143130" y="124549"/>
                </a:cubicBezTo>
                <a:cubicBezTo>
                  <a:pt x="145201" y="124549"/>
                  <a:pt x="147223" y="124242"/>
                  <a:pt x="149197" y="123627"/>
                </a:cubicBezTo>
                <a:cubicBezTo>
                  <a:pt x="151171" y="123012"/>
                  <a:pt x="153242" y="121945"/>
                  <a:pt x="155410" y="120424"/>
                </a:cubicBezTo>
                <a:cubicBezTo>
                  <a:pt x="157578" y="118903"/>
                  <a:pt x="159908" y="116848"/>
                  <a:pt x="162400" y="114259"/>
                </a:cubicBezTo>
                <a:cubicBezTo>
                  <a:pt x="164891" y="111671"/>
                  <a:pt x="167690" y="108402"/>
                  <a:pt x="170797" y="104455"/>
                </a:cubicBezTo>
                <a:lnTo>
                  <a:pt x="170797" y="39801"/>
                </a:lnTo>
                <a:lnTo>
                  <a:pt x="187688" y="39801"/>
                </a:lnTo>
                <a:lnTo>
                  <a:pt x="187688" y="137266"/>
                </a:lnTo>
                <a:close/>
                <a:moveTo>
                  <a:pt x="295870" y="110667"/>
                </a:moveTo>
                <a:cubicBezTo>
                  <a:pt x="295870" y="114097"/>
                  <a:pt x="295288" y="117172"/>
                  <a:pt x="294123" y="119890"/>
                </a:cubicBezTo>
                <a:cubicBezTo>
                  <a:pt x="292958" y="122608"/>
                  <a:pt x="291373" y="125019"/>
                  <a:pt x="289366" y="127122"/>
                </a:cubicBezTo>
                <a:cubicBezTo>
                  <a:pt x="287360" y="129225"/>
                  <a:pt x="285030" y="131021"/>
                  <a:pt x="282377" y="132510"/>
                </a:cubicBezTo>
                <a:cubicBezTo>
                  <a:pt x="279723" y="133998"/>
                  <a:pt x="276892" y="135228"/>
                  <a:pt x="273883" y="136199"/>
                </a:cubicBezTo>
                <a:cubicBezTo>
                  <a:pt x="270873" y="137169"/>
                  <a:pt x="267783" y="137881"/>
                  <a:pt x="264612" y="138334"/>
                </a:cubicBezTo>
                <a:cubicBezTo>
                  <a:pt x="261441" y="138787"/>
                  <a:pt x="258334" y="139014"/>
                  <a:pt x="255292" y="139014"/>
                </a:cubicBezTo>
                <a:cubicBezTo>
                  <a:pt x="248691" y="139014"/>
                  <a:pt x="242624" y="138723"/>
                  <a:pt x="237091" y="138140"/>
                </a:cubicBezTo>
                <a:cubicBezTo>
                  <a:pt x="231557" y="137558"/>
                  <a:pt x="226137" y="136619"/>
                  <a:pt x="220830" y="135325"/>
                </a:cubicBezTo>
                <a:lnTo>
                  <a:pt x="220830" y="119793"/>
                </a:lnTo>
                <a:cubicBezTo>
                  <a:pt x="226525" y="121411"/>
                  <a:pt x="232188" y="122640"/>
                  <a:pt x="237819" y="123482"/>
                </a:cubicBezTo>
                <a:cubicBezTo>
                  <a:pt x="243449" y="124323"/>
                  <a:pt x="249047" y="124744"/>
                  <a:pt x="254613" y="124744"/>
                </a:cubicBezTo>
                <a:cubicBezTo>
                  <a:pt x="262703" y="124744"/>
                  <a:pt x="268689" y="123643"/>
                  <a:pt x="272572" y="121443"/>
                </a:cubicBezTo>
                <a:cubicBezTo>
                  <a:pt x="276455" y="119243"/>
                  <a:pt x="278397" y="116104"/>
                  <a:pt x="278397" y="112027"/>
                </a:cubicBezTo>
                <a:cubicBezTo>
                  <a:pt x="278397" y="110279"/>
                  <a:pt x="278089" y="108710"/>
                  <a:pt x="277474" y="107318"/>
                </a:cubicBezTo>
                <a:cubicBezTo>
                  <a:pt x="276860" y="105927"/>
                  <a:pt x="275743" y="104600"/>
                  <a:pt x="274125" y="103338"/>
                </a:cubicBezTo>
                <a:cubicBezTo>
                  <a:pt x="272507" y="102076"/>
                  <a:pt x="270000" y="100766"/>
                  <a:pt x="266602" y="99407"/>
                </a:cubicBezTo>
                <a:cubicBezTo>
                  <a:pt x="263204" y="98047"/>
                  <a:pt x="258561" y="96494"/>
                  <a:pt x="252671" y="94747"/>
                </a:cubicBezTo>
                <a:cubicBezTo>
                  <a:pt x="248271" y="93453"/>
                  <a:pt x="244209" y="91980"/>
                  <a:pt x="240488" y="90330"/>
                </a:cubicBezTo>
                <a:cubicBezTo>
                  <a:pt x="236767" y="88680"/>
                  <a:pt x="233547" y="86722"/>
                  <a:pt x="230829" y="84457"/>
                </a:cubicBezTo>
                <a:cubicBezTo>
                  <a:pt x="228111" y="82192"/>
                  <a:pt x="225975" y="79538"/>
                  <a:pt x="224422" y="76496"/>
                </a:cubicBezTo>
                <a:cubicBezTo>
                  <a:pt x="222869" y="73455"/>
                  <a:pt x="222092" y="69863"/>
                  <a:pt x="222092" y="65721"/>
                </a:cubicBezTo>
                <a:cubicBezTo>
                  <a:pt x="222092" y="63003"/>
                  <a:pt x="222723" y="60026"/>
                  <a:pt x="223985" y="56790"/>
                </a:cubicBezTo>
                <a:cubicBezTo>
                  <a:pt x="225247" y="53554"/>
                  <a:pt x="227399" y="50545"/>
                  <a:pt x="230441" y="47762"/>
                </a:cubicBezTo>
                <a:cubicBezTo>
                  <a:pt x="233482" y="44979"/>
                  <a:pt x="237592" y="42665"/>
                  <a:pt x="242769" y="40821"/>
                </a:cubicBezTo>
                <a:cubicBezTo>
                  <a:pt x="247947" y="38976"/>
                  <a:pt x="254419" y="38054"/>
                  <a:pt x="262185" y="38054"/>
                </a:cubicBezTo>
                <a:cubicBezTo>
                  <a:pt x="266003" y="38054"/>
                  <a:pt x="270242" y="38264"/>
                  <a:pt x="274902" y="38685"/>
                </a:cubicBezTo>
                <a:cubicBezTo>
                  <a:pt x="279562" y="39106"/>
                  <a:pt x="284415" y="39834"/>
                  <a:pt x="289463" y="40869"/>
                </a:cubicBezTo>
                <a:lnTo>
                  <a:pt x="289463" y="55916"/>
                </a:lnTo>
                <a:cubicBezTo>
                  <a:pt x="284157" y="54622"/>
                  <a:pt x="279125" y="53667"/>
                  <a:pt x="274368" y="53052"/>
                </a:cubicBezTo>
                <a:cubicBezTo>
                  <a:pt x="269611" y="52438"/>
                  <a:pt x="265485" y="52130"/>
                  <a:pt x="261991" y="52130"/>
                </a:cubicBezTo>
                <a:cubicBezTo>
                  <a:pt x="257784" y="52130"/>
                  <a:pt x="254241" y="52454"/>
                  <a:pt x="251361" y="53101"/>
                </a:cubicBezTo>
                <a:cubicBezTo>
                  <a:pt x="248481" y="53748"/>
                  <a:pt x="246151" y="54638"/>
                  <a:pt x="244371" y="55771"/>
                </a:cubicBezTo>
                <a:cubicBezTo>
                  <a:pt x="242592" y="56903"/>
                  <a:pt x="241313" y="58230"/>
                  <a:pt x="240537" y="59751"/>
                </a:cubicBezTo>
                <a:cubicBezTo>
                  <a:pt x="239760" y="61272"/>
                  <a:pt x="239372" y="62906"/>
                  <a:pt x="239372" y="64653"/>
                </a:cubicBezTo>
                <a:cubicBezTo>
                  <a:pt x="239372" y="66400"/>
                  <a:pt x="239712" y="67986"/>
                  <a:pt x="240391" y="69410"/>
                </a:cubicBezTo>
                <a:cubicBezTo>
                  <a:pt x="241071" y="70834"/>
                  <a:pt x="242333" y="72209"/>
                  <a:pt x="244177" y="73536"/>
                </a:cubicBezTo>
                <a:cubicBezTo>
                  <a:pt x="246022" y="74862"/>
                  <a:pt x="248594" y="76189"/>
                  <a:pt x="251895" y="77516"/>
                </a:cubicBezTo>
                <a:cubicBezTo>
                  <a:pt x="255195" y="78842"/>
                  <a:pt x="259499" y="80282"/>
                  <a:pt x="264806" y="81836"/>
                </a:cubicBezTo>
                <a:cubicBezTo>
                  <a:pt x="270566" y="83518"/>
                  <a:pt x="275420" y="85282"/>
                  <a:pt x="279367" y="87126"/>
                </a:cubicBezTo>
                <a:cubicBezTo>
                  <a:pt x="283315" y="88971"/>
                  <a:pt x="286519" y="91026"/>
                  <a:pt x="288978" y="93291"/>
                </a:cubicBezTo>
                <a:cubicBezTo>
                  <a:pt x="291437" y="95556"/>
                  <a:pt x="293201" y="98112"/>
                  <a:pt x="294269" y="100960"/>
                </a:cubicBezTo>
                <a:cubicBezTo>
                  <a:pt x="295337" y="103807"/>
                  <a:pt x="295870" y="107043"/>
                  <a:pt x="295870" y="110667"/>
                </a:cubicBezTo>
                <a:close/>
                <a:moveTo>
                  <a:pt x="406382" y="137266"/>
                </a:moveTo>
                <a:lnTo>
                  <a:pt x="389491" y="137266"/>
                </a:lnTo>
                <a:lnTo>
                  <a:pt x="389491" y="75040"/>
                </a:lnTo>
                <a:cubicBezTo>
                  <a:pt x="389491" y="67533"/>
                  <a:pt x="388084" y="61919"/>
                  <a:pt x="385268" y="58197"/>
                </a:cubicBezTo>
                <a:cubicBezTo>
                  <a:pt x="382453" y="54476"/>
                  <a:pt x="378424" y="52616"/>
                  <a:pt x="373182" y="52616"/>
                </a:cubicBezTo>
                <a:cubicBezTo>
                  <a:pt x="370917" y="52616"/>
                  <a:pt x="368798" y="52923"/>
                  <a:pt x="366824" y="53538"/>
                </a:cubicBezTo>
                <a:cubicBezTo>
                  <a:pt x="364850" y="54153"/>
                  <a:pt x="362795" y="55220"/>
                  <a:pt x="360659" y="56741"/>
                </a:cubicBezTo>
                <a:cubicBezTo>
                  <a:pt x="358524" y="58262"/>
                  <a:pt x="356194" y="60317"/>
                  <a:pt x="353670" y="62906"/>
                </a:cubicBezTo>
                <a:cubicBezTo>
                  <a:pt x="351146" y="65494"/>
                  <a:pt x="348234" y="68730"/>
                  <a:pt x="344933" y="72613"/>
                </a:cubicBezTo>
                <a:lnTo>
                  <a:pt x="344933" y="137266"/>
                </a:lnTo>
                <a:lnTo>
                  <a:pt x="328042" y="137266"/>
                </a:lnTo>
                <a:lnTo>
                  <a:pt x="328042" y="0"/>
                </a:lnTo>
                <a:lnTo>
                  <a:pt x="344933" y="0"/>
                </a:lnTo>
                <a:lnTo>
                  <a:pt x="344933" y="39774"/>
                </a:lnTo>
                <a:lnTo>
                  <a:pt x="344350" y="55140"/>
                </a:lnTo>
                <a:cubicBezTo>
                  <a:pt x="347004" y="51968"/>
                  <a:pt x="349609" y="49299"/>
                  <a:pt x="352165" y="47131"/>
                </a:cubicBezTo>
                <a:cubicBezTo>
                  <a:pt x="354721" y="44963"/>
                  <a:pt x="357278" y="43199"/>
                  <a:pt x="359834" y="41840"/>
                </a:cubicBezTo>
                <a:cubicBezTo>
                  <a:pt x="362391" y="40481"/>
                  <a:pt x="364995" y="39510"/>
                  <a:pt x="367649" y="38928"/>
                </a:cubicBezTo>
                <a:cubicBezTo>
                  <a:pt x="370302" y="38345"/>
                  <a:pt x="373053" y="38054"/>
                  <a:pt x="375900" y="38054"/>
                </a:cubicBezTo>
                <a:cubicBezTo>
                  <a:pt x="385608" y="38054"/>
                  <a:pt x="393115" y="41015"/>
                  <a:pt x="398422" y="46937"/>
                </a:cubicBezTo>
                <a:cubicBezTo>
                  <a:pt x="403729" y="52858"/>
                  <a:pt x="406382" y="61773"/>
                  <a:pt x="406382" y="73681"/>
                </a:cubicBezTo>
                <a:lnTo>
                  <a:pt x="406382" y="1372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77838B-49B4-4373-B518-9CC00988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03" y="3506242"/>
            <a:ext cx="371317" cy="237416"/>
          </a:xfrm>
          <a:custGeom xmlns:a="http://schemas.openxmlformats.org/drawingml/2006/main">
            <a:pathLst>
              <a:path w="371317" h="237416">
                <a:moveTo>
                  <a:pt x="0" y="237416"/>
                </a:moveTo>
                <a:lnTo>
                  <a:pt x="0" y="0"/>
                </a:lnTo>
                <a:lnTo>
                  <a:pt x="371317" y="0"/>
                </a:lnTo>
                <a:lnTo>
                  <a:pt x="371317" y="237416"/>
                </a:lnTo>
                <a:lnTo>
                  <a:pt x="0" y="237416"/>
                </a:lnTo>
                <a:close/>
              </a:path>
            </a:pathLst>
          </a:custGeom>
          <a:solidFill xmlns:a="http://schemas.openxmlformats.org/drawingml/2006/main">
            <a:srgbClr val="92D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9B5627-D2F3-4ACE-8D3F-E3452824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503" y="3506242"/>
            <a:ext cx="371317" cy="237416"/>
          </a:xfrm>
          <a:custGeom xmlns:a="http://schemas.openxmlformats.org/drawingml/2006/main">
            <a:pathLst>
              <a:path w="371317" h="237416" fill="none">
                <a:moveTo>
                  <a:pt x="0" y="237416"/>
                </a:moveTo>
                <a:lnTo>
                  <a:pt x="371317" y="237416"/>
                </a:lnTo>
                <a:lnTo>
                  <a:pt x="371317" y="0"/>
                </a:lnTo>
                <a:lnTo>
                  <a:pt x="0" y="0"/>
                </a:lnTo>
                <a:lnTo>
                  <a:pt x="0" y="2374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95" name="Text 4">
            <a:extLst xmlns:a="http://schemas.openxmlformats.org/drawingml/2006/main">
              <a:ext uri="{FF2B5EF4-FFF2-40B4-BE49-F238E27FC236}">
                <a16:creationId xmlns:a16="http://schemas.microsoft.com/office/drawing/2014/main" id="{9AB0BD48-3AEF-40C4-B2F4-058BC1E3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823" y="3557322"/>
            <a:ext cx="116987" cy="148562"/>
          </a:xfrm>
          <a:custGeom xmlns:a="http://schemas.openxmlformats.org/drawingml/2006/main">
            <a:pathLst>
              <a:path w="116987" h="148562">
                <a:moveTo>
                  <a:pt x="116987" y="115624"/>
                </a:moveTo>
                <a:lnTo>
                  <a:pt x="91659" y="115624"/>
                </a:lnTo>
                <a:lnTo>
                  <a:pt x="91659" y="148562"/>
                </a:lnTo>
                <a:lnTo>
                  <a:pt x="71442" y="148562"/>
                </a:lnTo>
                <a:lnTo>
                  <a:pt x="71442" y="115624"/>
                </a:lnTo>
                <a:lnTo>
                  <a:pt x="0" y="115624"/>
                </a:lnTo>
                <a:lnTo>
                  <a:pt x="0" y="98246"/>
                </a:lnTo>
                <a:lnTo>
                  <a:pt x="63264" y="0"/>
                </a:lnTo>
                <a:lnTo>
                  <a:pt x="91659" y="0"/>
                </a:lnTo>
                <a:lnTo>
                  <a:pt x="91659" y="98246"/>
                </a:lnTo>
                <a:lnTo>
                  <a:pt x="116987" y="98246"/>
                </a:lnTo>
                <a:lnTo>
                  <a:pt x="116987" y="115624"/>
                </a:lnTo>
                <a:moveTo>
                  <a:pt x="71442" y="19081"/>
                </a:moveTo>
                <a:lnTo>
                  <a:pt x="19763" y="98246"/>
                </a:lnTo>
                <a:lnTo>
                  <a:pt x="71442" y="98246"/>
                </a:lnTo>
                <a:lnTo>
                  <a:pt x="71442" y="190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push">
            <a:extLst xmlns:a="http://schemas.openxmlformats.org/drawingml/2006/main">
              <a:ext uri="{FF2B5EF4-FFF2-40B4-BE49-F238E27FC236}">
                <a16:creationId xmlns:a16="http://schemas.microsoft.com/office/drawing/2014/main" id="{DE79E70D-342D-4077-9BD1-AD6487A9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263" y="3530843"/>
            <a:ext cx="406382" cy="177068"/>
          </a:xfrm>
          <a:custGeom xmlns:a="http://schemas.openxmlformats.org/drawingml/2006/main">
            <a:pathLst>
              <a:path w="406382" h="177068">
                <a:moveTo>
                  <a:pt x="83292" y="86787"/>
                </a:moveTo>
                <a:cubicBezTo>
                  <a:pt x="83292" y="95459"/>
                  <a:pt x="82078" y="103031"/>
                  <a:pt x="79651" y="109503"/>
                </a:cubicBezTo>
                <a:cubicBezTo>
                  <a:pt x="77225" y="115974"/>
                  <a:pt x="73875" y="121346"/>
                  <a:pt x="69604" y="125617"/>
                </a:cubicBezTo>
                <a:cubicBezTo>
                  <a:pt x="65333" y="129889"/>
                  <a:pt x="60285" y="133092"/>
                  <a:pt x="54460" y="135228"/>
                </a:cubicBezTo>
                <a:cubicBezTo>
                  <a:pt x="48635" y="137364"/>
                  <a:pt x="42325" y="138431"/>
                  <a:pt x="35530" y="138431"/>
                </a:cubicBezTo>
                <a:cubicBezTo>
                  <a:pt x="32424" y="138431"/>
                  <a:pt x="29333" y="138270"/>
                  <a:pt x="26259" y="137946"/>
                </a:cubicBezTo>
                <a:cubicBezTo>
                  <a:pt x="23185" y="137622"/>
                  <a:pt x="20063" y="137072"/>
                  <a:pt x="16891" y="136296"/>
                </a:cubicBezTo>
                <a:lnTo>
                  <a:pt x="16891" y="177068"/>
                </a:lnTo>
                <a:lnTo>
                  <a:pt x="0" y="177068"/>
                </a:lnTo>
                <a:lnTo>
                  <a:pt x="0" y="39801"/>
                </a:lnTo>
                <a:lnTo>
                  <a:pt x="15047" y="39801"/>
                </a:lnTo>
                <a:lnTo>
                  <a:pt x="16115" y="56110"/>
                </a:lnTo>
                <a:cubicBezTo>
                  <a:pt x="20969" y="49444"/>
                  <a:pt x="26146" y="44769"/>
                  <a:pt x="31647" y="42083"/>
                </a:cubicBezTo>
                <a:cubicBezTo>
                  <a:pt x="37148" y="39397"/>
                  <a:pt x="43102" y="38054"/>
                  <a:pt x="49509" y="38054"/>
                </a:cubicBezTo>
                <a:cubicBezTo>
                  <a:pt x="55075" y="38054"/>
                  <a:pt x="59961" y="39219"/>
                  <a:pt x="64168" y="41549"/>
                </a:cubicBezTo>
                <a:cubicBezTo>
                  <a:pt x="68374" y="43879"/>
                  <a:pt x="71901" y="47163"/>
                  <a:pt x="74749" y="51402"/>
                </a:cubicBezTo>
                <a:cubicBezTo>
                  <a:pt x="77597" y="55641"/>
                  <a:pt x="79732" y="60754"/>
                  <a:pt x="81156" y="66740"/>
                </a:cubicBezTo>
                <a:cubicBezTo>
                  <a:pt x="82580" y="72727"/>
                  <a:pt x="83292" y="79409"/>
                  <a:pt x="83292" y="86787"/>
                </a:cubicBezTo>
                <a:moveTo>
                  <a:pt x="66012" y="87563"/>
                </a:moveTo>
                <a:cubicBezTo>
                  <a:pt x="66012" y="82450"/>
                  <a:pt x="65640" y="77758"/>
                  <a:pt x="64896" y="73487"/>
                </a:cubicBezTo>
                <a:cubicBezTo>
                  <a:pt x="64152" y="69216"/>
                  <a:pt x="62970" y="65559"/>
                  <a:pt x="61352" y="62517"/>
                </a:cubicBezTo>
                <a:cubicBezTo>
                  <a:pt x="59735" y="59476"/>
                  <a:pt x="57664" y="57097"/>
                  <a:pt x="55140" y="55382"/>
                </a:cubicBezTo>
                <a:cubicBezTo>
                  <a:pt x="52616" y="53667"/>
                  <a:pt x="49606" y="52810"/>
                  <a:pt x="46111" y="52810"/>
                </a:cubicBezTo>
                <a:cubicBezTo>
                  <a:pt x="43976" y="52810"/>
                  <a:pt x="41808" y="53149"/>
                  <a:pt x="39607" y="53829"/>
                </a:cubicBezTo>
                <a:cubicBezTo>
                  <a:pt x="37407" y="54509"/>
                  <a:pt x="35126" y="55641"/>
                  <a:pt x="32763" y="57227"/>
                </a:cubicBezTo>
                <a:cubicBezTo>
                  <a:pt x="30401" y="58812"/>
                  <a:pt x="27910" y="60916"/>
                  <a:pt x="25288" y="63537"/>
                </a:cubicBezTo>
                <a:cubicBezTo>
                  <a:pt x="22667" y="66158"/>
                  <a:pt x="19868" y="69410"/>
                  <a:pt x="16891" y="73293"/>
                </a:cubicBezTo>
                <a:lnTo>
                  <a:pt x="16891" y="120569"/>
                </a:lnTo>
                <a:cubicBezTo>
                  <a:pt x="19998" y="121864"/>
                  <a:pt x="23266" y="122883"/>
                  <a:pt x="26696" y="123627"/>
                </a:cubicBezTo>
                <a:cubicBezTo>
                  <a:pt x="30126" y="124371"/>
                  <a:pt x="33491" y="124744"/>
                  <a:pt x="36792" y="124744"/>
                </a:cubicBezTo>
                <a:cubicBezTo>
                  <a:pt x="45917" y="124744"/>
                  <a:pt x="53069" y="121653"/>
                  <a:pt x="58246" y="115473"/>
                </a:cubicBezTo>
                <a:cubicBezTo>
                  <a:pt x="63423" y="109292"/>
                  <a:pt x="66012" y="99989"/>
                  <a:pt x="66012" y="87563"/>
                </a:cubicBezTo>
                <a:close/>
                <a:moveTo>
                  <a:pt x="187688" y="137266"/>
                </a:moveTo>
                <a:lnTo>
                  <a:pt x="172544" y="137266"/>
                </a:lnTo>
                <a:lnTo>
                  <a:pt x="171961" y="121540"/>
                </a:lnTo>
                <a:cubicBezTo>
                  <a:pt x="169049" y="124905"/>
                  <a:pt x="166282" y="127704"/>
                  <a:pt x="163661" y="129937"/>
                </a:cubicBezTo>
                <a:cubicBezTo>
                  <a:pt x="161040" y="132170"/>
                  <a:pt x="158435" y="133966"/>
                  <a:pt x="155847" y="135325"/>
                </a:cubicBezTo>
                <a:cubicBezTo>
                  <a:pt x="153258" y="136684"/>
                  <a:pt x="150653" y="137639"/>
                  <a:pt x="148032" y="138189"/>
                </a:cubicBezTo>
                <a:cubicBezTo>
                  <a:pt x="145411" y="138739"/>
                  <a:pt x="142644" y="139014"/>
                  <a:pt x="139732" y="139014"/>
                </a:cubicBezTo>
                <a:cubicBezTo>
                  <a:pt x="129701" y="139014"/>
                  <a:pt x="122129" y="136069"/>
                  <a:pt x="117016" y="130180"/>
                </a:cubicBezTo>
                <a:cubicBezTo>
                  <a:pt x="111903" y="124291"/>
                  <a:pt x="109347" y="115392"/>
                  <a:pt x="109347" y="103484"/>
                </a:cubicBezTo>
                <a:lnTo>
                  <a:pt x="109347" y="39801"/>
                </a:lnTo>
                <a:lnTo>
                  <a:pt x="126238" y="39801"/>
                </a:lnTo>
                <a:lnTo>
                  <a:pt x="126238" y="102125"/>
                </a:lnTo>
                <a:cubicBezTo>
                  <a:pt x="126238" y="117075"/>
                  <a:pt x="131869" y="124549"/>
                  <a:pt x="143130" y="124549"/>
                </a:cubicBezTo>
                <a:cubicBezTo>
                  <a:pt x="145201" y="124549"/>
                  <a:pt x="147223" y="124242"/>
                  <a:pt x="149197" y="123627"/>
                </a:cubicBezTo>
                <a:cubicBezTo>
                  <a:pt x="151171" y="123012"/>
                  <a:pt x="153242" y="121945"/>
                  <a:pt x="155410" y="120424"/>
                </a:cubicBezTo>
                <a:cubicBezTo>
                  <a:pt x="157578" y="118903"/>
                  <a:pt x="159908" y="116848"/>
                  <a:pt x="162399" y="114259"/>
                </a:cubicBezTo>
                <a:cubicBezTo>
                  <a:pt x="164891" y="111671"/>
                  <a:pt x="167690" y="108402"/>
                  <a:pt x="170796" y="104455"/>
                </a:cubicBezTo>
                <a:lnTo>
                  <a:pt x="170796" y="39801"/>
                </a:lnTo>
                <a:lnTo>
                  <a:pt x="187688" y="39801"/>
                </a:lnTo>
                <a:lnTo>
                  <a:pt x="187688" y="137266"/>
                </a:lnTo>
                <a:close/>
                <a:moveTo>
                  <a:pt x="295870" y="110667"/>
                </a:moveTo>
                <a:cubicBezTo>
                  <a:pt x="295870" y="114097"/>
                  <a:pt x="295288" y="117172"/>
                  <a:pt x="294123" y="119890"/>
                </a:cubicBezTo>
                <a:cubicBezTo>
                  <a:pt x="292958" y="122608"/>
                  <a:pt x="291372" y="125019"/>
                  <a:pt x="289366" y="127122"/>
                </a:cubicBezTo>
                <a:cubicBezTo>
                  <a:pt x="287360" y="129225"/>
                  <a:pt x="285030" y="131021"/>
                  <a:pt x="282377" y="132510"/>
                </a:cubicBezTo>
                <a:cubicBezTo>
                  <a:pt x="279723" y="133998"/>
                  <a:pt x="276892" y="135228"/>
                  <a:pt x="273882" y="136199"/>
                </a:cubicBezTo>
                <a:cubicBezTo>
                  <a:pt x="270873" y="137169"/>
                  <a:pt x="267783" y="137881"/>
                  <a:pt x="264612" y="138334"/>
                </a:cubicBezTo>
                <a:cubicBezTo>
                  <a:pt x="261440" y="138787"/>
                  <a:pt x="258334" y="139014"/>
                  <a:pt x="255292" y="139014"/>
                </a:cubicBezTo>
                <a:cubicBezTo>
                  <a:pt x="248691" y="139014"/>
                  <a:pt x="242624" y="138723"/>
                  <a:pt x="237090" y="138140"/>
                </a:cubicBezTo>
                <a:cubicBezTo>
                  <a:pt x="231557" y="137558"/>
                  <a:pt x="226137" y="136619"/>
                  <a:pt x="220830" y="135325"/>
                </a:cubicBezTo>
                <a:lnTo>
                  <a:pt x="220830" y="119793"/>
                </a:lnTo>
                <a:cubicBezTo>
                  <a:pt x="226525" y="121411"/>
                  <a:pt x="232188" y="122640"/>
                  <a:pt x="237818" y="123482"/>
                </a:cubicBezTo>
                <a:cubicBezTo>
                  <a:pt x="243449" y="124323"/>
                  <a:pt x="249047" y="124744"/>
                  <a:pt x="254613" y="124744"/>
                </a:cubicBezTo>
                <a:cubicBezTo>
                  <a:pt x="262702" y="124744"/>
                  <a:pt x="268689" y="123643"/>
                  <a:pt x="272572" y="121443"/>
                </a:cubicBezTo>
                <a:cubicBezTo>
                  <a:pt x="276455" y="119243"/>
                  <a:pt x="278396" y="116104"/>
                  <a:pt x="278396" y="112027"/>
                </a:cubicBezTo>
                <a:cubicBezTo>
                  <a:pt x="278396" y="110279"/>
                  <a:pt x="278089" y="108710"/>
                  <a:pt x="277474" y="107318"/>
                </a:cubicBezTo>
                <a:cubicBezTo>
                  <a:pt x="276859" y="105927"/>
                  <a:pt x="275743" y="104600"/>
                  <a:pt x="274125" y="103338"/>
                </a:cubicBezTo>
                <a:cubicBezTo>
                  <a:pt x="272507" y="102076"/>
                  <a:pt x="269999" y="100766"/>
                  <a:pt x="266602" y="99407"/>
                </a:cubicBezTo>
                <a:cubicBezTo>
                  <a:pt x="263204" y="98047"/>
                  <a:pt x="258560" y="96494"/>
                  <a:pt x="252671" y="94747"/>
                </a:cubicBezTo>
                <a:cubicBezTo>
                  <a:pt x="248270" y="93453"/>
                  <a:pt x="244209" y="91980"/>
                  <a:pt x="240488" y="90330"/>
                </a:cubicBezTo>
                <a:cubicBezTo>
                  <a:pt x="236767" y="88680"/>
                  <a:pt x="233547" y="86722"/>
                  <a:pt x="230829" y="84457"/>
                </a:cubicBezTo>
                <a:cubicBezTo>
                  <a:pt x="228111" y="82192"/>
                  <a:pt x="225975" y="79538"/>
                  <a:pt x="224422" y="76496"/>
                </a:cubicBezTo>
                <a:cubicBezTo>
                  <a:pt x="222869" y="73455"/>
                  <a:pt x="222092" y="69863"/>
                  <a:pt x="222092" y="65721"/>
                </a:cubicBezTo>
                <a:cubicBezTo>
                  <a:pt x="222092" y="63003"/>
                  <a:pt x="222723" y="60026"/>
                  <a:pt x="223985" y="56790"/>
                </a:cubicBezTo>
                <a:cubicBezTo>
                  <a:pt x="225247" y="53554"/>
                  <a:pt x="227399" y="50545"/>
                  <a:pt x="230441" y="47762"/>
                </a:cubicBezTo>
                <a:cubicBezTo>
                  <a:pt x="233482" y="44979"/>
                  <a:pt x="237592" y="42665"/>
                  <a:pt x="242769" y="40821"/>
                </a:cubicBezTo>
                <a:cubicBezTo>
                  <a:pt x="247947" y="38976"/>
                  <a:pt x="254418" y="38054"/>
                  <a:pt x="262185" y="38054"/>
                </a:cubicBezTo>
                <a:cubicBezTo>
                  <a:pt x="266003" y="38054"/>
                  <a:pt x="270242" y="38264"/>
                  <a:pt x="274902" y="38685"/>
                </a:cubicBezTo>
                <a:cubicBezTo>
                  <a:pt x="279561" y="39106"/>
                  <a:pt x="284415" y="39834"/>
                  <a:pt x="289463" y="40869"/>
                </a:cubicBezTo>
                <a:lnTo>
                  <a:pt x="289463" y="55916"/>
                </a:lnTo>
                <a:cubicBezTo>
                  <a:pt x="284156" y="54622"/>
                  <a:pt x="279124" y="53667"/>
                  <a:pt x="274368" y="53052"/>
                </a:cubicBezTo>
                <a:cubicBezTo>
                  <a:pt x="269611" y="52438"/>
                  <a:pt x="265485" y="52130"/>
                  <a:pt x="261990" y="52130"/>
                </a:cubicBezTo>
                <a:cubicBezTo>
                  <a:pt x="257784" y="52130"/>
                  <a:pt x="254241" y="52454"/>
                  <a:pt x="251361" y="53101"/>
                </a:cubicBezTo>
                <a:cubicBezTo>
                  <a:pt x="248481" y="53748"/>
                  <a:pt x="246151" y="54638"/>
                  <a:pt x="244371" y="55771"/>
                </a:cubicBezTo>
                <a:cubicBezTo>
                  <a:pt x="242591" y="56903"/>
                  <a:pt x="241313" y="58230"/>
                  <a:pt x="240537" y="59751"/>
                </a:cubicBezTo>
                <a:cubicBezTo>
                  <a:pt x="239760" y="61272"/>
                  <a:pt x="239372" y="62906"/>
                  <a:pt x="239372" y="64653"/>
                </a:cubicBezTo>
                <a:cubicBezTo>
                  <a:pt x="239372" y="66400"/>
                  <a:pt x="239711" y="67986"/>
                  <a:pt x="240391" y="69410"/>
                </a:cubicBezTo>
                <a:cubicBezTo>
                  <a:pt x="241070" y="70834"/>
                  <a:pt x="242332" y="72209"/>
                  <a:pt x="244177" y="73536"/>
                </a:cubicBezTo>
                <a:cubicBezTo>
                  <a:pt x="246021" y="74862"/>
                  <a:pt x="248594" y="76189"/>
                  <a:pt x="251894" y="77516"/>
                </a:cubicBezTo>
                <a:cubicBezTo>
                  <a:pt x="255195" y="78842"/>
                  <a:pt x="259499" y="80282"/>
                  <a:pt x="264806" y="81836"/>
                </a:cubicBezTo>
                <a:cubicBezTo>
                  <a:pt x="270566" y="83518"/>
                  <a:pt x="275419" y="85282"/>
                  <a:pt x="279367" y="87126"/>
                </a:cubicBezTo>
                <a:cubicBezTo>
                  <a:pt x="283315" y="88971"/>
                  <a:pt x="286519" y="91026"/>
                  <a:pt x="288978" y="93291"/>
                </a:cubicBezTo>
                <a:cubicBezTo>
                  <a:pt x="291437" y="95556"/>
                  <a:pt x="293201" y="98112"/>
                  <a:pt x="294268" y="100960"/>
                </a:cubicBezTo>
                <a:cubicBezTo>
                  <a:pt x="295336" y="103807"/>
                  <a:pt x="295870" y="107043"/>
                  <a:pt x="295870" y="110667"/>
                </a:cubicBezTo>
                <a:close/>
                <a:moveTo>
                  <a:pt x="406382" y="137266"/>
                </a:moveTo>
                <a:lnTo>
                  <a:pt x="389491" y="137266"/>
                </a:lnTo>
                <a:lnTo>
                  <a:pt x="389491" y="75040"/>
                </a:lnTo>
                <a:cubicBezTo>
                  <a:pt x="389491" y="67533"/>
                  <a:pt x="388083" y="61919"/>
                  <a:pt x="385268" y="58197"/>
                </a:cubicBezTo>
                <a:cubicBezTo>
                  <a:pt x="382453" y="54476"/>
                  <a:pt x="378424" y="52616"/>
                  <a:pt x="373182" y="52616"/>
                </a:cubicBezTo>
                <a:cubicBezTo>
                  <a:pt x="370917" y="52616"/>
                  <a:pt x="368797" y="52923"/>
                  <a:pt x="366823" y="53538"/>
                </a:cubicBezTo>
                <a:cubicBezTo>
                  <a:pt x="364850" y="54153"/>
                  <a:pt x="362795" y="55220"/>
                  <a:pt x="360659" y="56741"/>
                </a:cubicBezTo>
                <a:cubicBezTo>
                  <a:pt x="358523" y="58262"/>
                  <a:pt x="356194" y="60317"/>
                  <a:pt x="353670" y="62906"/>
                </a:cubicBezTo>
                <a:cubicBezTo>
                  <a:pt x="351146" y="65494"/>
                  <a:pt x="348233" y="68730"/>
                  <a:pt x="344933" y="72613"/>
                </a:cubicBezTo>
                <a:lnTo>
                  <a:pt x="344933" y="137266"/>
                </a:lnTo>
                <a:lnTo>
                  <a:pt x="328041" y="137266"/>
                </a:lnTo>
                <a:lnTo>
                  <a:pt x="328041" y="0"/>
                </a:lnTo>
                <a:lnTo>
                  <a:pt x="344933" y="0"/>
                </a:lnTo>
                <a:lnTo>
                  <a:pt x="344933" y="39774"/>
                </a:lnTo>
                <a:lnTo>
                  <a:pt x="344350" y="55140"/>
                </a:lnTo>
                <a:cubicBezTo>
                  <a:pt x="347004" y="51968"/>
                  <a:pt x="349609" y="49299"/>
                  <a:pt x="352165" y="47131"/>
                </a:cubicBezTo>
                <a:cubicBezTo>
                  <a:pt x="354721" y="44963"/>
                  <a:pt x="357278" y="43199"/>
                  <a:pt x="359834" y="41840"/>
                </a:cubicBezTo>
                <a:cubicBezTo>
                  <a:pt x="362390" y="40481"/>
                  <a:pt x="364995" y="39510"/>
                  <a:pt x="367649" y="38928"/>
                </a:cubicBezTo>
                <a:cubicBezTo>
                  <a:pt x="370302" y="38345"/>
                  <a:pt x="373053" y="38054"/>
                  <a:pt x="375900" y="38054"/>
                </a:cubicBezTo>
                <a:cubicBezTo>
                  <a:pt x="385608" y="38054"/>
                  <a:pt x="393115" y="41015"/>
                  <a:pt x="398422" y="46937"/>
                </a:cubicBezTo>
                <a:cubicBezTo>
                  <a:pt x="403729" y="52858"/>
                  <a:pt x="406382" y="61773"/>
                  <a:pt x="406382" y="73681"/>
                </a:cubicBezTo>
                <a:lnTo>
                  <a:pt x="406382" y="1372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4F5CB2-359D-4AAA-A4E3-5101017C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870" y="4460611"/>
            <a:ext cx="371317" cy="237416"/>
          </a:xfrm>
          <a:custGeom xmlns:a="http://schemas.openxmlformats.org/drawingml/2006/main">
            <a:pathLst>
              <a:path w="371317" h="237416">
                <a:moveTo>
                  <a:pt x="0" y="237416"/>
                </a:moveTo>
                <a:lnTo>
                  <a:pt x="0" y="0"/>
                </a:lnTo>
                <a:lnTo>
                  <a:pt x="371317" y="0"/>
                </a:lnTo>
                <a:lnTo>
                  <a:pt x="371317" y="237416"/>
                </a:lnTo>
                <a:lnTo>
                  <a:pt x="0" y="237416"/>
                </a:lnTo>
                <a:close/>
              </a:path>
            </a:pathLst>
          </a:custGeom>
          <a:solidFill xmlns:a="http://schemas.openxmlformats.org/drawingml/2006/main">
            <a:srgbClr val="92D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90909C-A67B-459F-96D9-FC256BD8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870" y="4460611"/>
            <a:ext cx="371317" cy="237416"/>
          </a:xfrm>
          <a:custGeom xmlns:a="http://schemas.openxmlformats.org/drawingml/2006/main">
            <a:pathLst>
              <a:path w="371317" h="237416" fill="none">
                <a:moveTo>
                  <a:pt x="0" y="237416"/>
                </a:moveTo>
                <a:lnTo>
                  <a:pt x="371317" y="237416"/>
                </a:lnTo>
                <a:lnTo>
                  <a:pt x="371317" y="0"/>
                </a:lnTo>
                <a:lnTo>
                  <a:pt x="0" y="0"/>
                </a:lnTo>
                <a:lnTo>
                  <a:pt x="0" y="2374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99" name="Text 5">
            <a:extLst xmlns:a="http://schemas.openxmlformats.org/drawingml/2006/main">
              <a:ext uri="{FF2B5EF4-FFF2-40B4-BE49-F238E27FC236}">
                <a16:creationId xmlns:a16="http://schemas.microsoft.com/office/drawing/2014/main" id="{F787A74D-D1DF-4ADE-9E00-7F52DBBC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558" y="4511702"/>
            <a:ext cx="90678" cy="150864"/>
          </a:xfrm>
          <a:custGeom xmlns:a="http://schemas.openxmlformats.org/drawingml/2006/main">
            <a:pathLst>
              <a:path w="90678" h="150864">
                <a:moveTo>
                  <a:pt x="90678" y="101259"/>
                </a:moveTo>
                <a:cubicBezTo>
                  <a:pt x="90678" y="108616"/>
                  <a:pt x="89085" y="115329"/>
                  <a:pt x="85899" y="121397"/>
                </a:cubicBezTo>
                <a:cubicBezTo>
                  <a:pt x="82714" y="127465"/>
                  <a:pt x="78333" y="132679"/>
                  <a:pt x="72758" y="137041"/>
                </a:cubicBezTo>
                <a:cubicBezTo>
                  <a:pt x="67183" y="141402"/>
                  <a:pt x="60604" y="144796"/>
                  <a:pt x="53019" y="147223"/>
                </a:cubicBezTo>
                <a:cubicBezTo>
                  <a:pt x="45434" y="149651"/>
                  <a:pt x="37242" y="150864"/>
                  <a:pt x="28443" y="150864"/>
                </a:cubicBezTo>
                <a:cubicBezTo>
                  <a:pt x="26244" y="150864"/>
                  <a:pt x="23874" y="150804"/>
                  <a:pt x="21333" y="150683"/>
                </a:cubicBezTo>
                <a:cubicBezTo>
                  <a:pt x="18792" y="150564"/>
                  <a:pt x="16270" y="150404"/>
                  <a:pt x="13767" y="150203"/>
                </a:cubicBezTo>
                <a:cubicBezTo>
                  <a:pt x="11264" y="150004"/>
                  <a:pt x="8817" y="149783"/>
                  <a:pt x="6428" y="149542"/>
                </a:cubicBezTo>
                <a:cubicBezTo>
                  <a:pt x="4039" y="149302"/>
                  <a:pt x="1896" y="149022"/>
                  <a:pt x="0" y="148702"/>
                </a:cubicBezTo>
                <a:lnTo>
                  <a:pt x="0" y="130726"/>
                </a:lnTo>
                <a:cubicBezTo>
                  <a:pt x="4096" y="131753"/>
                  <a:pt x="8780" y="132503"/>
                  <a:pt x="14051" y="132977"/>
                </a:cubicBezTo>
                <a:cubicBezTo>
                  <a:pt x="19323" y="133448"/>
                  <a:pt x="24651" y="133684"/>
                  <a:pt x="30036" y="133684"/>
                </a:cubicBezTo>
                <a:cubicBezTo>
                  <a:pt x="36104" y="133684"/>
                  <a:pt x="41565" y="132964"/>
                  <a:pt x="46420" y="131523"/>
                </a:cubicBezTo>
                <a:cubicBezTo>
                  <a:pt x="51274" y="130081"/>
                  <a:pt x="55408" y="128015"/>
                  <a:pt x="58821" y="125322"/>
                </a:cubicBezTo>
                <a:cubicBezTo>
                  <a:pt x="62234" y="122629"/>
                  <a:pt x="64851" y="119368"/>
                  <a:pt x="66672" y="115537"/>
                </a:cubicBezTo>
                <a:cubicBezTo>
                  <a:pt x="68492" y="111707"/>
                  <a:pt x="69402" y="107403"/>
                  <a:pt x="69402" y="102624"/>
                </a:cubicBezTo>
                <a:cubicBezTo>
                  <a:pt x="69402" y="93370"/>
                  <a:pt x="66084" y="86639"/>
                  <a:pt x="59447" y="82429"/>
                </a:cubicBezTo>
                <a:cubicBezTo>
                  <a:pt x="52810" y="78220"/>
                  <a:pt x="43272" y="76115"/>
                  <a:pt x="30833" y="76115"/>
                </a:cubicBezTo>
                <a:lnTo>
                  <a:pt x="2617" y="76115"/>
                </a:lnTo>
                <a:lnTo>
                  <a:pt x="2617" y="0"/>
                </a:lnTo>
                <a:lnTo>
                  <a:pt x="82714" y="0"/>
                </a:lnTo>
                <a:lnTo>
                  <a:pt x="82714" y="17294"/>
                </a:lnTo>
                <a:lnTo>
                  <a:pt x="21276" y="17294"/>
                </a:lnTo>
                <a:lnTo>
                  <a:pt x="21276" y="59162"/>
                </a:lnTo>
                <a:lnTo>
                  <a:pt x="34246" y="59162"/>
                </a:lnTo>
                <a:cubicBezTo>
                  <a:pt x="41376" y="59162"/>
                  <a:pt x="48316" y="59807"/>
                  <a:pt x="55067" y="61097"/>
                </a:cubicBezTo>
                <a:cubicBezTo>
                  <a:pt x="61817" y="62386"/>
                  <a:pt x="67828" y="64643"/>
                  <a:pt x="73100" y="67866"/>
                </a:cubicBezTo>
                <a:cubicBezTo>
                  <a:pt x="78371" y="71090"/>
                  <a:pt x="82619" y="75413"/>
                  <a:pt x="85842" y="80836"/>
                </a:cubicBezTo>
                <a:cubicBezTo>
                  <a:pt x="89066" y="86260"/>
                  <a:pt x="90678" y="93067"/>
                  <a:pt x="90678" y="1012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push">
            <a:extLst xmlns:a="http://schemas.openxmlformats.org/drawingml/2006/main">
              <a:ext uri="{FF2B5EF4-FFF2-40B4-BE49-F238E27FC236}">
                <a16:creationId xmlns:a16="http://schemas.microsoft.com/office/drawing/2014/main" id="{7C5B7E62-2B70-470F-907E-2E634B10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506" y="4495418"/>
            <a:ext cx="406382" cy="177068"/>
          </a:xfrm>
          <a:custGeom xmlns:a="http://schemas.openxmlformats.org/drawingml/2006/main">
            <a:pathLst>
              <a:path w="406382" h="177068">
                <a:moveTo>
                  <a:pt x="83292" y="86787"/>
                </a:moveTo>
                <a:cubicBezTo>
                  <a:pt x="83292" y="95459"/>
                  <a:pt x="82078" y="103031"/>
                  <a:pt x="79651" y="109503"/>
                </a:cubicBezTo>
                <a:cubicBezTo>
                  <a:pt x="77225" y="115974"/>
                  <a:pt x="73875" y="121346"/>
                  <a:pt x="69604" y="125617"/>
                </a:cubicBezTo>
                <a:cubicBezTo>
                  <a:pt x="65333" y="129889"/>
                  <a:pt x="60285" y="133092"/>
                  <a:pt x="54460" y="135228"/>
                </a:cubicBezTo>
                <a:cubicBezTo>
                  <a:pt x="48635" y="137364"/>
                  <a:pt x="42325" y="138431"/>
                  <a:pt x="35530" y="138431"/>
                </a:cubicBezTo>
                <a:cubicBezTo>
                  <a:pt x="32424" y="138431"/>
                  <a:pt x="29333" y="138270"/>
                  <a:pt x="26259" y="137946"/>
                </a:cubicBezTo>
                <a:cubicBezTo>
                  <a:pt x="23185" y="137622"/>
                  <a:pt x="20063" y="137072"/>
                  <a:pt x="16891" y="136296"/>
                </a:cubicBezTo>
                <a:lnTo>
                  <a:pt x="16891" y="177068"/>
                </a:lnTo>
                <a:lnTo>
                  <a:pt x="0" y="177068"/>
                </a:lnTo>
                <a:lnTo>
                  <a:pt x="0" y="39801"/>
                </a:lnTo>
                <a:lnTo>
                  <a:pt x="15047" y="39801"/>
                </a:lnTo>
                <a:lnTo>
                  <a:pt x="16115" y="56110"/>
                </a:lnTo>
                <a:cubicBezTo>
                  <a:pt x="20969" y="49444"/>
                  <a:pt x="26146" y="44769"/>
                  <a:pt x="31647" y="42083"/>
                </a:cubicBezTo>
                <a:cubicBezTo>
                  <a:pt x="37148" y="39397"/>
                  <a:pt x="43102" y="38054"/>
                  <a:pt x="49509" y="38054"/>
                </a:cubicBezTo>
                <a:cubicBezTo>
                  <a:pt x="55075" y="38054"/>
                  <a:pt x="59961" y="39219"/>
                  <a:pt x="64168" y="41549"/>
                </a:cubicBezTo>
                <a:cubicBezTo>
                  <a:pt x="68374" y="43879"/>
                  <a:pt x="71901" y="47163"/>
                  <a:pt x="74749" y="51402"/>
                </a:cubicBezTo>
                <a:cubicBezTo>
                  <a:pt x="77597" y="55641"/>
                  <a:pt x="79732" y="60754"/>
                  <a:pt x="81156" y="66740"/>
                </a:cubicBezTo>
                <a:cubicBezTo>
                  <a:pt x="82580" y="72727"/>
                  <a:pt x="83292" y="79409"/>
                  <a:pt x="83292" y="86787"/>
                </a:cubicBezTo>
                <a:moveTo>
                  <a:pt x="66012" y="87563"/>
                </a:moveTo>
                <a:cubicBezTo>
                  <a:pt x="66012" y="82450"/>
                  <a:pt x="65640" y="77758"/>
                  <a:pt x="64896" y="73487"/>
                </a:cubicBezTo>
                <a:cubicBezTo>
                  <a:pt x="64152" y="69216"/>
                  <a:pt x="62970" y="65559"/>
                  <a:pt x="61352" y="62517"/>
                </a:cubicBezTo>
                <a:cubicBezTo>
                  <a:pt x="59735" y="59476"/>
                  <a:pt x="57664" y="57097"/>
                  <a:pt x="55140" y="55382"/>
                </a:cubicBezTo>
                <a:cubicBezTo>
                  <a:pt x="52616" y="53667"/>
                  <a:pt x="49606" y="52810"/>
                  <a:pt x="46111" y="52810"/>
                </a:cubicBezTo>
                <a:cubicBezTo>
                  <a:pt x="43976" y="52810"/>
                  <a:pt x="41808" y="53149"/>
                  <a:pt x="39607" y="53829"/>
                </a:cubicBezTo>
                <a:cubicBezTo>
                  <a:pt x="37407" y="54509"/>
                  <a:pt x="35126" y="55641"/>
                  <a:pt x="32763" y="57227"/>
                </a:cubicBezTo>
                <a:cubicBezTo>
                  <a:pt x="30401" y="58812"/>
                  <a:pt x="27910" y="60916"/>
                  <a:pt x="25288" y="63537"/>
                </a:cubicBezTo>
                <a:cubicBezTo>
                  <a:pt x="22667" y="66158"/>
                  <a:pt x="19868" y="69410"/>
                  <a:pt x="16891" y="73293"/>
                </a:cubicBezTo>
                <a:lnTo>
                  <a:pt x="16891" y="120569"/>
                </a:lnTo>
                <a:cubicBezTo>
                  <a:pt x="19998" y="121864"/>
                  <a:pt x="23266" y="122883"/>
                  <a:pt x="26696" y="123627"/>
                </a:cubicBezTo>
                <a:cubicBezTo>
                  <a:pt x="30126" y="124371"/>
                  <a:pt x="33491" y="124744"/>
                  <a:pt x="36792" y="124744"/>
                </a:cubicBezTo>
                <a:cubicBezTo>
                  <a:pt x="45917" y="124744"/>
                  <a:pt x="53069" y="121653"/>
                  <a:pt x="58246" y="115473"/>
                </a:cubicBezTo>
                <a:cubicBezTo>
                  <a:pt x="63423" y="109292"/>
                  <a:pt x="66012" y="99989"/>
                  <a:pt x="66012" y="87563"/>
                </a:cubicBezTo>
                <a:close/>
                <a:moveTo>
                  <a:pt x="187688" y="137266"/>
                </a:moveTo>
                <a:lnTo>
                  <a:pt x="172544" y="137266"/>
                </a:lnTo>
                <a:lnTo>
                  <a:pt x="171962" y="121540"/>
                </a:lnTo>
                <a:cubicBezTo>
                  <a:pt x="169049" y="124905"/>
                  <a:pt x="166283" y="127704"/>
                  <a:pt x="163662" y="129937"/>
                </a:cubicBezTo>
                <a:cubicBezTo>
                  <a:pt x="161040" y="132170"/>
                  <a:pt x="158436" y="133966"/>
                  <a:pt x="155847" y="135325"/>
                </a:cubicBezTo>
                <a:cubicBezTo>
                  <a:pt x="153258" y="136684"/>
                  <a:pt x="150653" y="137639"/>
                  <a:pt x="148032" y="138189"/>
                </a:cubicBezTo>
                <a:cubicBezTo>
                  <a:pt x="145411" y="138739"/>
                  <a:pt x="142644" y="139014"/>
                  <a:pt x="139732" y="139014"/>
                </a:cubicBezTo>
                <a:cubicBezTo>
                  <a:pt x="129701" y="139014"/>
                  <a:pt x="122129" y="136069"/>
                  <a:pt x="117016" y="130180"/>
                </a:cubicBezTo>
                <a:cubicBezTo>
                  <a:pt x="111903" y="124291"/>
                  <a:pt x="109347" y="115392"/>
                  <a:pt x="109347" y="103484"/>
                </a:cubicBezTo>
                <a:lnTo>
                  <a:pt x="109347" y="39801"/>
                </a:lnTo>
                <a:lnTo>
                  <a:pt x="126238" y="39801"/>
                </a:lnTo>
                <a:lnTo>
                  <a:pt x="126238" y="102125"/>
                </a:lnTo>
                <a:cubicBezTo>
                  <a:pt x="126238" y="117075"/>
                  <a:pt x="131869" y="124549"/>
                  <a:pt x="143130" y="124549"/>
                </a:cubicBezTo>
                <a:cubicBezTo>
                  <a:pt x="145201" y="124549"/>
                  <a:pt x="147223" y="124242"/>
                  <a:pt x="149197" y="123627"/>
                </a:cubicBezTo>
                <a:cubicBezTo>
                  <a:pt x="151171" y="123012"/>
                  <a:pt x="153242" y="121945"/>
                  <a:pt x="155410" y="120424"/>
                </a:cubicBezTo>
                <a:cubicBezTo>
                  <a:pt x="157578" y="118903"/>
                  <a:pt x="159908" y="116848"/>
                  <a:pt x="162400" y="114259"/>
                </a:cubicBezTo>
                <a:cubicBezTo>
                  <a:pt x="164891" y="111671"/>
                  <a:pt x="167690" y="108402"/>
                  <a:pt x="170797" y="104455"/>
                </a:cubicBezTo>
                <a:lnTo>
                  <a:pt x="170797" y="39801"/>
                </a:lnTo>
                <a:lnTo>
                  <a:pt x="187688" y="39801"/>
                </a:lnTo>
                <a:lnTo>
                  <a:pt x="187688" y="137266"/>
                </a:lnTo>
                <a:close/>
                <a:moveTo>
                  <a:pt x="295870" y="110667"/>
                </a:moveTo>
                <a:cubicBezTo>
                  <a:pt x="295870" y="114097"/>
                  <a:pt x="295288" y="117172"/>
                  <a:pt x="294123" y="119890"/>
                </a:cubicBezTo>
                <a:cubicBezTo>
                  <a:pt x="292958" y="122608"/>
                  <a:pt x="291372" y="125019"/>
                  <a:pt x="289366" y="127122"/>
                </a:cubicBezTo>
                <a:cubicBezTo>
                  <a:pt x="287360" y="129225"/>
                  <a:pt x="285030" y="131021"/>
                  <a:pt x="282377" y="132510"/>
                </a:cubicBezTo>
                <a:cubicBezTo>
                  <a:pt x="279723" y="133998"/>
                  <a:pt x="276892" y="135228"/>
                  <a:pt x="273882" y="136199"/>
                </a:cubicBezTo>
                <a:cubicBezTo>
                  <a:pt x="270873" y="137169"/>
                  <a:pt x="267783" y="137881"/>
                  <a:pt x="264611" y="138334"/>
                </a:cubicBezTo>
                <a:cubicBezTo>
                  <a:pt x="261440" y="138787"/>
                  <a:pt x="258334" y="139014"/>
                  <a:pt x="255292" y="139014"/>
                </a:cubicBezTo>
                <a:cubicBezTo>
                  <a:pt x="248691" y="139014"/>
                  <a:pt x="242624" y="138723"/>
                  <a:pt x="237090" y="138140"/>
                </a:cubicBezTo>
                <a:cubicBezTo>
                  <a:pt x="231557" y="137558"/>
                  <a:pt x="226137" y="136619"/>
                  <a:pt x="220830" y="135325"/>
                </a:cubicBezTo>
                <a:lnTo>
                  <a:pt x="220830" y="119793"/>
                </a:lnTo>
                <a:cubicBezTo>
                  <a:pt x="226525" y="121411"/>
                  <a:pt x="232188" y="122640"/>
                  <a:pt x="237818" y="123482"/>
                </a:cubicBezTo>
                <a:cubicBezTo>
                  <a:pt x="243449" y="124323"/>
                  <a:pt x="249047" y="124744"/>
                  <a:pt x="254613" y="124744"/>
                </a:cubicBezTo>
                <a:cubicBezTo>
                  <a:pt x="262702" y="124744"/>
                  <a:pt x="268689" y="123643"/>
                  <a:pt x="272572" y="121443"/>
                </a:cubicBezTo>
                <a:cubicBezTo>
                  <a:pt x="276455" y="119243"/>
                  <a:pt x="278396" y="116104"/>
                  <a:pt x="278396" y="112027"/>
                </a:cubicBezTo>
                <a:cubicBezTo>
                  <a:pt x="278396" y="110279"/>
                  <a:pt x="278089" y="108710"/>
                  <a:pt x="277474" y="107318"/>
                </a:cubicBezTo>
                <a:cubicBezTo>
                  <a:pt x="276859" y="105927"/>
                  <a:pt x="275743" y="104600"/>
                  <a:pt x="274125" y="103338"/>
                </a:cubicBezTo>
                <a:cubicBezTo>
                  <a:pt x="272507" y="102076"/>
                  <a:pt x="269999" y="100766"/>
                  <a:pt x="266602" y="99407"/>
                </a:cubicBezTo>
                <a:cubicBezTo>
                  <a:pt x="263204" y="98047"/>
                  <a:pt x="258560" y="96494"/>
                  <a:pt x="252671" y="94747"/>
                </a:cubicBezTo>
                <a:cubicBezTo>
                  <a:pt x="248270" y="93453"/>
                  <a:pt x="244209" y="91980"/>
                  <a:pt x="240488" y="90330"/>
                </a:cubicBezTo>
                <a:cubicBezTo>
                  <a:pt x="236767" y="88680"/>
                  <a:pt x="233547" y="86722"/>
                  <a:pt x="230829" y="84457"/>
                </a:cubicBezTo>
                <a:cubicBezTo>
                  <a:pt x="228111" y="82192"/>
                  <a:pt x="225975" y="79538"/>
                  <a:pt x="224422" y="76496"/>
                </a:cubicBezTo>
                <a:cubicBezTo>
                  <a:pt x="222868" y="73455"/>
                  <a:pt x="222092" y="69863"/>
                  <a:pt x="222092" y="65721"/>
                </a:cubicBezTo>
                <a:cubicBezTo>
                  <a:pt x="222092" y="63003"/>
                  <a:pt x="222723" y="60026"/>
                  <a:pt x="223985" y="56790"/>
                </a:cubicBezTo>
                <a:cubicBezTo>
                  <a:pt x="225247" y="53554"/>
                  <a:pt x="227399" y="50545"/>
                  <a:pt x="230440" y="47762"/>
                </a:cubicBezTo>
                <a:cubicBezTo>
                  <a:pt x="233482" y="44979"/>
                  <a:pt x="237592" y="42665"/>
                  <a:pt x="242769" y="40821"/>
                </a:cubicBezTo>
                <a:cubicBezTo>
                  <a:pt x="247947" y="38976"/>
                  <a:pt x="254418" y="38054"/>
                  <a:pt x="262185" y="38054"/>
                </a:cubicBezTo>
                <a:cubicBezTo>
                  <a:pt x="266003" y="38054"/>
                  <a:pt x="270242" y="38264"/>
                  <a:pt x="274902" y="38685"/>
                </a:cubicBezTo>
                <a:cubicBezTo>
                  <a:pt x="279561" y="39106"/>
                  <a:pt x="284415" y="39834"/>
                  <a:pt x="289463" y="40869"/>
                </a:cubicBezTo>
                <a:lnTo>
                  <a:pt x="289463" y="55916"/>
                </a:lnTo>
                <a:cubicBezTo>
                  <a:pt x="284156" y="54622"/>
                  <a:pt x="279124" y="53667"/>
                  <a:pt x="274368" y="53052"/>
                </a:cubicBezTo>
                <a:cubicBezTo>
                  <a:pt x="269611" y="52438"/>
                  <a:pt x="265485" y="52130"/>
                  <a:pt x="261990" y="52130"/>
                </a:cubicBezTo>
                <a:cubicBezTo>
                  <a:pt x="257784" y="52130"/>
                  <a:pt x="254240" y="52454"/>
                  <a:pt x="251360" y="53101"/>
                </a:cubicBezTo>
                <a:cubicBezTo>
                  <a:pt x="248481" y="53748"/>
                  <a:pt x="246151" y="54638"/>
                  <a:pt x="244371" y="55771"/>
                </a:cubicBezTo>
                <a:cubicBezTo>
                  <a:pt x="242591" y="56903"/>
                  <a:pt x="241313" y="58230"/>
                  <a:pt x="240536" y="59751"/>
                </a:cubicBezTo>
                <a:cubicBezTo>
                  <a:pt x="239760" y="61272"/>
                  <a:pt x="239372" y="62906"/>
                  <a:pt x="239372" y="64653"/>
                </a:cubicBezTo>
                <a:cubicBezTo>
                  <a:pt x="239372" y="66400"/>
                  <a:pt x="239711" y="67986"/>
                  <a:pt x="240391" y="69410"/>
                </a:cubicBezTo>
                <a:cubicBezTo>
                  <a:pt x="241070" y="70834"/>
                  <a:pt x="242332" y="72209"/>
                  <a:pt x="244177" y="73536"/>
                </a:cubicBezTo>
                <a:cubicBezTo>
                  <a:pt x="246021" y="74862"/>
                  <a:pt x="248594" y="76189"/>
                  <a:pt x="251894" y="77516"/>
                </a:cubicBezTo>
                <a:cubicBezTo>
                  <a:pt x="255195" y="78842"/>
                  <a:pt x="259499" y="80282"/>
                  <a:pt x="264806" y="81836"/>
                </a:cubicBezTo>
                <a:cubicBezTo>
                  <a:pt x="270566" y="83518"/>
                  <a:pt x="275419" y="85282"/>
                  <a:pt x="279367" y="87126"/>
                </a:cubicBezTo>
                <a:cubicBezTo>
                  <a:pt x="283315" y="88971"/>
                  <a:pt x="286518" y="91026"/>
                  <a:pt x="288978" y="93291"/>
                </a:cubicBezTo>
                <a:cubicBezTo>
                  <a:pt x="291437" y="95556"/>
                  <a:pt x="293201" y="98112"/>
                  <a:pt x="294268" y="100960"/>
                </a:cubicBezTo>
                <a:cubicBezTo>
                  <a:pt x="295336" y="103807"/>
                  <a:pt x="295870" y="107043"/>
                  <a:pt x="295870" y="110667"/>
                </a:cubicBezTo>
                <a:close/>
                <a:moveTo>
                  <a:pt x="406382" y="137266"/>
                </a:moveTo>
                <a:lnTo>
                  <a:pt x="389491" y="137266"/>
                </a:lnTo>
                <a:lnTo>
                  <a:pt x="389491" y="75040"/>
                </a:lnTo>
                <a:cubicBezTo>
                  <a:pt x="389491" y="67533"/>
                  <a:pt x="388084" y="61919"/>
                  <a:pt x="385268" y="58197"/>
                </a:cubicBezTo>
                <a:cubicBezTo>
                  <a:pt x="382453" y="54476"/>
                  <a:pt x="378424" y="52616"/>
                  <a:pt x="373182" y="52616"/>
                </a:cubicBezTo>
                <a:cubicBezTo>
                  <a:pt x="370917" y="52616"/>
                  <a:pt x="368798" y="52923"/>
                  <a:pt x="366824" y="53538"/>
                </a:cubicBezTo>
                <a:cubicBezTo>
                  <a:pt x="364850" y="54153"/>
                  <a:pt x="362795" y="55220"/>
                  <a:pt x="360659" y="56741"/>
                </a:cubicBezTo>
                <a:cubicBezTo>
                  <a:pt x="358524" y="58262"/>
                  <a:pt x="356194" y="60317"/>
                  <a:pt x="353670" y="62906"/>
                </a:cubicBezTo>
                <a:cubicBezTo>
                  <a:pt x="351146" y="65494"/>
                  <a:pt x="348234" y="68730"/>
                  <a:pt x="344933" y="72613"/>
                </a:cubicBezTo>
                <a:lnTo>
                  <a:pt x="344933" y="137266"/>
                </a:lnTo>
                <a:lnTo>
                  <a:pt x="328042" y="137266"/>
                </a:lnTo>
                <a:lnTo>
                  <a:pt x="328042" y="0"/>
                </a:lnTo>
                <a:lnTo>
                  <a:pt x="344933" y="0"/>
                </a:lnTo>
                <a:lnTo>
                  <a:pt x="344933" y="39774"/>
                </a:lnTo>
                <a:lnTo>
                  <a:pt x="344350" y="55140"/>
                </a:lnTo>
                <a:cubicBezTo>
                  <a:pt x="347004" y="51968"/>
                  <a:pt x="349609" y="49299"/>
                  <a:pt x="352165" y="47131"/>
                </a:cubicBezTo>
                <a:cubicBezTo>
                  <a:pt x="354721" y="44963"/>
                  <a:pt x="357278" y="43199"/>
                  <a:pt x="359834" y="41840"/>
                </a:cubicBezTo>
                <a:cubicBezTo>
                  <a:pt x="362391" y="40481"/>
                  <a:pt x="364995" y="39510"/>
                  <a:pt x="367649" y="38928"/>
                </a:cubicBezTo>
                <a:cubicBezTo>
                  <a:pt x="370302" y="38345"/>
                  <a:pt x="373053" y="38054"/>
                  <a:pt x="375900" y="38054"/>
                </a:cubicBezTo>
                <a:cubicBezTo>
                  <a:pt x="385608" y="38054"/>
                  <a:pt x="393115" y="41015"/>
                  <a:pt x="398422" y="46937"/>
                </a:cubicBezTo>
                <a:cubicBezTo>
                  <a:pt x="403729" y="52858"/>
                  <a:pt x="406382" y="61773"/>
                  <a:pt x="406382" y="73681"/>
                </a:cubicBezTo>
                <a:lnTo>
                  <a:pt x="406382" y="1372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423134-0B7D-48DE-8B15-3530D1C7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805" y="2344677"/>
            <a:ext cx="371316" cy="237416"/>
          </a:xfrm>
          <a:custGeom xmlns:a="http://schemas.openxmlformats.org/drawingml/2006/main">
            <a:pathLst>
              <a:path w="371316" h="237416">
                <a:moveTo>
                  <a:pt x="0" y="237416"/>
                </a:moveTo>
                <a:lnTo>
                  <a:pt x="0" y="0"/>
                </a:lnTo>
                <a:lnTo>
                  <a:pt x="371316" y="0"/>
                </a:lnTo>
                <a:lnTo>
                  <a:pt x="371316" y="237416"/>
                </a:lnTo>
                <a:lnTo>
                  <a:pt x="0" y="237416"/>
                </a:lnTo>
                <a:close/>
              </a:path>
            </a:pathLst>
          </a:custGeom>
          <a:solidFill xmlns:a="http://schemas.openxmlformats.org/drawingml/2006/main">
            <a:srgbClr val="92D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B6C08-21C1-45A9-A3CA-7E405469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805" y="2344677"/>
            <a:ext cx="371316" cy="237416"/>
          </a:xfrm>
          <a:custGeom xmlns:a="http://schemas.openxmlformats.org/drawingml/2006/main">
            <a:pathLst>
              <a:path w="371316" h="237416" fill="none">
                <a:moveTo>
                  <a:pt x="0" y="237416"/>
                </a:moveTo>
                <a:lnTo>
                  <a:pt x="371316" y="237416"/>
                </a:lnTo>
                <a:lnTo>
                  <a:pt x="371316" y="0"/>
                </a:lnTo>
                <a:lnTo>
                  <a:pt x="0" y="0"/>
                </a:lnTo>
                <a:lnTo>
                  <a:pt x="0" y="2374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103" name="Text 6">
            <a:extLst xmlns:a="http://schemas.openxmlformats.org/drawingml/2006/main">
              <a:ext uri="{FF2B5EF4-FFF2-40B4-BE49-F238E27FC236}">
                <a16:creationId xmlns:a16="http://schemas.microsoft.com/office/drawing/2014/main" id="{40865A40-B145-469B-B0EB-8B212733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039" y="2395425"/>
            <a:ext cx="102335" cy="150607"/>
          </a:xfrm>
          <a:custGeom xmlns:a="http://schemas.openxmlformats.org/drawingml/2006/main">
            <a:pathLst>
              <a:path w="102335" h="150607">
                <a:moveTo>
                  <a:pt x="102335" y="101480"/>
                </a:moveTo>
                <a:cubicBezTo>
                  <a:pt x="102335" y="108304"/>
                  <a:pt x="101105" y="114711"/>
                  <a:pt x="98644" y="120700"/>
                </a:cubicBezTo>
                <a:cubicBezTo>
                  <a:pt x="96183" y="126689"/>
                  <a:pt x="92681" y="131900"/>
                  <a:pt x="88138" y="136335"/>
                </a:cubicBezTo>
                <a:cubicBezTo>
                  <a:pt x="83595" y="140769"/>
                  <a:pt x="78124" y="144257"/>
                  <a:pt x="71726" y="146798"/>
                </a:cubicBezTo>
                <a:cubicBezTo>
                  <a:pt x="65327" y="149337"/>
                  <a:pt x="58229" y="150607"/>
                  <a:pt x="50429" y="150607"/>
                </a:cubicBezTo>
                <a:cubicBezTo>
                  <a:pt x="42252" y="150607"/>
                  <a:pt x="35020" y="149299"/>
                  <a:pt x="28736" y="146685"/>
                </a:cubicBezTo>
                <a:cubicBezTo>
                  <a:pt x="22451" y="144070"/>
                  <a:pt x="17188" y="140054"/>
                  <a:pt x="12948" y="134638"/>
                </a:cubicBezTo>
                <a:cubicBezTo>
                  <a:pt x="8708" y="129219"/>
                  <a:pt x="5490" y="122381"/>
                  <a:pt x="3294" y="114123"/>
                </a:cubicBezTo>
                <a:cubicBezTo>
                  <a:pt x="1098" y="105862"/>
                  <a:pt x="0" y="96086"/>
                  <a:pt x="0" y="84794"/>
                </a:cubicBezTo>
                <a:cubicBezTo>
                  <a:pt x="0" y="77218"/>
                  <a:pt x="492" y="69868"/>
                  <a:pt x="1477" y="62746"/>
                </a:cubicBezTo>
                <a:cubicBezTo>
                  <a:pt x="2461" y="55621"/>
                  <a:pt x="4089" y="48914"/>
                  <a:pt x="6360" y="42624"/>
                </a:cubicBezTo>
                <a:cubicBezTo>
                  <a:pt x="8632" y="36335"/>
                  <a:pt x="11661" y="30577"/>
                  <a:pt x="15447" y="25350"/>
                </a:cubicBezTo>
                <a:cubicBezTo>
                  <a:pt x="19233" y="20120"/>
                  <a:pt x="23946" y="15630"/>
                  <a:pt x="29588" y="11880"/>
                </a:cubicBezTo>
                <a:cubicBezTo>
                  <a:pt x="35229" y="8127"/>
                  <a:pt x="41873" y="5209"/>
                  <a:pt x="49521" y="3127"/>
                </a:cubicBezTo>
                <a:cubicBezTo>
                  <a:pt x="57168" y="1042"/>
                  <a:pt x="66028" y="0"/>
                  <a:pt x="76098" y="0"/>
                </a:cubicBezTo>
                <a:lnTo>
                  <a:pt x="90750" y="0"/>
                </a:lnTo>
                <a:lnTo>
                  <a:pt x="90750" y="17264"/>
                </a:lnTo>
                <a:lnTo>
                  <a:pt x="74849" y="17264"/>
                </a:lnTo>
                <a:cubicBezTo>
                  <a:pt x="65990" y="17264"/>
                  <a:pt x="58304" y="18325"/>
                  <a:pt x="51792" y="20448"/>
                </a:cubicBezTo>
                <a:cubicBezTo>
                  <a:pt x="45280" y="22570"/>
                  <a:pt x="39829" y="25565"/>
                  <a:pt x="35437" y="29431"/>
                </a:cubicBezTo>
                <a:cubicBezTo>
                  <a:pt x="31045" y="33295"/>
                  <a:pt x="27676" y="37957"/>
                  <a:pt x="25328" y="43416"/>
                </a:cubicBezTo>
                <a:cubicBezTo>
                  <a:pt x="22981" y="48872"/>
                  <a:pt x="21504" y="54974"/>
                  <a:pt x="20899" y="61720"/>
                </a:cubicBezTo>
                <a:lnTo>
                  <a:pt x="20444" y="66331"/>
                </a:lnTo>
                <a:cubicBezTo>
                  <a:pt x="25215" y="63529"/>
                  <a:pt x="30723" y="61276"/>
                  <a:pt x="36970" y="59573"/>
                </a:cubicBezTo>
                <a:cubicBezTo>
                  <a:pt x="43217" y="57869"/>
                  <a:pt x="49975" y="57017"/>
                  <a:pt x="57244" y="57017"/>
                </a:cubicBezTo>
                <a:cubicBezTo>
                  <a:pt x="64740" y="57017"/>
                  <a:pt x="71309" y="58116"/>
                  <a:pt x="76950" y="60314"/>
                </a:cubicBezTo>
                <a:cubicBezTo>
                  <a:pt x="82591" y="62513"/>
                  <a:pt x="87286" y="65564"/>
                  <a:pt x="91034" y="69468"/>
                </a:cubicBezTo>
                <a:cubicBezTo>
                  <a:pt x="94782" y="73373"/>
                  <a:pt x="97603" y="78054"/>
                  <a:pt x="99496" y="83513"/>
                </a:cubicBezTo>
                <a:cubicBezTo>
                  <a:pt x="101389" y="88972"/>
                  <a:pt x="102335" y="94961"/>
                  <a:pt x="102335" y="101480"/>
                </a:cubicBezTo>
                <a:moveTo>
                  <a:pt x="81664" y="102729"/>
                </a:moveTo>
                <a:cubicBezTo>
                  <a:pt x="81664" y="98179"/>
                  <a:pt x="81115" y="94064"/>
                  <a:pt x="80017" y="90385"/>
                </a:cubicBezTo>
                <a:cubicBezTo>
                  <a:pt x="78919" y="86705"/>
                  <a:pt x="77196" y="83595"/>
                  <a:pt x="74849" y="81053"/>
                </a:cubicBezTo>
                <a:cubicBezTo>
                  <a:pt x="72502" y="78512"/>
                  <a:pt x="69530" y="76540"/>
                  <a:pt x="65933" y="75137"/>
                </a:cubicBezTo>
                <a:cubicBezTo>
                  <a:pt x="62336" y="73733"/>
                  <a:pt x="58039" y="73032"/>
                  <a:pt x="53042" y="73032"/>
                </a:cubicBezTo>
                <a:cubicBezTo>
                  <a:pt x="50164" y="73032"/>
                  <a:pt x="47249" y="73297"/>
                  <a:pt x="44296" y="73827"/>
                </a:cubicBezTo>
                <a:cubicBezTo>
                  <a:pt x="41343" y="74357"/>
                  <a:pt x="38447" y="75095"/>
                  <a:pt x="35607" y="76042"/>
                </a:cubicBezTo>
                <a:cubicBezTo>
                  <a:pt x="32768" y="76988"/>
                  <a:pt x="30061" y="78067"/>
                  <a:pt x="27486" y="79279"/>
                </a:cubicBezTo>
                <a:cubicBezTo>
                  <a:pt x="24912" y="80490"/>
                  <a:pt x="22565" y="81777"/>
                  <a:pt x="20444" y="83140"/>
                </a:cubicBezTo>
                <a:cubicBezTo>
                  <a:pt x="20444" y="92930"/>
                  <a:pt x="21126" y="101106"/>
                  <a:pt x="22489" y="107670"/>
                </a:cubicBezTo>
                <a:cubicBezTo>
                  <a:pt x="23852" y="114234"/>
                  <a:pt x="25877" y="119489"/>
                  <a:pt x="28565" y="123436"/>
                </a:cubicBezTo>
                <a:cubicBezTo>
                  <a:pt x="31253" y="127383"/>
                  <a:pt x="34566" y="130192"/>
                  <a:pt x="38504" y="131863"/>
                </a:cubicBezTo>
                <a:cubicBezTo>
                  <a:pt x="42441" y="133531"/>
                  <a:pt x="46984" y="134365"/>
                  <a:pt x="52133" y="134365"/>
                </a:cubicBezTo>
                <a:cubicBezTo>
                  <a:pt x="56449" y="134365"/>
                  <a:pt x="60405" y="133663"/>
                  <a:pt x="64002" y="132260"/>
                </a:cubicBezTo>
                <a:cubicBezTo>
                  <a:pt x="67599" y="130857"/>
                  <a:pt x="70703" y="128790"/>
                  <a:pt x="73316" y="126059"/>
                </a:cubicBezTo>
                <a:cubicBezTo>
                  <a:pt x="75928" y="123329"/>
                  <a:pt x="77972" y="120010"/>
                  <a:pt x="79449" y="116103"/>
                </a:cubicBezTo>
                <a:cubicBezTo>
                  <a:pt x="80926" y="112194"/>
                  <a:pt x="81664" y="107736"/>
                  <a:pt x="81664" y="1027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push">
            <a:extLst xmlns:a="http://schemas.openxmlformats.org/drawingml/2006/main">
              <a:ext uri="{FF2B5EF4-FFF2-40B4-BE49-F238E27FC236}">
                <a16:creationId xmlns:a16="http://schemas.microsoft.com/office/drawing/2014/main" id="{C869256B-29D4-495A-B223-58D20E31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174" y="2379218"/>
            <a:ext cx="407575" cy="177068"/>
          </a:xfrm>
          <a:custGeom xmlns:a="http://schemas.openxmlformats.org/drawingml/2006/main">
            <a:pathLst>
              <a:path w="407575" h="177068">
                <a:moveTo>
                  <a:pt x="83292" y="86787"/>
                </a:moveTo>
                <a:cubicBezTo>
                  <a:pt x="83292" y="95459"/>
                  <a:pt x="82078" y="103031"/>
                  <a:pt x="79651" y="109503"/>
                </a:cubicBezTo>
                <a:cubicBezTo>
                  <a:pt x="77225" y="115974"/>
                  <a:pt x="73875" y="121346"/>
                  <a:pt x="69604" y="125617"/>
                </a:cubicBezTo>
                <a:cubicBezTo>
                  <a:pt x="65333" y="129889"/>
                  <a:pt x="60285" y="133092"/>
                  <a:pt x="54460" y="135228"/>
                </a:cubicBezTo>
                <a:cubicBezTo>
                  <a:pt x="48635" y="137364"/>
                  <a:pt x="42325" y="138431"/>
                  <a:pt x="35530" y="138431"/>
                </a:cubicBezTo>
                <a:cubicBezTo>
                  <a:pt x="32424" y="138431"/>
                  <a:pt x="29333" y="138270"/>
                  <a:pt x="26259" y="137946"/>
                </a:cubicBezTo>
                <a:cubicBezTo>
                  <a:pt x="23185" y="137622"/>
                  <a:pt x="20063" y="137072"/>
                  <a:pt x="16891" y="136296"/>
                </a:cubicBezTo>
                <a:lnTo>
                  <a:pt x="16891" y="177068"/>
                </a:lnTo>
                <a:lnTo>
                  <a:pt x="0" y="177068"/>
                </a:lnTo>
                <a:lnTo>
                  <a:pt x="0" y="39801"/>
                </a:lnTo>
                <a:lnTo>
                  <a:pt x="15047" y="39801"/>
                </a:lnTo>
                <a:lnTo>
                  <a:pt x="16115" y="56110"/>
                </a:lnTo>
                <a:cubicBezTo>
                  <a:pt x="20969" y="49444"/>
                  <a:pt x="26146" y="44769"/>
                  <a:pt x="31647" y="42083"/>
                </a:cubicBezTo>
                <a:cubicBezTo>
                  <a:pt x="37148" y="39397"/>
                  <a:pt x="43102" y="38054"/>
                  <a:pt x="49509" y="38054"/>
                </a:cubicBezTo>
                <a:cubicBezTo>
                  <a:pt x="55075" y="38054"/>
                  <a:pt x="59961" y="39219"/>
                  <a:pt x="64168" y="41549"/>
                </a:cubicBezTo>
                <a:cubicBezTo>
                  <a:pt x="68374" y="43879"/>
                  <a:pt x="71901" y="47163"/>
                  <a:pt x="74749" y="51402"/>
                </a:cubicBezTo>
                <a:cubicBezTo>
                  <a:pt x="77597" y="55641"/>
                  <a:pt x="79732" y="60754"/>
                  <a:pt x="81156" y="66740"/>
                </a:cubicBezTo>
                <a:cubicBezTo>
                  <a:pt x="82580" y="72727"/>
                  <a:pt x="83292" y="79409"/>
                  <a:pt x="83292" y="86787"/>
                </a:cubicBezTo>
                <a:moveTo>
                  <a:pt x="66012" y="87563"/>
                </a:moveTo>
                <a:cubicBezTo>
                  <a:pt x="66012" y="82450"/>
                  <a:pt x="65640" y="77758"/>
                  <a:pt x="64896" y="73487"/>
                </a:cubicBezTo>
                <a:cubicBezTo>
                  <a:pt x="64152" y="69216"/>
                  <a:pt x="62970" y="65559"/>
                  <a:pt x="61352" y="62517"/>
                </a:cubicBezTo>
                <a:cubicBezTo>
                  <a:pt x="59735" y="59476"/>
                  <a:pt x="57664" y="57097"/>
                  <a:pt x="55140" y="55382"/>
                </a:cubicBezTo>
                <a:cubicBezTo>
                  <a:pt x="52616" y="53667"/>
                  <a:pt x="49606" y="52810"/>
                  <a:pt x="46111" y="52810"/>
                </a:cubicBezTo>
                <a:cubicBezTo>
                  <a:pt x="43976" y="52810"/>
                  <a:pt x="41808" y="53149"/>
                  <a:pt x="39607" y="53829"/>
                </a:cubicBezTo>
                <a:cubicBezTo>
                  <a:pt x="37407" y="54509"/>
                  <a:pt x="35126" y="55641"/>
                  <a:pt x="32763" y="57227"/>
                </a:cubicBezTo>
                <a:cubicBezTo>
                  <a:pt x="30401" y="58812"/>
                  <a:pt x="27910" y="60916"/>
                  <a:pt x="25288" y="63537"/>
                </a:cubicBezTo>
                <a:cubicBezTo>
                  <a:pt x="22667" y="66158"/>
                  <a:pt x="19868" y="69410"/>
                  <a:pt x="16891" y="73293"/>
                </a:cubicBezTo>
                <a:lnTo>
                  <a:pt x="16891" y="120569"/>
                </a:lnTo>
                <a:cubicBezTo>
                  <a:pt x="19998" y="121864"/>
                  <a:pt x="23266" y="122883"/>
                  <a:pt x="26696" y="123627"/>
                </a:cubicBezTo>
                <a:cubicBezTo>
                  <a:pt x="30126" y="124371"/>
                  <a:pt x="33491" y="124744"/>
                  <a:pt x="36792" y="124744"/>
                </a:cubicBezTo>
                <a:cubicBezTo>
                  <a:pt x="45917" y="124744"/>
                  <a:pt x="53069" y="121653"/>
                  <a:pt x="58246" y="115473"/>
                </a:cubicBezTo>
                <a:cubicBezTo>
                  <a:pt x="63423" y="109292"/>
                  <a:pt x="66012" y="99989"/>
                  <a:pt x="66012" y="87563"/>
                </a:cubicBezTo>
                <a:close/>
                <a:moveTo>
                  <a:pt x="188085" y="137266"/>
                </a:moveTo>
                <a:lnTo>
                  <a:pt x="172942" y="137266"/>
                </a:lnTo>
                <a:lnTo>
                  <a:pt x="172359" y="121540"/>
                </a:lnTo>
                <a:cubicBezTo>
                  <a:pt x="169447" y="124905"/>
                  <a:pt x="166680" y="127704"/>
                  <a:pt x="164059" y="129937"/>
                </a:cubicBezTo>
                <a:cubicBezTo>
                  <a:pt x="161438" y="132170"/>
                  <a:pt x="158833" y="133966"/>
                  <a:pt x="156244" y="135325"/>
                </a:cubicBezTo>
                <a:cubicBezTo>
                  <a:pt x="153656" y="136684"/>
                  <a:pt x="151051" y="137639"/>
                  <a:pt x="148430" y="138189"/>
                </a:cubicBezTo>
                <a:cubicBezTo>
                  <a:pt x="145809" y="138739"/>
                  <a:pt x="143042" y="139014"/>
                  <a:pt x="140130" y="139014"/>
                </a:cubicBezTo>
                <a:cubicBezTo>
                  <a:pt x="130098" y="139014"/>
                  <a:pt x="122526" y="136069"/>
                  <a:pt x="117414" y="130180"/>
                </a:cubicBezTo>
                <a:cubicBezTo>
                  <a:pt x="112301" y="124291"/>
                  <a:pt x="109745" y="115392"/>
                  <a:pt x="109745" y="103484"/>
                </a:cubicBezTo>
                <a:lnTo>
                  <a:pt x="109745" y="39801"/>
                </a:lnTo>
                <a:lnTo>
                  <a:pt x="126636" y="39801"/>
                </a:lnTo>
                <a:lnTo>
                  <a:pt x="126636" y="102125"/>
                </a:lnTo>
                <a:cubicBezTo>
                  <a:pt x="126636" y="117075"/>
                  <a:pt x="132266" y="124549"/>
                  <a:pt x="143527" y="124549"/>
                </a:cubicBezTo>
                <a:cubicBezTo>
                  <a:pt x="145598" y="124549"/>
                  <a:pt x="147621" y="124242"/>
                  <a:pt x="149595" y="123627"/>
                </a:cubicBezTo>
                <a:cubicBezTo>
                  <a:pt x="151568" y="123012"/>
                  <a:pt x="153639" y="121945"/>
                  <a:pt x="155807" y="120424"/>
                </a:cubicBezTo>
                <a:cubicBezTo>
                  <a:pt x="157976" y="118903"/>
                  <a:pt x="160305" y="116848"/>
                  <a:pt x="162797" y="114259"/>
                </a:cubicBezTo>
                <a:cubicBezTo>
                  <a:pt x="165289" y="111671"/>
                  <a:pt x="168088" y="108402"/>
                  <a:pt x="171194" y="104455"/>
                </a:cubicBezTo>
                <a:lnTo>
                  <a:pt x="171194" y="39801"/>
                </a:lnTo>
                <a:lnTo>
                  <a:pt x="188085" y="39801"/>
                </a:lnTo>
                <a:lnTo>
                  <a:pt x="188085" y="137266"/>
                </a:lnTo>
                <a:close/>
                <a:moveTo>
                  <a:pt x="296665" y="110667"/>
                </a:moveTo>
                <a:cubicBezTo>
                  <a:pt x="296665" y="114097"/>
                  <a:pt x="296083" y="117172"/>
                  <a:pt x="294918" y="119890"/>
                </a:cubicBezTo>
                <a:cubicBezTo>
                  <a:pt x="293753" y="122608"/>
                  <a:pt x="292168" y="125019"/>
                  <a:pt x="290161" y="127122"/>
                </a:cubicBezTo>
                <a:cubicBezTo>
                  <a:pt x="288155" y="129225"/>
                  <a:pt x="285825" y="131021"/>
                  <a:pt x="283172" y="132510"/>
                </a:cubicBezTo>
                <a:cubicBezTo>
                  <a:pt x="280518" y="133998"/>
                  <a:pt x="277687" y="135228"/>
                  <a:pt x="274678" y="136199"/>
                </a:cubicBezTo>
                <a:cubicBezTo>
                  <a:pt x="271668" y="137169"/>
                  <a:pt x="268578" y="137881"/>
                  <a:pt x="265407" y="138334"/>
                </a:cubicBezTo>
                <a:cubicBezTo>
                  <a:pt x="262236" y="138787"/>
                  <a:pt x="259129" y="139014"/>
                  <a:pt x="256087" y="139014"/>
                </a:cubicBezTo>
                <a:cubicBezTo>
                  <a:pt x="249486" y="139014"/>
                  <a:pt x="243419" y="138723"/>
                  <a:pt x="237885" y="138140"/>
                </a:cubicBezTo>
                <a:cubicBezTo>
                  <a:pt x="232352" y="137558"/>
                  <a:pt x="226932" y="136619"/>
                  <a:pt x="221625" y="135325"/>
                </a:cubicBezTo>
                <a:lnTo>
                  <a:pt x="221625" y="119793"/>
                </a:lnTo>
                <a:cubicBezTo>
                  <a:pt x="227320" y="121411"/>
                  <a:pt x="232983" y="122640"/>
                  <a:pt x="238614" y="123482"/>
                </a:cubicBezTo>
                <a:cubicBezTo>
                  <a:pt x="244244" y="124323"/>
                  <a:pt x="249842" y="124744"/>
                  <a:pt x="255408" y="124744"/>
                </a:cubicBezTo>
                <a:cubicBezTo>
                  <a:pt x="263498" y="124744"/>
                  <a:pt x="269484" y="123643"/>
                  <a:pt x="273367" y="121443"/>
                </a:cubicBezTo>
                <a:cubicBezTo>
                  <a:pt x="277250" y="119243"/>
                  <a:pt x="279192" y="116104"/>
                  <a:pt x="279192" y="112027"/>
                </a:cubicBezTo>
                <a:cubicBezTo>
                  <a:pt x="279192" y="110279"/>
                  <a:pt x="278884" y="108710"/>
                  <a:pt x="278269" y="107318"/>
                </a:cubicBezTo>
                <a:cubicBezTo>
                  <a:pt x="277655" y="105927"/>
                  <a:pt x="276538" y="104600"/>
                  <a:pt x="274920" y="103338"/>
                </a:cubicBezTo>
                <a:cubicBezTo>
                  <a:pt x="273302" y="102076"/>
                  <a:pt x="270794" y="100766"/>
                  <a:pt x="267397" y="99407"/>
                </a:cubicBezTo>
                <a:cubicBezTo>
                  <a:pt x="263999" y="98047"/>
                  <a:pt x="259356" y="96494"/>
                  <a:pt x="253466" y="94747"/>
                </a:cubicBezTo>
                <a:cubicBezTo>
                  <a:pt x="249065" y="93453"/>
                  <a:pt x="245004" y="91980"/>
                  <a:pt x="241283" y="90330"/>
                </a:cubicBezTo>
                <a:cubicBezTo>
                  <a:pt x="237562" y="88680"/>
                  <a:pt x="234342" y="86722"/>
                  <a:pt x="231624" y="84457"/>
                </a:cubicBezTo>
                <a:cubicBezTo>
                  <a:pt x="228906" y="82192"/>
                  <a:pt x="226770" y="79538"/>
                  <a:pt x="225217" y="76496"/>
                </a:cubicBezTo>
                <a:cubicBezTo>
                  <a:pt x="223664" y="73455"/>
                  <a:pt x="222887" y="69863"/>
                  <a:pt x="222887" y="65721"/>
                </a:cubicBezTo>
                <a:cubicBezTo>
                  <a:pt x="222887" y="63003"/>
                  <a:pt x="223518" y="60026"/>
                  <a:pt x="224780" y="56790"/>
                </a:cubicBezTo>
                <a:cubicBezTo>
                  <a:pt x="226042" y="53554"/>
                  <a:pt x="228194" y="50545"/>
                  <a:pt x="231236" y="47762"/>
                </a:cubicBezTo>
                <a:cubicBezTo>
                  <a:pt x="234277" y="44979"/>
                  <a:pt x="238387" y="42665"/>
                  <a:pt x="243564" y="40821"/>
                </a:cubicBezTo>
                <a:cubicBezTo>
                  <a:pt x="248742" y="38976"/>
                  <a:pt x="255214" y="38054"/>
                  <a:pt x="262980" y="38054"/>
                </a:cubicBezTo>
                <a:cubicBezTo>
                  <a:pt x="266798" y="38054"/>
                  <a:pt x="271037" y="38264"/>
                  <a:pt x="275697" y="38685"/>
                </a:cubicBezTo>
                <a:cubicBezTo>
                  <a:pt x="280357" y="39106"/>
                  <a:pt x="285210" y="39834"/>
                  <a:pt x="290258" y="40869"/>
                </a:cubicBezTo>
                <a:lnTo>
                  <a:pt x="290258" y="55916"/>
                </a:lnTo>
                <a:cubicBezTo>
                  <a:pt x="284951" y="54622"/>
                  <a:pt x="279920" y="53667"/>
                  <a:pt x="275163" y="53052"/>
                </a:cubicBezTo>
                <a:cubicBezTo>
                  <a:pt x="270406" y="52438"/>
                  <a:pt x="266280" y="52130"/>
                  <a:pt x="262786" y="52130"/>
                </a:cubicBezTo>
                <a:cubicBezTo>
                  <a:pt x="258579" y="52130"/>
                  <a:pt x="255036" y="52454"/>
                  <a:pt x="252156" y="53101"/>
                </a:cubicBezTo>
                <a:cubicBezTo>
                  <a:pt x="249276" y="53748"/>
                  <a:pt x="246946" y="54638"/>
                  <a:pt x="245166" y="55771"/>
                </a:cubicBezTo>
                <a:cubicBezTo>
                  <a:pt x="243386" y="56903"/>
                  <a:pt x="242108" y="58230"/>
                  <a:pt x="241332" y="59751"/>
                </a:cubicBezTo>
                <a:cubicBezTo>
                  <a:pt x="240555" y="61272"/>
                  <a:pt x="240167" y="62906"/>
                  <a:pt x="240167" y="64653"/>
                </a:cubicBezTo>
                <a:cubicBezTo>
                  <a:pt x="240167" y="66400"/>
                  <a:pt x="240507" y="67986"/>
                  <a:pt x="241186" y="69410"/>
                </a:cubicBezTo>
                <a:cubicBezTo>
                  <a:pt x="241866" y="70834"/>
                  <a:pt x="243128" y="72209"/>
                  <a:pt x="244972" y="73536"/>
                </a:cubicBezTo>
                <a:cubicBezTo>
                  <a:pt x="246817" y="74862"/>
                  <a:pt x="249389" y="76189"/>
                  <a:pt x="252690" y="77516"/>
                </a:cubicBezTo>
                <a:cubicBezTo>
                  <a:pt x="255990" y="78842"/>
                  <a:pt x="260294" y="80282"/>
                  <a:pt x="265601" y="81836"/>
                </a:cubicBezTo>
                <a:cubicBezTo>
                  <a:pt x="271361" y="83518"/>
                  <a:pt x="276215" y="85282"/>
                  <a:pt x="280162" y="87126"/>
                </a:cubicBezTo>
                <a:cubicBezTo>
                  <a:pt x="284110" y="88971"/>
                  <a:pt x="287314" y="91026"/>
                  <a:pt x="289773" y="93291"/>
                </a:cubicBezTo>
                <a:cubicBezTo>
                  <a:pt x="292232" y="95556"/>
                  <a:pt x="293996" y="98112"/>
                  <a:pt x="295064" y="100960"/>
                </a:cubicBezTo>
                <a:cubicBezTo>
                  <a:pt x="296131" y="103807"/>
                  <a:pt x="296665" y="107043"/>
                  <a:pt x="296665" y="110667"/>
                </a:cubicBezTo>
                <a:close/>
                <a:moveTo>
                  <a:pt x="407575" y="137266"/>
                </a:moveTo>
                <a:lnTo>
                  <a:pt x="390683" y="137266"/>
                </a:lnTo>
                <a:lnTo>
                  <a:pt x="390683" y="75040"/>
                </a:lnTo>
                <a:cubicBezTo>
                  <a:pt x="390683" y="67533"/>
                  <a:pt x="389276" y="61919"/>
                  <a:pt x="386460" y="58197"/>
                </a:cubicBezTo>
                <a:cubicBezTo>
                  <a:pt x="383645" y="54476"/>
                  <a:pt x="379617" y="52616"/>
                  <a:pt x="374374" y="52616"/>
                </a:cubicBezTo>
                <a:cubicBezTo>
                  <a:pt x="372109" y="52616"/>
                  <a:pt x="369990" y="52923"/>
                  <a:pt x="368016" y="53538"/>
                </a:cubicBezTo>
                <a:cubicBezTo>
                  <a:pt x="366042" y="54153"/>
                  <a:pt x="363987" y="55220"/>
                  <a:pt x="361851" y="56741"/>
                </a:cubicBezTo>
                <a:cubicBezTo>
                  <a:pt x="359716" y="58262"/>
                  <a:pt x="357386" y="60317"/>
                  <a:pt x="354862" y="62906"/>
                </a:cubicBezTo>
                <a:cubicBezTo>
                  <a:pt x="352338" y="65494"/>
                  <a:pt x="349426" y="68730"/>
                  <a:pt x="346125" y="72613"/>
                </a:cubicBezTo>
                <a:lnTo>
                  <a:pt x="346125" y="137266"/>
                </a:lnTo>
                <a:lnTo>
                  <a:pt x="329234" y="137266"/>
                </a:lnTo>
                <a:lnTo>
                  <a:pt x="329234" y="0"/>
                </a:lnTo>
                <a:lnTo>
                  <a:pt x="346125" y="0"/>
                </a:lnTo>
                <a:lnTo>
                  <a:pt x="346125" y="39774"/>
                </a:lnTo>
                <a:lnTo>
                  <a:pt x="345543" y="55140"/>
                </a:lnTo>
                <a:cubicBezTo>
                  <a:pt x="348196" y="51968"/>
                  <a:pt x="350801" y="49299"/>
                  <a:pt x="353357" y="47131"/>
                </a:cubicBezTo>
                <a:cubicBezTo>
                  <a:pt x="355914" y="44963"/>
                  <a:pt x="358470" y="43199"/>
                  <a:pt x="361026" y="41840"/>
                </a:cubicBezTo>
                <a:cubicBezTo>
                  <a:pt x="363583" y="40481"/>
                  <a:pt x="366188" y="39510"/>
                  <a:pt x="368841" y="38928"/>
                </a:cubicBezTo>
                <a:cubicBezTo>
                  <a:pt x="371494" y="38345"/>
                  <a:pt x="374245" y="38054"/>
                  <a:pt x="377093" y="38054"/>
                </a:cubicBezTo>
                <a:cubicBezTo>
                  <a:pt x="386800" y="38054"/>
                  <a:pt x="394307" y="41015"/>
                  <a:pt x="399614" y="46937"/>
                </a:cubicBezTo>
                <a:cubicBezTo>
                  <a:pt x="404921" y="52858"/>
                  <a:pt x="407575" y="61773"/>
                  <a:pt x="407575" y="73681"/>
                </a:cubicBezTo>
                <a:lnTo>
                  <a:pt x="407575" y="1372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8BEE80-3831-4279-9406-1144F380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43" y="3435167"/>
            <a:ext cx="371317" cy="237416"/>
          </a:xfrm>
          <a:custGeom xmlns:a="http://schemas.openxmlformats.org/drawingml/2006/main">
            <a:pathLst>
              <a:path w="371317" h="237416">
                <a:moveTo>
                  <a:pt x="0" y="237416"/>
                </a:moveTo>
                <a:lnTo>
                  <a:pt x="0" y="0"/>
                </a:lnTo>
                <a:lnTo>
                  <a:pt x="371317" y="0"/>
                </a:lnTo>
                <a:lnTo>
                  <a:pt x="371317" y="237416"/>
                </a:lnTo>
                <a:lnTo>
                  <a:pt x="0" y="237416"/>
                </a:lnTo>
                <a:close/>
              </a:path>
            </a:pathLst>
          </a:custGeom>
          <a:solidFill xmlns:a="http://schemas.openxmlformats.org/drawingml/2006/main">
            <a:srgbClr val="92D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F7A669-EF14-49AE-B1D0-2ACDEB96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743" y="3435167"/>
            <a:ext cx="371317" cy="237416"/>
          </a:xfrm>
          <a:custGeom xmlns:a="http://schemas.openxmlformats.org/drawingml/2006/main">
            <a:pathLst>
              <a:path w="371317" h="237416" fill="none">
                <a:moveTo>
                  <a:pt x="0" y="237416"/>
                </a:moveTo>
                <a:lnTo>
                  <a:pt x="371317" y="237416"/>
                </a:lnTo>
                <a:lnTo>
                  <a:pt x="371317" y="0"/>
                </a:lnTo>
                <a:lnTo>
                  <a:pt x="0" y="0"/>
                </a:lnTo>
                <a:lnTo>
                  <a:pt x="0" y="2374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107" name="Text 7">
            <a:extLst xmlns:a="http://schemas.openxmlformats.org/drawingml/2006/main">
              <a:ext uri="{FF2B5EF4-FFF2-40B4-BE49-F238E27FC236}">
                <a16:creationId xmlns:a16="http://schemas.microsoft.com/office/drawing/2014/main" id="{F6B73D84-CF60-45ED-8DFE-671CF7C2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7318" y="3485826"/>
            <a:ext cx="100576" cy="148816"/>
          </a:xfrm>
          <a:custGeom xmlns:a="http://schemas.openxmlformats.org/drawingml/2006/main">
            <a:pathLst>
              <a:path w="100576" h="148816">
                <a:moveTo>
                  <a:pt x="100576" y="18431"/>
                </a:moveTo>
                <a:lnTo>
                  <a:pt x="38228" y="148816"/>
                </a:lnTo>
                <a:lnTo>
                  <a:pt x="15587" y="148816"/>
                </a:lnTo>
                <a:lnTo>
                  <a:pt x="80324" y="18431"/>
                </a:lnTo>
                <a:lnTo>
                  <a:pt x="0" y="18431"/>
                </a:lnTo>
                <a:lnTo>
                  <a:pt x="0" y="0"/>
                </a:lnTo>
                <a:lnTo>
                  <a:pt x="100576" y="0"/>
                </a:lnTo>
                <a:lnTo>
                  <a:pt x="100576" y="184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push">
            <a:extLst xmlns:a="http://schemas.openxmlformats.org/drawingml/2006/main">
              <a:ext uri="{FF2B5EF4-FFF2-40B4-BE49-F238E27FC236}">
                <a16:creationId xmlns:a16="http://schemas.microsoft.com/office/drawing/2014/main" id="{4A59FCAD-9681-4B7C-B8C2-E33FE771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852" y="3475175"/>
            <a:ext cx="406383" cy="177068"/>
          </a:xfrm>
          <a:custGeom xmlns:a="http://schemas.openxmlformats.org/drawingml/2006/main">
            <a:pathLst>
              <a:path w="406383" h="177068">
                <a:moveTo>
                  <a:pt x="83292" y="86787"/>
                </a:moveTo>
                <a:cubicBezTo>
                  <a:pt x="83292" y="95459"/>
                  <a:pt x="82078" y="103031"/>
                  <a:pt x="79651" y="109503"/>
                </a:cubicBezTo>
                <a:cubicBezTo>
                  <a:pt x="77225" y="115974"/>
                  <a:pt x="73875" y="121346"/>
                  <a:pt x="69604" y="125617"/>
                </a:cubicBezTo>
                <a:cubicBezTo>
                  <a:pt x="65333" y="129889"/>
                  <a:pt x="60285" y="133092"/>
                  <a:pt x="54460" y="135228"/>
                </a:cubicBezTo>
                <a:cubicBezTo>
                  <a:pt x="48635" y="137364"/>
                  <a:pt x="42325" y="138431"/>
                  <a:pt x="35530" y="138431"/>
                </a:cubicBezTo>
                <a:cubicBezTo>
                  <a:pt x="32424" y="138431"/>
                  <a:pt x="29333" y="138270"/>
                  <a:pt x="26259" y="137946"/>
                </a:cubicBezTo>
                <a:cubicBezTo>
                  <a:pt x="23185" y="137622"/>
                  <a:pt x="20063" y="137072"/>
                  <a:pt x="16891" y="136296"/>
                </a:cubicBezTo>
                <a:lnTo>
                  <a:pt x="16891" y="177068"/>
                </a:lnTo>
                <a:lnTo>
                  <a:pt x="0" y="177068"/>
                </a:lnTo>
                <a:lnTo>
                  <a:pt x="0" y="39801"/>
                </a:lnTo>
                <a:lnTo>
                  <a:pt x="15047" y="39801"/>
                </a:lnTo>
                <a:lnTo>
                  <a:pt x="16115" y="56110"/>
                </a:lnTo>
                <a:cubicBezTo>
                  <a:pt x="20969" y="49444"/>
                  <a:pt x="26146" y="44769"/>
                  <a:pt x="31647" y="42083"/>
                </a:cubicBezTo>
                <a:cubicBezTo>
                  <a:pt x="37148" y="39397"/>
                  <a:pt x="43102" y="38054"/>
                  <a:pt x="49509" y="38054"/>
                </a:cubicBezTo>
                <a:cubicBezTo>
                  <a:pt x="55075" y="38054"/>
                  <a:pt x="59961" y="39219"/>
                  <a:pt x="64168" y="41549"/>
                </a:cubicBezTo>
                <a:cubicBezTo>
                  <a:pt x="68374" y="43879"/>
                  <a:pt x="71901" y="47163"/>
                  <a:pt x="74749" y="51402"/>
                </a:cubicBezTo>
                <a:cubicBezTo>
                  <a:pt x="77597" y="55641"/>
                  <a:pt x="79732" y="60754"/>
                  <a:pt x="81156" y="66740"/>
                </a:cubicBezTo>
                <a:cubicBezTo>
                  <a:pt x="82580" y="72727"/>
                  <a:pt x="83292" y="79409"/>
                  <a:pt x="83292" y="86787"/>
                </a:cubicBezTo>
                <a:moveTo>
                  <a:pt x="66012" y="87563"/>
                </a:moveTo>
                <a:cubicBezTo>
                  <a:pt x="66012" y="82450"/>
                  <a:pt x="65640" y="77758"/>
                  <a:pt x="64896" y="73487"/>
                </a:cubicBezTo>
                <a:cubicBezTo>
                  <a:pt x="64152" y="69216"/>
                  <a:pt x="62970" y="65559"/>
                  <a:pt x="61352" y="62517"/>
                </a:cubicBezTo>
                <a:cubicBezTo>
                  <a:pt x="59735" y="59476"/>
                  <a:pt x="57664" y="57097"/>
                  <a:pt x="55140" y="55382"/>
                </a:cubicBezTo>
                <a:cubicBezTo>
                  <a:pt x="52616" y="53667"/>
                  <a:pt x="49606" y="52810"/>
                  <a:pt x="46111" y="52810"/>
                </a:cubicBezTo>
                <a:cubicBezTo>
                  <a:pt x="43976" y="52810"/>
                  <a:pt x="41808" y="53149"/>
                  <a:pt x="39607" y="53829"/>
                </a:cubicBezTo>
                <a:cubicBezTo>
                  <a:pt x="37407" y="54509"/>
                  <a:pt x="35126" y="55641"/>
                  <a:pt x="32763" y="57227"/>
                </a:cubicBezTo>
                <a:cubicBezTo>
                  <a:pt x="30401" y="58812"/>
                  <a:pt x="27910" y="60916"/>
                  <a:pt x="25288" y="63537"/>
                </a:cubicBezTo>
                <a:cubicBezTo>
                  <a:pt x="22667" y="66158"/>
                  <a:pt x="19868" y="69410"/>
                  <a:pt x="16891" y="73293"/>
                </a:cubicBezTo>
                <a:lnTo>
                  <a:pt x="16891" y="120569"/>
                </a:lnTo>
                <a:cubicBezTo>
                  <a:pt x="19998" y="121864"/>
                  <a:pt x="23266" y="122883"/>
                  <a:pt x="26696" y="123627"/>
                </a:cubicBezTo>
                <a:cubicBezTo>
                  <a:pt x="30126" y="124371"/>
                  <a:pt x="33491" y="124744"/>
                  <a:pt x="36792" y="124744"/>
                </a:cubicBezTo>
                <a:cubicBezTo>
                  <a:pt x="45917" y="124744"/>
                  <a:pt x="53069" y="121653"/>
                  <a:pt x="58246" y="115473"/>
                </a:cubicBezTo>
                <a:cubicBezTo>
                  <a:pt x="63423" y="109292"/>
                  <a:pt x="66012" y="99989"/>
                  <a:pt x="66012" y="87563"/>
                </a:cubicBezTo>
                <a:close/>
                <a:moveTo>
                  <a:pt x="187688" y="137266"/>
                </a:moveTo>
                <a:lnTo>
                  <a:pt x="172544" y="137266"/>
                </a:lnTo>
                <a:lnTo>
                  <a:pt x="171962" y="121540"/>
                </a:lnTo>
                <a:cubicBezTo>
                  <a:pt x="169049" y="124905"/>
                  <a:pt x="166283" y="127704"/>
                  <a:pt x="163662" y="129937"/>
                </a:cubicBezTo>
                <a:cubicBezTo>
                  <a:pt x="161040" y="132170"/>
                  <a:pt x="158436" y="133966"/>
                  <a:pt x="155847" y="135325"/>
                </a:cubicBezTo>
                <a:cubicBezTo>
                  <a:pt x="153258" y="136684"/>
                  <a:pt x="150653" y="137639"/>
                  <a:pt x="148032" y="138189"/>
                </a:cubicBezTo>
                <a:cubicBezTo>
                  <a:pt x="145411" y="138739"/>
                  <a:pt x="142644" y="139014"/>
                  <a:pt x="139732" y="139014"/>
                </a:cubicBezTo>
                <a:cubicBezTo>
                  <a:pt x="129701" y="139014"/>
                  <a:pt x="122129" y="136069"/>
                  <a:pt x="117016" y="130180"/>
                </a:cubicBezTo>
                <a:cubicBezTo>
                  <a:pt x="111903" y="124291"/>
                  <a:pt x="109347" y="115392"/>
                  <a:pt x="109347" y="103484"/>
                </a:cubicBezTo>
                <a:lnTo>
                  <a:pt x="109347" y="39801"/>
                </a:lnTo>
                <a:lnTo>
                  <a:pt x="126238" y="39801"/>
                </a:lnTo>
                <a:lnTo>
                  <a:pt x="126238" y="102125"/>
                </a:lnTo>
                <a:cubicBezTo>
                  <a:pt x="126238" y="117075"/>
                  <a:pt x="131869" y="124549"/>
                  <a:pt x="143130" y="124549"/>
                </a:cubicBezTo>
                <a:cubicBezTo>
                  <a:pt x="145201" y="124549"/>
                  <a:pt x="147223" y="124242"/>
                  <a:pt x="149197" y="123627"/>
                </a:cubicBezTo>
                <a:cubicBezTo>
                  <a:pt x="151171" y="123012"/>
                  <a:pt x="153242" y="121945"/>
                  <a:pt x="155410" y="120424"/>
                </a:cubicBezTo>
                <a:cubicBezTo>
                  <a:pt x="157578" y="118903"/>
                  <a:pt x="159908" y="116848"/>
                  <a:pt x="162400" y="114259"/>
                </a:cubicBezTo>
                <a:cubicBezTo>
                  <a:pt x="164891" y="111671"/>
                  <a:pt x="167690" y="108402"/>
                  <a:pt x="170797" y="104455"/>
                </a:cubicBezTo>
                <a:lnTo>
                  <a:pt x="170797" y="39801"/>
                </a:lnTo>
                <a:lnTo>
                  <a:pt x="187688" y="39801"/>
                </a:lnTo>
                <a:lnTo>
                  <a:pt x="187688" y="137266"/>
                </a:lnTo>
                <a:close/>
                <a:moveTo>
                  <a:pt x="295871" y="110667"/>
                </a:moveTo>
                <a:cubicBezTo>
                  <a:pt x="295871" y="114097"/>
                  <a:pt x="295288" y="117172"/>
                  <a:pt x="294123" y="119890"/>
                </a:cubicBezTo>
                <a:cubicBezTo>
                  <a:pt x="292958" y="122608"/>
                  <a:pt x="291373" y="125019"/>
                  <a:pt x="289367" y="127122"/>
                </a:cubicBezTo>
                <a:cubicBezTo>
                  <a:pt x="287360" y="129225"/>
                  <a:pt x="285031" y="131021"/>
                  <a:pt x="282377" y="132510"/>
                </a:cubicBezTo>
                <a:cubicBezTo>
                  <a:pt x="279724" y="133998"/>
                  <a:pt x="276892" y="135228"/>
                  <a:pt x="273883" y="136199"/>
                </a:cubicBezTo>
                <a:cubicBezTo>
                  <a:pt x="270873" y="137169"/>
                  <a:pt x="267783" y="137881"/>
                  <a:pt x="264612" y="138334"/>
                </a:cubicBezTo>
                <a:cubicBezTo>
                  <a:pt x="261441" y="138787"/>
                  <a:pt x="258334" y="139014"/>
                  <a:pt x="255293" y="139014"/>
                </a:cubicBezTo>
                <a:cubicBezTo>
                  <a:pt x="248691" y="139014"/>
                  <a:pt x="242624" y="138723"/>
                  <a:pt x="237091" y="138140"/>
                </a:cubicBezTo>
                <a:cubicBezTo>
                  <a:pt x="231557" y="137558"/>
                  <a:pt x="226137" y="136619"/>
                  <a:pt x="220830" y="135325"/>
                </a:cubicBezTo>
                <a:lnTo>
                  <a:pt x="220830" y="119793"/>
                </a:lnTo>
                <a:cubicBezTo>
                  <a:pt x="226526" y="121411"/>
                  <a:pt x="232188" y="122640"/>
                  <a:pt x="237819" y="123482"/>
                </a:cubicBezTo>
                <a:cubicBezTo>
                  <a:pt x="243449" y="124323"/>
                  <a:pt x="249047" y="124744"/>
                  <a:pt x="254613" y="124744"/>
                </a:cubicBezTo>
                <a:cubicBezTo>
                  <a:pt x="262703" y="124744"/>
                  <a:pt x="268689" y="123643"/>
                  <a:pt x="272572" y="121443"/>
                </a:cubicBezTo>
                <a:cubicBezTo>
                  <a:pt x="276455" y="119243"/>
                  <a:pt x="278397" y="116104"/>
                  <a:pt x="278397" y="112027"/>
                </a:cubicBezTo>
                <a:cubicBezTo>
                  <a:pt x="278397" y="110279"/>
                  <a:pt x="278090" y="108710"/>
                  <a:pt x="277475" y="107318"/>
                </a:cubicBezTo>
                <a:cubicBezTo>
                  <a:pt x="276860" y="105927"/>
                  <a:pt x="275744" y="104600"/>
                  <a:pt x="274126" y="103338"/>
                </a:cubicBezTo>
                <a:cubicBezTo>
                  <a:pt x="272508" y="102076"/>
                  <a:pt x="270000" y="100766"/>
                  <a:pt x="266602" y="99407"/>
                </a:cubicBezTo>
                <a:cubicBezTo>
                  <a:pt x="263204" y="98047"/>
                  <a:pt x="258561" y="96494"/>
                  <a:pt x="252672" y="94747"/>
                </a:cubicBezTo>
                <a:cubicBezTo>
                  <a:pt x="248271" y="93453"/>
                  <a:pt x="244210" y="91980"/>
                  <a:pt x="240488" y="90330"/>
                </a:cubicBezTo>
                <a:cubicBezTo>
                  <a:pt x="236767" y="88680"/>
                  <a:pt x="233547" y="86722"/>
                  <a:pt x="230829" y="84457"/>
                </a:cubicBezTo>
                <a:cubicBezTo>
                  <a:pt x="228111" y="82192"/>
                  <a:pt x="225976" y="79538"/>
                  <a:pt x="224422" y="76496"/>
                </a:cubicBezTo>
                <a:cubicBezTo>
                  <a:pt x="222869" y="73455"/>
                  <a:pt x="222092" y="69863"/>
                  <a:pt x="222092" y="65721"/>
                </a:cubicBezTo>
                <a:cubicBezTo>
                  <a:pt x="222092" y="63003"/>
                  <a:pt x="222723" y="60026"/>
                  <a:pt x="223985" y="56790"/>
                </a:cubicBezTo>
                <a:cubicBezTo>
                  <a:pt x="225247" y="53554"/>
                  <a:pt x="227399" y="50545"/>
                  <a:pt x="230441" y="47762"/>
                </a:cubicBezTo>
                <a:cubicBezTo>
                  <a:pt x="233483" y="44979"/>
                  <a:pt x="237592" y="42665"/>
                  <a:pt x="242770" y="40821"/>
                </a:cubicBezTo>
                <a:cubicBezTo>
                  <a:pt x="247947" y="38976"/>
                  <a:pt x="254419" y="38054"/>
                  <a:pt x="262185" y="38054"/>
                </a:cubicBezTo>
                <a:cubicBezTo>
                  <a:pt x="266003" y="38054"/>
                  <a:pt x="270242" y="38264"/>
                  <a:pt x="274902" y="38685"/>
                </a:cubicBezTo>
                <a:cubicBezTo>
                  <a:pt x="279562" y="39106"/>
                  <a:pt x="284416" y="39834"/>
                  <a:pt x="289464" y="40869"/>
                </a:cubicBezTo>
                <a:lnTo>
                  <a:pt x="289464" y="55916"/>
                </a:lnTo>
                <a:cubicBezTo>
                  <a:pt x="284157" y="54622"/>
                  <a:pt x="279125" y="53667"/>
                  <a:pt x="274368" y="53052"/>
                </a:cubicBezTo>
                <a:cubicBezTo>
                  <a:pt x="269611" y="52438"/>
                  <a:pt x="265486" y="52130"/>
                  <a:pt x="261991" y="52130"/>
                </a:cubicBezTo>
                <a:cubicBezTo>
                  <a:pt x="257784" y="52130"/>
                  <a:pt x="254241" y="52454"/>
                  <a:pt x="251361" y="53101"/>
                </a:cubicBezTo>
                <a:cubicBezTo>
                  <a:pt x="248481" y="53748"/>
                  <a:pt x="246151" y="54638"/>
                  <a:pt x="244372" y="55771"/>
                </a:cubicBezTo>
                <a:cubicBezTo>
                  <a:pt x="242592" y="56903"/>
                  <a:pt x="241314" y="58230"/>
                  <a:pt x="240537" y="59751"/>
                </a:cubicBezTo>
                <a:cubicBezTo>
                  <a:pt x="239760" y="61272"/>
                  <a:pt x="239372" y="62906"/>
                  <a:pt x="239372" y="64653"/>
                </a:cubicBezTo>
                <a:cubicBezTo>
                  <a:pt x="239372" y="66400"/>
                  <a:pt x="239712" y="67986"/>
                  <a:pt x="240391" y="69410"/>
                </a:cubicBezTo>
                <a:cubicBezTo>
                  <a:pt x="241071" y="70834"/>
                  <a:pt x="242333" y="72209"/>
                  <a:pt x="244177" y="73536"/>
                </a:cubicBezTo>
                <a:cubicBezTo>
                  <a:pt x="246022" y="74862"/>
                  <a:pt x="248594" y="76189"/>
                  <a:pt x="251895" y="77516"/>
                </a:cubicBezTo>
                <a:cubicBezTo>
                  <a:pt x="255196" y="78842"/>
                  <a:pt x="259499" y="80282"/>
                  <a:pt x="264806" y="81836"/>
                </a:cubicBezTo>
                <a:cubicBezTo>
                  <a:pt x="270566" y="83518"/>
                  <a:pt x="275420" y="85282"/>
                  <a:pt x="279368" y="87126"/>
                </a:cubicBezTo>
                <a:cubicBezTo>
                  <a:pt x="283315" y="88971"/>
                  <a:pt x="286519" y="91026"/>
                  <a:pt x="288978" y="93291"/>
                </a:cubicBezTo>
                <a:cubicBezTo>
                  <a:pt x="291438" y="95556"/>
                  <a:pt x="293201" y="98112"/>
                  <a:pt x="294269" y="100960"/>
                </a:cubicBezTo>
                <a:cubicBezTo>
                  <a:pt x="295337" y="103807"/>
                  <a:pt x="295871" y="107043"/>
                  <a:pt x="295871" y="110667"/>
                </a:cubicBezTo>
                <a:close/>
                <a:moveTo>
                  <a:pt x="406383" y="137266"/>
                </a:moveTo>
                <a:lnTo>
                  <a:pt x="389492" y="137266"/>
                </a:lnTo>
                <a:lnTo>
                  <a:pt x="389492" y="75040"/>
                </a:lnTo>
                <a:cubicBezTo>
                  <a:pt x="389492" y="67533"/>
                  <a:pt x="388084" y="61919"/>
                  <a:pt x="385269" y="58197"/>
                </a:cubicBezTo>
                <a:cubicBezTo>
                  <a:pt x="382454" y="54476"/>
                  <a:pt x="378425" y="52616"/>
                  <a:pt x="373183" y="52616"/>
                </a:cubicBezTo>
                <a:cubicBezTo>
                  <a:pt x="370918" y="52616"/>
                  <a:pt x="368798" y="52923"/>
                  <a:pt x="366824" y="53538"/>
                </a:cubicBezTo>
                <a:cubicBezTo>
                  <a:pt x="364850" y="54153"/>
                  <a:pt x="362796" y="55220"/>
                  <a:pt x="360660" y="56741"/>
                </a:cubicBezTo>
                <a:cubicBezTo>
                  <a:pt x="358524" y="58262"/>
                  <a:pt x="356194" y="60317"/>
                  <a:pt x="353670" y="62906"/>
                </a:cubicBezTo>
                <a:cubicBezTo>
                  <a:pt x="351146" y="65494"/>
                  <a:pt x="348234" y="68730"/>
                  <a:pt x="344933" y="72613"/>
                </a:cubicBezTo>
                <a:lnTo>
                  <a:pt x="344933" y="137266"/>
                </a:lnTo>
                <a:lnTo>
                  <a:pt x="328042" y="137266"/>
                </a:lnTo>
                <a:lnTo>
                  <a:pt x="328042" y="0"/>
                </a:lnTo>
                <a:lnTo>
                  <a:pt x="344933" y="0"/>
                </a:lnTo>
                <a:lnTo>
                  <a:pt x="344933" y="39774"/>
                </a:lnTo>
                <a:lnTo>
                  <a:pt x="344351" y="55140"/>
                </a:lnTo>
                <a:cubicBezTo>
                  <a:pt x="347004" y="51968"/>
                  <a:pt x="349609" y="49299"/>
                  <a:pt x="352166" y="47131"/>
                </a:cubicBezTo>
                <a:cubicBezTo>
                  <a:pt x="354722" y="44963"/>
                  <a:pt x="357278" y="43199"/>
                  <a:pt x="359835" y="41840"/>
                </a:cubicBezTo>
                <a:cubicBezTo>
                  <a:pt x="362391" y="40481"/>
                  <a:pt x="364996" y="39510"/>
                  <a:pt x="367649" y="38928"/>
                </a:cubicBezTo>
                <a:cubicBezTo>
                  <a:pt x="370303" y="38345"/>
                  <a:pt x="373053" y="38054"/>
                  <a:pt x="375901" y="38054"/>
                </a:cubicBezTo>
                <a:cubicBezTo>
                  <a:pt x="385609" y="38054"/>
                  <a:pt x="393116" y="41015"/>
                  <a:pt x="398423" y="46937"/>
                </a:cubicBezTo>
                <a:cubicBezTo>
                  <a:pt x="403730" y="52858"/>
                  <a:pt x="406383" y="61773"/>
                  <a:pt x="406383" y="73681"/>
                </a:cubicBezTo>
                <a:lnTo>
                  <a:pt x="406383" y="1372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C8DA0-B200-4331-9883-65BC3085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6831" y="4421561"/>
            <a:ext cx="371316" cy="237416"/>
          </a:xfrm>
          <a:custGeom xmlns:a="http://schemas.openxmlformats.org/drawingml/2006/main">
            <a:pathLst>
              <a:path w="371316" h="237416">
                <a:moveTo>
                  <a:pt x="0" y="237416"/>
                </a:moveTo>
                <a:lnTo>
                  <a:pt x="0" y="0"/>
                </a:lnTo>
                <a:lnTo>
                  <a:pt x="371316" y="0"/>
                </a:lnTo>
                <a:lnTo>
                  <a:pt x="371316" y="237416"/>
                </a:lnTo>
                <a:lnTo>
                  <a:pt x="0" y="237416"/>
                </a:lnTo>
                <a:close/>
              </a:path>
            </a:pathLst>
          </a:custGeom>
          <a:solidFill xmlns:a="http://schemas.openxmlformats.org/drawingml/2006/main">
            <a:srgbClr val="92D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E242C1-0E40-4C51-891D-DAEE2F86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6831" y="4421561"/>
            <a:ext cx="371316" cy="237416"/>
          </a:xfrm>
          <a:custGeom xmlns:a="http://schemas.openxmlformats.org/drawingml/2006/main">
            <a:pathLst>
              <a:path w="371316" h="237416" fill="none">
                <a:moveTo>
                  <a:pt x="0" y="237416"/>
                </a:moveTo>
                <a:lnTo>
                  <a:pt x="371316" y="237416"/>
                </a:lnTo>
                <a:lnTo>
                  <a:pt x="371316" y="0"/>
                </a:lnTo>
                <a:lnTo>
                  <a:pt x="0" y="0"/>
                </a:lnTo>
                <a:lnTo>
                  <a:pt x="0" y="2374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111" name="Text 8">
            <a:extLst xmlns:a="http://schemas.openxmlformats.org/drawingml/2006/main">
              <a:ext uri="{FF2B5EF4-FFF2-40B4-BE49-F238E27FC236}">
                <a16:creationId xmlns:a16="http://schemas.microsoft.com/office/drawing/2014/main" id="{9E118DF0-2989-42C0-94F0-356934DA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3611" y="4470944"/>
            <a:ext cx="100972" cy="152651"/>
          </a:xfrm>
          <a:custGeom xmlns:a="http://schemas.openxmlformats.org/drawingml/2006/main">
            <a:pathLst>
              <a:path w="100972" h="152651">
                <a:moveTo>
                  <a:pt x="100972" y="113353"/>
                </a:moveTo>
                <a:cubicBezTo>
                  <a:pt x="100972" y="119637"/>
                  <a:pt x="99685" y="125222"/>
                  <a:pt x="97111" y="130106"/>
                </a:cubicBezTo>
                <a:cubicBezTo>
                  <a:pt x="94536" y="134990"/>
                  <a:pt x="90940" y="139097"/>
                  <a:pt x="86321" y="142429"/>
                </a:cubicBezTo>
                <a:cubicBezTo>
                  <a:pt x="81702" y="145761"/>
                  <a:pt x="76250" y="148297"/>
                  <a:pt x="69965" y="150039"/>
                </a:cubicBezTo>
                <a:cubicBezTo>
                  <a:pt x="63680" y="151780"/>
                  <a:pt x="56866" y="152651"/>
                  <a:pt x="49521" y="152651"/>
                </a:cubicBezTo>
                <a:cubicBezTo>
                  <a:pt x="41419" y="152651"/>
                  <a:pt x="34282" y="151743"/>
                  <a:pt x="28111" y="149925"/>
                </a:cubicBezTo>
                <a:cubicBezTo>
                  <a:pt x="21940" y="148108"/>
                  <a:pt x="16772" y="145571"/>
                  <a:pt x="12607" y="142315"/>
                </a:cubicBezTo>
                <a:cubicBezTo>
                  <a:pt x="8443" y="139059"/>
                  <a:pt x="5300" y="135198"/>
                  <a:pt x="3180" y="130730"/>
                </a:cubicBezTo>
                <a:cubicBezTo>
                  <a:pt x="1060" y="126263"/>
                  <a:pt x="0" y="121341"/>
                  <a:pt x="0" y="115965"/>
                </a:cubicBezTo>
                <a:cubicBezTo>
                  <a:pt x="0" y="106879"/>
                  <a:pt x="2537" y="99042"/>
                  <a:pt x="7610" y="92454"/>
                </a:cubicBezTo>
                <a:cubicBezTo>
                  <a:pt x="12683" y="85866"/>
                  <a:pt x="20520" y="79884"/>
                  <a:pt x="31121" y="74508"/>
                </a:cubicBezTo>
                <a:cubicBezTo>
                  <a:pt x="21429" y="69579"/>
                  <a:pt x="14349" y="64100"/>
                  <a:pt x="9881" y="58071"/>
                </a:cubicBezTo>
                <a:cubicBezTo>
                  <a:pt x="5414" y="52042"/>
                  <a:pt x="3180" y="45122"/>
                  <a:pt x="3180" y="37311"/>
                </a:cubicBezTo>
                <a:cubicBezTo>
                  <a:pt x="3180" y="32533"/>
                  <a:pt x="4165" y="27907"/>
                  <a:pt x="6133" y="23433"/>
                </a:cubicBezTo>
                <a:cubicBezTo>
                  <a:pt x="8102" y="18958"/>
                  <a:pt x="11074" y="14977"/>
                  <a:pt x="15049" y="11489"/>
                </a:cubicBezTo>
                <a:cubicBezTo>
                  <a:pt x="19025" y="8001"/>
                  <a:pt x="24003" y="5215"/>
                  <a:pt x="29985" y="3131"/>
                </a:cubicBezTo>
                <a:cubicBezTo>
                  <a:pt x="35967" y="1044"/>
                  <a:pt x="43009" y="0"/>
                  <a:pt x="51111" y="0"/>
                </a:cubicBezTo>
                <a:cubicBezTo>
                  <a:pt x="58759" y="0"/>
                  <a:pt x="65479" y="815"/>
                  <a:pt x="71271" y="2446"/>
                </a:cubicBezTo>
                <a:cubicBezTo>
                  <a:pt x="77064" y="4076"/>
                  <a:pt x="81929" y="6408"/>
                  <a:pt x="85866" y="9441"/>
                </a:cubicBezTo>
                <a:cubicBezTo>
                  <a:pt x="89804" y="12475"/>
                  <a:pt x="92757" y="16153"/>
                  <a:pt x="94726" y="20476"/>
                </a:cubicBezTo>
                <a:cubicBezTo>
                  <a:pt x="96694" y="24799"/>
                  <a:pt x="97679" y="29615"/>
                  <a:pt x="97679" y="34922"/>
                </a:cubicBezTo>
                <a:cubicBezTo>
                  <a:pt x="97679" y="43568"/>
                  <a:pt x="95274" y="50925"/>
                  <a:pt x="90466" y="56992"/>
                </a:cubicBezTo>
                <a:cubicBezTo>
                  <a:pt x="85658" y="63059"/>
                  <a:pt x="78824" y="68368"/>
                  <a:pt x="69965" y="72918"/>
                </a:cubicBezTo>
                <a:cubicBezTo>
                  <a:pt x="74357" y="75114"/>
                  <a:pt x="78446" y="77537"/>
                  <a:pt x="82232" y="80187"/>
                </a:cubicBezTo>
                <a:cubicBezTo>
                  <a:pt x="86018" y="82837"/>
                  <a:pt x="89312" y="85791"/>
                  <a:pt x="92113" y="89047"/>
                </a:cubicBezTo>
                <a:cubicBezTo>
                  <a:pt x="94915" y="92302"/>
                  <a:pt x="97092" y="95937"/>
                  <a:pt x="98644" y="99950"/>
                </a:cubicBezTo>
                <a:cubicBezTo>
                  <a:pt x="100196" y="103963"/>
                  <a:pt x="100972" y="108431"/>
                  <a:pt x="100972" y="113353"/>
                </a:cubicBezTo>
                <a:moveTo>
                  <a:pt x="77461" y="36459"/>
                </a:moveTo>
                <a:cubicBezTo>
                  <a:pt x="77461" y="29720"/>
                  <a:pt x="75095" y="24704"/>
                  <a:pt x="70363" y="21410"/>
                </a:cubicBezTo>
                <a:cubicBezTo>
                  <a:pt x="65630" y="18116"/>
                  <a:pt x="58986" y="16469"/>
                  <a:pt x="50429" y="16469"/>
                </a:cubicBezTo>
                <a:cubicBezTo>
                  <a:pt x="41949" y="16469"/>
                  <a:pt x="35342" y="18097"/>
                  <a:pt x="30610" y="21353"/>
                </a:cubicBezTo>
                <a:cubicBezTo>
                  <a:pt x="25877" y="24609"/>
                  <a:pt x="23511" y="29493"/>
                  <a:pt x="23511" y="36005"/>
                </a:cubicBezTo>
                <a:cubicBezTo>
                  <a:pt x="23511" y="38970"/>
                  <a:pt x="24079" y="41707"/>
                  <a:pt x="25215" y="44218"/>
                </a:cubicBezTo>
                <a:cubicBezTo>
                  <a:pt x="26350" y="46726"/>
                  <a:pt x="28111" y="49083"/>
                  <a:pt x="30496" y="51288"/>
                </a:cubicBezTo>
                <a:cubicBezTo>
                  <a:pt x="32881" y="53491"/>
                  <a:pt x="35853" y="55658"/>
                  <a:pt x="39412" y="57787"/>
                </a:cubicBezTo>
                <a:cubicBezTo>
                  <a:pt x="42971" y="59915"/>
                  <a:pt x="47211" y="62081"/>
                  <a:pt x="52133" y="64286"/>
                </a:cubicBezTo>
                <a:cubicBezTo>
                  <a:pt x="60689" y="60256"/>
                  <a:pt x="67050" y="56056"/>
                  <a:pt x="71214" y="51686"/>
                </a:cubicBezTo>
                <a:cubicBezTo>
                  <a:pt x="75379" y="47313"/>
                  <a:pt x="77461" y="42237"/>
                  <a:pt x="77461" y="36459"/>
                </a:cubicBezTo>
                <a:moveTo>
                  <a:pt x="79506" y="114772"/>
                </a:moveTo>
                <a:cubicBezTo>
                  <a:pt x="79506" y="111975"/>
                  <a:pt x="79051" y="109254"/>
                  <a:pt x="78143" y="106609"/>
                </a:cubicBezTo>
                <a:cubicBezTo>
                  <a:pt x="77234" y="103963"/>
                  <a:pt x="75606" y="101356"/>
                  <a:pt x="73259" y="98786"/>
                </a:cubicBezTo>
                <a:cubicBezTo>
                  <a:pt x="70912" y="96216"/>
                  <a:pt x="67769" y="93646"/>
                  <a:pt x="63832" y="91077"/>
                </a:cubicBezTo>
                <a:cubicBezTo>
                  <a:pt x="59894" y="88507"/>
                  <a:pt x="54897" y="85862"/>
                  <a:pt x="48839" y="83140"/>
                </a:cubicBezTo>
                <a:cubicBezTo>
                  <a:pt x="43690" y="85634"/>
                  <a:pt x="39355" y="88109"/>
                  <a:pt x="35834" y="90566"/>
                </a:cubicBezTo>
                <a:cubicBezTo>
                  <a:pt x="32313" y="93022"/>
                  <a:pt x="29474" y="95516"/>
                  <a:pt x="27316" y="98048"/>
                </a:cubicBezTo>
                <a:cubicBezTo>
                  <a:pt x="25158" y="100580"/>
                  <a:pt x="23625" y="103206"/>
                  <a:pt x="22716" y="105927"/>
                </a:cubicBezTo>
                <a:cubicBezTo>
                  <a:pt x="21807" y="108648"/>
                  <a:pt x="21353" y="111521"/>
                  <a:pt x="21353" y="114545"/>
                </a:cubicBezTo>
                <a:cubicBezTo>
                  <a:pt x="21353" y="117962"/>
                  <a:pt x="22091" y="120980"/>
                  <a:pt x="23568" y="123600"/>
                </a:cubicBezTo>
                <a:cubicBezTo>
                  <a:pt x="25044" y="126219"/>
                  <a:pt x="27070" y="128440"/>
                  <a:pt x="29644" y="130262"/>
                </a:cubicBezTo>
                <a:cubicBezTo>
                  <a:pt x="32219" y="132084"/>
                  <a:pt x="35285" y="133450"/>
                  <a:pt x="38844" y="134361"/>
                </a:cubicBezTo>
                <a:cubicBezTo>
                  <a:pt x="42403" y="135272"/>
                  <a:pt x="46265" y="135728"/>
                  <a:pt x="50429" y="135728"/>
                </a:cubicBezTo>
                <a:cubicBezTo>
                  <a:pt x="54443" y="135728"/>
                  <a:pt x="58229" y="135310"/>
                  <a:pt x="61787" y="134475"/>
                </a:cubicBezTo>
                <a:cubicBezTo>
                  <a:pt x="65346" y="133640"/>
                  <a:pt x="68432" y="132368"/>
                  <a:pt x="71044" y="130659"/>
                </a:cubicBezTo>
                <a:cubicBezTo>
                  <a:pt x="73656" y="128951"/>
                  <a:pt x="75720" y="126787"/>
                  <a:pt x="77234" y="124168"/>
                </a:cubicBezTo>
                <a:cubicBezTo>
                  <a:pt x="78749" y="121548"/>
                  <a:pt x="79506" y="118416"/>
                  <a:pt x="79506" y="1147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push">
            <a:extLst xmlns:a="http://schemas.openxmlformats.org/drawingml/2006/main">
              <a:ext uri="{FF2B5EF4-FFF2-40B4-BE49-F238E27FC236}">
                <a16:creationId xmlns:a16="http://schemas.microsoft.com/office/drawing/2014/main" id="{0BBEFAA1-6ECA-4F53-A969-34FC52C9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200" y="4456848"/>
            <a:ext cx="406383" cy="177068"/>
          </a:xfrm>
          <a:custGeom xmlns:a="http://schemas.openxmlformats.org/drawingml/2006/main">
            <a:pathLst>
              <a:path w="406383" h="177068">
                <a:moveTo>
                  <a:pt x="83292" y="86787"/>
                </a:moveTo>
                <a:cubicBezTo>
                  <a:pt x="83292" y="95459"/>
                  <a:pt x="82078" y="103031"/>
                  <a:pt x="79651" y="109503"/>
                </a:cubicBezTo>
                <a:cubicBezTo>
                  <a:pt x="77225" y="115974"/>
                  <a:pt x="73875" y="121346"/>
                  <a:pt x="69604" y="125617"/>
                </a:cubicBezTo>
                <a:cubicBezTo>
                  <a:pt x="65333" y="129889"/>
                  <a:pt x="60285" y="133092"/>
                  <a:pt x="54460" y="135228"/>
                </a:cubicBezTo>
                <a:cubicBezTo>
                  <a:pt x="48635" y="137364"/>
                  <a:pt x="42325" y="138431"/>
                  <a:pt x="35530" y="138431"/>
                </a:cubicBezTo>
                <a:cubicBezTo>
                  <a:pt x="32424" y="138431"/>
                  <a:pt x="29333" y="138270"/>
                  <a:pt x="26259" y="137946"/>
                </a:cubicBezTo>
                <a:cubicBezTo>
                  <a:pt x="23185" y="137622"/>
                  <a:pt x="20063" y="137072"/>
                  <a:pt x="16891" y="136296"/>
                </a:cubicBezTo>
                <a:lnTo>
                  <a:pt x="16891" y="177068"/>
                </a:lnTo>
                <a:lnTo>
                  <a:pt x="0" y="177068"/>
                </a:lnTo>
                <a:lnTo>
                  <a:pt x="0" y="39801"/>
                </a:lnTo>
                <a:lnTo>
                  <a:pt x="15047" y="39801"/>
                </a:lnTo>
                <a:lnTo>
                  <a:pt x="16115" y="56110"/>
                </a:lnTo>
                <a:cubicBezTo>
                  <a:pt x="20969" y="49444"/>
                  <a:pt x="26146" y="44769"/>
                  <a:pt x="31647" y="42083"/>
                </a:cubicBezTo>
                <a:cubicBezTo>
                  <a:pt x="37148" y="39397"/>
                  <a:pt x="43102" y="38054"/>
                  <a:pt x="49509" y="38054"/>
                </a:cubicBezTo>
                <a:cubicBezTo>
                  <a:pt x="55075" y="38054"/>
                  <a:pt x="59961" y="39219"/>
                  <a:pt x="64168" y="41549"/>
                </a:cubicBezTo>
                <a:cubicBezTo>
                  <a:pt x="68374" y="43879"/>
                  <a:pt x="71901" y="47163"/>
                  <a:pt x="74749" y="51402"/>
                </a:cubicBezTo>
                <a:cubicBezTo>
                  <a:pt x="77597" y="55641"/>
                  <a:pt x="79732" y="60754"/>
                  <a:pt x="81156" y="66740"/>
                </a:cubicBezTo>
                <a:cubicBezTo>
                  <a:pt x="82580" y="72727"/>
                  <a:pt x="83292" y="79409"/>
                  <a:pt x="83292" y="86787"/>
                </a:cubicBezTo>
                <a:moveTo>
                  <a:pt x="66012" y="87563"/>
                </a:moveTo>
                <a:cubicBezTo>
                  <a:pt x="66012" y="82450"/>
                  <a:pt x="65640" y="77758"/>
                  <a:pt x="64896" y="73487"/>
                </a:cubicBezTo>
                <a:cubicBezTo>
                  <a:pt x="64152" y="69216"/>
                  <a:pt x="62970" y="65559"/>
                  <a:pt x="61352" y="62517"/>
                </a:cubicBezTo>
                <a:cubicBezTo>
                  <a:pt x="59735" y="59476"/>
                  <a:pt x="57664" y="57097"/>
                  <a:pt x="55140" y="55382"/>
                </a:cubicBezTo>
                <a:cubicBezTo>
                  <a:pt x="52616" y="53667"/>
                  <a:pt x="49606" y="52810"/>
                  <a:pt x="46111" y="52810"/>
                </a:cubicBezTo>
                <a:cubicBezTo>
                  <a:pt x="43976" y="52810"/>
                  <a:pt x="41808" y="53149"/>
                  <a:pt x="39607" y="53829"/>
                </a:cubicBezTo>
                <a:cubicBezTo>
                  <a:pt x="37407" y="54509"/>
                  <a:pt x="35126" y="55641"/>
                  <a:pt x="32763" y="57227"/>
                </a:cubicBezTo>
                <a:cubicBezTo>
                  <a:pt x="30401" y="58812"/>
                  <a:pt x="27910" y="60916"/>
                  <a:pt x="25288" y="63537"/>
                </a:cubicBezTo>
                <a:cubicBezTo>
                  <a:pt x="22667" y="66158"/>
                  <a:pt x="19868" y="69410"/>
                  <a:pt x="16891" y="73293"/>
                </a:cubicBezTo>
                <a:lnTo>
                  <a:pt x="16891" y="120569"/>
                </a:lnTo>
                <a:cubicBezTo>
                  <a:pt x="19998" y="121864"/>
                  <a:pt x="23266" y="122883"/>
                  <a:pt x="26696" y="123627"/>
                </a:cubicBezTo>
                <a:cubicBezTo>
                  <a:pt x="30126" y="124371"/>
                  <a:pt x="33491" y="124744"/>
                  <a:pt x="36792" y="124744"/>
                </a:cubicBezTo>
                <a:cubicBezTo>
                  <a:pt x="45917" y="124744"/>
                  <a:pt x="53069" y="121653"/>
                  <a:pt x="58246" y="115473"/>
                </a:cubicBezTo>
                <a:cubicBezTo>
                  <a:pt x="63423" y="109292"/>
                  <a:pt x="66012" y="99989"/>
                  <a:pt x="66012" y="87563"/>
                </a:cubicBezTo>
                <a:close/>
                <a:moveTo>
                  <a:pt x="187688" y="137266"/>
                </a:moveTo>
                <a:lnTo>
                  <a:pt x="172544" y="137266"/>
                </a:lnTo>
                <a:lnTo>
                  <a:pt x="171962" y="121540"/>
                </a:lnTo>
                <a:cubicBezTo>
                  <a:pt x="169049" y="124905"/>
                  <a:pt x="166283" y="127704"/>
                  <a:pt x="163662" y="129937"/>
                </a:cubicBezTo>
                <a:cubicBezTo>
                  <a:pt x="161040" y="132170"/>
                  <a:pt x="158436" y="133966"/>
                  <a:pt x="155847" y="135325"/>
                </a:cubicBezTo>
                <a:cubicBezTo>
                  <a:pt x="153258" y="136684"/>
                  <a:pt x="150653" y="137639"/>
                  <a:pt x="148032" y="138189"/>
                </a:cubicBezTo>
                <a:cubicBezTo>
                  <a:pt x="145411" y="138739"/>
                  <a:pt x="142644" y="139014"/>
                  <a:pt x="139732" y="139014"/>
                </a:cubicBezTo>
                <a:cubicBezTo>
                  <a:pt x="129701" y="139014"/>
                  <a:pt x="122129" y="136069"/>
                  <a:pt x="117016" y="130180"/>
                </a:cubicBezTo>
                <a:cubicBezTo>
                  <a:pt x="111903" y="124291"/>
                  <a:pt x="109347" y="115392"/>
                  <a:pt x="109347" y="103484"/>
                </a:cubicBezTo>
                <a:lnTo>
                  <a:pt x="109347" y="39801"/>
                </a:lnTo>
                <a:lnTo>
                  <a:pt x="126238" y="39801"/>
                </a:lnTo>
                <a:lnTo>
                  <a:pt x="126238" y="102125"/>
                </a:lnTo>
                <a:cubicBezTo>
                  <a:pt x="126238" y="117075"/>
                  <a:pt x="131869" y="124549"/>
                  <a:pt x="143130" y="124549"/>
                </a:cubicBezTo>
                <a:cubicBezTo>
                  <a:pt x="145201" y="124549"/>
                  <a:pt x="147223" y="124242"/>
                  <a:pt x="149197" y="123627"/>
                </a:cubicBezTo>
                <a:cubicBezTo>
                  <a:pt x="151171" y="123012"/>
                  <a:pt x="153242" y="121945"/>
                  <a:pt x="155410" y="120424"/>
                </a:cubicBezTo>
                <a:cubicBezTo>
                  <a:pt x="157578" y="118903"/>
                  <a:pt x="159908" y="116848"/>
                  <a:pt x="162400" y="114259"/>
                </a:cubicBezTo>
                <a:cubicBezTo>
                  <a:pt x="164891" y="111671"/>
                  <a:pt x="167690" y="108402"/>
                  <a:pt x="170797" y="104455"/>
                </a:cubicBezTo>
                <a:lnTo>
                  <a:pt x="170797" y="39801"/>
                </a:lnTo>
                <a:lnTo>
                  <a:pt x="187688" y="39801"/>
                </a:lnTo>
                <a:lnTo>
                  <a:pt x="187688" y="137266"/>
                </a:lnTo>
                <a:close/>
                <a:moveTo>
                  <a:pt x="295871" y="110667"/>
                </a:moveTo>
                <a:cubicBezTo>
                  <a:pt x="295871" y="114097"/>
                  <a:pt x="295288" y="117172"/>
                  <a:pt x="294123" y="119890"/>
                </a:cubicBezTo>
                <a:cubicBezTo>
                  <a:pt x="292958" y="122608"/>
                  <a:pt x="291373" y="125019"/>
                  <a:pt x="289367" y="127122"/>
                </a:cubicBezTo>
                <a:cubicBezTo>
                  <a:pt x="287360" y="129225"/>
                  <a:pt x="285031" y="131021"/>
                  <a:pt x="282377" y="132510"/>
                </a:cubicBezTo>
                <a:cubicBezTo>
                  <a:pt x="279724" y="133998"/>
                  <a:pt x="276892" y="135228"/>
                  <a:pt x="273883" y="136199"/>
                </a:cubicBezTo>
                <a:cubicBezTo>
                  <a:pt x="270873" y="137169"/>
                  <a:pt x="267783" y="137881"/>
                  <a:pt x="264612" y="138334"/>
                </a:cubicBezTo>
                <a:cubicBezTo>
                  <a:pt x="261441" y="138787"/>
                  <a:pt x="258334" y="139014"/>
                  <a:pt x="255293" y="139014"/>
                </a:cubicBezTo>
                <a:cubicBezTo>
                  <a:pt x="248691" y="139014"/>
                  <a:pt x="242624" y="138723"/>
                  <a:pt x="237091" y="138140"/>
                </a:cubicBezTo>
                <a:cubicBezTo>
                  <a:pt x="231557" y="137558"/>
                  <a:pt x="226137" y="136619"/>
                  <a:pt x="220830" y="135325"/>
                </a:cubicBezTo>
                <a:lnTo>
                  <a:pt x="220830" y="119793"/>
                </a:lnTo>
                <a:cubicBezTo>
                  <a:pt x="226526" y="121411"/>
                  <a:pt x="232188" y="122640"/>
                  <a:pt x="237819" y="123482"/>
                </a:cubicBezTo>
                <a:cubicBezTo>
                  <a:pt x="243449" y="124323"/>
                  <a:pt x="249047" y="124744"/>
                  <a:pt x="254613" y="124744"/>
                </a:cubicBezTo>
                <a:cubicBezTo>
                  <a:pt x="262703" y="124744"/>
                  <a:pt x="268689" y="123643"/>
                  <a:pt x="272572" y="121443"/>
                </a:cubicBezTo>
                <a:cubicBezTo>
                  <a:pt x="276455" y="119243"/>
                  <a:pt x="278397" y="116104"/>
                  <a:pt x="278397" y="112027"/>
                </a:cubicBezTo>
                <a:cubicBezTo>
                  <a:pt x="278397" y="110279"/>
                  <a:pt x="278090" y="108710"/>
                  <a:pt x="277475" y="107318"/>
                </a:cubicBezTo>
                <a:cubicBezTo>
                  <a:pt x="276860" y="105927"/>
                  <a:pt x="275744" y="104600"/>
                  <a:pt x="274126" y="103338"/>
                </a:cubicBezTo>
                <a:cubicBezTo>
                  <a:pt x="272508" y="102076"/>
                  <a:pt x="270000" y="100766"/>
                  <a:pt x="266602" y="99407"/>
                </a:cubicBezTo>
                <a:cubicBezTo>
                  <a:pt x="263204" y="98047"/>
                  <a:pt x="258561" y="96494"/>
                  <a:pt x="252672" y="94747"/>
                </a:cubicBezTo>
                <a:cubicBezTo>
                  <a:pt x="248271" y="93453"/>
                  <a:pt x="244210" y="91980"/>
                  <a:pt x="240488" y="90330"/>
                </a:cubicBezTo>
                <a:cubicBezTo>
                  <a:pt x="236767" y="88680"/>
                  <a:pt x="233547" y="86722"/>
                  <a:pt x="230829" y="84457"/>
                </a:cubicBezTo>
                <a:cubicBezTo>
                  <a:pt x="228111" y="82192"/>
                  <a:pt x="225976" y="79538"/>
                  <a:pt x="224422" y="76496"/>
                </a:cubicBezTo>
                <a:cubicBezTo>
                  <a:pt x="222869" y="73455"/>
                  <a:pt x="222092" y="69863"/>
                  <a:pt x="222092" y="65721"/>
                </a:cubicBezTo>
                <a:cubicBezTo>
                  <a:pt x="222092" y="63003"/>
                  <a:pt x="222723" y="60026"/>
                  <a:pt x="223985" y="56790"/>
                </a:cubicBezTo>
                <a:cubicBezTo>
                  <a:pt x="225247" y="53554"/>
                  <a:pt x="227399" y="50545"/>
                  <a:pt x="230441" y="47762"/>
                </a:cubicBezTo>
                <a:cubicBezTo>
                  <a:pt x="233483" y="44979"/>
                  <a:pt x="237592" y="42665"/>
                  <a:pt x="242770" y="40821"/>
                </a:cubicBezTo>
                <a:cubicBezTo>
                  <a:pt x="247947" y="38976"/>
                  <a:pt x="254419" y="38054"/>
                  <a:pt x="262185" y="38054"/>
                </a:cubicBezTo>
                <a:cubicBezTo>
                  <a:pt x="266003" y="38054"/>
                  <a:pt x="270242" y="38264"/>
                  <a:pt x="274902" y="38685"/>
                </a:cubicBezTo>
                <a:cubicBezTo>
                  <a:pt x="279562" y="39106"/>
                  <a:pt x="284416" y="39834"/>
                  <a:pt x="289464" y="40869"/>
                </a:cubicBezTo>
                <a:lnTo>
                  <a:pt x="289464" y="55916"/>
                </a:lnTo>
                <a:cubicBezTo>
                  <a:pt x="284157" y="54622"/>
                  <a:pt x="279125" y="53667"/>
                  <a:pt x="274368" y="53052"/>
                </a:cubicBezTo>
                <a:cubicBezTo>
                  <a:pt x="269611" y="52438"/>
                  <a:pt x="265486" y="52130"/>
                  <a:pt x="261991" y="52130"/>
                </a:cubicBezTo>
                <a:cubicBezTo>
                  <a:pt x="257784" y="52130"/>
                  <a:pt x="254241" y="52454"/>
                  <a:pt x="251361" y="53101"/>
                </a:cubicBezTo>
                <a:cubicBezTo>
                  <a:pt x="248481" y="53748"/>
                  <a:pt x="246151" y="54638"/>
                  <a:pt x="244372" y="55771"/>
                </a:cubicBezTo>
                <a:cubicBezTo>
                  <a:pt x="242592" y="56903"/>
                  <a:pt x="241314" y="58230"/>
                  <a:pt x="240537" y="59751"/>
                </a:cubicBezTo>
                <a:cubicBezTo>
                  <a:pt x="239760" y="61272"/>
                  <a:pt x="239372" y="62906"/>
                  <a:pt x="239372" y="64653"/>
                </a:cubicBezTo>
                <a:cubicBezTo>
                  <a:pt x="239372" y="66400"/>
                  <a:pt x="239712" y="67986"/>
                  <a:pt x="240391" y="69410"/>
                </a:cubicBezTo>
                <a:cubicBezTo>
                  <a:pt x="241071" y="70834"/>
                  <a:pt x="242333" y="72209"/>
                  <a:pt x="244177" y="73536"/>
                </a:cubicBezTo>
                <a:cubicBezTo>
                  <a:pt x="246022" y="74862"/>
                  <a:pt x="248594" y="76189"/>
                  <a:pt x="251895" y="77516"/>
                </a:cubicBezTo>
                <a:cubicBezTo>
                  <a:pt x="255196" y="78842"/>
                  <a:pt x="259499" y="80282"/>
                  <a:pt x="264806" y="81836"/>
                </a:cubicBezTo>
                <a:cubicBezTo>
                  <a:pt x="270566" y="83518"/>
                  <a:pt x="275420" y="85282"/>
                  <a:pt x="279368" y="87126"/>
                </a:cubicBezTo>
                <a:cubicBezTo>
                  <a:pt x="283315" y="88971"/>
                  <a:pt x="286519" y="91026"/>
                  <a:pt x="288978" y="93291"/>
                </a:cubicBezTo>
                <a:cubicBezTo>
                  <a:pt x="291438" y="95556"/>
                  <a:pt x="293201" y="98112"/>
                  <a:pt x="294269" y="100960"/>
                </a:cubicBezTo>
                <a:cubicBezTo>
                  <a:pt x="295337" y="103807"/>
                  <a:pt x="295871" y="107043"/>
                  <a:pt x="295871" y="110667"/>
                </a:cubicBezTo>
                <a:close/>
                <a:moveTo>
                  <a:pt x="406383" y="137266"/>
                </a:moveTo>
                <a:lnTo>
                  <a:pt x="389491" y="137266"/>
                </a:lnTo>
                <a:lnTo>
                  <a:pt x="389491" y="75040"/>
                </a:lnTo>
                <a:cubicBezTo>
                  <a:pt x="389491" y="67533"/>
                  <a:pt x="388084" y="61919"/>
                  <a:pt x="385269" y="58197"/>
                </a:cubicBezTo>
                <a:cubicBezTo>
                  <a:pt x="382453" y="54476"/>
                  <a:pt x="378425" y="52616"/>
                  <a:pt x="373183" y="52616"/>
                </a:cubicBezTo>
                <a:cubicBezTo>
                  <a:pt x="370917" y="52616"/>
                  <a:pt x="368798" y="52923"/>
                  <a:pt x="366824" y="53538"/>
                </a:cubicBezTo>
                <a:cubicBezTo>
                  <a:pt x="364850" y="54153"/>
                  <a:pt x="362795" y="55220"/>
                  <a:pt x="360660" y="56741"/>
                </a:cubicBezTo>
                <a:cubicBezTo>
                  <a:pt x="358524" y="58262"/>
                  <a:pt x="356194" y="60317"/>
                  <a:pt x="353670" y="62906"/>
                </a:cubicBezTo>
                <a:cubicBezTo>
                  <a:pt x="351146" y="65494"/>
                  <a:pt x="348234" y="68730"/>
                  <a:pt x="344933" y="72613"/>
                </a:cubicBezTo>
                <a:lnTo>
                  <a:pt x="344933" y="137266"/>
                </a:lnTo>
                <a:lnTo>
                  <a:pt x="328042" y="137266"/>
                </a:lnTo>
                <a:lnTo>
                  <a:pt x="328042" y="0"/>
                </a:lnTo>
                <a:lnTo>
                  <a:pt x="344933" y="0"/>
                </a:lnTo>
                <a:lnTo>
                  <a:pt x="344933" y="39774"/>
                </a:lnTo>
                <a:lnTo>
                  <a:pt x="344351" y="55140"/>
                </a:lnTo>
                <a:cubicBezTo>
                  <a:pt x="347004" y="51968"/>
                  <a:pt x="349609" y="49299"/>
                  <a:pt x="352165" y="47131"/>
                </a:cubicBezTo>
                <a:cubicBezTo>
                  <a:pt x="354722" y="44963"/>
                  <a:pt x="357278" y="43199"/>
                  <a:pt x="359834" y="41840"/>
                </a:cubicBezTo>
                <a:cubicBezTo>
                  <a:pt x="362391" y="40481"/>
                  <a:pt x="364996" y="39510"/>
                  <a:pt x="367649" y="38928"/>
                </a:cubicBezTo>
                <a:cubicBezTo>
                  <a:pt x="370303" y="38345"/>
                  <a:pt x="373053" y="38054"/>
                  <a:pt x="375901" y="38054"/>
                </a:cubicBezTo>
                <a:cubicBezTo>
                  <a:pt x="385608" y="38054"/>
                  <a:pt x="393116" y="41015"/>
                  <a:pt x="398422" y="46937"/>
                </a:cubicBezTo>
                <a:cubicBezTo>
                  <a:pt x="403729" y="52858"/>
                  <a:pt x="406383" y="61773"/>
                  <a:pt x="406383" y="73681"/>
                </a:cubicBezTo>
                <a:lnTo>
                  <a:pt x="406383" y="1372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F96639-472D-4C13-91E9-D9E2F0E4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587" y="82018"/>
            <a:ext cx="371317" cy="237416"/>
          </a:xfrm>
          <a:custGeom xmlns:a="http://schemas.openxmlformats.org/drawingml/2006/main">
            <a:pathLst>
              <a:path w="371317" h="237416">
                <a:moveTo>
                  <a:pt x="0" y="237416"/>
                </a:moveTo>
                <a:lnTo>
                  <a:pt x="0" y="0"/>
                </a:lnTo>
                <a:lnTo>
                  <a:pt x="371317" y="0"/>
                </a:lnTo>
                <a:lnTo>
                  <a:pt x="371317" y="237416"/>
                </a:lnTo>
                <a:lnTo>
                  <a:pt x="0" y="237416"/>
                </a:lnTo>
                <a:close/>
              </a:path>
            </a:pathLst>
          </a:custGeom>
          <a:solidFill xmlns:a="http://schemas.openxmlformats.org/drawingml/2006/main">
            <a:srgbClr val="92D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E610F0-CCD1-4DA9-B432-6F44AF9F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587" y="82018"/>
            <a:ext cx="371317" cy="237416"/>
          </a:xfrm>
          <a:custGeom xmlns:a="http://schemas.openxmlformats.org/drawingml/2006/main">
            <a:pathLst>
              <a:path w="371317" h="237416" fill="none">
                <a:moveTo>
                  <a:pt x="0" y="237416"/>
                </a:moveTo>
                <a:lnTo>
                  <a:pt x="371317" y="237416"/>
                </a:lnTo>
                <a:lnTo>
                  <a:pt x="371317" y="0"/>
                </a:lnTo>
                <a:lnTo>
                  <a:pt x="0" y="0"/>
                </a:lnTo>
                <a:lnTo>
                  <a:pt x="0" y="23741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568" cap="flat">
            <a:solidFill>
              <a:srgbClr val="172C51"/>
            </a:solidFill>
            <a:miter/>
          </a:ln>
        </p:spPr>
      </p:sp>
      <p:sp>
        <p:nvSpPr>
          <p:cNvPr id="115" name="Text 1">
            <a:extLst xmlns:a="http://schemas.openxmlformats.org/drawingml/2006/main">
              <a:ext uri="{FF2B5EF4-FFF2-40B4-BE49-F238E27FC236}">
                <a16:creationId xmlns:a16="http://schemas.microsoft.com/office/drawing/2014/main" id="{05C5F8D7-26B0-44EB-A6CF-40E60C13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713" y="130835"/>
            <a:ext cx="98073" cy="149499"/>
          </a:xfrm>
          <a:custGeom xmlns:a="http://schemas.openxmlformats.org/drawingml/2006/main">
            <a:pathLst>
              <a:path w="98073" h="149499">
                <a:moveTo>
                  <a:pt x="98073" y="149499"/>
                </a:moveTo>
                <a:lnTo>
                  <a:pt x="4665" y="149499"/>
                </a:lnTo>
                <a:lnTo>
                  <a:pt x="4665" y="131068"/>
                </a:lnTo>
                <a:lnTo>
                  <a:pt x="42893" y="131068"/>
                </a:lnTo>
                <a:lnTo>
                  <a:pt x="42893" y="22413"/>
                </a:lnTo>
                <a:lnTo>
                  <a:pt x="7282" y="41869"/>
                </a:lnTo>
                <a:lnTo>
                  <a:pt x="0" y="25030"/>
                </a:lnTo>
                <a:lnTo>
                  <a:pt x="47330" y="0"/>
                </a:lnTo>
                <a:lnTo>
                  <a:pt x="64851" y="0"/>
                </a:lnTo>
                <a:lnTo>
                  <a:pt x="64851" y="131068"/>
                </a:lnTo>
                <a:lnTo>
                  <a:pt x="98073" y="131068"/>
                </a:lnTo>
                <a:lnTo>
                  <a:pt x="98073" y="1494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push">
            <a:extLst xmlns:a="http://schemas.openxmlformats.org/drawingml/2006/main">
              <a:ext uri="{FF2B5EF4-FFF2-40B4-BE49-F238E27FC236}">
                <a16:creationId xmlns:a16="http://schemas.microsoft.com/office/drawing/2014/main" id="{133A8EA3-EA2D-4432-92A4-CF416E25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458" y="115566"/>
            <a:ext cx="406383" cy="177068"/>
          </a:xfrm>
          <a:custGeom xmlns:a="http://schemas.openxmlformats.org/drawingml/2006/main">
            <a:pathLst>
              <a:path w="406383" h="177068">
                <a:moveTo>
                  <a:pt x="83292" y="86787"/>
                </a:moveTo>
                <a:cubicBezTo>
                  <a:pt x="83292" y="95459"/>
                  <a:pt x="82078" y="103031"/>
                  <a:pt x="79651" y="109503"/>
                </a:cubicBezTo>
                <a:cubicBezTo>
                  <a:pt x="77225" y="115974"/>
                  <a:pt x="73875" y="121346"/>
                  <a:pt x="69604" y="125617"/>
                </a:cubicBezTo>
                <a:cubicBezTo>
                  <a:pt x="65333" y="129889"/>
                  <a:pt x="60285" y="133092"/>
                  <a:pt x="54460" y="135228"/>
                </a:cubicBezTo>
                <a:cubicBezTo>
                  <a:pt x="48635" y="137364"/>
                  <a:pt x="42325" y="138431"/>
                  <a:pt x="35530" y="138431"/>
                </a:cubicBezTo>
                <a:cubicBezTo>
                  <a:pt x="32424" y="138431"/>
                  <a:pt x="29333" y="138270"/>
                  <a:pt x="26259" y="137946"/>
                </a:cubicBezTo>
                <a:cubicBezTo>
                  <a:pt x="23185" y="137622"/>
                  <a:pt x="20063" y="137072"/>
                  <a:pt x="16891" y="136296"/>
                </a:cubicBezTo>
                <a:lnTo>
                  <a:pt x="16891" y="177068"/>
                </a:lnTo>
                <a:lnTo>
                  <a:pt x="0" y="177068"/>
                </a:lnTo>
                <a:lnTo>
                  <a:pt x="0" y="39801"/>
                </a:lnTo>
                <a:lnTo>
                  <a:pt x="15047" y="39801"/>
                </a:lnTo>
                <a:lnTo>
                  <a:pt x="16115" y="56110"/>
                </a:lnTo>
                <a:cubicBezTo>
                  <a:pt x="20969" y="49444"/>
                  <a:pt x="26146" y="44769"/>
                  <a:pt x="31647" y="42083"/>
                </a:cubicBezTo>
                <a:cubicBezTo>
                  <a:pt x="37148" y="39397"/>
                  <a:pt x="43102" y="38054"/>
                  <a:pt x="49509" y="38054"/>
                </a:cubicBezTo>
                <a:cubicBezTo>
                  <a:pt x="55075" y="38054"/>
                  <a:pt x="59961" y="39219"/>
                  <a:pt x="64168" y="41549"/>
                </a:cubicBezTo>
                <a:cubicBezTo>
                  <a:pt x="68374" y="43879"/>
                  <a:pt x="71901" y="47163"/>
                  <a:pt x="74749" y="51402"/>
                </a:cubicBezTo>
                <a:cubicBezTo>
                  <a:pt x="77597" y="55641"/>
                  <a:pt x="79732" y="60754"/>
                  <a:pt x="81156" y="66740"/>
                </a:cubicBezTo>
                <a:cubicBezTo>
                  <a:pt x="82580" y="72727"/>
                  <a:pt x="83292" y="79409"/>
                  <a:pt x="83292" y="86787"/>
                </a:cubicBezTo>
                <a:moveTo>
                  <a:pt x="66012" y="87563"/>
                </a:moveTo>
                <a:cubicBezTo>
                  <a:pt x="66012" y="82450"/>
                  <a:pt x="65640" y="77758"/>
                  <a:pt x="64896" y="73487"/>
                </a:cubicBezTo>
                <a:cubicBezTo>
                  <a:pt x="64152" y="69216"/>
                  <a:pt x="62970" y="65559"/>
                  <a:pt x="61352" y="62517"/>
                </a:cubicBezTo>
                <a:cubicBezTo>
                  <a:pt x="59735" y="59476"/>
                  <a:pt x="57664" y="57097"/>
                  <a:pt x="55140" y="55382"/>
                </a:cubicBezTo>
                <a:cubicBezTo>
                  <a:pt x="52616" y="53667"/>
                  <a:pt x="49606" y="52810"/>
                  <a:pt x="46111" y="52810"/>
                </a:cubicBezTo>
                <a:cubicBezTo>
                  <a:pt x="43976" y="52810"/>
                  <a:pt x="41808" y="53149"/>
                  <a:pt x="39607" y="53829"/>
                </a:cubicBezTo>
                <a:cubicBezTo>
                  <a:pt x="37407" y="54509"/>
                  <a:pt x="35126" y="55641"/>
                  <a:pt x="32763" y="57227"/>
                </a:cubicBezTo>
                <a:cubicBezTo>
                  <a:pt x="30401" y="58812"/>
                  <a:pt x="27910" y="60916"/>
                  <a:pt x="25288" y="63537"/>
                </a:cubicBezTo>
                <a:cubicBezTo>
                  <a:pt x="22667" y="66158"/>
                  <a:pt x="19868" y="69410"/>
                  <a:pt x="16891" y="73293"/>
                </a:cubicBezTo>
                <a:lnTo>
                  <a:pt x="16891" y="120569"/>
                </a:lnTo>
                <a:cubicBezTo>
                  <a:pt x="19998" y="121864"/>
                  <a:pt x="23266" y="122883"/>
                  <a:pt x="26696" y="123627"/>
                </a:cubicBezTo>
                <a:cubicBezTo>
                  <a:pt x="30126" y="124371"/>
                  <a:pt x="33491" y="124744"/>
                  <a:pt x="36792" y="124744"/>
                </a:cubicBezTo>
                <a:cubicBezTo>
                  <a:pt x="45917" y="124744"/>
                  <a:pt x="53069" y="121653"/>
                  <a:pt x="58246" y="115473"/>
                </a:cubicBezTo>
                <a:cubicBezTo>
                  <a:pt x="63423" y="109292"/>
                  <a:pt x="66012" y="99989"/>
                  <a:pt x="66012" y="87563"/>
                </a:cubicBezTo>
                <a:close/>
                <a:moveTo>
                  <a:pt x="187688" y="137266"/>
                </a:moveTo>
                <a:lnTo>
                  <a:pt x="172544" y="137266"/>
                </a:lnTo>
                <a:lnTo>
                  <a:pt x="171962" y="121540"/>
                </a:lnTo>
                <a:cubicBezTo>
                  <a:pt x="169050" y="124905"/>
                  <a:pt x="166283" y="127704"/>
                  <a:pt x="163662" y="129937"/>
                </a:cubicBezTo>
                <a:cubicBezTo>
                  <a:pt x="161041" y="132170"/>
                  <a:pt x="158436" y="133966"/>
                  <a:pt x="155847" y="135325"/>
                </a:cubicBezTo>
                <a:cubicBezTo>
                  <a:pt x="153258" y="136684"/>
                  <a:pt x="150654" y="137639"/>
                  <a:pt x="148032" y="138189"/>
                </a:cubicBezTo>
                <a:cubicBezTo>
                  <a:pt x="145411" y="138739"/>
                  <a:pt x="142645" y="139014"/>
                  <a:pt x="139732" y="139014"/>
                </a:cubicBezTo>
                <a:cubicBezTo>
                  <a:pt x="129701" y="139014"/>
                  <a:pt x="122129" y="136069"/>
                  <a:pt x="117016" y="130180"/>
                </a:cubicBezTo>
                <a:cubicBezTo>
                  <a:pt x="111904" y="124291"/>
                  <a:pt x="109347" y="115392"/>
                  <a:pt x="109347" y="103484"/>
                </a:cubicBezTo>
                <a:lnTo>
                  <a:pt x="109347" y="39801"/>
                </a:lnTo>
                <a:lnTo>
                  <a:pt x="126239" y="39801"/>
                </a:lnTo>
                <a:lnTo>
                  <a:pt x="126239" y="102125"/>
                </a:lnTo>
                <a:cubicBezTo>
                  <a:pt x="126239" y="117075"/>
                  <a:pt x="131869" y="124549"/>
                  <a:pt x="143130" y="124549"/>
                </a:cubicBezTo>
                <a:cubicBezTo>
                  <a:pt x="145201" y="124549"/>
                  <a:pt x="147223" y="124242"/>
                  <a:pt x="149197" y="123627"/>
                </a:cubicBezTo>
                <a:cubicBezTo>
                  <a:pt x="151171" y="123012"/>
                  <a:pt x="153242" y="121945"/>
                  <a:pt x="155410" y="120424"/>
                </a:cubicBezTo>
                <a:cubicBezTo>
                  <a:pt x="157578" y="118903"/>
                  <a:pt x="159908" y="116848"/>
                  <a:pt x="162400" y="114259"/>
                </a:cubicBezTo>
                <a:cubicBezTo>
                  <a:pt x="164891" y="111671"/>
                  <a:pt x="167690" y="108402"/>
                  <a:pt x="170797" y="104455"/>
                </a:cubicBezTo>
                <a:lnTo>
                  <a:pt x="170797" y="39801"/>
                </a:lnTo>
                <a:lnTo>
                  <a:pt x="187688" y="39801"/>
                </a:lnTo>
                <a:lnTo>
                  <a:pt x="187688" y="137266"/>
                </a:lnTo>
                <a:close/>
                <a:moveTo>
                  <a:pt x="295871" y="110667"/>
                </a:moveTo>
                <a:cubicBezTo>
                  <a:pt x="295871" y="114097"/>
                  <a:pt x="295288" y="117172"/>
                  <a:pt x="294123" y="119890"/>
                </a:cubicBezTo>
                <a:cubicBezTo>
                  <a:pt x="292958" y="122608"/>
                  <a:pt x="291373" y="125019"/>
                  <a:pt x="289367" y="127122"/>
                </a:cubicBezTo>
                <a:cubicBezTo>
                  <a:pt x="287360" y="129225"/>
                  <a:pt x="285031" y="131021"/>
                  <a:pt x="282377" y="132510"/>
                </a:cubicBezTo>
                <a:cubicBezTo>
                  <a:pt x="279724" y="133998"/>
                  <a:pt x="276892" y="135228"/>
                  <a:pt x="273883" y="136199"/>
                </a:cubicBezTo>
                <a:cubicBezTo>
                  <a:pt x="270873" y="137169"/>
                  <a:pt x="267783" y="137881"/>
                  <a:pt x="264612" y="138334"/>
                </a:cubicBezTo>
                <a:cubicBezTo>
                  <a:pt x="261441" y="138787"/>
                  <a:pt x="258334" y="139014"/>
                  <a:pt x="255293" y="139014"/>
                </a:cubicBezTo>
                <a:cubicBezTo>
                  <a:pt x="248691" y="139014"/>
                  <a:pt x="242624" y="138723"/>
                  <a:pt x="237091" y="138140"/>
                </a:cubicBezTo>
                <a:cubicBezTo>
                  <a:pt x="231557" y="137558"/>
                  <a:pt x="226137" y="136619"/>
                  <a:pt x="220830" y="135325"/>
                </a:cubicBezTo>
                <a:lnTo>
                  <a:pt x="220830" y="119793"/>
                </a:lnTo>
                <a:cubicBezTo>
                  <a:pt x="226526" y="121411"/>
                  <a:pt x="232188" y="122640"/>
                  <a:pt x="237819" y="123482"/>
                </a:cubicBezTo>
                <a:cubicBezTo>
                  <a:pt x="243449" y="124323"/>
                  <a:pt x="249047" y="124744"/>
                  <a:pt x="254613" y="124744"/>
                </a:cubicBezTo>
                <a:cubicBezTo>
                  <a:pt x="262703" y="124744"/>
                  <a:pt x="268689" y="123643"/>
                  <a:pt x="272572" y="121443"/>
                </a:cubicBezTo>
                <a:cubicBezTo>
                  <a:pt x="276455" y="119243"/>
                  <a:pt x="278397" y="116104"/>
                  <a:pt x="278397" y="112027"/>
                </a:cubicBezTo>
                <a:cubicBezTo>
                  <a:pt x="278397" y="110279"/>
                  <a:pt x="278090" y="108710"/>
                  <a:pt x="277475" y="107318"/>
                </a:cubicBezTo>
                <a:cubicBezTo>
                  <a:pt x="276860" y="105927"/>
                  <a:pt x="275744" y="104600"/>
                  <a:pt x="274126" y="103338"/>
                </a:cubicBezTo>
                <a:cubicBezTo>
                  <a:pt x="272508" y="102076"/>
                  <a:pt x="270000" y="100766"/>
                  <a:pt x="266602" y="99407"/>
                </a:cubicBezTo>
                <a:cubicBezTo>
                  <a:pt x="263204" y="98047"/>
                  <a:pt x="258561" y="96494"/>
                  <a:pt x="252672" y="94747"/>
                </a:cubicBezTo>
                <a:cubicBezTo>
                  <a:pt x="248271" y="93453"/>
                  <a:pt x="244210" y="91980"/>
                  <a:pt x="240488" y="90330"/>
                </a:cubicBezTo>
                <a:cubicBezTo>
                  <a:pt x="236767" y="88680"/>
                  <a:pt x="233547" y="86722"/>
                  <a:pt x="230829" y="84457"/>
                </a:cubicBezTo>
                <a:cubicBezTo>
                  <a:pt x="228111" y="82192"/>
                  <a:pt x="225976" y="79538"/>
                  <a:pt x="224422" y="76496"/>
                </a:cubicBezTo>
                <a:cubicBezTo>
                  <a:pt x="222869" y="73455"/>
                  <a:pt x="222092" y="69863"/>
                  <a:pt x="222092" y="65721"/>
                </a:cubicBezTo>
                <a:cubicBezTo>
                  <a:pt x="222092" y="63003"/>
                  <a:pt x="222723" y="60026"/>
                  <a:pt x="223985" y="56790"/>
                </a:cubicBezTo>
                <a:cubicBezTo>
                  <a:pt x="225247" y="53554"/>
                  <a:pt x="227399" y="50545"/>
                  <a:pt x="230441" y="47762"/>
                </a:cubicBezTo>
                <a:cubicBezTo>
                  <a:pt x="233483" y="44979"/>
                  <a:pt x="237592" y="42665"/>
                  <a:pt x="242770" y="40821"/>
                </a:cubicBezTo>
                <a:cubicBezTo>
                  <a:pt x="247947" y="38976"/>
                  <a:pt x="254419" y="38054"/>
                  <a:pt x="262185" y="38054"/>
                </a:cubicBezTo>
                <a:cubicBezTo>
                  <a:pt x="266003" y="38054"/>
                  <a:pt x="270242" y="38264"/>
                  <a:pt x="274902" y="38685"/>
                </a:cubicBezTo>
                <a:cubicBezTo>
                  <a:pt x="279562" y="39106"/>
                  <a:pt x="284416" y="39834"/>
                  <a:pt x="289464" y="40869"/>
                </a:cubicBezTo>
                <a:lnTo>
                  <a:pt x="289464" y="55916"/>
                </a:lnTo>
                <a:cubicBezTo>
                  <a:pt x="284157" y="54622"/>
                  <a:pt x="279125" y="53667"/>
                  <a:pt x="274368" y="53052"/>
                </a:cubicBezTo>
                <a:cubicBezTo>
                  <a:pt x="269611" y="52438"/>
                  <a:pt x="265486" y="52130"/>
                  <a:pt x="261991" y="52130"/>
                </a:cubicBezTo>
                <a:cubicBezTo>
                  <a:pt x="257784" y="52130"/>
                  <a:pt x="254241" y="52454"/>
                  <a:pt x="251361" y="53101"/>
                </a:cubicBezTo>
                <a:cubicBezTo>
                  <a:pt x="248481" y="53748"/>
                  <a:pt x="246151" y="54638"/>
                  <a:pt x="244372" y="55771"/>
                </a:cubicBezTo>
                <a:cubicBezTo>
                  <a:pt x="242592" y="56903"/>
                  <a:pt x="241314" y="58230"/>
                  <a:pt x="240537" y="59751"/>
                </a:cubicBezTo>
                <a:cubicBezTo>
                  <a:pt x="239760" y="61272"/>
                  <a:pt x="239372" y="62906"/>
                  <a:pt x="239372" y="64653"/>
                </a:cubicBezTo>
                <a:cubicBezTo>
                  <a:pt x="239372" y="66400"/>
                  <a:pt x="239712" y="67986"/>
                  <a:pt x="240391" y="69410"/>
                </a:cubicBezTo>
                <a:cubicBezTo>
                  <a:pt x="241071" y="70834"/>
                  <a:pt x="242333" y="72209"/>
                  <a:pt x="244177" y="73536"/>
                </a:cubicBezTo>
                <a:cubicBezTo>
                  <a:pt x="246022" y="74862"/>
                  <a:pt x="248594" y="76189"/>
                  <a:pt x="251895" y="77516"/>
                </a:cubicBezTo>
                <a:cubicBezTo>
                  <a:pt x="255196" y="78842"/>
                  <a:pt x="259499" y="80282"/>
                  <a:pt x="264806" y="81836"/>
                </a:cubicBezTo>
                <a:cubicBezTo>
                  <a:pt x="270566" y="83518"/>
                  <a:pt x="275420" y="85282"/>
                  <a:pt x="279368" y="87126"/>
                </a:cubicBezTo>
                <a:cubicBezTo>
                  <a:pt x="283315" y="88971"/>
                  <a:pt x="286519" y="91026"/>
                  <a:pt x="288978" y="93291"/>
                </a:cubicBezTo>
                <a:cubicBezTo>
                  <a:pt x="291438" y="95556"/>
                  <a:pt x="293201" y="98112"/>
                  <a:pt x="294269" y="100960"/>
                </a:cubicBezTo>
                <a:cubicBezTo>
                  <a:pt x="295337" y="103807"/>
                  <a:pt x="295871" y="107043"/>
                  <a:pt x="295871" y="110667"/>
                </a:cubicBezTo>
                <a:close/>
                <a:moveTo>
                  <a:pt x="406383" y="137266"/>
                </a:moveTo>
                <a:lnTo>
                  <a:pt x="389491" y="137266"/>
                </a:lnTo>
                <a:lnTo>
                  <a:pt x="389491" y="75040"/>
                </a:lnTo>
                <a:cubicBezTo>
                  <a:pt x="389491" y="67533"/>
                  <a:pt x="388084" y="61919"/>
                  <a:pt x="385269" y="58197"/>
                </a:cubicBezTo>
                <a:cubicBezTo>
                  <a:pt x="382453" y="54476"/>
                  <a:pt x="378425" y="52616"/>
                  <a:pt x="373183" y="52616"/>
                </a:cubicBezTo>
                <a:cubicBezTo>
                  <a:pt x="370917" y="52616"/>
                  <a:pt x="368798" y="52923"/>
                  <a:pt x="366824" y="53538"/>
                </a:cubicBezTo>
                <a:cubicBezTo>
                  <a:pt x="364850" y="54153"/>
                  <a:pt x="362795" y="55220"/>
                  <a:pt x="360660" y="56741"/>
                </a:cubicBezTo>
                <a:cubicBezTo>
                  <a:pt x="358524" y="58262"/>
                  <a:pt x="356194" y="60317"/>
                  <a:pt x="353670" y="62906"/>
                </a:cubicBezTo>
                <a:cubicBezTo>
                  <a:pt x="351146" y="65494"/>
                  <a:pt x="348234" y="68730"/>
                  <a:pt x="344933" y="72613"/>
                </a:cubicBezTo>
                <a:lnTo>
                  <a:pt x="344933" y="137266"/>
                </a:lnTo>
                <a:lnTo>
                  <a:pt x="328042" y="137266"/>
                </a:lnTo>
                <a:lnTo>
                  <a:pt x="328042" y="0"/>
                </a:lnTo>
                <a:lnTo>
                  <a:pt x="344933" y="0"/>
                </a:lnTo>
                <a:lnTo>
                  <a:pt x="344933" y="39774"/>
                </a:lnTo>
                <a:lnTo>
                  <a:pt x="344351" y="55140"/>
                </a:lnTo>
                <a:cubicBezTo>
                  <a:pt x="347004" y="51968"/>
                  <a:pt x="349609" y="49299"/>
                  <a:pt x="352165" y="47131"/>
                </a:cubicBezTo>
                <a:cubicBezTo>
                  <a:pt x="354722" y="44963"/>
                  <a:pt x="357278" y="43199"/>
                  <a:pt x="359834" y="41840"/>
                </a:cubicBezTo>
                <a:cubicBezTo>
                  <a:pt x="362391" y="40481"/>
                  <a:pt x="364996" y="39510"/>
                  <a:pt x="367649" y="38928"/>
                </a:cubicBezTo>
                <a:cubicBezTo>
                  <a:pt x="370303" y="38345"/>
                  <a:pt x="373053" y="38054"/>
                  <a:pt x="375901" y="38054"/>
                </a:cubicBezTo>
                <a:cubicBezTo>
                  <a:pt x="385608" y="38054"/>
                  <a:pt x="393116" y="41015"/>
                  <a:pt x="398422" y="46937"/>
                </a:cubicBezTo>
                <a:cubicBezTo>
                  <a:pt x="403729" y="52858"/>
                  <a:pt x="406383" y="61773"/>
                  <a:pt x="406383" y="73681"/>
                </a:cubicBezTo>
                <a:lnTo>
                  <a:pt x="406383" y="1372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988932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2026-09-05T17:18:07.6910000Z</dcterms:created>
  <dcterms:modified xsi:type="dcterms:W3CDTF">2026-09-05T17:18:07.6910000Z</dcterms:modified>
</coreProperties>
</file>