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2b5af8234847f5" /><Relationship Type="http://schemas.openxmlformats.org/officeDocument/2006/relationships/extended-properties" Target="/docProps/app.xml" Id="Rfafabaf8a58f4633" /><Relationship Type="http://schemas.openxmlformats.org/officeDocument/2006/relationships/officeDocument" Target="/ppt/presentation.xml" Id="R2b045cbd71d0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b3554005043e9"/>
  </p:sldMasterIdLst>
  <p:notesMasterIdLst>
    <p:notesMasterId xmlns:r="http://schemas.openxmlformats.org/officeDocument/2006/relationships" r:id="Rcac2da6a88c94870"/>
  </p:notesMasterIdLst>
  <p:sldIdLst>
    <p:sldId xmlns:r="http://schemas.openxmlformats.org/officeDocument/2006/relationships" id="256" r:id="Rc136725274b2480e"/>
  </p:sldIdLst>
  <p:sldSz cx="11315700" cy="5086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790ab50e64cae" /><Relationship Type="http://schemas.openxmlformats.org/officeDocument/2006/relationships/slideMaster" Target="/ppt/slideMasters/slideMaster1.xml" Id="R14eb3554005043e9" /><Relationship Type="http://schemas.openxmlformats.org/officeDocument/2006/relationships/notesMaster" Target="/ppt/notesMasters/notesMaster1.xml" Id="Rcac2da6a88c94870" /><Relationship Type="http://schemas.openxmlformats.org/officeDocument/2006/relationships/presProps" Target="/ppt/presProps.xml" Id="Rc9378a258c74419c" /><Relationship Type="http://schemas.openxmlformats.org/officeDocument/2006/relationships/tableStyles" Target="/ppt/tableStyles.xml" Id="R9ace363afd974ba7" /><Relationship Type="http://schemas.openxmlformats.org/officeDocument/2006/relationships/slide" Target="/ppt/slides/slide1.xml" Id="Rc136725274b248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b785eaa11d4e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0fc1a24c94785" /><Relationship Type="http://schemas.openxmlformats.org/officeDocument/2006/relationships/notesMaster" Target="/ppt/notesMasters/notesMaster1.xml" Id="Rc5d107313346438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素材ID：AI-015</ns1:t>
            </ns1:r>
          </ns1:p>
          <ns1:p>
            <ns1:r>
              <ns1:t>论文：Learning Interactive Real-World Simulators</ns1:t>
            </ns1:r>
          </ns1:p>
          <ns1:p>
            <ns1:r>
              <ns1:t>会议：ICLR 2024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类型：数据与表示</ns1:t>
            </ns1:r>
          </ns1:p>
          <ns1:p>
            <ns1:r>
              <ns1:t>借鉴点：中心模型加环形九路多源数据，让广泛覆盖一目了然；适合数据覆盖/统一接口说明图。</ns1:t>
            </ns1:r>
          </ns1:p>
          <ns1:p>
            <ns1:r>
              <ns1:t>论文URL：https://openreview.net/forum?id=sFyTZEqmUY</ns1:t>
            </ns1:r>
          </ns1:p>
          <ns1:p>
            <ns1:r>
              <ns1:t>官方获奖URL：https://blog.iclr.cc/2024/05/06/iclr-2024-outstanding-paper-awards/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65aa9effb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71df11043549c7" /><Relationship Type="http://schemas.openxmlformats.org/officeDocument/2006/relationships/slideLayout" Target="/ppt/slideLayouts/slideLayout1.xml" Id="Rac729ae9280f4e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29ae9280f4e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79c4e9b8e455e" /><Relationship Type="http://schemas.openxmlformats.org/officeDocument/2006/relationships/image" Target="/ppt/media/image.png" Id="R56bb233c5dcc41d4" /><Relationship Type="http://schemas.openxmlformats.org/officeDocument/2006/relationships/image" Target="/ppt/media/image2.png" Id="R87d5d9e7ae8d4d45" /><Relationship Type="http://schemas.openxmlformats.org/officeDocument/2006/relationships/image" Target="/ppt/media/image3.png" Id="R24465d801bf94853" /><Relationship Type="http://schemas.openxmlformats.org/officeDocument/2006/relationships/image" Target="/ppt/media/image4.png" Id="Rf38b7fbe721b4297" /><Relationship Type="http://schemas.openxmlformats.org/officeDocument/2006/relationships/image" Target="/ppt/media/image5.png" Id="R3b74b949d3954d2b" /><Relationship Type="http://schemas.openxmlformats.org/officeDocument/2006/relationships/image" Target="/ppt/media/image6.png" Id="R27eeb49fa8044295" /><Relationship Type="http://schemas.openxmlformats.org/officeDocument/2006/relationships/image" Target="/ppt/media/image7.png" Id="Rd67e606261fa4494" /><Relationship Type="http://schemas.openxmlformats.org/officeDocument/2006/relationships/image" Target="/ppt/media/image8.png" Id="R433f9e46e8f54c68" /><Relationship Type="http://schemas.openxmlformats.org/officeDocument/2006/relationships/image" Target="/ppt/media/image9.png" Id="Ref29883337e3426c" /><Relationship Type="http://schemas.openxmlformats.org/officeDocument/2006/relationships/image" Target="/ppt/media/image10.png" Id="R2039a7820a024e0e" /><Relationship Type="http://schemas.openxmlformats.org/officeDocument/2006/relationships/notesSlide" Target="/ppt/notesSlides/notesSlide1.xml" Id="Ree291b1f4bb44b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b233c5dcc41d4"/>
          <a:stretch xmlns:a="http://schemas.openxmlformats.org/drawingml/2006/main"/>
        </p:blipFill>
        <p:spPr>
          <a:xfrm xmlns:a="http://schemas.openxmlformats.org/drawingml/2006/main">
            <a:off x="1590675" y="438150"/>
            <a:ext cx="2752725" cy="9906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5d9e7ae8d4d45"/>
          <a:stretch xmlns:a="http://schemas.openxmlformats.org/drawingml/2006/main"/>
        </p:blipFill>
        <p:spPr>
          <a:xfrm xmlns:a="http://schemas.openxmlformats.org/drawingml/2006/main">
            <a:off x="5010150" y="552450"/>
            <a:ext cx="1133475" cy="10096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65d801bf94853"/>
          <a:stretch xmlns:a="http://schemas.openxmlformats.org/drawingml/2006/main"/>
        </p:blipFill>
        <p:spPr>
          <a:xfrm xmlns:a="http://schemas.openxmlformats.org/drawingml/2006/main">
            <a:off x="6724650" y="619125"/>
            <a:ext cx="2743200" cy="10287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b7fbe721b4297"/>
          <a:stretch xmlns:a="http://schemas.openxmlformats.org/drawingml/2006/main"/>
        </p:blipFill>
        <p:spPr>
          <a:xfrm xmlns:a="http://schemas.openxmlformats.org/drawingml/2006/main">
            <a:off x="1419225" y="1771650"/>
            <a:ext cx="2819400" cy="84772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4b949d3954d2b"/>
          <a:stretch xmlns:a="http://schemas.openxmlformats.org/drawingml/2006/main"/>
        </p:blipFill>
        <p:spPr>
          <a:xfrm xmlns:a="http://schemas.openxmlformats.org/drawingml/2006/main">
            <a:off x="6734175" y="1847850"/>
            <a:ext cx="2743200" cy="77152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eb49fa8044295"/>
          <a:stretch xmlns:a="http://schemas.openxmlformats.org/drawingml/2006/main"/>
        </p:blipFill>
        <p:spPr>
          <a:xfrm xmlns:a="http://schemas.openxmlformats.org/drawingml/2006/main">
            <a:off x="1647825" y="3019425"/>
            <a:ext cx="2781300" cy="790575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e606261fa4494"/>
          <a:stretch xmlns:a="http://schemas.openxmlformats.org/drawingml/2006/main"/>
        </p:blipFill>
        <p:spPr>
          <a:xfrm xmlns:a="http://schemas.openxmlformats.org/drawingml/2006/main">
            <a:off x="6810375" y="3114675"/>
            <a:ext cx="2590800" cy="790575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f9e46e8f54c68"/>
          <a:stretch xmlns:a="http://schemas.openxmlformats.org/drawingml/2006/main"/>
        </p:blipFill>
        <p:spPr>
          <a:xfrm xmlns:a="http://schemas.openxmlformats.org/drawingml/2006/main">
            <a:off x="2857500" y="4076700"/>
            <a:ext cx="2781300" cy="81915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9883337e3426c"/>
          <a:stretch xmlns:a="http://schemas.openxmlformats.org/drawingml/2006/main"/>
        </p:blipFill>
        <p:spPr>
          <a:xfrm xmlns:a="http://schemas.openxmlformats.org/drawingml/2006/main">
            <a:off x="5924550" y="4162425"/>
            <a:ext cx="2619375" cy="77152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9a7820a024e0e"/>
          <a:stretch xmlns:a="http://schemas.openxmlformats.org/drawingml/2006/main"/>
        </p:blipFill>
        <p:spPr>
          <a:xfrm xmlns:a="http://schemas.openxmlformats.org/drawingml/2006/main">
            <a:off x="4794409" y="1605285"/>
            <a:ext cx="1625346" cy="1695185"/>
          </a:xfrm>
          <a:prstGeom xmlns:a="http://schemas.openxmlformats.org/drawingml/2006/main" prst="rect">
            <a:avLst/>
          </a:prstGeom>
        </p:spPr>
      </p:pic>
      <p:sp>
        <p:nvSpPr>
          <p:cNvPr id="11" name="line-1">
            <a:extLst xmlns:a="http://schemas.openxmlformats.org/drawingml/2006/main">
              <a:ext uri="{FF2B5EF4-FFF2-40B4-BE49-F238E27FC236}">
                <a16:creationId xmlns:a16="http://schemas.microsoft.com/office/drawing/2014/main" id="{E5A62CDF-E4C8-4ADF-9752-3CE6386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38275"/>
            <a:ext cx="428625" cy="419100"/>
          </a:xfrm>
          <a:custGeom xmlns:a="http://schemas.openxmlformats.org/drawingml/2006/main">
            <a:pathLst>
              <a:path w="428625" h="419100">
                <a:moveTo>
                  <a:pt x="0" y="0"/>
                </a:moveTo>
                <a:lnTo>
                  <a:pt x="428625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2" name="path-2">
            <a:extLst xmlns:a="http://schemas.openxmlformats.org/drawingml/2006/main">
              <a:ext uri="{FF2B5EF4-FFF2-40B4-BE49-F238E27FC236}">
                <a16:creationId xmlns:a16="http://schemas.microsoft.com/office/drawing/2014/main" id="{B786ECAE-AAF2-4FC8-BE06-99DB4622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377" y="1777347"/>
            <a:ext cx="80698" cy="80028"/>
          </a:xfrm>
          <a:custGeom xmlns:a="http://schemas.openxmlformats.org/drawingml/2006/main">
            <a:pathLst>
              <a:path w="80698" h="80028">
                <a:moveTo>
                  <a:pt x="80698" y="80028"/>
                </a:moveTo>
                <a:lnTo>
                  <a:pt x="0" y="51103"/>
                </a:lnTo>
                <a:lnTo>
                  <a:pt x="49968" y="0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3" name="line-3">
            <a:extLst xmlns:a="http://schemas.openxmlformats.org/drawingml/2006/main">
              <a:ext uri="{FF2B5EF4-FFF2-40B4-BE49-F238E27FC236}">
                <a16:creationId xmlns:a16="http://schemas.microsoft.com/office/drawing/2014/main" id="{46FB5500-FA4B-412A-B42C-0249097D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38275"/>
            <a:ext cx="428625" cy="419100"/>
          </a:xfrm>
          <a:custGeom xmlns:a="http://schemas.openxmlformats.org/drawingml/2006/main">
            <a:pathLst>
              <a:path w="428625" h="419100">
                <a:moveTo>
                  <a:pt x="428625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4" name="path-4">
            <a:extLst xmlns:a="http://schemas.openxmlformats.org/drawingml/2006/main">
              <a:ext uri="{FF2B5EF4-FFF2-40B4-BE49-F238E27FC236}">
                <a16:creationId xmlns:a16="http://schemas.microsoft.com/office/drawing/2014/main" id="{5A346BEA-4294-443C-846C-3CEEACFC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38275"/>
            <a:ext cx="80698" cy="80028"/>
          </a:xfrm>
          <a:custGeom xmlns:a="http://schemas.openxmlformats.org/drawingml/2006/main">
            <a:pathLst>
              <a:path w="80698" h="80028">
                <a:moveTo>
                  <a:pt x="0" y="0"/>
                </a:moveTo>
                <a:lnTo>
                  <a:pt x="80698" y="28924"/>
                </a:lnTo>
                <a:lnTo>
                  <a:pt x="30730" y="80028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5" name="line-5">
            <a:extLst xmlns:a="http://schemas.openxmlformats.org/drawingml/2006/main">
              <a:ext uri="{FF2B5EF4-FFF2-40B4-BE49-F238E27FC236}">
                <a16:creationId xmlns:a16="http://schemas.microsoft.com/office/drawing/2014/main" id="{ECBF0109-1B41-46DD-876A-2E77D3D9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571625"/>
            <a:ext cx="10" cy="257175"/>
          </a:xfrm>
          <a:custGeom xmlns:a="http://schemas.openxmlformats.org/drawingml/2006/main">
            <a:pathLst>
              <a:path w="10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6" name="path-6">
            <a:extLst xmlns:a="http://schemas.openxmlformats.org/drawingml/2006/main">
              <a:ext uri="{FF2B5EF4-FFF2-40B4-BE49-F238E27FC236}">
                <a16:creationId xmlns:a16="http://schemas.microsoft.com/office/drawing/2014/main" id="{0F5A3264-7485-41F7-8690-8AD6D48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539" y="1750879"/>
            <a:ext cx="71472" cy="77921"/>
          </a:xfrm>
          <a:custGeom xmlns:a="http://schemas.openxmlformats.org/drawingml/2006/main">
            <a:pathLst>
              <a:path w="71472" h="77921">
                <a:moveTo>
                  <a:pt x="35736" y="77921"/>
                </a:moveTo>
                <a:lnTo>
                  <a:pt x="0" y="0"/>
                </a:lnTo>
                <a:lnTo>
                  <a:pt x="71472" y="0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7" name="line-7">
            <a:extLst xmlns:a="http://schemas.openxmlformats.org/drawingml/2006/main">
              <a:ext uri="{FF2B5EF4-FFF2-40B4-BE49-F238E27FC236}">
                <a16:creationId xmlns:a16="http://schemas.microsoft.com/office/drawing/2014/main" id="{1A73B5F4-5332-4451-B9F1-4ED5422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571625"/>
            <a:ext cx="10" cy="257175"/>
          </a:xfrm>
          <a:custGeom xmlns:a="http://schemas.openxmlformats.org/drawingml/2006/main">
            <a:pathLst>
              <a:path w="10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8" name="path-8">
            <a:extLst xmlns:a="http://schemas.openxmlformats.org/drawingml/2006/main">
              <a:ext uri="{FF2B5EF4-FFF2-40B4-BE49-F238E27FC236}">
                <a16:creationId xmlns:a16="http://schemas.microsoft.com/office/drawing/2014/main" id="{540613D9-0CAE-4AFE-903E-C3E36F93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539" y="1571625"/>
            <a:ext cx="71472" cy="77921"/>
          </a:xfrm>
          <a:custGeom xmlns:a="http://schemas.openxmlformats.org/drawingml/2006/main">
            <a:pathLst>
              <a:path w="71472" h="77921">
                <a:moveTo>
                  <a:pt x="35736" y="0"/>
                </a:moveTo>
                <a:lnTo>
                  <a:pt x="71472" y="77921"/>
                </a:lnTo>
                <a:lnTo>
                  <a:pt x="0" y="77921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19" name="line-9">
            <a:extLst xmlns:a="http://schemas.openxmlformats.org/drawingml/2006/main">
              <a:ext uri="{FF2B5EF4-FFF2-40B4-BE49-F238E27FC236}">
                <a16:creationId xmlns:a16="http://schemas.microsoft.com/office/drawing/2014/main" id="{0F19AC5D-98C4-47CB-A5BC-F439BBE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3827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41910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0" name="path-10">
            <a:extLst xmlns:a="http://schemas.openxmlformats.org/drawingml/2006/main">
              <a:ext uri="{FF2B5EF4-FFF2-40B4-BE49-F238E27FC236}">
                <a16:creationId xmlns:a16="http://schemas.microsoft.com/office/drawing/2014/main" id="{08F14831-DDD4-4EDD-B3C1-F5EDF33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77007"/>
            <a:ext cx="80368" cy="80368"/>
          </a:xfrm>
          <a:custGeom xmlns:a="http://schemas.openxmlformats.org/drawingml/2006/main">
            <a:pathLst>
              <a:path w="80368" h="80368">
                <a:moveTo>
                  <a:pt x="0" y="80368"/>
                </a:moveTo>
                <a:lnTo>
                  <a:pt x="29829" y="0"/>
                </a:lnTo>
                <a:lnTo>
                  <a:pt x="80368" y="50539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1" name="line-11">
            <a:extLst xmlns:a="http://schemas.openxmlformats.org/drawingml/2006/main">
              <a:ext uri="{FF2B5EF4-FFF2-40B4-BE49-F238E27FC236}">
                <a16:creationId xmlns:a16="http://schemas.microsoft.com/office/drawing/2014/main" id="{E020DEC3-2845-48C4-A1FF-C0367140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3827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0" y="41910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2" name="path-12">
            <a:extLst xmlns:a="http://schemas.openxmlformats.org/drawingml/2006/main">
              <a:ext uri="{FF2B5EF4-FFF2-40B4-BE49-F238E27FC236}">
                <a16:creationId xmlns:a16="http://schemas.microsoft.com/office/drawing/2014/main" id="{6134787D-B671-41D3-A6DA-6740665E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107" y="1438275"/>
            <a:ext cx="80368" cy="80368"/>
          </a:xfrm>
          <a:custGeom xmlns:a="http://schemas.openxmlformats.org/drawingml/2006/main">
            <a:pathLst>
              <a:path w="80368" h="80368">
                <a:moveTo>
                  <a:pt x="80368" y="0"/>
                </a:moveTo>
                <a:lnTo>
                  <a:pt x="50539" y="80368"/>
                </a:lnTo>
                <a:lnTo>
                  <a:pt x="0" y="29829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3" name="line-13">
            <a:extLst xmlns:a="http://schemas.openxmlformats.org/drawingml/2006/main">
              <a:ext uri="{FF2B5EF4-FFF2-40B4-BE49-F238E27FC236}">
                <a16:creationId xmlns:a16="http://schemas.microsoft.com/office/drawing/2014/main" id="{D1865676-9692-448D-8081-2308831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5277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3238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4" name="path-14">
            <a:extLst xmlns:a="http://schemas.openxmlformats.org/drawingml/2006/main">
              <a:ext uri="{FF2B5EF4-FFF2-40B4-BE49-F238E27FC236}">
                <a16:creationId xmlns:a16="http://schemas.microsoft.com/office/drawing/2014/main" id="{C785E299-F3DE-47E3-A869-AC17BA5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707" y="3152775"/>
            <a:ext cx="80368" cy="80368"/>
          </a:xfrm>
          <a:custGeom xmlns:a="http://schemas.openxmlformats.org/drawingml/2006/main">
            <a:pathLst>
              <a:path w="80368" h="80368">
                <a:moveTo>
                  <a:pt x="80368" y="0"/>
                </a:moveTo>
                <a:lnTo>
                  <a:pt x="50539" y="80368"/>
                </a:lnTo>
                <a:lnTo>
                  <a:pt x="0" y="29829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5" name="line-15">
            <a:extLst xmlns:a="http://schemas.openxmlformats.org/drawingml/2006/main">
              <a:ext uri="{FF2B5EF4-FFF2-40B4-BE49-F238E27FC236}">
                <a16:creationId xmlns:a16="http://schemas.microsoft.com/office/drawing/2014/main" id="{BE55CEC5-FC87-4EDC-BBD1-0413693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5277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6" name="path-16">
            <a:extLst xmlns:a="http://schemas.openxmlformats.org/drawingml/2006/main">
              <a:ext uri="{FF2B5EF4-FFF2-40B4-BE49-F238E27FC236}">
                <a16:creationId xmlns:a16="http://schemas.microsoft.com/office/drawing/2014/main" id="{48533921-FD8D-486E-B15F-D3F451F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96257"/>
            <a:ext cx="80368" cy="80368"/>
          </a:xfrm>
          <a:custGeom xmlns:a="http://schemas.openxmlformats.org/drawingml/2006/main">
            <a:pathLst>
              <a:path w="80368" h="80368">
                <a:moveTo>
                  <a:pt x="0" y="80368"/>
                </a:moveTo>
                <a:lnTo>
                  <a:pt x="29829" y="0"/>
                </a:lnTo>
                <a:lnTo>
                  <a:pt x="80368" y="50539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7" name="line-17">
            <a:extLst xmlns:a="http://schemas.openxmlformats.org/drawingml/2006/main">
              <a:ext uri="{FF2B5EF4-FFF2-40B4-BE49-F238E27FC236}">
                <a16:creationId xmlns:a16="http://schemas.microsoft.com/office/drawing/2014/main" id="{8B179D83-16D9-4FEC-953C-09D34AE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52775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0"/>
                </a:moveTo>
                <a:lnTo>
                  <a:pt x="3810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8" name="path-18">
            <a:extLst xmlns:a="http://schemas.openxmlformats.org/drawingml/2006/main">
              <a:ext uri="{FF2B5EF4-FFF2-40B4-BE49-F238E27FC236}">
                <a16:creationId xmlns:a16="http://schemas.microsoft.com/office/drawing/2014/main" id="{EF8C2483-4045-40D1-B53C-EDADB68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007" y="3453407"/>
            <a:ext cx="80368" cy="80368"/>
          </a:xfrm>
          <a:custGeom xmlns:a="http://schemas.openxmlformats.org/drawingml/2006/main">
            <a:pathLst>
              <a:path w="80368" h="80368">
                <a:moveTo>
                  <a:pt x="80368" y="80368"/>
                </a:moveTo>
                <a:lnTo>
                  <a:pt x="0" y="50539"/>
                </a:lnTo>
                <a:lnTo>
                  <a:pt x="50539" y="0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29" name="line-19">
            <a:extLst xmlns:a="http://schemas.openxmlformats.org/drawingml/2006/main">
              <a:ext uri="{FF2B5EF4-FFF2-40B4-BE49-F238E27FC236}">
                <a16:creationId xmlns:a16="http://schemas.microsoft.com/office/drawing/2014/main" id="{64E16DDF-3304-4349-8492-7B49F099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52775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381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0" name="path-20">
            <a:extLst xmlns:a="http://schemas.openxmlformats.org/drawingml/2006/main">
              <a:ext uri="{FF2B5EF4-FFF2-40B4-BE49-F238E27FC236}">
                <a16:creationId xmlns:a16="http://schemas.microsoft.com/office/drawing/2014/main" id="{5DF4718F-B8D9-4ABA-9191-AFD6B461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52775"/>
            <a:ext cx="80368" cy="80368"/>
          </a:xfrm>
          <a:custGeom xmlns:a="http://schemas.openxmlformats.org/drawingml/2006/main">
            <a:pathLst>
              <a:path w="80368" h="80368">
                <a:moveTo>
                  <a:pt x="0" y="0"/>
                </a:moveTo>
                <a:lnTo>
                  <a:pt x="80368" y="29829"/>
                </a:lnTo>
                <a:lnTo>
                  <a:pt x="29829" y="80368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1" name="line-21">
            <a:extLst xmlns:a="http://schemas.openxmlformats.org/drawingml/2006/main">
              <a:ext uri="{FF2B5EF4-FFF2-40B4-BE49-F238E27FC236}">
                <a16:creationId xmlns:a16="http://schemas.microsoft.com/office/drawing/2014/main" id="{B3DBA039-D70D-4E87-8173-09277490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62325"/>
            <a:ext cx="247650" cy="704850"/>
          </a:xfrm>
          <a:custGeom xmlns:a="http://schemas.openxmlformats.org/drawingml/2006/main">
            <a:pathLst>
              <a:path w="247650" h="704850">
                <a:moveTo>
                  <a:pt x="24765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2" name="path-22">
            <a:extLst xmlns:a="http://schemas.openxmlformats.org/drawingml/2006/main">
              <a:ext uri="{FF2B5EF4-FFF2-40B4-BE49-F238E27FC236}">
                <a16:creationId xmlns:a16="http://schemas.microsoft.com/office/drawing/2014/main" id="{B1BA50FA-9E4D-4743-95E3-72E19D0B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939" y="3981813"/>
            <a:ext cx="67431" cy="85362"/>
          </a:xfrm>
          <a:custGeom xmlns:a="http://schemas.openxmlformats.org/drawingml/2006/main">
            <a:pathLst>
              <a:path w="67431" h="85362">
                <a:moveTo>
                  <a:pt x="7886" y="85362"/>
                </a:moveTo>
                <a:lnTo>
                  <a:pt x="0" y="0"/>
                </a:lnTo>
                <a:lnTo>
                  <a:pt x="67431" y="23692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3" name="line-23">
            <a:extLst xmlns:a="http://schemas.openxmlformats.org/drawingml/2006/main">
              <a:ext uri="{FF2B5EF4-FFF2-40B4-BE49-F238E27FC236}">
                <a16:creationId xmlns:a16="http://schemas.microsoft.com/office/drawing/2014/main" id="{F8BBC039-6B33-41C2-98E8-E289E1C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62325"/>
            <a:ext cx="247650" cy="704850"/>
          </a:xfrm>
          <a:custGeom xmlns:a="http://schemas.openxmlformats.org/drawingml/2006/main">
            <a:pathLst>
              <a:path w="247650" h="704850">
                <a:moveTo>
                  <a:pt x="0" y="7048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4" name="path-24">
            <a:extLst xmlns:a="http://schemas.openxmlformats.org/drawingml/2006/main">
              <a:ext uri="{FF2B5EF4-FFF2-40B4-BE49-F238E27FC236}">
                <a16:creationId xmlns:a16="http://schemas.microsoft.com/office/drawing/2014/main" id="{364B88AF-44B6-430B-90E5-F55710E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30" y="3362325"/>
            <a:ext cx="67431" cy="85362"/>
          </a:xfrm>
          <a:custGeom xmlns:a="http://schemas.openxmlformats.org/drawingml/2006/main">
            <a:pathLst>
              <a:path w="67431" h="85362">
                <a:moveTo>
                  <a:pt x="59545" y="0"/>
                </a:moveTo>
                <a:lnTo>
                  <a:pt x="67431" y="85362"/>
                </a:lnTo>
                <a:lnTo>
                  <a:pt x="0" y="61669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5" name="line-25">
            <a:extLst xmlns:a="http://schemas.openxmlformats.org/drawingml/2006/main">
              <a:ext uri="{FF2B5EF4-FFF2-40B4-BE49-F238E27FC236}">
                <a16:creationId xmlns:a16="http://schemas.microsoft.com/office/drawing/2014/main" id="{188F4877-52D2-40D1-9067-E07F153B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19075" cy="714375"/>
          </a:xfrm>
          <a:custGeom xmlns:a="http://schemas.openxmlformats.org/drawingml/2006/main">
            <a:pathLst>
              <a:path w="219075" h="714375">
                <a:moveTo>
                  <a:pt x="0" y="0"/>
                </a:moveTo>
                <a:lnTo>
                  <a:pt x="219075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6" name="path-26">
            <a:extLst xmlns:a="http://schemas.openxmlformats.org/drawingml/2006/main">
              <a:ext uri="{FF2B5EF4-FFF2-40B4-BE49-F238E27FC236}">
                <a16:creationId xmlns:a16="http://schemas.microsoft.com/office/drawing/2014/main" id="{5469509F-0B54-4E74-A89B-114F536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564" y="4001251"/>
            <a:ext cx="68332" cy="84974"/>
          </a:xfrm>
          <a:custGeom xmlns:a="http://schemas.openxmlformats.org/drawingml/2006/main">
            <a:pathLst>
              <a:path w="68332" h="84974">
                <a:moveTo>
                  <a:pt x="57011" y="84974"/>
                </a:moveTo>
                <a:lnTo>
                  <a:pt x="0" y="20955"/>
                </a:lnTo>
                <a:lnTo>
                  <a:pt x="68332" y="0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7" name="line-27">
            <a:extLst xmlns:a="http://schemas.openxmlformats.org/drawingml/2006/main">
              <a:ext uri="{FF2B5EF4-FFF2-40B4-BE49-F238E27FC236}">
                <a16:creationId xmlns:a16="http://schemas.microsoft.com/office/drawing/2014/main" id="{A854BC07-EECC-4699-A142-F8CA102C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19075" cy="714375"/>
          </a:xfrm>
          <a:custGeom xmlns:a="http://schemas.openxmlformats.org/drawingml/2006/main">
            <a:pathLst>
              <a:path w="219075" h="714375">
                <a:moveTo>
                  <a:pt x="219075" y="714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8" name="path-28">
            <a:extLst xmlns:a="http://schemas.openxmlformats.org/drawingml/2006/main">
              <a:ext uri="{FF2B5EF4-FFF2-40B4-BE49-F238E27FC236}">
                <a16:creationId xmlns:a16="http://schemas.microsoft.com/office/drawing/2014/main" id="{A1C1A29C-E0A8-430D-90E7-C93F587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180" y="3371850"/>
            <a:ext cx="68332" cy="84974"/>
          </a:xfrm>
          <a:custGeom xmlns:a="http://schemas.openxmlformats.org/drawingml/2006/main">
            <a:pathLst>
              <a:path w="68332" h="84974">
                <a:moveTo>
                  <a:pt x="11320" y="0"/>
                </a:moveTo>
                <a:lnTo>
                  <a:pt x="68332" y="64019"/>
                </a:lnTo>
                <a:lnTo>
                  <a:pt x="0" y="84974"/>
                </a:lnTo>
                <a:close/>
              </a:path>
            </a:pathLst>
          </a:custGeom>
          <a:solidFill xmlns:a="http://schemas.openxmlformats.org/drawingml/2006/main">
            <a:srgbClr val="1637F1"/>
          </a:solidFill>
          <a:ln xmlns:a="http://schemas.openxmlformats.org/drawingml/2006/main" w="20003">
            <a:solidFill>
              <a:srgbClr val="1637F1"/>
            </a:solidFill>
          </a:ln>
        </p:spPr>
      </p:sp>
      <p:sp>
        <p:nvSpPr>
          <p:cNvPr id="39" name="AI-015-29">
            <a:extLst xmlns:a="http://schemas.openxmlformats.org/drawingml/2006/main">
              <a:ext uri="{FF2B5EF4-FFF2-40B4-BE49-F238E27FC236}">
                <a16:creationId xmlns:a16="http://schemas.microsoft.com/office/drawing/2014/main" id="{D25B043E-AE2F-4214-AEF1-18A06A8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2276475"/>
            <a:ext cx="121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98" b="1" i="0">
                <a:solidFill>
                  <a:srgbClr val="FFF100"/>
                </a:solidFill>
                <a:latin typeface="Arial"/>
                <a:ea typeface="Arial"/>
                <a:cs typeface="Arial"/>
              </a:defRPr>
            </a:pPr>
            <a:r>
              <a:rPr sz="2498" b="1" i="0">
                <a:solidFill>
                  <a:srgbClr val="FFF100"/>
                </a:solidFill>
                <a:latin typeface="Arial"/>
                <a:ea typeface="Arial"/>
                <a:cs typeface="Arial"/>
              </a:rPr>
              <a:t>UniSim</a:t>
            </a:r>
          </a:p>
        </p:txBody>
      </p:sp>
      <p:sp>
        <p:nvSpPr>
          <p:cNvPr id="40" name="AI-015-30">
            <a:extLst xmlns:a="http://schemas.openxmlformats.org/drawingml/2006/main">
              <a:ext uri="{FF2B5EF4-FFF2-40B4-BE49-F238E27FC236}">
                <a16:creationId xmlns:a16="http://schemas.microsoft.com/office/drawing/2014/main" id="{EC2AC5F9-F128-40A8-A552-9526CDB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42925"/>
            <a:ext cx="87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Internet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scenes</a:t>
            </a:r>
          </a:p>
        </p:txBody>
      </p:sp>
      <p:sp>
        <p:nvSpPr>
          <p:cNvPr id="41" name="AI-015-31">
            <a:extLst xmlns:a="http://schemas.openxmlformats.org/drawingml/2006/main">
              <a:ext uri="{FF2B5EF4-FFF2-40B4-BE49-F238E27FC236}">
                <a16:creationId xmlns:a16="http://schemas.microsoft.com/office/drawing/2014/main" id="{11675441-397C-4C53-8305-EA821F4D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190500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Internet texts, images, videos</a:t>
            </a:r>
          </a:p>
        </p:txBody>
      </p:sp>
      <p:sp>
        <p:nvSpPr>
          <p:cNvPr id="42" name="AI-015-32">
            <a:extLst xmlns:a="http://schemas.openxmlformats.org/drawingml/2006/main">
              <a:ext uri="{FF2B5EF4-FFF2-40B4-BE49-F238E27FC236}">
                <a16:creationId xmlns:a16="http://schemas.microsoft.com/office/drawing/2014/main" id="{148D5206-E86A-46C8-BB7E-0CB6B6A6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581025"/>
            <a:ext cx="10572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Panarama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scans</a:t>
            </a:r>
          </a:p>
        </p:txBody>
      </p:sp>
      <p:sp>
        <p:nvSpPr>
          <p:cNvPr id="43" name="AI-015-33">
            <a:extLst xmlns:a="http://schemas.openxmlformats.org/drawingml/2006/main">
              <a:ext uri="{FF2B5EF4-FFF2-40B4-BE49-F238E27FC236}">
                <a16:creationId xmlns:a16="http://schemas.microsoft.com/office/drawing/2014/main" id="{EAABD900-3A22-4261-938D-171CAB9F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952625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Internet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robots</a:t>
            </a:r>
          </a:p>
        </p:txBody>
      </p:sp>
      <p:sp>
        <p:nvSpPr>
          <p:cNvPr id="44" name="AI-015-34">
            <a:extLst xmlns:a="http://schemas.openxmlformats.org/drawingml/2006/main">
              <a:ext uri="{FF2B5EF4-FFF2-40B4-BE49-F238E27FC236}">
                <a16:creationId xmlns:a16="http://schemas.microsoft.com/office/drawing/2014/main" id="{1AF02DB0-E302-4FC5-BDF6-E94A05C6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1943100"/>
            <a:ext cx="1162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Simulated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navigation</a:t>
            </a:r>
          </a:p>
        </p:txBody>
      </p:sp>
      <p:sp>
        <p:nvSpPr>
          <p:cNvPr id="45" name="AI-015-35">
            <a:extLst xmlns:a="http://schemas.openxmlformats.org/drawingml/2006/main">
              <a:ext uri="{FF2B5EF4-FFF2-40B4-BE49-F238E27FC236}">
                <a16:creationId xmlns:a16="http://schemas.microsoft.com/office/drawing/2014/main" id="{9181F83A-12B1-426A-93A1-5608C2E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3162300"/>
            <a:ext cx="1409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manipulation</a:t>
            </a:r>
          </a:p>
        </p:txBody>
      </p:sp>
      <p:sp>
        <p:nvSpPr>
          <p:cNvPr id="46" name="AI-015-36">
            <a:extLst xmlns:a="http://schemas.openxmlformats.org/drawingml/2006/main">
              <a:ext uri="{FF2B5EF4-FFF2-40B4-BE49-F238E27FC236}">
                <a16:creationId xmlns:a16="http://schemas.microsoft.com/office/drawing/2014/main" id="{B5DF69E2-FB8F-47EF-B13E-C7A9BBB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219450"/>
            <a:ext cx="1219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Real-world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navigation</a:t>
            </a:r>
          </a:p>
        </p:txBody>
      </p:sp>
      <p:sp>
        <p:nvSpPr>
          <p:cNvPr id="47" name="AI-015-37">
            <a:extLst xmlns:a="http://schemas.openxmlformats.org/drawingml/2006/main">
              <a:ext uri="{FF2B5EF4-FFF2-40B4-BE49-F238E27FC236}">
                <a16:creationId xmlns:a16="http://schemas.microsoft.com/office/drawing/2014/main" id="{29868107-D1D9-4A55-946E-322F765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4229100"/>
            <a:ext cx="1314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Robot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manipulation</a:t>
            </a:r>
          </a:p>
        </p:txBody>
      </p:sp>
      <p:sp>
        <p:nvSpPr>
          <p:cNvPr id="48" name="AI-015-38">
            <a:extLst xmlns:a="http://schemas.openxmlformats.org/drawingml/2006/main">
              <a:ext uri="{FF2B5EF4-FFF2-40B4-BE49-F238E27FC236}">
                <a16:creationId xmlns:a16="http://schemas.microsoft.com/office/drawing/2014/main" id="{DA7A6F1F-31B8-445F-8C0A-24C851A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305300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Simulated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manipulation</a:t>
            </a:r>
          </a:p>
        </p:txBody>
      </p:sp>
    </p:spTree>
    <p:extLst>
      <p:ext uri="{BB962C8B-B14F-4D97-AF65-F5344CB8AC3E}">
        <p14:creationId xmlns:p14="http://schemas.microsoft.com/office/powerpoint/2010/main" val="1320973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2026-09-05T08:53:15.1470000Z</dcterms:created>
  <dcterms:modified xsi:type="dcterms:W3CDTF">2026-09-05T08:53:15.1470000Z</dcterms:modified>
</coreProperties>
</file>