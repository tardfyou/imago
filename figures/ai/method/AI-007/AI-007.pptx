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17d59fcf1447d9" /><Relationship Type="http://schemas.openxmlformats.org/officeDocument/2006/relationships/extended-properties" Target="/docProps/app.xml" Id="R58599b2eaeed48e0" /><Relationship Type="http://schemas.openxmlformats.org/officeDocument/2006/relationships/officeDocument" Target="/ppt/presentation.xml" Id="Raa6b356625fa4b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2247783f8148d6"/>
  </p:sldMasterIdLst>
  <p:notesMasterIdLst>
    <p:notesMasterId xmlns:r="http://schemas.openxmlformats.org/officeDocument/2006/relationships" r:id="R6a40551a4401401a"/>
  </p:notesMasterIdLst>
  <p:sldIdLst>
    <p:sldId xmlns:r="http://schemas.openxmlformats.org/officeDocument/2006/relationships" id="256" r:id="R216ac7bbafc7454e"/>
  </p:sldIdLst>
  <p:sldSz cx="11372850" cy="35147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5c9fb68fb0453e" /><Relationship Type="http://schemas.openxmlformats.org/officeDocument/2006/relationships/slideMaster" Target="/ppt/slideMasters/slideMaster1.xml" Id="R1e2247783f8148d6" /><Relationship Type="http://schemas.openxmlformats.org/officeDocument/2006/relationships/notesMaster" Target="/ppt/notesMasters/notesMaster1.xml" Id="R6a40551a4401401a" /><Relationship Type="http://schemas.openxmlformats.org/officeDocument/2006/relationships/presProps" Target="/ppt/presProps.xml" Id="Rf529501e00d04aa6" /><Relationship Type="http://schemas.openxmlformats.org/officeDocument/2006/relationships/tableStyles" Target="/ppt/tableStyles.xml" Id="R7cba0995c9d44015" /><Relationship Type="http://schemas.openxmlformats.org/officeDocument/2006/relationships/slide" Target="/ppt/slides/slide1.xml" Id="R216ac7bbafc745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32ab1000ce47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678c0f7a7b4fe3" /><Relationship Type="http://schemas.openxmlformats.org/officeDocument/2006/relationships/notesMaster" Target="/ppt/notesMasters/notesMaster1.xml" Id="R8fd03c9e6d424a4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素材ID：AI-007</ns1:t>
            </ns1:r>
          </ns1:p>
          <ns1:p>
            <ns1:r>
              <ns1:t>论文：Visual Autoregressive Modeling: Scalable Image Generation via Next-Scale Prediction</ns1:t>
            </ns1:r>
          </ns1:p>
          <ns1:p>
            <ns1:r>
              <ns1:t>会议：NeurIPS 2024</ns1:t>
            </ns1:r>
          </ns1:p>
          <ns1:p>
            <ns1:r>
              <ns1:t>奖项：Best Main Track Paper</ns1:t>
            </ns1:r>
          </ns1:p>
          <ns1:p>
            <ns1:r>
              <ns1:t>图号：Figure 4，PDF第5页</ns1:t>
            </ns1:r>
          </ns1:p>
          <ns1:p>
            <ns1:r>
              <ns1:t>类型：方法细节</ns1:t>
            </ns1:r>
          </ns1:p>
          <ns1:p>
            <ns1:r>
              <ns1:t>借鉴点：左侧多尺度tokenizer与右侧序列训练，配合因果掩码矩阵；适合训练方法的分阶段解释。</ns1:t>
            </ns1:r>
          </ns1:p>
          <ns1:p>
            <ns1:r>
              <ns1:t>论文URL：https://openreview.net/forum?id=gojL67CfS8</ns1:t>
            </ns1:r>
          </ns1:p>
          <ns1:p>
            <ns1:r>
              <ns1:t>官方获奖URL：https://blog.neurips.cc/2024/12/10/announcing-the-neurips-2024-best-paper-awards/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f8dfdfba2341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69c29c36984be8" /><Relationship Type="http://schemas.openxmlformats.org/officeDocument/2006/relationships/slideLayout" Target="/ppt/slideLayouts/slideLayout1.xml" Id="Rd9044a40856c40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044a40856c40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296647fad492f" /><Relationship Type="http://schemas.openxmlformats.org/officeDocument/2006/relationships/image" Target="/ppt/media/image.png" Id="R3548d00413534cdb" /><Relationship Type="http://schemas.openxmlformats.org/officeDocument/2006/relationships/image" Target="/ppt/media/image2.png" Id="R069034f48345415a" /><Relationship Type="http://schemas.openxmlformats.org/officeDocument/2006/relationships/image" Target="/ppt/media/image3.png" Id="Ra80edc165e524fd2" /><Relationship Type="http://schemas.openxmlformats.org/officeDocument/2006/relationships/image" Target="/ppt/media/image4.png" Id="R68ba4efef92541fb" /><Relationship Type="http://schemas.openxmlformats.org/officeDocument/2006/relationships/image" Target="/ppt/media/image5.png" Id="R7bc05d671d464c73" /><Relationship Type="http://schemas.openxmlformats.org/officeDocument/2006/relationships/image" Target="/ppt/media/image6.png" Id="Ra67ef4f88ce64cf3" /><Relationship Type="http://schemas.openxmlformats.org/officeDocument/2006/relationships/image" Target="/ppt/media/image7.png" Id="R19f4a6b107f74efd" /><Relationship Type="http://schemas.openxmlformats.org/officeDocument/2006/relationships/image" Target="/ppt/media/image8.png" Id="R8941b6ba94f1433f" /><Relationship Type="http://schemas.openxmlformats.org/officeDocument/2006/relationships/image" Target="/ppt/media/image9.png" Id="R5affe51725434ea4" /><Relationship Type="http://schemas.openxmlformats.org/officeDocument/2006/relationships/image" Target="/ppt/media/image10.png" Id="R360b5689309d43cd" /><Relationship Type="http://schemas.openxmlformats.org/officeDocument/2006/relationships/notesSlide" Target="/ppt/notesSlides/notesSlide1.xml" Id="R341edd34479041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8EC0B-DCF9-4D6F-B936-524A05B1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7163"/>
            <a:ext cx="11315529" cy="3380606"/>
          </a:xfrm>
          <a:custGeom xmlns:a="http://schemas.openxmlformats.org/drawingml/2006/main">
            <a:pathLst>
              <a:path w="11315529" h="3380606">
                <a:moveTo>
                  <a:pt x="0" y="3380606"/>
                </a:moveTo>
                <a:lnTo>
                  <a:pt x="0" y="0"/>
                </a:lnTo>
                <a:lnTo>
                  <a:pt x="11315529" y="0"/>
                </a:lnTo>
                <a:lnTo>
                  <a:pt x="11315529" y="3380606"/>
                </a:lnTo>
                <a:lnTo>
                  <a:pt x="0" y="33806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7E14E-42E9-4D76-BBF8-FDDC5B80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2" y="27163"/>
            <a:ext cx="11278801" cy="3380606"/>
          </a:xfrm>
          <a:custGeom xmlns:a="http://schemas.openxmlformats.org/drawingml/2006/main">
            <a:pathLst>
              <a:path w="11278801" h="3380606">
                <a:moveTo>
                  <a:pt x="0" y="3380606"/>
                </a:moveTo>
                <a:lnTo>
                  <a:pt x="0" y="0"/>
                </a:lnTo>
                <a:lnTo>
                  <a:pt x="11278801" y="0"/>
                </a:lnTo>
                <a:lnTo>
                  <a:pt x="11278801" y="3380606"/>
                </a:lnTo>
                <a:lnTo>
                  <a:pt x="0" y="33806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8d00413534cdb"/>
          <a:stretch xmlns:a="http://schemas.openxmlformats.org/drawingml/2006/main"/>
        </p:blipFill>
        <p:spPr>
          <a:xfrm xmlns:a="http://schemas.openxmlformats.org/drawingml/2006/main">
            <a:off x="1967516" y="720231"/>
            <a:ext cx="3689757" cy="2510284"/>
          </a:xfrm>
          <a:prstGeom xmlns:a="http://schemas.openxmlformats.org/drawingml/2006/main" prst="rect">
            <a:avLst/>
          </a:prstGeom>
        </p:spPr>
      </p:pic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74817-E469-4C14-A831-98A2D80C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740" y="1819883"/>
            <a:ext cx="1448114" cy="1342786"/>
          </a:xfrm>
          <a:custGeom xmlns:a="http://schemas.openxmlformats.org/drawingml/2006/main">
            <a:pathLst>
              <a:path w="1448114" h="1342786">
                <a:moveTo>
                  <a:pt x="1" y="1342786"/>
                </a:moveTo>
                <a:lnTo>
                  <a:pt x="1448114" y="1342786"/>
                </a:lnTo>
                <a:lnTo>
                  <a:pt x="1448113" y="0"/>
                </a:lnTo>
                <a:lnTo>
                  <a:pt x="0" y="0"/>
                </a:lnTo>
                <a:lnTo>
                  <a:pt x="1" y="134278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8610D-A68B-4FA4-B7E5-5704B9F6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1" y="1833337"/>
            <a:ext cx="1419123" cy="1315904"/>
          </a:xfrm>
          <a:custGeom xmlns:a="http://schemas.openxmlformats.org/drawingml/2006/main">
            <a:pathLst>
              <a:path w="1419123" h="1315904">
                <a:moveTo>
                  <a:pt x="1" y="1315904"/>
                </a:moveTo>
                <a:lnTo>
                  <a:pt x="1419123" y="1315904"/>
                </a:lnTo>
                <a:lnTo>
                  <a:pt x="1419123" y="0"/>
                </a:lnTo>
                <a:lnTo>
                  <a:pt x="0" y="0"/>
                </a:lnTo>
                <a:lnTo>
                  <a:pt x="1" y="13159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04A25-C079-4FB6-8CD4-DC59A18A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1" y="1833336"/>
            <a:ext cx="101367" cy="93978"/>
          </a:xfrm>
          <a:custGeom xmlns:a="http://schemas.openxmlformats.org/drawingml/2006/main">
            <a:pathLst>
              <a:path w="101367" h="93978">
                <a:moveTo>
                  <a:pt x="0" y="0"/>
                </a:moveTo>
                <a:lnTo>
                  <a:pt x="101367" y="0"/>
                </a:lnTo>
                <a:lnTo>
                  <a:pt x="101367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C4775-B2CF-4299-BADC-A282A1E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1" y="1833336"/>
            <a:ext cx="101367" cy="93978"/>
          </a:xfrm>
          <a:custGeom xmlns:a="http://schemas.openxmlformats.org/drawingml/2006/main">
            <a:pathLst>
              <a:path w="101367" h="93978" fill="none">
                <a:moveTo>
                  <a:pt x="0" y="0"/>
                </a:moveTo>
                <a:lnTo>
                  <a:pt x="101367" y="0"/>
                </a:lnTo>
                <a:lnTo>
                  <a:pt x="101367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F5AD5-7882-4A92-992B-8E2556A6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1833336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83FBA-FF9E-4F10-931C-C6E1B1D6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1833336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14429-A15D-4067-9B56-1BDBC147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3" y="1833336"/>
            <a:ext cx="101373" cy="93978"/>
          </a:xfrm>
          <a:custGeom xmlns:a="http://schemas.openxmlformats.org/drawingml/2006/main">
            <a:pathLst>
              <a:path w="101373" h="93978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F2975-14F3-4A1B-B787-FA59751E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3" y="1833336"/>
            <a:ext cx="101373" cy="93978"/>
          </a:xfrm>
          <a:custGeom xmlns:a="http://schemas.openxmlformats.org/drawingml/2006/main">
            <a:pathLst>
              <a:path w="101373" h="93978" fill="none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89B95-A5A6-4A85-96D8-3DD2BCF5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1833336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CE3EB-C908-4665-8594-2E431FF6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1833336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785FD-3824-43F1-A06E-73763CC4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1833336"/>
            <a:ext cx="101373" cy="93978"/>
          </a:xfrm>
          <a:custGeom xmlns:a="http://schemas.openxmlformats.org/drawingml/2006/main">
            <a:pathLst>
              <a:path w="101373" h="93978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EFE93-F845-458C-BACA-A7CC5ABA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1833336"/>
            <a:ext cx="101373" cy="93978"/>
          </a:xfrm>
          <a:custGeom xmlns:a="http://schemas.openxmlformats.org/drawingml/2006/main">
            <a:pathLst>
              <a:path w="101373" h="93978" fill="none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21951-5FB0-4673-97F8-424DED1F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3" y="1833336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8850F-5E93-4421-A832-CF9035B7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3" y="1833336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80FA2-297B-4F99-883A-258B59B7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1833336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86C66-AB14-4381-8349-0D5F34BE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1833336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2D696-F527-4E46-BD66-32D17F02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1833336"/>
            <a:ext cx="101341" cy="93978"/>
          </a:xfrm>
          <a:custGeom xmlns:a="http://schemas.openxmlformats.org/drawingml/2006/main">
            <a:pathLst>
              <a:path w="101341" h="93978">
                <a:moveTo>
                  <a:pt x="0" y="0"/>
                </a:moveTo>
                <a:lnTo>
                  <a:pt x="101341" y="0"/>
                </a:lnTo>
                <a:lnTo>
                  <a:pt x="101341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4C3F4-E717-4E2A-8274-6B01D4C3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1833336"/>
            <a:ext cx="101341" cy="93978"/>
          </a:xfrm>
          <a:custGeom xmlns:a="http://schemas.openxmlformats.org/drawingml/2006/main">
            <a:pathLst>
              <a:path w="101341" h="93978" fill="none">
                <a:moveTo>
                  <a:pt x="0" y="0"/>
                </a:moveTo>
                <a:lnTo>
                  <a:pt x="101341" y="0"/>
                </a:lnTo>
                <a:lnTo>
                  <a:pt x="101341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E205C-B58C-4F25-8BD5-F4068B2C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1833336"/>
            <a:ext cx="101428" cy="93978"/>
          </a:xfrm>
          <a:custGeom xmlns:a="http://schemas.openxmlformats.org/drawingml/2006/main">
            <a:pathLst>
              <a:path w="101428" h="93978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F7406-5407-4199-B588-A9CBB960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1833336"/>
            <a:ext cx="101428" cy="93978"/>
          </a:xfrm>
          <a:custGeom xmlns:a="http://schemas.openxmlformats.org/drawingml/2006/main">
            <a:pathLst>
              <a:path w="101428" h="93978" fill="none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7731D-1763-45CE-AFAC-8E08AA69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1833336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54B81-69BB-4B72-A786-EECB20BA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1833336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172BA-1C56-4B67-8F53-6468279E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1833336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9DF2E-D924-41F1-9159-89FA714F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1833336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686F9-395C-4442-AC4E-91F81F13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1833336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D4FAE-2008-4ABE-830D-FE488C9F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1833336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1F90F-EF7B-4FD2-AB5E-7C8C2E33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1833336"/>
            <a:ext cx="101428" cy="93978"/>
          </a:xfrm>
          <a:custGeom xmlns:a="http://schemas.openxmlformats.org/drawingml/2006/main">
            <a:pathLst>
              <a:path w="101428" h="93978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0A988-3DB6-4228-B817-367C8C1E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1833336"/>
            <a:ext cx="101428" cy="93978"/>
          </a:xfrm>
          <a:custGeom xmlns:a="http://schemas.openxmlformats.org/drawingml/2006/main">
            <a:pathLst>
              <a:path w="101428" h="93978" fill="none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14BB4-8EC0-4D58-9F0F-E3FAF06C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1833336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442CD-B135-4663-B176-E889A44D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1833336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F2C7AF-812E-48D3-95E0-EF3C292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1" y="1927313"/>
            <a:ext cx="101367" cy="93978"/>
          </a:xfrm>
          <a:custGeom xmlns:a="http://schemas.openxmlformats.org/drawingml/2006/main">
            <a:pathLst>
              <a:path w="101367" h="93978">
                <a:moveTo>
                  <a:pt x="0" y="0"/>
                </a:moveTo>
                <a:lnTo>
                  <a:pt x="101367" y="0"/>
                </a:lnTo>
                <a:lnTo>
                  <a:pt x="101367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44166-739F-49E3-B16E-4E146754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1" y="1927313"/>
            <a:ext cx="101367" cy="93978"/>
          </a:xfrm>
          <a:custGeom xmlns:a="http://schemas.openxmlformats.org/drawingml/2006/main">
            <a:pathLst>
              <a:path w="101367" h="93978" fill="none">
                <a:moveTo>
                  <a:pt x="0" y="0"/>
                </a:moveTo>
                <a:lnTo>
                  <a:pt x="101367" y="0"/>
                </a:lnTo>
                <a:lnTo>
                  <a:pt x="101367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A7443-3B2D-4EDC-AD54-1EDC0E78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1927313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0A995-CEF1-497C-899A-6A5962D5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1927313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5A108-3F99-4819-A880-2300A3E6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3" y="1927313"/>
            <a:ext cx="101373" cy="93978"/>
          </a:xfrm>
          <a:custGeom xmlns:a="http://schemas.openxmlformats.org/drawingml/2006/main">
            <a:pathLst>
              <a:path w="101373" h="93978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87D7F-48E1-4BD1-A3F5-2D606DFE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3" y="1927313"/>
            <a:ext cx="101373" cy="93978"/>
          </a:xfrm>
          <a:custGeom xmlns:a="http://schemas.openxmlformats.org/drawingml/2006/main">
            <a:pathLst>
              <a:path w="101373" h="93978" fill="none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41419-2A0E-4632-AE1D-14C298A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1927313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6F6F1-0CEA-45D6-BEF1-E58BE6E8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1927313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66709-1741-4034-A97F-94E2885E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1927313"/>
            <a:ext cx="101373" cy="93978"/>
          </a:xfrm>
          <a:custGeom xmlns:a="http://schemas.openxmlformats.org/drawingml/2006/main">
            <a:pathLst>
              <a:path w="101373" h="93978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1F7BC-98FD-4CA5-94F3-C40D7C1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1927313"/>
            <a:ext cx="101373" cy="93978"/>
          </a:xfrm>
          <a:custGeom xmlns:a="http://schemas.openxmlformats.org/drawingml/2006/main">
            <a:pathLst>
              <a:path w="101373" h="93978" fill="none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FE918-B17A-43ED-B5F3-56C2E402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3" y="1927313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5D46B-DBD7-49B3-8D5C-73C5457D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3" y="1927313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81188C-C879-4B11-9272-04CAFBB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1927313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90366-B658-40D0-B8A0-828AD4DA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1927313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E8A59-9990-4553-B247-3C175240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1927313"/>
            <a:ext cx="101341" cy="93978"/>
          </a:xfrm>
          <a:custGeom xmlns:a="http://schemas.openxmlformats.org/drawingml/2006/main">
            <a:pathLst>
              <a:path w="101341" h="93978">
                <a:moveTo>
                  <a:pt x="0" y="0"/>
                </a:moveTo>
                <a:lnTo>
                  <a:pt x="101341" y="0"/>
                </a:lnTo>
                <a:lnTo>
                  <a:pt x="101341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61B0B-50AB-423D-B135-B00A625F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1927313"/>
            <a:ext cx="101341" cy="93978"/>
          </a:xfrm>
          <a:custGeom xmlns:a="http://schemas.openxmlformats.org/drawingml/2006/main">
            <a:pathLst>
              <a:path w="101341" h="93978" fill="none">
                <a:moveTo>
                  <a:pt x="0" y="0"/>
                </a:moveTo>
                <a:lnTo>
                  <a:pt x="101341" y="0"/>
                </a:lnTo>
                <a:lnTo>
                  <a:pt x="101341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AC722-2D7D-4502-870F-48C96DC7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1927313"/>
            <a:ext cx="101428" cy="93978"/>
          </a:xfrm>
          <a:custGeom xmlns:a="http://schemas.openxmlformats.org/drawingml/2006/main">
            <a:pathLst>
              <a:path w="101428" h="93978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6A27E-FA4A-4284-BEA7-8BCA8E2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1927313"/>
            <a:ext cx="101428" cy="93978"/>
          </a:xfrm>
          <a:custGeom xmlns:a="http://schemas.openxmlformats.org/drawingml/2006/main">
            <a:pathLst>
              <a:path w="101428" h="93978" fill="none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B14ADF-25F9-4598-A5DD-6940611D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1927313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F77B61-C03B-4703-A387-196CD8E8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1927313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D92E6-D82D-4E34-B3D1-F175BD40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1927313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12EB0-51AD-4118-B5C4-9DBF876D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1927313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DCA8D-367C-45FA-9B71-4E206C1D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1927313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AEB10-3D1C-4854-B1F6-AEE0C82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1927313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70856-C28C-4F3A-8CEA-2CF4ABBB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1927313"/>
            <a:ext cx="101428" cy="93978"/>
          </a:xfrm>
          <a:custGeom xmlns:a="http://schemas.openxmlformats.org/drawingml/2006/main">
            <a:pathLst>
              <a:path w="101428" h="93978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A7A3C-C816-4B4A-84C9-DF214AD2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1927313"/>
            <a:ext cx="101428" cy="93978"/>
          </a:xfrm>
          <a:custGeom xmlns:a="http://schemas.openxmlformats.org/drawingml/2006/main">
            <a:pathLst>
              <a:path w="101428" h="93978" fill="none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34323-722B-41F1-AB14-9B03BF6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1927313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EF9D4-B54A-4203-8186-3A049277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1927313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4EB3C-F3E0-4026-A28C-8F2F27ED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1" y="2021291"/>
            <a:ext cx="101367" cy="93978"/>
          </a:xfrm>
          <a:custGeom xmlns:a="http://schemas.openxmlformats.org/drawingml/2006/main">
            <a:pathLst>
              <a:path w="101367" h="93978">
                <a:moveTo>
                  <a:pt x="0" y="0"/>
                </a:moveTo>
                <a:lnTo>
                  <a:pt x="101367" y="0"/>
                </a:lnTo>
                <a:lnTo>
                  <a:pt x="101367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D391E-D918-485A-96CE-65B13CDA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1" y="2021291"/>
            <a:ext cx="101367" cy="93978"/>
          </a:xfrm>
          <a:custGeom xmlns:a="http://schemas.openxmlformats.org/drawingml/2006/main">
            <a:pathLst>
              <a:path w="101367" h="93978" fill="none">
                <a:moveTo>
                  <a:pt x="0" y="0"/>
                </a:moveTo>
                <a:lnTo>
                  <a:pt x="101367" y="0"/>
                </a:lnTo>
                <a:lnTo>
                  <a:pt x="101367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F2E3B-DDA5-409B-90F1-A10A2B3C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021291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B74B9B-764F-4594-8BD7-0ED394D3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021291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08FE0-3FE8-4156-A6FC-97546DC4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3" y="2021291"/>
            <a:ext cx="101373" cy="93978"/>
          </a:xfrm>
          <a:custGeom xmlns:a="http://schemas.openxmlformats.org/drawingml/2006/main">
            <a:pathLst>
              <a:path w="101373" h="93978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A38BE-AAFC-4FFB-A65E-EB39C0FC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3" y="2021291"/>
            <a:ext cx="101373" cy="93978"/>
          </a:xfrm>
          <a:custGeom xmlns:a="http://schemas.openxmlformats.org/drawingml/2006/main">
            <a:pathLst>
              <a:path w="101373" h="93978" fill="none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2578C-CB29-4489-80DA-897F6A53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021291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637D6-6DEC-433C-9DA6-6358D186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021291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C5C61-F4BB-4C3A-B311-F1C97FE1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021291"/>
            <a:ext cx="101373" cy="93978"/>
          </a:xfrm>
          <a:custGeom xmlns:a="http://schemas.openxmlformats.org/drawingml/2006/main">
            <a:pathLst>
              <a:path w="101373" h="93978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E6F55-74AB-44F9-8532-CC3DF13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021291"/>
            <a:ext cx="101373" cy="93978"/>
          </a:xfrm>
          <a:custGeom xmlns:a="http://schemas.openxmlformats.org/drawingml/2006/main">
            <a:pathLst>
              <a:path w="101373" h="93978" fill="none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6F3F5-A06A-4772-9A9F-0528363E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021291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802CB-EF90-4FFB-8597-8E4C5C11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021291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28EAE-78B7-4593-B062-B3D518E4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2021291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30F07-093E-4E7D-A04A-3A32148B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2021291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703D9-B1D8-4673-B163-19D7A77A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021291"/>
            <a:ext cx="101341" cy="93978"/>
          </a:xfrm>
          <a:custGeom xmlns:a="http://schemas.openxmlformats.org/drawingml/2006/main">
            <a:pathLst>
              <a:path w="101341" h="93978">
                <a:moveTo>
                  <a:pt x="0" y="0"/>
                </a:moveTo>
                <a:lnTo>
                  <a:pt x="101341" y="0"/>
                </a:lnTo>
                <a:lnTo>
                  <a:pt x="101341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FE939-0624-4955-8544-A4D48C38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021291"/>
            <a:ext cx="101341" cy="93978"/>
          </a:xfrm>
          <a:custGeom xmlns:a="http://schemas.openxmlformats.org/drawingml/2006/main">
            <a:pathLst>
              <a:path w="101341" h="93978" fill="none">
                <a:moveTo>
                  <a:pt x="0" y="0"/>
                </a:moveTo>
                <a:lnTo>
                  <a:pt x="101341" y="0"/>
                </a:lnTo>
                <a:lnTo>
                  <a:pt x="101341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06C7B-CD5B-495D-8ACB-D8F202A1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2021291"/>
            <a:ext cx="101428" cy="93978"/>
          </a:xfrm>
          <a:custGeom xmlns:a="http://schemas.openxmlformats.org/drawingml/2006/main">
            <a:pathLst>
              <a:path w="101428" h="93978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0BC8A-0671-4961-8F0A-9437DEBC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2021291"/>
            <a:ext cx="101428" cy="93978"/>
          </a:xfrm>
          <a:custGeom xmlns:a="http://schemas.openxmlformats.org/drawingml/2006/main">
            <a:pathLst>
              <a:path w="101428" h="93978" fill="none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CC2BF9-6DB6-4797-B3F3-960723A6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021291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AFC2D-A767-4FC8-BE44-E8FEE777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021291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F74A0-A8EE-429E-ACC3-186D28DC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021291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57952-65F7-4A8A-B335-FF052229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021291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ACCFE-C23D-4DDF-AD09-2ED6C15E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021291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960533-56DE-48EF-B540-027D22E2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021291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2609A-1243-4A7E-B4C9-AB1AD486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021291"/>
            <a:ext cx="101428" cy="93978"/>
          </a:xfrm>
          <a:custGeom xmlns:a="http://schemas.openxmlformats.org/drawingml/2006/main">
            <a:pathLst>
              <a:path w="101428" h="93978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39931-77D7-4423-9CA9-DF75B13D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021291"/>
            <a:ext cx="101428" cy="93978"/>
          </a:xfrm>
          <a:custGeom xmlns:a="http://schemas.openxmlformats.org/drawingml/2006/main">
            <a:pathLst>
              <a:path w="101428" h="93978" fill="none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B5507-08D5-42C9-A96D-F9ADE826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021291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AA8B9-DC6B-4647-9004-E3165A1D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021291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5A6F8-8EB5-4F87-9FE4-62A39EC4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115268"/>
            <a:ext cx="101367" cy="94050"/>
          </a:xfrm>
          <a:custGeom xmlns:a="http://schemas.openxmlformats.org/drawingml/2006/main">
            <a:pathLst>
              <a:path w="101367" h="94050">
                <a:moveTo>
                  <a:pt x="0" y="0"/>
                </a:moveTo>
                <a:lnTo>
                  <a:pt x="101367" y="0"/>
                </a:lnTo>
                <a:lnTo>
                  <a:pt x="101367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AFF75-B4AE-4944-ABA9-266D69A0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115268"/>
            <a:ext cx="101367" cy="94050"/>
          </a:xfrm>
          <a:custGeom xmlns:a="http://schemas.openxmlformats.org/drawingml/2006/main">
            <a:pathLst>
              <a:path w="101367" h="94050" fill="none">
                <a:moveTo>
                  <a:pt x="0" y="0"/>
                </a:moveTo>
                <a:lnTo>
                  <a:pt x="101367" y="0"/>
                </a:lnTo>
                <a:lnTo>
                  <a:pt x="101367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DA383-4BDE-414F-874D-A8E03152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115268"/>
            <a:ext cx="101365" cy="94050"/>
          </a:xfrm>
          <a:custGeom xmlns:a="http://schemas.openxmlformats.org/drawingml/2006/main">
            <a:pathLst>
              <a:path w="101365" h="94050">
                <a:moveTo>
                  <a:pt x="0" y="0"/>
                </a:moveTo>
                <a:lnTo>
                  <a:pt x="101365" y="0"/>
                </a:lnTo>
                <a:lnTo>
                  <a:pt x="101365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7F14A-1A8D-4E30-A2B5-79004131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115268"/>
            <a:ext cx="101365" cy="94050"/>
          </a:xfrm>
          <a:custGeom xmlns:a="http://schemas.openxmlformats.org/drawingml/2006/main">
            <a:pathLst>
              <a:path w="101365" h="94050" fill="none">
                <a:moveTo>
                  <a:pt x="0" y="0"/>
                </a:moveTo>
                <a:lnTo>
                  <a:pt x="101365" y="0"/>
                </a:lnTo>
                <a:lnTo>
                  <a:pt x="101365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9853D-FA51-43EB-B489-98DEC65E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3" y="2115268"/>
            <a:ext cx="101373" cy="94050"/>
          </a:xfrm>
          <a:custGeom xmlns:a="http://schemas.openxmlformats.org/drawingml/2006/main">
            <a:pathLst>
              <a:path w="101373" h="94050">
                <a:moveTo>
                  <a:pt x="0" y="0"/>
                </a:moveTo>
                <a:lnTo>
                  <a:pt x="101373" y="0"/>
                </a:lnTo>
                <a:lnTo>
                  <a:pt x="101373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EBFF1-FE32-4D75-9EF2-0BA1C591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3" y="2115268"/>
            <a:ext cx="101373" cy="94050"/>
          </a:xfrm>
          <a:custGeom xmlns:a="http://schemas.openxmlformats.org/drawingml/2006/main">
            <a:pathLst>
              <a:path w="101373" h="94050" fill="none">
                <a:moveTo>
                  <a:pt x="0" y="0"/>
                </a:moveTo>
                <a:lnTo>
                  <a:pt x="101373" y="0"/>
                </a:lnTo>
                <a:lnTo>
                  <a:pt x="101373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16F56-DBBB-4092-B99E-FFFC4967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115268"/>
            <a:ext cx="101365" cy="94050"/>
          </a:xfrm>
          <a:custGeom xmlns:a="http://schemas.openxmlformats.org/drawingml/2006/main">
            <a:pathLst>
              <a:path w="101365" h="94050">
                <a:moveTo>
                  <a:pt x="0" y="0"/>
                </a:moveTo>
                <a:lnTo>
                  <a:pt x="101365" y="0"/>
                </a:lnTo>
                <a:lnTo>
                  <a:pt x="101365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9F2EE-BF87-42BF-B94A-77AEAF7B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115268"/>
            <a:ext cx="101365" cy="94050"/>
          </a:xfrm>
          <a:custGeom xmlns:a="http://schemas.openxmlformats.org/drawingml/2006/main">
            <a:pathLst>
              <a:path w="101365" h="94050" fill="none">
                <a:moveTo>
                  <a:pt x="0" y="0"/>
                </a:moveTo>
                <a:lnTo>
                  <a:pt x="101365" y="0"/>
                </a:lnTo>
                <a:lnTo>
                  <a:pt x="101365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2CCAB-3BB0-402F-A4D1-84873F11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115268"/>
            <a:ext cx="101373" cy="94050"/>
          </a:xfrm>
          <a:custGeom xmlns:a="http://schemas.openxmlformats.org/drawingml/2006/main">
            <a:pathLst>
              <a:path w="101373" h="94050">
                <a:moveTo>
                  <a:pt x="0" y="0"/>
                </a:moveTo>
                <a:lnTo>
                  <a:pt x="101373" y="0"/>
                </a:lnTo>
                <a:lnTo>
                  <a:pt x="101373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BC1A9-A234-4175-9180-5A351C02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115268"/>
            <a:ext cx="101373" cy="94050"/>
          </a:xfrm>
          <a:custGeom xmlns:a="http://schemas.openxmlformats.org/drawingml/2006/main">
            <a:pathLst>
              <a:path w="101373" h="94050" fill="none">
                <a:moveTo>
                  <a:pt x="0" y="0"/>
                </a:moveTo>
                <a:lnTo>
                  <a:pt x="101373" y="0"/>
                </a:lnTo>
                <a:lnTo>
                  <a:pt x="101373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309FA-387A-4E02-B84F-A1E9A064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115268"/>
            <a:ext cx="101365" cy="94050"/>
          </a:xfrm>
          <a:custGeom xmlns:a="http://schemas.openxmlformats.org/drawingml/2006/main">
            <a:pathLst>
              <a:path w="101365" h="94050">
                <a:moveTo>
                  <a:pt x="0" y="0"/>
                </a:moveTo>
                <a:lnTo>
                  <a:pt x="101365" y="0"/>
                </a:lnTo>
                <a:lnTo>
                  <a:pt x="101365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CE76D-FD6E-43CC-9B3C-BCE7751B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115268"/>
            <a:ext cx="101365" cy="94050"/>
          </a:xfrm>
          <a:custGeom xmlns:a="http://schemas.openxmlformats.org/drawingml/2006/main">
            <a:pathLst>
              <a:path w="101365" h="94050" fill="none">
                <a:moveTo>
                  <a:pt x="0" y="0"/>
                </a:moveTo>
                <a:lnTo>
                  <a:pt x="101365" y="0"/>
                </a:lnTo>
                <a:lnTo>
                  <a:pt x="101365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0CEDE-0133-4FA5-9C3D-77E5E844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2115268"/>
            <a:ext cx="101365" cy="94050"/>
          </a:xfrm>
          <a:custGeom xmlns:a="http://schemas.openxmlformats.org/drawingml/2006/main">
            <a:pathLst>
              <a:path w="101365" h="94050">
                <a:moveTo>
                  <a:pt x="0" y="0"/>
                </a:moveTo>
                <a:lnTo>
                  <a:pt x="101365" y="0"/>
                </a:lnTo>
                <a:lnTo>
                  <a:pt x="101365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5BF747-3F48-4FDC-927A-D89DE785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2115268"/>
            <a:ext cx="101365" cy="94050"/>
          </a:xfrm>
          <a:custGeom xmlns:a="http://schemas.openxmlformats.org/drawingml/2006/main">
            <a:pathLst>
              <a:path w="101365" h="94050" fill="none">
                <a:moveTo>
                  <a:pt x="0" y="0"/>
                </a:moveTo>
                <a:lnTo>
                  <a:pt x="101365" y="0"/>
                </a:lnTo>
                <a:lnTo>
                  <a:pt x="101365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D3E78-BF91-4D40-9933-9704C526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115268"/>
            <a:ext cx="101341" cy="94050"/>
          </a:xfrm>
          <a:custGeom xmlns:a="http://schemas.openxmlformats.org/drawingml/2006/main">
            <a:pathLst>
              <a:path w="101341" h="94050">
                <a:moveTo>
                  <a:pt x="0" y="0"/>
                </a:moveTo>
                <a:lnTo>
                  <a:pt x="101341" y="0"/>
                </a:lnTo>
                <a:lnTo>
                  <a:pt x="101341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5B0AB-B820-4DC8-B1BE-29DE9595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115268"/>
            <a:ext cx="101341" cy="94050"/>
          </a:xfrm>
          <a:custGeom xmlns:a="http://schemas.openxmlformats.org/drawingml/2006/main">
            <a:pathLst>
              <a:path w="101341" h="94050" fill="none">
                <a:moveTo>
                  <a:pt x="0" y="0"/>
                </a:moveTo>
                <a:lnTo>
                  <a:pt x="101341" y="0"/>
                </a:lnTo>
                <a:lnTo>
                  <a:pt x="101341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1BEB5-C228-4FE6-BB08-9A9E5CCF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2115268"/>
            <a:ext cx="101428" cy="94050"/>
          </a:xfrm>
          <a:custGeom xmlns:a="http://schemas.openxmlformats.org/drawingml/2006/main">
            <a:pathLst>
              <a:path w="101428" h="94050">
                <a:moveTo>
                  <a:pt x="0" y="0"/>
                </a:moveTo>
                <a:lnTo>
                  <a:pt x="101428" y="0"/>
                </a:lnTo>
                <a:lnTo>
                  <a:pt x="101428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EF145-B644-42EF-B03D-EE14B079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2115268"/>
            <a:ext cx="101428" cy="94050"/>
          </a:xfrm>
          <a:custGeom xmlns:a="http://schemas.openxmlformats.org/drawingml/2006/main">
            <a:pathLst>
              <a:path w="101428" h="94050" fill="none">
                <a:moveTo>
                  <a:pt x="0" y="0"/>
                </a:moveTo>
                <a:lnTo>
                  <a:pt x="101428" y="0"/>
                </a:lnTo>
                <a:lnTo>
                  <a:pt x="101428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02636-FC85-4E9A-987F-6360C16B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115268"/>
            <a:ext cx="101349" cy="94050"/>
          </a:xfrm>
          <a:custGeom xmlns:a="http://schemas.openxmlformats.org/drawingml/2006/main">
            <a:pathLst>
              <a:path w="101349" h="94050">
                <a:moveTo>
                  <a:pt x="0" y="0"/>
                </a:moveTo>
                <a:lnTo>
                  <a:pt x="101349" y="0"/>
                </a:lnTo>
                <a:lnTo>
                  <a:pt x="101349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7F0D1-9E14-4502-A49C-6BC2E1A2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115268"/>
            <a:ext cx="101349" cy="94050"/>
          </a:xfrm>
          <a:custGeom xmlns:a="http://schemas.openxmlformats.org/drawingml/2006/main">
            <a:pathLst>
              <a:path w="101349" h="94050" fill="none">
                <a:moveTo>
                  <a:pt x="0" y="0"/>
                </a:moveTo>
                <a:lnTo>
                  <a:pt x="101349" y="0"/>
                </a:lnTo>
                <a:lnTo>
                  <a:pt x="101349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AD340F-6732-4CCF-B2ED-B0148F5E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115268"/>
            <a:ext cx="101349" cy="94050"/>
          </a:xfrm>
          <a:custGeom xmlns:a="http://schemas.openxmlformats.org/drawingml/2006/main">
            <a:pathLst>
              <a:path w="101349" h="94050">
                <a:moveTo>
                  <a:pt x="0" y="0"/>
                </a:moveTo>
                <a:lnTo>
                  <a:pt x="101349" y="0"/>
                </a:lnTo>
                <a:lnTo>
                  <a:pt x="101349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8B64FB-9735-4CA0-8DDC-E683BD2B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115268"/>
            <a:ext cx="101349" cy="94050"/>
          </a:xfrm>
          <a:custGeom xmlns:a="http://schemas.openxmlformats.org/drawingml/2006/main">
            <a:pathLst>
              <a:path w="101349" h="94050" fill="none">
                <a:moveTo>
                  <a:pt x="0" y="0"/>
                </a:moveTo>
                <a:lnTo>
                  <a:pt x="101349" y="0"/>
                </a:lnTo>
                <a:lnTo>
                  <a:pt x="101349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DCF18-DAD1-4114-BB5F-B9655C36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115268"/>
            <a:ext cx="101349" cy="94050"/>
          </a:xfrm>
          <a:custGeom xmlns:a="http://schemas.openxmlformats.org/drawingml/2006/main">
            <a:pathLst>
              <a:path w="101349" h="94050">
                <a:moveTo>
                  <a:pt x="0" y="0"/>
                </a:moveTo>
                <a:lnTo>
                  <a:pt x="101349" y="0"/>
                </a:lnTo>
                <a:lnTo>
                  <a:pt x="101349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E9EEC-4895-459B-831C-EE0B65BF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115268"/>
            <a:ext cx="101349" cy="94050"/>
          </a:xfrm>
          <a:custGeom xmlns:a="http://schemas.openxmlformats.org/drawingml/2006/main">
            <a:pathLst>
              <a:path w="101349" h="94050" fill="none">
                <a:moveTo>
                  <a:pt x="0" y="0"/>
                </a:moveTo>
                <a:lnTo>
                  <a:pt x="101349" y="0"/>
                </a:lnTo>
                <a:lnTo>
                  <a:pt x="101349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1B292-5F1F-4128-AD2E-6619E906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115268"/>
            <a:ext cx="101428" cy="94050"/>
          </a:xfrm>
          <a:custGeom xmlns:a="http://schemas.openxmlformats.org/drawingml/2006/main">
            <a:pathLst>
              <a:path w="101428" h="94050">
                <a:moveTo>
                  <a:pt x="0" y="0"/>
                </a:moveTo>
                <a:lnTo>
                  <a:pt x="101428" y="0"/>
                </a:lnTo>
                <a:lnTo>
                  <a:pt x="101428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08DC3-9736-4167-93EF-36993C8C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115268"/>
            <a:ext cx="101428" cy="94050"/>
          </a:xfrm>
          <a:custGeom xmlns:a="http://schemas.openxmlformats.org/drawingml/2006/main">
            <a:pathLst>
              <a:path w="101428" h="94050" fill="none">
                <a:moveTo>
                  <a:pt x="0" y="0"/>
                </a:moveTo>
                <a:lnTo>
                  <a:pt x="101428" y="0"/>
                </a:lnTo>
                <a:lnTo>
                  <a:pt x="101428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BA4FE-8728-4F28-A1A2-EFFC6323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115268"/>
            <a:ext cx="101349" cy="94050"/>
          </a:xfrm>
          <a:custGeom xmlns:a="http://schemas.openxmlformats.org/drawingml/2006/main">
            <a:pathLst>
              <a:path w="101349" h="94050">
                <a:moveTo>
                  <a:pt x="0" y="0"/>
                </a:moveTo>
                <a:lnTo>
                  <a:pt x="101349" y="0"/>
                </a:lnTo>
                <a:lnTo>
                  <a:pt x="101349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9B76A-0403-445B-9993-4481D0EA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115268"/>
            <a:ext cx="101349" cy="94050"/>
          </a:xfrm>
          <a:custGeom xmlns:a="http://schemas.openxmlformats.org/drawingml/2006/main">
            <a:pathLst>
              <a:path w="101349" h="94050" fill="none">
                <a:moveTo>
                  <a:pt x="0" y="0"/>
                </a:moveTo>
                <a:lnTo>
                  <a:pt x="101349" y="0"/>
                </a:lnTo>
                <a:lnTo>
                  <a:pt x="101349" y="94050"/>
                </a:lnTo>
                <a:lnTo>
                  <a:pt x="0" y="940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13B1D-CAA5-4F98-9AA1-A3198ABD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209319"/>
            <a:ext cx="101367" cy="93978"/>
          </a:xfrm>
          <a:custGeom xmlns:a="http://schemas.openxmlformats.org/drawingml/2006/main">
            <a:pathLst>
              <a:path w="101367" h="93978">
                <a:moveTo>
                  <a:pt x="0" y="0"/>
                </a:moveTo>
                <a:lnTo>
                  <a:pt x="101367" y="0"/>
                </a:lnTo>
                <a:lnTo>
                  <a:pt x="101367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1E424-1C79-4AE2-94FC-C76B7555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209319"/>
            <a:ext cx="101367" cy="93978"/>
          </a:xfrm>
          <a:custGeom xmlns:a="http://schemas.openxmlformats.org/drawingml/2006/main">
            <a:pathLst>
              <a:path w="101367" h="93978" fill="none">
                <a:moveTo>
                  <a:pt x="0" y="0"/>
                </a:moveTo>
                <a:lnTo>
                  <a:pt x="101367" y="0"/>
                </a:lnTo>
                <a:lnTo>
                  <a:pt x="101367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3564B-AD6A-462E-9D89-3062C155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209319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5C841-BED4-4405-A076-6B6AE428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209319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26859-EBEB-47FF-A7C0-B229F5DE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209319"/>
            <a:ext cx="101373" cy="93978"/>
          </a:xfrm>
          <a:custGeom xmlns:a="http://schemas.openxmlformats.org/drawingml/2006/main">
            <a:pathLst>
              <a:path w="101373" h="93978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2CCF2-E513-4D2E-A183-7BA86694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209319"/>
            <a:ext cx="101373" cy="93978"/>
          </a:xfrm>
          <a:custGeom xmlns:a="http://schemas.openxmlformats.org/drawingml/2006/main">
            <a:pathLst>
              <a:path w="101373" h="93978" fill="none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D3F21-9BFC-4A3A-976A-4CF87303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209319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B0E9C-AC7A-4062-909C-C858C687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209319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EDCF5-BF5B-4C85-9071-2BE55CBB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209319"/>
            <a:ext cx="101373" cy="93978"/>
          </a:xfrm>
          <a:custGeom xmlns:a="http://schemas.openxmlformats.org/drawingml/2006/main">
            <a:pathLst>
              <a:path w="101373" h="93978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ADB51-8EAF-49F1-9CAC-36BC2A4B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209319"/>
            <a:ext cx="101373" cy="93978"/>
          </a:xfrm>
          <a:custGeom xmlns:a="http://schemas.openxmlformats.org/drawingml/2006/main">
            <a:pathLst>
              <a:path w="101373" h="93978" fill="none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77C30-38EE-4F6A-9126-C94949A6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209319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C1A2C-35A0-42E5-A575-820E9536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209319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19860-0281-4525-BE23-929B502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2209319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B011E-23BC-4603-BCC4-CC4FA71B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2209319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29B7E-AFFF-40AA-BAF1-E5D803B6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209319"/>
            <a:ext cx="101341" cy="93978"/>
          </a:xfrm>
          <a:custGeom xmlns:a="http://schemas.openxmlformats.org/drawingml/2006/main">
            <a:pathLst>
              <a:path w="101341" h="93978">
                <a:moveTo>
                  <a:pt x="0" y="0"/>
                </a:moveTo>
                <a:lnTo>
                  <a:pt x="101341" y="0"/>
                </a:lnTo>
                <a:lnTo>
                  <a:pt x="101341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65CB1-FBD9-4D6F-A4EA-A1B2E8D3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209319"/>
            <a:ext cx="101341" cy="93978"/>
          </a:xfrm>
          <a:custGeom xmlns:a="http://schemas.openxmlformats.org/drawingml/2006/main">
            <a:pathLst>
              <a:path w="101341" h="93978" fill="none">
                <a:moveTo>
                  <a:pt x="0" y="0"/>
                </a:moveTo>
                <a:lnTo>
                  <a:pt x="101341" y="0"/>
                </a:lnTo>
                <a:lnTo>
                  <a:pt x="101341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CD9E4-8892-4B05-8D55-6E3D8785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2209319"/>
            <a:ext cx="101428" cy="93978"/>
          </a:xfrm>
          <a:custGeom xmlns:a="http://schemas.openxmlformats.org/drawingml/2006/main">
            <a:pathLst>
              <a:path w="101428" h="93978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20991-B8AB-4B28-BD4D-BB63909A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2209319"/>
            <a:ext cx="101428" cy="93978"/>
          </a:xfrm>
          <a:custGeom xmlns:a="http://schemas.openxmlformats.org/drawingml/2006/main">
            <a:pathLst>
              <a:path w="101428" h="93978" fill="none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A9CB2-5EB2-4373-8E67-B7987401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209319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40FFC-8D00-43AD-B9F4-CF2154B9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209319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56F92-4F8B-4434-9744-C9D4D59A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209319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E8D2D-A437-45D2-8349-88BA8FF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209319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1DC78-5156-40B2-9D35-DA6EB21E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209319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C2ABA-87E1-448F-9606-B0C9F00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209319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5D4B5-E347-4F54-86A6-D2326214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209319"/>
            <a:ext cx="101428" cy="93978"/>
          </a:xfrm>
          <a:custGeom xmlns:a="http://schemas.openxmlformats.org/drawingml/2006/main">
            <a:pathLst>
              <a:path w="101428" h="93978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C9699-2360-4BC2-A94D-B922FD1B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209319"/>
            <a:ext cx="101428" cy="93978"/>
          </a:xfrm>
          <a:custGeom xmlns:a="http://schemas.openxmlformats.org/drawingml/2006/main">
            <a:pathLst>
              <a:path w="101428" h="93978" fill="none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BDBC5-6C45-4165-9BC9-6C700B26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209319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ABBE8-CC93-4C74-8432-4FCEA402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209319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DC1A4-B021-4A61-B83C-924825AC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303296"/>
            <a:ext cx="101367" cy="93978"/>
          </a:xfrm>
          <a:custGeom xmlns:a="http://schemas.openxmlformats.org/drawingml/2006/main">
            <a:pathLst>
              <a:path w="101367" h="93978">
                <a:moveTo>
                  <a:pt x="0" y="0"/>
                </a:moveTo>
                <a:lnTo>
                  <a:pt x="101367" y="0"/>
                </a:lnTo>
                <a:lnTo>
                  <a:pt x="101367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2A86A-0251-43A9-8B23-16C990B1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303296"/>
            <a:ext cx="101367" cy="93978"/>
          </a:xfrm>
          <a:custGeom xmlns:a="http://schemas.openxmlformats.org/drawingml/2006/main">
            <a:pathLst>
              <a:path w="101367" h="93978" fill="none">
                <a:moveTo>
                  <a:pt x="0" y="0"/>
                </a:moveTo>
                <a:lnTo>
                  <a:pt x="101367" y="0"/>
                </a:lnTo>
                <a:lnTo>
                  <a:pt x="101367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DF7E6-1BDC-4440-8776-395300FB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303296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D7D20-AEDB-457D-A329-10BD24E5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303296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6FFC1-17C6-44D4-99D7-846AB082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303296"/>
            <a:ext cx="101373" cy="93978"/>
          </a:xfrm>
          <a:custGeom xmlns:a="http://schemas.openxmlformats.org/drawingml/2006/main">
            <a:pathLst>
              <a:path w="101373" h="93978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AFF26-4F54-47B6-BBD5-3EFC8777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303296"/>
            <a:ext cx="101373" cy="93978"/>
          </a:xfrm>
          <a:custGeom xmlns:a="http://schemas.openxmlformats.org/drawingml/2006/main">
            <a:pathLst>
              <a:path w="101373" h="93978" fill="none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F5C8D-B114-46A9-B050-D9A3C1B5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303296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80783-BDC5-42C3-92BF-7D72E64B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303296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56F6E-820A-493D-B5C7-E4C8F4D4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303296"/>
            <a:ext cx="101373" cy="93978"/>
          </a:xfrm>
          <a:custGeom xmlns:a="http://schemas.openxmlformats.org/drawingml/2006/main">
            <a:pathLst>
              <a:path w="101373" h="93978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42796-475E-45D2-94D1-F43CA0E1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303296"/>
            <a:ext cx="101373" cy="93978"/>
          </a:xfrm>
          <a:custGeom xmlns:a="http://schemas.openxmlformats.org/drawingml/2006/main">
            <a:pathLst>
              <a:path w="101373" h="93978" fill="none">
                <a:moveTo>
                  <a:pt x="0" y="0"/>
                </a:moveTo>
                <a:lnTo>
                  <a:pt x="101373" y="0"/>
                </a:lnTo>
                <a:lnTo>
                  <a:pt x="101373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A5C06-8C14-43AA-B09A-ECA5189D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303296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68712-E8AC-4EEE-9931-C3957598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303296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7CB43-0F60-4BD7-A84D-828BCFAF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2303296"/>
            <a:ext cx="101365" cy="93978"/>
          </a:xfrm>
          <a:custGeom xmlns:a="http://schemas.openxmlformats.org/drawingml/2006/main">
            <a:pathLst>
              <a:path w="101365" h="93978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B6CC4-04EC-4C19-B9F3-7ED652CF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8" y="2303296"/>
            <a:ext cx="101365" cy="93978"/>
          </a:xfrm>
          <a:custGeom xmlns:a="http://schemas.openxmlformats.org/drawingml/2006/main">
            <a:pathLst>
              <a:path w="101365" h="93978" fill="none">
                <a:moveTo>
                  <a:pt x="0" y="0"/>
                </a:moveTo>
                <a:lnTo>
                  <a:pt x="101365" y="0"/>
                </a:lnTo>
                <a:lnTo>
                  <a:pt x="101365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551A9-C576-40AA-9AF4-63421280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303296"/>
            <a:ext cx="101341" cy="93978"/>
          </a:xfrm>
          <a:custGeom xmlns:a="http://schemas.openxmlformats.org/drawingml/2006/main">
            <a:pathLst>
              <a:path w="101341" h="93978">
                <a:moveTo>
                  <a:pt x="0" y="0"/>
                </a:moveTo>
                <a:lnTo>
                  <a:pt x="101341" y="0"/>
                </a:lnTo>
                <a:lnTo>
                  <a:pt x="101341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98E95-63F7-44C1-B14B-B7945AA8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303296"/>
            <a:ext cx="101341" cy="93978"/>
          </a:xfrm>
          <a:custGeom xmlns:a="http://schemas.openxmlformats.org/drawingml/2006/main">
            <a:pathLst>
              <a:path w="101341" h="93978" fill="none">
                <a:moveTo>
                  <a:pt x="0" y="0"/>
                </a:moveTo>
                <a:lnTo>
                  <a:pt x="101341" y="0"/>
                </a:lnTo>
                <a:lnTo>
                  <a:pt x="101341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3E228-8219-41C6-A583-F7460EA2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2303296"/>
            <a:ext cx="101428" cy="93978"/>
          </a:xfrm>
          <a:custGeom xmlns:a="http://schemas.openxmlformats.org/drawingml/2006/main">
            <a:pathLst>
              <a:path w="101428" h="93978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60634-3E56-425C-9FCC-9E542511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4" y="2303296"/>
            <a:ext cx="101428" cy="93978"/>
          </a:xfrm>
          <a:custGeom xmlns:a="http://schemas.openxmlformats.org/drawingml/2006/main">
            <a:pathLst>
              <a:path w="101428" h="93978" fill="none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DBFD2-B7DB-4D4E-832A-07A83BC7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303296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EF9164-8DA9-491A-A981-71F968E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303296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175C9-5705-45AF-8E4A-62AD0B11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303296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BACB1-9379-40EF-AF59-52DF0C18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303296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FD8DC-B9A2-4613-887D-DAA64F55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303296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97ADA6-5F9F-4C8B-B8AD-F27AC699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303296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23D7A-11F3-484D-A0BE-31872385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303296"/>
            <a:ext cx="101428" cy="93978"/>
          </a:xfrm>
          <a:custGeom xmlns:a="http://schemas.openxmlformats.org/drawingml/2006/main">
            <a:pathLst>
              <a:path w="101428" h="93978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8C9420-B64C-4768-AC9A-C45ED58F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303296"/>
            <a:ext cx="101428" cy="93978"/>
          </a:xfrm>
          <a:custGeom xmlns:a="http://schemas.openxmlformats.org/drawingml/2006/main">
            <a:pathLst>
              <a:path w="101428" h="93978" fill="none">
                <a:moveTo>
                  <a:pt x="0" y="0"/>
                </a:moveTo>
                <a:lnTo>
                  <a:pt x="101428" y="0"/>
                </a:lnTo>
                <a:lnTo>
                  <a:pt x="101428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9C2B4-7E6E-4287-97FF-2F06083D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303296"/>
            <a:ext cx="101349" cy="93978"/>
          </a:xfrm>
          <a:custGeom xmlns:a="http://schemas.openxmlformats.org/drawingml/2006/main">
            <a:pathLst>
              <a:path w="101349" h="93978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50A52-14D9-47E4-A4BA-B4297139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303296"/>
            <a:ext cx="101349" cy="93978"/>
          </a:xfrm>
          <a:custGeom xmlns:a="http://schemas.openxmlformats.org/drawingml/2006/main">
            <a:pathLst>
              <a:path w="101349" h="93978" fill="none">
                <a:moveTo>
                  <a:pt x="0" y="0"/>
                </a:moveTo>
                <a:lnTo>
                  <a:pt x="101349" y="0"/>
                </a:lnTo>
                <a:lnTo>
                  <a:pt x="101349" y="93978"/>
                </a:lnTo>
                <a:lnTo>
                  <a:pt x="0" y="9397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FD530-9E35-4C3C-9012-6316D9CB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397274"/>
            <a:ext cx="101367" cy="93999"/>
          </a:xfrm>
          <a:custGeom xmlns:a="http://schemas.openxmlformats.org/drawingml/2006/main">
            <a:pathLst>
              <a:path w="101367" h="93999">
                <a:moveTo>
                  <a:pt x="0" y="0"/>
                </a:moveTo>
                <a:lnTo>
                  <a:pt x="101367" y="0"/>
                </a:lnTo>
                <a:lnTo>
                  <a:pt x="101367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1321F-CB5A-4EE8-B385-3CA82949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397274"/>
            <a:ext cx="101367" cy="93999"/>
          </a:xfrm>
          <a:custGeom xmlns:a="http://schemas.openxmlformats.org/drawingml/2006/main">
            <a:pathLst>
              <a:path w="101367" h="93999" fill="none">
                <a:moveTo>
                  <a:pt x="0" y="0"/>
                </a:moveTo>
                <a:lnTo>
                  <a:pt x="101367" y="0"/>
                </a:lnTo>
                <a:lnTo>
                  <a:pt x="101367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D3DBB-F4BE-4738-8400-A5AFA42D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397274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ECF0D0-3D8F-43C7-9DB1-ECD74719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397274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881CC-EA98-4B8D-AAD0-C0C9DEA9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397274"/>
            <a:ext cx="101373" cy="93999"/>
          </a:xfrm>
          <a:custGeom xmlns:a="http://schemas.openxmlformats.org/drawingml/2006/main">
            <a:pathLst>
              <a:path w="101373" h="93999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3A49E-D46C-43ED-ADA7-2F67670B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397274"/>
            <a:ext cx="101373" cy="93999"/>
          </a:xfrm>
          <a:custGeom xmlns:a="http://schemas.openxmlformats.org/drawingml/2006/main">
            <a:pathLst>
              <a:path w="101373" h="93999" fill="none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AE657-3EE9-4B55-9FED-E497E2ED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397274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7952A-B0E8-47BF-8F54-B4ACF69A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397274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D527F-926E-47C9-B5C3-E743C31F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397274"/>
            <a:ext cx="101373" cy="93999"/>
          </a:xfrm>
          <a:custGeom xmlns:a="http://schemas.openxmlformats.org/drawingml/2006/main">
            <a:pathLst>
              <a:path w="101373" h="93999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4E5BC-6F1B-4982-8304-B3AB536D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397274"/>
            <a:ext cx="101373" cy="93999"/>
          </a:xfrm>
          <a:custGeom xmlns:a="http://schemas.openxmlformats.org/drawingml/2006/main">
            <a:pathLst>
              <a:path w="101373" h="93999" fill="none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67C9A-0B7B-40F8-8C99-E884A36A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397274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AAA7B-9690-4713-93E5-43730933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397274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CF1A5-906B-4D30-B383-9FBDC05B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397274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52454-AB65-447C-AAE1-13E22E76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397274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6AB13-6DB2-4994-AD0E-2BF98884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397274"/>
            <a:ext cx="101341" cy="93999"/>
          </a:xfrm>
          <a:custGeom xmlns:a="http://schemas.openxmlformats.org/drawingml/2006/main">
            <a:pathLst>
              <a:path w="101341" h="93999">
                <a:moveTo>
                  <a:pt x="0" y="0"/>
                </a:moveTo>
                <a:lnTo>
                  <a:pt x="101341" y="0"/>
                </a:lnTo>
                <a:lnTo>
                  <a:pt x="101341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5AD63-2A7A-48F4-8F50-CCCCDAEE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397274"/>
            <a:ext cx="101341" cy="93999"/>
          </a:xfrm>
          <a:custGeom xmlns:a="http://schemas.openxmlformats.org/drawingml/2006/main">
            <a:pathLst>
              <a:path w="101341" h="93999" fill="none">
                <a:moveTo>
                  <a:pt x="0" y="0"/>
                </a:moveTo>
                <a:lnTo>
                  <a:pt x="101341" y="0"/>
                </a:lnTo>
                <a:lnTo>
                  <a:pt x="101341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6E1F4C-2CB9-4C29-BDAE-607591B4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397274"/>
            <a:ext cx="101428" cy="93999"/>
          </a:xfrm>
          <a:custGeom xmlns:a="http://schemas.openxmlformats.org/drawingml/2006/main">
            <a:pathLst>
              <a:path w="101428" h="93999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F109F-1C26-4F29-9994-E90D352C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397274"/>
            <a:ext cx="101428" cy="93999"/>
          </a:xfrm>
          <a:custGeom xmlns:a="http://schemas.openxmlformats.org/drawingml/2006/main">
            <a:pathLst>
              <a:path w="101428" h="93999" fill="none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56C35-D25E-46AB-8446-DDE6A099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397274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4DC26E-8CC1-41AB-821C-3306196C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397274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4E772F-4C65-4F14-8A2D-27A53BD7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397274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8E071-6C8A-4B2B-BEAD-32FE89CB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397274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0192C2-1E10-42C9-8C16-1BE74501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397274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33467-BAE6-40F8-9099-3A449C91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397274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B7D62-27B7-4841-B8DD-FBD722BC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397274"/>
            <a:ext cx="101428" cy="93999"/>
          </a:xfrm>
          <a:custGeom xmlns:a="http://schemas.openxmlformats.org/drawingml/2006/main">
            <a:pathLst>
              <a:path w="101428" h="93999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7F6FA-B8A4-4390-ADB6-F854D9E9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397274"/>
            <a:ext cx="101428" cy="93999"/>
          </a:xfrm>
          <a:custGeom xmlns:a="http://schemas.openxmlformats.org/drawingml/2006/main">
            <a:pathLst>
              <a:path w="101428" h="93999" fill="none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27A81-8299-4F9F-BA85-DB6E12BD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397274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4A882-DFF7-40CA-975E-AE4C1ABA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397274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B7193-9AE2-4AB1-B0C3-C9FEEC52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491273"/>
            <a:ext cx="101367" cy="93999"/>
          </a:xfrm>
          <a:custGeom xmlns:a="http://schemas.openxmlformats.org/drawingml/2006/main">
            <a:pathLst>
              <a:path w="101367" h="93999">
                <a:moveTo>
                  <a:pt x="0" y="0"/>
                </a:moveTo>
                <a:lnTo>
                  <a:pt x="101367" y="0"/>
                </a:lnTo>
                <a:lnTo>
                  <a:pt x="101367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EC1BB-E452-407B-A4E2-AC8D3F77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491273"/>
            <a:ext cx="101367" cy="93999"/>
          </a:xfrm>
          <a:custGeom xmlns:a="http://schemas.openxmlformats.org/drawingml/2006/main">
            <a:pathLst>
              <a:path w="101367" h="93999" fill="none">
                <a:moveTo>
                  <a:pt x="0" y="0"/>
                </a:moveTo>
                <a:lnTo>
                  <a:pt x="101367" y="0"/>
                </a:lnTo>
                <a:lnTo>
                  <a:pt x="101367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8AD25-8680-4830-8B51-D92ED01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491273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EDC3B-0D4E-4E20-B639-85F085FF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491273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49DD0-9FB1-488C-B2CB-7DA7D139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491273"/>
            <a:ext cx="101373" cy="93999"/>
          </a:xfrm>
          <a:custGeom xmlns:a="http://schemas.openxmlformats.org/drawingml/2006/main">
            <a:pathLst>
              <a:path w="101373" h="93999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44793-2C92-42F2-807B-ABF0899C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491273"/>
            <a:ext cx="101373" cy="93999"/>
          </a:xfrm>
          <a:custGeom xmlns:a="http://schemas.openxmlformats.org/drawingml/2006/main">
            <a:pathLst>
              <a:path w="101373" h="93999" fill="none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A53D8-C6B6-4830-B70C-B5A18394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491273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5CB90-72F4-4799-AC43-2CC69052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491273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973DC-3338-41BF-9740-BC0CDB16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491273"/>
            <a:ext cx="101373" cy="93999"/>
          </a:xfrm>
          <a:custGeom xmlns:a="http://schemas.openxmlformats.org/drawingml/2006/main">
            <a:pathLst>
              <a:path w="101373" h="93999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5A2B3-9783-42E9-BF77-E9CA2C46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491273"/>
            <a:ext cx="101373" cy="93999"/>
          </a:xfrm>
          <a:custGeom xmlns:a="http://schemas.openxmlformats.org/drawingml/2006/main">
            <a:pathLst>
              <a:path w="101373" h="93999" fill="none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A8609-E89E-4370-B061-08E35E07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491273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91189-B98A-4124-825F-E1785FA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491273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8C5CE-5B0A-42D6-97AD-A1DBF4DA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491273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DDE17-CF16-4D27-BC2F-F3E5CF7E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491273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91D9C-9C48-4567-BF08-5D1EA4F3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491273"/>
            <a:ext cx="101341" cy="93999"/>
          </a:xfrm>
          <a:custGeom xmlns:a="http://schemas.openxmlformats.org/drawingml/2006/main">
            <a:pathLst>
              <a:path w="101341" h="93999">
                <a:moveTo>
                  <a:pt x="0" y="0"/>
                </a:moveTo>
                <a:lnTo>
                  <a:pt x="101341" y="0"/>
                </a:lnTo>
                <a:lnTo>
                  <a:pt x="101341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4B319-4CA9-4C8A-ABFB-3CABDBAD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491273"/>
            <a:ext cx="101341" cy="93999"/>
          </a:xfrm>
          <a:custGeom xmlns:a="http://schemas.openxmlformats.org/drawingml/2006/main">
            <a:pathLst>
              <a:path w="101341" h="93999" fill="none">
                <a:moveTo>
                  <a:pt x="0" y="0"/>
                </a:moveTo>
                <a:lnTo>
                  <a:pt x="101341" y="0"/>
                </a:lnTo>
                <a:lnTo>
                  <a:pt x="101341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BD2C0-67F7-435A-9B41-EB556E52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491273"/>
            <a:ext cx="101428" cy="93999"/>
          </a:xfrm>
          <a:custGeom xmlns:a="http://schemas.openxmlformats.org/drawingml/2006/main">
            <a:pathLst>
              <a:path w="101428" h="93999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37C89-FE97-40B5-890C-F95F4035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491273"/>
            <a:ext cx="101428" cy="93999"/>
          </a:xfrm>
          <a:custGeom xmlns:a="http://schemas.openxmlformats.org/drawingml/2006/main">
            <a:pathLst>
              <a:path w="101428" h="93999" fill="none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CF260-8A9D-486B-8695-2917A12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491273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5D3E5-FB3F-4A0A-B8A1-28D12056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491273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B12A2-DC47-4683-BF42-A162EF77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491273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D03A6-8964-4766-AD44-18481FDF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491273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6510C-6452-4673-AF0E-E3A17A9E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491273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64926-33A8-49D9-8CDB-8FCCA41B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491273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A19B3-6643-4744-A56B-91D622D7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491273"/>
            <a:ext cx="101428" cy="93999"/>
          </a:xfrm>
          <a:custGeom xmlns:a="http://schemas.openxmlformats.org/drawingml/2006/main">
            <a:pathLst>
              <a:path w="101428" h="93999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683A3-8750-4C94-9E36-704624FD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09" y="2491273"/>
            <a:ext cx="101428" cy="93999"/>
          </a:xfrm>
          <a:custGeom xmlns:a="http://schemas.openxmlformats.org/drawingml/2006/main">
            <a:pathLst>
              <a:path w="101428" h="93999" fill="none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74601-A2CD-497E-B6BC-9F76AF7C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491273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27476-52FE-464B-B4A1-2499D7D0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491273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7E856-E864-44FF-8D43-16BCC7D7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585273"/>
            <a:ext cx="101367" cy="93992"/>
          </a:xfrm>
          <a:custGeom xmlns:a="http://schemas.openxmlformats.org/drawingml/2006/main">
            <a:pathLst>
              <a:path w="101367" h="93992">
                <a:moveTo>
                  <a:pt x="0" y="0"/>
                </a:moveTo>
                <a:lnTo>
                  <a:pt x="101367" y="0"/>
                </a:lnTo>
                <a:lnTo>
                  <a:pt x="101367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0D48D1-6C81-459F-81EF-CCE23090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585273"/>
            <a:ext cx="101367" cy="93992"/>
          </a:xfrm>
          <a:custGeom xmlns:a="http://schemas.openxmlformats.org/drawingml/2006/main">
            <a:pathLst>
              <a:path w="101367" h="93992" fill="none">
                <a:moveTo>
                  <a:pt x="0" y="0"/>
                </a:moveTo>
                <a:lnTo>
                  <a:pt x="101367" y="0"/>
                </a:lnTo>
                <a:lnTo>
                  <a:pt x="101367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70813-70FD-44A5-99B0-9157957A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585273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0F958-C13D-48EC-98C3-EC727C3E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585273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D7C1C-4B04-48F6-87CB-7268EBCD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585273"/>
            <a:ext cx="101373" cy="93992"/>
          </a:xfrm>
          <a:custGeom xmlns:a="http://schemas.openxmlformats.org/drawingml/2006/main">
            <a:pathLst>
              <a:path w="101373" h="93992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DABAF-29BB-4C84-B10A-7F942517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585273"/>
            <a:ext cx="101373" cy="93992"/>
          </a:xfrm>
          <a:custGeom xmlns:a="http://schemas.openxmlformats.org/drawingml/2006/main">
            <a:pathLst>
              <a:path w="101373" h="93992" fill="none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CE17BE-FDA1-4A31-AA95-E5EBAC8F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585273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9A082-D446-46AA-B05D-740F2BB9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585273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E70D48-4056-448F-BBAA-285EC660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585273"/>
            <a:ext cx="101373" cy="93992"/>
          </a:xfrm>
          <a:custGeom xmlns:a="http://schemas.openxmlformats.org/drawingml/2006/main">
            <a:pathLst>
              <a:path w="101373" h="93992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1D406-0E13-4DD1-B06C-B7EC0941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585273"/>
            <a:ext cx="101373" cy="93992"/>
          </a:xfrm>
          <a:custGeom xmlns:a="http://schemas.openxmlformats.org/drawingml/2006/main">
            <a:pathLst>
              <a:path w="101373" h="93992" fill="none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99EBA-07B2-4360-9856-A05AE7D1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585273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1F3B8-1FC1-47B0-8289-25C25442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585273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A4B1C-4AFF-43E3-A975-C56EE7A8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585273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3DF2C-9BF3-4D6D-BFD7-282C38D9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585273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7234D-3105-4E42-82EC-8DD596C7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585273"/>
            <a:ext cx="101341" cy="93992"/>
          </a:xfrm>
          <a:custGeom xmlns:a="http://schemas.openxmlformats.org/drawingml/2006/main">
            <a:pathLst>
              <a:path w="101341" h="93992">
                <a:moveTo>
                  <a:pt x="0" y="0"/>
                </a:moveTo>
                <a:lnTo>
                  <a:pt x="101341" y="0"/>
                </a:lnTo>
                <a:lnTo>
                  <a:pt x="101341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338AF-5BCA-48C9-BC08-4BE31E47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585273"/>
            <a:ext cx="101341" cy="93992"/>
          </a:xfrm>
          <a:custGeom xmlns:a="http://schemas.openxmlformats.org/drawingml/2006/main">
            <a:pathLst>
              <a:path w="101341" h="93992" fill="none">
                <a:moveTo>
                  <a:pt x="0" y="0"/>
                </a:moveTo>
                <a:lnTo>
                  <a:pt x="101341" y="0"/>
                </a:lnTo>
                <a:lnTo>
                  <a:pt x="101341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F19A4-7246-4F95-A5AB-C818F7FF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585273"/>
            <a:ext cx="101428" cy="93992"/>
          </a:xfrm>
          <a:custGeom xmlns:a="http://schemas.openxmlformats.org/drawingml/2006/main">
            <a:pathLst>
              <a:path w="101428" h="93992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3C323-1377-496F-BD80-A0DDFF56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585273"/>
            <a:ext cx="101428" cy="93992"/>
          </a:xfrm>
          <a:custGeom xmlns:a="http://schemas.openxmlformats.org/drawingml/2006/main">
            <a:pathLst>
              <a:path w="101428" h="93992" fill="none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7FF7A-1581-4260-8AB3-37EDC7C5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585273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F40EF-B1CB-4C46-B73C-F3A79C0C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585273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9656B-D4D0-4C10-8B4E-E48F9541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585273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D6DCF-DE22-4F67-869B-B9C79D5D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585273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3C4B70-D13A-4C99-BEED-593CED03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585273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4D3E7-DC19-4C82-AA67-96906EF0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585273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0F111-4FED-4102-A431-0009A915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2585273"/>
            <a:ext cx="101428" cy="93992"/>
          </a:xfrm>
          <a:custGeom xmlns:a="http://schemas.openxmlformats.org/drawingml/2006/main">
            <a:pathLst>
              <a:path w="101428" h="93992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D997C-3169-4ABB-8889-34CFE0C4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2585273"/>
            <a:ext cx="101428" cy="93992"/>
          </a:xfrm>
          <a:custGeom xmlns:a="http://schemas.openxmlformats.org/drawingml/2006/main">
            <a:pathLst>
              <a:path w="101428" h="93992" fill="none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F0479-2203-4F54-97FA-3777B7CD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585273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DC72E-54E0-4069-860C-08A3D8B3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585273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195A6-2131-4FA0-AA9E-5FD1723D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679265"/>
            <a:ext cx="101367" cy="93999"/>
          </a:xfrm>
          <a:custGeom xmlns:a="http://schemas.openxmlformats.org/drawingml/2006/main">
            <a:pathLst>
              <a:path w="101367" h="93999">
                <a:moveTo>
                  <a:pt x="0" y="0"/>
                </a:moveTo>
                <a:lnTo>
                  <a:pt x="101367" y="0"/>
                </a:lnTo>
                <a:lnTo>
                  <a:pt x="101367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3EB4F-6B9D-4BEA-B3E5-7B38B6EE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679265"/>
            <a:ext cx="101367" cy="93999"/>
          </a:xfrm>
          <a:custGeom xmlns:a="http://schemas.openxmlformats.org/drawingml/2006/main">
            <a:pathLst>
              <a:path w="101367" h="93999" fill="none">
                <a:moveTo>
                  <a:pt x="0" y="0"/>
                </a:moveTo>
                <a:lnTo>
                  <a:pt x="101367" y="0"/>
                </a:lnTo>
                <a:lnTo>
                  <a:pt x="101367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5E180-87C7-41AD-803E-C15C289A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679265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36727-750E-47F0-AB59-435E0C27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679265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DF0B9-49AA-49D3-A9F6-6EDAC4E3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679265"/>
            <a:ext cx="101373" cy="93999"/>
          </a:xfrm>
          <a:custGeom xmlns:a="http://schemas.openxmlformats.org/drawingml/2006/main">
            <a:pathLst>
              <a:path w="101373" h="93999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ADBA2-168A-4F97-B320-B29D218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679265"/>
            <a:ext cx="101373" cy="93999"/>
          </a:xfrm>
          <a:custGeom xmlns:a="http://schemas.openxmlformats.org/drawingml/2006/main">
            <a:pathLst>
              <a:path w="101373" h="93999" fill="none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5285F-2AA3-4A97-B2F6-6162FEB4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679265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EEE36-A359-474F-8D63-C21575B4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679265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881F2-0997-4C06-8532-9D0CA130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679265"/>
            <a:ext cx="101373" cy="93999"/>
          </a:xfrm>
          <a:custGeom xmlns:a="http://schemas.openxmlformats.org/drawingml/2006/main">
            <a:pathLst>
              <a:path w="101373" h="93999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1A3F7-892E-48CA-9716-0B9313DA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679265"/>
            <a:ext cx="101373" cy="93999"/>
          </a:xfrm>
          <a:custGeom xmlns:a="http://schemas.openxmlformats.org/drawingml/2006/main">
            <a:pathLst>
              <a:path w="101373" h="93999" fill="none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18F8F-9197-432F-A141-B7591C3F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679265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F6789-6FAC-4B11-9351-D9CD1820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679265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A33CD-32ED-41C0-92EB-F6F81C6A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679265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CA0D3-5948-4C56-97E5-ECB7A0B4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679265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07294-3632-491E-96FE-7A4464F9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679265"/>
            <a:ext cx="101341" cy="93999"/>
          </a:xfrm>
          <a:custGeom xmlns:a="http://schemas.openxmlformats.org/drawingml/2006/main">
            <a:pathLst>
              <a:path w="101341" h="93999">
                <a:moveTo>
                  <a:pt x="0" y="0"/>
                </a:moveTo>
                <a:lnTo>
                  <a:pt x="101341" y="0"/>
                </a:lnTo>
                <a:lnTo>
                  <a:pt x="101341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78331-B64A-4B6D-B4E7-7714E37D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3" y="2679265"/>
            <a:ext cx="101341" cy="93999"/>
          </a:xfrm>
          <a:custGeom xmlns:a="http://schemas.openxmlformats.org/drawingml/2006/main">
            <a:pathLst>
              <a:path w="101341" h="93999" fill="none">
                <a:moveTo>
                  <a:pt x="0" y="0"/>
                </a:moveTo>
                <a:lnTo>
                  <a:pt x="101341" y="0"/>
                </a:lnTo>
                <a:lnTo>
                  <a:pt x="101341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36344-FA9B-4AD4-BC6C-0659A419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679265"/>
            <a:ext cx="101428" cy="93999"/>
          </a:xfrm>
          <a:custGeom xmlns:a="http://schemas.openxmlformats.org/drawingml/2006/main">
            <a:pathLst>
              <a:path w="101428" h="93999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634D3-BB03-4208-A9CA-B8C4DC28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679265"/>
            <a:ext cx="101428" cy="93999"/>
          </a:xfrm>
          <a:custGeom xmlns:a="http://schemas.openxmlformats.org/drawingml/2006/main">
            <a:pathLst>
              <a:path w="101428" h="93999" fill="none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3DAF5-2727-43E9-8783-8E477BE9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679265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9DFD8-AB46-4435-8F23-D383CB2F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679265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C12E6-D5EF-441C-AFE9-DFAF665C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679265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183E7-37A7-4697-B502-7AA37810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679265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F9A27-66B3-4249-BD4A-50A12343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679265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7AED5-1DB6-445B-872B-371A8093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0" y="2679265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40F81-18CE-400C-8D7E-5E7A5945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2679265"/>
            <a:ext cx="101428" cy="93999"/>
          </a:xfrm>
          <a:custGeom xmlns:a="http://schemas.openxmlformats.org/drawingml/2006/main">
            <a:pathLst>
              <a:path w="101428" h="93999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677C2-A5B3-4040-B936-9AC54262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2679265"/>
            <a:ext cx="101428" cy="93999"/>
          </a:xfrm>
          <a:custGeom xmlns:a="http://schemas.openxmlformats.org/drawingml/2006/main">
            <a:pathLst>
              <a:path w="101428" h="93999" fill="none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CE169-440C-4FB3-93F1-D4F7B61A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679265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C48A8-095C-4878-9DA6-A677A6C8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679265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5745A-57BB-4548-B439-76F6B17E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773264"/>
            <a:ext cx="101367" cy="93992"/>
          </a:xfrm>
          <a:custGeom xmlns:a="http://schemas.openxmlformats.org/drawingml/2006/main">
            <a:pathLst>
              <a:path w="101367" h="93992">
                <a:moveTo>
                  <a:pt x="0" y="0"/>
                </a:moveTo>
                <a:lnTo>
                  <a:pt x="101367" y="0"/>
                </a:lnTo>
                <a:lnTo>
                  <a:pt x="101367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E3216-A3D9-436D-A1D3-A0497B6E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773264"/>
            <a:ext cx="101367" cy="93992"/>
          </a:xfrm>
          <a:custGeom xmlns:a="http://schemas.openxmlformats.org/drawingml/2006/main">
            <a:pathLst>
              <a:path w="101367" h="93992" fill="none">
                <a:moveTo>
                  <a:pt x="0" y="0"/>
                </a:moveTo>
                <a:lnTo>
                  <a:pt x="101367" y="0"/>
                </a:lnTo>
                <a:lnTo>
                  <a:pt x="101367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CE92A-613E-47FF-9E24-B17F31E7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773264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A9AB24-A9C8-4C4A-91FB-5B5CA626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773264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26EF4B-DC33-4BAD-B8DF-8445E3EE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773264"/>
            <a:ext cx="101373" cy="93992"/>
          </a:xfrm>
          <a:custGeom xmlns:a="http://schemas.openxmlformats.org/drawingml/2006/main">
            <a:pathLst>
              <a:path w="101373" h="93992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67186-F940-4463-9EE9-33A2E38A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773264"/>
            <a:ext cx="101373" cy="93992"/>
          </a:xfrm>
          <a:custGeom xmlns:a="http://schemas.openxmlformats.org/drawingml/2006/main">
            <a:pathLst>
              <a:path w="101373" h="93992" fill="none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2865D-2F29-4E43-B122-81BACBF7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773264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FC49F-0A47-4212-B795-778C92FD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6" y="2773264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430D1-9D2E-4791-AF19-CC0189BE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773264"/>
            <a:ext cx="101373" cy="93992"/>
          </a:xfrm>
          <a:custGeom xmlns:a="http://schemas.openxmlformats.org/drawingml/2006/main">
            <a:pathLst>
              <a:path w="101373" h="93992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D871C-965E-4895-B8CC-A87FF8F7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773264"/>
            <a:ext cx="101373" cy="93992"/>
          </a:xfrm>
          <a:custGeom xmlns:a="http://schemas.openxmlformats.org/drawingml/2006/main">
            <a:pathLst>
              <a:path w="101373" h="93992" fill="none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DA37C-B086-47F7-9F64-6DBB7C01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773264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05082-BF5D-42EC-BD8A-DF4463FD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773264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4169F5-B0F2-4F1F-9D06-2D234FD8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773264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3C26A-94CC-4F3D-9E90-4198BADB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773264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915E8-EDC4-4660-AFBE-1F8D55E5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4" y="2773264"/>
            <a:ext cx="101341" cy="93992"/>
          </a:xfrm>
          <a:custGeom xmlns:a="http://schemas.openxmlformats.org/drawingml/2006/main">
            <a:pathLst>
              <a:path w="101341" h="93992">
                <a:moveTo>
                  <a:pt x="0" y="0"/>
                </a:moveTo>
                <a:lnTo>
                  <a:pt x="101341" y="0"/>
                </a:lnTo>
                <a:lnTo>
                  <a:pt x="101341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797FF-67DC-4D08-971F-00309529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4" y="2773264"/>
            <a:ext cx="101341" cy="93992"/>
          </a:xfrm>
          <a:custGeom xmlns:a="http://schemas.openxmlformats.org/drawingml/2006/main">
            <a:pathLst>
              <a:path w="101341" h="93992" fill="none">
                <a:moveTo>
                  <a:pt x="0" y="0"/>
                </a:moveTo>
                <a:lnTo>
                  <a:pt x="101341" y="0"/>
                </a:lnTo>
                <a:lnTo>
                  <a:pt x="101341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1ADC8C-7CB3-43A9-A433-EC2334B3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773264"/>
            <a:ext cx="101428" cy="93992"/>
          </a:xfrm>
          <a:custGeom xmlns:a="http://schemas.openxmlformats.org/drawingml/2006/main">
            <a:pathLst>
              <a:path w="101428" h="93992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73AF7A-8199-424C-BC2B-48B583E1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773264"/>
            <a:ext cx="101428" cy="93992"/>
          </a:xfrm>
          <a:custGeom xmlns:a="http://schemas.openxmlformats.org/drawingml/2006/main">
            <a:pathLst>
              <a:path w="101428" h="93992" fill="none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F9137-8D3A-4369-BD39-2B868C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773264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AFEC71-737A-4910-895C-8FB67F30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773264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9B06C-6AB6-41C6-B216-E7A4D6B5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773264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29D1E8-BF7E-4917-929B-11BD845D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1" y="2773264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BB946-9091-4D64-A28C-873718F8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1" y="2773264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9207F-EFB6-4C72-BFF8-3B76FA95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1" y="2773264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F3E0C-FBF6-4D4A-9688-B36B1BED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2773264"/>
            <a:ext cx="101428" cy="93992"/>
          </a:xfrm>
          <a:custGeom xmlns:a="http://schemas.openxmlformats.org/drawingml/2006/main">
            <a:pathLst>
              <a:path w="101428" h="93992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06964-9D50-4464-855E-A7AEF07B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2773264"/>
            <a:ext cx="101428" cy="93992"/>
          </a:xfrm>
          <a:custGeom xmlns:a="http://schemas.openxmlformats.org/drawingml/2006/main">
            <a:pathLst>
              <a:path w="101428" h="93992" fill="none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B2D9E-D4EC-48F2-953D-16E18D36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773264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62A83-8D59-443F-826B-FEE65150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773264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255029-8FE5-4C56-8837-4DEC13C2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867256"/>
            <a:ext cx="101367" cy="93992"/>
          </a:xfrm>
          <a:custGeom xmlns:a="http://schemas.openxmlformats.org/drawingml/2006/main">
            <a:pathLst>
              <a:path w="101367" h="93992">
                <a:moveTo>
                  <a:pt x="0" y="0"/>
                </a:moveTo>
                <a:lnTo>
                  <a:pt x="101367" y="0"/>
                </a:lnTo>
                <a:lnTo>
                  <a:pt x="101367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ABADD-3C78-41F4-B499-9E8441B4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867256"/>
            <a:ext cx="101367" cy="93992"/>
          </a:xfrm>
          <a:custGeom xmlns:a="http://schemas.openxmlformats.org/drawingml/2006/main">
            <a:pathLst>
              <a:path w="101367" h="93992" fill="none">
                <a:moveTo>
                  <a:pt x="0" y="0"/>
                </a:moveTo>
                <a:lnTo>
                  <a:pt x="101367" y="0"/>
                </a:lnTo>
                <a:lnTo>
                  <a:pt x="101367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368D9-97C6-41D8-8ADB-17AB651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867256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721B8-8B5B-49DB-ACFC-F947AB1D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867256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54F45-7DC5-4A13-81E8-28002F6A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867256"/>
            <a:ext cx="101373" cy="93992"/>
          </a:xfrm>
          <a:custGeom xmlns:a="http://schemas.openxmlformats.org/drawingml/2006/main">
            <a:pathLst>
              <a:path w="101373" h="93992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67726-3F24-44DC-A562-B67CA810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867256"/>
            <a:ext cx="101373" cy="93992"/>
          </a:xfrm>
          <a:custGeom xmlns:a="http://schemas.openxmlformats.org/drawingml/2006/main">
            <a:pathLst>
              <a:path w="101373" h="93992" fill="none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AF00E-37E4-41C6-B87F-436B4C55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7" y="2867256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BB1FD-366E-46EF-A579-C36717D2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7" y="2867256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6BBC5-D42F-46F1-8973-8F46C630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867256"/>
            <a:ext cx="101373" cy="93992"/>
          </a:xfrm>
          <a:custGeom xmlns:a="http://schemas.openxmlformats.org/drawingml/2006/main">
            <a:pathLst>
              <a:path w="101373" h="93992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1D5DC-5CBA-49B6-B5F8-505F8291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867256"/>
            <a:ext cx="101373" cy="93992"/>
          </a:xfrm>
          <a:custGeom xmlns:a="http://schemas.openxmlformats.org/drawingml/2006/main">
            <a:pathLst>
              <a:path w="101373" h="93992" fill="none">
                <a:moveTo>
                  <a:pt x="0" y="0"/>
                </a:moveTo>
                <a:lnTo>
                  <a:pt x="101373" y="0"/>
                </a:lnTo>
                <a:lnTo>
                  <a:pt x="101373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00A99B-8BF2-4994-8BCE-88578709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867256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A873B4-8FD6-4F98-84FB-56A41BBE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867256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E9374-0DDE-4910-B40E-197649A4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867256"/>
            <a:ext cx="101365" cy="93992"/>
          </a:xfrm>
          <a:custGeom xmlns:a="http://schemas.openxmlformats.org/drawingml/2006/main">
            <a:pathLst>
              <a:path w="101365" h="93992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1B2F3E-6D88-4E0C-93FE-4F20217F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867256"/>
            <a:ext cx="101365" cy="93992"/>
          </a:xfrm>
          <a:custGeom xmlns:a="http://schemas.openxmlformats.org/drawingml/2006/main">
            <a:pathLst>
              <a:path w="101365" h="93992" fill="none">
                <a:moveTo>
                  <a:pt x="0" y="0"/>
                </a:moveTo>
                <a:lnTo>
                  <a:pt x="101365" y="0"/>
                </a:lnTo>
                <a:lnTo>
                  <a:pt x="101365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E123F4-2B6F-43CB-AF68-D786E53D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4" y="2867256"/>
            <a:ext cx="101341" cy="93992"/>
          </a:xfrm>
          <a:custGeom xmlns:a="http://schemas.openxmlformats.org/drawingml/2006/main">
            <a:pathLst>
              <a:path w="101341" h="93992">
                <a:moveTo>
                  <a:pt x="0" y="0"/>
                </a:moveTo>
                <a:lnTo>
                  <a:pt x="101341" y="0"/>
                </a:lnTo>
                <a:lnTo>
                  <a:pt x="101341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1B092-7292-47FA-832F-7EBFBF3C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4" y="2867256"/>
            <a:ext cx="101341" cy="93992"/>
          </a:xfrm>
          <a:custGeom xmlns:a="http://schemas.openxmlformats.org/drawingml/2006/main">
            <a:pathLst>
              <a:path w="101341" h="93992" fill="none">
                <a:moveTo>
                  <a:pt x="0" y="0"/>
                </a:moveTo>
                <a:lnTo>
                  <a:pt x="101341" y="0"/>
                </a:lnTo>
                <a:lnTo>
                  <a:pt x="101341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178AA-C485-4EC6-A608-BD2E4339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867256"/>
            <a:ext cx="101428" cy="93992"/>
          </a:xfrm>
          <a:custGeom xmlns:a="http://schemas.openxmlformats.org/drawingml/2006/main">
            <a:pathLst>
              <a:path w="101428" h="93992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19D46-E62C-4F2C-914F-E1F4EF14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867256"/>
            <a:ext cx="101428" cy="93992"/>
          </a:xfrm>
          <a:custGeom xmlns:a="http://schemas.openxmlformats.org/drawingml/2006/main">
            <a:pathLst>
              <a:path w="101428" h="93992" fill="none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5A873-D324-492E-9BF3-5612D892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867256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F6880-5A74-441F-89EC-586AE906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867256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1FFCD-2A98-451E-A2A4-F1B4157B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2" y="2867256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E8218-B3A3-445A-961E-B8AD967F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2" y="2867256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6F04C-DFB8-4E4F-ADF2-8A464CED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1" y="2867256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89F3DB-FD69-4145-B3B8-4522ED71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1" y="2867256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0A815-2912-4C2B-BA17-93FD9207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2867256"/>
            <a:ext cx="101428" cy="93992"/>
          </a:xfrm>
          <a:custGeom xmlns:a="http://schemas.openxmlformats.org/drawingml/2006/main">
            <a:pathLst>
              <a:path w="101428" h="93992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27DE7-FD60-4F4B-BC2D-341C205E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2867256"/>
            <a:ext cx="101428" cy="93992"/>
          </a:xfrm>
          <a:custGeom xmlns:a="http://schemas.openxmlformats.org/drawingml/2006/main">
            <a:pathLst>
              <a:path w="101428" h="93992" fill="none">
                <a:moveTo>
                  <a:pt x="0" y="0"/>
                </a:moveTo>
                <a:lnTo>
                  <a:pt x="101428" y="0"/>
                </a:lnTo>
                <a:lnTo>
                  <a:pt x="101428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36D54-FDDB-4ABD-B604-F3B2EF7A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867256"/>
            <a:ext cx="101349" cy="93992"/>
          </a:xfrm>
          <a:custGeom xmlns:a="http://schemas.openxmlformats.org/drawingml/2006/main">
            <a:pathLst>
              <a:path w="101349" h="93992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4BBEC-58C6-45A7-AB8A-3E35D3BD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867256"/>
            <a:ext cx="101349" cy="93992"/>
          </a:xfrm>
          <a:custGeom xmlns:a="http://schemas.openxmlformats.org/drawingml/2006/main">
            <a:pathLst>
              <a:path w="101349" h="93992" fill="none">
                <a:moveTo>
                  <a:pt x="0" y="0"/>
                </a:moveTo>
                <a:lnTo>
                  <a:pt x="101349" y="0"/>
                </a:lnTo>
                <a:lnTo>
                  <a:pt x="101349" y="93992"/>
                </a:lnTo>
                <a:lnTo>
                  <a:pt x="0" y="9399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BB312-2DD9-46B4-A956-3874199D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961248"/>
            <a:ext cx="101367" cy="93999"/>
          </a:xfrm>
          <a:custGeom xmlns:a="http://schemas.openxmlformats.org/drawingml/2006/main">
            <a:pathLst>
              <a:path w="101367" h="93999">
                <a:moveTo>
                  <a:pt x="0" y="0"/>
                </a:moveTo>
                <a:lnTo>
                  <a:pt x="101367" y="0"/>
                </a:lnTo>
                <a:lnTo>
                  <a:pt x="101367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F342A-4A25-438D-836C-58F71EF9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2961248"/>
            <a:ext cx="101367" cy="93999"/>
          </a:xfrm>
          <a:custGeom xmlns:a="http://schemas.openxmlformats.org/drawingml/2006/main">
            <a:pathLst>
              <a:path w="101367" h="93999" fill="none">
                <a:moveTo>
                  <a:pt x="0" y="0"/>
                </a:moveTo>
                <a:lnTo>
                  <a:pt x="101367" y="0"/>
                </a:lnTo>
                <a:lnTo>
                  <a:pt x="101367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8ED0A-485F-4F22-B3EA-9D47064B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961248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DEC6E-3AA1-4DE5-8985-1ADB67BD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2961248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203BA-264C-4DD0-AE81-E2AF0F1E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961248"/>
            <a:ext cx="101373" cy="93999"/>
          </a:xfrm>
          <a:custGeom xmlns:a="http://schemas.openxmlformats.org/drawingml/2006/main">
            <a:pathLst>
              <a:path w="101373" h="93999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EF956D-9367-4756-BCE7-D18718A4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2961248"/>
            <a:ext cx="101373" cy="93999"/>
          </a:xfrm>
          <a:custGeom xmlns:a="http://schemas.openxmlformats.org/drawingml/2006/main">
            <a:pathLst>
              <a:path w="101373" h="93999" fill="none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C820D-3F5D-442F-AC72-EB5227F1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7" y="2961248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88B45-9401-4272-AEE2-BC80497E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7" y="2961248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A4A9E-B558-4A9A-AED3-BD0835DB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961248"/>
            <a:ext cx="101373" cy="93999"/>
          </a:xfrm>
          <a:custGeom xmlns:a="http://schemas.openxmlformats.org/drawingml/2006/main">
            <a:pathLst>
              <a:path w="101373" h="93999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1A748-524F-4E17-AB87-2108F1BD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2961248"/>
            <a:ext cx="101373" cy="93999"/>
          </a:xfrm>
          <a:custGeom xmlns:a="http://schemas.openxmlformats.org/drawingml/2006/main">
            <a:pathLst>
              <a:path w="101373" h="93999" fill="none">
                <a:moveTo>
                  <a:pt x="0" y="0"/>
                </a:moveTo>
                <a:lnTo>
                  <a:pt x="101373" y="0"/>
                </a:lnTo>
                <a:lnTo>
                  <a:pt x="101373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D863E-8F8E-46F3-AE63-22957EA6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961248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416F2-48CC-437E-BF9B-F9A2D995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2961248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8B758-F28A-461F-BE4D-714FBA09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961248"/>
            <a:ext cx="101365" cy="93999"/>
          </a:xfrm>
          <a:custGeom xmlns:a="http://schemas.openxmlformats.org/drawingml/2006/main">
            <a:pathLst>
              <a:path w="101365" h="93999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38353-32C2-4680-91AF-B0470DF8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2961248"/>
            <a:ext cx="101365" cy="93999"/>
          </a:xfrm>
          <a:custGeom xmlns:a="http://schemas.openxmlformats.org/drawingml/2006/main">
            <a:pathLst>
              <a:path w="101365" h="93999" fill="none">
                <a:moveTo>
                  <a:pt x="0" y="0"/>
                </a:moveTo>
                <a:lnTo>
                  <a:pt x="101365" y="0"/>
                </a:lnTo>
                <a:lnTo>
                  <a:pt x="101365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00643-6A45-4804-B2FD-863F28EA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4" y="2961248"/>
            <a:ext cx="101341" cy="93999"/>
          </a:xfrm>
          <a:custGeom xmlns:a="http://schemas.openxmlformats.org/drawingml/2006/main">
            <a:pathLst>
              <a:path w="101341" h="93999">
                <a:moveTo>
                  <a:pt x="0" y="0"/>
                </a:moveTo>
                <a:lnTo>
                  <a:pt x="101341" y="0"/>
                </a:lnTo>
                <a:lnTo>
                  <a:pt x="101341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D5465-02B4-4ABE-BCDB-DF567FEB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4" y="2961248"/>
            <a:ext cx="101341" cy="93999"/>
          </a:xfrm>
          <a:custGeom xmlns:a="http://schemas.openxmlformats.org/drawingml/2006/main">
            <a:pathLst>
              <a:path w="101341" h="93999" fill="none">
                <a:moveTo>
                  <a:pt x="0" y="0"/>
                </a:moveTo>
                <a:lnTo>
                  <a:pt x="101341" y="0"/>
                </a:lnTo>
                <a:lnTo>
                  <a:pt x="101341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F0463-CBBD-4615-AD28-6F17E963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961248"/>
            <a:ext cx="101428" cy="93999"/>
          </a:xfrm>
          <a:custGeom xmlns:a="http://schemas.openxmlformats.org/drawingml/2006/main">
            <a:pathLst>
              <a:path w="101428" h="93999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E6069-2F80-4BC2-8178-7F9A520C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2961248"/>
            <a:ext cx="101428" cy="93999"/>
          </a:xfrm>
          <a:custGeom xmlns:a="http://schemas.openxmlformats.org/drawingml/2006/main">
            <a:pathLst>
              <a:path w="101428" h="93999" fill="none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69E70-8B11-4028-A308-054155B7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961248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83105-307C-4FBC-8900-1531C31B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2" y="2961248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955D6-2E73-41EF-9C23-F359DC63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2" y="2961248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05525-086D-463A-9F03-EDCEFA29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2" y="2961248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D8B78-1626-4AA4-892A-7E217000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1" y="2961248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047BF-97E0-403C-BED4-C187DA5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1" y="2961248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154B0-0198-473D-8813-61E045F1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2961248"/>
            <a:ext cx="101428" cy="93999"/>
          </a:xfrm>
          <a:custGeom xmlns:a="http://schemas.openxmlformats.org/drawingml/2006/main">
            <a:pathLst>
              <a:path w="101428" h="93999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5A718-7AD6-4B68-AD7E-B5B399ED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2961248"/>
            <a:ext cx="101428" cy="93999"/>
          </a:xfrm>
          <a:custGeom xmlns:a="http://schemas.openxmlformats.org/drawingml/2006/main">
            <a:pathLst>
              <a:path w="101428" h="93999" fill="none">
                <a:moveTo>
                  <a:pt x="0" y="0"/>
                </a:moveTo>
                <a:lnTo>
                  <a:pt x="101428" y="0"/>
                </a:lnTo>
                <a:lnTo>
                  <a:pt x="101428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79CC7-5A97-40C7-BF5A-615A0671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961248"/>
            <a:ext cx="101349" cy="93999"/>
          </a:xfrm>
          <a:custGeom xmlns:a="http://schemas.openxmlformats.org/drawingml/2006/main">
            <a:pathLst>
              <a:path w="101349" h="93999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712F3-2E35-4AF4-AD4E-6592C1A9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2961248"/>
            <a:ext cx="101349" cy="93999"/>
          </a:xfrm>
          <a:custGeom xmlns:a="http://schemas.openxmlformats.org/drawingml/2006/main">
            <a:pathLst>
              <a:path w="101349" h="93999" fill="none">
                <a:moveTo>
                  <a:pt x="0" y="0"/>
                </a:moveTo>
                <a:lnTo>
                  <a:pt x="101349" y="0"/>
                </a:lnTo>
                <a:lnTo>
                  <a:pt x="101349" y="93999"/>
                </a:lnTo>
                <a:lnTo>
                  <a:pt x="0" y="939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423F0-47AD-4036-8859-D3F20AB5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3055248"/>
            <a:ext cx="101367" cy="93994"/>
          </a:xfrm>
          <a:custGeom xmlns:a="http://schemas.openxmlformats.org/drawingml/2006/main">
            <a:pathLst>
              <a:path w="101367" h="93994">
                <a:moveTo>
                  <a:pt x="0" y="0"/>
                </a:moveTo>
                <a:lnTo>
                  <a:pt x="101367" y="0"/>
                </a:lnTo>
                <a:lnTo>
                  <a:pt x="101367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AECDA-275E-4B64-882D-768CE760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22" y="3055248"/>
            <a:ext cx="101367" cy="93994"/>
          </a:xfrm>
          <a:custGeom xmlns:a="http://schemas.openxmlformats.org/drawingml/2006/main">
            <a:pathLst>
              <a:path w="101367" h="93994" fill="none">
                <a:moveTo>
                  <a:pt x="0" y="0"/>
                </a:moveTo>
                <a:lnTo>
                  <a:pt x="101367" y="0"/>
                </a:lnTo>
                <a:lnTo>
                  <a:pt x="101367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AAA68-7FEC-4DAF-8F5B-34D54A7C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3055248"/>
            <a:ext cx="101365" cy="93994"/>
          </a:xfrm>
          <a:custGeom xmlns:a="http://schemas.openxmlformats.org/drawingml/2006/main">
            <a:pathLst>
              <a:path w="101365" h="93994">
                <a:moveTo>
                  <a:pt x="0" y="0"/>
                </a:moveTo>
                <a:lnTo>
                  <a:pt x="101365" y="0"/>
                </a:lnTo>
                <a:lnTo>
                  <a:pt x="101365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BB067-C8B9-4F04-B483-80CE3C84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89" y="3055248"/>
            <a:ext cx="101365" cy="93994"/>
          </a:xfrm>
          <a:custGeom xmlns:a="http://schemas.openxmlformats.org/drawingml/2006/main">
            <a:pathLst>
              <a:path w="101365" h="93994" fill="none">
                <a:moveTo>
                  <a:pt x="0" y="0"/>
                </a:moveTo>
                <a:lnTo>
                  <a:pt x="101365" y="0"/>
                </a:lnTo>
                <a:lnTo>
                  <a:pt x="101365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30934-C19C-43AD-97C9-E2E0664D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3055248"/>
            <a:ext cx="101373" cy="93994"/>
          </a:xfrm>
          <a:custGeom xmlns:a="http://schemas.openxmlformats.org/drawingml/2006/main">
            <a:pathLst>
              <a:path w="101373" h="93994">
                <a:moveTo>
                  <a:pt x="0" y="0"/>
                </a:moveTo>
                <a:lnTo>
                  <a:pt x="101373" y="0"/>
                </a:lnTo>
                <a:lnTo>
                  <a:pt x="101373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92AA6-15F9-4A0B-B38A-342A13BC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954" y="3055248"/>
            <a:ext cx="101373" cy="93994"/>
          </a:xfrm>
          <a:custGeom xmlns:a="http://schemas.openxmlformats.org/drawingml/2006/main">
            <a:pathLst>
              <a:path w="101373" h="93994" fill="none">
                <a:moveTo>
                  <a:pt x="0" y="0"/>
                </a:moveTo>
                <a:lnTo>
                  <a:pt x="101373" y="0"/>
                </a:lnTo>
                <a:lnTo>
                  <a:pt x="101373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B2879-9598-4689-8BA2-DDECF385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7" y="3055248"/>
            <a:ext cx="101365" cy="93994"/>
          </a:xfrm>
          <a:custGeom xmlns:a="http://schemas.openxmlformats.org/drawingml/2006/main">
            <a:pathLst>
              <a:path w="101365" h="93994">
                <a:moveTo>
                  <a:pt x="0" y="0"/>
                </a:moveTo>
                <a:lnTo>
                  <a:pt x="101365" y="0"/>
                </a:lnTo>
                <a:lnTo>
                  <a:pt x="101365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E3179-0A1F-4735-A71D-51955D74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327" y="3055248"/>
            <a:ext cx="101365" cy="93994"/>
          </a:xfrm>
          <a:custGeom xmlns:a="http://schemas.openxmlformats.org/drawingml/2006/main">
            <a:pathLst>
              <a:path w="101365" h="93994" fill="none">
                <a:moveTo>
                  <a:pt x="0" y="0"/>
                </a:moveTo>
                <a:lnTo>
                  <a:pt x="101365" y="0"/>
                </a:lnTo>
                <a:lnTo>
                  <a:pt x="101365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B1829-E1C3-44FB-AC27-95CD9D3D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3055248"/>
            <a:ext cx="101373" cy="93994"/>
          </a:xfrm>
          <a:custGeom xmlns:a="http://schemas.openxmlformats.org/drawingml/2006/main">
            <a:pathLst>
              <a:path w="101373" h="93994">
                <a:moveTo>
                  <a:pt x="0" y="0"/>
                </a:moveTo>
                <a:lnTo>
                  <a:pt x="101373" y="0"/>
                </a:lnTo>
                <a:lnTo>
                  <a:pt x="101373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FE9DA-C4D3-4B06-BBEC-79928287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691" y="3055248"/>
            <a:ext cx="101373" cy="93994"/>
          </a:xfrm>
          <a:custGeom xmlns:a="http://schemas.openxmlformats.org/drawingml/2006/main">
            <a:pathLst>
              <a:path w="101373" h="93994" fill="none">
                <a:moveTo>
                  <a:pt x="0" y="0"/>
                </a:moveTo>
                <a:lnTo>
                  <a:pt x="101373" y="0"/>
                </a:lnTo>
                <a:lnTo>
                  <a:pt x="101373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7DB4B-605B-46A1-9533-CDFC6D80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3055248"/>
            <a:ext cx="101365" cy="93994"/>
          </a:xfrm>
          <a:custGeom xmlns:a="http://schemas.openxmlformats.org/drawingml/2006/main">
            <a:pathLst>
              <a:path w="101365" h="93994">
                <a:moveTo>
                  <a:pt x="0" y="0"/>
                </a:moveTo>
                <a:lnTo>
                  <a:pt x="101365" y="0"/>
                </a:lnTo>
                <a:lnTo>
                  <a:pt x="101365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AA55B-751A-4715-9CB9-B31A6A60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64" y="3055248"/>
            <a:ext cx="101365" cy="93994"/>
          </a:xfrm>
          <a:custGeom xmlns:a="http://schemas.openxmlformats.org/drawingml/2006/main">
            <a:pathLst>
              <a:path w="101365" h="93994" fill="none">
                <a:moveTo>
                  <a:pt x="0" y="0"/>
                </a:moveTo>
                <a:lnTo>
                  <a:pt x="101365" y="0"/>
                </a:lnTo>
                <a:lnTo>
                  <a:pt x="101365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E13E2-7326-4F65-9BE4-809080F2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3055248"/>
            <a:ext cx="101365" cy="93994"/>
          </a:xfrm>
          <a:custGeom xmlns:a="http://schemas.openxmlformats.org/drawingml/2006/main">
            <a:pathLst>
              <a:path w="101365" h="93994">
                <a:moveTo>
                  <a:pt x="0" y="0"/>
                </a:moveTo>
                <a:lnTo>
                  <a:pt x="101365" y="0"/>
                </a:lnTo>
                <a:lnTo>
                  <a:pt x="101365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9F671-8B32-4366-B568-4E7333F5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8429" y="3055248"/>
            <a:ext cx="101365" cy="93994"/>
          </a:xfrm>
          <a:custGeom xmlns:a="http://schemas.openxmlformats.org/drawingml/2006/main">
            <a:pathLst>
              <a:path w="101365" h="93994" fill="none">
                <a:moveTo>
                  <a:pt x="0" y="0"/>
                </a:moveTo>
                <a:lnTo>
                  <a:pt x="101365" y="0"/>
                </a:lnTo>
                <a:lnTo>
                  <a:pt x="101365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12C2F-AD9C-460A-BCB8-AA7048C4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4" y="3055248"/>
            <a:ext cx="101341" cy="93994"/>
          </a:xfrm>
          <a:custGeom xmlns:a="http://schemas.openxmlformats.org/drawingml/2006/main">
            <a:pathLst>
              <a:path w="101341" h="93994">
                <a:moveTo>
                  <a:pt x="0" y="0"/>
                </a:moveTo>
                <a:lnTo>
                  <a:pt x="101341" y="0"/>
                </a:lnTo>
                <a:lnTo>
                  <a:pt x="101341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77BC0-0035-412E-B762-0E3E8F02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94" y="3055248"/>
            <a:ext cx="101341" cy="93994"/>
          </a:xfrm>
          <a:custGeom xmlns:a="http://schemas.openxmlformats.org/drawingml/2006/main">
            <a:pathLst>
              <a:path w="101341" h="93994" fill="none">
                <a:moveTo>
                  <a:pt x="0" y="0"/>
                </a:moveTo>
                <a:lnTo>
                  <a:pt x="101341" y="0"/>
                </a:lnTo>
                <a:lnTo>
                  <a:pt x="101341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F641D-4DB7-4E22-AC9C-74274127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3055248"/>
            <a:ext cx="101428" cy="93994"/>
          </a:xfrm>
          <a:custGeom xmlns:a="http://schemas.openxmlformats.org/drawingml/2006/main">
            <a:pathLst>
              <a:path w="101428" h="93994">
                <a:moveTo>
                  <a:pt x="0" y="0"/>
                </a:moveTo>
                <a:lnTo>
                  <a:pt x="101428" y="0"/>
                </a:lnTo>
                <a:lnTo>
                  <a:pt x="101428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3FD79-BF99-471F-A64C-42AC6A30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135" y="3055248"/>
            <a:ext cx="101428" cy="93994"/>
          </a:xfrm>
          <a:custGeom xmlns:a="http://schemas.openxmlformats.org/drawingml/2006/main">
            <a:pathLst>
              <a:path w="101428" h="93994" fill="none">
                <a:moveTo>
                  <a:pt x="0" y="0"/>
                </a:moveTo>
                <a:lnTo>
                  <a:pt x="101428" y="0"/>
                </a:lnTo>
                <a:lnTo>
                  <a:pt x="101428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FD519-2D65-4648-B131-D11090CD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3" y="3055248"/>
            <a:ext cx="101349" cy="93994"/>
          </a:xfrm>
          <a:custGeom xmlns:a="http://schemas.openxmlformats.org/drawingml/2006/main">
            <a:pathLst>
              <a:path w="101349" h="93994">
                <a:moveTo>
                  <a:pt x="0" y="0"/>
                </a:moveTo>
                <a:lnTo>
                  <a:pt x="101349" y="0"/>
                </a:lnTo>
                <a:lnTo>
                  <a:pt x="101349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0A6B3-D552-4C9A-BA5A-FE6532A2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563" y="3055248"/>
            <a:ext cx="101349" cy="93994"/>
          </a:xfrm>
          <a:custGeom xmlns:a="http://schemas.openxmlformats.org/drawingml/2006/main">
            <a:pathLst>
              <a:path w="101349" h="93994" fill="none">
                <a:moveTo>
                  <a:pt x="0" y="0"/>
                </a:moveTo>
                <a:lnTo>
                  <a:pt x="101349" y="0"/>
                </a:lnTo>
                <a:lnTo>
                  <a:pt x="101349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6F4A8-2ABD-42A5-A84C-2FC25E9B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2" y="3055248"/>
            <a:ext cx="101349" cy="93994"/>
          </a:xfrm>
          <a:custGeom xmlns:a="http://schemas.openxmlformats.org/drawingml/2006/main">
            <a:pathLst>
              <a:path w="101349" h="93994">
                <a:moveTo>
                  <a:pt x="0" y="0"/>
                </a:moveTo>
                <a:lnTo>
                  <a:pt x="101349" y="0"/>
                </a:lnTo>
                <a:lnTo>
                  <a:pt x="101349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A9681E-E8AC-4644-BB51-A8314850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3912" y="3055248"/>
            <a:ext cx="101349" cy="93994"/>
          </a:xfrm>
          <a:custGeom xmlns:a="http://schemas.openxmlformats.org/drawingml/2006/main">
            <a:pathLst>
              <a:path w="101349" h="93994" fill="none">
                <a:moveTo>
                  <a:pt x="0" y="0"/>
                </a:moveTo>
                <a:lnTo>
                  <a:pt x="101349" y="0"/>
                </a:lnTo>
                <a:lnTo>
                  <a:pt x="101349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99BBD-F817-4A71-A8E2-32C38601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1" y="3055248"/>
            <a:ext cx="101349" cy="93994"/>
          </a:xfrm>
          <a:custGeom xmlns:a="http://schemas.openxmlformats.org/drawingml/2006/main">
            <a:pathLst>
              <a:path w="101349" h="93994">
                <a:moveTo>
                  <a:pt x="0" y="0"/>
                </a:moveTo>
                <a:lnTo>
                  <a:pt x="101349" y="0"/>
                </a:lnTo>
                <a:lnTo>
                  <a:pt x="101349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83B5E-BDF8-4912-8614-4016EC1B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261" y="3055248"/>
            <a:ext cx="101349" cy="93994"/>
          </a:xfrm>
          <a:custGeom xmlns:a="http://schemas.openxmlformats.org/drawingml/2006/main">
            <a:pathLst>
              <a:path w="101349" h="93994" fill="none">
                <a:moveTo>
                  <a:pt x="0" y="0"/>
                </a:moveTo>
                <a:lnTo>
                  <a:pt x="101349" y="0"/>
                </a:lnTo>
                <a:lnTo>
                  <a:pt x="101349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63632-C9E2-4EC6-B943-3536149E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3055248"/>
            <a:ext cx="101428" cy="93994"/>
          </a:xfrm>
          <a:custGeom xmlns:a="http://schemas.openxmlformats.org/drawingml/2006/main">
            <a:pathLst>
              <a:path w="101428" h="93994">
                <a:moveTo>
                  <a:pt x="0" y="0"/>
                </a:moveTo>
                <a:lnTo>
                  <a:pt x="101428" y="0"/>
                </a:lnTo>
                <a:lnTo>
                  <a:pt x="101428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002AC-621E-4DA6-BF2B-D44C1D39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6610" y="3055248"/>
            <a:ext cx="101428" cy="93994"/>
          </a:xfrm>
          <a:custGeom xmlns:a="http://schemas.openxmlformats.org/drawingml/2006/main">
            <a:pathLst>
              <a:path w="101428" h="93994" fill="none">
                <a:moveTo>
                  <a:pt x="0" y="0"/>
                </a:moveTo>
                <a:lnTo>
                  <a:pt x="101428" y="0"/>
                </a:lnTo>
                <a:lnTo>
                  <a:pt x="101428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9C615-0944-41AD-B4A1-2F9A570D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3055248"/>
            <a:ext cx="101349" cy="93994"/>
          </a:xfrm>
          <a:custGeom xmlns:a="http://schemas.openxmlformats.org/drawingml/2006/main">
            <a:pathLst>
              <a:path w="101349" h="93994">
                <a:moveTo>
                  <a:pt x="0" y="0"/>
                </a:moveTo>
                <a:lnTo>
                  <a:pt x="101349" y="0"/>
                </a:lnTo>
                <a:lnTo>
                  <a:pt x="101349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8EE18-03D7-4604-B3D1-4C034F89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037" y="3055248"/>
            <a:ext cx="101349" cy="93994"/>
          </a:xfrm>
          <a:custGeom xmlns:a="http://schemas.openxmlformats.org/drawingml/2006/main">
            <a:pathLst>
              <a:path w="101349" h="93994" fill="none">
                <a:moveTo>
                  <a:pt x="0" y="0"/>
                </a:moveTo>
                <a:lnTo>
                  <a:pt x="101349" y="0"/>
                </a:lnTo>
                <a:lnTo>
                  <a:pt x="101349" y="93994"/>
                </a:lnTo>
                <a:lnTo>
                  <a:pt x="0" y="9399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31" cap="flat">
            <a:solidFill>
              <a:srgbClr val="FFFFFF"/>
            </a:solidFill>
            <a:round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6858F-EABB-4AD5-BA82-6F2CBD1C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210" y="1823659"/>
            <a:ext cx="111782" cy="106991"/>
          </a:xfrm>
          <a:custGeom xmlns:a="http://schemas.openxmlformats.org/drawingml/2006/main">
            <a:pathLst>
              <a:path w="111782" h="106991" fill="none">
                <a:moveTo>
                  <a:pt x="0" y="17832"/>
                </a:moveTo>
                <a:cubicBezTo>
                  <a:pt x="0" y="7984"/>
                  <a:pt x="7984" y="0"/>
                  <a:pt x="17832" y="0"/>
                </a:cubicBezTo>
                <a:lnTo>
                  <a:pt x="93950" y="0"/>
                </a:lnTo>
                <a:cubicBezTo>
                  <a:pt x="103798" y="0"/>
                  <a:pt x="111782" y="7984"/>
                  <a:pt x="111782" y="17832"/>
                </a:cubicBezTo>
                <a:lnTo>
                  <a:pt x="111782" y="89159"/>
                </a:lnTo>
                <a:cubicBezTo>
                  <a:pt x="111782" y="99007"/>
                  <a:pt x="103798" y="106991"/>
                  <a:pt x="93950" y="106991"/>
                </a:cubicBezTo>
                <a:lnTo>
                  <a:pt x="17832" y="106991"/>
                </a:lnTo>
                <a:cubicBezTo>
                  <a:pt x="7984" y="106991"/>
                  <a:pt x="0" y="99007"/>
                  <a:pt x="0" y="89159"/>
                </a:cubicBezTo>
                <a:lnTo>
                  <a:pt x="0" y="1783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624" cap="flat">
            <a:solidFill>
              <a:srgbClr val="76C4E0"/>
            </a:solidFill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AAA7C-CDE5-47CC-A4C5-7356F9D8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217" y="1921069"/>
            <a:ext cx="418384" cy="388043"/>
          </a:xfrm>
          <a:custGeom xmlns:a="http://schemas.openxmlformats.org/drawingml/2006/main">
            <a:pathLst>
              <a:path w="418384" h="388043" fill="none">
                <a:moveTo>
                  <a:pt x="0" y="30807"/>
                </a:moveTo>
                <a:cubicBezTo>
                  <a:pt x="0" y="13773"/>
                  <a:pt x="13773" y="0"/>
                  <a:pt x="30807" y="0"/>
                </a:cubicBezTo>
                <a:lnTo>
                  <a:pt x="387577" y="0"/>
                </a:lnTo>
                <a:cubicBezTo>
                  <a:pt x="404611" y="0"/>
                  <a:pt x="418384" y="13773"/>
                  <a:pt x="418384" y="30807"/>
                </a:cubicBezTo>
                <a:lnTo>
                  <a:pt x="418384" y="357237"/>
                </a:lnTo>
                <a:cubicBezTo>
                  <a:pt x="418384" y="374270"/>
                  <a:pt x="404611" y="388043"/>
                  <a:pt x="387577" y="388043"/>
                </a:cubicBezTo>
                <a:lnTo>
                  <a:pt x="30807" y="388043"/>
                </a:lnTo>
                <a:cubicBezTo>
                  <a:pt x="13773" y="388043"/>
                  <a:pt x="0" y="374270"/>
                  <a:pt x="0" y="357237"/>
                </a:cubicBezTo>
                <a:lnTo>
                  <a:pt x="0" y="308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624" cap="flat">
            <a:solidFill>
              <a:srgbClr val="76C4E0"/>
            </a:solidFill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BEB89-65AD-4038-8E69-146DFA96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020" y="2297934"/>
            <a:ext cx="923000" cy="855931"/>
          </a:xfrm>
          <a:custGeom xmlns:a="http://schemas.openxmlformats.org/drawingml/2006/main">
            <a:pathLst>
              <a:path w="923000" h="855931" fill="none">
                <a:moveTo>
                  <a:pt x="0" y="36795"/>
                </a:moveTo>
                <a:cubicBezTo>
                  <a:pt x="0" y="16435"/>
                  <a:pt x="16435" y="0"/>
                  <a:pt x="36795" y="0"/>
                </a:cubicBezTo>
                <a:lnTo>
                  <a:pt x="886205" y="0"/>
                </a:lnTo>
                <a:cubicBezTo>
                  <a:pt x="906565" y="0"/>
                  <a:pt x="923000" y="16435"/>
                  <a:pt x="923000" y="36795"/>
                </a:cubicBezTo>
                <a:lnTo>
                  <a:pt x="923000" y="819149"/>
                </a:lnTo>
                <a:cubicBezTo>
                  <a:pt x="923000" y="839463"/>
                  <a:pt x="906565" y="855931"/>
                  <a:pt x="886205" y="855931"/>
                </a:cubicBezTo>
                <a:lnTo>
                  <a:pt x="36795" y="855931"/>
                </a:lnTo>
                <a:cubicBezTo>
                  <a:pt x="16435" y="855931"/>
                  <a:pt x="0" y="839463"/>
                  <a:pt x="0" y="819149"/>
                </a:cubicBezTo>
                <a:lnTo>
                  <a:pt x="0" y="367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624" cap="flat">
            <a:solidFill>
              <a:srgbClr val="76C4E0"/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DEC4A-7F59-478A-83D5-8A8441DD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577" y="3153865"/>
            <a:ext cx="1780527" cy="253904"/>
          </a:xfrm>
          <a:custGeom xmlns:a="http://schemas.openxmlformats.org/drawingml/2006/main">
            <a:pathLst>
              <a:path w="1780527" h="253904" fill="none">
                <a:moveTo>
                  <a:pt x="1780527" y="0"/>
                </a:moveTo>
                <a:lnTo>
                  <a:pt x="0" y="0"/>
                </a:lnTo>
                <a:lnTo>
                  <a:pt x="0" y="253904"/>
                </a:lnTo>
              </a:path>
            </a:pathLst>
          </a:custGeom>
          <a:noFill xmlns:a="http://schemas.openxmlformats.org/drawingml/2006/main"/>
          <a:ln xmlns:a="http://schemas.openxmlformats.org/drawingml/2006/main" w="932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402" name="Text 𝐿=1">
            <a:extLst xmlns:a="http://schemas.openxmlformats.org/drawingml/2006/main">
              <a:ext uri="{FF2B5EF4-FFF2-40B4-BE49-F238E27FC236}">
                <a16:creationId xmlns:a16="http://schemas.microsoft.com/office/drawing/2014/main" id="{66061FA0-1D1C-4EBC-BA5A-D400D30B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609" y="3254098"/>
            <a:ext cx="363732" cy="107681"/>
          </a:xfrm>
          <a:custGeom xmlns:a="http://schemas.openxmlformats.org/drawingml/2006/main">
            <a:pathLst>
              <a:path w="363732" h="107681">
                <a:moveTo>
                  <a:pt x="858" y="103860"/>
                </a:moveTo>
                <a:cubicBezTo>
                  <a:pt x="2833" y="103548"/>
                  <a:pt x="4315" y="103041"/>
                  <a:pt x="5302" y="102339"/>
                </a:cubicBezTo>
                <a:cubicBezTo>
                  <a:pt x="6290" y="101638"/>
                  <a:pt x="7122" y="100663"/>
                  <a:pt x="7797" y="99415"/>
                </a:cubicBezTo>
                <a:cubicBezTo>
                  <a:pt x="8473" y="98168"/>
                  <a:pt x="9097" y="96647"/>
                  <a:pt x="9669" y="94854"/>
                </a:cubicBezTo>
                <a:cubicBezTo>
                  <a:pt x="10240" y="93061"/>
                  <a:pt x="11098" y="89591"/>
                  <a:pt x="12242" y="84445"/>
                </a:cubicBezTo>
                <a:lnTo>
                  <a:pt x="25497" y="24406"/>
                </a:lnTo>
                <a:cubicBezTo>
                  <a:pt x="26641" y="19207"/>
                  <a:pt x="27213" y="15023"/>
                  <a:pt x="27213" y="11852"/>
                </a:cubicBezTo>
                <a:cubicBezTo>
                  <a:pt x="27213" y="9409"/>
                  <a:pt x="26602" y="7706"/>
                  <a:pt x="25380" y="6745"/>
                </a:cubicBezTo>
                <a:cubicBezTo>
                  <a:pt x="24159" y="5783"/>
                  <a:pt x="22222" y="5224"/>
                  <a:pt x="19571" y="5068"/>
                </a:cubicBezTo>
                <a:lnTo>
                  <a:pt x="20429" y="1248"/>
                </a:lnTo>
                <a:lnTo>
                  <a:pt x="51618" y="1248"/>
                </a:lnTo>
                <a:lnTo>
                  <a:pt x="50760" y="5068"/>
                </a:lnTo>
                <a:cubicBezTo>
                  <a:pt x="48785" y="5484"/>
                  <a:pt x="47369" y="5952"/>
                  <a:pt x="46511" y="6472"/>
                </a:cubicBezTo>
                <a:cubicBezTo>
                  <a:pt x="45653" y="6992"/>
                  <a:pt x="44886" y="7771"/>
                  <a:pt x="44211" y="8811"/>
                </a:cubicBezTo>
                <a:cubicBezTo>
                  <a:pt x="43535" y="9851"/>
                  <a:pt x="42833" y="11475"/>
                  <a:pt x="42105" y="13684"/>
                </a:cubicBezTo>
                <a:cubicBezTo>
                  <a:pt x="41378" y="15893"/>
                  <a:pt x="40468" y="19493"/>
                  <a:pt x="39376" y="24483"/>
                </a:cubicBezTo>
                <a:lnTo>
                  <a:pt x="22690" y="100507"/>
                </a:lnTo>
                <a:lnTo>
                  <a:pt x="41871" y="100507"/>
                </a:lnTo>
                <a:cubicBezTo>
                  <a:pt x="45354" y="100507"/>
                  <a:pt x="48096" y="100169"/>
                  <a:pt x="50098" y="99493"/>
                </a:cubicBezTo>
                <a:cubicBezTo>
                  <a:pt x="52099" y="98818"/>
                  <a:pt x="53996" y="97583"/>
                  <a:pt x="55790" y="95790"/>
                </a:cubicBezTo>
                <a:cubicBezTo>
                  <a:pt x="57583" y="93996"/>
                  <a:pt x="59337" y="91566"/>
                  <a:pt x="61053" y="88499"/>
                </a:cubicBezTo>
                <a:cubicBezTo>
                  <a:pt x="62768" y="85432"/>
                  <a:pt x="64510" y="81612"/>
                  <a:pt x="66277" y="77037"/>
                </a:cubicBezTo>
                <a:lnTo>
                  <a:pt x="73840" y="77037"/>
                </a:lnTo>
                <a:lnTo>
                  <a:pt x="65965" y="107681"/>
                </a:lnTo>
                <a:lnTo>
                  <a:pt x="0" y="107681"/>
                </a:lnTo>
                <a:lnTo>
                  <a:pt x="858" y="103860"/>
                </a:lnTo>
                <a:close/>
                <a:moveTo>
                  <a:pt x="138119" y="51072"/>
                </a:moveTo>
                <a:lnTo>
                  <a:pt x="138119" y="40702"/>
                </a:lnTo>
                <a:lnTo>
                  <a:pt x="234182" y="40702"/>
                </a:lnTo>
                <a:lnTo>
                  <a:pt x="234182" y="51072"/>
                </a:lnTo>
                <a:lnTo>
                  <a:pt x="138119" y="51072"/>
                </a:lnTo>
                <a:moveTo>
                  <a:pt x="138119" y="83431"/>
                </a:moveTo>
                <a:lnTo>
                  <a:pt x="138119" y="73061"/>
                </a:lnTo>
                <a:lnTo>
                  <a:pt x="234182" y="73061"/>
                </a:lnTo>
                <a:lnTo>
                  <a:pt x="234182" y="83431"/>
                </a:lnTo>
                <a:lnTo>
                  <a:pt x="138119" y="83431"/>
                </a:lnTo>
                <a:moveTo>
                  <a:pt x="237457" y="62066"/>
                </a:moveTo>
                <a:lnTo>
                  <a:pt x="237457" y="62066"/>
                </a:lnTo>
                <a:close/>
                <a:moveTo>
                  <a:pt x="341978" y="87330"/>
                </a:moveTo>
                <a:cubicBezTo>
                  <a:pt x="341978" y="90345"/>
                  <a:pt x="342147" y="92619"/>
                  <a:pt x="342485" y="94152"/>
                </a:cubicBezTo>
                <a:cubicBezTo>
                  <a:pt x="342823" y="95686"/>
                  <a:pt x="343420" y="96933"/>
                  <a:pt x="344278" y="97895"/>
                </a:cubicBezTo>
                <a:cubicBezTo>
                  <a:pt x="345136" y="98857"/>
                  <a:pt x="346370" y="99610"/>
                  <a:pt x="347982" y="100156"/>
                </a:cubicBezTo>
                <a:cubicBezTo>
                  <a:pt x="349593" y="100702"/>
                  <a:pt x="351620" y="101118"/>
                  <a:pt x="354064" y="101404"/>
                </a:cubicBezTo>
                <a:cubicBezTo>
                  <a:pt x="356507" y="101690"/>
                  <a:pt x="359730" y="101885"/>
                  <a:pt x="363732" y="101989"/>
                </a:cubicBezTo>
                <a:lnTo>
                  <a:pt x="363732" y="107681"/>
                </a:lnTo>
                <a:lnTo>
                  <a:pt x="306110" y="107681"/>
                </a:lnTo>
                <a:lnTo>
                  <a:pt x="306110" y="101989"/>
                </a:lnTo>
                <a:cubicBezTo>
                  <a:pt x="311880" y="101729"/>
                  <a:pt x="316000" y="101378"/>
                  <a:pt x="318469" y="100936"/>
                </a:cubicBezTo>
                <a:cubicBezTo>
                  <a:pt x="320938" y="100494"/>
                  <a:pt x="322822" y="99831"/>
                  <a:pt x="324122" y="98948"/>
                </a:cubicBezTo>
                <a:cubicBezTo>
                  <a:pt x="325422" y="98064"/>
                  <a:pt x="326370" y="96816"/>
                  <a:pt x="326968" y="95205"/>
                </a:cubicBezTo>
                <a:cubicBezTo>
                  <a:pt x="327566" y="93593"/>
                  <a:pt x="327865" y="90968"/>
                  <a:pt x="327865" y="87330"/>
                </a:cubicBezTo>
                <a:lnTo>
                  <a:pt x="327865" y="24094"/>
                </a:lnTo>
                <a:cubicBezTo>
                  <a:pt x="327865" y="22014"/>
                  <a:pt x="327501" y="20494"/>
                  <a:pt x="326773" y="19532"/>
                </a:cubicBezTo>
                <a:cubicBezTo>
                  <a:pt x="326045" y="18571"/>
                  <a:pt x="324980" y="18090"/>
                  <a:pt x="323576" y="18090"/>
                </a:cubicBezTo>
                <a:cubicBezTo>
                  <a:pt x="321913" y="18090"/>
                  <a:pt x="319548" y="18947"/>
                  <a:pt x="316481" y="20663"/>
                </a:cubicBezTo>
                <a:cubicBezTo>
                  <a:pt x="313414" y="22378"/>
                  <a:pt x="309619" y="24743"/>
                  <a:pt x="305097" y="27758"/>
                </a:cubicBezTo>
                <a:lnTo>
                  <a:pt x="301666" y="21754"/>
                </a:lnTo>
                <a:lnTo>
                  <a:pt x="338157" y="0"/>
                </a:lnTo>
                <a:lnTo>
                  <a:pt x="342446" y="0"/>
                </a:lnTo>
                <a:cubicBezTo>
                  <a:pt x="342134" y="4990"/>
                  <a:pt x="341978" y="11904"/>
                  <a:pt x="341978" y="20741"/>
                </a:cubicBezTo>
                <a:lnTo>
                  <a:pt x="341978" y="873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Text 2">
            <a:extLst xmlns:a="http://schemas.openxmlformats.org/drawingml/2006/main">
              <a:ext uri="{FF2B5EF4-FFF2-40B4-BE49-F238E27FC236}">
                <a16:creationId xmlns:a16="http://schemas.microsoft.com/office/drawing/2014/main" id="{B57CB759-AC2F-4B19-BEFA-4F7CB238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379" y="3228722"/>
            <a:ext cx="49360" cy="73813"/>
          </a:xfrm>
          <a:custGeom xmlns:a="http://schemas.openxmlformats.org/drawingml/2006/main">
            <a:pathLst>
              <a:path w="49360" h="73813">
                <a:moveTo>
                  <a:pt x="33629" y="64522"/>
                </a:moveTo>
                <a:cubicBezTo>
                  <a:pt x="35415" y="64522"/>
                  <a:pt x="36840" y="64455"/>
                  <a:pt x="37904" y="64322"/>
                </a:cubicBezTo>
                <a:cubicBezTo>
                  <a:pt x="38968" y="64189"/>
                  <a:pt x="39851" y="63895"/>
                  <a:pt x="40554" y="63439"/>
                </a:cubicBezTo>
                <a:cubicBezTo>
                  <a:pt x="41257" y="62983"/>
                  <a:pt x="41856" y="62290"/>
                  <a:pt x="42350" y="61359"/>
                </a:cubicBezTo>
                <a:cubicBezTo>
                  <a:pt x="42844" y="60428"/>
                  <a:pt x="43414" y="59145"/>
                  <a:pt x="44060" y="57511"/>
                </a:cubicBezTo>
                <a:lnTo>
                  <a:pt x="49360" y="57511"/>
                </a:lnTo>
                <a:cubicBezTo>
                  <a:pt x="49170" y="60209"/>
                  <a:pt x="48990" y="62926"/>
                  <a:pt x="48819" y="65662"/>
                </a:cubicBezTo>
                <a:cubicBezTo>
                  <a:pt x="48648" y="68398"/>
                  <a:pt x="48467" y="71115"/>
                  <a:pt x="48277" y="73813"/>
                </a:cubicBezTo>
                <a:lnTo>
                  <a:pt x="0" y="73813"/>
                </a:lnTo>
                <a:lnTo>
                  <a:pt x="0" y="70849"/>
                </a:lnTo>
                <a:cubicBezTo>
                  <a:pt x="912" y="68797"/>
                  <a:pt x="1976" y="66773"/>
                  <a:pt x="3192" y="64778"/>
                </a:cubicBezTo>
                <a:cubicBezTo>
                  <a:pt x="4408" y="62784"/>
                  <a:pt x="5776" y="60760"/>
                  <a:pt x="7296" y="58708"/>
                </a:cubicBezTo>
                <a:cubicBezTo>
                  <a:pt x="8816" y="56656"/>
                  <a:pt x="10545" y="54538"/>
                  <a:pt x="12483" y="52353"/>
                </a:cubicBezTo>
                <a:cubicBezTo>
                  <a:pt x="14421" y="50168"/>
                  <a:pt x="16567" y="47897"/>
                  <a:pt x="18923" y="45542"/>
                </a:cubicBezTo>
                <a:cubicBezTo>
                  <a:pt x="22495" y="41970"/>
                  <a:pt x="25402" y="38920"/>
                  <a:pt x="27644" y="36393"/>
                </a:cubicBezTo>
                <a:cubicBezTo>
                  <a:pt x="29886" y="33866"/>
                  <a:pt x="31653" y="31615"/>
                  <a:pt x="32945" y="29639"/>
                </a:cubicBezTo>
                <a:cubicBezTo>
                  <a:pt x="34237" y="27663"/>
                  <a:pt x="35120" y="25839"/>
                  <a:pt x="35595" y="24167"/>
                </a:cubicBezTo>
                <a:cubicBezTo>
                  <a:pt x="36070" y="22495"/>
                  <a:pt x="36308" y="20709"/>
                  <a:pt x="36308" y="18809"/>
                </a:cubicBezTo>
                <a:cubicBezTo>
                  <a:pt x="36308" y="16871"/>
                  <a:pt x="36032" y="15086"/>
                  <a:pt x="35481" y="13452"/>
                </a:cubicBezTo>
                <a:cubicBezTo>
                  <a:pt x="34930" y="11818"/>
                  <a:pt x="34142" y="10431"/>
                  <a:pt x="33116" y="9291"/>
                </a:cubicBezTo>
                <a:cubicBezTo>
                  <a:pt x="32090" y="8151"/>
                  <a:pt x="30789" y="7258"/>
                  <a:pt x="29212" y="6612"/>
                </a:cubicBezTo>
                <a:cubicBezTo>
                  <a:pt x="27635" y="5966"/>
                  <a:pt x="25820" y="5643"/>
                  <a:pt x="23768" y="5643"/>
                </a:cubicBezTo>
                <a:cubicBezTo>
                  <a:pt x="20234" y="5643"/>
                  <a:pt x="17270" y="6602"/>
                  <a:pt x="14877" y="8521"/>
                </a:cubicBezTo>
                <a:cubicBezTo>
                  <a:pt x="12483" y="10440"/>
                  <a:pt x="10621" y="13224"/>
                  <a:pt x="9291" y="16871"/>
                </a:cubicBezTo>
                <a:lnTo>
                  <a:pt x="1824" y="16871"/>
                </a:lnTo>
                <a:lnTo>
                  <a:pt x="1824" y="5757"/>
                </a:lnTo>
                <a:cubicBezTo>
                  <a:pt x="6688" y="3743"/>
                  <a:pt x="11162" y="2280"/>
                  <a:pt x="15247" y="1368"/>
                </a:cubicBezTo>
                <a:cubicBezTo>
                  <a:pt x="19332" y="456"/>
                  <a:pt x="23008" y="0"/>
                  <a:pt x="26276" y="0"/>
                </a:cubicBezTo>
                <a:cubicBezTo>
                  <a:pt x="30228" y="0"/>
                  <a:pt x="33600" y="446"/>
                  <a:pt x="36393" y="1339"/>
                </a:cubicBezTo>
                <a:cubicBezTo>
                  <a:pt x="39186" y="2232"/>
                  <a:pt x="41457" y="3439"/>
                  <a:pt x="43205" y="4959"/>
                </a:cubicBezTo>
                <a:cubicBezTo>
                  <a:pt x="44953" y="6479"/>
                  <a:pt x="46216" y="8303"/>
                  <a:pt x="46995" y="10431"/>
                </a:cubicBezTo>
                <a:cubicBezTo>
                  <a:pt x="47774" y="12559"/>
                  <a:pt x="48163" y="14858"/>
                  <a:pt x="48163" y="17327"/>
                </a:cubicBezTo>
                <a:cubicBezTo>
                  <a:pt x="48163" y="18809"/>
                  <a:pt x="48059" y="20187"/>
                  <a:pt x="47850" y="21460"/>
                </a:cubicBezTo>
                <a:cubicBezTo>
                  <a:pt x="47641" y="22733"/>
                  <a:pt x="47280" y="23987"/>
                  <a:pt x="46767" y="25222"/>
                </a:cubicBezTo>
                <a:cubicBezTo>
                  <a:pt x="46254" y="26457"/>
                  <a:pt x="45580" y="27701"/>
                  <a:pt x="44744" y="28955"/>
                </a:cubicBezTo>
                <a:cubicBezTo>
                  <a:pt x="43908" y="30209"/>
                  <a:pt x="42863" y="31539"/>
                  <a:pt x="41609" y="32945"/>
                </a:cubicBezTo>
                <a:cubicBezTo>
                  <a:pt x="40659" y="34161"/>
                  <a:pt x="39424" y="35567"/>
                  <a:pt x="37904" y="37163"/>
                </a:cubicBezTo>
                <a:cubicBezTo>
                  <a:pt x="36384" y="38759"/>
                  <a:pt x="34721" y="40469"/>
                  <a:pt x="32916" y="42293"/>
                </a:cubicBezTo>
                <a:cubicBezTo>
                  <a:pt x="31112" y="44117"/>
                  <a:pt x="29221" y="46017"/>
                  <a:pt x="27245" y="47992"/>
                </a:cubicBezTo>
                <a:cubicBezTo>
                  <a:pt x="25269" y="49968"/>
                  <a:pt x="23350" y="51925"/>
                  <a:pt x="21488" y="53863"/>
                </a:cubicBezTo>
                <a:cubicBezTo>
                  <a:pt x="19626" y="55801"/>
                  <a:pt x="17916" y="57682"/>
                  <a:pt x="16358" y="59506"/>
                </a:cubicBezTo>
                <a:cubicBezTo>
                  <a:pt x="14801" y="61330"/>
                  <a:pt x="13528" y="63002"/>
                  <a:pt x="12540" y="64522"/>
                </a:cubicBezTo>
                <a:lnTo>
                  <a:pt x="33629" y="64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Text +2">
            <a:extLst xmlns:a="http://schemas.openxmlformats.org/drawingml/2006/main">
              <a:ext uri="{FF2B5EF4-FFF2-40B4-BE49-F238E27FC236}">
                <a16:creationId xmlns:a16="http://schemas.microsoft.com/office/drawing/2014/main" id="{F923AB64-0D69-4342-BD01-1BD02D17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6" y="3254098"/>
            <a:ext cx="217238" cy="112125"/>
          </a:xfrm>
          <a:custGeom xmlns:a="http://schemas.openxmlformats.org/drawingml/2006/main">
            <a:pathLst>
              <a:path w="217238" h="112125">
                <a:moveTo>
                  <a:pt x="53567" y="67213"/>
                </a:moveTo>
                <a:lnTo>
                  <a:pt x="53567" y="112125"/>
                </a:lnTo>
                <a:lnTo>
                  <a:pt x="42495" y="112125"/>
                </a:lnTo>
                <a:lnTo>
                  <a:pt x="42495" y="67213"/>
                </a:lnTo>
                <a:lnTo>
                  <a:pt x="0" y="67213"/>
                </a:lnTo>
                <a:lnTo>
                  <a:pt x="0" y="56842"/>
                </a:lnTo>
                <a:lnTo>
                  <a:pt x="42495" y="56842"/>
                </a:lnTo>
                <a:lnTo>
                  <a:pt x="42495" y="11930"/>
                </a:lnTo>
                <a:lnTo>
                  <a:pt x="53567" y="11930"/>
                </a:lnTo>
                <a:lnTo>
                  <a:pt x="53567" y="56842"/>
                </a:lnTo>
                <a:lnTo>
                  <a:pt x="96063" y="56842"/>
                </a:lnTo>
                <a:lnTo>
                  <a:pt x="96063" y="67213"/>
                </a:lnTo>
                <a:lnTo>
                  <a:pt x="53567" y="67213"/>
                </a:lnTo>
                <a:close/>
                <a:moveTo>
                  <a:pt x="196420" y="95205"/>
                </a:moveTo>
                <a:cubicBezTo>
                  <a:pt x="198967" y="95205"/>
                  <a:pt x="201020" y="95049"/>
                  <a:pt x="202579" y="94737"/>
                </a:cubicBezTo>
                <a:cubicBezTo>
                  <a:pt x="204139" y="94425"/>
                  <a:pt x="205386" y="93905"/>
                  <a:pt x="206322" y="93178"/>
                </a:cubicBezTo>
                <a:cubicBezTo>
                  <a:pt x="207258" y="92450"/>
                  <a:pt x="207999" y="91501"/>
                  <a:pt x="208544" y="90332"/>
                </a:cubicBezTo>
                <a:cubicBezTo>
                  <a:pt x="209090" y="89162"/>
                  <a:pt x="209779" y="87356"/>
                  <a:pt x="210611" y="84913"/>
                </a:cubicBezTo>
                <a:lnTo>
                  <a:pt x="217238" y="84913"/>
                </a:lnTo>
                <a:lnTo>
                  <a:pt x="215913" y="107681"/>
                </a:lnTo>
                <a:lnTo>
                  <a:pt x="151741" y="107681"/>
                </a:lnTo>
                <a:lnTo>
                  <a:pt x="151741" y="103938"/>
                </a:lnTo>
                <a:cubicBezTo>
                  <a:pt x="153976" y="98480"/>
                  <a:pt x="156991" y="92892"/>
                  <a:pt x="160786" y="87174"/>
                </a:cubicBezTo>
                <a:cubicBezTo>
                  <a:pt x="164581" y="81456"/>
                  <a:pt x="169961" y="74724"/>
                  <a:pt x="176926" y="66979"/>
                </a:cubicBezTo>
                <a:cubicBezTo>
                  <a:pt x="182956" y="60325"/>
                  <a:pt x="187297" y="55283"/>
                  <a:pt x="189948" y="51852"/>
                </a:cubicBezTo>
                <a:cubicBezTo>
                  <a:pt x="192859" y="48109"/>
                  <a:pt x="195029" y="44873"/>
                  <a:pt x="196459" y="42144"/>
                </a:cubicBezTo>
                <a:cubicBezTo>
                  <a:pt x="197888" y="39415"/>
                  <a:pt x="198915" y="36842"/>
                  <a:pt x="199539" y="34425"/>
                </a:cubicBezTo>
                <a:cubicBezTo>
                  <a:pt x="200162" y="32008"/>
                  <a:pt x="200474" y="29578"/>
                  <a:pt x="200474" y="27135"/>
                </a:cubicBezTo>
                <a:cubicBezTo>
                  <a:pt x="200474" y="23236"/>
                  <a:pt x="199850" y="19792"/>
                  <a:pt x="198603" y="16803"/>
                </a:cubicBezTo>
                <a:cubicBezTo>
                  <a:pt x="197355" y="13814"/>
                  <a:pt x="195445" y="11462"/>
                  <a:pt x="192872" y="9747"/>
                </a:cubicBezTo>
                <a:cubicBezTo>
                  <a:pt x="190299" y="8031"/>
                  <a:pt x="187063" y="7174"/>
                  <a:pt x="183164" y="7174"/>
                </a:cubicBezTo>
                <a:cubicBezTo>
                  <a:pt x="173444" y="7174"/>
                  <a:pt x="166894" y="12580"/>
                  <a:pt x="163515" y="23392"/>
                </a:cubicBezTo>
                <a:lnTo>
                  <a:pt x="154080" y="23392"/>
                </a:lnTo>
                <a:lnTo>
                  <a:pt x="154080" y="8421"/>
                </a:lnTo>
                <a:cubicBezTo>
                  <a:pt x="160370" y="5458"/>
                  <a:pt x="166257" y="3314"/>
                  <a:pt x="171741" y="1988"/>
                </a:cubicBezTo>
                <a:cubicBezTo>
                  <a:pt x="177225" y="663"/>
                  <a:pt x="182151" y="0"/>
                  <a:pt x="186517" y="0"/>
                </a:cubicBezTo>
                <a:cubicBezTo>
                  <a:pt x="196186" y="0"/>
                  <a:pt x="203489" y="2118"/>
                  <a:pt x="208427" y="6355"/>
                </a:cubicBezTo>
                <a:cubicBezTo>
                  <a:pt x="213366" y="10591"/>
                  <a:pt x="215835" y="16738"/>
                  <a:pt x="215835" y="24795"/>
                </a:cubicBezTo>
                <a:cubicBezTo>
                  <a:pt x="215835" y="27550"/>
                  <a:pt x="215562" y="30085"/>
                  <a:pt x="215016" y="32398"/>
                </a:cubicBezTo>
                <a:cubicBezTo>
                  <a:pt x="214470" y="34711"/>
                  <a:pt x="213613" y="36998"/>
                  <a:pt x="212443" y="39259"/>
                </a:cubicBezTo>
                <a:cubicBezTo>
                  <a:pt x="211273" y="41521"/>
                  <a:pt x="209701" y="43951"/>
                  <a:pt x="207726" y="46550"/>
                </a:cubicBezTo>
                <a:cubicBezTo>
                  <a:pt x="205750" y="49149"/>
                  <a:pt x="203567" y="51787"/>
                  <a:pt x="201176" y="54464"/>
                </a:cubicBezTo>
                <a:cubicBezTo>
                  <a:pt x="198785" y="57141"/>
                  <a:pt x="194652" y="61599"/>
                  <a:pt x="188778" y="67836"/>
                </a:cubicBezTo>
                <a:cubicBezTo>
                  <a:pt x="178902" y="78285"/>
                  <a:pt x="171650" y="87408"/>
                  <a:pt x="167024" y="95205"/>
                </a:cubicBezTo>
                <a:lnTo>
                  <a:pt x="196420" y="95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Text 2">
            <a:extLst xmlns:a="http://schemas.openxmlformats.org/drawingml/2006/main">
              <a:ext uri="{FF2B5EF4-FFF2-40B4-BE49-F238E27FC236}">
                <a16:creationId xmlns:a16="http://schemas.microsoft.com/office/drawing/2014/main" id="{08EB8EF2-6412-4071-9752-0680E0F3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102" y="3228722"/>
            <a:ext cx="49360" cy="73813"/>
          </a:xfrm>
          <a:custGeom xmlns:a="http://schemas.openxmlformats.org/drawingml/2006/main">
            <a:pathLst>
              <a:path w="49360" h="73813">
                <a:moveTo>
                  <a:pt x="33629" y="64522"/>
                </a:moveTo>
                <a:cubicBezTo>
                  <a:pt x="35415" y="64522"/>
                  <a:pt x="36840" y="64455"/>
                  <a:pt x="37904" y="64322"/>
                </a:cubicBezTo>
                <a:cubicBezTo>
                  <a:pt x="38968" y="64189"/>
                  <a:pt x="39851" y="63895"/>
                  <a:pt x="40554" y="63439"/>
                </a:cubicBezTo>
                <a:cubicBezTo>
                  <a:pt x="41257" y="62983"/>
                  <a:pt x="41856" y="62290"/>
                  <a:pt x="42350" y="61359"/>
                </a:cubicBezTo>
                <a:cubicBezTo>
                  <a:pt x="42844" y="60428"/>
                  <a:pt x="43414" y="59145"/>
                  <a:pt x="44060" y="57511"/>
                </a:cubicBezTo>
                <a:lnTo>
                  <a:pt x="49360" y="57511"/>
                </a:lnTo>
                <a:cubicBezTo>
                  <a:pt x="49170" y="60209"/>
                  <a:pt x="48990" y="62926"/>
                  <a:pt x="48819" y="65662"/>
                </a:cubicBezTo>
                <a:cubicBezTo>
                  <a:pt x="48648" y="68398"/>
                  <a:pt x="48467" y="71115"/>
                  <a:pt x="48277" y="73813"/>
                </a:cubicBezTo>
                <a:lnTo>
                  <a:pt x="0" y="73813"/>
                </a:lnTo>
                <a:lnTo>
                  <a:pt x="0" y="70849"/>
                </a:lnTo>
                <a:cubicBezTo>
                  <a:pt x="912" y="68797"/>
                  <a:pt x="1976" y="66773"/>
                  <a:pt x="3192" y="64778"/>
                </a:cubicBezTo>
                <a:cubicBezTo>
                  <a:pt x="4408" y="62784"/>
                  <a:pt x="5776" y="60760"/>
                  <a:pt x="7296" y="58708"/>
                </a:cubicBezTo>
                <a:cubicBezTo>
                  <a:pt x="8816" y="56656"/>
                  <a:pt x="10545" y="54538"/>
                  <a:pt x="12483" y="52353"/>
                </a:cubicBezTo>
                <a:cubicBezTo>
                  <a:pt x="14421" y="50168"/>
                  <a:pt x="16567" y="47897"/>
                  <a:pt x="18923" y="45542"/>
                </a:cubicBezTo>
                <a:cubicBezTo>
                  <a:pt x="22495" y="41970"/>
                  <a:pt x="25402" y="38920"/>
                  <a:pt x="27644" y="36393"/>
                </a:cubicBezTo>
                <a:cubicBezTo>
                  <a:pt x="29886" y="33866"/>
                  <a:pt x="31653" y="31615"/>
                  <a:pt x="32945" y="29639"/>
                </a:cubicBezTo>
                <a:cubicBezTo>
                  <a:pt x="34237" y="27663"/>
                  <a:pt x="35120" y="25839"/>
                  <a:pt x="35595" y="24167"/>
                </a:cubicBezTo>
                <a:cubicBezTo>
                  <a:pt x="36070" y="22495"/>
                  <a:pt x="36308" y="20709"/>
                  <a:pt x="36308" y="18809"/>
                </a:cubicBezTo>
                <a:cubicBezTo>
                  <a:pt x="36308" y="16871"/>
                  <a:pt x="36032" y="15086"/>
                  <a:pt x="35481" y="13452"/>
                </a:cubicBezTo>
                <a:cubicBezTo>
                  <a:pt x="34930" y="11818"/>
                  <a:pt x="34142" y="10431"/>
                  <a:pt x="33116" y="9291"/>
                </a:cubicBezTo>
                <a:cubicBezTo>
                  <a:pt x="32090" y="8151"/>
                  <a:pt x="30789" y="7258"/>
                  <a:pt x="29212" y="6612"/>
                </a:cubicBezTo>
                <a:cubicBezTo>
                  <a:pt x="27635" y="5966"/>
                  <a:pt x="25820" y="5643"/>
                  <a:pt x="23768" y="5643"/>
                </a:cubicBezTo>
                <a:cubicBezTo>
                  <a:pt x="20234" y="5643"/>
                  <a:pt x="17270" y="6602"/>
                  <a:pt x="14877" y="8521"/>
                </a:cubicBezTo>
                <a:cubicBezTo>
                  <a:pt x="12483" y="10440"/>
                  <a:pt x="10621" y="13224"/>
                  <a:pt x="9291" y="16871"/>
                </a:cubicBezTo>
                <a:lnTo>
                  <a:pt x="1824" y="16871"/>
                </a:lnTo>
                <a:lnTo>
                  <a:pt x="1824" y="5757"/>
                </a:lnTo>
                <a:cubicBezTo>
                  <a:pt x="6688" y="3743"/>
                  <a:pt x="11162" y="2280"/>
                  <a:pt x="15247" y="1368"/>
                </a:cubicBezTo>
                <a:cubicBezTo>
                  <a:pt x="19332" y="456"/>
                  <a:pt x="23008" y="0"/>
                  <a:pt x="26276" y="0"/>
                </a:cubicBezTo>
                <a:cubicBezTo>
                  <a:pt x="30228" y="0"/>
                  <a:pt x="33600" y="446"/>
                  <a:pt x="36393" y="1339"/>
                </a:cubicBezTo>
                <a:cubicBezTo>
                  <a:pt x="39186" y="2232"/>
                  <a:pt x="41457" y="3439"/>
                  <a:pt x="43205" y="4959"/>
                </a:cubicBezTo>
                <a:cubicBezTo>
                  <a:pt x="44953" y="6479"/>
                  <a:pt x="46216" y="8303"/>
                  <a:pt x="46995" y="10431"/>
                </a:cubicBezTo>
                <a:cubicBezTo>
                  <a:pt x="47774" y="12559"/>
                  <a:pt x="48163" y="14858"/>
                  <a:pt x="48163" y="17327"/>
                </a:cubicBezTo>
                <a:cubicBezTo>
                  <a:pt x="48163" y="18809"/>
                  <a:pt x="48059" y="20187"/>
                  <a:pt x="47850" y="21460"/>
                </a:cubicBezTo>
                <a:cubicBezTo>
                  <a:pt x="47641" y="22733"/>
                  <a:pt x="47280" y="23987"/>
                  <a:pt x="46767" y="25222"/>
                </a:cubicBezTo>
                <a:cubicBezTo>
                  <a:pt x="46254" y="26457"/>
                  <a:pt x="45580" y="27701"/>
                  <a:pt x="44744" y="28955"/>
                </a:cubicBezTo>
                <a:cubicBezTo>
                  <a:pt x="43908" y="30209"/>
                  <a:pt x="42863" y="31539"/>
                  <a:pt x="41609" y="32945"/>
                </a:cubicBezTo>
                <a:cubicBezTo>
                  <a:pt x="40659" y="34161"/>
                  <a:pt x="39424" y="35567"/>
                  <a:pt x="37904" y="37163"/>
                </a:cubicBezTo>
                <a:cubicBezTo>
                  <a:pt x="36384" y="38759"/>
                  <a:pt x="34721" y="40469"/>
                  <a:pt x="32916" y="42293"/>
                </a:cubicBezTo>
                <a:cubicBezTo>
                  <a:pt x="31112" y="44117"/>
                  <a:pt x="29221" y="46017"/>
                  <a:pt x="27245" y="47992"/>
                </a:cubicBezTo>
                <a:cubicBezTo>
                  <a:pt x="25269" y="49968"/>
                  <a:pt x="23350" y="51925"/>
                  <a:pt x="21488" y="53863"/>
                </a:cubicBezTo>
                <a:cubicBezTo>
                  <a:pt x="19626" y="55801"/>
                  <a:pt x="17916" y="57682"/>
                  <a:pt x="16358" y="59506"/>
                </a:cubicBezTo>
                <a:cubicBezTo>
                  <a:pt x="14801" y="61330"/>
                  <a:pt x="13528" y="63002"/>
                  <a:pt x="12540" y="64522"/>
                </a:cubicBezTo>
                <a:lnTo>
                  <a:pt x="33629" y="64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Text +3">
            <a:extLst xmlns:a="http://schemas.openxmlformats.org/drawingml/2006/main">
              <a:ext uri="{FF2B5EF4-FFF2-40B4-BE49-F238E27FC236}">
                <a16:creationId xmlns:a16="http://schemas.microsoft.com/office/drawing/2014/main" id="{176BAAB1-65FB-475C-B250-A6665387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557" y="3254098"/>
            <a:ext cx="215720" cy="112125"/>
          </a:xfrm>
          <a:custGeom xmlns:a="http://schemas.openxmlformats.org/drawingml/2006/main">
            <a:pathLst>
              <a:path w="215720" h="112125">
                <a:moveTo>
                  <a:pt x="53567" y="67213"/>
                </a:moveTo>
                <a:lnTo>
                  <a:pt x="53567" y="112125"/>
                </a:lnTo>
                <a:lnTo>
                  <a:pt x="42495" y="112125"/>
                </a:lnTo>
                <a:lnTo>
                  <a:pt x="42495" y="67213"/>
                </a:lnTo>
                <a:lnTo>
                  <a:pt x="0" y="67213"/>
                </a:lnTo>
                <a:lnTo>
                  <a:pt x="0" y="56842"/>
                </a:lnTo>
                <a:lnTo>
                  <a:pt x="42495" y="56842"/>
                </a:lnTo>
                <a:lnTo>
                  <a:pt x="42495" y="11930"/>
                </a:lnTo>
                <a:lnTo>
                  <a:pt x="53567" y="11930"/>
                </a:lnTo>
                <a:lnTo>
                  <a:pt x="53567" y="56842"/>
                </a:lnTo>
                <a:lnTo>
                  <a:pt x="96063" y="56842"/>
                </a:lnTo>
                <a:lnTo>
                  <a:pt x="96063" y="67213"/>
                </a:lnTo>
                <a:lnTo>
                  <a:pt x="53567" y="67213"/>
                </a:lnTo>
                <a:close/>
                <a:moveTo>
                  <a:pt x="152484" y="23314"/>
                </a:moveTo>
                <a:lnTo>
                  <a:pt x="152484" y="8499"/>
                </a:lnTo>
                <a:cubicBezTo>
                  <a:pt x="158514" y="5640"/>
                  <a:pt x="164154" y="3509"/>
                  <a:pt x="169405" y="2105"/>
                </a:cubicBezTo>
                <a:cubicBezTo>
                  <a:pt x="174655" y="702"/>
                  <a:pt x="179723" y="0"/>
                  <a:pt x="184609" y="0"/>
                </a:cubicBezTo>
                <a:cubicBezTo>
                  <a:pt x="190483" y="0"/>
                  <a:pt x="195629" y="910"/>
                  <a:pt x="200048" y="2729"/>
                </a:cubicBezTo>
                <a:cubicBezTo>
                  <a:pt x="204466" y="4548"/>
                  <a:pt x="207845" y="7161"/>
                  <a:pt x="210184" y="10565"/>
                </a:cubicBezTo>
                <a:cubicBezTo>
                  <a:pt x="212524" y="13970"/>
                  <a:pt x="213693" y="18038"/>
                  <a:pt x="213693" y="22768"/>
                </a:cubicBezTo>
                <a:cubicBezTo>
                  <a:pt x="213693" y="27187"/>
                  <a:pt x="212809" y="31072"/>
                  <a:pt x="211042" y="34425"/>
                </a:cubicBezTo>
                <a:cubicBezTo>
                  <a:pt x="209275" y="37778"/>
                  <a:pt x="206793" y="40702"/>
                  <a:pt x="203596" y="43197"/>
                </a:cubicBezTo>
                <a:cubicBezTo>
                  <a:pt x="200399" y="45692"/>
                  <a:pt x="196253" y="48135"/>
                  <a:pt x="191159" y="50526"/>
                </a:cubicBezTo>
                <a:lnTo>
                  <a:pt x="191159" y="51228"/>
                </a:lnTo>
                <a:cubicBezTo>
                  <a:pt x="194330" y="51800"/>
                  <a:pt x="197384" y="52775"/>
                  <a:pt x="200321" y="54152"/>
                </a:cubicBezTo>
                <a:cubicBezTo>
                  <a:pt x="203258" y="55530"/>
                  <a:pt x="205870" y="57310"/>
                  <a:pt x="208157" y="59493"/>
                </a:cubicBezTo>
                <a:cubicBezTo>
                  <a:pt x="210444" y="61677"/>
                  <a:pt x="212277" y="64289"/>
                  <a:pt x="213654" y="67330"/>
                </a:cubicBezTo>
                <a:cubicBezTo>
                  <a:pt x="215032" y="70371"/>
                  <a:pt x="215720" y="73840"/>
                  <a:pt x="215720" y="77739"/>
                </a:cubicBezTo>
                <a:cubicBezTo>
                  <a:pt x="215720" y="83769"/>
                  <a:pt x="214408" y="89123"/>
                  <a:pt x="211783" y="93801"/>
                </a:cubicBezTo>
                <a:cubicBezTo>
                  <a:pt x="209158" y="98480"/>
                  <a:pt x="205142" y="102171"/>
                  <a:pt x="199736" y="104874"/>
                </a:cubicBezTo>
                <a:cubicBezTo>
                  <a:pt x="194330" y="107577"/>
                  <a:pt x="187754" y="108928"/>
                  <a:pt x="180009" y="108928"/>
                </a:cubicBezTo>
                <a:cubicBezTo>
                  <a:pt x="175538" y="108928"/>
                  <a:pt x="170717" y="108421"/>
                  <a:pt x="165545" y="107408"/>
                </a:cubicBezTo>
                <a:cubicBezTo>
                  <a:pt x="160373" y="106394"/>
                  <a:pt x="155629" y="105056"/>
                  <a:pt x="151315" y="103392"/>
                </a:cubicBezTo>
                <a:lnTo>
                  <a:pt x="151315" y="86862"/>
                </a:lnTo>
                <a:lnTo>
                  <a:pt x="160672" y="86862"/>
                </a:lnTo>
                <a:cubicBezTo>
                  <a:pt x="162491" y="92268"/>
                  <a:pt x="164895" y="96193"/>
                  <a:pt x="167884" y="98636"/>
                </a:cubicBezTo>
                <a:cubicBezTo>
                  <a:pt x="170873" y="101079"/>
                  <a:pt x="174941" y="102300"/>
                  <a:pt x="180087" y="102300"/>
                </a:cubicBezTo>
                <a:cubicBezTo>
                  <a:pt x="186844" y="102300"/>
                  <a:pt x="191952" y="100455"/>
                  <a:pt x="195408" y="96764"/>
                </a:cubicBezTo>
                <a:cubicBezTo>
                  <a:pt x="198865" y="93074"/>
                  <a:pt x="200594" y="87616"/>
                  <a:pt x="200594" y="80390"/>
                </a:cubicBezTo>
                <a:cubicBezTo>
                  <a:pt x="200594" y="72801"/>
                  <a:pt x="198306" y="67005"/>
                  <a:pt x="193732" y="63002"/>
                </a:cubicBezTo>
                <a:cubicBezTo>
                  <a:pt x="189158" y="59000"/>
                  <a:pt x="182452" y="56998"/>
                  <a:pt x="173615" y="56998"/>
                </a:cubicBezTo>
                <a:lnTo>
                  <a:pt x="166598" y="56998"/>
                </a:lnTo>
                <a:lnTo>
                  <a:pt x="166598" y="50137"/>
                </a:lnTo>
                <a:cubicBezTo>
                  <a:pt x="173615" y="49721"/>
                  <a:pt x="179528" y="48369"/>
                  <a:pt x="184336" y="46082"/>
                </a:cubicBezTo>
                <a:cubicBezTo>
                  <a:pt x="189145" y="43795"/>
                  <a:pt x="192718" y="40858"/>
                  <a:pt x="195058" y="37271"/>
                </a:cubicBezTo>
                <a:cubicBezTo>
                  <a:pt x="197397" y="33684"/>
                  <a:pt x="198566" y="29656"/>
                  <a:pt x="198566" y="25185"/>
                </a:cubicBezTo>
                <a:cubicBezTo>
                  <a:pt x="198566" y="19415"/>
                  <a:pt x="197033" y="14971"/>
                  <a:pt x="193966" y="11852"/>
                </a:cubicBezTo>
                <a:cubicBezTo>
                  <a:pt x="190899" y="8733"/>
                  <a:pt x="186429" y="7174"/>
                  <a:pt x="180555" y="7174"/>
                </a:cubicBezTo>
                <a:cubicBezTo>
                  <a:pt x="175668" y="7174"/>
                  <a:pt x="171692" y="8499"/>
                  <a:pt x="168625" y="11150"/>
                </a:cubicBezTo>
                <a:cubicBezTo>
                  <a:pt x="165558" y="13801"/>
                  <a:pt x="163297" y="17856"/>
                  <a:pt x="161841" y="23314"/>
                </a:cubicBezTo>
                <a:lnTo>
                  <a:pt x="152484" y="23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Text 2">
            <a:extLst xmlns:a="http://schemas.openxmlformats.org/drawingml/2006/main">
              <a:ext uri="{FF2B5EF4-FFF2-40B4-BE49-F238E27FC236}">
                <a16:creationId xmlns:a16="http://schemas.microsoft.com/office/drawing/2014/main" id="{8F454540-8A6A-4CF2-8398-560177FD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627" y="3228722"/>
            <a:ext cx="49360" cy="73813"/>
          </a:xfrm>
          <a:custGeom xmlns:a="http://schemas.openxmlformats.org/drawingml/2006/main">
            <a:pathLst>
              <a:path w="49360" h="73813">
                <a:moveTo>
                  <a:pt x="33629" y="64522"/>
                </a:moveTo>
                <a:cubicBezTo>
                  <a:pt x="35415" y="64522"/>
                  <a:pt x="36840" y="64455"/>
                  <a:pt x="37904" y="64322"/>
                </a:cubicBezTo>
                <a:cubicBezTo>
                  <a:pt x="38968" y="64189"/>
                  <a:pt x="39851" y="63895"/>
                  <a:pt x="40554" y="63439"/>
                </a:cubicBezTo>
                <a:cubicBezTo>
                  <a:pt x="41257" y="62983"/>
                  <a:pt x="41856" y="62290"/>
                  <a:pt x="42350" y="61359"/>
                </a:cubicBezTo>
                <a:cubicBezTo>
                  <a:pt x="42844" y="60428"/>
                  <a:pt x="43414" y="59145"/>
                  <a:pt x="44060" y="57511"/>
                </a:cubicBezTo>
                <a:lnTo>
                  <a:pt x="49360" y="57511"/>
                </a:lnTo>
                <a:cubicBezTo>
                  <a:pt x="49170" y="60209"/>
                  <a:pt x="48990" y="62926"/>
                  <a:pt x="48819" y="65662"/>
                </a:cubicBezTo>
                <a:cubicBezTo>
                  <a:pt x="48648" y="68398"/>
                  <a:pt x="48467" y="71115"/>
                  <a:pt x="48277" y="73813"/>
                </a:cubicBezTo>
                <a:lnTo>
                  <a:pt x="0" y="73813"/>
                </a:lnTo>
                <a:lnTo>
                  <a:pt x="0" y="70849"/>
                </a:lnTo>
                <a:cubicBezTo>
                  <a:pt x="912" y="68797"/>
                  <a:pt x="1976" y="66773"/>
                  <a:pt x="3192" y="64778"/>
                </a:cubicBezTo>
                <a:cubicBezTo>
                  <a:pt x="4408" y="62784"/>
                  <a:pt x="5776" y="60760"/>
                  <a:pt x="7296" y="58708"/>
                </a:cubicBezTo>
                <a:cubicBezTo>
                  <a:pt x="8816" y="56656"/>
                  <a:pt x="10545" y="54538"/>
                  <a:pt x="12483" y="52353"/>
                </a:cubicBezTo>
                <a:cubicBezTo>
                  <a:pt x="14421" y="50168"/>
                  <a:pt x="16567" y="47897"/>
                  <a:pt x="18923" y="45542"/>
                </a:cubicBezTo>
                <a:cubicBezTo>
                  <a:pt x="22495" y="41970"/>
                  <a:pt x="25402" y="38920"/>
                  <a:pt x="27644" y="36393"/>
                </a:cubicBezTo>
                <a:cubicBezTo>
                  <a:pt x="29886" y="33866"/>
                  <a:pt x="31653" y="31615"/>
                  <a:pt x="32945" y="29639"/>
                </a:cubicBezTo>
                <a:cubicBezTo>
                  <a:pt x="34237" y="27663"/>
                  <a:pt x="35120" y="25839"/>
                  <a:pt x="35595" y="24167"/>
                </a:cubicBezTo>
                <a:cubicBezTo>
                  <a:pt x="36070" y="22495"/>
                  <a:pt x="36308" y="20709"/>
                  <a:pt x="36308" y="18809"/>
                </a:cubicBezTo>
                <a:cubicBezTo>
                  <a:pt x="36308" y="16871"/>
                  <a:pt x="36032" y="15086"/>
                  <a:pt x="35481" y="13452"/>
                </a:cubicBezTo>
                <a:cubicBezTo>
                  <a:pt x="34930" y="11818"/>
                  <a:pt x="34142" y="10431"/>
                  <a:pt x="33116" y="9291"/>
                </a:cubicBezTo>
                <a:cubicBezTo>
                  <a:pt x="32090" y="8151"/>
                  <a:pt x="30789" y="7258"/>
                  <a:pt x="29212" y="6612"/>
                </a:cubicBezTo>
                <a:cubicBezTo>
                  <a:pt x="27635" y="5966"/>
                  <a:pt x="25820" y="5643"/>
                  <a:pt x="23768" y="5643"/>
                </a:cubicBezTo>
                <a:cubicBezTo>
                  <a:pt x="20234" y="5643"/>
                  <a:pt x="17270" y="6602"/>
                  <a:pt x="14877" y="8521"/>
                </a:cubicBezTo>
                <a:cubicBezTo>
                  <a:pt x="12483" y="10440"/>
                  <a:pt x="10621" y="13224"/>
                  <a:pt x="9291" y="16871"/>
                </a:cubicBezTo>
                <a:lnTo>
                  <a:pt x="1824" y="16871"/>
                </a:lnTo>
                <a:lnTo>
                  <a:pt x="1824" y="5757"/>
                </a:lnTo>
                <a:cubicBezTo>
                  <a:pt x="6688" y="3743"/>
                  <a:pt x="11162" y="2280"/>
                  <a:pt x="15247" y="1368"/>
                </a:cubicBezTo>
                <a:cubicBezTo>
                  <a:pt x="19332" y="456"/>
                  <a:pt x="23008" y="0"/>
                  <a:pt x="26276" y="0"/>
                </a:cubicBezTo>
                <a:cubicBezTo>
                  <a:pt x="30228" y="0"/>
                  <a:pt x="33600" y="446"/>
                  <a:pt x="36393" y="1339"/>
                </a:cubicBezTo>
                <a:cubicBezTo>
                  <a:pt x="39186" y="2232"/>
                  <a:pt x="41457" y="3439"/>
                  <a:pt x="43205" y="4959"/>
                </a:cubicBezTo>
                <a:cubicBezTo>
                  <a:pt x="44953" y="6479"/>
                  <a:pt x="46216" y="8303"/>
                  <a:pt x="46995" y="10431"/>
                </a:cubicBezTo>
                <a:cubicBezTo>
                  <a:pt x="47774" y="12559"/>
                  <a:pt x="48163" y="14858"/>
                  <a:pt x="48163" y="17327"/>
                </a:cubicBezTo>
                <a:cubicBezTo>
                  <a:pt x="48163" y="18809"/>
                  <a:pt x="48059" y="20187"/>
                  <a:pt x="47850" y="21460"/>
                </a:cubicBezTo>
                <a:cubicBezTo>
                  <a:pt x="47641" y="22733"/>
                  <a:pt x="47280" y="23987"/>
                  <a:pt x="46767" y="25222"/>
                </a:cubicBezTo>
                <a:cubicBezTo>
                  <a:pt x="46254" y="26457"/>
                  <a:pt x="45580" y="27701"/>
                  <a:pt x="44744" y="28955"/>
                </a:cubicBezTo>
                <a:cubicBezTo>
                  <a:pt x="43908" y="30209"/>
                  <a:pt x="42863" y="31539"/>
                  <a:pt x="41609" y="32945"/>
                </a:cubicBezTo>
                <a:cubicBezTo>
                  <a:pt x="40659" y="34161"/>
                  <a:pt x="39424" y="35567"/>
                  <a:pt x="37904" y="37163"/>
                </a:cubicBezTo>
                <a:cubicBezTo>
                  <a:pt x="36384" y="38759"/>
                  <a:pt x="34721" y="40469"/>
                  <a:pt x="32916" y="42293"/>
                </a:cubicBezTo>
                <a:cubicBezTo>
                  <a:pt x="31112" y="44117"/>
                  <a:pt x="29221" y="46017"/>
                  <a:pt x="27245" y="47992"/>
                </a:cubicBezTo>
                <a:cubicBezTo>
                  <a:pt x="25269" y="49968"/>
                  <a:pt x="23350" y="51925"/>
                  <a:pt x="21488" y="53863"/>
                </a:cubicBezTo>
                <a:cubicBezTo>
                  <a:pt x="19626" y="55801"/>
                  <a:pt x="17916" y="57682"/>
                  <a:pt x="16358" y="59506"/>
                </a:cubicBezTo>
                <a:cubicBezTo>
                  <a:pt x="14801" y="61330"/>
                  <a:pt x="13528" y="63002"/>
                  <a:pt x="12540" y="64522"/>
                </a:cubicBezTo>
                <a:lnTo>
                  <a:pt x="33629" y="64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Text =14">
            <a:extLst xmlns:a="http://schemas.openxmlformats.org/drawingml/2006/main">
              <a:ext uri="{FF2B5EF4-FFF2-40B4-BE49-F238E27FC236}">
                <a16:creationId xmlns:a16="http://schemas.microsoft.com/office/drawing/2014/main" id="{C7D2B881-A0D8-4A12-89B5-2EA7C383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066" y="3254098"/>
            <a:ext cx="318317" cy="107681"/>
          </a:xfrm>
          <a:custGeom xmlns:a="http://schemas.openxmlformats.org/drawingml/2006/main">
            <a:pathLst>
              <a:path w="318317" h="107681">
                <a:moveTo>
                  <a:pt x="0" y="51072"/>
                </a:moveTo>
                <a:lnTo>
                  <a:pt x="0" y="40702"/>
                </a:lnTo>
                <a:lnTo>
                  <a:pt x="96063" y="40702"/>
                </a:lnTo>
                <a:lnTo>
                  <a:pt x="96063" y="51072"/>
                </a:lnTo>
                <a:lnTo>
                  <a:pt x="0" y="51072"/>
                </a:lnTo>
                <a:moveTo>
                  <a:pt x="0" y="83431"/>
                </a:moveTo>
                <a:lnTo>
                  <a:pt x="0" y="73061"/>
                </a:lnTo>
                <a:lnTo>
                  <a:pt x="96063" y="73061"/>
                </a:lnTo>
                <a:lnTo>
                  <a:pt x="96063" y="83431"/>
                </a:lnTo>
                <a:lnTo>
                  <a:pt x="0" y="83431"/>
                </a:lnTo>
                <a:moveTo>
                  <a:pt x="99337" y="62066"/>
                </a:moveTo>
                <a:lnTo>
                  <a:pt x="99337" y="62066"/>
                </a:lnTo>
                <a:close/>
                <a:moveTo>
                  <a:pt x="203859" y="87330"/>
                </a:moveTo>
                <a:cubicBezTo>
                  <a:pt x="203859" y="90345"/>
                  <a:pt x="204028" y="92619"/>
                  <a:pt x="204366" y="94152"/>
                </a:cubicBezTo>
                <a:cubicBezTo>
                  <a:pt x="204704" y="95686"/>
                  <a:pt x="205301" y="96933"/>
                  <a:pt x="206159" y="97895"/>
                </a:cubicBezTo>
                <a:cubicBezTo>
                  <a:pt x="207017" y="98857"/>
                  <a:pt x="208251" y="99610"/>
                  <a:pt x="209863" y="100156"/>
                </a:cubicBezTo>
                <a:cubicBezTo>
                  <a:pt x="211474" y="100702"/>
                  <a:pt x="213501" y="101118"/>
                  <a:pt x="215945" y="101404"/>
                </a:cubicBezTo>
                <a:cubicBezTo>
                  <a:pt x="218388" y="101690"/>
                  <a:pt x="221611" y="101885"/>
                  <a:pt x="225613" y="101989"/>
                </a:cubicBezTo>
                <a:lnTo>
                  <a:pt x="225613" y="107681"/>
                </a:lnTo>
                <a:lnTo>
                  <a:pt x="167991" y="107681"/>
                </a:lnTo>
                <a:lnTo>
                  <a:pt x="167991" y="101989"/>
                </a:lnTo>
                <a:cubicBezTo>
                  <a:pt x="173761" y="101729"/>
                  <a:pt x="177881" y="101378"/>
                  <a:pt x="180350" y="100936"/>
                </a:cubicBezTo>
                <a:cubicBezTo>
                  <a:pt x="182819" y="100494"/>
                  <a:pt x="184703" y="99831"/>
                  <a:pt x="186003" y="98948"/>
                </a:cubicBezTo>
                <a:cubicBezTo>
                  <a:pt x="187303" y="98064"/>
                  <a:pt x="188251" y="96816"/>
                  <a:pt x="188849" y="95205"/>
                </a:cubicBezTo>
                <a:cubicBezTo>
                  <a:pt x="189447" y="93593"/>
                  <a:pt x="189746" y="90968"/>
                  <a:pt x="189746" y="87330"/>
                </a:cubicBezTo>
                <a:lnTo>
                  <a:pt x="189746" y="24094"/>
                </a:lnTo>
                <a:cubicBezTo>
                  <a:pt x="189746" y="22014"/>
                  <a:pt x="189382" y="20494"/>
                  <a:pt x="188654" y="19532"/>
                </a:cubicBezTo>
                <a:cubicBezTo>
                  <a:pt x="187926" y="18571"/>
                  <a:pt x="186861" y="18090"/>
                  <a:pt x="185457" y="18090"/>
                </a:cubicBezTo>
                <a:cubicBezTo>
                  <a:pt x="183794" y="18090"/>
                  <a:pt x="181429" y="18947"/>
                  <a:pt x="178362" y="20663"/>
                </a:cubicBezTo>
                <a:cubicBezTo>
                  <a:pt x="175295" y="22378"/>
                  <a:pt x="171500" y="24743"/>
                  <a:pt x="166978" y="27758"/>
                </a:cubicBezTo>
                <a:lnTo>
                  <a:pt x="163547" y="21754"/>
                </a:lnTo>
                <a:lnTo>
                  <a:pt x="200038" y="0"/>
                </a:lnTo>
                <a:lnTo>
                  <a:pt x="204327" y="0"/>
                </a:lnTo>
                <a:cubicBezTo>
                  <a:pt x="204015" y="4990"/>
                  <a:pt x="203859" y="11904"/>
                  <a:pt x="203859" y="20741"/>
                </a:cubicBezTo>
                <a:lnTo>
                  <a:pt x="203859" y="87330"/>
                </a:lnTo>
                <a:close/>
                <a:moveTo>
                  <a:pt x="276133" y="103860"/>
                </a:moveTo>
                <a:cubicBezTo>
                  <a:pt x="279356" y="103028"/>
                  <a:pt x="281513" y="102106"/>
                  <a:pt x="282605" y="101092"/>
                </a:cubicBezTo>
                <a:cubicBezTo>
                  <a:pt x="283697" y="100078"/>
                  <a:pt x="284411" y="98636"/>
                  <a:pt x="284749" y="96764"/>
                </a:cubicBezTo>
                <a:cubicBezTo>
                  <a:pt x="285087" y="94893"/>
                  <a:pt x="285256" y="92034"/>
                  <a:pt x="285256" y="88187"/>
                </a:cubicBezTo>
                <a:lnTo>
                  <a:pt x="285256" y="75400"/>
                </a:lnTo>
                <a:lnTo>
                  <a:pt x="241903" y="75400"/>
                </a:lnTo>
                <a:lnTo>
                  <a:pt x="241903" y="69552"/>
                </a:lnTo>
                <a:lnTo>
                  <a:pt x="287517" y="702"/>
                </a:lnTo>
                <a:lnTo>
                  <a:pt x="298667" y="702"/>
                </a:lnTo>
                <a:lnTo>
                  <a:pt x="298667" y="67836"/>
                </a:lnTo>
                <a:lnTo>
                  <a:pt x="300305" y="67836"/>
                </a:lnTo>
                <a:cubicBezTo>
                  <a:pt x="303320" y="67836"/>
                  <a:pt x="305477" y="67616"/>
                  <a:pt x="306777" y="67174"/>
                </a:cubicBezTo>
                <a:cubicBezTo>
                  <a:pt x="308076" y="66732"/>
                  <a:pt x="309155" y="65952"/>
                  <a:pt x="310013" y="64834"/>
                </a:cubicBezTo>
                <a:cubicBezTo>
                  <a:pt x="310870" y="63717"/>
                  <a:pt x="311663" y="61885"/>
                  <a:pt x="312391" y="59337"/>
                </a:cubicBezTo>
                <a:lnTo>
                  <a:pt x="318317" y="59337"/>
                </a:lnTo>
                <a:lnTo>
                  <a:pt x="317381" y="75400"/>
                </a:lnTo>
                <a:lnTo>
                  <a:pt x="298667" y="75400"/>
                </a:lnTo>
                <a:lnTo>
                  <a:pt x="298667" y="88187"/>
                </a:lnTo>
                <a:cubicBezTo>
                  <a:pt x="298667" y="91670"/>
                  <a:pt x="298784" y="94217"/>
                  <a:pt x="299018" y="95829"/>
                </a:cubicBezTo>
                <a:cubicBezTo>
                  <a:pt x="299252" y="97440"/>
                  <a:pt x="299642" y="98714"/>
                  <a:pt x="300188" y="99649"/>
                </a:cubicBezTo>
                <a:cubicBezTo>
                  <a:pt x="300734" y="100585"/>
                  <a:pt x="301539" y="101365"/>
                  <a:pt x="302605" y="101989"/>
                </a:cubicBezTo>
                <a:cubicBezTo>
                  <a:pt x="303671" y="102612"/>
                  <a:pt x="305399" y="103236"/>
                  <a:pt x="307790" y="103860"/>
                </a:cubicBezTo>
                <a:lnTo>
                  <a:pt x="307790" y="107681"/>
                </a:lnTo>
                <a:lnTo>
                  <a:pt x="276133" y="107681"/>
                </a:lnTo>
                <a:lnTo>
                  <a:pt x="276133" y="103860"/>
                </a:lnTo>
                <a:moveTo>
                  <a:pt x="254769" y="67836"/>
                </a:moveTo>
                <a:lnTo>
                  <a:pt x="285256" y="67836"/>
                </a:lnTo>
                <a:lnTo>
                  <a:pt x="285256" y="48421"/>
                </a:lnTo>
                <a:cubicBezTo>
                  <a:pt x="285256" y="43535"/>
                  <a:pt x="285334" y="38064"/>
                  <a:pt x="285490" y="32008"/>
                </a:cubicBezTo>
                <a:cubicBezTo>
                  <a:pt x="285646" y="25952"/>
                  <a:pt x="285828" y="21391"/>
                  <a:pt x="286036" y="18324"/>
                </a:cubicBezTo>
                <a:lnTo>
                  <a:pt x="285256" y="18324"/>
                </a:lnTo>
                <a:lnTo>
                  <a:pt x="254769" y="66745"/>
                </a:lnTo>
                <a:lnTo>
                  <a:pt x="254769" y="67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Text Block-wisecausalmask">
            <a:extLst xmlns:a="http://schemas.openxmlformats.org/drawingml/2006/main">
              <a:ext uri="{FF2B5EF4-FFF2-40B4-BE49-F238E27FC236}">
                <a16:creationId xmlns:a16="http://schemas.microsoft.com/office/drawing/2014/main" id="{C2C069EC-914B-40D4-9AAE-DE810F5B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965" y="1617515"/>
            <a:ext cx="1540716" cy="111304"/>
          </a:xfrm>
          <a:custGeom xmlns:a="http://schemas.openxmlformats.org/drawingml/2006/main">
            <a:pathLst>
              <a:path w="1540716" h="111304">
                <a:moveTo>
                  <a:pt x="0" y="6389"/>
                </a:moveTo>
                <a:cubicBezTo>
                  <a:pt x="13414" y="7186"/>
                  <a:pt x="15171" y="8784"/>
                  <a:pt x="15329" y="20760"/>
                </a:cubicBezTo>
                <a:lnTo>
                  <a:pt x="15329" y="91662"/>
                </a:lnTo>
                <a:cubicBezTo>
                  <a:pt x="15171" y="103638"/>
                  <a:pt x="13095" y="105556"/>
                  <a:pt x="0" y="106033"/>
                </a:cubicBezTo>
                <a:lnTo>
                  <a:pt x="0" y="109067"/>
                </a:lnTo>
                <a:lnTo>
                  <a:pt x="53336" y="109067"/>
                </a:lnTo>
                <a:cubicBezTo>
                  <a:pt x="65631" y="109067"/>
                  <a:pt x="77130" y="105714"/>
                  <a:pt x="83036" y="100285"/>
                </a:cubicBezTo>
                <a:cubicBezTo>
                  <a:pt x="88787" y="95176"/>
                  <a:pt x="91979" y="87990"/>
                  <a:pt x="91979" y="80324"/>
                </a:cubicBezTo>
                <a:cubicBezTo>
                  <a:pt x="91979" y="73297"/>
                  <a:pt x="89264" y="66911"/>
                  <a:pt x="84155" y="62278"/>
                </a:cubicBezTo>
                <a:cubicBezTo>
                  <a:pt x="79364" y="57968"/>
                  <a:pt x="75054" y="56053"/>
                  <a:pt x="64674" y="53497"/>
                </a:cubicBezTo>
                <a:cubicBezTo>
                  <a:pt x="72978" y="51421"/>
                  <a:pt x="76331" y="49825"/>
                  <a:pt x="80163" y="46469"/>
                </a:cubicBezTo>
                <a:cubicBezTo>
                  <a:pt x="84155" y="42958"/>
                  <a:pt x="86550" y="37208"/>
                  <a:pt x="86550" y="30502"/>
                </a:cubicBezTo>
                <a:cubicBezTo>
                  <a:pt x="86550" y="12617"/>
                  <a:pt x="72179" y="3355"/>
                  <a:pt x="44713" y="3355"/>
                </a:cubicBezTo>
                <a:lnTo>
                  <a:pt x="0" y="3355"/>
                </a:lnTo>
                <a:lnTo>
                  <a:pt x="0" y="6389"/>
                </a:lnTo>
                <a:moveTo>
                  <a:pt x="31618" y="57010"/>
                </a:moveTo>
                <a:cubicBezTo>
                  <a:pt x="47108" y="57010"/>
                  <a:pt x="54452" y="57968"/>
                  <a:pt x="60202" y="60363"/>
                </a:cubicBezTo>
                <a:cubicBezTo>
                  <a:pt x="69303" y="64035"/>
                  <a:pt x="73616" y="70583"/>
                  <a:pt x="73616" y="80485"/>
                </a:cubicBezTo>
                <a:cubicBezTo>
                  <a:pt x="73616" y="89106"/>
                  <a:pt x="70263" y="95334"/>
                  <a:pt x="63874" y="99009"/>
                </a:cubicBezTo>
                <a:cubicBezTo>
                  <a:pt x="58765" y="101881"/>
                  <a:pt x="52217" y="103161"/>
                  <a:pt x="41679" y="103161"/>
                </a:cubicBezTo>
                <a:cubicBezTo>
                  <a:pt x="33852" y="103161"/>
                  <a:pt x="31618" y="101723"/>
                  <a:pt x="31618" y="96613"/>
                </a:cubicBezTo>
                <a:lnTo>
                  <a:pt x="31618" y="57010"/>
                </a:lnTo>
                <a:moveTo>
                  <a:pt x="31618" y="50782"/>
                </a:moveTo>
                <a:lnTo>
                  <a:pt x="31618" y="14055"/>
                </a:lnTo>
                <a:cubicBezTo>
                  <a:pt x="31776" y="10541"/>
                  <a:pt x="32415" y="9581"/>
                  <a:pt x="35132" y="9423"/>
                </a:cubicBezTo>
                <a:lnTo>
                  <a:pt x="42157" y="9262"/>
                </a:lnTo>
                <a:cubicBezTo>
                  <a:pt x="59883" y="8784"/>
                  <a:pt x="70263" y="16927"/>
                  <a:pt x="70263" y="31140"/>
                </a:cubicBezTo>
                <a:cubicBezTo>
                  <a:pt x="70263" y="43755"/>
                  <a:pt x="62118" y="50463"/>
                  <a:pt x="46789" y="50621"/>
                </a:cubicBezTo>
                <a:lnTo>
                  <a:pt x="31618" y="50782"/>
                </a:lnTo>
                <a:close/>
                <a:moveTo>
                  <a:pt x="106034" y="109067"/>
                </a:moveTo>
                <a:lnTo>
                  <a:pt x="143719" y="109067"/>
                </a:lnTo>
                <a:lnTo>
                  <a:pt x="143719" y="106672"/>
                </a:lnTo>
                <a:cubicBezTo>
                  <a:pt x="133660" y="106194"/>
                  <a:pt x="131904" y="104596"/>
                  <a:pt x="131743" y="95653"/>
                </a:cubicBezTo>
                <a:lnTo>
                  <a:pt x="131743" y="319"/>
                </a:lnTo>
                <a:lnTo>
                  <a:pt x="131104" y="0"/>
                </a:lnTo>
                <a:cubicBezTo>
                  <a:pt x="122961" y="2556"/>
                  <a:pt x="117052" y="4313"/>
                  <a:pt x="105714" y="7027"/>
                </a:cubicBezTo>
                <a:lnTo>
                  <a:pt x="105714" y="9581"/>
                </a:lnTo>
                <a:lnTo>
                  <a:pt x="106672" y="9581"/>
                </a:lnTo>
                <a:cubicBezTo>
                  <a:pt x="108429" y="9423"/>
                  <a:pt x="110344" y="9262"/>
                  <a:pt x="111623" y="9262"/>
                </a:cubicBezTo>
                <a:cubicBezTo>
                  <a:pt x="116733" y="9262"/>
                  <a:pt x="118329" y="11499"/>
                  <a:pt x="118329" y="19003"/>
                </a:cubicBezTo>
                <a:lnTo>
                  <a:pt x="118329" y="95176"/>
                </a:lnTo>
                <a:cubicBezTo>
                  <a:pt x="118171" y="103799"/>
                  <a:pt x="115934" y="106033"/>
                  <a:pt x="106034" y="106672"/>
                </a:cubicBezTo>
                <a:lnTo>
                  <a:pt x="106034" y="109067"/>
                </a:lnTo>
                <a:close/>
                <a:moveTo>
                  <a:pt x="186997" y="35612"/>
                </a:moveTo>
                <a:cubicBezTo>
                  <a:pt x="166076" y="35612"/>
                  <a:pt x="151704" y="50941"/>
                  <a:pt x="151704" y="72978"/>
                </a:cubicBezTo>
                <a:cubicBezTo>
                  <a:pt x="151704" y="94696"/>
                  <a:pt x="166556" y="110666"/>
                  <a:pt x="186675" y="110666"/>
                </a:cubicBezTo>
                <a:cubicBezTo>
                  <a:pt x="206797" y="110666"/>
                  <a:pt x="222126" y="93899"/>
                  <a:pt x="222126" y="71701"/>
                </a:cubicBezTo>
                <a:cubicBezTo>
                  <a:pt x="222126" y="50621"/>
                  <a:pt x="207435" y="35612"/>
                  <a:pt x="186997" y="35612"/>
                </a:cubicBezTo>
                <a:moveTo>
                  <a:pt x="184921" y="40083"/>
                </a:moveTo>
                <a:cubicBezTo>
                  <a:pt x="198334" y="40083"/>
                  <a:pt x="207755" y="55412"/>
                  <a:pt x="207755" y="77291"/>
                </a:cubicBezTo>
                <a:cubicBezTo>
                  <a:pt x="207755" y="95495"/>
                  <a:pt x="200569" y="106194"/>
                  <a:pt x="188593" y="106194"/>
                </a:cubicBezTo>
                <a:cubicBezTo>
                  <a:pt x="182365" y="106194"/>
                  <a:pt x="176456" y="102361"/>
                  <a:pt x="173103" y="95975"/>
                </a:cubicBezTo>
                <a:cubicBezTo>
                  <a:pt x="168632" y="87671"/>
                  <a:pt x="166076" y="76491"/>
                  <a:pt x="166076" y="65154"/>
                </a:cubicBezTo>
                <a:cubicBezTo>
                  <a:pt x="166076" y="49983"/>
                  <a:pt x="173422" y="40083"/>
                  <a:pt x="184921" y="40083"/>
                </a:cubicBezTo>
                <a:close/>
                <a:moveTo>
                  <a:pt x="290474" y="84157"/>
                </a:moveTo>
                <a:cubicBezTo>
                  <a:pt x="282808" y="95334"/>
                  <a:pt x="277060" y="99167"/>
                  <a:pt x="267957" y="99167"/>
                </a:cubicBezTo>
                <a:cubicBezTo>
                  <a:pt x="253266" y="99167"/>
                  <a:pt x="243205" y="86392"/>
                  <a:pt x="243205" y="68029"/>
                </a:cubicBezTo>
                <a:cubicBezTo>
                  <a:pt x="243205" y="51421"/>
                  <a:pt x="251989" y="40241"/>
                  <a:pt x="264923" y="40241"/>
                </a:cubicBezTo>
                <a:cubicBezTo>
                  <a:pt x="270671" y="40241"/>
                  <a:pt x="272747" y="41840"/>
                  <a:pt x="274346" y="47907"/>
                </a:cubicBezTo>
                <a:lnTo>
                  <a:pt x="275303" y="51421"/>
                </a:lnTo>
                <a:cubicBezTo>
                  <a:pt x="276580" y="56053"/>
                  <a:pt x="279455" y="58767"/>
                  <a:pt x="282969" y="58767"/>
                </a:cubicBezTo>
                <a:cubicBezTo>
                  <a:pt x="287121" y="58767"/>
                  <a:pt x="290474" y="55731"/>
                  <a:pt x="290474" y="52059"/>
                </a:cubicBezTo>
                <a:cubicBezTo>
                  <a:pt x="290474" y="43117"/>
                  <a:pt x="279294" y="35612"/>
                  <a:pt x="265881" y="35612"/>
                </a:cubicBezTo>
                <a:cubicBezTo>
                  <a:pt x="258057" y="35612"/>
                  <a:pt x="249913" y="38806"/>
                  <a:pt x="243366" y="44554"/>
                </a:cubicBezTo>
                <a:cubicBezTo>
                  <a:pt x="235381" y="51579"/>
                  <a:pt x="230910" y="62439"/>
                  <a:pt x="230910" y="75215"/>
                </a:cubicBezTo>
                <a:cubicBezTo>
                  <a:pt x="230910" y="95814"/>
                  <a:pt x="243524" y="110666"/>
                  <a:pt x="261251" y="110666"/>
                </a:cubicBezTo>
                <a:cubicBezTo>
                  <a:pt x="268437" y="110666"/>
                  <a:pt x="274823" y="108109"/>
                  <a:pt x="280574" y="103161"/>
                </a:cubicBezTo>
                <a:cubicBezTo>
                  <a:pt x="284884" y="99486"/>
                  <a:pt x="287918" y="95015"/>
                  <a:pt x="292708" y="85595"/>
                </a:cubicBezTo>
                <a:lnTo>
                  <a:pt x="290474" y="84157"/>
                </a:lnTo>
                <a:close/>
                <a:moveTo>
                  <a:pt x="298936" y="109067"/>
                </a:moveTo>
                <a:lnTo>
                  <a:pt x="336305" y="109067"/>
                </a:lnTo>
                <a:lnTo>
                  <a:pt x="336305" y="106672"/>
                </a:lnTo>
                <a:lnTo>
                  <a:pt x="333110" y="106513"/>
                </a:lnTo>
                <a:cubicBezTo>
                  <a:pt x="326402" y="106033"/>
                  <a:pt x="324487" y="104277"/>
                  <a:pt x="324326" y="98370"/>
                </a:cubicBezTo>
                <a:lnTo>
                  <a:pt x="324326" y="68987"/>
                </a:lnTo>
                <a:lnTo>
                  <a:pt x="346685" y="98848"/>
                </a:lnTo>
                <a:cubicBezTo>
                  <a:pt x="347323" y="99647"/>
                  <a:pt x="347801" y="100446"/>
                  <a:pt x="348281" y="100924"/>
                </a:cubicBezTo>
                <a:cubicBezTo>
                  <a:pt x="349558" y="102522"/>
                  <a:pt x="350038" y="103480"/>
                  <a:pt x="350038" y="104277"/>
                </a:cubicBezTo>
                <a:cubicBezTo>
                  <a:pt x="350038" y="105714"/>
                  <a:pt x="348600" y="106672"/>
                  <a:pt x="346685" y="106672"/>
                </a:cubicBezTo>
                <a:lnTo>
                  <a:pt x="343649" y="106672"/>
                </a:lnTo>
                <a:lnTo>
                  <a:pt x="343649" y="109067"/>
                </a:lnTo>
                <a:lnTo>
                  <a:pt x="378461" y="109067"/>
                </a:lnTo>
                <a:lnTo>
                  <a:pt x="378461" y="106672"/>
                </a:lnTo>
                <a:cubicBezTo>
                  <a:pt x="371436" y="106194"/>
                  <a:pt x="366485" y="103161"/>
                  <a:pt x="359780" y="95015"/>
                </a:cubicBezTo>
                <a:lnTo>
                  <a:pt x="335345" y="64035"/>
                </a:lnTo>
                <a:lnTo>
                  <a:pt x="339977" y="59725"/>
                </a:lnTo>
                <a:cubicBezTo>
                  <a:pt x="359938" y="41840"/>
                  <a:pt x="364251" y="39284"/>
                  <a:pt x="374470" y="39603"/>
                </a:cubicBezTo>
                <a:lnTo>
                  <a:pt x="374470" y="37208"/>
                </a:lnTo>
                <a:lnTo>
                  <a:pt x="341892" y="37208"/>
                </a:lnTo>
                <a:lnTo>
                  <a:pt x="341892" y="39445"/>
                </a:lnTo>
                <a:cubicBezTo>
                  <a:pt x="348120" y="39603"/>
                  <a:pt x="349877" y="40241"/>
                  <a:pt x="349877" y="42317"/>
                </a:cubicBezTo>
                <a:cubicBezTo>
                  <a:pt x="349877" y="43755"/>
                  <a:pt x="348439" y="45831"/>
                  <a:pt x="346205" y="47907"/>
                </a:cubicBezTo>
                <a:lnTo>
                  <a:pt x="324326" y="67391"/>
                </a:lnTo>
                <a:lnTo>
                  <a:pt x="324326" y="319"/>
                </a:lnTo>
                <a:lnTo>
                  <a:pt x="323688" y="0"/>
                </a:lnTo>
                <a:cubicBezTo>
                  <a:pt x="317460" y="1918"/>
                  <a:pt x="312830" y="3355"/>
                  <a:pt x="303727" y="5751"/>
                </a:cubicBezTo>
                <a:lnTo>
                  <a:pt x="298936" y="7027"/>
                </a:lnTo>
                <a:lnTo>
                  <a:pt x="298936" y="9581"/>
                </a:lnTo>
                <a:cubicBezTo>
                  <a:pt x="301012" y="9423"/>
                  <a:pt x="302450" y="9262"/>
                  <a:pt x="304046" y="9262"/>
                </a:cubicBezTo>
                <a:cubicBezTo>
                  <a:pt x="309477" y="9262"/>
                  <a:pt x="310912" y="11338"/>
                  <a:pt x="310912" y="19003"/>
                </a:cubicBezTo>
                <a:lnTo>
                  <a:pt x="310912" y="95975"/>
                </a:lnTo>
                <a:cubicBezTo>
                  <a:pt x="310754" y="104437"/>
                  <a:pt x="310274" y="104917"/>
                  <a:pt x="298936" y="106672"/>
                </a:cubicBezTo>
                <a:lnTo>
                  <a:pt x="298936" y="109067"/>
                </a:lnTo>
                <a:close/>
                <a:moveTo>
                  <a:pt x="383770" y="68029"/>
                </a:moveTo>
                <a:lnTo>
                  <a:pt x="383770" y="78087"/>
                </a:lnTo>
                <a:lnTo>
                  <a:pt x="423054" y="78087"/>
                </a:lnTo>
                <a:lnTo>
                  <a:pt x="423054" y="68029"/>
                </a:lnTo>
                <a:lnTo>
                  <a:pt x="383770" y="68029"/>
                </a:lnTo>
                <a:close/>
                <a:moveTo>
                  <a:pt x="521424" y="37208"/>
                </a:moveTo>
                <a:lnTo>
                  <a:pt x="521424" y="39603"/>
                </a:lnTo>
                <a:cubicBezTo>
                  <a:pt x="526853" y="40721"/>
                  <a:pt x="528449" y="41840"/>
                  <a:pt x="528449" y="44554"/>
                </a:cubicBezTo>
                <a:cubicBezTo>
                  <a:pt x="528449" y="46949"/>
                  <a:pt x="527491" y="50782"/>
                  <a:pt x="525734" y="55093"/>
                </a:cubicBezTo>
                <a:lnTo>
                  <a:pt x="511363" y="90544"/>
                </a:lnTo>
                <a:lnTo>
                  <a:pt x="497949" y="54774"/>
                </a:lnTo>
                <a:cubicBezTo>
                  <a:pt x="495235" y="47429"/>
                  <a:pt x="495235" y="47429"/>
                  <a:pt x="495235" y="45353"/>
                </a:cubicBezTo>
                <a:cubicBezTo>
                  <a:pt x="495235" y="41840"/>
                  <a:pt x="496991" y="40721"/>
                  <a:pt x="504496" y="39603"/>
                </a:cubicBezTo>
                <a:lnTo>
                  <a:pt x="504496" y="37208"/>
                </a:lnTo>
                <a:lnTo>
                  <a:pt x="472079" y="37208"/>
                </a:lnTo>
                <a:lnTo>
                  <a:pt x="472079" y="39603"/>
                </a:lnTo>
                <a:cubicBezTo>
                  <a:pt x="477988" y="40241"/>
                  <a:pt x="479903" y="42159"/>
                  <a:pt x="483098" y="50621"/>
                </a:cubicBezTo>
                <a:cubicBezTo>
                  <a:pt x="483897" y="52858"/>
                  <a:pt x="485332" y="56850"/>
                  <a:pt x="486292" y="59564"/>
                </a:cubicBezTo>
                <a:lnTo>
                  <a:pt x="471760" y="91343"/>
                </a:lnTo>
                <a:lnTo>
                  <a:pt x="455951" y="49664"/>
                </a:lnTo>
                <a:cubicBezTo>
                  <a:pt x="455312" y="48068"/>
                  <a:pt x="454993" y="46469"/>
                  <a:pt x="454993" y="44873"/>
                </a:cubicBezTo>
                <a:cubicBezTo>
                  <a:pt x="454993" y="41521"/>
                  <a:pt x="456748" y="40241"/>
                  <a:pt x="462337" y="39603"/>
                </a:cubicBezTo>
                <a:lnTo>
                  <a:pt x="462337" y="37208"/>
                </a:lnTo>
                <a:lnTo>
                  <a:pt x="433595" y="37208"/>
                </a:lnTo>
                <a:lnTo>
                  <a:pt x="433595" y="39603"/>
                </a:lnTo>
                <a:cubicBezTo>
                  <a:pt x="437267" y="39922"/>
                  <a:pt x="438543" y="41521"/>
                  <a:pt x="442057" y="49664"/>
                </a:cubicBezTo>
                <a:lnTo>
                  <a:pt x="463617" y="104277"/>
                </a:lnTo>
                <a:cubicBezTo>
                  <a:pt x="465532" y="109228"/>
                  <a:pt x="466809" y="111304"/>
                  <a:pt x="467766" y="111304"/>
                </a:cubicBezTo>
                <a:cubicBezTo>
                  <a:pt x="468565" y="111304"/>
                  <a:pt x="469842" y="109389"/>
                  <a:pt x="471760" y="105076"/>
                </a:cubicBezTo>
                <a:lnTo>
                  <a:pt x="489645" y="66750"/>
                </a:lnTo>
                <a:lnTo>
                  <a:pt x="504177" y="104437"/>
                </a:lnTo>
                <a:cubicBezTo>
                  <a:pt x="506572" y="110505"/>
                  <a:pt x="506891" y="111304"/>
                  <a:pt x="508010" y="111304"/>
                </a:cubicBezTo>
                <a:cubicBezTo>
                  <a:pt x="509126" y="111304"/>
                  <a:pt x="509925" y="109866"/>
                  <a:pt x="512481" y="103480"/>
                </a:cubicBezTo>
                <a:lnTo>
                  <a:pt x="534518" y="48226"/>
                </a:lnTo>
                <a:cubicBezTo>
                  <a:pt x="537391" y="41521"/>
                  <a:pt x="537871" y="40721"/>
                  <a:pt x="541066" y="39603"/>
                </a:cubicBezTo>
                <a:lnTo>
                  <a:pt x="541066" y="37208"/>
                </a:lnTo>
                <a:lnTo>
                  <a:pt x="521424" y="37208"/>
                </a:lnTo>
                <a:close/>
                <a:moveTo>
                  <a:pt x="548090" y="109067"/>
                </a:moveTo>
                <a:lnTo>
                  <a:pt x="585936" y="109067"/>
                </a:lnTo>
                <a:lnTo>
                  <a:pt x="585936" y="106672"/>
                </a:lnTo>
                <a:cubicBezTo>
                  <a:pt x="575398" y="105875"/>
                  <a:pt x="574279" y="104437"/>
                  <a:pt x="574119" y="92780"/>
                </a:cubicBezTo>
                <a:lnTo>
                  <a:pt x="574119" y="36089"/>
                </a:lnTo>
                <a:lnTo>
                  <a:pt x="573480" y="35612"/>
                </a:lnTo>
                <a:lnTo>
                  <a:pt x="548729" y="44393"/>
                </a:lnTo>
                <a:lnTo>
                  <a:pt x="548729" y="46789"/>
                </a:lnTo>
                <a:lnTo>
                  <a:pt x="550008" y="46630"/>
                </a:lnTo>
                <a:cubicBezTo>
                  <a:pt x="551923" y="46311"/>
                  <a:pt x="553838" y="46150"/>
                  <a:pt x="555437" y="46150"/>
                </a:cubicBezTo>
                <a:cubicBezTo>
                  <a:pt x="559270" y="46150"/>
                  <a:pt x="560705" y="48706"/>
                  <a:pt x="560705" y="55731"/>
                </a:cubicBezTo>
                <a:lnTo>
                  <a:pt x="560705" y="92780"/>
                </a:lnTo>
                <a:cubicBezTo>
                  <a:pt x="560386" y="104596"/>
                  <a:pt x="558950" y="106194"/>
                  <a:pt x="548090" y="106672"/>
                </a:cubicBezTo>
                <a:lnTo>
                  <a:pt x="548090" y="109067"/>
                </a:lnTo>
                <a:moveTo>
                  <a:pt x="565975" y="0"/>
                </a:moveTo>
                <a:cubicBezTo>
                  <a:pt x="561665" y="0"/>
                  <a:pt x="557990" y="3674"/>
                  <a:pt x="557990" y="8146"/>
                </a:cubicBezTo>
                <a:cubicBezTo>
                  <a:pt x="557990" y="12775"/>
                  <a:pt x="561504" y="16289"/>
                  <a:pt x="565975" y="16289"/>
                </a:cubicBezTo>
                <a:cubicBezTo>
                  <a:pt x="570766" y="16289"/>
                  <a:pt x="574279" y="12775"/>
                  <a:pt x="574279" y="8146"/>
                </a:cubicBezTo>
                <a:cubicBezTo>
                  <a:pt x="574279" y="3514"/>
                  <a:pt x="570607" y="0"/>
                  <a:pt x="565975" y="0"/>
                </a:cubicBezTo>
                <a:close/>
                <a:moveTo>
                  <a:pt x="640230" y="58926"/>
                </a:moveTo>
                <a:lnTo>
                  <a:pt x="639592" y="37049"/>
                </a:lnTo>
                <a:lnTo>
                  <a:pt x="637835" y="37049"/>
                </a:lnTo>
                <a:cubicBezTo>
                  <a:pt x="637038" y="38326"/>
                  <a:pt x="636239" y="38806"/>
                  <a:pt x="635281" y="38806"/>
                </a:cubicBezTo>
                <a:cubicBezTo>
                  <a:pt x="634324" y="38806"/>
                  <a:pt x="632725" y="38487"/>
                  <a:pt x="630969" y="37688"/>
                </a:cubicBezTo>
                <a:cubicBezTo>
                  <a:pt x="627297" y="36411"/>
                  <a:pt x="623625" y="35612"/>
                  <a:pt x="619792" y="35612"/>
                </a:cubicBezTo>
                <a:cubicBezTo>
                  <a:pt x="607175" y="35612"/>
                  <a:pt x="598074" y="43916"/>
                  <a:pt x="598074" y="55412"/>
                </a:cubicBezTo>
                <a:cubicBezTo>
                  <a:pt x="598074" y="64354"/>
                  <a:pt x="603183" y="70743"/>
                  <a:pt x="616758" y="78409"/>
                </a:cubicBezTo>
                <a:lnTo>
                  <a:pt x="626020" y="83677"/>
                </a:lnTo>
                <a:cubicBezTo>
                  <a:pt x="631607" y="86872"/>
                  <a:pt x="634324" y="90704"/>
                  <a:pt x="634324" y="95653"/>
                </a:cubicBezTo>
                <a:cubicBezTo>
                  <a:pt x="634324" y="102681"/>
                  <a:pt x="629212" y="107152"/>
                  <a:pt x="621068" y="107152"/>
                </a:cubicBezTo>
                <a:cubicBezTo>
                  <a:pt x="610050" y="107152"/>
                  <a:pt x="604460" y="101085"/>
                  <a:pt x="600788" y="84796"/>
                </a:cubicBezTo>
                <a:lnTo>
                  <a:pt x="598232" y="84796"/>
                </a:lnTo>
                <a:lnTo>
                  <a:pt x="598232" y="109708"/>
                </a:lnTo>
                <a:lnTo>
                  <a:pt x="600308" y="109708"/>
                </a:lnTo>
                <a:cubicBezTo>
                  <a:pt x="601427" y="108109"/>
                  <a:pt x="602065" y="107790"/>
                  <a:pt x="603983" y="107790"/>
                </a:cubicBezTo>
                <a:cubicBezTo>
                  <a:pt x="605740" y="107790"/>
                  <a:pt x="607655" y="108109"/>
                  <a:pt x="611327" y="109067"/>
                </a:cubicBezTo>
                <a:cubicBezTo>
                  <a:pt x="615640" y="110027"/>
                  <a:pt x="619792" y="110666"/>
                  <a:pt x="622984" y="110666"/>
                </a:cubicBezTo>
                <a:cubicBezTo>
                  <a:pt x="635440" y="110666"/>
                  <a:pt x="645501" y="101404"/>
                  <a:pt x="645501" y="90224"/>
                </a:cubicBezTo>
                <a:cubicBezTo>
                  <a:pt x="645501" y="82239"/>
                  <a:pt x="641668" y="76971"/>
                  <a:pt x="632087" y="71221"/>
                </a:cubicBezTo>
                <a:lnTo>
                  <a:pt x="614840" y="61002"/>
                </a:lnTo>
                <a:cubicBezTo>
                  <a:pt x="610369" y="58287"/>
                  <a:pt x="607974" y="54454"/>
                  <a:pt x="607974" y="50144"/>
                </a:cubicBezTo>
                <a:cubicBezTo>
                  <a:pt x="607974" y="43597"/>
                  <a:pt x="612925" y="39284"/>
                  <a:pt x="620269" y="39284"/>
                </a:cubicBezTo>
                <a:cubicBezTo>
                  <a:pt x="629373" y="39284"/>
                  <a:pt x="634163" y="44554"/>
                  <a:pt x="637835" y="58926"/>
                </a:cubicBezTo>
                <a:lnTo>
                  <a:pt x="640230" y="58926"/>
                </a:lnTo>
                <a:close/>
                <a:moveTo>
                  <a:pt x="717201" y="82880"/>
                </a:moveTo>
                <a:cubicBezTo>
                  <a:pt x="709537" y="95015"/>
                  <a:pt x="702668" y="99647"/>
                  <a:pt x="692449" y="99647"/>
                </a:cubicBezTo>
                <a:cubicBezTo>
                  <a:pt x="683348" y="99647"/>
                  <a:pt x="676482" y="95015"/>
                  <a:pt x="671850" y="85914"/>
                </a:cubicBezTo>
                <a:cubicBezTo>
                  <a:pt x="668974" y="79844"/>
                  <a:pt x="667858" y="74735"/>
                  <a:pt x="667539" y="64834"/>
                </a:cubicBezTo>
                <a:lnTo>
                  <a:pt x="716723" y="64834"/>
                </a:lnTo>
                <a:cubicBezTo>
                  <a:pt x="715444" y="54454"/>
                  <a:pt x="713848" y="49825"/>
                  <a:pt x="709857" y="44713"/>
                </a:cubicBezTo>
                <a:cubicBezTo>
                  <a:pt x="705064" y="38965"/>
                  <a:pt x="697720" y="35612"/>
                  <a:pt x="689415" y="35612"/>
                </a:cubicBezTo>
                <a:cubicBezTo>
                  <a:pt x="681431" y="35612"/>
                  <a:pt x="673926" y="38487"/>
                  <a:pt x="667858" y="43916"/>
                </a:cubicBezTo>
                <a:cubicBezTo>
                  <a:pt x="660351" y="50463"/>
                  <a:pt x="656041" y="61801"/>
                  <a:pt x="656041" y="74895"/>
                </a:cubicBezTo>
                <a:cubicBezTo>
                  <a:pt x="656041" y="96933"/>
                  <a:pt x="667539" y="110666"/>
                  <a:pt x="685902" y="110666"/>
                </a:cubicBezTo>
                <a:cubicBezTo>
                  <a:pt x="701072" y="110666"/>
                  <a:pt x="713049" y="101243"/>
                  <a:pt x="719757" y="83996"/>
                </a:cubicBezTo>
                <a:lnTo>
                  <a:pt x="717201" y="82880"/>
                </a:lnTo>
                <a:moveTo>
                  <a:pt x="667858" y="59725"/>
                </a:moveTo>
                <a:cubicBezTo>
                  <a:pt x="669613" y="47269"/>
                  <a:pt x="675044" y="41360"/>
                  <a:pt x="684783" y="41360"/>
                </a:cubicBezTo>
                <a:cubicBezTo>
                  <a:pt x="694525" y="41360"/>
                  <a:pt x="698358" y="45831"/>
                  <a:pt x="700434" y="59725"/>
                </a:cubicBezTo>
                <a:lnTo>
                  <a:pt x="667858" y="59725"/>
                </a:lnTo>
                <a:close/>
                <a:moveTo>
                  <a:pt x="827386" y="84157"/>
                </a:moveTo>
                <a:cubicBezTo>
                  <a:pt x="819720" y="95334"/>
                  <a:pt x="813972" y="99167"/>
                  <a:pt x="804869" y="99167"/>
                </a:cubicBezTo>
                <a:cubicBezTo>
                  <a:pt x="790178" y="99167"/>
                  <a:pt x="780117" y="86392"/>
                  <a:pt x="780117" y="68029"/>
                </a:cubicBezTo>
                <a:cubicBezTo>
                  <a:pt x="780117" y="51421"/>
                  <a:pt x="788902" y="40241"/>
                  <a:pt x="801835" y="40241"/>
                </a:cubicBezTo>
                <a:cubicBezTo>
                  <a:pt x="807583" y="40241"/>
                  <a:pt x="809659" y="41840"/>
                  <a:pt x="811258" y="47907"/>
                </a:cubicBezTo>
                <a:lnTo>
                  <a:pt x="812215" y="51421"/>
                </a:lnTo>
                <a:cubicBezTo>
                  <a:pt x="813492" y="56053"/>
                  <a:pt x="816367" y="58767"/>
                  <a:pt x="819881" y="58767"/>
                </a:cubicBezTo>
                <a:cubicBezTo>
                  <a:pt x="824033" y="58767"/>
                  <a:pt x="827386" y="55731"/>
                  <a:pt x="827386" y="52059"/>
                </a:cubicBezTo>
                <a:cubicBezTo>
                  <a:pt x="827386" y="43117"/>
                  <a:pt x="816207" y="35612"/>
                  <a:pt x="802793" y="35612"/>
                </a:cubicBezTo>
                <a:cubicBezTo>
                  <a:pt x="794969" y="35612"/>
                  <a:pt x="786826" y="38806"/>
                  <a:pt x="780278" y="44554"/>
                </a:cubicBezTo>
                <a:cubicBezTo>
                  <a:pt x="772293" y="51579"/>
                  <a:pt x="767822" y="62439"/>
                  <a:pt x="767822" y="75215"/>
                </a:cubicBezTo>
                <a:cubicBezTo>
                  <a:pt x="767822" y="95814"/>
                  <a:pt x="780437" y="110666"/>
                  <a:pt x="798163" y="110666"/>
                </a:cubicBezTo>
                <a:cubicBezTo>
                  <a:pt x="805349" y="110666"/>
                  <a:pt x="811735" y="108109"/>
                  <a:pt x="817486" y="103161"/>
                </a:cubicBezTo>
                <a:cubicBezTo>
                  <a:pt x="821796" y="99486"/>
                  <a:pt x="824830" y="95015"/>
                  <a:pt x="829620" y="85595"/>
                </a:cubicBezTo>
                <a:lnTo>
                  <a:pt x="827386" y="84157"/>
                </a:lnTo>
                <a:close/>
                <a:moveTo>
                  <a:pt x="904675" y="98529"/>
                </a:moveTo>
                <a:cubicBezTo>
                  <a:pt x="901960" y="100765"/>
                  <a:pt x="900045" y="101562"/>
                  <a:pt x="897650" y="101562"/>
                </a:cubicBezTo>
                <a:cubicBezTo>
                  <a:pt x="893978" y="101562"/>
                  <a:pt x="892860" y="99328"/>
                  <a:pt x="892860" y="92300"/>
                </a:cubicBezTo>
                <a:lnTo>
                  <a:pt x="892860" y="61162"/>
                </a:lnTo>
                <a:cubicBezTo>
                  <a:pt x="892860" y="52858"/>
                  <a:pt x="892060" y="48226"/>
                  <a:pt x="889665" y="44393"/>
                </a:cubicBezTo>
                <a:cubicBezTo>
                  <a:pt x="886151" y="38645"/>
                  <a:pt x="879285" y="35612"/>
                  <a:pt x="869865" y="35612"/>
                </a:cubicBezTo>
                <a:cubicBezTo>
                  <a:pt x="854853" y="35612"/>
                  <a:pt x="843037" y="43436"/>
                  <a:pt x="843037" y="53497"/>
                </a:cubicBezTo>
                <a:cubicBezTo>
                  <a:pt x="843037" y="57169"/>
                  <a:pt x="846071" y="60363"/>
                  <a:pt x="849904" y="60363"/>
                </a:cubicBezTo>
                <a:cubicBezTo>
                  <a:pt x="853734" y="60363"/>
                  <a:pt x="857089" y="57169"/>
                  <a:pt x="857089" y="53655"/>
                </a:cubicBezTo>
                <a:cubicBezTo>
                  <a:pt x="857089" y="53017"/>
                  <a:pt x="856929" y="52220"/>
                  <a:pt x="856770" y="51102"/>
                </a:cubicBezTo>
                <a:cubicBezTo>
                  <a:pt x="856451" y="49664"/>
                  <a:pt x="856290" y="48387"/>
                  <a:pt x="856290" y="47269"/>
                </a:cubicBezTo>
                <a:cubicBezTo>
                  <a:pt x="856290" y="42958"/>
                  <a:pt x="861400" y="39445"/>
                  <a:pt x="867789" y="39445"/>
                </a:cubicBezTo>
                <a:cubicBezTo>
                  <a:pt x="875613" y="39445"/>
                  <a:pt x="879923" y="44074"/>
                  <a:pt x="879923" y="52698"/>
                </a:cubicBezTo>
                <a:lnTo>
                  <a:pt x="879923" y="62439"/>
                </a:lnTo>
                <a:cubicBezTo>
                  <a:pt x="855491" y="72181"/>
                  <a:pt x="852618" y="73616"/>
                  <a:pt x="845752" y="79686"/>
                </a:cubicBezTo>
                <a:cubicBezTo>
                  <a:pt x="842238" y="82880"/>
                  <a:pt x="840001" y="88309"/>
                  <a:pt x="840001" y="93577"/>
                </a:cubicBezTo>
                <a:cubicBezTo>
                  <a:pt x="840001" y="103638"/>
                  <a:pt x="847028" y="110666"/>
                  <a:pt x="856770" y="110666"/>
                </a:cubicBezTo>
                <a:cubicBezTo>
                  <a:pt x="863795" y="110666"/>
                  <a:pt x="870342" y="107313"/>
                  <a:pt x="880084" y="99009"/>
                </a:cubicBezTo>
                <a:cubicBezTo>
                  <a:pt x="880883" y="107471"/>
                  <a:pt x="883756" y="110666"/>
                  <a:pt x="890303" y="110666"/>
                </a:cubicBezTo>
                <a:cubicBezTo>
                  <a:pt x="895732" y="110666"/>
                  <a:pt x="899088" y="108748"/>
                  <a:pt x="904675" y="102681"/>
                </a:cubicBezTo>
                <a:lnTo>
                  <a:pt x="904675" y="98529"/>
                </a:lnTo>
                <a:moveTo>
                  <a:pt x="879923" y="89428"/>
                </a:moveTo>
                <a:cubicBezTo>
                  <a:pt x="879923" y="94218"/>
                  <a:pt x="879127" y="95975"/>
                  <a:pt x="875771" y="97890"/>
                </a:cubicBezTo>
                <a:cubicBezTo>
                  <a:pt x="871780" y="100125"/>
                  <a:pt x="867470" y="101404"/>
                  <a:pt x="864114" y="101404"/>
                </a:cubicBezTo>
                <a:cubicBezTo>
                  <a:pt x="858527" y="101404"/>
                  <a:pt x="854056" y="95975"/>
                  <a:pt x="854056" y="89106"/>
                </a:cubicBezTo>
                <a:lnTo>
                  <a:pt x="854056" y="88468"/>
                </a:lnTo>
                <a:cubicBezTo>
                  <a:pt x="854214" y="78887"/>
                  <a:pt x="861241" y="72819"/>
                  <a:pt x="879923" y="66272"/>
                </a:cubicBezTo>
                <a:lnTo>
                  <a:pt x="879923" y="89428"/>
                </a:lnTo>
                <a:close/>
                <a:moveTo>
                  <a:pt x="980847" y="101085"/>
                </a:moveTo>
                <a:lnTo>
                  <a:pt x="980050" y="101085"/>
                </a:lnTo>
                <a:cubicBezTo>
                  <a:pt x="972223" y="100765"/>
                  <a:pt x="971107" y="99486"/>
                  <a:pt x="970946" y="91981"/>
                </a:cubicBezTo>
                <a:lnTo>
                  <a:pt x="970946" y="37208"/>
                </a:lnTo>
                <a:lnTo>
                  <a:pt x="945715" y="37208"/>
                </a:lnTo>
                <a:lnTo>
                  <a:pt x="945715" y="39922"/>
                </a:lnTo>
                <a:cubicBezTo>
                  <a:pt x="955617" y="40402"/>
                  <a:pt x="957533" y="41998"/>
                  <a:pt x="957533" y="49983"/>
                </a:cubicBezTo>
                <a:lnTo>
                  <a:pt x="957533" y="87510"/>
                </a:lnTo>
                <a:cubicBezTo>
                  <a:pt x="957533" y="91981"/>
                  <a:pt x="956733" y="94218"/>
                  <a:pt x="954499" y="95975"/>
                </a:cubicBezTo>
                <a:cubicBezTo>
                  <a:pt x="950186" y="99486"/>
                  <a:pt x="945237" y="101404"/>
                  <a:pt x="940447" y="101404"/>
                </a:cubicBezTo>
                <a:cubicBezTo>
                  <a:pt x="934219" y="101404"/>
                  <a:pt x="929109" y="95975"/>
                  <a:pt x="929109" y="89267"/>
                </a:cubicBezTo>
                <a:lnTo>
                  <a:pt x="929109" y="37208"/>
                </a:lnTo>
                <a:lnTo>
                  <a:pt x="905793" y="37208"/>
                </a:lnTo>
                <a:lnTo>
                  <a:pt x="905793" y="39445"/>
                </a:lnTo>
                <a:cubicBezTo>
                  <a:pt x="913300" y="39764"/>
                  <a:pt x="915534" y="41998"/>
                  <a:pt x="915695" y="49664"/>
                </a:cubicBezTo>
                <a:lnTo>
                  <a:pt x="915695" y="89905"/>
                </a:lnTo>
                <a:cubicBezTo>
                  <a:pt x="915695" y="102522"/>
                  <a:pt x="923359" y="110666"/>
                  <a:pt x="935015" y="110666"/>
                </a:cubicBezTo>
                <a:cubicBezTo>
                  <a:pt x="940924" y="110666"/>
                  <a:pt x="947152" y="108109"/>
                  <a:pt x="951465" y="103799"/>
                </a:cubicBezTo>
                <a:lnTo>
                  <a:pt x="958332" y="96933"/>
                </a:lnTo>
                <a:lnTo>
                  <a:pt x="958332" y="110185"/>
                </a:lnTo>
                <a:lnTo>
                  <a:pt x="958970" y="110505"/>
                </a:lnTo>
                <a:cubicBezTo>
                  <a:pt x="966955" y="107313"/>
                  <a:pt x="972703" y="105556"/>
                  <a:pt x="980847" y="103319"/>
                </a:cubicBezTo>
                <a:lnTo>
                  <a:pt x="980847" y="101085"/>
                </a:lnTo>
                <a:close/>
                <a:moveTo>
                  <a:pt x="1034502" y="58926"/>
                </a:moveTo>
                <a:lnTo>
                  <a:pt x="1033864" y="37049"/>
                </a:lnTo>
                <a:lnTo>
                  <a:pt x="1032107" y="37049"/>
                </a:lnTo>
                <a:cubicBezTo>
                  <a:pt x="1031310" y="38326"/>
                  <a:pt x="1030511" y="38806"/>
                  <a:pt x="1029553" y="38806"/>
                </a:cubicBezTo>
                <a:cubicBezTo>
                  <a:pt x="1028596" y="38806"/>
                  <a:pt x="1026997" y="38487"/>
                  <a:pt x="1025240" y="37688"/>
                </a:cubicBezTo>
                <a:cubicBezTo>
                  <a:pt x="1021568" y="36411"/>
                  <a:pt x="1017896" y="35612"/>
                  <a:pt x="1014064" y="35612"/>
                </a:cubicBezTo>
                <a:cubicBezTo>
                  <a:pt x="1001447" y="35612"/>
                  <a:pt x="992346" y="43916"/>
                  <a:pt x="992346" y="55412"/>
                </a:cubicBezTo>
                <a:cubicBezTo>
                  <a:pt x="992346" y="64354"/>
                  <a:pt x="997455" y="70743"/>
                  <a:pt x="1011030" y="78409"/>
                </a:cubicBezTo>
                <a:lnTo>
                  <a:pt x="1020292" y="83677"/>
                </a:lnTo>
                <a:cubicBezTo>
                  <a:pt x="1025879" y="86872"/>
                  <a:pt x="1028596" y="90704"/>
                  <a:pt x="1028596" y="95653"/>
                </a:cubicBezTo>
                <a:cubicBezTo>
                  <a:pt x="1028596" y="102681"/>
                  <a:pt x="1023484" y="107152"/>
                  <a:pt x="1015340" y="107152"/>
                </a:cubicBezTo>
                <a:cubicBezTo>
                  <a:pt x="1004322" y="107152"/>
                  <a:pt x="998732" y="101085"/>
                  <a:pt x="995060" y="84796"/>
                </a:cubicBezTo>
                <a:lnTo>
                  <a:pt x="992504" y="84796"/>
                </a:lnTo>
                <a:lnTo>
                  <a:pt x="992504" y="109708"/>
                </a:lnTo>
                <a:lnTo>
                  <a:pt x="994580" y="109708"/>
                </a:lnTo>
                <a:cubicBezTo>
                  <a:pt x="995698" y="108109"/>
                  <a:pt x="996337" y="107790"/>
                  <a:pt x="998255" y="107790"/>
                </a:cubicBezTo>
                <a:cubicBezTo>
                  <a:pt x="1000011" y="107790"/>
                  <a:pt x="1001927" y="108109"/>
                  <a:pt x="1005599" y="109067"/>
                </a:cubicBezTo>
                <a:cubicBezTo>
                  <a:pt x="1009911" y="110027"/>
                  <a:pt x="1014064" y="110666"/>
                  <a:pt x="1017256" y="110666"/>
                </a:cubicBezTo>
                <a:cubicBezTo>
                  <a:pt x="1029712" y="110666"/>
                  <a:pt x="1039773" y="101404"/>
                  <a:pt x="1039773" y="90224"/>
                </a:cubicBezTo>
                <a:cubicBezTo>
                  <a:pt x="1039773" y="82239"/>
                  <a:pt x="1035940" y="76971"/>
                  <a:pt x="1026359" y="71221"/>
                </a:cubicBezTo>
                <a:lnTo>
                  <a:pt x="1009112" y="61002"/>
                </a:lnTo>
                <a:cubicBezTo>
                  <a:pt x="1004641" y="58287"/>
                  <a:pt x="1002246" y="54454"/>
                  <a:pt x="1002246" y="50144"/>
                </a:cubicBezTo>
                <a:cubicBezTo>
                  <a:pt x="1002246" y="43597"/>
                  <a:pt x="1007197" y="39284"/>
                  <a:pt x="1014541" y="39284"/>
                </a:cubicBezTo>
                <a:cubicBezTo>
                  <a:pt x="1023644" y="39284"/>
                  <a:pt x="1028435" y="44554"/>
                  <a:pt x="1032107" y="58926"/>
                </a:cubicBezTo>
                <a:lnTo>
                  <a:pt x="1034502" y="58926"/>
                </a:lnTo>
                <a:close/>
                <a:moveTo>
                  <a:pt x="1116901" y="98529"/>
                </a:moveTo>
                <a:cubicBezTo>
                  <a:pt x="1114187" y="100765"/>
                  <a:pt x="1112272" y="101562"/>
                  <a:pt x="1109876" y="101562"/>
                </a:cubicBezTo>
                <a:cubicBezTo>
                  <a:pt x="1106204" y="101562"/>
                  <a:pt x="1105086" y="99328"/>
                  <a:pt x="1105086" y="92300"/>
                </a:cubicBezTo>
                <a:lnTo>
                  <a:pt x="1105086" y="61162"/>
                </a:lnTo>
                <a:cubicBezTo>
                  <a:pt x="1105086" y="52858"/>
                  <a:pt x="1104287" y="48226"/>
                  <a:pt x="1101892" y="44393"/>
                </a:cubicBezTo>
                <a:cubicBezTo>
                  <a:pt x="1098378" y="38645"/>
                  <a:pt x="1091511" y="35612"/>
                  <a:pt x="1082091" y="35612"/>
                </a:cubicBezTo>
                <a:cubicBezTo>
                  <a:pt x="1067079" y="35612"/>
                  <a:pt x="1055264" y="43436"/>
                  <a:pt x="1055264" y="53497"/>
                </a:cubicBezTo>
                <a:cubicBezTo>
                  <a:pt x="1055264" y="57169"/>
                  <a:pt x="1058297" y="60363"/>
                  <a:pt x="1062130" y="60363"/>
                </a:cubicBezTo>
                <a:cubicBezTo>
                  <a:pt x="1065961" y="60363"/>
                  <a:pt x="1069316" y="57169"/>
                  <a:pt x="1069316" y="53655"/>
                </a:cubicBezTo>
                <a:cubicBezTo>
                  <a:pt x="1069316" y="53017"/>
                  <a:pt x="1069155" y="52220"/>
                  <a:pt x="1068997" y="51102"/>
                </a:cubicBezTo>
                <a:cubicBezTo>
                  <a:pt x="1068678" y="49664"/>
                  <a:pt x="1068517" y="48387"/>
                  <a:pt x="1068517" y="47269"/>
                </a:cubicBezTo>
                <a:cubicBezTo>
                  <a:pt x="1068517" y="42958"/>
                  <a:pt x="1073626" y="39445"/>
                  <a:pt x="1080015" y="39445"/>
                </a:cubicBezTo>
                <a:cubicBezTo>
                  <a:pt x="1087839" y="39445"/>
                  <a:pt x="1092150" y="44074"/>
                  <a:pt x="1092150" y="52698"/>
                </a:cubicBezTo>
                <a:lnTo>
                  <a:pt x="1092150" y="62439"/>
                </a:lnTo>
                <a:cubicBezTo>
                  <a:pt x="1067718" y="72181"/>
                  <a:pt x="1064845" y="73616"/>
                  <a:pt x="1057978" y="79686"/>
                </a:cubicBezTo>
                <a:cubicBezTo>
                  <a:pt x="1054465" y="82880"/>
                  <a:pt x="1052228" y="88309"/>
                  <a:pt x="1052228" y="93577"/>
                </a:cubicBezTo>
                <a:cubicBezTo>
                  <a:pt x="1052228" y="103638"/>
                  <a:pt x="1059255" y="110666"/>
                  <a:pt x="1068997" y="110666"/>
                </a:cubicBezTo>
                <a:cubicBezTo>
                  <a:pt x="1076022" y="110666"/>
                  <a:pt x="1082569" y="107313"/>
                  <a:pt x="1092311" y="99009"/>
                </a:cubicBezTo>
                <a:cubicBezTo>
                  <a:pt x="1093110" y="107471"/>
                  <a:pt x="1095983" y="110666"/>
                  <a:pt x="1102530" y="110666"/>
                </a:cubicBezTo>
                <a:cubicBezTo>
                  <a:pt x="1107959" y="110666"/>
                  <a:pt x="1111314" y="108748"/>
                  <a:pt x="1116901" y="102681"/>
                </a:cubicBezTo>
                <a:lnTo>
                  <a:pt x="1116901" y="98529"/>
                </a:lnTo>
                <a:moveTo>
                  <a:pt x="1092150" y="89428"/>
                </a:moveTo>
                <a:cubicBezTo>
                  <a:pt x="1092150" y="94218"/>
                  <a:pt x="1091353" y="95975"/>
                  <a:pt x="1087998" y="97890"/>
                </a:cubicBezTo>
                <a:cubicBezTo>
                  <a:pt x="1084007" y="100125"/>
                  <a:pt x="1079696" y="101404"/>
                  <a:pt x="1076341" y="101404"/>
                </a:cubicBezTo>
                <a:cubicBezTo>
                  <a:pt x="1070754" y="101404"/>
                  <a:pt x="1066282" y="95975"/>
                  <a:pt x="1066282" y="89106"/>
                </a:cubicBezTo>
                <a:lnTo>
                  <a:pt x="1066282" y="88468"/>
                </a:lnTo>
                <a:cubicBezTo>
                  <a:pt x="1066441" y="78887"/>
                  <a:pt x="1073468" y="72819"/>
                  <a:pt x="1092150" y="66272"/>
                </a:cubicBezTo>
                <a:lnTo>
                  <a:pt x="1092150" y="89428"/>
                </a:lnTo>
                <a:close/>
                <a:moveTo>
                  <a:pt x="1120097" y="109067"/>
                </a:moveTo>
                <a:lnTo>
                  <a:pt x="1157782" y="109067"/>
                </a:lnTo>
                <a:lnTo>
                  <a:pt x="1157782" y="106672"/>
                </a:lnTo>
                <a:cubicBezTo>
                  <a:pt x="1147723" y="106194"/>
                  <a:pt x="1145967" y="104596"/>
                  <a:pt x="1145806" y="95653"/>
                </a:cubicBezTo>
                <a:lnTo>
                  <a:pt x="1145806" y="319"/>
                </a:lnTo>
                <a:lnTo>
                  <a:pt x="1145167" y="0"/>
                </a:lnTo>
                <a:cubicBezTo>
                  <a:pt x="1137024" y="2556"/>
                  <a:pt x="1131115" y="4313"/>
                  <a:pt x="1119777" y="7027"/>
                </a:cubicBezTo>
                <a:lnTo>
                  <a:pt x="1119777" y="9581"/>
                </a:lnTo>
                <a:lnTo>
                  <a:pt x="1120735" y="9581"/>
                </a:lnTo>
                <a:cubicBezTo>
                  <a:pt x="1122492" y="9423"/>
                  <a:pt x="1124407" y="9262"/>
                  <a:pt x="1125686" y="9262"/>
                </a:cubicBezTo>
                <a:cubicBezTo>
                  <a:pt x="1130796" y="9262"/>
                  <a:pt x="1132392" y="11499"/>
                  <a:pt x="1132392" y="19003"/>
                </a:cubicBezTo>
                <a:lnTo>
                  <a:pt x="1132392" y="95176"/>
                </a:lnTo>
                <a:cubicBezTo>
                  <a:pt x="1132234" y="103799"/>
                  <a:pt x="1129997" y="106033"/>
                  <a:pt x="1120097" y="106672"/>
                </a:cubicBezTo>
                <a:lnTo>
                  <a:pt x="1120097" y="109067"/>
                </a:lnTo>
                <a:close/>
                <a:moveTo>
                  <a:pt x="1205370" y="109067"/>
                </a:moveTo>
                <a:lnTo>
                  <a:pt x="1240821" y="109067"/>
                </a:lnTo>
                <a:lnTo>
                  <a:pt x="1240821" y="106672"/>
                </a:lnTo>
                <a:cubicBezTo>
                  <a:pt x="1232677" y="106513"/>
                  <a:pt x="1230121" y="104757"/>
                  <a:pt x="1229963" y="98370"/>
                </a:cubicBezTo>
                <a:lnTo>
                  <a:pt x="1229963" y="53336"/>
                </a:lnTo>
                <a:cubicBezTo>
                  <a:pt x="1229963" y="53017"/>
                  <a:pt x="1231240" y="51421"/>
                  <a:pt x="1232358" y="50302"/>
                </a:cubicBezTo>
                <a:cubicBezTo>
                  <a:pt x="1236349" y="46630"/>
                  <a:pt x="1243216" y="43916"/>
                  <a:pt x="1248806" y="43916"/>
                </a:cubicBezTo>
                <a:cubicBezTo>
                  <a:pt x="1255831" y="43916"/>
                  <a:pt x="1259344" y="49505"/>
                  <a:pt x="1259344" y="60682"/>
                </a:cubicBezTo>
                <a:lnTo>
                  <a:pt x="1259344" y="95334"/>
                </a:lnTo>
                <a:cubicBezTo>
                  <a:pt x="1259025" y="104437"/>
                  <a:pt x="1257429" y="106194"/>
                  <a:pt x="1248486" y="106672"/>
                </a:cubicBezTo>
                <a:lnTo>
                  <a:pt x="1248486" y="109067"/>
                </a:lnTo>
                <a:lnTo>
                  <a:pt x="1284257" y="109067"/>
                </a:lnTo>
                <a:lnTo>
                  <a:pt x="1284257" y="106672"/>
                </a:lnTo>
                <a:cubicBezTo>
                  <a:pt x="1275314" y="106672"/>
                  <a:pt x="1273077" y="104118"/>
                  <a:pt x="1272758" y="93899"/>
                </a:cubicBezTo>
                <a:lnTo>
                  <a:pt x="1272758" y="53655"/>
                </a:lnTo>
                <a:cubicBezTo>
                  <a:pt x="1277548" y="46789"/>
                  <a:pt x="1282661" y="43916"/>
                  <a:pt x="1290165" y="43916"/>
                </a:cubicBezTo>
                <a:cubicBezTo>
                  <a:pt x="1299266" y="43916"/>
                  <a:pt x="1302142" y="48226"/>
                  <a:pt x="1302142" y="61482"/>
                </a:cubicBezTo>
                <a:lnTo>
                  <a:pt x="1302142" y="95176"/>
                </a:lnTo>
                <a:cubicBezTo>
                  <a:pt x="1301822" y="104596"/>
                  <a:pt x="1300865" y="105714"/>
                  <a:pt x="1291603" y="106672"/>
                </a:cubicBezTo>
                <a:lnTo>
                  <a:pt x="1291603" y="109067"/>
                </a:lnTo>
                <a:lnTo>
                  <a:pt x="1326574" y="109067"/>
                </a:lnTo>
                <a:lnTo>
                  <a:pt x="1326574" y="106672"/>
                </a:lnTo>
                <a:lnTo>
                  <a:pt x="1322422" y="106353"/>
                </a:lnTo>
                <a:cubicBezTo>
                  <a:pt x="1317312" y="105556"/>
                  <a:pt x="1315555" y="103161"/>
                  <a:pt x="1315555" y="96933"/>
                </a:cubicBezTo>
                <a:lnTo>
                  <a:pt x="1315555" y="64035"/>
                </a:lnTo>
                <a:cubicBezTo>
                  <a:pt x="1315555" y="45193"/>
                  <a:pt x="1309327" y="35612"/>
                  <a:pt x="1297032" y="35612"/>
                </a:cubicBezTo>
                <a:cubicBezTo>
                  <a:pt x="1287770" y="35612"/>
                  <a:pt x="1279624" y="39764"/>
                  <a:pt x="1271001" y="49025"/>
                </a:cubicBezTo>
                <a:cubicBezTo>
                  <a:pt x="1268128" y="39922"/>
                  <a:pt x="1262699" y="35612"/>
                  <a:pt x="1254076" y="35612"/>
                </a:cubicBezTo>
                <a:cubicBezTo>
                  <a:pt x="1246888" y="35612"/>
                  <a:pt x="1242578" y="37688"/>
                  <a:pt x="1229322" y="47907"/>
                </a:cubicBezTo>
                <a:lnTo>
                  <a:pt x="1229322" y="35931"/>
                </a:lnTo>
                <a:lnTo>
                  <a:pt x="1228206" y="35612"/>
                </a:lnTo>
                <a:cubicBezTo>
                  <a:pt x="1219741" y="38645"/>
                  <a:pt x="1214312" y="40402"/>
                  <a:pt x="1205850" y="42797"/>
                </a:cubicBezTo>
                <a:lnTo>
                  <a:pt x="1205850" y="45512"/>
                </a:lnTo>
                <a:cubicBezTo>
                  <a:pt x="1207765" y="45034"/>
                  <a:pt x="1209203" y="44873"/>
                  <a:pt x="1210960" y="44873"/>
                </a:cubicBezTo>
                <a:cubicBezTo>
                  <a:pt x="1215112" y="44873"/>
                  <a:pt x="1216549" y="47429"/>
                  <a:pt x="1216549" y="55093"/>
                </a:cubicBezTo>
                <a:lnTo>
                  <a:pt x="1216549" y="95495"/>
                </a:lnTo>
                <a:cubicBezTo>
                  <a:pt x="1216230" y="104437"/>
                  <a:pt x="1214154" y="106672"/>
                  <a:pt x="1205370" y="106672"/>
                </a:cubicBezTo>
                <a:lnTo>
                  <a:pt x="1205370" y="109067"/>
                </a:lnTo>
                <a:close/>
                <a:moveTo>
                  <a:pt x="1397634" y="98529"/>
                </a:moveTo>
                <a:cubicBezTo>
                  <a:pt x="1394919" y="100765"/>
                  <a:pt x="1393004" y="101562"/>
                  <a:pt x="1390609" y="101562"/>
                </a:cubicBezTo>
                <a:cubicBezTo>
                  <a:pt x="1386937" y="101562"/>
                  <a:pt x="1385818" y="99328"/>
                  <a:pt x="1385818" y="92300"/>
                </a:cubicBezTo>
                <a:lnTo>
                  <a:pt x="1385818" y="61162"/>
                </a:lnTo>
                <a:cubicBezTo>
                  <a:pt x="1385818" y="52858"/>
                  <a:pt x="1385019" y="48226"/>
                  <a:pt x="1382624" y="44393"/>
                </a:cubicBezTo>
                <a:cubicBezTo>
                  <a:pt x="1379110" y="38645"/>
                  <a:pt x="1372244" y="35612"/>
                  <a:pt x="1362824" y="35612"/>
                </a:cubicBezTo>
                <a:cubicBezTo>
                  <a:pt x="1347811" y="35612"/>
                  <a:pt x="1335996" y="43436"/>
                  <a:pt x="1335996" y="53497"/>
                </a:cubicBezTo>
                <a:cubicBezTo>
                  <a:pt x="1335996" y="57169"/>
                  <a:pt x="1339030" y="60363"/>
                  <a:pt x="1342862" y="60363"/>
                </a:cubicBezTo>
                <a:cubicBezTo>
                  <a:pt x="1346693" y="60363"/>
                  <a:pt x="1350048" y="57169"/>
                  <a:pt x="1350048" y="53655"/>
                </a:cubicBezTo>
                <a:cubicBezTo>
                  <a:pt x="1350048" y="53017"/>
                  <a:pt x="1349887" y="52220"/>
                  <a:pt x="1349729" y="51102"/>
                </a:cubicBezTo>
                <a:cubicBezTo>
                  <a:pt x="1349410" y="49664"/>
                  <a:pt x="1349249" y="48387"/>
                  <a:pt x="1349249" y="47269"/>
                </a:cubicBezTo>
                <a:cubicBezTo>
                  <a:pt x="1349249" y="42958"/>
                  <a:pt x="1354359" y="39445"/>
                  <a:pt x="1360748" y="39445"/>
                </a:cubicBezTo>
                <a:cubicBezTo>
                  <a:pt x="1368572" y="39445"/>
                  <a:pt x="1372882" y="44074"/>
                  <a:pt x="1372882" y="52698"/>
                </a:cubicBezTo>
                <a:lnTo>
                  <a:pt x="1372882" y="62439"/>
                </a:lnTo>
                <a:cubicBezTo>
                  <a:pt x="1348450" y="72181"/>
                  <a:pt x="1345577" y="73616"/>
                  <a:pt x="1338710" y="79686"/>
                </a:cubicBezTo>
                <a:cubicBezTo>
                  <a:pt x="1335197" y="82880"/>
                  <a:pt x="1332960" y="88309"/>
                  <a:pt x="1332960" y="93577"/>
                </a:cubicBezTo>
                <a:cubicBezTo>
                  <a:pt x="1332960" y="103638"/>
                  <a:pt x="1339987" y="110666"/>
                  <a:pt x="1349729" y="110666"/>
                </a:cubicBezTo>
                <a:cubicBezTo>
                  <a:pt x="1356754" y="110666"/>
                  <a:pt x="1363301" y="107313"/>
                  <a:pt x="1373043" y="99009"/>
                </a:cubicBezTo>
                <a:cubicBezTo>
                  <a:pt x="1373842" y="107471"/>
                  <a:pt x="1376715" y="110666"/>
                  <a:pt x="1383262" y="110666"/>
                </a:cubicBezTo>
                <a:cubicBezTo>
                  <a:pt x="1388691" y="110666"/>
                  <a:pt x="1392046" y="108748"/>
                  <a:pt x="1397634" y="102681"/>
                </a:cubicBezTo>
                <a:lnTo>
                  <a:pt x="1397634" y="98529"/>
                </a:lnTo>
                <a:moveTo>
                  <a:pt x="1372882" y="89428"/>
                </a:moveTo>
                <a:cubicBezTo>
                  <a:pt x="1372882" y="94218"/>
                  <a:pt x="1372085" y="95975"/>
                  <a:pt x="1368730" y="97890"/>
                </a:cubicBezTo>
                <a:cubicBezTo>
                  <a:pt x="1364739" y="100125"/>
                  <a:pt x="1360428" y="101404"/>
                  <a:pt x="1357073" y="101404"/>
                </a:cubicBezTo>
                <a:cubicBezTo>
                  <a:pt x="1351486" y="101404"/>
                  <a:pt x="1347015" y="95975"/>
                  <a:pt x="1347015" y="89106"/>
                </a:cubicBezTo>
                <a:lnTo>
                  <a:pt x="1347015" y="88468"/>
                </a:lnTo>
                <a:cubicBezTo>
                  <a:pt x="1347173" y="78887"/>
                  <a:pt x="1354200" y="72819"/>
                  <a:pt x="1372882" y="66272"/>
                </a:cubicBezTo>
                <a:lnTo>
                  <a:pt x="1372882" y="89428"/>
                </a:lnTo>
                <a:close/>
                <a:moveTo>
                  <a:pt x="1448255" y="58926"/>
                </a:moveTo>
                <a:lnTo>
                  <a:pt x="1447616" y="37049"/>
                </a:lnTo>
                <a:lnTo>
                  <a:pt x="1445860" y="37049"/>
                </a:lnTo>
                <a:cubicBezTo>
                  <a:pt x="1445063" y="38326"/>
                  <a:pt x="1444264" y="38806"/>
                  <a:pt x="1443306" y="38806"/>
                </a:cubicBezTo>
                <a:cubicBezTo>
                  <a:pt x="1442348" y="38806"/>
                  <a:pt x="1440750" y="38487"/>
                  <a:pt x="1438993" y="37688"/>
                </a:cubicBezTo>
                <a:cubicBezTo>
                  <a:pt x="1435321" y="36411"/>
                  <a:pt x="1431649" y="35612"/>
                  <a:pt x="1427816" y="35612"/>
                </a:cubicBezTo>
                <a:cubicBezTo>
                  <a:pt x="1415199" y="35612"/>
                  <a:pt x="1406098" y="43916"/>
                  <a:pt x="1406098" y="55412"/>
                </a:cubicBezTo>
                <a:cubicBezTo>
                  <a:pt x="1406098" y="64354"/>
                  <a:pt x="1411208" y="70743"/>
                  <a:pt x="1424782" y="78409"/>
                </a:cubicBezTo>
                <a:lnTo>
                  <a:pt x="1434044" y="83677"/>
                </a:lnTo>
                <a:cubicBezTo>
                  <a:pt x="1439631" y="86872"/>
                  <a:pt x="1442348" y="90704"/>
                  <a:pt x="1442348" y="95653"/>
                </a:cubicBezTo>
                <a:cubicBezTo>
                  <a:pt x="1442348" y="102681"/>
                  <a:pt x="1437236" y="107152"/>
                  <a:pt x="1429093" y="107152"/>
                </a:cubicBezTo>
                <a:cubicBezTo>
                  <a:pt x="1418074" y="107152"/>
                  <a:pt x="1412485" y="101085"/>
                  <a:pt x="1408813" y="84796"/>
                </a:cubicBezTo>
                <a:lnTo>
                  <a:pt x="1406257" y="84796"/>
                </a:lnTo>
                <a:lnTo>
                  <a:pt x="1406257" y="109708"/>
                </a:lnTo>
                <a:lnTo>
                  <a:pt x="1408333" y="109708"/>
                </a:lnTo>
                <a:cubicBezTo>
                  <a:pt x="1409451" y="108109"/>
                  <a:pt x="1410089" y="107790"/>
                  <a:pt x="1412007" y="107790"/>
                </a:cubicBezTo>
                <a:cubicBezTo>
                  <a:pt x="1413764" y="107790"/>
                  <a:pt x="1415679" y="108109"/>
                  <a:pt x="1419351" y="109067"/>
                </a:cubicBezTo>
                <a:cubicBezTo>
                  <a:pt x="1423664" y="110027"/>
                  <a:pt x="1427816" y="110666"/>
                  <a:pt x="1431008" y="110666"/>
                </a:cubicBezTo>
                <a:cubicBezTo>
                  <a:pt x="1443464" y="110666"/>
                  <a:pt x="1453525" y="101404"/>
                  <a:pt x="1453525" y="90224"/>
                </a:cubicBezTo>
                <a:cubicBezTo>
                  <a:pt x="1453525" y="82239"/>
                  <a:pt x="1449692" y="76971"/>
                  <a:pt x="1440111" y="71221"/>
                </a:cubicBezTo>
                <a:lnTo>
                  <a:pt x="1422865" y="61002"/>
                </a:lnTo>
                <a:cubicBezTo>
                  <a:pt x="1418394" y="58287"/>
                  <a:pt x="1415998" y="54454"/>
                  <a:pt x="1415998" y="50144"/>
                </a:cubicBezTo>
                <a:cubicBezTo>
                  <a:pt x="1415998" y="43597"/>
                  <a:pt x="1420950" y="39284"/>
                  <a:pt x="1428294" y="39284"/>
                </a:cubicBezTo>
                <a:cubicBezTo>
                  <a:pt x="1437397" y="39284"/>
                  <a:pt x="1442187" y="44554"/>
                  <a:pt x="1445860" y="58926"/>
                </a:cubicBezTo>
                <a:lnTo>
                  <a:pt x="1448255" y="58926"/>
                </a:lnTo>
                <a:close/>
                <a:moveTo>
                  <a:pt x="1461191" y="109067"/>
                </a:moveTo>
                <a:lnTo>
                  <a:pt x="1498560" y="109067"/>
                </a:lnTo>
                <a:lnTo>
                  <a:pt x="1498560" y="106672"/>
                </a:lnTo>
                <a:lnTo>
                  <a:pt x="1495365" y="106513"/>
                </a:lnTo>
                <a:cubicBezTo>
                  <a:pt x="1488657" y="106033"/>
                  <a:pt x="1486742" y="104277"/>
                  <a:pt x="1486581" y="98370"/>
                </a:cubicBezTo>
                <a:lnTo>
                  <a:pt x="1486581" y="68987"/>
                </a:lnTo>
                <a:lnTo>
                  <a:pt x="1508940" y="98848"/>
                </a:lnTo>
                <a:cubicBezTo>
                  <a:pt x="1509578" y="99647"/>
                  <a:pt x="1510056" y="100446"/>
                  <a:pt x="1510536" y="100924"/>
                </a:cubicBezTo>
                <a:cubicBezTo>
                  <a:pt x="1511813" y="102522"/>
                  <a:pt x="1512293" y="103480"/>
                  <a:pt x="1512293" y="104277"/>
                </a:cubicBezTo>
                <a:cubicBezTo>
                  <a:pt x="1512293" y="105714"/>
                  <a:pt x="1510855" y="106672"/>
                  <a:pt x="1508940" y="106672"/>
                </a:cubicBezTo>
                <a:lnTo>
                  <a:pt x="1505904" y="106672"/>
                </a:lnTo>
                <a:lnTo>
                  <a:pt x="1505904" y="109067"/>
                </a:lnTo>
                <a:lnTo>
                  <a:pt x="1540716" y="109067"/>
                </a:lnTo>
                <a:lnTo>
                  <a:pt x="1540716" y="106672"/>
                </a:lnTo>
                <a:cubicBezTo>
                  <a:pt x="1533691" y="106194"/>
                  <a:pt x="1528740" y="103161"/>
                  <a:pt x="1522034" y="95015"/>
                </a:cubicBezTo>
                <a:lnTo>
                  <a:pt x="1497600" y="64035"/>
                </a:lnTo>
                <a:lnTo>
                  <a:pt x="1502232" y="59725"/>
                </a:lnTo>
                <a:cubicBezTo>
                  <a:pt x="1522193" y="41840"/>
                  <a:pt x="1526506" y="39284"/>
                  <a:pt x="1536725" y="39603"/>
                </a:cubicBezTo>
                <a:lnTo>
                  <a:pt x="1536725" y="37208"/>
                </a:lnTo>
                <a:lnTo>
                  <a:pt x="1504147" y="37208"/>
                </a:lnTo>
                <a:lnTo>
                  <a:pt x="1504147" y="39445"/>
                </a:lnTo>
                <a:cubicBezTo>
                  <a:pt x="1510375" y="39603"/>
                  <a:pt x="1512132" y="40241"/>
                  <a:pt x="1512132" y="42317"/>
                </a:cubicBezTo>
                <a:cubicBezTo>
                  <a:pt x="1512132" y="43755"/>
                  <a:pt x="1510694" y="45831"/>
                  <a:pt x="1508460" y="47907"/>
                </a:cubicBezTo>
                <a:lnTo>
                  <a:pt x="1486581" y="67391"/>
                </a:lnTo>
                <a:lnTo>
                  <a:pt x="1486581" y="319"/>
                </a:lnTo>
                <a:lnTo>
                  <a:pt x="1485943" y="0"/>
                </a:lnTo>
                <a:cubicBezTo>
                  <a:pt x="1479715" y="1918"/>
                  <a:pt x="1475085" y="3355"/>
                  <a:pt x="1465982" y="5751"/>
                </a:cubicBezTo>
                <a:lnTo>
                  <a:pt x="1461191" y="7027"/>
                </a:lnTo>
                <a:lnTo>
                  <a:pt x="1461191" y="9581"/>
                </a:lnTo>
                <a:cubicBezTo>
                  <a:pt x="1463267" y="9423"/>
                  <a:pt x="1464705" y="9262"/>
                  <a:pt x="1466301" y="9262"/>
                </a:cubicBezTo>
                <a:cubicBezTo>
                  <a:pt x="1471732" y="9262"/>
                  <a:pt x="1473167" y="11338"/>
                  <a:pt x="1473167" y="19003"/>
                </a:cubicBezTo>
                <a:lnTo>
                  <a:pt x="1473167" y="95975"/>
                </a:lnTo>
                <a:cubicBezTo>
                  <a:pt x="1473009" y="104437"/>
                  <a:pt x="1472529" y="104917"/>
                  <a:pt x="1461191" y="106672"/>
                </a:cubicBezTo>
                <a:lnTo>
                  <a:pt x="1461191" y="1090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Text 1">
            <a:extLst xmlns:a="http://schemas.openxmlformats.org/drawingml/2006/main">
              <a:ext uri="{FF2B5EF4-FFF2-40B4-BE49-F238E27FC236}">
                <a16:creationId xmlns:a16="http://schemas.microsoft.com/office/drawing/2014/main" id="{303C2E21-3B3F-43B9-B670-4197EEED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872" y="1782198"/>
            <a:ext cx="62066" cy="101677"/>
          </a:xfrm>
          <a:custGeom xmlns:a="http://schemas.openxmlformats.org/drawingml/2006/main">
            <a:pathLst>
              <a:path w="62066" h="101677">
                <a:moveTo>
                  <a:pt x="62066" y="93840"/>
                </a:moveTo>
                <a:cubicBezTo>
                  <a:pt x="62066" y="95304"/>
                  <a:pt x="61988" y="96545"/>
                  <a:pt x="61833" y="97564"/>
                </a:cubicBezTo>
                <a:cubicBezTo>
                  <a:pt x="61677" y="98582"/>
                  <a:pt x="61456" y="99392"/>
                  <a:pt x="61170" y="99993"/>
                </a:cubicBezTo>
                <a:cubicBezTo>
                  <a:pt x="60884" y="100592"/>
                  <a:pt x="60559" y="101023"/>
                  <a:pt x="60195" y="101284"/>
                </a:cubicBezTo>
                <a:cubicBezTo>
                  <a:pt x="59831" y="101546"/>
                  <a:pt x="59415" y="101677"/>
                  <a:pt x="58948" y="101677"/>
                </a:cubicBezTo>
                <a:lnTo>
                  <a:pt x="3275" y="101677"/>
                </a:lnTo>
                <a:cubicBezTo>
                  <a:pt x="2859" y="101677"/>
                  <a:pt x="2469" y="101546"/>
                  <a:pt x="2105" y="101284"/>
                </a:cubicBezTo>
                <a:cubicBezTo>
                  <a:pt x="1741" y="101023"/>
                  <a:pt x="1417" y="100592"/>
                  <a:pt x="1131" y="99993"/>
                </a:cubicBezTo>
                <a:cubicBezTo>
                  <a:pt x="845" y="99392"/>
                  <a:pt x="624" y="98582"/>
                  <a:pt x="468" y="97564"/>
                </a:cubicBezTo>
                <a:cubicBezTo>
                  <a:pt x="312" y="96545"/>
                  <a:pt x="234" y="95304"/>
                  <a:pt x="234" y="93840"/>
                </a:cubicBezTo>
                <a:cubicBezTo>
                  <a:pt x="234" y="92326"/>
                  <a:pt x="299" y="91060"/>
                  <a:pt x="429" y="90042"/>
                </a:cubicBezTo>
                <a:cubicBezTo>
                  <a:pt x="559" y="89023"/>
                  <a:pt x="767" y="88200"/>
                  <a:pt x="1053" y="87573"/>
                </a:cubicBezTo>
                <a:cubicBezTo>
                  <a:pt x="1339" y="86946"/>
                  <a:pt x="1663" y="86489"/>
                  <a:pt x="2027" y="86201"/>
                </a:cubicBezTo>
                <a:cubicBezTo>
                  <a:pt x="2391" y="85914"/>
                  <a:pt x="2807" y="85770"/>
                  <a:pt x="3275" y="85770"/>
                </a:cubicBezTo>
                <a:lnTo>
                  <a:pt x="22066" y="85770"/>
                </a:lnTo>
                <a:lnTo>
                  <a:pt x="22066" y="20117"/>
                </a:lnTo>
                <a:lnTo>
                  <a:pt x="5848" y="29162"/>
                </a:lnTo>
                <a:cubicBezTo>
                  <a:pt x="4652" y="29734"/>
                  <a:pt x="3678" y="30085"/>
                  <a:pt x="2924" y="30215"/>
                </a:cubicBezTo>
                <a:cubicBezTo>
                  <a:pt x="2170" y="30344"/>
                  <a:pt x="1572" y="30189"/>
                  <a:pt x="1131" y="29747"/>
                </a:cubicBezTo>
                <a:cubicBezTo>
                  <a:pt x="689" y="29305"/>
                  <a:pt x="390" y="28536"/>
                  <a:pt x="234" y="27442"/>
                </a:cubicBezTo>
                <a:cubicBezTo>
                  <a:pt x="78" y="26347"/>
                  <a:pt x="0" y="24809"/>
                  <a:pt x="0" y="22829"/>
                </a:cubicBezTo>
                <a:cubicBezTo>
                  <a:pt x="0" y="21578"/>
                  <a:pt x="26" y="20549"/>
                  <a:pt x="78" y="19742"/>
                </a:cubicBezTo>
                <a:cubicBezTo>
                  <a:pt x="130" y="18933"/>
                  <a:pt x="260" y="18242"/>
                  <a:pt x="468" y="17668"/>
                </a:cubicBezTo>
                <a:cubicBezTo>
                  <a:pt x="676" y="17095"/>
                  <a:pt x="962" y="16626"/>
                  <a:pt x="1326" y="16262"/>
                </a:cubicBezTo>
                <a:cubicBezTo>
                  <a:pt x="1689" y="15897"/>
                  <a:pt x="2183" y="15506"/>
                  <a:pt x="2807" y="15090"/>
                </a:cubicBezTo>
                <a:lnTo>
                  <a:pt x="24483" y="1016"/>
                </a:lnTo>
                <a:cubicBezTo>
                  <a:pt x="24743" y="808"/>
                  <a:pt x="25068" y="639"/>
                  <a:pt x="25458" y="509"/>
                </a:cubicBezTo>
                <a:cubicBezTo>
                  <a:pt x="25848" y="378"/>
                  <a:pt x="26355" y="273"/>
                  <a:pt x="26979" y="195"/>
                </a:cubicBezTo>
                <a:cubicBezTo>
                  <a:pt x="27602" y="117"/>
                  <a:pt x="28421" y="65"/>
                  <a:pt x="29435" y="39"/>
                </a:cubicBezTo>
                <a:cubicBezTo>
                  <a:pt x="30448" y="13"/>
                  <a:pt x="31761" y="0"/>
                  <a:pt x="33372" y="0"/>
                </a:cubicBezTo>
                <a:cubicBezTo>
                  <a:pt x="35348" y="0"/>
                  <a:pt x="36946" y="39"/>
                  <a:pt x="38168" y="117"/>
                </a:cubicBezTo>
                <a:cubicBezTo>
                  <a:pt x="39389" y="195"/>
                  <a:pt x="40312" y="325"/>
                  <a:pt x="40936" y="507"/>
                </a:cubicBezTo>
                <a:cubicBezTo>
                  <a:pt x="41560" y="689"/>
                  <a:pt x="41975" y="936"/>
                  <a:pt x="42183" y="1248"/>
                </a:cubicBezTo>
                <a:cubicBezTo>
                  <a:pt x="42391" y="1559"/>
                  <a:pt x="42495" y="1949"/>
                  <a:pt x="42495" y="2417"/>
                </a:cubicBezTo>
                <a:lnTo>
                  <a:pt x="42495" y="85770"/>
                </a:lnTo>
                <a:lnTo>
                  <a:pt x="58948" y="85770"/>
                </a:lnTo>
                <a:cubicBezTo>
                  <a:pt x="59415" y="85770"/>
                  <a:pt x="59844" y="85914"/>
                  <a:pt x="60234" y="86201"/>
                </a:cubicBezTo>
                <a:cubicBezTo>
                  <a:pt x="60624" y="86489"/>
                  <a:pt x="60962" y="86946"/>
                  <a:pt x="61248" y="87573"/>
                </a:cubicBezTo>
                <a:cubicBezTo>
                  <a:pt x="61534" y="88200"/>
                  <a:pt x="61742" y="89023"/>
                  <a:pt x="61872" y="90042"/>
                </a:cubicBezTo>
                <a:cubicBezTo>
                  <a:pt x="62001" y="91060"/>
                  <a:pt x="62066" y="92326"/>
                  <a:pt x="62066" y="93840"/>
                </a:cubicBezTo>
                <a:close/>
              </a:path>
            </a:pathLst>
          </a:custGeom>
          <a:solidFill xmlns:a="http://schemas.openxmlformats.org/drawingml/2006/main">
            <a:srgbClr val="5FB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Text 4">
            <a:extLst xmlns:a="http://schemas.openxmlformats.org/drawingml/2006/main">
              <a:ext uri="{FF2B5EF4-FFF2-40B4-BE49-F238E27FC236}">
                <a16:creationId xmlns:a16="http://schemas.microsoft.com/office/drawing/2014/main" id="{328D1688-7D65-482A-AB72-BF78944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345" y="2027864"/>
            <a:ext cx="87654" cy="119246"/>
          </a:xfrm>
          <a:custGeom xmlns:a="http://schemas.openxmlformats.org/drawingml/2006/main">
            <a:pathLst>
              <a:path w="87654" h="119246">
                <a:moveTo>
                  <a:pt x="87654" y="84732"/>
                </a:moveTo>
                <a:cubicBezTo>
                  <a:pt x="87654" y="87837"/>
                  <a:pt x="87334" y="90195"/>
                  <a:pt x="86695" y="91808"/>
                </a:cubicBezTo>
                <a:cubicBezTo>
                  <a:pt x="86056" y="93422"/>
                  <a:pt x="85189" y="94228"/>
                  <a:pt x="84093" y="94228"/>
                </a:cubicBezTo>
                <a:lnTo>
                  <a:pt x="73593" y="94228"/>
                </a:lnTo>
                <a:lnTo>
                  <a:pt x="73593" y="115594"/>
                </a:lnTo>
                <a:cubicBezTo>
                  <a:pt x="73593" y="116202"/>
                  <a:pt x="73410" y="116735"/>
                  <a:pt x="73045" y="117192"/>
                </a:cubicBezTo>
                <a:cubicBezTo>
                  <a:pt x="72680" y="117648"/>
                  <a:pt x="72041" y="118029"/>
                  <a:pt x="71128" y="118333"/>
                </a:cubicBezTo>
                <a:cubicBezTo>
                  <a:pt x="70215" y="118637"/>
                  <a:pt x="69028" y="118866"/>
                  <a:pt x="67567" y="119018"/>
                </a:cubicBezTo>
                <a:cubicBezTo>
                  <a:pt x="66106" y="119170"/>
                  <a:pt x="64219" y="119246"/>
                  <a:pt x="61906" y="119246"/>
                </a:cubicBezTo>
                <a:cubicBezTo>
                  <a:pt x="59714" y="119246"/>
                  <a:pt x="57873" y="119170"/>
                  <a:pt x="56382" y="119018"/>
                </a:cubicBezTo>
                <a:cubicBezTo>
                  <a:pt x="54890" y="118866"/>
                  <a:pt x="53703" y="118637"/>
                  <a:pt x="52821" y="118333"/>
                </a:cubicBezTo>
                <a:cubicBezTo>
                  <a:pt x="51938" y="118029"/>
                  <a:pt x="51329" y="117648"/>
                  <a:pt x="50995" y="117192"/>
                </a:cubicBezTo>
                <a:cubicBezTo>
                  <a:pt x="50660" y="116735"/>
                  <a:pt x="50492" y="116202"/>
                  <a:pt x="50492" y="115594"/>
                </a:cubicBezTo>
                <a:lnTo>
                  <a:pt x="50492" y="94228"/>
                </a:lnTo>
                <a:lnTo>
                  <a:pt x="5296" y="94228"/>
                </a:lnTo>
                <a:cubicBezTo>
                  <a:pt x="4444" y="94228"/>
                  <a:pt x="3683" y="94122"/>
                  <a:pt x="3013" y="93909"/>
                </a:cubicBezTo>
                <a:cubicBezTo>
                  <a:pt x="2344" y="93695"/>
                  <a:pt x="1780" y="93208"/>
                  <a:pt x="1324" y="92448"/>
                </a:cubicBezTo>
                <a:cubicBezTo>
                  <a:pt x="867" y="91687"/>
                  <a:pt x="533" y="90591"/>
                  <a:pt x="320" y="89161"/>
                </a:cubicBezTo>
                <a:cubicBezTo>
                  <a:pt x="107" y="87730"/>
                  <a:pt x="0" y="85828"/>
                  <a:pt x="0" y="83454"/>
                </a:cubicBezTo>
                <a:cubicBezTo>
                  <a:pt x="0" y="81506"/>
                  <a:pt x="46" y="79817"/>
                  <a:pt x="137" y="78386"/>
                </a:cubicBezTo>
                <a:cubicBezTo>
                  <a:pt x="228" y="76956"/>
                  <a:pt x="380" y="75662"/>
                  <a:pt x="593" y="74506"/>
                </a:cubicBezTo>
                <a:cubicBezTo>
                  <a:pt x="807" y="73349"/>
                  <a:pt x="1111" y="72254"/>
                  <a:pt x="1507" y="71219"/>
                </a:cubicBezTo>
                <a:cubicBezTo>
                  <a:pt x="1902" y="70184"/>
                  <a:pt x="2404" y="69088"/>
                  <a:pt x="3013" y="67932"/>
                </a:cubicBezTo>
                <a:lnTo>
                  <a:pt x="39718" y="3196"/>
                </a:lnTo>
                <a:cubicBezTo>
                  <a:pt x="40023" y="2648"/>
                  <a:pt x="40540" y="2176"/>
                  <a:pt x="41270" y="1780"/>
                </a:cubicBezTo>
                <a:cubicBezTo>
                  <a:pt x="42001" y="1385"/>
                  <a:pt x="43020" y="1050"/>
                  <a:pt x="44329" y="776"/>
                </a:cubicBezTo>
                <a:cubicBezTo>
                  <a:pt x="45638" y="502"/>
                  <a:pt x="47297" y="304"/>
                  <a:pt x="49305" y="183"/>
                </a:cubicBezTo>
                <a:cubicBezTo>
                  <a:pt x="51314" y="61"/>
                  <a:pt x="53749" y="0"/>
                  <a:pt x="56610" y="0"/>
                </a:cubicBezTo>
                <a:cubicBezTo>
                  <a:pt x="59714" y="0"/>
                  <a:pt x="62362" y="76"/>
                  <a:pt x="64554" y="228"/>
                </a:cubicBezTo>
                <a:cubicBezTo>
                  <a:pt x="66745" y="380"/>
                  <a:pt x="68495" y="624"/>
                  <a:pt x="69804" y="959"/>
                </a:cubicBezTo>
                <a:cubicBezTo>
                  <a:pt x="71112" y="1294"/>
                  <a:pt x="72071" y="1704"/>
                  <a:pt x="72680" y="2191"/>
                </a:cubicBezTo>
                <a:cubicBezTo>
                  <a:pt x="73289" y="2678"/>
                  <a:pt x="73593" y="3257"/>
                  <a:pt x="73593" y="3926"/>
                </a:cubicBezTo>
                <a:lnTo>
                  <a:pt x="73593" y="75054"/>
                </a:lnTo>
                <a:lnTo>
                  <a:pt x="84093" y="75054"/>
                </a:lnTo>
                <a:cubicBezTo>
                  <a:pt x="85067" y="75054"/>
                  <a:pt x="85904" y="75799"/>
                  <a:pt x="86604" y="77291"/>
                </a:cubicBezTo>
                <a:cubicBezTo>
                  <a:pt x="87304" y="78782"/>
                  <a:pt x="87654" y="81263"/>
                  <a:pt x="87654" y="84732"/>
                </a:cubicBezTo>
                <a:moveTo>
                  <a:pt x="50492" y="20818"/>
                </a:moveTo>
                <a:lnTo>
                  <a:pt x="50310" y="20818"/>
                </a:lnTo>
                <a:lnTo>
                  <a:pt x="19174" y="75054"/>
                </a:lnTo>
                <a:lnTo>
                  <a:pt x="50492" y="75054"/>
                </a:lnTo>
                <a:lnTo>
                  <a:pt x="50492" y="20818"/>
                </a:lnTo>
                <a:close/>
              </a:path>
            </a:pathLst>
          </a:custGeom>
          <a:solidFill xmlns:a="http://schemas.openxmlformats.org/drawingml/2006/main">
            <a:srgbClr val="5FB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Text 9">
            <a:extLst xmlns:a="http://schemas.openxmlformats.org/drawingml/2006/main">
              <a:ext uri="{FF2B5EF4-FFF2-40B4-BE49-F238E27FC236}">
                <a16:creationId xmlns:a16="http://schemas.microsoft.com/office/drawing/2014/main" id="{20D9ABCC-B66A-4C77-A7BD-CBEBE255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3577" y="2138801"/>
            <a:ext cx="81537" cy="122533"/>
          </a:xfrm>
          <a:custGeom xmlns:a="http://schemas.openxmlformats.org/drawingml/2006/main">
            <a:pathLst>
              <a:path w="81537" h="122533">
                <a:moveTo>
                  <a:pt x="81537" y="55871"/>
                </a:moveTo>
                <a:cubicBezTo>
                  <a:pt x="81537" y="60687"/>
                  <a:pt x="81293" y="65671"/>
                  <a:pt x="80806" y="70822"/>
                </a:cubicBezTo>
                <a:cubicBezTo>
                  <a:pt x="80319" y="75973"/>
                  <a:pt x="79391" y="81018"/>
                  <a:pt x="78021" y="85956"/>
                </a:cubicBezTo>
                <a:cubicBezTo>
                  <a:pt x="76652" y="90894"/>
                  <a:pt x="74765" y="95589"/>
                  <a:pt x="72360" y="100040"/>
                </a:cubicBezTo>
                <a:cubicBezTo>
                  <a:pt x="69956" y="104490"/>
                  <a:pt x="66851" y="108376"/>
                  <a:pt x="63047" y="111699"/>
                </a:cubicBezTo>
                <a:cubicBezTo>
                  <a:pt x="59243" y="115020"/>
                  <a:pt x="54616" y="117657"/>
                  <a:pt x="49168" y="119608"/>
                </a:cubicBezTo>
                <a:cubicBezTo>
                  <a:pt x="43720" y="121558"/>
                  <a:pt x="37283" y="122533"/>
                  <a:pt x="29857" y="122533"/>
                </a:cubicBezTo>
                <a:cubicBezTo>
                  <a:pt x="27240" y="122533"/>
                  <a:pt x="24637" y="122349"/>
                  <a:pt x="22050" y="121982"/>
                </a:cubicBezTo>
                <a:cubicBezTo>
                  <a:pt x="19463" y="121615"/>
                  <a:pt x="17105" y="121156"/>
                  <a:pt x="14974" y="120604"/>
                </a:cubicBezTo>
                <a:cubicBezTo>
                  <a:pt x="12844" y="120054"/>
                  <a:pt x="11033" y="119474"/>
                  <a:pt x="9542" y="118864"/>
                </a:cubicBezTo>
                <a:cubicBezTo>
                  <a:pt x="8050" y="118251"/>
                  <a:pt x="6970" y="117624"/>
                  <a:pt x="6300" y="116983"/>
                </a:cubicBezTo>
                <a:cubicBezTo>
                  <a:pt x="5631" y="116340"/>
                  <a:pt x="5144" y="115407"/>
                  <a:pt x="4839" y="114184"/>
                </a:cubicBezTo>
                <a:cubicBezTo>
                  <a:pt x="4535" y="112961"/>
                  <a:pt x="4383" y="111248"/>
                  <a:pt x="4383" y="109045"/>
                </a:cubicBezTo>
                <a:cubicBezTo>
                  <a:pt x="4383" y="107027"/>
                  <a:pt x="4428" y="105407"/>
                  <a:pt x="4520" y="104186"/>
                </a:cubicBezTo>
                <a:cubicBezTo>
                  <a:pt x="4611" y="102965"/>
                  <a:pt x="4794" y="102020"/>
                  <a:pt x="5067" y="101350"/>
                </a:cubicBezTo>
                <a:cubicBezTo>
                  <a:pt x="5341" y="100680"/>
                  <a:pt x="5676" y="100239"/>
                  <a:pt x="6072" y="100026"/>
                </a:cubicBezTo>
                <a:cubicBezTo>
                  <a:pt x="6468" y="99813"/>
                  <a:pt x="6939" y="99706"/>
                  <a:pt x="7487" y="99706"/>
                </a:cubicBezTo>
                <a:cubicBezTo>
                  <a:pt x="8218" y="99706"/>
                  <a:pt x="9252" y="99920"/>
                  <a:pt x="10592" y="100346"/>
                </a:cubicBezTo>
                <a:cubicBezTo>
                  <a:pt x="11931" y="100772"/>
                  <a:pt x="13559" y="101259"/>
                  <a:pt x="15476" y="101807"/>
                </a:cubicBezTo>
                <a:cubicBezTo>
                  <a:pt x="17394" y="102354"/>
                  <a:pt x="19570" y="102841"/>
                  <a:pt x="22005" y="103267"/>
                </a:cubicBezTo>
                <a:cubicBezTo>
                  <a:pt x="24440" y="103694"/>
                  <a:pt x="27148" y="103907"/>
                  <a:pt x="30131" y="103907"/>
                </a:cubicBezTo>
                <a:cubicBezTo>
                  <a:pt x="35244" y="103907"/>
                  <a:pt x="39566" y="102993"/>
                  <a:pt x="43097" y="101167"/>
                </a:cubicBezTo>
                <a:cubicBezTo>
                  <a:pt x="46627" y="99341"/>
                  <a:pt x="49488" y="96876"/>
                  <a:pt x="51679" y="93772"/>
                </a:cubicBezTo>
                <a:cubicBezTo>
                  <a:pt x="53871" y="90667"/>
                  <a:pt x="55484" y="87076"/>
                  <a:pt x="56519" y="82997"/>
                </a:cubicBezTo>
                <a:cubicBezTo>
                  <a:pt x="57553" y="78919"/>
                  <a:pt x="58132" y="74628"/>
                  <a:pt x="58253" y="70123"/>
                </a:cubicBezTo>
                <a:cubicBezTo>
                  <a:pt x="55453" y="71888"/>
                  <a:pt x="52075" y="73425"/>
                  <a:pt x="48118" y="74734"/>
                </a:cubicBezTo>
                <a:cubicBezTo>
                  <a:pt x="44162" y="76043"/>
                  <a:pt x="39627" y="76697"/>
                  <a:pt x="34514" y="76697"/>
                </a:cubicBezTo>
                <a:cubicBezTo>
                  <a:pt x="28244" y="76697"/>
                  <a:pt x="22918" y="75875"/>
                  <a:pt x="18535" y="74229"/>
                </a:cubicBezTo>
                <a:cubicBezTo>
                  <a:pt x="14152" y="72584"/>
                  <a:pt x="10592" y="70207"/>
                  <a:pt x="7852" y="67099"/>
                </a:cubicBezTo>
                <a:cubicBezTo>
                  <a:pt x="5113" y="63990"/>
                  <a:pt x="3120" y="60212"/>
                  <a:pt x="1872" y="55762"/>
                </a:cubicBezTo>
                <a:cubicBezTo>
                  <a:pt x="624" y="51313"/>
                  <a:pt x="0" y="46286"/>
                  <a:pt x="0" y="40680"/>
                </a:cubicBezTo>
                <a:cubicBezTo>
                  <a:pt x="0" y="34768"/>
                  <a:pt x="883" y="29328"/>
                  <a:pt x="2648" y="24362"/>
                </a:cubicBezTo>
                <a:cubicBezTo>
                  <a:pt x="4413" y="19395"/>
                  <a:pt x="7031" y="15099"/>
                  <a:pt x="10500" y="11473"/>
                </a:cubicBezTo>
                <a:cubicBezTo>
                  <a:pt x="13970" y="7848"/>
                  <a:pt x="18292" y="5029"/>
                  <a:pt x="23466" y="3019"/>
                </a:cubicBezTo>
                <a:cubicBezTo>
                  <a:pt x="28640" y="1006"/>
                  <a:pt x="34636" y="0"/>
                  <a:pt x="41453" y="0"/>
                </a:cubicBezTo>
                <a:cubicBezTo>
                  <a:pt x="46931" y="0"/>
                  <a:pt x="51725" y="640"/>
                  <a:pt x="55834" y="1920"/>
                </a:cubicBezTo>
                <a:cubicBezTo>
                  <a:pt x="59943" y="3200"/>
                  <a:pt x="63473" y="5029"/>
                  <a:pt x="66425" y="7407"/>
                </a:cubicBezTo>
                <a:cubicBezTo>
                  <a:pt x="69378" y="9785"/>
                  <a:pt x="71843" y="12666"/>
                  <a:pt x="73821" y="16050"/>
                </a:cubicBezTo>
                <a:cubicBezTo>
                  <a:pt x="75799" y="19432"/>
                  <a:pt x="77352" y="23197"/>
                  <a:pt x="78478" y="27343"/>
                </a:cubicBezTo>
                <a:cubicBezTo>
                  <a:pt x="79604" y="31488"/>
                  <a:pt x="80395" y="35969"/>
                  <a:pt x="80852" y="40785"/>
                </a:cubicBezTo>
                <a:cubicBezTo>
                  <a:pt x="81308" y="45600"/>
                  <a:pt x="81537" y="50628"/>
                  <a:pt x="81537" y="55871"/>
                </a:cubicBezTo>
                <a:moveTo>
                  <a:pt x="57706" y="52578"/>
                </a:moveTo>
                <a:cubicBezTo>
                  <a:pt x="57706" y="46050"/>
                  <a:pt x="57340" y="40589"/>
                  <a:pt x="56610" y="36197"/>
                </a:cubicBezTo>
                <a:cubicBezTo>
                  <a:pt x="55879" y="31805"/>
                  <a:pt x="54784" y="28297"/>
                  <a:pt x="53323" y="25674"/>
                </a:cubicBezTo>
                <a:cubicBezTo>
                  <a:pt x="51862" y="23051"/>
                  <a:pt x="50036" y="21191"/>
                  <a:pt x="47844" y="20093"/>
                </a:cubicBezTo>
                <a:cubicBezTo>
                  <a:pt x="45653" y="18994"/>
                  <a:pt x="43097" y="18444"/>
                  <a:pt x="40175" y="18444"/>
                </a:cubicBezTo>
                <a:cubicBezTo>
                  <a:pt x="37314" y="18444"/>
                  <a:pt x="34849" y="18947"/>
                  <a:pt x="32779" y="19953"/>
                </a:cubicBezTo>
                <a:cubicBezTo>
                  <a:pt x="30709" y="20960"/>
                  <a:pt x="28990" y="22379"/>
                  <a:pt x="27620" y="24210"/>
                </a:cubicBezTo>
                <a:cubicBezTo>
                  <a:pt x="26251" y="26040"/>
                  <a:pt x="25231" y="28206"/>
                  <a:pt x="24561" y="30707"/>
                </a:cubicBezTo>
                <a:cubicBezTo>
                  <a:pt x="23892" y="33209"/>
                  <a:pt x="23557" y="35954"/>
                  <a:pt x="23557" y="38942"/>
                </a:cubicBezTo>
                <a:cubicBezTo>
                  <a:pt x="23557" y="42176"/>
                  <a:pt x="23846" y="45028"/>
                  <a:pt x="24424" y="47499"/>
                </a:cubicBezTo>
                <a:cubicBezTo>
                  <a:pt x="25003" y="49970"/>
                  <a:pt x="25916" y="52014"/>
                  <a:pt x="27164" y="53631"/>
                </a:cubicBezTo>
                <a:cubicBezTo>
                  <a:pt x="28411" y="55248"/>
                  <a:pt x="30040" y="56453"/>
                  <a:pt x="32049" y="57246"/>
                </a:cubicBezTo>
                <a:cubicBezTo>
                  <a:pt x="34057" y="58039"/>
                  <a:pt x="36492" y="58436"/>
                  <a:pt x="39353" y="58436"/>
                </a:cubicBezTo>
                <a:cubicBezTo>
                  <a:pt x="42884" y="58436"/>
                  <a:pt x="46216" y="57902"/>
                  <a:pt x="49351" y="56835"/>
                </a:cubicBezTo>
                <a:cubicBezTo>
                  <a:pt x="52486" y="55766"/>
                  <a:pt x="55271" y="54347"/>
                  <a:pt x="57706" y="52578"/>
                </a:cubicBezTo>
                <a:close/>
              </a:path>
            </a:pathLst>
          </a:custGeom>
          <a:solidFill xmlns:a="http://schemas.openxmlformats.org/drawingml/2006/main">
            <a:srgbClr val="5FB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Text Stage2:TrainingV">
            <a:extLst xmlns:a="http://schemas.openxmlformats.org/drawingml/2006/main">
              <a:ext uri="{FF2B5EF4-FFF2-40B4-BE49-F238E27FC236}">
                <a16:creationId xmlns:a16="http://schemas.microsoft.com/office/drawing/2014/main" id="{0210B233-FD47-4771-B0DA-1B2CBF95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655" y="93713"/>
            <a:ext cx="1584225" cy="167924"/>
          </a:xfrm>
          <a:custGeom xmlns:a="http://schemas.openxmlformats.org/drawingml/2006/main">
            <a:pathLst>
              <a:path w="1584225" h="167924">
                <a:moveTo>
                  <a:pt x="83962" y="40580"/>
                </a:moveTo>
                <a:lnTo>
                  <a:pt x="83962" y="0"/>
                </a:lnTo>
                <a:lnTo>
                  <a:pt x="78352" y="0"/>
                </a:lnTo>
                <a:cubicBezTo>
                  <a:pt x="76857" y="5050"/>
                  <a:pt x="75733" y="6360"/>
                  <a:pt x="72369" y="6360"/>
                </a:cubicBezTo>
                <a:cubicBezTo>
                  <a:pt x="70685" y="6360"/>
                  <a:pt x="68440" y="5798"/>
                  <a:pt x="64514" y="4488"/>
                </a:cubicBezTo>
                <a:cubicBezTo>
                  <a:pt x="55914" y="1310"/>
                  <a:pt x="49927" y="188"/>
                  <a:pt x="42637" y="188"/>
                </a:cubicBezTo>
                <a:cubicBezTo>
                  <a:pt x="17206" y="188"/>
                  <a:pt x="1683" y="14586"/>
                  <a:pt x="1683" y="38334"/>
                </a:cubicBezTo>
                <a:cubicBezTo>
                  <a:pt x="1683" y="54604"/>
                  <a:pt x="11408" y="66385"/>
                  <a:pt x="33661" y="77043"/>
                </a:cubicBezTo>
                <a:lnTo>
                  <a:pt x="46190" y="83029"/>
                </a:lnTo>
                <a:cubicBezTo>
                  <a:pt x="62645" y="90881"/>
                  <a:pt x="67133" y="95743"/>
                  <a:pt x="67133" y="105653"/>
                </a:cubicBezTo>
                <a:cubicBezTo>
                  <a:pt x="67133" y="118556"/>
                  <a:pt x="57968" y="126784"/>
                  <a:pt x="43570" y="126784"/>
                </a:cubicBezTo>
                <a:cubicBezTo>
                  <a:pt x="32539" y="126784"/>
                  <a:pt x="23374" y="122111"/>
                  <a:pt x="16270" y="112946"/>
                </a:cubicBezTo>
                <a:cubicBezTo>
                  <a:pt x="11219" y="106027"/>
                  <a:pt x="8603" y="99858"/>
                  <a:pt x="5424" y="86767"/>
                </a:cubicBezTo>
                <a:lnTo>
                  <a:pt x="0" y="86767"/>
                </a:lnTo>
                <a:lnTo>
                  <a:pt x="0" y="132956"/>
                </a:lnTo>
                <a:lnTo>
                  <a:pt x="5424" y="132956"/>
                </a:lnTo>
                <a:cubicBezTo>
                  <a:pt x="6546" y="128094"/>
                  <a:pt x="8041" y="126596"/>
                  <a:pt x="11034" y="126596"/>
                </a:cubicBezTo>
                <a:cubicBezTo>
                  <a:pt x="12529" y="126596"/>
                  <a:pt x="14586" y="127158"/>
                  <a:pt x="18701" y="128468"/>
                </a:cubicBezTo>
                <a:cubicBezTo>
                  <a:pt x="27863" y="131647"/>
                  <a:pt x="34782" y="132956"/>
                  <a:pt x="43011" y="132956"/>
                </a:cubicBezTo>
                <a:cubicBezTo>
                  <a:pt x="70685" y="132956"/>
                  <a:pt x="89386" y="117060"/>
                  <a:pt x="89386" y="93500"/>
                </a:cubicBezTo>
                <a:cubicBezTo>
                  <a:pt x="89386" y="79474"/>
                  <a:pt x="80969" y="65449"/>
                  <a:pt x="68816" y="59466"/>
                </a:cubicBezTo>
                <a:lnTo>
                  <a:pt x="41328" y="45816"/>
                </a:lnTo>
                <a:cubicBezTo>
                  <a:pt x="26179" y="38334"/>
                  <a:pt x="22068" y="33661"/>
                  <a:pt x="22068" y="24684"/>
                </a:cubicBezTo>
                <a:cubicBezTo>
                  <a:pt x="22068" y="13091"/>
                  <a:pt x="29920" y="5986"/>
                  <a:pt x="42637" y="5986"/>
                </a:cubicBezTo>
                <a:cubicBezTo>
                  <a:pt x="51052" y="5986"/>
                  <a:pt x="58904" y="9539"/>
                  <a:pt x="65635" y="16458"/>
                </a:cubicBezTo>
                <a:cubicBezTo>
                  <a:pt x="71995" y="23001"/>
                  <a:pt x="74985" y="28425"/>
                  <a:pt x="78726" y="40580"/>
                </a:cubicBezTo>
                <a:lnTo>
                  <a:pt x="83962" y="40580"/>
                </a:lnTo>
                <a:close/>
                <a:moveTo>
                  <a:pt x="154459" y="43196"/>
                </a:moveTo>
                <a:lnTo>
                  <a:pt x="136882" y="43196"/>
                </a:lnTo>
                <a:lnTo>
                  <a:pt x="136882" y="11596"/>
                </a:lnTo>
                <a:lnTo>
                  <a:pt x="132205" y="11596"/>
                </a:lnTo>
                <a:cubicBezTo>
                  <a:pt x="120801" y="27677"/>
                  <a:pt x="113319" y="36092"/>
                  <a:pt x="101164" y="46375"/>
                </a:cubicBezTo>
                <a:lnTo>
                  <a:pt x="101164" y="51425"/>
                </a:lnTo>
                <a:lnTo>
                  <a:pt x="110888" y="51425"/>
                </a:lnTo>
                <a:lnTo>
                  <a:pt x="110888" y="112013"/>
                </a:lnTo>
                <a:cubicBezTo>
                  <a:pt x="110888" y="124165"/>
                  <a:pt x="118929" y="131647"/>
                  <a:pt x="131832" y="131647"/>
                </a:cubicBezTo>
                <a:cubicBezTo>
                  <a:pt x="144361" y="131647"/>
                  <a:pt x="151842" y="126037"/>
                  <a:pt x="159506" y="110703"/>
                </a:cubicBezTo>
                <a:lnTo>
                  <a:pt x="154832" y="108646"/>
                </a:lnTo>
                <a:cubicBezTo>
                  <a:pt x="151092" y="115751"/>
                  <a:pt x="148101" y="118370"/>
                  <a:pt x="144175" y="118370"/>
                </a:cubicBezTo>
                <a:cubicBezTo>
                  <a:pt x="138939" y="118370"/>
                  <a:pt x="136882" y="115191"/>
                  <a:pt x="136882" y="107710"/>
                </a:cubicBezTo>
                <a:lnTo>
                  <a:pt x="136882" y="51425"/>
                </a:lnTo>
                <a:lnTo>
                  <a:pt x="154459" y="51425"/>
                </a:lnTo>
                <a:lnTo>
                  <a:pt x="154459" y="43196"/>
                </a:lnTo>
                <a:close/>
                <a:moveTo>
                  <a:pt x="248143" y="117434"/>
                </a:moveTo>
                <a:lnTo>
                  <a:pt x="246274" y="119306"/>
                </a:lnTo>
                <a:cubicBezTo>
                  <a:pt x="245712" y="119865"/>
                  <a:pt x="245153" y="120054"/>
                  <a:pt x="244217" y="120054"/>
                </a:cubicBezTo>
                <a:cubicBezTo>
                  <a:pt x="241598" y="120054"/>
                  <a:pt x="240291" y="118556"/>
                  <a:pt x="240291" y="115377"/>
                </a:cubicBezTo>
                <a:lnTo>
                  <a:pt x="240291" y="66571"/>
                </a:lnTo>
                <a:cubicBezTo>
                  <a:pt x="240291" y="50678"/>
                  <a:pt x="226079" y="40954"/>
                  <a:pt x="203263" y="40954"/>
                </a:cubicBezTo>
                <a:cubicBezTo>
                  <a:pt x="182135" y="40954"/>
                  <a:pt x="167922" y="50490"/>
                  <a:pt x="167922" y="64514"/>
                </a:cubicBezTo>
                <a:cubicBezTo>
                  <a:pt x="167922" y="72369"/>
                  <a:pt x="172411" y="76857"/>
                  <a:pt x="180077" y="76857"/>
                </a:cubicBezTo>
                <a:cubicBezTo>
                  <a:pt x="187556" y="76857"/>
                  <a:pt x="192792" y="72369"/>
                  <a:pt x="192792" y="66012"/>
                </a:cubicBezTo>
                <a:cubicBezTo>
                  <a:pt x="192792" y="63392"/>
                  <a:pt x="191859" y="60961"/>
                  <a:pt x="189428" y="57971"/>
                </a:cubicBezTo>
                <a:cubicBezTo>
                  <a:pt x="187744" y="56099"/>
                  <a:pt x="187182" y="54978"/>
                  <a:pt x="187182" y="53856"/>
                </a:cubicBezTo>
                <a:cubicBezTo>
                  <a:pt x="187182" y="49930"/>
                  <a:pt x="192233" y="46937"/>
                  <a:pt x="198964" y="46937"/>
                </a:cubicBezTo>
                <a:cubicBezTo>
                  <a:pt x="209997" y="46937"/>
                  <a:pt x="214671" y="51988"/>
                  <a:pt x="214671" y="63392"/>
                </a:cubicBezTo>
                <a:lnTo>
                  <a:pt x="214671" y="77043"/>
                </a:lnTo>
                <a:cubicBezTo>
                  <a:pt x="192418" y="83776"/>
                  <a:pt x="183256" y="87329"/>
                  <a:pt x="176337" y="92191"/>
                </a:cubicBezTo>
                <a:cubicBezTo>
                  <a:pt x="168111" y="97800"/>
                  <a:pt x="164370" y="104158"/>
                  <a:pt x="164370" y="112198"/>
                </a:cubicBezTo>
                <a:cubicBezTo>
                  <a:pt x="164370" y="123606"/>
                  <a:pt x="172973" y="132020"/>
                  <a:pt x="185125" y="132020"/>
                </a:cubicBezTo>
                <a:cubicBezTo>
                  <a:pt x="195785" y="132020"/>
                  <a:pt x="204388" y="128280"/>
                  <a:pt x="214671" y="118929"/>
                </a:cubicBezTo>
                <a:cubicBezTo>
                  <a:pt x="216728" y="128468"/>
                  <a:pt x="220843" y="132020"/>
                  <a:pt x="230005" y="132020"/>
                </a:cubicBezTo>
                <a:cubicBezTo>
                  <a:pt x="238045" y="132020"/>
                  <a:pt x="243843" y="129027"/>
                  <a:pt x="250948" y="121360"/>
                </a:cubicBezTo>
                <a:lnTo>
                  <a:pt x="248143" y="117434"/>
                </a:lnTo>
                <a:moveTo>
                  <a:pt x="214486" y="110703"/>
                </a:moveTo>
                <a:cubicBezTo>
                  <a:pt x="209435" y="116501"/>
                  <a:pt x="205695" y="118744"/>
                  <a:pt x="201209" y="118744"/>
                </a:cubicBezTo>
                <a:cubicBezTo>
                  <a:pt x="195597" y="118744"/>
                  <a:pt x="191670" y="113693"/>
                  <a:pt x="191670" y="106215"/>
                </a:cubicBezTo>
                <a:cubicBezTo>
                  <a:pt x="191670" y="95369"/>
                  <a:pt x="199526" y="87514"/>
                  <a:pt x="214486" y="83588"/>
                </a:cubicBezTo>
                <a:lnTo>
                  <a:pt x="214486" y="110703"/>
                </a:lnTo>
                <a:close/>
                <a:moveTo>
                  <a:pt x="343324" y="54978"/>
                </a:moveTo>
                <a:lnTo>
                  <a:pt x="343324" y="45068"/>
                </a:lnTo>
                <a:lnTo>
                  <a:pt x="319014" y="45068"/>
                </a:lnTo>
                <a:cubicBezTo>
                  <a:pt x="310788" y="42075"/>
                  <a:pt x="305552" y="40954"/>
                  <a:pt x="298071" y="40954"/>
                </a:cubicBezTo>
                <a:cubicBezTo>
                  <a:pt x="275817" y="40954"/>
                  <a:pt x="260110" y="53294"/>
                  <a:pt x="260110" y="71059"/>
                </a:cubicBezTo>
                <a:cubicBezTo>
                  <a:pt x="260110" y="77605"/>
                  <a:pt x="262356" y="83588"/>
                  <a:pt x="266844" y="88824"/>
                </a:cubicBezTo>
                <a:cubicBezTo>
                  <a:pt x="270955" y="93500"/>
                  <a:pt x="274511" y="95932"/>
                  <a:pt x="283299" y="99484"/>
                </a:cubicBezTo>
                <a:cubicBezTo>
                  <a:pt x="268524" y="104531"/>
                  <a:pt x="261046" y="111825"/>
                  <a:pt x="261046" y="121360"/>
                </a:cubicBezTo>
                <a:cubicBezTo>
                  <a:pt x="261046" y="129027"/>
                  <a:pt x="264413" y="132394"/>
                  <a:pt x="276380" y="136694"/>
                </a:cubicBezTo>
                <a:cubicBezTo>
                  <a:pt x="264598" y="138192"/>
                  <a:pt x="258429" y="143054"/>
                  <a:pt x="258429" y="150721"/>
                </a:cubicBezTo>
                <a:cubicBezTo>
                  <a:pt x="258429" y="161566"/>
                  <a:pt x="272453" y="167924"/>
                  <a:pt x="296013" y="167924"/>
                </a:cubicBezTo>
                <a:cubicBezTo>
                  <a:pt x="327243" y="167924"/>
                  <a:pt x="343510" y="158200"/>
                  <a:pt x="343510" y="139687"/>
                </a:cubicBezTo>
                <a:cubicBezTo>
                  <a:pt x="343510" y="125289"/>
                  <a:pt x="332664" y="117249"/>
                  <a:pt x="312845" y="116875"/>
                </a:cubicBezTo>
                <a:lnTo>
                  <a:pt x="300690" y="116687"/>
                </a:lnTo>
                <a:cubicBezTo>
                  <a:pt x="284794" y="116501"/>
                  <a:pt x="281989" y="115565"/>
                  <a:pt x="281989" y="110329"/>
                </a:cubicBezTo>
                <a:cubicBezTo>
                  <a:pt x="281989" y="104531"/>
                  <a:pt x="287225" y="100605"/>
                  <a:pt x="294706" y="100605"/>
                </a:cubicBezTo>
                <a:cubicBezTo>
                  <a:pt x="311909" y="100605"/>
                  <a:pt x="312657" y="100605"/>
                  <a:pt x="318828" y="97800"/>
                </a:cubicBezTo>
                <a:cubicBezTo>
                  <a:pt x="330048" y="92938"/>
                  <a:pt x="335657" y="84898"/>
                  <a:pt x="335657" y="73305"/>
                </a:cubicBezTo>
                <a:cubicBezTo>
                  <a:pt x="335657" y="65823"/>
                  <a:pt x="333415" y="60214"/>
                  <a:pt x="328176" y="54978"/>
                </a:cubicBezTo>
                <a:lnTo>
                  <a:pt x="343324" y="54978"/>
                </a:lnTo>
                <a:moveTo>
                  <a:pt x="313778" y="139125"/>
                </a:moveTo>
                <a:cubicBezTo>
                  <a:pt x="323876" y="139125"/>
                  <a:pt x="328738" y="142118"/>
                  <a:pt x="328738" y="148475"/>
                </a:cubicBezTo>
                <a:cubicBezTo>
                  <a:pt x="328738" y="157078"/>
                  <a:pt x="318455" y="161940"/>
                  <a:pt x="299942" y="161940"/>
                </a:cubicBezTo>
                <a:cubicBezTo>
                  <a:pt x="283484" y="161940"/>
                  <a:pt x="274884" y="157637"/>
                  <a:pt x="274884" y="149411"/>
                </a:cubicBezTo>
                <a:cubicBezTo>
                  <a:pt x="274884" y="145485"/>
                  <a:pt x="276191" y="143428"/>
                  <a:pt x="281427" y="139125"/>
                </a:cubicBezTo>
                <a:lnTo>
                  <a:pt x="313778" y="139125"/>
                </a:lnTo>
                <a:moveTo>
                  <a:pt x="298071" y="46752"/>
                </a:moveTo>
                <a:cubicBezTo>
                  <a:pt x="306859" y="46752"/>
                  <a:pt x="310414" y="53856"/>
                  <a:pt x="310414" y="71247"/>
                </a:cubicBezTo>
                <a:cubicBezTo>
                  <a:pt x="310414" y="88638"/>
                  <a:pt x="307047" y="95369"/>
                  <a:pt x="298071" y="95369"/>
                </a:cubicBezTo>
                <a:cubicBezTo>
                  <a:pt x="289094" y="95369"/>
                  <a:pt x="285730" y="88824"/>
                  <a:pt x="285730" y="71247"/>
                </a:cubicBezTo>
                <a:cubicBezTo>
                  <a:pt x="285730" y="53668"/>
                  <a:pt x="289094" y="46752"/>
                  <a:pt x="298071" y="46752"/>
                </a:cubicBezTo>
                <a:close/>
                <a:moveTo>
                  <a:pt x="422984" y="106027"/>
                </a:moveTo>
                <a:cubicBezTo>
                  <a:pt x="415317" y="115191"/>
                  <a:pt x="409707" y="118556"/>
                  <a:pt x="401667" y="118556"/>
                </a:cubicBezTo>
                <a:cubicBezTo>
                  <a:pt x="394374" y="118556"/>
                  <a:pt x="388949" y="115191"/>
                  <a:pt x="385023" y="108646"/>
                </a:cubicBezTo>
                <a:cubicBezTo>
                  <a:pt x="381659" y="102663"/>
                  <a:pt x="380161" y="96491"/>
                  <a:pt x="379414" y="83588"/>
                </a:cubicBezTo>
                <a:lnTo>
                  <a:pt x="426536" y="83588"/>
                </a:lnTo>
                <a:cubicBezTo>
                  <a:pt x="425415" y="67881"/>
                  <a:pt x="422610" y="59092"/>
                  <a:pt x="416627" y="51988"/>
                </a:cubicBezTo>
                <a:cubicBezTo>
                  <a:pt x="410643" y="44694"/>
                  <a:pt x="401852" y="40954"/>
                  <a:pt x="391380" y="40954"/>
                </a:cubicBezTo>
                <a:cubicBezTo>
                  <a:pt x="368194" y="40954"/>
                  <a:pt x="352487" y="59466"/>
                  <a:pt x="352487" y="86767"/>
                </a:cubicBezTo>
                <a:cubicBezTo>
                  <a:pt x="352487" y="114070"/>
                  <a:pt x="367821" y="132020"/>
                  <a:pt x="391007" y="132020"/>
                </a:cubicBezTo>
                <a:cubicBezTo>
                  <a:pt x="406155" y="132020"/>
                  <a:pt x="415317" y="126222"/>
                  <a:pt x="427472" y="108646"/>
                </a:cubicBezTo>
                <a:lnTo>
                  <a:pt x="422984" y="106027"/>
                </a:lnTo>
                <a:moveTo>
                  <a:pt x="378478" y="76669"/>
                </a:moveTo>
                <a:cubicBezTo>
                  <a:pt x="379040" y="54230"/>
                  <a:pt x="382407" y="46752"/>
                  <a:pt x="391569" y="46752"/>
                </a:cubicBezTo>
                <a:cubicBezTo>
                  <a:pt x="400357" y="46752"/>
                  <a:pt x="403162" y="53109"/>
                  <a:pt x="403536" y="73864"/>
                </a:cubicBezTo>
                <a:lnTo>
                  <a:pt x="403536" y="76669"/>
                </a:lnTo>
                <a:lnTo>
                  <a:pt x="378478" y="76669"/>
                </a:lnTo>
                <a:close/>
                <a:moveTo>
                  <a:pt x="564913" y="89945"/>
                </a:moveTo>
                <a:lnTo>
                  <a:pt x="560425" y="89945"/>
                </a:lnTo>
                <a:cubicBezTo>
                  <a:pt x="555001" y="103222"/>
                  <a:pt x="552944" y="104346"/>
                  <a:pt x="533684" y="104531"/>
                </a:cubicBezTo>
                <a:lnTo>
                  <a:pt x="505447" y="104531"/>
                </a:lnTo>
                <a:lnTo>
                  <a:pt x="535741" y="75736"/>
                </a:lnTo>
                <a:cubicBezTo>
                  <a:pt x="550513" y="61709"/>
                  <a:pt x="557058" y="49180"/>
                  <a:pt x="557058" y="34970"/>
                </a:cubicBezTo>
                <a:cubicBezTo>
                  <a:pt x="557058" y="14960"/>
                  <a:pt x="542849" y="750"/>
                  <a:pt x="522464" y="750"/>
                </a:cubicBezTo>
                <a:cubicBezTo>
                  <a:pt x="513114" y="750"/>
                  <a:pt x="504140" y="4488"/>
                  <a:pt x="497595" y="11222"/>
                </a:cubicBezTo>
                <a:cubicBezTo>
                  <a:pt x="490302" y="18515"/>
                  <a:pt x="486561" y="24872"/>
                  <a:pt x="481325" y="38896"/>
                </a:cubicBezTo>
                <a:lnTo>
                  <a:pt x="486561" y="38896"/>
                </a:lnTo>
                <a:cubicBezTo>
                  <a:pt x="492359" y="27115"/>
                  <a:pt x="499278" y="22068"/>
                  <a:pt x="509376" y="22068"/>
                </a:cubicBezTo>
                <a:cubicBezTo>
                  <a:pt x="517602" y="22068"/>
                  <a:pt x="523960" y="25620"/>
                  <a:pt x="527889" y="32351"/>
                </a:cubicBezTo>
                <a:cubicBezTo>
                  <a:pt x="530131" y="36280"/>
                  <a:pt x="531626" y="41516"/>
                  <a:pt x="531626" y="45816"/>
                </a:cubicBezTo>
                <a:cubicBezTo>
                  <a:pt x="531626" y="54042"/>
                  <a:pt x="528074" y="64328"/>
                  <a:pt x="522091" y="73490"/>
                </a:cubicBezTo>
                <a:cubicBezTo>
                  <a:pt x="512555" y="87888"/>
                  <a:pt x="506009" y="95932"/>
                  <a:pt x="478709" y="125101"/>
                </a:cubicBezTo>
                <a:lnTo>
                  <a:pt x="478709" y="129401"/>
                </a:lnTo>
                <a:lnTo>
                  <a:pt x="556499" y="129401"/>
                </a:lnTo>
                <a:lnTo>
                  <a:pt x="564913" y="89945"/>
                </a:lnTo>
                <a:close/>
                <a:moveTo>
                  <a:pt x="600627" y="100231"/>
                </a:moveTo>
                <a:cubicBezTo>
                  <a:pt x="592028" y="100231"/>
                  <a:pt x="584920" y="107336"/>
                  <a:pt x="584920" y="115939"/>
                </a:cubicBezTo>
                <a:cubicBezTo>
                  <a:pt x="584920" y="124916"/>
                  <a:pt x="591654" y="131832"/>
                  <a:pt x="600442" y="131832"/>
                </a:cubicBezTo>
                <a:cubicBezTo>
                  <a:pt x="609419" y="131832"/>
                  <a:pt x="616523" y="125101"/>
                  <a:pt x="616523" y="116313"/>
                </a:cubicBezTo>
                <a:cubicBezTo>
                  <a:pt x="616523" y="107336"/>
                  <a:pt x="609419" y="100231"/>
                  <a:pt x="600627" y="100231"/>
                </a:cubicBezTo>
                <a:moveTo>
                  <a:pt x="600627" y="41139"/>
                </a:moveTo>
                <a:cubicBezTo>
                  <a:pt x="592028" y="41139"/>
                  <a:pt x="584920" y="48247"/>
                  <a:pt x="584920" y="56661"/>
                </a:cubicBezTo>
                <a:cubicBezTo>
                  <a:pt x="584920" y="65823"/>
                  <a:pt x="591654" y="72743"/>
                  <a:pt x="600627" y="72743"/>
                </a:cubicBezTo>
                <a:cubicBezTo>
                  <a:pt x="609419" y="72743"/>
                  <a:pt x="616523" y="65638"/>
                  <a:pt x="616523" y="57035"/>
                </a:cubicBezTo>
                <a:cubicBezTo>
                  <a:pt x="616523" y="48247"/>
                  <a:pt x="609419" y="41139"/>
                  <a:pt x="600627" y="41139"/>
                </a:cubicBezTo>
                <a:close/>
                <a:moveTo>
                  <a:pt x="815675" y="124727"/>
                </a:moveTo>
                <a:cubicBezTo>
                  <a:pt x="799779" y="123980"/>
                  <a:pt x="797722" y="121922"/>
                  <a:pt x="797348" y="107525"/>
                </a:cubicBezTo>
                <a:lnTo>
                  <a:pt x="797348" y="8977"/>
                </a:lnTo>
                <a:cubicBezTo>
                  <a:pt x="820349" y="9724"/>
                  <a:pt x="830073" y="18327"/>
                  <a:pt x="833251" y="40580"/>
                </a:cubicBezTo>
                <a:lnTo>
                  <a:pt x="838673" y="40580"/>
                </a:lnTo>
                <a:lnTo>
                  <a:pt x="838299" y="2993"/>
                </a:lnTo>
                <a:lnTo>
                  <a:pt x="726103" y="2993"/>
                </a:lnTo>
                <a:lnTo>
                  <a:pt x="725541" y="40580"/>
                </a:lnTo>
                <a:lnTo>
                  <a:pt x="730965" y="40580"/>
                </a:lnTo>
                <a:cubicBezTo>
                  <a:pt x="734144" y="18327"/>
                  <a:pt x="743868" y="9724"/>
                  <a:pt x="767054" y="8977"/>
                </a:cubicBezTo>
                <a:lnTo>
                  <a:pt x="767054" y="107525"/>
                </a:lnTo>
                <a:cubicBezTo>
                  <a:pt x="766680" y="121737"/>
                  <a:pt x="764623" y="123606"/>
                  <a:pt x="748916" y="124727"/>
                </a:cubicBezTo>
                <a:lnTo>
                  <a:pt x="748916" y="129401"/>
                </a:lnTo>
                <a:lnTo>
                  <a:pt x="815675" y="129401"/>
                </a:lnTo>
                <a:lnTo>
                  <a:pt x="815675" y="124727"/>
                </a:lnTo>
                <a:close/>
                <a:moveTo>
                  <a:pt x="885050" y="124916"/>
                </a:moveTo>
                <a:cubicBezTo>
                  <a:pt x="873642" y="124353"/>
                  <a:pt x="871585" y="121922"/>
                  <a:pt x="871400" y="110141"/>
                </a:cubicBezTo>
                <a:lnTo>
                  <a:pt x="871400" y="74800"/>
                </a:lnTo>
                <a:cubicBezTo>
                  <a:pt x="871400" y="65076"/>
                  <a:pt x="876636" y="57035"/>
                  <a:pt x="882804" y="57035"/>
                </a:cubicBezTo>
                <a:cubicBezTo>
                  <a:pt x="884302" y="57035"/>
                  <a:pt x="885983" y="58345"/>
                  <a:pt x="888040" y="61335"/>
                </a:cubicBezTo>
                <a:cubicBezTo>
                  <a:pt x="891593" y="66385"/>
                  <a:pt x="894397" y="68069"/>
                  <a:pt x="899260" y="68069"/>
                </a:cubicBezTo>
                <a:cubicBezTo>
                  <a:pt x="906179" y="68069"/>
                  <a:pt x="911041" y="62833"/>
                  <a:pt x="911041" y="55725"/>
                </a:cubicBezTo>
                <a:cubicBezTo>
                  <a:pt x="911041" y="47125"/>
                  <a:pt x="904684" y="40954"/>
                  <a:pt x="895895" y="40954"/>
                </a:cubicBezTo>
                <a:cubicBezTo>
                  <a:pt x="886545" y="40954"/>
                  <a:pt x="879440" y="45816"/>
                  <a:pt x="870649" y="58530"/>
                </a:cubicBezTo>
                <a:lnTo>
                  <a:pt x="870649" y="43196"/>
                </a:lnTo>
                <a:lnTo>
                  <a:pt x="835308" y="43196"/>
                </a:lnTo>
                <a:lnTo>
                  <a:pt x="835308" y="47685"/>
                </a:lnTo>
                <a:cubicBezTo>
                  <a:pt x="843163" y="48621"/>
                  <a:pt x="845218" y="50863"/>
                  <a:pt x="845406" y="58719"/>
                </a:cubicBezTo>
                <a:lnTo>
                  <a:pt x="845406" y="113693"/>
                </a:lnTo>
                <a:cubicBezTo>
                  <a:pt x="845218" y="121549"/>
                  <a:pt x="843349" y="123606"/>
                  <a:pt x="835308" y="124916"/>
                </a:cubicBezTo>
                <a:lnTo>
                  <a:pt x="835308" y="129401"/>
                </a:lnTo>
                <a:lnTo>
                  <a:pt x="885050" y="129401"/>
                </a:lnTo>
                <a:lnTo>
                  <a:pt x="885050" y="124916"/>
                </a:lnTo>
                <a:close/>
                <a:moveTo>
                  <a:pt x="1001359" y="117434"/>
                </a:moveTo>
                <a:lnTo>
                  <a:pt x="999490" y="119306"/>
                </a:lnTo>
                <a:cubicBezTo>
                  <a:pt x="998928" y="119865"/>
                  <a:pt x="998369" y="120054"/>
                  <a:pt x="997433" y="120054"/>
                </a:cubicBezTo>
                <a:cubicBezTo>
                  <a:pt x="994814" y="120054"/>
                  <a:pt x="993507" y="118556"/>
                  <a:pt x="993507" y="115377"/>
                </a:cubicBezTo>
                <a:lnTo>
                  <a:pt x="993507" y="66571"/>
                </a:lnTo>
                <a:cubicBezTo>
                  <a:pt x="993507" y="50678"/>
                  <a:pt x="979294" y="40954"/>
                  <a:pt x="956479" y="40954"/>
                </a:cubicBezTo>
                <a:cubicBezTo>
                  <a:pt x="935350" y="40954"/>
                  <a:pt x="921138" y="50490"/>
                  <a:pt x="921138" y="64514"/>
                </a:cubicBezTo>
                <a:cubicBezTo>
                  <a:pt x="921138" y="72369"/>
                  <a:pt x="925626" y="76857"/>
                  <a:pt x="933293" y="76857"/>
                </a:cubicBezTo>
                <a:cubicBezTo>
                  <a:pt x="940772" y="76857"/>
                  <a:pt x="946008" y="72369"/>
                  <a:pt x="946008" y="66012"/>
                </a:cubicBezTo>
                <a:cubicBezTo>
                  <a:pt x="946008" y="63392"/>
                  <a:pt x="945075" y="60961"/>
                  <a:pt x="942644" y="57971"/>
                </a:cubicBezTo>
                <a:cubicBezTo>
                  <a:pt x="940960" y="56099"/>
                  <a:pt x="940398" y="54978"/>
                  <a:pt x="940398" y="53856"/>
                </a:cubicBezTo>
                <a:cubicBezTo>
                  <a:pt x="940398" y="49930"/>
                  <a:pt x="945448" y="46937"/>
                  <a:pt x="952179" y="46937"/>
                </a:cubicBezTo>
                <a:cubicBezTo>
                  <a:pt x="963213" y="46937"/>
                  <a:pt x="967887" y="51988"/>
                  <a:pt x="967887" y="63392"/>
                </a:cubicBezTo>
                <a:lnTo>
                  <a:pt x="967887" y="77043"/>
                </a:lnTo>
                <a:cubicBezTo>
                  <a:pt x="945634" y="83776"/>
                  <a:pt x="936472" y="87329"/>
                  <a:pt x="929553" y="92191"/>
                </a:cubicBezTo>
                <a:cubicBezTo>
                  <a:pt x="921326" y="97800"/>
                  <a:pt x="917586" y="104158"/>
                  <a:pt x="917586" y="112198"/>
                </a:cubicBezTo>
                <a:cubicBezTo>
                  <a:pt x="917586" y="123606"/>
                  <a:pt x="926188" y="132020"/>
                  <a:pt x="938341" y="132020"/>
                </a:cubicBezTo>
                <a:cubicBezTo>
                  <a:pt x="949001" y="132020"/>
                  <a:pt x="957604" y="128280"/>
                  <a:pt x="967887" y="118929"/>
                </a:cubicBezTo>
                <a:cubicBezTo>
                  <a:pt x="969944" y="128468"/>
                  <a:pt x="974059" y="132020"/>
                  <a:pt x="983221" y="132020"/>
                </a:cubicBezTo>
                <a:cubicBezTo>
                  <a:pt x="991261" y="132020"/>
                  <a:pt x="997059" y="129027"/>
                  <a:pt x="1004164" y="121360"/>
                </a:cubicBezTo>
                <a:lnTo>
                  <a:pt x="1001359" y="117434"/>
                </a:lnTo>
                <a:moveTo>
                  <a:pt x="967701" y="110703"/>
                </a:moveTo>
                <a:cubicBezTo>
                  <a:pt x="962651" y="116501"/>
                  <a:pt x="958910" y="118744"/>
                  <a:pt x="954425" y="118744"/>
                </a:cubicBezTo>
                <a:cubicBezTo>
                  <a:pt x="948812" y="118744"/>
                  <a:pt x="944886" y="113693"/>
                  <a:pt x="944886" y="106215"/>
                </a:cubicBezTo>
                <a:cubicBezTo>
                  <a:pt x="944886" y="95369"/>
                  <a:pt x="952741" y="87514"/>
                  <a:pt x="967701" y="83588"/>
                </a:cubicBezTo>
                <a:lnTo>
                  <a:pt x="967701" y="110703"/>
                </a:lnTo>
                <a:close/>
                <a:moveTo>
                  <a:pt x="1054652" y="124916"/>
                </a:moveTo>
                <a:cubicBezTo>
                  <a:pt x="1048295" y="124165"/>
                  <a:pt x="1045864" y="121360"/>
                  <a:pt x="1045864" y="114256"/>
                </a:cubicBezTo>
                <a:lnTo>
                  <a:pt x="1045864" y="43196"/>
                </a:lnTo>
                <a:lnTo>
                  <a:pt x="1009961" y="43196"/>
                </a:lnTo>
                <a:lnTo>
                  <a:pt x="1009961" y="47685"/>
                </a:lnTo>
                <a:cubicBezTo>
                  <a:pt x="1018190" y="49180"/>
                  <a:pt x="1019685" y="50863"/>
                  <a:pt x="1019870" y="58719"/>
                </a:cubicBezTo>
                <a:lnTo>
                  <a:pt x="1019870" y="113693"/>
                </a:lnTo>
                <a:cubicBezTo>
                  <a:pt x="1019685" y="121549"/>
                  <a:pt x="1018375" y="123044"/>
                  <a:pt x="1009961" y="124916"/>
                </a:cubicBezTo>
                <a:lnTo>
                  <a:pt x="1009961" y="129401"/>
                </a:lnTo>
                <a:lnTo>
                  <a:pt x="1054652" y="129401"/>
                </a:lnTo>
                <a:lnTo>
                  <a:pt x="1054652" y="124916"/>
                </a:lnTo>
                <a:moveTo>
                  <a:pt x="1032773" y="188"/>
                </a:moveTo>
                <a:cubicBezTo>
                  <a:pt x="1024733" y="188"/>
                  <a:pt x="1018190" y="6734"/>
                  <a:pt x="1018190" y="14586"/>
                </a:cubicBezTo>
                <a:cubicBezTo>
                  <a:pt x="1018190" y="23001"/>
                  <a:pt x="1024359" y="29172"/>
                  <a:pt x="1032588" y="29172"/>
                </a:cubicBezTo>
                <a:cubicBezTo>
                  <a:pt x="1040817" y="29172"/>
                  <a:pt x="1047174" y="23001"/>
                  <a:pt x="1047174" y="14774"/>
                </a:cubicBezTo>
                <a:cubicBezTo>
                  <a:pt x="1047174" y="6546"/>
                  <a:pt x="1040817" y="188"/>
                  <a:pt x="1032773" y="188"/>
                </a:cubicBezTo>
                <a:close/>
                <a:moveTo>
                  <a:pt x="1160304" y="124916"/>
                </a:moveTo>
                <a:cubicBezTo>
                  <a:pt x="1153388" y="124542"/>
                  <a:pt x="1150957" y="121737"/>
                  <a:pt x="1151142" y="114256"/>
                </a:cubicBezTo>
                <a:lnTo>
                  <a:pt x="1151142" y="67321"/>
                </a:lnTo>
                <a:cubicBezTo>
                  <a:pt x="1151142" y="51237"/>
                  <a:pt x="1141233" y="40954"/>
                  <a:pt x="1125899" y="40954"/>
                </a:cubicBezTo>
                <a:cubicBezTo>
                  <a:pt x="1114680" y="40954"/>
                  <a:pt x="1106077" y="46190"/>
                  <a:pt x="1099158" y="57223"/>
                </a:cubicBezTo>
                <a:lnTo>
                  <a:pt x="1099158" y="43196"/>
                </a:lnTo>
                <a:lnTo>
                  <a:pt x="1063443" y="43196"/>
                </a:lnTo>
                <a:lnTo>
                  <a:pt x="1063443" y="47685"/>
                </a:lnTo>
                <a:cubicBezTo>
                  <a:pt x="1071669" y="48994"/>
                  <a:pt x="1073167" y="50678"/>
                  <a:pt x="1073352" y="58719"/>
                </a:cubicBezTo>
                <a:lnTo>
                  <a:pt x="1073352" y="113693"/>
                </a:lnTo>
                <a:cubicBezTo>
                  <a:pt x="1073167" y="121737"/>
                  <a:pt x="1071669" y="123418"/>
                  <a:pt x="1063443" y="124916"/>
                </a:cubicBezTo>
                <a:lnTo>
                  <a:pt x="1063443" y="129401"/>
                </a:lnTo>
                <a:lnTo>
                  <a:pt x="1108508" y="129401"/>
                </a:lnTo>
                <a:lnTo>
                  <a:pt x="1108508" y="124916"/>
                </a:lnTo>
                <a:cubicBezTo>
                  <a:pt x="1101777" y="124165"/>
                  <a:pt x="1099346" y="121175"/>
                  <a:pt x="1099346" y="114256"/>
                </a:cubicBezTo>
                <a:lnTo>
                  <a:pt x="1099346" y="64328"/>
                </a:lnTo>
                <a:cubicBezTo>
                  <a:pt x="1099346" y="63766"/>
                  <a:pt x="1100653" y="61709"/>
                  <a:pt x="1102525" y="59840"/>
                </a:cubicBezTo>
                <a:cubicBezTo>
                  <a:pt x="1106639" y="55725"/>
                  <a:pt x="1111125" y="53483"/>
                  <a:pt x="1115427" y="53483"/>
                </a:cubicBezTo>
                <a:cubicBezTo>
                  <a:pt x="1121973" y="53483"/>
                  <a:pt x="1125152" y="58530"/>
                  <a:pt x="1125152" y="69002"/>
                </a:cubicBezTo>
                <a:lnTo>
                  <a:pt x="1125152" y="114256"/>
                </a:lnTo>
                <a:cubicBezTo>
                  <a:pt x="1124963" y="121360"/>
                  <a:pt x="1122532" y="124353"/>
                  <a:pt x="1116360" y="124916"/>
                </a:cubicBezTo>
                <a:lnTo>
                  <a:pt x="1116360" y="129401"/>
                </a:lnTo>
                <a:lnTo>
                  <a:pt x="1160304" y="129401"/>
                </a:lnTo>
                <a:lnTo>
                  <a:pt x="1160304" y="124916"/>
                </a:lnTo>
                <a:close/>
                <a:moveTo>
                  <a:pt x="1211168" y="124916"/>
                </a:moveTo>
                <a:cubicBezTo>
                  <a:pt x="1204811" y="124165"/>
                  <a:pt x="1202380" y="121360"/>
                  <a:pt x="1202380" y="114256"/>
                </a:cubicBezTo>
                <a:lnTo>
                  <a:pt x="1202380" y="43196"/>
                </a:lnTo>
                <a:lnTo>
                  <a:pt x="1166477" y="43196"/>
                </a:lnTo>
                <a:lnTo>
                  <a:pt x="1166477" y="47685"/>
                </a:lnTo>
                <a:cubicBezTo>
                  <a:pt x="1174706" y="49180"/>
                  <a:pt x="1176201" y="50863"/>
                  <a:pt x="1176386" y="58719"/>
                </a:cubicBezTo>
                <a:lnTo>
                  <a:pt x="1176386" y="113693"/>
                </a:lnTo>
                <a:cubicBezTo>
                  <a:pt x="1176201" y="121549"/>
                  <a:pt x="1174891" y="123044"/>
                  <a:pt x="1166477" y="124916"/>
                </a:cubicBezTo>
                <a:lnTo>
                  <a:pt x="1166477" y="129401"/>
                </a:lnTo>
                <a:lnTo>
                  <a:pt x="1211168" y="129401"/>
                </a:lnTo>
                <a:lnTo>
                  <a:pt x="1211168" y="124916"/>
                </a:lnTo>
                <a:moveTo>
                  <a:pt x="1189289" y="188"/>
                </a:moveTo>
                <a:cubicBezTo>
                  <a:pt x="1181248" y="188"/>
                  <a:pt x="1174706" y="6734"/>
                  <a:pt x="1174706" y="14586"/>
                </a:cubicBezTo>
                <a:cubicBezTo>
                  <a:pt x="1174706" y="23001"/>
                  <a:pt x="1180875" y="29172"/>
                  <a:pt x="1189104" y="29172"/>
                </a:cubicBezTo>
                <a:cubicBezTo>
                  <a:pt x="1197333" y="29172"/>
                  <a:pt x="1203690" y="23001"/>
                  <a:pt x="1203690" y="14774"/>
                </a:cubicBezTo>
                <a:cubicBezTo>
                  <a:pt x="1203690" y="6546"/>
                  <a:pt x="1197333" y="188"/>
                  <a:pt x="1189289" y="188"/>
                </a:cubicBezTo>
                <a:close/>
                <a:moveTo>
                  <a:pt x="1316259" y="124916"/>
                </a:moveTo>
                <a:cubicBezTo>
                  <a:pt x="1309342" y="124542"/>
                  <a:pt x="1306911" y="121737"/>
                  <a:pt x="1307096" y="114256"/>
                </a:cubicBezTo>
                <a:lnTo>
                  <a:pt x="1307096" y="67321"/>
                </a:lnTo>
                <a:cubicBezTo>
                  <a:pt x="1307096" y="51237"/>
                  <a:pt x="1297187" y="40954"/>
                  <a:pt x="1281853" y="40954"/>
                </a:cubicBezTo>
                <a:cubicBezTo>
                  <a:pt x="1270634" y="40954"/>
                  <a:pt x="1262031" y="46190"/>
                  <a:pt x="1255112" y="57223"/>
                </a:cubicBezTo>
                <a:lnTo>
                  <a:pt x="1255112" y="43196"/>
                </a:lnTo>
                <a:lnTo>
                  <a:pt x="1219397" y="43196"/>
                </a:lnTo>
                <a:lnTo>
                  <a:pt x="1219397" y="47685"/>
                </a:lnTo>
                <a:cubicBezTo>
                  <a:pt x="1227623" y="48994"/>
                  <a:pt x="1229121" y="50678"/>
                  <a:pt x="1229306" y="58719"/>
                </a:cubicBezTo>
                <a:lnTo>
                  <a:pt x="1229306" y="113693"/>
                </a:lnTo>
                <a:cubicBezTo>
                  <a:pt x="1229121" y="121737"/>
                  <a:pt x="1227623" y="123418"/>
                  <a:pt x="1219397" y="124916"/>
                </a:cubicBezTo>
                <a:lnTo>
                  <a:pt x="1219397" y="129401"/>
                </a:lnTo>
                <a:lnTo>
                  <a:pt x="1264462" y="129401"/>
                </a:lnTo>
                <a:lnTo>
                  <a:pt x="1264462" y="124916"/>
                </a:lnTo>
                <a:cubicBezTo>
                  <a:pt x="1257731" y="124165"/>
                  <a:pt x="1255300" y="121175"/>
                  <a:pt x="1255300" y="114256"/>
                </a:cubicBezTo>
                <a:lnTo>
                  <a:pt x="1255300" y="64328"/>
                </a:lnTo>
                <a:cubicBezTo>
                  <a:pt x="1255300" y="63766"/>
                  <a:pt x="1256607" y="61709"/>
                  <a:pt x="1258479" y="59840"/>
                </a:cubicBezTo>
                <a:cubicBezTo>
                  <a:pt x="1262593" y="55725"/>
                  <a:pt x="1267079" y="53483"/>
                  <a:pt x="1271381" y="53483"/>
                </a:cubicBezTo>
                <a:cubicBezTo>
                  <a:pt x="1277927" y="53483"/>
                  <a:pt x="1281106" y="58530"/>
                  <a:pt x="1281106" y="69002"/>
                </a:cubicBezTo>
                <a:lnTo>
                  <a:pt x="1281106" y="114256"/>
                </a:lnTo>
                <a:cubicBezTo>
                  <a:pt x="1280917" y="121360"/>
                  <a:pt x="1278486" y="124353"/>
                  <a:pt x="1272315" y="124916"/>
                </a:cubicBezTo>
                <a:lnTo>
                  <a:pt x="1272315" y="129401"/>
                </a:lnTo>
                <a:lnTo>
                  <a:pt x="1316259" y="129401"/>
                </a:lnTo>
                <a:lnTo>
                  <a:pt x="1316259" y="124916"/>
                </a:lnTo>
                <a:close/>
                <a:moveTo>
                  <a:pt x="1409571" y="54978"/>
                </a:moveTo>
                <a:lnTo>
                  <a:pt x="1409571" y="45068"/>
                </a:lnTo>
                <a:lnTo>
                  <a:pt x="1385261" y="45068"/>
                </a:lnTo>
                <a:cubicBezTo>
                  <a:pt x="1377035" y="42075"/>
                  <a:pt x="1371799" y="40954"/>
                  <a:pt x="1364318" y="40954"/>
                </a:cubicBezTo>
                <a:cubicBezTo>
                  <a:pt x="1342064" y="40954"/>
                  <a:pt x="1326357" y="53294"/>
                  <a:pt x="1326357" y="71059"/>
                </a:cubicBezTo>
                <a:cubicBezTo>
                  <a:pt x="1326357" y="77605"/>
                  <a:pt x="1328603" y="83588"/>
                  <a:pt x="1333091" y="88824"/>
                </a:cubicBezTo>
                <a:cubicBezTo>
                  <a:pt x="1337202" y="93500"/>
                  <a:pt x="1340758" y="95932"/>
                  <a:pt x="1349546" y="99484"/>
                </a:cubicBezTo>
                <a:cubicBezTo>
                  <a:pt x="1334771" y="104531"/>
                  <a:pt x="1327293" y="111825"/>
                  <a:pt x="1327293" y="121360"/>
                </a:cubicBezTo>
                <a:cubicBezTo>
                  <a:pt x="1327293" y="129027"/>
                  <a:pt x="1330660" y="132394"/>
                  <a:pt x="1342627" y="136694"/>
                </a:cubicBezTo>
                <a:cubicBezTo>
                  <a:pt x="1330845" y="138192"/>
                  <a:pt x="1324676" y="143054"/>
                  <a:pt x="1324676" y="150721"/>
                </a:cubicBezTo>
                <a:cubicBezTo>
                  <a:pt x="1324676" y="161566"/>
                  <a:pt x="1338700" y="167924"/>
                  <a:pt x="1362260" y="167924"/>
                </a:cubicBezTo>
                <a:cubicBezTo>
                  <a:pt x="1393490" y="167924"/>
                  <a:pt x="1409757" y="158200"/>
                  <a:pt x="1409757" y="139687"/>
                </a:cubicBezTo>
                <a:cubicBezTo>
                  <a:pt x="1409757" y="125289"/>
                  <a:pt x="1398911" y="117249"/>
                  <a:pt x="1379092" y="116875"/>
                </a:cubicBezTo>
                <a:lnTo>
                  <a:pt x="1366937" y="116687"/>
                </a:lnTo>
                <a:cubicBezTo>
                  <a:pt x="1351041" y="116501"/>
                  <a:pt x="1348236" y="115565"/>
                  <a:pt x="1348236" y="110329"/>
                </a:cubicBezTo>
                <a:cubicBezTo>
                  <a:pt x="1348236" y="104531"/>
                  <a:pt x="1353472" y="100605"/>
                  <a:pt x="1360953" y="100605"/>
                </a:cubicBezTo>
                <a:cubicBezTo>
                  <a:pt x="1378156" y="100605"/>
                  <a:pt x="1378904" y="100605"/>
                  <a:pt x="1385075" y="97800"/>
                </a:cubicBezTo>
                <a:cubicBezTo>
                  <a:pt x="1396295" y="92938"/>
                  <a:pt x="1401904" y="84898"/>
                  <a:pt x="1401904" y="73305"/>
                </a:cubicBezTo>
                <a:cubicBezTo>
                  <a:pt x="1401904" y="65823"/>
                  <a:pt x="1399662" y="60214"/>
                  <a:pt x="1394423" y="54978"/>
                </a:cubicBezTo>
                <a:lnTo>
                  <a:pt x="1409571" y="54978"/>
                </a:lnTo>
                <a:moveTo>
                  <a:pt x="1380025" y="139125"/>
                </a:moveTo>
                <a:cubicBezTo>
                  <a:pt x="1390123" y="139125"/>
                  <a:pt x="1394985" y="142118"/>
                  <a:pt x="1394985" y="148475"/>
                </a:cubicBezTo>
                <a:cubicBezTo>
                  <a:pt x="1394985" y="157078"/>
                  <a:pt x="1384702" y="161940"/>
                  <a:pt x="1366189" y="161940"/>
                </a:cubicBezTo>
                <a:cubicBezTo>
                  <a:pt x="1349731" y="161940"/>
                  <a:pt x="1341131" y="157637"/>
                  <a:pt x="1341131" y="149411"/>
                </a:cubicBezTo>
                <a:cubicBezTo>
                  <a:pt x="1341131" y="145485"/>
                  <a:pt x="1342438" y="143428"/>
                  <a:pt x="1347674" y="139125"/>
                </a:cubicBezTo>
                <a:lnTo>
                  <a:pt x="1380025" y="139125"/>
                </a:lnTo>
                <a:moveTo>
                  <a:pt x="1364318" y="46752"/>
                </a:moveTo>
                <a:cubicBezTo>
                  <a:pt x="1373106" y="46752"/>
                  <a:pt x="1376661" y="53856"/>
                  <a:pt x="1376661" y="71247"/>
                </a:cubicBezTo>
                <a:cubicBezTo>
                  <a:pt x="1376661" y="88638"/>
                  <a:pt x="1373294" y="95369"/>
                  <a:pt x="1364318" y="95369"/>
                </a:cubicBezTo>
                <a:cubicBezTo>
                  <a:pt x="1355341" y="95369"/>
                  <a:pt x="1351977" y="88824"/>
                  <a:pt x="1351977" y="71247"/>
                </a:cubicBezTo>
                <a:cubicBezTo>
                  <a:pt x="1351977" y="53668"/>
                  <a:pt x="1355341" y="46752"/>
                  <a:pt x="1364318" y="46752"/>
                </a:cubicBezTo>
                <a:close/>
                <a:moveTo>
                  <a:pt x="1584225" y="2993"/>
                </a:moveTo>
                <a:lnTo>
                  <a:pt x="1544396" y="2993"/>
                </a:lnTo>
                <a:lnTo>
                  <a:pt x="1544396" y="7667"/>
                </a:lnTo>
                <a:cubicBezTo>
                  <a:pt x="1557487" y="8417"/>
                  <a:pt x="1560477" y="9912"/>
                  <a:pt x="1560477" y="15896"/>
                </a:cubicBezTo>
                <a:cubicBezTo>
                  <a:pt x="1560477" y="18889"/>
                  <a:pt x="1559918" y="21132"/>
                  <a:pt x="1556739" y="29172"/>
                </a:cubicBezTo>
                <a:lnTo>
                  <a:pt x="1532988" y="90696"/>
                </a:lnTo>
                <a:lnTo>
                  <a:pt x="1507183" y="28236"/>
                </a:lnTo>
                <a:cubicBezTo>
                  <a:pt x="1503630" y="19637"/>
                  <a:pt x="1502883" y="17579"/>
                  <a:pt x="1502883" y="14774"/>
                </a:cubicBezTo>
                <a:cubicBezTo>
                  <a:pt x="1502883" y="10475"/>
                  <a:pt x="1505687" y="8417"/>
                  <a:pt x="1512795" y="8044"/>
                </a:cubicBezTo>
                <a:cubicBezTo>
                  <a:pt x="1513728" y="8044"/>
                  <a:pt x="1516159" y="7855"/>
                  <a:pt x="1518964" y="7667"/>
                </a:cubicBezTo>
                <a:lnTo>
                  <a:pt x="1518964" y="2993"/>
                </a:lnTo>
                <a:lnTo>
                  <a:pt x="1456134" y="2993"/>
                </a:lnTo>
                <a:lnTo>
                  <a:pt x="1456134" y="7667"/>
                </a:lnTo>
                <a:cubicBezTo>
                  <a:pt x="1465484" y="8977"/>
                  <a:pt x="1467168" y="10475"/>
                  <a:pt x="1471841" y="20758"/>
                </a:cubicBezTo>
                <a:lnTo>
                  <a:pt x="1519711" y="132768"/>
                </a:lnTo>
                <a:lnTo>
                  <a:pt x="1524762" y="132768"/>
                </a:lnTo>
                <a:lnTo>
                  <a:pt x="1567396" y="23001"/>
                </a:lnTo>
                <a:cubicBezTo>
                  <a:pt x="1571884" y="11408"/>
                  <a:pt x="1574501" y="8977"/>
                  <a:pt x="1584225" y="7667"/>
                </a:cubicBezTo>
                <a:lnTo>
                  <a:pt x="1584225" y="29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Text ARtransf">
            <a:extLst xmlns:a="http://schemas.openxmlformats.org/drawingml/2006/main">
              <a:ext uri="{FF2B5EF4-FFF2-40B4-BE49-F238E27FC236}">
                <a16:creationId xmlns:a16="http://schemas.microsoft.com/office/drawing/2014/main" id="{7FB9D840-378D-431E-AB74-8822ECCC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8311" y="93902"/>
            <a:ext cx="792963" cy="131832"/>
          </a:xfrm>
          <a:custGeom xmlns:a="http://schemas.openxmlformats.org/drawingml/2006/main">
            <a:pathLst>
              <a:path w="792963" h="131832">
                <a:moveTo>
                  <a:pt x="127158" y="124539"/>
                </a:moveTo>
                <a:cubicBezTo>
                  <a:pt x="118929" y="124539"/>
                  <a:pt x="116872" y="121922"/>
                  <a:pt x="106774" y="98548"/>
                </a:cubicBezTo>
                <a:lnTo>
                  <a:pt x="65076" y="188"/>
                </a:lnTo>
                <a:lnTo>
                  <a:pt x="59840" y="188"/>
                </a:lnTo>
                <a:lnTo>
                  <a:pt x="18327" y="102660"/>
                </a:lnTo>
                <a:cubicBezTo>
                  <a:pt x="11219" y="120239"/>
                  <a:pt x="8977" y="122855"/>
                  <a:pt x="0" y="124539"/>
                </a:cubicBezTo>
                <a:lnTo>
                  <a:pt x="0" y="129213"/>
                </a:lnTo>
                <a:lnTo>
                  <a:pt x="37961" y="129213"/>
                </a:lnTo>
                <a:lnTo>
                  <a:pt x="37961" y="124539"/>
                </a:lnTo>
                <a:cubicBezTo>
                  <a:pt x="26741" y="123791"/>
                  <a:pt x="22627" y="121734"/>
                  <a:pt x="22627" y="116872"/>
                </a:cubicBezTo>
                <a:cubicBezTo>
                  <a:pt x="22627" y="114441"/>
                  <a:pt x="23937" y="109953"/>
                  <a:pt x="28051" y="99855"/>
                </a:cubicBezTo>
                <a:lnTo>
                  <a:pt x="30856" y="92376"/>
                </a:lnTo>
                <a:lnTo>
                  <a:pt x="72928" y="92376"/>
                </a:lnTo>
                <a:cubicBezTo>
                  <a:pt x="79288" y="107148"/>
                  <a:pt x="81531" y="113693"/>
                  <a:pt x="81531" y="117808"/>
                </a:cubicBezTo>
                <a:cubicBezTo>
                  <a:pt x="81531" y="121922"/>
                  <a:pt x="79100" y="123603"/>
                  <a:pt x="72554" y="123977"/>
                </a:cubicBezTo>
                <a:cubicBezTo>
                  <a:pt x="71621" y="124165"/>
                  <a:pt x="69190" y="124353"/>
                  <a:pt x="66571" y="124539"/>
                </a:cubicBezTo>
                <a:lnTo>
                  <a:pt x="66571" y="129213"/>
                </a:lnTo>
                <a:lnTo>
                  <a:pt x="127158" y="129213"/>
                </a:lnTo>
                <a:lnTo>
                  <a:pt x="127158" y="124539"/>
                </a:lnTo>
                <a:moveTo>
                  <a:pt x="33661" y="85083"/>
                </a:moveTo>
                <a:lnTo>
                  <a:pt x="51237" y="39644"/>
                </a:lnTo>
                <a:lnTo>
                  <a:pt x="70123" y="85083"/>
                </a:lnTo>
                <a:lnTo>
                  <a:pt x="33661" y="85083"/>
                </a:lnTo>
                <a:close/>
                <a:moveTo>
                  <a:pt x="264787" y="124539"/>
                </a:moveTo>
                <a:cubicBezTo>
                  <a:pt x="261420" y="124539"/>
                  <a:pt x="258989" y="123603"/>
                  <a:pt x="257120" y="120987"/>
                </a:cubicBezTo>
                <a:lnTo>
                  <a:pt x="219533" y="67692"/>
                </a:lnTo>
                <a:cubicBezTo>
                  <a:pt x="230567" y="64140"/>
                  <a:pt x="235241" y="61894"/>
                  <a:pt x="240477" y="57035"/>
                </a:cubicBezTo>
                <a:cubicBezTo>
                  <a:pt x="245901" y="51985"/>
                  <a:pt x="248891" y="44506"/>
                  <a:pt x="248891" y="36092"/>
                </a:cubicBezTo>
                <a:cubicBezTo>
                  <a:pt x="248891" y="14398"/>
                  <a:pt x="230379" y="2805"/>
                  <a:pt x="196159" y="2805"/>
                </a:cubicBezTo>
                <a:lnTo>
                  <a:pt x="135945" y="2805"/>
                </a:lnTo>
                <a:lnTo>
                  <a:pt x="135945" y="7479"/>
                </a:lnTo>
                <a:cubicBezTo>
                  <a:pt x="149410" y="8229"/>
                  <a:pt x="152029" y="10845"/>
                  <a:pt x="152403" y="24684"/>
                </a:cubicBezTo>
                <a:lnTo>
                  <a:pt x="152403" y="107336"/>
                </a:lnTo>
                <a:cubicBezTo>
                  <a:pt x="152029" y="121172"/>
                  <a:pt x="150346" y="123044"/>
                  <a:pt x="135945" y="124539"/>
                </a:cubicBezTo>
                <a:lnTo>
                  <a:pt x="135945" y="129213"/>
                </a:lnTo>
                <a:lnTo>
                  <a:pt x="199152" y="129213"/>
                </a:lnTo>
                <a:lnTo>
                  <a:pt x="199152" y="124539"/>
                </a:lnTo>
                <a:cubicBezTo>
                  <a:pt x="184940" y="122855"/>
                  <a:pt x="183071" y="120798"/>
                  <a:pt x="182694" y="107336"/>
                </a:cubicBezTo>
                <a:lnTo>
                  <a:pt x="182694" y="70685"/>
                </a:lnTo>
                <a:lnTo>
                  <a:pt x="187744" y="70685"/>
                </a:lnTo>
                <a:lnTo>
                  <a:pt x="226453" y="129213"/>
                </a:lnTo>
                <a:lnTo>
                  <a:pt x="264787" y="129213"/>
                </a:lnTo>
                <a:lnTo>
                  <a:pt x="264787" y="124539"/>
                </a:lnTo>
                <a:moveTo>
                  <a:pt x="182694" y="17017"/>
                </a:moveTo>
                <a:cubicBezTo>
                  <a:pt x="182694" y="15896"/>
                  <a:pt x="183444" y="13091"/>
                  <a:pt x="184004" y="11967"/>
                </a:cubicBezTo>
                <a:cubicBezTo>
                  <a:pt x="185125" y="10098"/>
                  <a:pt x="188118" y="9162"/>
                  <a:pt x="192792" y="9162"/>
                </a:cubicBezTo>
                <a:cubicBezTo>
                  <a:pt x="209997" y="9162"/>
                  <a:pt x="216917" y="17203"/>
                  <a:pt x="216917" y="36839"/>
                </a:cubicBezTo>
                <a:cubicBezTo>
                  <a:pt x="216917" y="48806"/>
                  <a:pt x="214112" y="56099"/>
                  <a:pt x="208126" y="60025"/>
                </a:cubicBezTo>
                <a:cubicBezTo>
                  <a:pt x="203264" y="63204"/>
                  <a:pt x="196906" y="64514"/>
                  <a:pt x="182694" y="64702"/>
                </a:cubicBezTo>
                <a:lnTo>
                  <a:pt x="182694" y="17017"/>
                </a:lnTo>
                <a:close/>
                <a:moveTo>
                  <a:pt x="368297" y="43008"/>
                </a:moveTo>
                <a:lnTo>
                  <a:pt x="350721" y="43008"/>
                </a:lnTo>
                <a:lnTo>
                  <a:pt x="350721" y="11408"/>
                </a:lnTo>
                <a:lnTo>
                  <a:pt x="346044" y="11408"/>
                </a:lnTo>
                <a:cubicBezTo>
                  <a:pt x="334639" y="27489"/>
                  <a:pt x="327158" y="35903"/>
                  <a:pt x="315003" y="46187"/>
                </a:cubicBezTo>
                <a:lnTo>
                  <a:pt x="315003" y="51237"/>
                </a:lnTo>
                <a:lnTo>
                  <a:pt x="324727" y="51237"/>
                </a:lnTo>
                <a:lnTo>
                  <a:pt x="324727" y="111825"/>
                </a:lnTo>
                <a:cubicBezTo>
                  <a:pt x="324727" y="123977"/>
                  <a:pt x="332767" y="131458"/>
                  <a:pt x="345670" y="131458"/>
                </a:cubicBezTo>
                <a:cubicBezTo>
                  <a:pt x="358199" y="131458"/>
                  <a:pt x="365680" y="125849"/>
                  <a:pt x="373345" y="110515"/>
                </a:cubicBezTo>
                <a:lnTo>
                  <a:pt x="368671" y="108458"/>
                </a:lnTo>
                <a:cubicBezTo>
                  <a:pt x="364930" y="115562"/>
                  <a:pt x="361940" y="118182"/>
                  <a:pt x="358014" y="118182"/>
                </a:cubicBezTo>
                <a:cubicBezTo>
                  <a:pt x="352778" y="118182"/>
                  <a:pt x="350721" y="115003"/>
                  <a:pt x="350721" y="107522"/>
                </a:cubicBezTo>
                <a:lnTo>
                  <a:pt x="350721" y="51237"/>
                </a:lnTo>
                <a:lnTo>
                  <a:pt x="368297" y="51237"/>
                </a:lnTo>
                <a:lnTo>
                  <a:pt x="368297" y="43008"/>
                </a:lnTo>
                <a:close/>
                <a:moveTo>
                  <a:pt x="427201" y="124727"/>
                </a:moveTo>
                <a:cubicBezTo>
                  <a:pt x="415794" y="124165"/>
                  <a:pt x="413737" y="121734"/>
                  <a:pt x="413551" y="109953"/>
                </a:cubicBezTo>
                <a:lnTo>
                  <a:pt x="413551" y="74612"/>
                </a:lnTo>
                <a:cubicBezTo>
                  <a:pt x="413551" y="64887"/>
                  <a:pt x="418787" y="56847"/>
                  <a:pt x="424956" y="56847"/>
                </a:cubicBezTo>
                <a:cubicBezTo>
                  <a:pt x="426454" y="56847"/>
                  <a:pt x="428134" y="58156"/>
                  <a:pt x="430192" y="61147"/>
                </a:cubicBezTo>
                <a:cubicBezTo>
                  <a:pt x="433744" y="66197"/>
                  <a:pt x="436549" y="67881"/>
                  <a:pt x="441411" y="67881"/>
                </a:cubicBezTo>
                <a:cubicBezTo>
                  <a:pt x="448330" y="67881"/>
                  <a:pt x="453192" y="62645"/>
                  <a:pt x="453192" y="55537"/>
                </a:cubicBezTo>
                <a:cubicBezTo>
                  <a:pt x="453192" y="46937"/>
                  <a:pt x="446835" y="40765"/>
                  <a:pt x="438047" y="40765"/>
                </a:cubicBezTo>
                <a:cubicBezTo>
                  <a:pt x="428697" y="40765"/>
                  <a:pt x="421592" y="45627"/>
                  <a:pt x="412801" y="58342"/>
                </a:cubicBezTo>
                <a:lnTo>
                  <a:pt x="412801" y="43008"/>
                </a:lnTo>
                <a:lnTo>
                  <a:pt x="377459" y="43008"/>
                </a:lnTo>
                <a:lnTo>
                  <a:pt x="377459" y="47496"/>
                </a:lnTo>
                <a:cubicBezTo>
                  <a:pt x="385315" y="48432"/>
                  <a:pt x="387369" y="50675"/>
                  <a:pt x="387557" y="58530"/>
                </a:cubicBezTo>
                <a:lnTo>
                  <a:pt x="387557" y="113505"/>
                </a:lnTo>
                <a:cubicBezTo>
                  <a:pt x="387369" y="121360"/>
                  <a:pt x="385500" y="123418"/>
                  <a:pt x="377459" y="124727"/>
                </a:cubicBezTo>
                <a:lnTo>
                  <a:pt x="377459" y="129213"/>
                </a:lnTo>
                <a:lnTo>
                  <a:pt x="427201" y="129213"/>
                </a:lnTo>
                <a:lnTo>
                  <a:pt x="427201" y="124727"/>
                </a:lnTo>
                <a:close/>
                <a:moveTo>
                  <a:pt x="542015" y="117246"/>
                </a:moveTo>
                <a:lnTo>
                  <a:pt x="540146" y="119118"/>
                </a:lnTo>
                <a:cubicBezTo>
                  <a:pt x="539584" y="119677"/>
                  <a:pt x="539025" y="119865"/>
                  <a:pt x="538089" y="119865"/>
                </a:cubicBezTo>
                <a:cubicBezTo>
                  <a:pt x="535469" y="119865"/>
                  <a:pt x="534163" y="118367"/>
                  <a:pt x="534163" y="115189"/>
                </a:cubicBezTo>
                <a:lnTo>
                  <a:pt x="534163" y="66383"/>
                </a:lnTo>
                <a:cubicBezTo>
                  <a:pt x="534163" y="50490"/>
                  <a:pt x="519950" y="40765"/>
                  <a:pt x="497135" y="40765"/>
                </a:cubicBezTo>
                <a:cubicBezTo>
                  <a:pt x="476006" y="40765"/>
                  <a:pt x="461794" y="50301"/>
                  <a:pt x="461794" y="64325"/>
                </a:cubicBezTo>
                <a:cubicBezTo>
                  <a:pt x="461794" y="72180"/>
                  <a:pt x="466282" y="76669"/>
                  <a:pt x="473949" y="76669"/>
                </a:cubicBezTo>
                <a:cubicBezTo>
                  <a:pt x="481428" y="76669"/>
                  <a:pt x="486663" y="72180"/>
                  <a:pt x="486663" y="65823"/>
                </a:cubicBezTo>
                <a:cubicBezTo>
                  <a:pt x="486663" y="63204"/>
                  <a:pt x="485730" y="60773"/>
                  <a:pt x="483299" y="57783"/>
                </a:cubicBezTo>
                <a:cubicBezTo>
                  <a:pt x="481616" y="55911"/>
                  <a:pt x="481054" y="54789"/>
                  <a:pt x="481054" y="53668"/>
                </a:cubicBezTo>
                <a:cubicBezTo>
                  <a:pt x="481054" y="49742"/>
                  <a:pt x="486104" y="46749"/>
                  <a:pt x="492835" y="46749"/>
                </a:cubicBezTo>
                <a:cubicBezTo>
                  <a:pt x="503869" y="46749"/>
                  <a:pt x="508543" y="51799"/>
                  <a:pt x="508543" y="63204"/>
                </a:cubicBezTo>
                <a:lnTo>
                  <a:pt x="508543" y="76854"/>
                </a:lnTo>
                <a:cubicBezTo>
                  <a:pt x="486290" y="83588"/>
                  <a:pt x="477128" y="87140"/>
                  <a:pt x="470208" y="92003"/>
                </a:cubicBezTo>
                <a:cubicBezTo>
                  <a:pt x="461982" y="97612"/>
                  <a:pt x="458241" y="103969"/>
                  <a:pt x="458241" y="112010"/>
                </a:cubicBezTo>
                <a:cubicBezTo>
                  <a:pt x="458241" y="123418"/>
                  <a:pt x="466844" y="131832"/>
                  <a:pt x="478997" y="131832"/>
                </a:cubicBezTo>
                <a:cubicBezTo>
                  <a:pt x="489657" y="131832"/>
                  <a:pt x="498259" y="128091"/>
                  <a:pt x="508543" y="118741"/>
                </a:cubicBezTo>
                <a:cubicBezTo>
                  <a:pt x="510600" y="128280"/>
                  <a:pt x="514714" y="131832"/>
                  <a:pt x="523876" y="131832"/>
                </a:cubicBezTo>
                <a:cubicBezTo>
                  <a:pt x="531917" y="131832"/>
                  <a:pt x="537715" y="128839"/>
                  <a:pt x="544820" y="121172"/>
                </a:cubicBezTo>
                <a:lnTo>
                  <a:pt x="542015" y="117246"/>
                </a:lnTo>
                <a:moveTo>
                  <a:pt x="508357" y="110515"/>
                </a:moveTo>
                <a:cubicBezTo>
                  <a:pt x="503307" y="116313"/>
                  <a:pt x="499566" y="118556"/>
                  <a:pt x="495081" y="118556"/>
                </a:cubicBezTo>
                <a:cubicBezTo>
                  <a:pt x="489468" y="118556"/>
                  <a:pt x="485542" y="113505"/>
                  <a:pt x="485542" y="106027"/>
                </a:cubicBezTo>
                <a:cubicBezTo>
                  <a:pt x="485542" y="95181"/>
                  <a:pt x="493397" y="87326"/>
                  <a:pt x="508357" y="83400"/>
                </a:cubicBezTo>
                <a:lnTo>
                  <a:pt x="508357" y="110515"/>
                </a:lnTo>
                <a:close/>
                <a:moveTo>
                  <a:pt x="646918" y="124727"/>
                </a:moveTo>
                <a:cubicBezTo>
                  <a:pt x="640002" y="124353"/>
                  <a:pt x="637571" y="121549"/>
                  <a:pt x="637756" y="114067"/>
                </a:cubicBezTo>
                <a:lnTo>
                  <a:pt x="637756" y="67133"/>
                </a:lnTo>
                <a:cubicBezTo>
                  <a:pt x="637756" y="51049"/>
                  <a:pt x="627847" y="40765"/>
                  <a:pt x="612513" y="40765"/>
                </a:cubicBezTo>
                <a:cubicBezTo>
                  <a:pt x="601294" y="40765"/>
                  <a:pt x="592691" y="46001"/>
                  <a:pt x="585772" y="57035"/>
                </a:cubicBezTo>
                <a:lnTo>
                  <a:pt x="585772" y="43008"/>
                </a:lnTo>
                <a:lnTo>
                  <a:pt x="550057" y="43008"/>
                </a:lnTo>
                <a:lnTo>
                  <a:pt x="550057" y="47496"/>
                </a:lnTo>
                <a:cubicBezTo>
                  <a:pt x="558283" y="48806"/>
                  <a:pt x="559781" y="50490"/>
                  <a:pt x="559966" y="58530"/>
                </a:cubicBezTo>
                <a:lnTo>
                  <a:pt x="559966" y="113505"/>
                </a:lnTo>
                <a:cubicBezTo>
                  <a:pt x="559781" y="121549"/>
                  <a:pt x="558283" y="123229"/>
                  <a:pt x="550057" y="124727"/>
                </a:cubicBezTo>
                <a:lnTo>
                  <a:pt x="550057" y="129213"/>
                </a:lnTo>
                <a:lnTo>
                  <a:pt x="595122" y="129213"/>
                </a:lnTo>
                <a:lnTo>
                  <a:pt x="595122" y="124727"/>
                </a:lnTo>
                <a:cubicBezTo>
                  <a:pt x="588391" y="123977"/>
                  <a:pt x="585960" y="120987"/>
                  <a:pt x="585960" y="114067"/>
                </a:cubicBezTo>
                <a:lnTo>
                  <a:pt x="585960" y="64140"/>
                </a:lnTo>
                <a:cubicBezTo>
                  <a:pt x="585960" y="63578"/>
                  <a:pt x="587267" y="61520"/>
                  <a:pt x="589139" y="59652"/>
                </a:cubicBezTo>
                <a:cubicBezTo>
                  <a:pt x="593253" y="55537"/>
                  <a:pt x="597738" y="53294"/>
                  <a:pt x="602041" y="53294"/>
                </a:cubicBezTo>
                <a:cubicBezTo>
                  <a:pt x="608587" y="53294"/>
                  <a:pt x="611765" y="58342"/>
                  <a:pt x="611765" y="68814"/>
                </a:cubicBezTo>
                <a:lnTo>
                  <a:pt x="611765" y="114067"/>
                </a:lnTo>
                <a:cubicBezTo>
                  <a:pt x="611577" y="121172"/>
                  <a:pt x="609146" y="124165"/>
                  <a:pt x="602974" y="124727"/>
                </a:cubicBezTo>
                <a:lnTo>
                  <a:pt x="602974" y="129213"/>
                </a:lnTo>
                <a:lnTo>
                  <a:pt x="646918" y="129213"/>
                </a:lnTo>
                <a:lnTo>
                  <a:pt x="646918" y="124727"/>
                </a:lnTo>
                <a:close/>
                <a:moveTo>
                  <a:pt x="711995" y="68254"/>
                </a:moveTo>
                <a:lnTo>
                  <a:pt x="711995" y="41139"/>
                </a:lnTo>
                <a:lnTo>
                  <a:pt x="707880" y="41139"/>
                </a:lnTo>
                <a:cubicBezTo>
                  <a:pt x="706759" y="43944"/>
                  <a:pt x="705638" y="44880"/>
                  <a:pt x="703207" y="44880"/>
                </a:cubicBezTo>
                <a:cubicBezTo>
                  <a:pt x="702082" y="44880"/>
                  <a:pt x="700402" y="44506"/>
                  <a:pt x="697409" y="43570"/>
                </a:cubicBezTo>
                <a:cubicBezTo>
                  <a:pt x="691425" y="41513"/>
                  <a:pt x="687123" y="40765"/>
                  <a:pt x="682823" y="40765"/>
                </a:cubicBezTo>
                <a:cubicBezTo>
                  <a:pt x="665805" y="40765"/>
                  <a:pt x="653465" y="52358"/>
                  <a:pt x="653465" y="68066"/>
                </a:cubicBezTo>
                <a:cubicBezTo>
                  <a:pt x="653465" y="80409"/>
                  <a:pt x="661132" y="89009"/>
                  <a:pt x="680018" y="97050"/>
                </a:cubicBezTo>
                <a:cubicBezTo>
                  <a:pt x="692920" y="102660"/>
                  <a:pt x="697971" y="107336"/>
                  <a:pt x="697971" y="113320"/>
                </a:cubicBezTo>
                <a:cubicBezTo>
                  <a:pt x="697971" y="120613"/>
                  <a:pt x="692358" y="125475"/>
                  <a:pt x="683944" y="125475"/>
                </a:cubicBezTo>
                <a:cubicBezTo>
                  <a:pt x="670856" y="125475"/>
                  <a:pt x="662253" y="117060"/>
                  <a:pt x="658327" y="100791"/>
                </a:cubicBezTo>
                <a:lnTo>
                  <a:pt x="653091" y="100791"/>
                </a:lnTo>
                <a:lnTo>
                  <a:pt x="653091" y="131644"/>
                </a:lnTo>
                <a:lnTo>
                  <a:pt x="657765" y="131644"/>
                </a:lnTo>
                <a:cubicBezTo>
                  <a:pt x="659822" y="127532"/>
                  <a:pt x="660943" y="126408"/>
                  <a:pt x="662627" y="126408"/>
                </a:cubicBezTo>
                <a:cubicBezTo>
                  <a:pt x="663563" y="126408"/>
                  <a:pt x="665058" y="126784"/>
                  <a:pt x="666930" y="127532"/>
                </a:cubicBezTo>
                <a:cubicBezTo>
                  <a:pt x="672351" y="129775"/>
                  <a:pt x="681701" y="131832"/>
                  <a:pt x="687123" y="131832"/>
                </a:cubicBezTo>
                <a:cubicBezTo>
                  <a:pt x="704140" y="131832"/>
                  <a:pt x="715921" y="120239"/>
                  <a:pt x="715921" y="103410"/>
                </a:cubicBezTo>
                <a:cubicBezTo>
                  <a:pt x="715921" y="90131"/>
                  <a:pt x="708816" y="82090"/>
                  <a:pt x="690116" y="74238"/>
                </a:cubicBezTo>
                <a:cubicBezTo>
                  <a:pt x="677401" y="68814"/>
                  <a:pt x="672165" y="64140"/>
                  <a:pt x="672165" y="57783"/>
                </a:cubicBezTo>
                <a:cubicBezTo>
                  <a:pt x="672165" y="51611"/>
                  <a:pt x="677401" y="46937"/>
                  <a:pt x="684506" y="46937"/>
                </a:cubicBezTo>
                <a:cubicBezTo>
                  <a:pt x="689554" y="46937"/>
                  <a:pt x="694416" y="48992"/>
                  <a:pt x="698530" y="52921"/>
                </a:cubicBezTo>
                <a:cubicBezTo>
                  <a:pt x="702456" y="56658"/>
                  <a:pt x="704514" y="60025"/>
                  <a:pt x="707318" y="68254"/>
                </a:cubicBezTo>
                <a:lnTo>
                  <a:pt x="711995" y="68254"/>
                </a:lnTo>
                <a:close/>
                <a:moveTo>
                  <a:pt x="722840" y="129213"/>
                </a:moveTo>
                <a:lnTo>
                  <a:pt x="774825" y="129213"/>
                </a:lnTo>
                <a:lnTo>
                  <a:pt x="774825" y="124727"/>
                </a:lnTo>
                <a:cubicBezTo>
                  <a:pt x="761922" y="124353"/>
                  <a:pt x="759679" y="122296"/>
                  <a:pt x="759491" y="109953"/>
                </a:cubicBezTo>
                <a:lnTo>
                  <a:pt x="759491" y="51237"/>
                </a:lnTo>
                <a:lnTo>
                  <a:pt x="775761" y="51237"/>
                </a:lnTo>
                <a:lnTo>
                  <a:pt x="775761" y="43008"/>
                </a:lnTo>
                <a:lnTo>
                  <a:pt x="759491" y="43008"/>
                </a:lnTo>
                <a:lnTo>
                  <a:pt x="759491" y="20196"/>
                </a:lnTo>
                <a:cubicBezTo>
                  <a:pt x="759491" y="9910"/>
                  <a:pt x="762110" y="5798"/>
                  <a:pt x="768841" y="5798"/>
                </a:cubicBezTo>
                <a:cubicBezTo>
                  <a:pt x="772208" y="5798"/>
                  <a:pt x="774263" y="7105"/>
                  <a:pt x="774263" y="9350"/>
                </a:cubicBezTo>
                <a:cubicBezTo>
                  <a:pt x="774263" y="10286"/>
                  <a:pt x="773703" y="11408"/>
                  <a:pt x="772582" y="13277"/>
                </a:cubicBezTo>
                <a:cubicBezTo>
                  <a:pt x="770899" y="16081"/>
                  <a:pt x="770151" y="17953"/>
                  <a:pt x="770151" y="20007"/>
                </a:cubicBezTo>
                <a:cubicBezTo>
                  <a:pt x="770151" y="25805"/>
                  <a:pt x="775013" y="30294"/>
                  <a:pt x="781370" y="30294"/>
                </a:cubicBezTo>
                <a:cubicBezTo>
                  <a:pt x="788290" y="30294"/>
                  <a:pt x="792963" y="25617"/>
                  <a:pt x="792963" y="18701"/>
                </a:cubicBezTo>
                <a:cubicBezTo>
                  <a:pt x="792963" y="7667"/>
                  <a:pt x="782118" y="0"/>
                  <a:pt x="766222" y="0"/>
                </a:cubicBezTo>
                <a:cubicBezTo>
                  <a:pt x="753693" y="0"/>
                  <a:pt x="743972" y="4488"/>
                  <a:pt x="738921" y="12714"/>
                </a:cubicBezTo>
                <a:cubicBezTo>
                  <a:pt x="734995" y="19260"/>
                  <a:pt x="733500" y="26927"/>
                  <a:pt x="733500" y="43008"/>
                </a:cubicBezTo>
                <a:lnTo>
                  <a:pt x="722840" y="43008"/>
                </a:lnTo>
                <a:lnTo>
                  <a:pt x="722840" y="51237"/>
                </a:lnTo>
                <a:lnTo>
                  <a:pt x="733500" y="51237"/>
                </a:lnTo>
                <a:lnTo>
                  <a:pt x="733500" y="113505"/>
                </a:lnTo>
                <a:cubicBezTo>
                  <a:pt x="733312" y="121734"/>
                  <a:pt x="731255" y="123977"/>
                  <a:pt x="722840" y="124727"/>
                </a:cubicBezTo>
                <a:lnTo>
                  <a:pt x="722840" y="1292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Text ormerontokens">
            <a:extLst xmlns:a="http://schemas.openxmlformats.org/drawingml/2006/main">
              <a:ext uri="{FF2B5EF4-FFF2-40B4-BE49-F238E27FC236}">
                <a16:creationId xmlns:a16="http://schemas.microsoft.com/office/drawing/2014/main" id="{60DD42AF-0482-4B2C-81B1-0F7D38B3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982" y="96706"/>
            <a:ext cx="1272955" cy="129027"/>
          </a:xfrm>
          <a:custGeom xmlns:a="http://schemas.openxmlformats.org/drawingml/2006/main">
            <a:pathLst>
              <a:path w="1272955" h="129027">
                <a:moveTo>
                  <a:pt x="42261" y="37961"/>
                </a:moveTo>
                <a:cubicBezTo>
                  <a:pt x="18324" y="37961"/>
                  <a:pt x="0" y="57594"/>
                  <a:pt x="0" y="83026"/>
                </a:cubicBezTo>
                <a:cubicBezTo>
                  <a:pt x="0" y="109767"/>
                  <a:pt x="17576" y="129027"/>
                  <a:pt x="42261" y="129027"/>
                </a:cubicBezTo>
                <a:cubicBezTo>
                  <a:pt x="66571" y="129027"/>
                  <a:pt x="84336" y="109767"/>
                  <a:pt x="84336" y="83588"/>
                </a:cubicBezTo>
                <a:cubicBezTo>
                  <a:pt x="84336" y="57221"/>
                  <a:pt x="66383" y="37961"/>
                  <a:pt x="42261" y="37961"/>
                </a:cubicBezTo>
                <a:moveTo>
                  <a:pt x="42449" y="43759"/>
                </a:moveTo>
                <a:cubicBezTo>
                  <a:pt x="53294" y="43759"/>
                  <a:pt x="56847" y="54042"/>
                  <a:pt x="56847" y="84709"/>
                </a:cubicBezTo>
                <a:cubicBezTo>
                  <a:pt x="56847" y="113508"/>
                  <a:pt x="53106" y="123229"/>
                  <a:pt x="42261" y="123229"/>
                </a:cubicBezTo>
                <a:cubicBezTo>
                  <a:pt x="31227" y="123229"/>
                  <a:pt x="27489" y="113693"/>
                  <a:pt x="27489" y="86205"/>
                </a:cubicBezTo>
                <a:cubicBezTo>
                  <a:pt x="27489" y="53480"/>
                  <a:pt x="30853" y="43759"/>
                  <a:pt x="42449" y="43759"/>
                </a:cubicBezTo>
                <a:close/>
                <a:moveTo>
                  <a:pt x="141557" y="121922"/>
                </a:moveTo>
                <a:cubicBezTo>
                  <a:pt x="130149" y="121360"/>
                  <a:pt x="128092" y="118929"/>
                  <a:pt x="127906" y="107148"/>
                </a:cubicBezTo>
                <a:lnTo>
                  <a:pt x="127906" y="71807"/>
                </a:lnTo>
                <a:cubicBezTo>
                  <a:pt x="127906" y="62083"/>
                  <a:pt x="133142" y="54042"/>
                  <a:pt x="139311" y="54042"/>
                </a:cubicBezTo>
                <a:cubicBezTo>
                  <a:pt x="140809" y="54042"/>
                  <a:pt x="142490" y="55352"/>
                  <a:pt x="144547" y="58342"/>
                </a:cubicBezTo>
                <a:cubicBezTo>
                  <a:pt x="148099" y="63392"/>
                  <a:pt x="150904" y="65076"/>
                  <a:pt x="155766" y="65076"/>
                </a:cubicBezTo>
                <a:cubicBezTo>
                  <a:pt x="162685" y="65076"/>
                  <a:pt x="167548" y="59840"/>
                  <a:pt x="167548" y="52732"/>
                </a:cubicBezTo>
                <a:cubicBezTo>
                  <a:pt x="167548" y="44132"/>
                  <a:pt x="161190" y="37961"/>
                  <a:pt x="152402" y="37961"/>
                </a:cubicBezTo>
                <a:cubicBezTo>
                  <a:pt x="143052" y="37961"/>
                  <a:pt x="135947" y="42823"/>
                  <a:pt x="127156" y="55537"/>
                </a:cubicBezTo>
                <a:lnTo>
                  <a:pt x="127156" y="40203"/>
                </a:lnTo>
                <a:lnTo>
                  <a:pt x="91815" y="40203"/>
                </a:lnTo>
                <a:lnTo>
                  <a:pt x="91815" y="44692"/>
                </a:lnTo>
                <a:cubicBezTo>
                  <a:pt x="99670" y="45627"/>
                  <a:pt x="101724" y="47870"/>
                  <a:pt x="101913" y="55725"/>
                </a:cubicBezTo>
                <a:lnTo>
                  <a:pt x="101913" y="110700"/>
                </a:lnTo>
                <a:cubicBezTo>
                  <a:pt x="101724" y="118556"/>
                  <a:pt x="99855" y="120613"/>
                  <a:pt x="91815" y="121922"/>
                </a:cubicBezTo>
                <a:lnTo>
                  <a:pt x="91815" y="126408"/>
                </a:lnTo>
                <a:lnTo>
                  <a:pt x="141557" y="126408"/>
                </a:lnTo>
                <a:lnTo>
                  <a:pt x="141557" y="121922"/>
                </a:lnTo>
                <a:close/>
                <a:moveTo>
                  <a:pt x="318453" y="121922"/>
                </a:moveTo>
                <a:cubicBezTo>
                  <a:pt x="311348" y="121734"/>
                  <a:pt x="308917" y="118929"/>
                  <a:pt x="309103" y="111262"/>
                </a:cubicBezTo>
                <a:lnTo>
                  <a:pt x="309103" y="64328"/>
                </a:lnTo>
                <a:cubicBezTo>
                  <a:pt x="309103" y="48244"/>
                  <a:pt x="299193" y="37961"/>
                  <a:pt x="283860" y="37961"/>
                </a:cubicBezTo>
                <a:cubicBezTo>
                  <a:pt x="273200" y="37961"/>
                  <a:pt x="265906" y="42261"/>
                  <a:pt x="256371" y="54230"/>
                </a:cubicBezTo>
                <a:cubicBezTo>
                  <a:pt x="250761" y="42449"/>
                  <a:pt x="244215" y="37961"/>
                  <a:pt x="232434" y="37961"/>
                </a:cubicBezTo>
                <a:cubicBezTo>
                  <a:pt x="220467" y="37961"/>
                  <a:pt x="212053" y="43008"/>
                  <a:pt x="204945" y="54230"/>
                </a:cubicBezTo>
                <a:lnTo>
                  <a:pt x="204945" y="40203"/>
                </a:lnTo>
                <a:lnTo>
                  <a:pt x="169230" y="40203"/>
                </a:lnTo>
                <a:lnTo>
                  <a:pt x="169230" y="44692"/>
                </a:lnTo>
                <a:cubicBezTo>
                  <a:pt x="177085" y="45627"/>
                  <a:pt x="179328" y="47870"/>
                  <a:pt x="179516" y="55725"/>
                </a:cubicBezTo>
                <a:lnTo>
                  <a:pt x="179516" y="110700"/>
                </a:lnTo>
                <a:cubicBezTo>
                  <a:pt x="179328" y="118556"/>
                  <a:pt x="177459" y="120613"/>
                  <a:pt x="169230" y="121922"/>
                </a:cubicBezTo>
                <a:lnTo>
                  <a:pt x="169230" y="126408"/>
                </a:lnTo>
                <a:lnTo>
                  <a:pt x="214110" y="126408"/>
                </a:lnTo>
                <a:lnTo>
                  <a:pt x="214110" y="121922"/>
                </a:lnTo>
                <a:cubicBezTo>
                  <a:pt x="207753" y="121172"/>
                  <a:pt x="205507" y="118556"/>
                  <a:pt x="205507" y="111262"/>
                </a:cubicBezTo>
                <a:lnTo>
                  <a:pt x="205507" y="61335"/>
                </a:lnTo>
                <a:cubicBezTo>
                  <a:pt x="205507" y="60214"/>
                  <a:pt x="208500" y="56847"/>
                  <a:pt x="210931" y="54789"/>
                </a:cubicBezTo>
                <a:cubicBezTo>
                  <a:pt x="214858" y="51799"/>
                  <a:pt x="217848" y="50490"/>
                  <a:pt x="221215" y="50490"/>
                </a:cubicBezTo>
                <a:cubicBezTo>
                  <a:pt x="228508" y="50490"/>
                  <a:pt x="231313" y="54789"/>
                  <a:pt x="231313" y="66009"/>
                </a:cubicBezTo>
                <a:lnTo>
                  <a:pt x="231313" y="111262"/>
                </a:lnTo>
                <a:cubicBezTo>
                  <a:pt x="231501" y="118556"/>
                  <a:pt x="229070" y="121360"/>
                  <a:pt x="222336" y="121922"/>
                </a:cubicBezTo>
                <a:lnTo>
                  <a:pt x="222336" y="126408"/>
                </a:lnTo>
                <a:lnTo>
                  <a:pt x="266095" y="126408"/>
                </a:lnTo>
                <a:lnTo>
                  <a:pt x="266095" y="121922"/>
                </a:lnTo>
                <a:cubicBezTo>
                  <a:pt x="259738" y="121360"/>
                  <a:pt x="257307" y="118367"/>
                  <a:pt x="257307" y="111262"/>
                </a:cubicBezTo>
                <a:lnTo>
                  <a:pt x="257307" y="61335"/>
                </a:lnTo>
                <a:cubicBezTo>
                  <a:pt x="257307" y="60399"/>
                  <a:pt x="260297" y="56847"/>
                  <a:pt x="262728" y="54978"/>
                </a:cubicBezTo>
                <a:cubicBezTo>
                  <a:pt x="266842" y="51799"/>
                  <a:pt x="269835" y="50490"/>
                  <a:pt x="273200" y="50490"/>
                </a:cubicBezTo>
                <a:cubicBezTo>
                  <a:pt x="280307" y="50490"/>
                  <a:pt x="283112" y="54978"/>
                  <a:pt x="283112" y="66009"/>
                </a:cubicBezTo>
                <a:lnTo>
                  <a:pt x="283112" y="111262"/>
                </a:lnTo>
                <a:cubicBezTo>
                  <a:pt x="283297" y="118744"/>
                  <a:pt x="280866" y="121549"/>
                  <a:pt x="273947" y="121922"/>
                </a:cubicBezTo>
                <a:lnTo>
                  <a:pt x="273947" y="126408"/>
                </a:lnTo>
                <a:lnTo>
                  <a:pt x="318453" y="126408"/>
                </a:lnTo>
                <a:lnTo>
                  <a:pt x="318453" y="121922"/>
                </a:lnTo>
                <a:close/>
                <a:moveTo>
                  <a:pt x="393064" y="103033"/>
                </a:moveTo>
                <a:cubicBezTo>
                  <a:pt x="385397" y="112198"/>
                  <a:pt x="379787" y="115562"/>
                  <a:pt x="371746" y="115562"/>
                </a:cubicBezTo>
                <a:cubicBezTo>
                  <a:pt x="364453" y="115562"/>
                  <a:pt x="359029" y="112198"/>
                  <a:pt x="355103" y="105653"/>
                </a:cubicBezTo>
                <a:cubicBezTo>
                  <a:pt x="351739" y="99669"/>
                  <a:pt x="350241" y="93498"/>
                  <a:pt x="349493" y="80595"/>
                </a:cubicBezTo>
                <a:lnTo>
                  <a:pt x="396616" y="80595"/>
                </a:lnTo>
                <a:cubicBezTo>
                  <a:pt x="395495" y="64887"/>
                  <a:pt x="392690" y="56099"/>
                  <a:pt x="386706" y="48994"/>
                </a:cubicBezTo>
                <a:cubicBezTo>
                  <a:pt x="380723" y="41701"/>
                  <a:pt x="371932" y="37961"/>
                  <a:pt x="361460" y="37961"/>
                </a:cubicBezTo>
                <a:cubicBezTo>
                  <a:pt x="338274" y="37961"/>
                  <a:pt x="322567" y="56473"/>
                  <a:pt x="322567" y="83774"/>
                </a:cubicBezTo>
                <a:cubicBezTo>
                  <a:pt x="322567" y="111077"/>
                  <a:pt x="337900" y="129027"/>
                  <a:pt x="361086" y="129027"/>
                </a:cubicBezTo>
                <a:cubicBezTo>
                  <a:pt x="376235" y="129027"/>
                  <a:pt x="385397" y="123229"/>
                  <a:pt x="397552" y="105653"/>
                </a:cubicBezTo>
                <a:lnTo>
                  <a:pt x="393064" y="103033"/>
                </a:lnTo>
                <a:moveTo>
                  <a:pt x="348558" y="73676"/>
                </a:moveTo>
                <a:cubicBezTo>
                  <a:pt x="349120" y="51237"/>
                  <a:pt x="352487" y="43759"/>
                  <a:pt x="361649" y="43759"/>
                </a:cubicBezTo>
                <a:cubicBezTo>
                  <a:pt x="370437" y="43759"/>
                  <a:pt x="373242" y="50116"/>
                  <a:pt x="373615" y="70871"/>
                </a:cubicBezTo>
                <a:lnTo>
                  <a:pt x="373615" y="73676"/>
                </a:lnTo>
                <a:lnTo>
                  <a:pt x="348558" y="73676"/>
                </a:lnTo>
                <a:close/>
                <a:moveTo>
                  <a:pt x="454586" y="121922"/>
                </a:moveTo>
                <a:cubicBezTo>
                  <a:pt x="443178" y="121360"/>
                  <a:pt x="441121" y="118929"/>
                  <a:pt x="440935" y="107148"/>
                </a:cubicBezTo>
                <a:lnTo>
                  <a:pt x="440935" y="71807"/>
                </a:lnTo>
                <a:cubicBezTo>
                  <a:pt x="440935" y="62083"/>
                  <a:pt x="446171" y="54042"/>
                  <a:pt x="452340" y="54042"/>
                </a:cubicBezTo>
                <a:cubicBezTo>
                  <a:pt x="453838" y="54042"/>
                  <a:pt x="455519" y="55352"/>
                  <a:pt x="457576" y="58342"/>
                </a:cubicBezTo>
                <a:cubicBezTo>
                  <a:pt x="461128" y="63392"/>
                  <a:pt x="463933" y="65076"/>
                  <a:pt x="468795" y="65076"/>
                </a:cubicBezTo>
                <a:cubicBezTo>
                  <a:pt x="475715" y="65076"/>
                  <a:pt x="480577" y="59840"/>
                  <a:pt x="480577" y="52732"/>
                </a:cubicBezTo>
                <a:cubicBezTo>
                  <a:pt x="480577" y="44132"/>
                  <a:pt x="474219" y="37961"/>
                  <a:pt x="465431" y="37961"/>
                </a:cubicBezTo>
                <a:cubicBezTo>
                  <a:pt x="456081" y="37961"/>
                  <a:pt x="448976" y="42823"/>
                  <a:pt x="440185" y="55537"/>
                </a:cubicBezTo>
                <a:lnTo>
                  <a:pt x="440185" y="40203"/>
                </a:lnTo>
                <a:lnTo>
                  <a:pt x="404844" y="40203"/>
                </a:lnTo>
                <a:lnTo>
                  <a:pt x="404844" y="44692"/>
                </a:lnTo>
                <a:cubicBezTo>
                  <a:pt x="412699" y="45627"/>
                  <a:pt x="414753" y="47870"/>
                  <a:pt x="414942" y="55725"/>
                </a:cubicBezTo>
                <a:lnTo>
                  <a:pt x="414942" y="110700"/>
                </a:lnTo>
                <a:cubicBezTo>
                  <a:pt x="414753" y="118556"/>
                  <a:pt x="412884" y="120613"/>
                  <a:pt x="404844" y="121922"/>
                </a:cubicBezTo>
                <a:lnTo>
                  <a:pt x="404844" y="126408"/>
                </a:lnTo>
                <a:lnTo>
                  <a:pt x="454586" y="126408"/>
                </a:lnTo>
                <a:lnTo>
                  <a:pt x="454586" y="121922"/>
                </a:lnTo>
                <a:close/>
                <a:moveTo>
                  <a:pt x="565925" y="37961"/>
                </a:moveTo>
                <a:cubicBezTo>
                  <a:pt x="541988" y="37961"/>
                  <a:pt x="523664" y="57594"/>
                  <a:pt x="523664" y="83026"/>
                </a:cubicBezTo>
                <a:cubicBezTo>
                  <a:pt x="523664" y="109767"/>
                  <a:pt x="541240" y="129027"/>
                  <a:pt x="565925" y="129027"/>
                </a:cubicBezTo>
                <a:cubicBezTo>
                  <a:pt x="590235" y="129027"/>
                  <a:pt x="608000" y="109767"/>
                  <a:pt x="608000" y="83588"/>
                </a:cubicBezTo>
                <a:cubicBezTo>
                  <a:pt x="608000" y="57221"/>
                  <a:pt x="590047" y="37961"/>
                  <a:pt x="565925" y="37961"/>
                </a:cubicBezTo>
                <a:moveTo>
                  <a:pt x="566113" y="43759"/>
                </a:moveTo>
                <a:cubicBezTo>
                  <a:pt x="576958" y="43759"/>
                  <a:pt x="580511" y="54042"/>
                  <a:pt x="580511" y="84709"/>
                </a:cubicBezTo>
                <a:cubicBezTo>
                  <a:pt x="580511" y="113508"/>
                  <a:pt x="576770" y="123229"/>
                  <a:pt x="565925" y="123229"/>
                </a:cubicBezTo>
                <a:cubicBezTo>
                  <a:pt x="554891" y="123229"/>
                  <a:pt x="551153" y="113693"/>
                  <a:pt x="551153" y="86205"/>
                </a:cubicBezTo>
                <a:cubicBezTo>
                  <a:pt x="551153" y="53480"/>
                  <a:pt x="554517" y="43759"/>
                  <a:pt x="566113" y="43759"/>
                </a:cubicBezTo>
                <a:close/>
                <a:moveTo>
                  <a:pt x="713836" y="121922"/>
                </a:moveTo>
                <a:cubicBezTo>
                  <a:pt x="706919" y="121549"/>
                  <a:pt x="704488" y="118744"/>
                  <a:pt x="704674" y="111262"/>
                </a:cubicBezTo>
                <a:lnTo>
                  <a:pt x="704674" y="64328"/>
                </a:lnTo>
                <a:cubicBezTo>
                  <a:pt x="704674" y="48244"/>
                  <a:pt x="694764" y="37961"/>
                  <a:pt x="679431" y="37961"/>
                </a:cubicBezTo>
                <a:cubicBezTo>
                  <a:pt x="668211" y="37961"/>
                  <a:pt x="659609" y="43196"/>
                  <a:pt x="652689" y="54230"/>
                </a:cubicBezTo>
                <a:lnTo>
                  <a:pt x="652689" y="40203"/>
                </a:lnTo>
                <a:lnTo>
                  <a:pt x="616974" y="40203"/>
                </a:lnTo>
                <a:lnTo>
                  <a:pt x="616974" y="44692"/>
                </a:lnTo>
                <a:cubicBezTo>
                  <a:pt x="625200" y="46001"/>
                  <a:pt x="626698" y="47685"/>
                  <a:pt x="626884" y="55725"/>
                </a:cubicBezTo>
                <a:lnTo>
                  <a:pt x="626884" y="110700"/>
                </a:lnTo>
                <a:cubicBezTo>
                  <a:pt x="626698" y="118744"/>
                  <a:pt x="625200" y="120424"/>
                  <a:pt x="616974" y="121922"/>
                </a:cubicBezTo>
                <a:lnTo>
                  <a:pt x="616974" y="126408"/>
                </a:lnTo>
                <a:lnTo>
                  <a:pt x="662040" y="126408"/>
                </a:lnTo>
                <a:lnTo>
                  <a:pt x="662040" y="121922"/>
                </a:lnTo>
                <a:cubicBezTo>
                  <a:pt x="655309" y="121172"/>
                  <a:pt x="652878" y="118182"/>
                  <a:pt x="652878" y="111262"/>
                </a:cubicBezTo>
                <a:lnTo>
                  <a:pt x="652878" y="61335"/>
                </a:lnTo>
                <a:cubicBezTo>
                  <a:pt x="652878" y="60773"/>
                  <a:pt x="654184" y="58716"/>
                  <a:pt x="656056" y="56847"/>
                </a:cubicBezTo>
                <a:cubicBezTo>
                  <a:pt x="660171" y="52732"/>
                  <a:pt x="664656" y="50490"/>
                  <a:pt x="668959" y="50490"/>
                </a:cubicBezTo>
                <a:cubicBezTo>
                  <a:pt x="675504" y="50490"/>
                  <a:pt x="678683" y="55537"/>
                  <a:pt x="678683" y="66009"/>
                </a:cubicBezTo>
                <a:lnTo>
                  <a:pt x="678683" y="111262"/>
                </a:lnTo>
                <a:cubicBezTo>
                  <a:pt x="678495" y="118367"/>
                  <a:pt x="676064" y="121360"/>
                  <a:pt x="669892" y="121922"/>
                </a:cubicBezTo>
                <a:lnTo>
                  <a:pt x="669892" y="126408"/>
                </a:lnTo>
                <a:lnTo>
                  <a:pt x="713836" y="126408"/>
                </a:lnTo>
                <a:lnTo>
                  <a:pt x="713836" y="121922"/>
                </a:lnTo>
                <a:close/>
                <a:moveTo>
                  <a:pt x="818555" y="40203"/>
                </a:moveTo>
                <a:lnTo>
                  <a:pt x="800979" y="40203"/>
                </a:lnTo>
                <a:lnTo>
                  <a:pt x="800979" y="8603"/>
                </a:lnTo>
                <a:lnTo>
                  <a:pt x="796302" y="8603"/>
                </a:lnTo>
                <a:cubicBezTo>
                  <a:pt x="784897" y="24684"/>
                  <a:pt x="777416" y="33099"/>
                  <a:pt x="765261" y="43382"/>
                </a:cubicBezTo>
                <a:lnTo>
                  <a:pt x="765261" y="48432"/>
                </a:lnTo>
                <a:lnTo>
                  <a:pt x="774985" y="48432"/>
                </a:lnTo>
                <a:lnTo>
                  <a:pt x="774985" y="109020"/>
                </a:lnTo>
                <a:cubicBezTo>
                  <a:pt x="774985" y="121172"/>
                  <a:pt x="783026" y="128653"/>
                  <a:pt x="795928" y="128653"/>
                </a:cubicBezTo>
                <a:cubicBezTo>
                  <a:pt x="808457" y="128653"/>
                  <a:pt x="815939" y="123044"/>
                  <a:pt x="823603" y="107710"/>
                </a:cubicBezTo>
                <a:lnTo>
                  <a:pt x="818929" y="105653"/>
                </a:lnTo>
                <a:cubicBezTo>
                  <a:pt x="815188" y="112758"/>
                  <a:pt x="812198" y="115377"/>
                  <a:pt x="808272" y="115377"/>
                </a:cubicBezTo>
                <a:cubicBezTo>
                  <a:pt x="803036" y="115377"/>
                  <a:pt x="800979" y="112198"/>
                  <a:pt x="800979" y="104717"/>
                </a:cubicBezTo>
                <a:lnTo>
                  <a:pt x="800979" y="48432"/>
                </a:lnTo>
                <a:lnTo>
                  <a:pt x="818555" y="48432"/>
                </a:lnTo>
                <a:lnTo>
                  <a:pt x="818555" y="40203"/>
                </a:lnTo>
                <a:close/>
                <a:moveTo>
                  <a:pt x="870727" y="37961"/>
                </a:moveTo>
                <a:cubicBezTo>
                  <a:pt x="846790" y="37961"/>
                  <a:pt x="828466" y="57594"/>
                  <a:pt x="828466" y="83026"/>
                </a:cubicBezTo>
                <a:cubicBezTo>
                  <a:pt x="828466" y="109767"/>
                  <a:pt x="846043" y="129027"/>
                  <a:pt x="870727" y="129027"/>
                </a:cubicBezTo>
                <a:cubicBezTo>
                  <a:pt x="895037" y="129027"/>
                  <a:pt x="912802" y="109767"/>
                  <a:pt x="912802" y="83588"/>
                </a:cubicBezTo>
                <a:cubicBezTo>
                  <a:pt x="912802" y="57221"/>
                  <a:pt x="894849" y="37961"/>
                  <a:pt x="870727" y="37961"/>
                </a:cubicBezTo>
                <a:moveTo>
                  <a:pt x="870915" y="43759"/>
                </a:moveTo>
                <a:cubicBezTo>
                  <a:pt x="881761" y="43759"/>
                  <a:pt x="885313" y="54042"/>
                  <a:pt x="885313" y="84709"/>
                </a:cubicBezTo>
                <a:cubicBezTo>
                  <a:pt x="885313" y="113508"/>
                  <a:pt x="881572" y="123229"/>
                  <a:pt x="870727" y="123229"/>
                </a:cubicBezTo>
                <a:cubicBezTo>
                  <a:pt x="859693" y="123229"/>
                  <a:pt x="855955" y="113693"/>
                  <a:pt x="855955" y="86205"/>
                </a:cubicBezTo>
                <a:cubicBezTo>
                  <a:pt x="855955" y="53480"/>
                  <a:pt x="859319" y="43759"/>
                  <a:pt x="870915" y="43759"/>
                </a:cubicBezTo>
                <a:close/>
                <a:moveTo>
                  <a:pt x="1013781" y="40203"/>
                </a:moveTo>
                <a:lnTo>
                  <a:pt x="973763" y="40203"/>
                </a:lnTo>
                <a:lnTo>
                  <a:pt x="973763" y="44506"/>
                </a:lnTo>
                <a:cubicBezTo>
                  <a:pt x="979372" y="45439"/>
                  <a:pt x="982551" y="46187"/>
                  <a:pt x="983487" y="46749"/>
                </a:cubicBezTo>
                <a:cubicBezTo>
                  <a:pt x="984234" y="47311"/>
                  <a:pt x="984794" y="48432"/>
                  <a:pt x="984794" y="49368"/>
                </a:cubicBezTo>
                <a:cubicBezTo>
                  <a:pt x="984794" y="51237"/>
                  <a:pt x="982925" y="54604"/>
                  <a:pt x="980867" y="56661"/>
                </a:cubicBezTo>
                <a:lnTo>
                  <a:pt x="956934" y="80595"/>
                </a:lnTo>
                <a:lnTo>
                  <a:pt x="956934" y="0"/>
                </a:lnTo>
                <a:lnTo>
                  <a:pt x="921963" y="0"/>
                </a:lnTo>
                <a:lnTo>
                  <a:pt x="921963" y="4488"/>
                </a:lnTo>
                <a:cubicBezTo>
                  <a:pt x="927947" y="4674"/>
                  <a:pt x="930752" y="8041"/>
                  <a:pt x="930940" y="15334"/>
                </a:cubicBezTo>
                <a:lnTo>
                  <a:pt x="930940" y="110700"/>
                </a:lnTo>
                <a:cubicBezTo>
                  <a:pt x="930752" y="118182"/>
                  <a:pt x="927761" y="121734"/>
                  <a:pt x="921963" y="121922"/>
                </a:cubicBezTo>
                <a:lnTo>
                  <a:pt x="921963" y="126408"/>
                </a:lnTo>
                <a:lnTo>
                  <a:pt x="966655" y="126408"/>
                </a:lnTo>
                <a:lnTo>
                  <a:pt x="966655" y="121922"/>
                </a:lnTo>
                <a:cubicBezTo>
                  <a:pt x="957867" y="120613"/>
                  <a:pt x="957119" y="119491"/>
                  <a:pt x="956934" y="110700"/>
                </a:cubicBezTo>
                <a:lnTo>
                  <a:pt x="956934" y="89383"/>
                </a:lnTo>
                <a:lnTo>
                  <a:pt x="961234" y="84895"/>
                </a:lnTo>
                <a:lnTo>
                  <a:pt x="978999" y="109953"/>
                </a:lnTo>
                <a:cubicBezTo>
                  <a:pt x="982363" y="114629"/>
                  <a:pt x="983487" y="116872"/>
                  <a:pt x="983487" y="118367"/>
                </a:cubicBezTo>
                <a:cubicBezTo>
                  <a:pt x="983487" y="120613"/>
                  <a:pt x="980867" y="121734"/>
                  <a:pt x="975632" y="121922"/>
                </a:cubicBezTo>
                <a:lnTo>
                  <a:pt x="975632" y="126408"/>
                </a:lnTo>
                <a:lnTo>
                  <a:pt x="1019390" y="126408"/>
                </a:lnTo>
                <a:lnTo>
                  <a:pt x="1019390" y="121922"/>
                </a:lnTo>
                <a:cubicBezTo>
                  <a:pt x="1017333" y="121922"/>
                  <a:pt x="1016397" y="121360"/>
                  <a:pt x="1014714" y="119118"/>
                </a:cubicBezTo>
                <a:lnTo>
                  <a:pt x="978436" y="69002"/>
                </a:lnTo>
                <a:cubicBezTo>
                  <a:pt x="997137" y="49368"/>
                  <a:pt x="1001999" y="46001"/>
                  <a:pt x="1013781" y="44506"/>
                </a:cubicBezTo>
                <a:lnTo>
                  <a:pt x="1013781" y="40203"/>
                </a:lnTo>
                <a:close/>
                <a:moveTo>
                  <a:pt x="1093626" y="103033"/>
                </a:moveTo>
                <a:cubicBezTo>
                  <a:pt x="1085959" y="112198"/>
                  <a:pt x="1080350" y="115562"/>
                  <a:pt x="1072309" y="115562"/>
                </a:cubicBezTo>
                <a:cubicBezTo>
                  <a:pt x="1065016" y="115562"/>
                  <a:pt x="1059592" y="112198"/>
                  <a:pt x="1055666" y="105653"/>
                </a:cubicBezTo>
                <a:cubicBezTo>
                  <a:pt x="1052302" y="99669"/>
                  <a:pt x="1050804" y="93498"/>
                  <a:pt x="1050056" y="80595"/>
                </a:cubicBezTo>
                <a:lnTo>
                  <a:pt x="1097179" y="80595"/>
                </a:lnTo>
                <a:cubicBezTo>
                  <a:pt x="1096057" y="64887"/>
                  <a:pt x="1093253" y="56099"/>
                  <a:pt x="1087269" y="48994"/>
                </a:cubicBezTo>
                <a:cubicBezTo>
                  <a:pt x="1081286" y="41701"/>
                  <a:pt x="1072495" y="37961"/>
                  <a:pt x="1062023" y="37961"/>
                </a:cubicBezTo>
                <a:cubicBezTo>
                  <a:pt x="1038837" y="37961"/>
                  <a:pt x="1023129" y="56473"/>
                  <a:pt x="1023129" y="83774"/>
                </a:cubicBezTo>
                <a:cubicBezTo>
                  <a:pt x="1023129" y="111077"/>
                  <a:pt x="1038463" y="129027"/>
                  <a:pt x="1061649" y="129027"/>
                </a:cubicBezTo>
                <a:cubicBezTo>
                  <a:pt x="1076797" y="129027"/>
                  <a:pt x="1085959" y="123229"/>
                  <a:pt x="1098115" y="105653"/>
                </a:cubicBezTo>
                <a:lnTo>
                  <a:pt x="1093626" y="103033"/>
                </a:lnTo>
                <a:moveTo>
                  <a:pt x="1049120" y="73676"/>
                </a:moveTo>
                <a:cubicBezTo>
                  <a:pt x="1049682" y="51237"/>
                  <a:pt x="1053049" y="43759"/>
                  <a:pt x="1062211" y="43759"/>
                </a:cubicBezTo>
                <a:cubicBezTo>
                  <a:pt x="1070999" y="43759"/>
                  <a:pt x="1073804" y="50116"/>
                  <a:pt x="1074178" y="70871"/>
                </a:cubicBezTo>
                <a:lnTo>
                  <a:pt x="1074178" y="73676"/>
                </a:lnTo>
                <a:lnTo>
                  <a:pt x="1049120" y="73676"/>
                </a:lnTo>
                <a:close/>
                <a:moveTo>
                  <a:pt x="1202268" y="121922"/>
                </a:moveTo>
                <a:cubicBezTo>
                  <a:pt x="1195352" y="121549"/>
                  <a:pt x="1192921" y="118744"/>
                  <a:pt x="1193106" y="111262"/>
                </a:cubicBezTo>
                <a:lnTo>
                  <a:pt x="1193106" y="64328"/>
                </a:lnTo>
                <a:cubicBezTo>
                  <a:pt x="1193106" y="48244"/>
                  <a:pt x="1183197" y="37961"/>
                  <a:pt x="1167863" y="37961"/>
                </a:cubicBezTo>
                <a:cubicBezTo>
                  <a:pt x="1156644" y="37961"/>
                  <a:pt x="1148041" y="43196"/>
                  <a:pt x="1141122" y="54230"/>
                </a:cubicBezTo>
                <a:lnTo>
                  <a:pt x="1141122" y="40203"/>
                </a:lnTo>
                <a:lnTo>
                  <a:pt x="1105407" y="40203"/>
                </a:lnTo>
                <a:lnTo>
                  <a:pt x="1105407" y="44692"/>
                </a:lnTo>
                <a:cubicBezTo>
                  <a:pt x="1113633" y="46001"/>
                  <a:pt x="1115131" y="47685"/>
                  <a:pt x="1115316" y="55725"/>
                </a:cubicBezTo>
                <a:lnTo>
                  <a:pt x="1115316" y="110700"/>
                </a:lnTo>
                <a:cubicBezTo>
                  <a:pt x="1115131" y="118744"/>
                  <a:pt x="1113633" y="120424"/>
                  <a:pt x="1105407" y="121922"/>
                </a:cubicBezTo>
                <a:lnTo>
                  <a:pt x="1105407" y="126408"/>
                </a:lnTo>
                <a:lnTo>
                  <a:pt x="1150472" y="126408"/>
                </a:lnTo>
                <a:lnTo>
                  <a:pt x="1150472" y="121922"/>
                </a:lnTo>
                <a:cubicBezTo>
                  <a:pt x="1143741" y="121172"/>
                  <a:pt x="1141310" y="118182"/>
                  <a:pt x="1141310" y="111262"/>
                </a:cubicBezTo>
                <a:lnTo>
                  <a:pt x="1141310" y="61335"/>
                </a:lnTo>
                <a:cubicBezTo>
                  <a:pt x="1141310" y="60773"/>
                  <a:pt x="1142617" y="58716"/>
                  <a:pt x="1144489" y="56847"/>
                </a:cubicBezTo>
                <a:cubicBezTo>
                  <a:pt x="1148603" y="52732"/>
                  <a:pt x="1153089" y="50490"/>
                  <a:pt x="1157391" y="50490"/>
                </a:cubicBezTo>
                <a:cubicBezTo>
                  <a:pt x="1163937" y="50490"/>
                  <a:pt x="1167115" y="55537"/>
                  <a:pt x="1167115" y="66009"/>
                </a:cubicBezTo>
                <a:lnTo>
                  <a:pt x="1167115" y="111262"/>
                </a:lnTo>
                <a:cubicBezTo>
                  <a:pt x="1166927" y="118367"/>
                  <a:pt x="1164496" y="121360"/>
                  <a:pt x="1158324" y="121922"/>
                </a:cubicBezTo>
                <a:lnTo>
                  <a:pt x="1158324" y="126408"/>
                </a:lnTo>
                <a:lnTo>
                  <a:pt x="1202268" y="126408"/>
                </a:lnTo>
                <a:lnTo>
                  <a:pt x="1202268" y="121922"/>
                </a:lnTo>
                <a:close/>
                <a:moveTo>
                  <a:pt x="1269028" y="65449"/>
                </a:moveTo>
                <a:lnTo>
                  <a:pt x="1269028" y="38334"/>
                </a:lnTo>
                <a:lnTo>
                  <a:pt x="1264914" y="38334"/>
                </a:lnTo>
                <a:cubicBezTo>
                  <a:pt x="1263793" y="41139"/>
                  <a:pt x="1262671" y="42075"/>
                  <a:pt x="1260240" y="42075"/>
                </a:cubicBezTo>
                <a:cubicBezTo>
                  <a:pt x="1259116" y="42075"/>
                  <a:pt x="1257435" y="41701"/>
                  <a:pt x="1254442" y="40765"/>
                </a:cubicBezTo>
                <a:cubicBezTo>
                  <a:pt x="1248459" y="38708"/>
                  <a:pt x="1244156" y="37961"/>
                  <a:pt x="1239856" y="37961"/>
                </a:cubicBezTo>
                <a:cubicBezTo>
                  <a:pt x="1222839" y="37961"/>
                  <a:pt x="1210498" y="49554"/>
                  <a:pt x="1210498" y="65261"/>
                </a:cubicBezTo>
                <a:cubicBezTo>
                  <a:pt x="1210498" y="77605"/>
                  <a:pt x="1218165" y="86205"/>
                  <a:pt x="1237051" y="94245"/>
                </a:cubicBezTo>
                <a:cubicBezTo>
                  <a:pt x="1249954" y="99855"/>
                  <a:pt x="1255004" y="104531"/>
                  <a:pt x="1255004" y="110515"/>
                </a:cubicBezTo>
                <a:cubicBezTo>
                  <a:pt x="1255004" y="117808"/>
                  <a:pt x="1249392" y="122670"/>
                  <a:pt x="1240977" y="122670"/>
                </a:cubicBezTo>
                <a:cubicBezTo>
                  <a:pt x="1227889" y="122670"/>
                  <a:pt x="1219286" y="114256"/>
                  <a:pt x="1215360" y="97986"/>
                </a:cubicBezTo>
                <a:lnTo>
                  <a:pt x="1210124" y="97986"/>
                </a:lnTo>
                <a:lnTo>
                  <a:pt x="1210124" y="128839"/>
                </a:lnTo>
                <a:lnTo>
                  <a:pt x="1214798" y="128839"/>
                </a:lnTo>
                <a:cubicBezTo>
                  <a:pt x="1216855" y="124727"/>
                  <a:pt x="1217977" y="123603"/>
                  <a:pt x="1219660" y="123603"/>
                </a:cubicBezTo>
                <a:cubicBezTo>
                  <a:pt x="1220596" y="123603"/>
                  <a:pt x="1222091" y="123980"/>
                  <a:pt x="1223963" y="124727"/>
                </a:cubicBezTo>
                <a:cubicBezTo>
                  <a:pt x="1229384" y="126970"/>
                  <a:pt x="1238735" y="129027"/>
                  <a:pt x="1244156" y="129027"/>
                </a:cubicBezTo>
                <a:cubicBezTo>
                  <a:pt x="1261173" y="129027"/>
                  <a:pt x="1272955" y="117434"/>
                  <a:pt x="1272955" y="100605"/>
                </a:cubicBezTo>
                <a:cubicBezTo>
                  <a:pt x="1272955" y="87326"/>
                  <a:pt x="1265850" y="79285"/>
                  <a:pt x="1247149" y="71433"/>
                </a:cubicBezTo>
                <a:cubicBezTo>
                  <a:pt x="1234435" y="66009"/>
                  <a:pt x="1229199" y="61335"/>
                  <a:pt x="1229199" y="54978"/>
                </a:cubicBezTo>
                <a:cubicBezTo>
                  <a:pt x="1229199" y="48806"/>
                  <a:pt x="1234435" y="44132"/>
                  <a:pt x="1241539" y="44132"/>
                </a:cubicBezTo>
                <a:cubicBezTo>
                  <a:pt x="1246587" y="44132"/>
                  <a:pt x="1251449" y="46187"/>
                  <a:pt x="1255564" y="50116"/>
                </a:cubicBezTo>
                <a:cubicBezTo>
                  <a:pt x="1259490" y="53854"/>
                  <a:pt x="1261547" y="57221"/>
                  <a:pt x="1264352" y="65449"/>
                </a:cubicBezTo>
                <a:lnTo>
                  <a:pt x="1269028" y="65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Text (">
            <a:extLst xmlns:a="http://schemas.openxmlformats.org/drawingml/2006/main">
              <a:ext uri="{FF2B5EF4-FFF2-40B4-BE49-F238E27FC236}">
                <a16:creationId xmlns:a16="http://schemas.microsoft.com/office/drawing/2014/main" id="{7ADD4CEE-EB0C-459D-9B35-5DBD7054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730" y="338211"/>
            <a:ext cx="44150" cy="147111"/>
          </a:xfrm>
          <a:custGeom xmlns:a="http://schemas.openxmlformats.org/drawingml/2006/main">
            <a:pathLst>
              <a:path w="44150" h="147111">
                <a:moveTo>
                  <a:pt x="42600" y="0"/>
                </a:moveTo>
                <a:cubicBezTo>
                  <a:pt x="29837" y="8450"/>
                  <a:pt x="24663" y="12763"/>
                  <a:pt x="18282" y="20695"/>
                </a:cubicBezTo>
                <a:cubicBezTo>
                  <a:pt x="6037" y="35700"/>
                  <a:pt x="0" y="52948"/>
                  <a:pt x="0" y="73124"/>
                </a:cubicBezTo>
                <a:cubicBezTo>
                  <a:pt x="0" y="95200"/>
                  <a:pt x="6382" y="111929"/>
                  <a:pt x="21558" y="129521"/>
                </a:cubicBezTo>
                <a:cubicBezTo>
                  <a:pt x="28629" y="137798"/>
                  <a:pt x="33113" y="141592"/>
                  <a:pt x="42082" y="147111"/>
                </a:cubicBezTo>
                <a:lnTo>
                  <a:pt x="44150" y="144353"/>
                </a:lnTo>
                <a:cubicBezTo>
                  <a:pt x="30355" y="133487"/>
                  <a:pt x="25526" y="127279"/>
                  <a:pt x="20868" y="114516"/>
                </a:cubicBezTo>
                <a:cubicBezTo>
                  <a:pt x="16729" y="102961"/>
                  <a:pt x="14832" y="90027"/>
                  <a:pt x="14832" y="72608"/>
                </a:cubicBezTo>
                <a:cubicBezTo>
                  <a:pt x="14832" y="54498"/>
                  <a:pt x="17074" y="40184"/>
                  <a:pt x="21732" y="29663"/>
                </a:cubicBezTo>
                <a:cubicBezTo>
                  <a:pt x="26561" y="18971"/>
                  <a:pt x="31734" y="12763"/>
                  <a:pt x="44150" y="2761"/>
                </a:cubicBezTo>
                <a:lnTo>
                  <a:pt x="4260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Text [S]">
            <a:extLst xmlns:a="http://schemas.openxmlformats.org/drawingml/2006/main">
              <a:ext uri="{FF2B5EF4-FFF2-40B4-BE49-F238E27FC236}">
                <a16:creationId xmlns:a16="http://schemas.microsoft.com/office/drawing/2014/main" id="{C2D81FD3-C752-4FF0-9121-4628C2E2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183" y="344386"/>
            <a:ext cx="156553" cy="136764"/>
          </a:xfrm>
          <a:custGeom xmlns:a="http://schemas.openxmlformats.org/drawingml/2006/main">
            <a:pathLst>
              <a:path w="156553" h="136764">
                <a:moveTo>
                  <a:pt x="32827" y="129747"/>
                </a:moveTo>
                <a:cubicBezTo>
                  <a:pt x="32827" y="132346"/>
                  <a:pt x="32593" y="134165"/>
                  <a:pt x="32125" y="135205"/>
                </a:cubicBezTo>
                <a:cubicBezTo>
                  <a:pt x="31657" y="136245"/>
                  <a:pt x="30981" y="136764"/>
                  <a:pt x="30098" y="136764"/>
                </a:cubicBezTo>
                <a:lnTo>
                  <a:pt x="6004" y="136764"/>
                </a:lnTo>
                <a:cubicBezTo>
                  <a:pt x="5120" y="136764"/>
                  <a:pt x="4314" y="136635"/>
                  <a:pt x="3587" y="136375"/>
                </a:cubicBezTo>
                <a:cubicBezTo>
                  <a:pt x="2859" y="136115"/>
                  <a:pt x="2235" y="135724"/>
                  <a:pt x="1715" y="135203"/>
                </a:cubicBezTo>
                <a:cubicBezTo>
                  <a:pt x="1196" y="134683"/>
                  <a:pt x="780" y="134007"/>
                  <a:pt x="468" y="133175"/>
                </a:cubicBezTo>
                <a:cubicBezTo>
                  <a:pt x="156" y="132344"/>
                  <a:pt x="0" y="131355"/>
                  <a:pt x="0" y="130210"/>
                </a:cubicBezTo>
                <a:lnTo>
                  <a:pt x="0" y="6477"/>
                </a:lnTo>
                <a:cubicBezTo>
                  <a:pt x="0" y="5383"/>
                  <a:pt x="156" y="4421"/>
                  <a:pt x="468" y="3589"/>
                </a:cubicBezTo>
                <a:cubicBezTo>
                  <a:pt x="780" y="2757"/>
                  <a:pt x="1196" y="2069"/>
                  <a:pt x="1715" y="1523"/>
                </a:cubicBezTo>
                <a:cubicBezTo>
                  <a:pt x="2235" y="975"/>
                  <a:pt x="2859" y="585"/>
                  <a:pt x="3587" y="351"/>
                </a:cubicBezTo>
                <a:cubicBezTo>
                  <a:pt x="4314" y="117"/>
                  <a:pt x="5120" y="0"/>
                  <a:pt x="6004" y="0"/>
                </a:cubicBezTo>
                <a:lnTo>
                  <a:pt x="30098" y="0"/>
                </a:lnTo>
                <a:cubicBezTo>
                  <a:pt x="30513" y="0"/>
                  <a:pt x="30903" y="117"/>
                  <a:pt x="31267" y="351"/>
                </a:cubicBezTo>
                <a:cubicBezTo>
                  <a:pt x="31631" y="585"/>
                  <a:pt x="31930" y="975"/>
                  <a:pt x="32164" y="1520"/>
                </a:cubicBezTo>
                <a:cubicBezTo>
                  <a:pt x="32398" y="2066"/>
                  <a:pt x="32567" y="2781"/>
                  <a:pt x="32671" y="3665"/>
                </a:cubicBezTo>
                <a:cubicBezTo>
                  <a:pt x="32775" y="4548"/>
                  <a:pt x="32827" y="5666"/>
                  <a:pt x="32827" y="7018"/>
                </a:cubicBezTo>
                <a:cubicBezTo>
                  <a:pt x="32827" y="9669"/>
                  <a:pt x="32593" y="11501"/>
                  <a:pt x="32125" y="12515"/>
                </a:cubicBezTo>
                <a:cubicBezTo>
                  <a:pt x="31657" y="13528"/>
                  <a:pt x="30981" y="14035"/>
                  <a:pt x="30098" y="14035"/>
                </a:cubicBezTo>
                <a:lnTo>
                  <a:pt x="18324" y="14035"/>
                </a:lnTo>
                <a:lnTo>
                  <a:pt x="18324" y="122729"/>
                </a:lnTo>
                <a:lnTo>
                  <a:pt x="30098" y="122729"/>
                </a:lnTo>
                <a:cubicBezTo>
                  <a:pt x="30513" y="122729"/>
                  <a:pt x="30903" y="122833"/>
                  <a:pt x="31267" y="123041"/>
                </a:cubicBezTo>
                <a:cubicBezTo>
                  <a:pt x="31631" y="123249"/>
                  <a:pt x="31930" y="123639"/>
                  <a:pt x="32164" y="124211"/>
                </a:cubicBezTo>
                <a:cubicBezTo>
                  <a:pt x="32398" y="124783"/>
                  <a:pt x="32567" y="125510"/>
                  <a:pt x="32671" y="126394"/>
                </a:cubicBezTo>
                <a:cubicBezTo>
                  <a:pt x="32775" y="127278"/>
                  <a:pt x="32827" y="128395"/>
                  <a:pt x="32827" y="129747"/>
                </a:cubicBezTo>
                <a:close/>
                <a:moveTo>
                  <a:pt x="111095" y="80185"/>
                </a:moveTo>
                <a:cubicBezTo>
                  <a:pt x="111095" y="85496"/>
                  <a:pt x="110107" y="90155"/>
                  <a:pt x="108132" y="94164"/>
                </a:cubicBezTo>
                <a:cubicBezTo>
                  <a:pt x="106157" y="98174"/>
                  <a:pt x="103479" y="101518"/>
                  <a:pt x="100101" y="104199"/>
                </a:cubicBezTo>
                <a:cubicBezTo>
                  <a:pt x="96722" y="106879"/>
                  <a:pt x="92771" y="108896"/>
                  <a:pt x="88249" y="110251"/>
                </a:cubicBezTo>
                <a:cubicBezTo>
                  <a:pt x="83726" y="111604"/>
                  <a:pt x="78892" y="112281"/>
                  <a:pt x="73746" y="112281"/>
                </a:cubicBezTo>
                <a:cubicBezTo>
                  <a:pt x="70263" y="112281"/>
                  <a:pt x="67027" y="111998"/>
                  <a:pt x="64038" y="111431"/>
                </a:cubicBezTo>
                <a:cubicBezTo>
                  <a:pt x="61049" y="110864"/>
                  <a:pt x="58411" y="110181"/>
                  <a:pt x="56124" y="109384"/>
                </a:cubicBezTo>
                <a:cubicBezTo>
                  <a:pt x="53837" y="108585"/>
                  <a:pt x="51926" y="107747"/>
                  <a:pt x="50393" y="106872"/>
                </a:cubicBezTo>
                <a:cubicBezTo>
                  <a:pt x="48859" y="105996"/>
                  <a:pt x="47755" y="105224"/>
                  <a:pt x="47079" y="104554"/>
                </a:cubicBezTo>
                <a:cubicBezTo>
                  <a:pt x="46403" y="103883"/>
                  <a:pt x="45922" y="102908"/>
                  <a:pt x="45637" y="101628"/>
                </a:cubicBezTo>
                <a:cubicBezTo>
                  <a:pt x="45351" y="100348"/>
                  <a:pt x="45208" y="98507"/>
                  <a:pt x="45208" y="96104"/>
                </a:cubicBezTo>
                <a:cubicBezTo>
                  <a:pt x="45208" y="94484"/>
                  <a:pt x="45260" y="93126"/>
                  <a:pt x="45364" y="92030"/>
                </a:cubicBezTo>
                <a:cubicBezTo>
                  <a:pt x="45468" y="90933"/>
                  <a:pt x="45637" y="90046"/>
                  <a:pt x="45870" y="89367"/>
                </a:cubicBezTo>
                <a:cubicBezTo>
                  <a:pt x="46104" y="88688"/>
                  <a:pt x="46416" y="88204"/>
                  <a:pt x="46806" y="87917"/>
                </a:cubicBezTo>
                <a:cubicBezTo>
                  <a:pt x="47196" y="87629"/>
                  <a:pt x="47651" y="87486"/>
                  <a:pt x="48171" y="87486"/>
                </a:cubicBezTo>
                <a:cubicBezTo>
                  <a:pt x="48898" y="87486"/>
                  <a:pt x="49925" y="87914"/>
                  <a:pt x="51251" y="88772"/>
                </a:cubicBezTo>
                <a:cubicBezTo>
                  <a:pt x="52576" y="89630"/>
                  <a:pt x="54279" y="90579"/>
                  <a:pt x="56358" y="91618"/>
                </a:cubicBezTo>
                <a:cubicBezTo>
                  <a:pt x="58437" y="92658"/>
                  <a:pt x="60919" y="93606"/>
                  <a:pt x="63804" y="94464"/>
                </a:cubicBezTo>
                <a:cubicBezTo>
                  <a:pt x="66689" y="95322"/>
                  <a:pt x="70029" y="95751"/>
                  <a:pt x="73824" y="95751"/>
                </a:cubicBezTo>
                <a:cubicBezTo>
                  <a:pt x="76319" y="95751"/>
                  <a:pt x="78554" y="95451"/>
                  <a:pt x="80529" y="94852"/>
                </a:cubicBezTo>
                <a:cubicBezTo>
                  <a:pt x="82505" y="94251"/>
                  <a:pt x="84181" y="93403"/>
                  <a:pt x="85559" y="92308"/>
                </a:cubicBezTo>
                <a:cubicBezTo>
                  <a:pt x="86936" y="91213"/>
                  <a:pt x="87989" y="89857"/>
                  <a:pt x="88717" y="88241"/>
                </a:cubicBezTo>
                <a:cubicBezTo>
                  <a:pt x="89444" y="86623"/>
                  <a:pt x="89808" y="84823"/>
                  <a:pt x="89808" y="82841"/>
                </a:cubicBezTo>
                <a:cubicBezTo>
                  <a:pt x="89808" y="80551"/>
                  <a:pt x="89184" y="78586"/>
                  <a:pt x="87937" y="76947"/>
                </a:cubicBezTo>
                <a:cubicBezTo>
                  <a:pt x="86689" y="75306"/>
                  <a:pt x="85065" y="73848"/>
                  <a:pt x="83064" y="72573"/>
                </a:cubicBezTo>
                <a:cubicBezTo>
                  <a:pt x="81062" y="71298"/>
                  <a:pt x="78788" y="70101"/>
                  <a:pt x="76241" y="68982"/>
                </a:cubicBezTo>
                <a:cubicBezTo>
                  <a:pt x="73694" y="67861"/>
                  <a:pt x="71069" y="66676"/>
                  <a:pt x="68366" y="65427"/>
                </a:cubicBezTo>
                <a:cubicBezTo>
                  <a:pt x="65663" y="64177"/>
                  <a:pt x="63037" y="62759"/>
                  <a:pt x="60490" y="61172"/>
                </a:cubicBezTo>
                <a:cubicBezTo>
                  <a:pt x="57943" y="59583"/>
                  <a:pt x="55669" y="57683"/>
                  <a:pt x="53668" y="55470"/>
                </a:cubicBezTo>
                <a:cubicBezTo>
                  <a:pt x="51666" y="53258"/>
                  <a:pt x="50042" y="50643"/>
                  <a:pt x="48794" y="47624"/>
                </a:cubicBezTo>
                <a:cubicBezTo>
                  <a:pt x="47547" y="44605"/>
                  <a:pt x="46923" y="40986"/>
                  <a:pt x="46923" y="36769"/>
                </a:cubicBezTo>
                <a:cubicBezTo>
                  <a:pt x="46923" y="31927"/>
                  <a:pt x="47820" y="27671"/>
                  <a:pt x="49613" y="24001"/>
                </a:cubicBezTo>
                <a:cubicBezTo>
                  <a:pt x="51407" y="20331"/>
                  <a:pt x="53824" y="17286"/>
                  <a:pt x="56865" y="14866"/>
                </a:cubicBezTo>
                <a:cubicBezTo>
                  <a:pt x="59906" y="12444"/>
                  <a:pt x="63492" y="10634"/>
                  <a:pt x="67625" y="9437"/>
                </a:cubicBezTo>
                <a:cubicBezTo>
                  <a:pt x="71757" y="8240"/>
                  <a:pt x="76137" y="7641"/>
                  <a:pt x="80763" y="7641"/>
                </a:cubicBezTo>
                <a:cubicBezTo>
                  <a:pt x="83155" y="7641"/>
                  <a:pt x="85546" y="7823"/>
                  <a:pt x="87937" y="8187"/>
                </a:cubicBezTo>
                <a:cubicBezTo>
                  <a:pt x="90328" y="8551"/>
                  <a:pt x="92563" y="9045"/>
                  <a:pt x="94643" y="9669"/>
                </a:cubicBezTo>
                <a:cubicBezTo>
                  <a:pt x="96722" y="10292"/>
                  <a:pt x="98567" y="10994"/>
                  <a:pt x="100179" y="11774"/>
                </a:cubicBezTo>
                <a:cubicBezTo>
                  <a:pt x="101790" y="12554"/>
                  <a:pt x="102856" y="13203"/>
                  <a:pt x="103375" y="13723"/>
                </a:cubicBezTo>
                <a:cubicBezTo>
                  <a:pt x="103895" y="14243"/>
                  <a:pt x="104246" y="14686"/>
                  <a:pt x="104428" y="15051"/>
                </a:cubicBezTo>
                <a:cubicBezTo>
                  <a:pt x="104610" y="15417"/>
                  <a:pt x="104766" y="15900"/>
                  <a:pt x="104896" y="16501"/>
                </a:cubicBezTo>
                <a:cubicBezTo>
                  <a:pt x="105026" y="17102"/>
                  <a:pt x="105117" y="17860"/>
                  <a:pt x="105169" y="18774"/>
                </a:cubicBezTo>
                <a:cubicBezTo>
                  <a:pt x="105221" y="19687"/>
                  <a:pt x="105247" y="20823"/>
                  <a:pt x="105247" y="22181"/>
                </a:cubicBezTo>
                <a:cubicBezTo>
                  <a:pt x="105247" y="23696"/>
                  <a:pt x="105208" y="24977"/>
                  <a:pt x="105130" y="26021"/>
                </a:cubicBezTo>
                <a:cubicBezTo>
                  <a:pt x="105052" y="27066"/>
                  <a:pt x="104922" y="27927"/>
                  <a:pt x="104740" y="28606"/>
                </a:cubicBezTo>
                <a:cubicBezTo>
                  <a:pt x="104558" y="29285"/>
                  <a:pt x="104298" y="29782"/>
                  <a:pt x="103960" y="30095"/>
                </a:cubicBezTo>
                <a:cubicBezTo>
                  <a:pt x="103622" y="30409"/>
                  <a:pt x="103168" y="30565"/>
                  <a:pt x="102596" y="30565"/>
                </a:cubicBezTo>
                <a:cubicBezTo>
                  <a:pt x="102024" y="30565"/>
                  <a:pt x="101114" y="30202"/>
                  <a:pt x="99867" y="29474"/>
                </a:cubicBezTo>
                <a:cubicBezTo>
                  <a:pt x="98619" y="28746"/>
                  <a:pt x="97086" y="27953"/>
                  <a:pt x="95266" y="27096"/>
                </a:cubicBezTo>
                <a:cubicBezTo>
                  <a:pt x="93447" y="26238"/>
                  <a:pt x="91342" y="25458"/>
                  <a:pt x="88950" y="24756"/>
                </a:cubicBezTo>
                <a:cubicBezTo>
                  <a:pt x="86559" y="24055"/>
                  <a:pt x="83934" y="23704"/>
                  <a:pt x="81075" y="23704"/>
                </a:cubicBezTo>
                <a:cubicBezTo>
                  <a:pt x="78840" y="23704"/>
                  <a:pt x="76891" y="23976"/>
                  <a:pt x="75227" y="24520"/>
                </a:cubicBezTo>
                <a:cubicBezTo>
                  <a:pt x="73564" y="25064"/>
                  <a:pt x="72173" y="25816"/>
                  <a:pt x="71056" y="26774"/>
                </a:cubicBezTo>
                <a:cubicBezTo>
                  <a:pt x="69938" y="27731"/>
                  <a:pt x="69106" y="28882"/>
                  <a:pt x="68561" y="30229"/>
                </a:cubicBezTo>
                <a:cubicBezTo>
                  <a:pt x="68015" y="31576"/>
                  <a:pt x="67742" y="33000"/>
                  <a:pt x="67742" y="34503"/>
                </a:cubicBezTo>
                <a:cubicBezTo>
                  <a:pt x="67742" y="36741"/>
                  <a:pt x="68353" y="38681"/>
                  <a:pt x="69574" y="40322"/>
                </a:cubicBezTo>
                <a:cubicBezTo>
                  <a:pt x="70796" y="41961"/>
                  <a:pt x="72433" y="43418"/>
                  <a:pt x="74487" y="44693"/>
                </a:cubicBezTo>
                <a:cubicBezTo>
                  <a:pt x="76540" y="45968"/>
                  <a:pt x="78866" y="47166"/>
                  <a:pt x="81465" y="48287"/>
                </a:cubicBezTo>
                <a:cubicBezTo>
                  <a:pt x="84064" y="49406"/>
                  <a:pt x="86715" y="50591"/>
                  <a:pt x="89418" y="51840"/>
                </a:cubicBezTo>
                <a:cubicBezTo>
                  <a:pt x="92121" y="53089"/>
                  <a:pt x="94772" y="54508"/>
                  <a:pt x="97372" y="56097"/>
                </a:cubicBezTo>
                <a:cubicBezTo>
                  <a:pt x="99971" y="57684"/>
                  <a:pt x="102284" y="59583"/>
                  <a:pt x="104311" y="61796"/>
                </a:cubicBezTo>
                <a:cubicBezTo>
                  <a:pt x="106338" y="64008"/>
                  <a:pt x="107976" y="66612"/>
                  <a:pt x="109223" y="69605"/>
                </a:cubicBezTo>
                <a:cubicBezTo>
                  <a:pt x="110471" y="72598"/>
                  <a:pt x="111095" y="76124"/>
                  <a:pt x="111095" y="80185"/>
                </a:cubicBezTo>
                <a:close/>
                <a:moveTo>
                  <a:pt x="156553" y="130210"/>
                </a:moveTo>
                <a:cubicBezTo>
                  <a:pt x="156553" y="131355"/>
                  <a:pt x="156384" y="132344"/>
                  <a:pt x="156046" y="133175"/>
                </a:cubicBezTo>
                <a:cubicBezTo>
                  <a:pt x="155708" y="134007"/>
                  <a:pt x="155280" y="134683"/>
                  <a:pt x="154760" y="135203"/>
                </a:cubicBezTo>
                <a:cubicBezTo>
                  <a:pt x="154240" y="135724"/>
                  <a:pt x="153616" y="136115"/>
                  <a:pt x="152888" y="136375"/>
                </a:cubicBezTo>
                <a:cubicBezTo>
                  <a:pt x="152161" y="136635"/>
                  <a:pt x="151355" y="136764"/>
                  <a:pt x="150471" y="136764"/>
                </a:cubicBezTo>
                <a:lnTo>
                  <a:pt x="126300" y="136764"/>
                </a:lnTo>
                <a:cubicBezTo>
                  <a:pt x="125416" y="136764"/>
                  <a:pt x="124740" y="136245"/>
                  <a:pt x="124272" y="135205"/>
                </a:cubicBezTo>
                <a:cubicBezTo>
                  <a:pt x="123805" y="134165"/>
                  <a:pt x="123571" y="132346"/>
                  <a:pt x="123571" y="129747"/>
                </a:cubicBezTo>
                <a:cubicBezTo>
                  <a:pt x="123571" y="128395"/>
                  <a:pt x="123636" y="127278"/>
                  <a:pt x="123766" y="126394"/>
                </a:cubicBezTo>
                <a:cubicBezTo>
                  <a:pt x="123895" y="125510"/>
                  <a:pt x="124077" y="124783"/>
                  <a:pt x="124311" y="124211"/>
                </a:cubicBezTo>
                <a:cubicBezTo>
                  <a:pt x="124545" y="123639"/>
                  <a:pt x="124831" y="123249"/>
                  <a:pt x="125169" y="123041"/>
                </a:cubicBezTo>
                <a:cubicBezTo>
                  <a:pt x="125507" y="122833"/>
                  <a:pt x="125884" y="122729"/>
                  <a:pt x="126300" y="122729"/>
                </a:cubicBezTo>
                <a:lnTo>
                  <a:pt x="138152" y="122729"/>
                </a:lnTo>
                <a:lnTo>
                  <a:pt x="138152" y="14035"/>
                </a:lnTo>
                <a:lnTo>
                  <a:pt x="126300" y="14035"/>
                </a:lnTo>
                <a:cubicBezTo>
                  <a:pt x="125416" y="14035"/>
                  <a:pt x="124740" y="13528"/>
                  <a:pt x="124272" y="12515"/>
                </a:cubicBezTo>
                <a:cubicBezTo>
                  <a:pt x="123805" y="11501"/>
                  <a:pt x="123571" y="9669"/>
                  <a:pt x="123571" y="7018"/>
                </a:cubicBezTo>
                <a:cubicBezTo>
                  <a:pt x="123571" y="5666"/>
                  <a:pt x="123636" y="4548"/>
                  <a:pt x="123766" y="3665"/>
                </a:cubicBezTo>
                <a:cubicBezTo>
                  <a:pt x="123895" y="2781"/>
                  <a:pt x="124077" y="2066"/>
                  <a:pt x="124311" y="1520"/>
                </a:cubicBezTo>
                <a:cubicBezTo>
                  <a:pt x="124545" y="975"/>
                  <a:pt x="124831" y="585"/>
                  <a:pt x="125169" y="351"/>
                </a:cubicBezTo>
                <a:cubicBezTo>
                  <a:pt x="125507" y="117"/>
                  <a:pt x="125884" y="0"/>
                  <a:pt x="126300" y="0"/>
                </a:cubicBezTo>
                <a:lnTo>
                  <a:pt x="150471" y="0"/>
                </a:lnTo>
                <a:cubicBezTo>
                  <a:pt x="151355" y="0"/>
                  <a:pt x="152161" y="117"/>
                  <a:pt x="152888" y="351"/>
                </a:cubicBezTo>
                <a:cubicBezTo>
                  <a:pt x="153616" y="585"/>
                  <a:pt x="154240" y="975"/>
                  <a:pt x="154760" y="1523"/>
                </a:cubicBezTo>
                <a:cubicBezTo>
                  <a:pt x="155280" y="2069"/>
                  <a:pt x="155708" y="2757"/>
                  <a:pt x="156046" y="3589"/>
                </a:cubicBezTo>
                <a:cubicBezTo>
                  <a:pt x="156384" y="4421"/>
                  <a:pt x="156553" y="5383"/>
                  <a:pt x="156553" y="6477"/>
                </a:cubicBezTo>
                <a:lnTo>
                  <a:pt x="156553" y="130210"/>
                </a:lnTo>
                <a:close/>
              </a:path>
            </a:pathLst>
          </a:custGeom>
          <a:solidFill xmlns:a="http://schemas.openxmlformats.org/drawingml/2006/main">
            <a:srgbClr val="EAB2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Text meansastarttokenwithconditioninformation)">
            <a:extLst xmlns:a="http://schemas.openxmlformats.org/drawingml/2006/main">
              <a:ext uri="{FF2B5EF4-FFF2-40B4-BE49-F238E27FC236}">
                <a16:creationId xmlns:a16="http://schemas.microsoft.com/office/drawing/2014/main" id="{E613EAB0-9E65-4816-BF2A-9C8740DC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860" y="337003"/>
            <a:ext cx="3281116" cy="148319"/>
          </a:xfrm>
          <a:custGeom xmlns:a="http://schemas.openxmlformats.org/drawingml/2006/main">
            <a:pathLst>
              <a:path w="3281116" h="148319">
                <a:moveTo>
                  <a:pt x="0" y="117792"/>
                </a:moveTo>
                <a:lnTo>
                  <a:pt x="38287" y="117792"/>
                </a:lnTo>
                <a:lnTo>
                  <a:pt x="38287" y="115206"/>
                </a:lnTo>
                <a:cubicBezTo>
                  <a:pt x="29492" y="115035"/>
                  <a:pt x="26732" y="113137"/>
                  <a:pt x="26561" y="106240"/>
                </a:cubicBezTo>
                <a:lnTo>
                  <a:pt x="26561" y="57603"/>
                </a:lnTo>
                <a:cubicBezTo>
                  <a:pt x="26561" y="57258"/>
                  <a:pt x="27940" y="55534"/>
                  <a:pt x="29147" y="54326"/>
                </a:cubicBezTo>
                <a:cubicBezTo>
                  <a:pt x="33458" y="50361"/>
                  <a:pt x="40874" y="47429"/>
                  <a:pt x="46911" y="47429"/>
                </a:cubicBezTo>
                <a:cubicBezTo>
                  <a:pt x="54498" y="47429"/>
                  <a:pt x="58292" y="53466"/>
                  <a:pt x="58292" y="65537"/>
                </a:cubicBezTo>
                <a:lnTo>
                  <a:pt x="58292" y="102961"/>
                </a:lnTo>
                <a:cubicBezTo>
                  <a:pt x="57948" y="112792"/>
                  <a:pt x="56224" y="114690"/>
                  <a:pt x="46566" y="115206"/>
                </a:cubicBezTo>
                <a:lnTo>
                  <a:pt x="46566" y="117792"/>
                </a:lnTo>
                <a:lnTo>
                  <a:pt x="85198" y="117792"/>
                </a:lnTo>
                <a:lnTo>
                  <a:pt x="85198" y="115206"/>
                </a:lnTo>
                <a:cubicBezTo>
                  <a:pt x="75540" y="115206"/>
                  <a:pt x="73124" y="112448"/>
                  <a:pt x="72779" y="101411"/>
                </a:cubicBezTo>
                <a:lnTo>
                  <a:pt x="72779" y="57948"/>
                </a:lnTo>
                <a:cubicBezTo>
                  <a:pt x="77953" y="50532"/>
                  <a:pt x="83474" y="47429"/>
                  <a:pt x="91579" y="47429"/>
                </a:cubicBezTo>
                <a:cubicBezTo>
                  <a:pt x="101408" y="47429"/>
                  <a:pt x="104513" y="52084"/>
                  <a:pt x="104513" y="66400"/>
                </a:cubicBezTo>
                <a:lnTo>
                  <a:pt x="104513" y="102790"/>
                </a:lnTo>
                <a:cubicBezTo>
                  <a:pt x="104169" y="112963"/>
                  <a:pt x="103134" y="114171"/>
                  <a:pt x="93132" y="115206"/>
                </a:cubicBezTo>
                <a:lnTo>
                  <a:pt x="93132" y="117792"/>
                </a:lnTo>
                <a:lnTo>
                  <a:pt x="130900" y="117792"/>
                </a:lnTo>
                <a:lnTo>
                  <a:pt x="130900" y="115206"/>
                </a:lnTo>
                <a:lnTo>
                  <a:pt x="126416" y="114861"/>
                </a:lnTo>
                <a:cubicBezTo>
                  <a:pt x="120898" y="114000"/>
                  <a:pt x="119000" y="111413"/>
                  <a:pt x="119000" y="104687"/>
                </a:cubicBezTo>
                <a:lnTo>
                  <a:pt x="119000" y="69158"/>
                </a:lnTo>
                <a:cubicBezTo>
                  <a:pt x="119000" y="48808"/>
                  <a:pt x="112274" y="38461"/>
                  <a:pt x="98995" y="38461"/>
                </a:cubicBezTo>
                <a:cubicBezTo>
                  <a:pt x="88992" y="38461"/>
                  <a:pt x="80195" y="42945"/>
                  <a:pt x="70882" y="52948"/>
                </a:cubicBezTo>
                <a:cubicBezTo>
                  <a:pt x="67779" y="43116"/>
                  <a:pt x="61916" y="38461"/>
                  <a:pt x="52603" y="38461"/>
                </a:cubicBezTo>
                <a:cubicBezTo>
                  <a:pt x="44840" y="38461"/>
                  <a:pt x="40184" y="40703"/>
                  <a:pt x="25868" y="51740"/>
                </a:cubicBezTo>
                <a:lnTo>
                  <a:pt x="25868" y="38805"/>
                </a:lnTo>
                <a:lnTo>
                  <a:pt x="24663" y="38461"/>
                </a:lnTo>
                <a:cubicBezTo>
                  <a:pt x="15521" y="41737"/>
                  <a:pt x="9658" y="43634"/>
                  <a:pt x="518" y="46221"/>
                </a:cubicBezTo>
                <a:lnTo>
                  <a:pt x="518" y="49153"/>
                </a:lnTo>
                <a:cubicBezTo>
                  <a:pt x="2587" y="48637"/>
                  <a:pt x="4139" y="48463"/>
                  <a:pt x="6037" y="48463"/>
                </a:cubicBezTo>
                <a:cubicBezTo>
                  <a:pt x="10521" y="48463"/>
                  <a:pt x="12074" y="51224"/>
                  <a:pt x="12074" y="59500"/>
                </a:cubicBezTo>
                <a:lnTo>
                  <a:pt x="12074" y="103134"/>
                </a:lnTo>
                <a:cubicBezTo>
                  <a:pt x="11729" y="112792"/>
                  <a:pt x="9487" y="115206"/>
                  <a:pt x="0" y="115206"/>
                </a:cubicBezTo>
                <a:lnTo>
                  <a:pt x="0" y="117792"/>
                </a:lnTo>
                <a:close/>
                <a:moveTo>
                  <a:pt x="200230" y="89511"/>
                </a:moveTo>
                <a:cubicBezTo>
                  <a:pt x="191954" y="102616"/>
                  <a:pt x="184535" y="107619"/>
                  <a:pt x="173498" y="107619"/>
                </a:cubicBezTo>
                <a:cubicBezTo>
                  <a:pt x="163669" y="107619"/>
                  <a:pt x="156254" y="102616"/>
                  <a:pt x="151251" y="92787"/>
                </a:cubicBezTo>
                <a:cubicBezTo>
                  <a:pt x="148146" y="86232"/>
                  <a:pt x="146940" y="80713"/>
                  <a:pt x="146596" y="70021"/>
                </a:cubicBezTo>
                <a:lnTo>
                  <a:pt x="199714" y="70021"/>
                </a:lnTo>
                <a:cubicBezTo>
                  <a:pt x="198333" y="58811"/>
                  <a:pt x="196609" y="53811"/>
                  <a:pt x="192298" y="48290"/>
                </a:cubicBezTo>
                <a:cubicBezTo>
                  <a:pt x="187122" y="42082"/>
                  <a:pt x="179190" y="38461"/>
                  <a:pt x="170222" y="38461"/>
                </a:cubicBezTo>
                <a:cubicBezTo>
                  <a:pt x="161598" y="38461"/>
                  <a:pt x="153493" y="41566"/>
                  <a:pt x="146940" y="47429"/>
                </a:cubicBezTo>
                <a:cubicBezTo>
                  <a:pt x="138832" y="54500"/>
                  <a:pt x="134177" y="66745"/>
                  <a:pt x="134177" y="80887"/>
                </a:cubicBezTo>
                <a:cubicBezTo>
                  <a:pt x="134177" y="104687"/>
                  <a:pt x="146596" y="119519"/>
                  <a:pt x="166427" y="119519"/>
                </a:cubicBezTo>
                <a:cubicBezTo>
                  <a:pt x="182812" y="119519"/>
                  <a:pt x="195746" y="109342"/>
                  <a:pt x="202991" y="90716"/>
                </a:cubicBezTo>
                <a:lnTo>
                  <a:pt x="200230" y="89511"/>
                </a:lnTo>
                <a:moveTo>
                  <a:pt x="146940" y="64503"/>
                </a:moveTo>
                <a:cubicBezTo>
                  <a:pt x="148835" y="51050"/>
                  <a:pt x="154701" y="44669"/>
                  <a:pt x="165219" y="44669"/>
                </a:cubicBezTo>
                <a:cubicBezTo>
                  <a:pt x="175740" y="44669"/>
                  <a:pt x="179880" y="49498"/>
                  <a:pt x="182122" y="64503"/>
                </a:cubicBezTo>
                <a:lnTo>
                  <a:pt x="146940" y="64503"/>
                </a:lnTo>
                <a:close/>
                <a:moveTo>
                  <a:pt x="282666" y="106411"/>
                </a:moveTo>
                <a:cubicBezTo>
                  <a:pt x="279735" y="108827"/>
                  <a:pt x="277666" y="109687"/>
                  <a:pt x="275079" y="109687"/>
                </a:cubicBezTo>
                <a:cubicBezTo>
                  <a:pt x="271114" y="109687"/>
                  <a:pt x="269906" y="107274"/>
                  <a:pt x="269906" y="99684"/>
                </a:cubicBezTo>
                <a:lnTo>
                  <a:pt x="269906" y="66055"/>
                </a:lnTo>
                <a:cubicBezTo>
                  <a:pt x="269906" y="57087"/>
                  <a:pt x="269042" y="52084"/>
                  <a:pt x="266456" y="47945"/>
                </a:cubicBezTo>
                <a:cubicBezTo>
                  <a:pt x="262661" y="41737"/>
                  <a:pt x="255245" y="38461"/>
                  <a:pt x="245071" y="38461"/>
                </a:cubicBezTo>
                <a:cubicBezTo>
                  <a:pt x="228858" y="38461"/>
                  <a:pt x="216098" y="46911"/>
                  <a:pt x="216098" y="57776"/>
                </a:cubicBezTo>
                <a:cubicBezTo>
                  <a:pt x="216098" y="61742"/>
                  <a:pt x="219374" y="65192"/>
                  <a:pt x="223513" y="65192"/>
                </a:cubicBezTo>
                <a:cubicBezTo>
                  <a:pt x="227650" y="65192"/>
                  <a:pt x="231274" y="61742"/>
                  <a:pt x="231274" y="57948"/>
                </a:cubicBezTo>
                <a:cubicBezTo>
                  <a:pt x="231274" y="57258"/>
                  <a:pt x="231100" y="56398"/>
                  <a:pt x="230929" y="55190"/>
                </a:cubicBezTo>
                <a:cubicBezTo>
                  <a:pt x="230584" y="53637"/>
                  <a:pt x="230411" y="52258"/>
                  <a:pt x="230411" y="51050"/>
                </a:cubicBezTo>
                <a:cubicBezTo>
                  <a:pt x="230411" y="46395"/>
                  <a:pt x="235929" y="42600"/>
                  <a:pt x="242829" y="42600"/>
                </a:cubicBezTo>
                <a:cubicBezTo>
                  <a:pt x="251279" y="42600"/>
                  <a:pt x="255935" y="47600"/>
                  <a:pt x="255935" y="56913"/>
                </a:cubicBezTo>
                <a:lnTo>
                  <a:pt x="255935" y="67434"/>
                </a:lnTo>
                <a:cubicBezTo>
                  <a:pt x="229548" y="77955"/>
                  <a:pt x="226445" y="79505"/>
                  <a:pt x="219029" y="86061"/>
                </a:cubicBezTo>
                <a:cubicBezTo>
                  <a:pt x="215234" y="89511"/>
                  <a:pt x="212819" y="95374"/>
                  <a:pt x="212819" y="101063"/>
                </a:cubicBezTo>
                <a:cubicBezTo>
                  <a:pt x="212819" y="111929"/>
                  <a:pt x="220408" y="119519"/>
                  <a:pt x="230929" y="119519"/>
                </a:cubicBezTo>
                <a:cubicBezTo>
                  <a:pt x="238516" y="119519"/>
                  <a:pt x="245587" y="115898"/>
                  <a:pt x="256108" y="106929"/>
                </a:cubicBezTo>
                <a:cubicBezTo>
                  <a:pt x="256971" y="116069"/>
                  <a:pt x="260074" y="119519"/>
                  <a:pt x="267145" y="119519"/>
                </a:cubicBezTo>
                <a:cubicBezTo>
                  <a:pt x="273008" y="119519"/>
                  <a:pt x="276632" y="117448"/>
                  <a:pt x="282666" y="110895"/>
                </a:cubicBezTo>
                <a:lnTo>
                  <a:pt x="282666" y="106411"/>
                </a:lnTo>
                <a:moveTo>
                  <a:pt x="255935" y="96582"/>
                </a:moveTo>
                <a:cubicBezTo>
                  <a:pt x="255935" y="101756"/>
                  <a:pt x="255074" y="103653"/>
                  <a:pt x="251450" y="105721"/>
                </a:cubicBezTo>
                <a:cubicBezTo>
                  <a:pt x="247140" y="108134"/>
                  <a:pt x="242485" y="109516"/>
                  <a:pt x="238861" y="109516"/>
                </a:cubicBezTo>
                <a:cubicBezTo>
                  <a:pt x="232827" y="109516"/>
                  <a:pt x="227998" y="103653"/>
                  <a:pt x="227998" y="96234"/>
                </a:cubicBezTo>
                <a:lnTo>
                  <a:pt x="227998" y="95545"/>
                </a:lnTo>
                <a:cubicBezTo>
                  <a:pt x="228169" y="85198"/>
                  <a:pt x="235758" y="78645"/>
                  <a:pt x="255935" y="71574"/>
                </a:cubicBezTo>
                <a:lnTo>
                  <a:pt x="255935" y="96582"/>
                </a:lnTo>
                <a:close/>
                <a:moveTo>
                  <a:pt x="286116" y="117792"/>
                </a:moveTo>
                <a:lnTo>
                  <a:pt x="322679" y="117792"/>
                </a:lnTo>
                <a:lnTo>
                  <a:pt x="322679" y="115206"/>
                </a:lnTo>
                <a:cubicBezTo>
                  <a:pt x="314056" y="114690"/>
                  <a:pt x="311295" y="112448"/>
                  <a:pt x="311295" y="106240"/>
                </a:cubicBezTo>
                <a:lnTo>
                  <a:pt x="311295" y="57776"/>
                </a:lnTo>
                <a:cubicBezTo>
                  <a:pt x="319574" y="50016"/>
                  <a:pt x="323369" y="47945"/>
                  <a:pt x="329061" y="47945"/>
                </a:cubicBezTo>
                <a:cubicBezTo>
                  <a:pt x="337511" y="47945"/>
                  <a:pt x="341651" y="53292"/>
                  <a:pt x="341651" y="64674"/>
                </a:cubicBezTo>
                <a:lnTo>
                  <a:pt x="341651" y="100719"/>
                </a:lnTo>
                <a:cubicBezTo>
                  <a:pt x="341306" y="111929"/>
                  <a:pt x="339235" y="114690"/>
                  <a:pt x="330785" y="115206"/>
                </a:cubicBezTo>
                <a:lnTo>
                  <a:pt x="330785" y="117792"/>
                </a:lnTo>
                <a:lnTo>
                  <a:pt x="366658" y="117792"/>
                </a:lnTo>
                <a:lnTo>
                  <a:pt x="366658" y="115206"/>
                </a:lnTo>
                <a:cubicBezTo>
                  <a:pt x="358206" y="114345"/>
                  <a:pt x="356308" y="112274"/>
                  <a:pt x="356137" y="103824"/>
                </a:cubicBezTo>
                <a:lnTo>
                  <a:pt x="356137" y="64329"/>
                </a:lnTo>
                <a:cubicBezTo>
                  <a:pt x="356137" y="48119"/>
                  <a:pt x="348548" y="38461"/>
                  <a:pt x="335787" y="38461"/>
                </a:cubicBezTo>
                <a:cubicBezTo>
                  <a:pt x="327853" y="38461"/>
                  <a:pt x="322506" y="41392"/>
                  <a:pt x="310779" y="52429"/>
                </a:cubicBezTo>
                <a:lnTo>
                  <a:pt x="310779" y="38805"/>
                </a:lnTo>
                <a:lnTo>
                  <a:pt x="309571" y="38461"/>
                </a:lnTo>
                <a:cubicBezTo>
                  <a:pt x="300603" y="41737"/>
                  <a:pt x="294740" y="43634"/>
                  <a:pt x="285771" y="46221"/>
                </a:cubicBezTo>
                <a:lnTo>
                  <a:pt x="285771" y="49153"/>
                </a:lnTo>
                <a:cubicBezTo>
                  <a:pt x="286979" y="48637"/>
                  <a:pt x="288532" y="48463"/>
                  <a:pt x="290429" y="48463"/>
                </a:cubicBezTo>
                <a:cubicBezTo>
                  <a:pt x="295258" y="48463"/>
                  <a:pt x="296808" y="51050"/>
                  <a:pt x="296808" y="59500"/>
                </a:cubicBezTo>
                <a:lnTo>
                  <a:pt x="296808" y="102271"/>
                </a:lnTo>
                <a:cubicBezTo>
                  <a:pt x="296637" y="112448"/>
                  <a:pt x="294740" y="114690"/>
                  <a:pt x="286116" y="115206"/>
                </a:cubicBezTo>
                <a:lnTo>
                  <a:pt x="286116" y="117792"/>
                </a:lnTo>
                <a:close/>
                <a:moveTo>
                  <a:pt x="423568" y="63640"/>
                </a:moveTo>
                <a:lnTo>
                  <a:pt x="422879" y="40013"/>
                </a:lnTo>
                <a:lnTo>
                  <a:pt x="420982" y="40013"/>
                </a:lnTo>
                <a:cubicBezTo>
                  <a:pt x="420121" y="41392"/>
                  <a:pt x="419258" y="41911"/>
                  <a:pt x="418224" y="41911"/>
                </a:cubicBezTo>
                <a:cubicBezTo>
                  <a:pt x="417189" y="41911"/>
                  <a:pt x="415463" y="41566"/>
                  <a:pt x="413566" y="40703"/>
                </a:cubicBezTo>
                <a:cubicBezTo>
                  <a:pt x="409600" y="39324"/>
                  <a:pt x="405634" y="38461"/>
                  <a:pt x="401495" y="38461"/>
                </a:cubicBezTo>
                <a:cubicBezTo>
                  <a:pt x="387868" y="38461"/>
                  <a:pt x="378039" y="47429"/>
                  <a:pt x="378039" y="59845"/>
                </a:cubicBezTo>
                <a:cubicBezTo>
                  <a:pt x="378039" y="69503"/>
                  <a:pt x="383558" y="76403"/>
                  <a:pt x="398218" y="84682"/>
                </a:cubicBezTo>
                <a:lnTo>
                  <a:pt x="408221" y="90371"/>
                </a:lnTo>
                <a:cubicBezTo>
                  <a:pt x="414255" y="93821"/>
                  <a:pt x="417189" y="97961"/>
                  <a:pt x="417189" y="103306"/>
                </a:cubicBezTo>
                <a:cubicBezTo>
                  <a:pt x="417189" y="110895"/>
                  <a:pt x="411668" y="115724"/>
                  <a:pt x="402874" y="115724"/>
                </a:cubicBezTo>
                <a:cubicBezTo>
                  <a:pt x="390974" y="115724"/>
                  <a:pt x="384937" y="109171"/>
                  <a:pt x="380971" y="91579"/>
                </a:cubicBezTo>
                <a:lnTo>
                  <a:pt x="378210" y="91579"/>
                </a:lnTo>
                <a:lnTo>
                  <a:pt x="378210" y="118485"/>
                </a:lnTo>
                <a:lnTo>
                  <a:pt x="380453" y="118485"/>
                </a:lnTo>
                <a:cubicBezTo>
                  <a:pt x="381660" y="116758"/>
                  <a:pt x="382350" y="116413"/>
                  <a:pt x="384421" y="116413"/>
                </a:cubicBezTo>
                <a:cubicBezTo>
                  <a:pt x="386318" y="116413"/>
                  <a:pt x="388387" y="116758"/>
                  <a:pt x="392353" y="117792"/>
                </a:cubicBezTo>
                <a:cubicBezTo>
                  <a:pt x="397010" y="118829"/>
                  <a:pt x="401495" y="119519"/>
                  <a:pt x="404942" y="119519"/>
                </a:cubicBezTo>
                <a:cubicBezTo>
                  <a:pt x="418395" y="119519"/>
                  <a:pt x="429261" y="109516"/>
                  <a:pt x="429261" y="97442"/>
                </a:cubicBezTo>
                <a:cubicBezTo>
                  <a:pt x="429261" y="88819"/>
                  <a:pt x="425121" y="83129"/>
                  <a:pt x="414774" y="76919"/>
                </a:cubicBezTo>
                <a:lnTo>
                  <a:pt x="396147" y="65882"/>
                </a:lnTo>
                <a:cubicBezTo>
                  <a:pt x="391318" y="62950"/>
                  <a:pt x="388731" y="58811"/>
                  <a:pt x="388731" y="54155"/>
                </a:cubicBezTo>
                <a:cubicBezTo>
                  <a:pt x="388731" y="47084"/>
                  <a:pt x="394079" y="42426"/>
                  <a:pt x="402010" y="42426"/>
                </a:cubicBezTo>
                <a:cubicBezTo>
                  <a:pt x="411842" y="42426"/>
                  <a:pt x="417016" y="48119"/>
                  <a:pt x="420982" y="63640"/>
                </a:cubicBezTo>
                <a:lnTo>
                  <a:pt x="423568" y="63640"/>
                </a:lnTo>
                <a:close/>
                <a:moveTo>
                  <a:pt x="557228" y="106411"/>
                </a:moveTo>
                <a:cubicBezTo>
                  <a:pt x="554296" y="108827"/>
                  <a:pt x="552228" y="109687"/>
                  <a:pt x="549641" y="109687"/>
                </a:cubicBezTo>
                <a:cubicBezTo>
                  <a:pt x="545675" y="109687"/>
                  <a:pt x="544467" y="107274"/>
                  <a:pt x="544467" y="99684"/>
                </a:cubicBezTo>
                <a:lnTo>
                  <a:pt x="544467" y="66055"/>
                </a:lnTo>
                <a:cubicBezTo>
                  <a:pt x="544467" y="57087"/>
                  <a:pt x="543604" y="52084"/>
                  <a:pt x="541017" y="47945"/>
                </a:cubicBezTo>
                <a:cubicBezTo>
                  <a:pt x="537223" y="41737"/>
                  <a:pt x="529807" y="38461"/>
                  <a:pt x="519633" y="38461"/>
                </a:cubicBezTo>
                <a:cubicBezTo>
                  <a:pt x="503420" y="38461"/>
                  <a:pt x="490659" y="46911"/>
                  <a:pt x="490659" y="57776"/>
                </a:cubicBezTo>
                <a:cubicBezTo>
                  <a:pt x="490659" y="61742"/>
                  <a:pt x="493936" y="65192"/>
                  <a:pt x="498075" y="65192"/>
                </a:cubicBezTo>
                <a:cubicBezTo>
                  <a:pt x="502212" y="65192"/>
                  <a:pt x="505836" y="61742"/>
                  <a:pt x="505836" y="57948"/>
                </a:cubicBezTo>
                <a:cubicBezTo>
                  <a:pt x="505836" y="57258"/>
                  <a:pt x="505662" y="56398"/>
                  <a:pt x="505491" y="55190"/>
                </a:cubicBezTo>
                <a:cubicBezTo>
                  <a:pt x="505146" y="53637"/>
                  <a:pt x="504973" y="52258"/>
                  <a:pt x="504973" y="51050"/>
                </a:cubicBezTo>
                <a:cubicBezTo>
                  <a:pt x="504973" y="46395"/>
                  <a:pt x="510491" y="42600"/>
                  <a:pt x="517391" y="42600"/>
                </a:cubicBezTo>
                <a:cubicBezTo>
                  <a:pt x="525841" y="42600"/>
                  <a:pt x="530496" y="47600"/>
                  <a:pt x="530496" y="56913"/>
                </a:cubicBezTo>
                <a:lnTo>
                  <a:pt x="530496" y="67434"/>
                </a:lnTo>
                <a:cubicBezTo>
                  <a:pt x="504109" y="77955"/>
                  <a:pt x="501007" y="79505"/>
                  <a:pt x="493591" y="86061"/>
                </a:cubicBezTo>
                <a:cubicBezTo>
                  <a:pt x="489796" y="89511"/>
                  <a:pt x="487380" y="95374"/>
                  <a:pt x="487380" y="101063"/>
                </a:cubicBezTo>
                <a:cubicBezTo>
                  <a:pt x="487380" y="111929"/>
                  <a:pt x="494970" y="119519"/>
                  <a:pt x="505491" y="119519"/>
                </a:cubicBezTo>
                <a:cubicBezTo>
                  <a:pt x="513078" y="119519"/>
                  <a:pt x="520149" y="115898"/>
                  <a:pt x="530670" y="106929"/>
                </a:cubicBezTo>
                <a:cubicBezTo>
                  <a:pt x="531533" y="116069"/>
                  <a:pt x="534636" y="119519"/>
                  <a:pt x="541707" y="119519"/>
                </a:cubicBezTo>
                <a:cubicBezTo>
                  <a:pt x="547570" y="119519"/>
                  <a:pt x="551194" y="117448"/>
                  <a:pt x="557228" y="110895"/>
                </a:cubicBezTo>
                <a:lnTo>
                  <a:pt x="557228" y="106411"/>
                </a:lnTo>
                <a:moveTo>
                  <a:pt x="530496" y="96582"/>
                </a:moveTo>
                <a:cubicBezTo>
                  <a:pt x="530496" y="101756"/>
                  <a:pt x="529636" y="103653"/>
                  <a:pt x="526012" y="105721"/>
                </a:cubicBezTo>
                <a:cubicBezTo>
                  <a:pt x="521702" y="108134"/>
                  <a:pt x="517046" y="109516"/>
                  <a:pt x="513423" y="109516"/>
                </a:cubicBezTo>
                <a:cubicBezTo>
                  <a:pt x="507388" y="109516"/>
                  <a:pt x="502559" y="103653"/>
                  <a:pt x="502559" y="96234"/>
                </a:cubicBezTo>
                <a:lnTo>
                  <a:pt x="502559" y="95545"/>
                </a:lnTo>
                <a:cubicBezTo>
                  <a:pt x="502730" y="85198"/>
                  <a:pt x="510320" y="78645"/>
                  <a:pt x="530496" y="71574"/>
                </a:cubicBezTo>
                <a:lnTo>
                  <a:pt x="530496" y="96582"/>
                </a:lnTo>
                <a:close/>
                <a:moveTo>
                  <a:pt x="655014" y="63640"/>
                </a:moveTo>
                <a:lnTo>
                  <a:pt x="654325" y="40013"/>
                </a:lnTo>
                <a:lnTo>
                  <a:pt x="652428" y="40013"/>
                </a:lnTo>
                <a:cubicBezTo>
                  <a:pt x="651567" y="41392"/>
                  <a:pt x="650704" y="41911"/>
                  <a:pt x="649670" y="41911"/>
                </a:cubicBezTo>
                <a:cubicBezTo>
                  <a:pt x="648636" y="41911"/>
                  <a:pt x="646909" y="41566"/>
                  <a:pt x="645012" y="40703"/>
                </a:cubicBezTo>
                <a:cubicBezTo>
                  <a:pt x="641046" y="39324"/>
                  <a:pt x="637080" y="38461"/>
                  <a:pt x="632941" y="38461"/>
                </a:cubicBezTo>
                <a:cubicBezTo>
                  <a:pt x="619314" y="38461"/>
                  <a:pt x="609485" y="47429"/>
                  <a:pt x="609485" y="59845"/>
                </a:cubicBezTo>
                <a:cubicBezTo>
                  <a:pt x="609485" y="69503"/>
                  <a:pt x="615004" y="76403"/>
                  <a:pt x="629664" y="84682"/>
                </a:cubicBezTo>
                <a:lnTo>
                  <a:pt x="639667" y="90371"/>
                </a:lnTo>
                <a:cubicBezTo>
                  <a:pt x="645701" y="93821"/>
                  <a:pt x="648636" y="97961"/>
                  <a:pt x="648636" y="103306"/>
                </a:cubicBezTo>
                <a:cubicBezTo>
                  <a:pt x="648636" y="110895"/>
                  <a:pt x="643114" y="115724"/>
                  <a:pt x="634320" y="115724"/>
                </a:cubicBezTo>
                <a:cubicBezTo>
                  <a:pt x="622420" y="115724"/>
                  <a:pt x="616383" y="109171"/>
                  <a:pt x="612417" y="91579"/>
                </a:cubicBezTo>
                <a:lnTo>
                  <a:pt x="609656" y="91579"/>
                </a:lnTo>
                <a:lnTo>
                  <a:pt x="609656" y="118485"/>
                </a:lnTo>
                <a:lnTo>
                  <a:pt x="611899" y="118485"/>
                </a:lnTo>
                <a:cubicBezTo>
                  <a:pt x="613106" y="116758"/>
                  <a:pt x="613796" y="116413"/>
                  <a:pt x="615867" y="116413"/>
                </a:cubicBezTo>
                <a:cubicBezTo>
                  <a:pt x="617764" y="116413"/>
                  <a:pt x="619833" y="116758"/>
                  <a:pt x="623799" y="117792"/>
                </a:cubicBezTo>
                <a:cubicBezTo>
                  <a:pt x="628457" y="118829"/>
                  <a:pt x="632941" y="119519"/>
                  <a:pt x="636388" y="119519"/>
                </a:cubicBezTo>
                <a:cubicBezTo>
                  <a:pt x="649841" y="119519"/>
                  <a:pt x="660707" y="109516"/>
                  <a:pt x="660707" y="97442"/>
                </a:cubicBezTo>
                <a:cubicBezTo>
                  <a:pt x="660707" y="88819"/>
                  <a:pt x="656567" y="83129"/>
                  <a:pt x="646220" y="76919"/>
                </a:cubicBezTo>
                <a:lnTo>
                  <a:pt x="627593" y="65882"/>
                </a:lnTo>
                <a:cubicBezTo>
                  <a:pt x="622764" y="62950"/>
                  <a:pt x="620178" y="58811"/>
                  <a:pt x="620178" y="54155"/>
                </a:cubicBezTo>
                <a:cubicBezTo>
                  <a:pt x="620178" y="47084"/>
                  <a:pt x="625525" y="42426"/>
                  <a:pt x="633457" y="42426"/>
                </a:cubicBezTo>
                <a:cubicBezTo>
                  <a:pt x="643288" y="42426"/>
                  <a:pt x="648462" y="48119"/>
                  <a:pt x="652428" y="63640"/>
                </a:cubicBezTo>
                <a:lnTo>
                  <a:pt x="655014" y="63640"/>
                </a:lnTo>
                <a:close/>
                <a:moveTo>
                  <a:pt x="711755" y="40184"/>
                </a:moveTo>
                <a:lnTo>
                  <a:pt x="694337" y="40184"/>
                </a:lnTo>
                <a:lnTo>
                  <a:pt x="694337" y="20179"/>
                </a:lnTo>
                <a:cubicBezTo>
                  <a:pt x="694337" y="18455"/>
                  <a:pt x="693992" y="17937"/>
                  <a:pt x="693129" y="17937"/>
                </a:cubicBezTo>
                <a:cubicBezTo>
                  <a:pt x="683126" y="32424"/>
                  <a:pt x="677953" y="38287"/>
                  <a:pt x="672953" y="41219"/>
                </a:cubicBezTo>
                <a:cubicBezTo>
                  <a:pt x="671055" y="42426"/>
                  <a:pt x="670019" y="43461"/>
                  <a:pt x="670019" y="44497"/>
                </a:cubicBezTo>
                <a:cubicBezTo>
                  <a:pt x="670019" y="45013"/>
                  <a:pt x="670192" y="45358"/>
                  <a:pt x="670711" y="45703"/>
                </a:cubicBezTo>
                <a:lnTo>
                  <a:pt x="679850" y="45703"/>
                </a:lnTo>
                <a:lnTo>
                  <a:pt x="679850" y="97616"/>
                </a:lnTo>
                <a:cubicBezTo>
                  <a:pt x="679850" y="112103"/>
                  <a:pt x="685024" y="119519"/>
                  <a:pt x="695200" y="119519"/>
                </a:cubicBezTo>
                <a:cubicBezTo>
                  <a:pt x="703650" y="119519"/>
                  <a:pt x="710203" y="115379"/>
                  <a:pt x="715895" y="106411"/>
                </a:cubicBezTo>
                <a:lnTo>
                  <a:pt x="713653" y="104513"/>
                </a:lnTo>
                <a:cubicBezTo>
                  <a:pt x="709858" y="108998"/>
                  <a:pt x="707100" y="110550"/>
                  <a:pt x="703305" y="110550"/>
                </a:cubicBezTo>
                <a:cubicBezTo>
                  <a:pt x="696924" y="110550"/>
                  <a:pt x="694337" y="105895"/>
                  <a:pt x="694337" y="95029"/>
                </a:cubicBezTo>
                <a:lnTo>
                  <a:pt x="694337" y="45703"/>
                </a:lnTo>
                <a:lnTo>
                  <a:pt x="711755" y="45703"/>
                </a:lnTo>
                <a:lnTo>
                  <a:pt x="711755" y="40184"/>
                </a:lnTo>
                <a:close/>
                <a:moveTo>
                  <a:pt x="791951" y="106411"/>
                </a:moveTo>
                <a:cubicBezTo>
                  <a:pt x="789019" y="108827"/>
                  <a:pt x="786951" y="109687"/>
                  <a:pt x="784364" y="109687"/>
                </a:cubicBezTo>
                <a:cubicBezTo>
                  <a:pt x="780398" y="109687"/>
                  <a:pt x="779190" y="107274"/>
                  <a:pt x="779190" y="99684"/>
                </a:cubicBezTo>
                <a:lnTo>
                  <a:pt x="779190" y="66055"/>
                </a:lnTo>
                <a:cubicBezTo>
                  <a:pt x="779190" y="57087"/>
                  <a:pt x="778327" y="52084"/>
                  <a:pt x="775740" y="47945"/>
                </a:cubicBezTo>
                <a:cubicBezTo>
                  <a:pt x="771945" y="41737"/>
                  <a:pt x="764530" y="38461"/>
                  <a:pt x="754356" y="38461"/>
                </a:cubicBezTo>
                <a:cubicBezTo>
                  <a:pt x="738143" y="38461"/>
                  <a:pt x="725382" y="46911"/>
                  <a:pt x="725382" y="57776"/>
                </a:cubicBezTo>
                <a:cubicBezTo>
                  <a:pt x="725382" y="61742"/>
                  <a:pt x="728658" y="65192"/>
                  <a:pt x="732798" y="65192"/>
                </a:cubicBezTo>
                <a:cubicBezTo>
                  <a:pt x="736935" y="65192"/>
                  <a:pt x="740558" y="61742"/>
                  <a:pt x="740558" y="57948"/>
                </a:cubicBezTo>
                <a:cubicBezTo>
                  <a:pt x="740558" y="57258"/>
                  <a:pt x="740385" y="56398"/>
                  <a:pt x="740214" y="55190"/>
                </a:cubicBezTo>
                <a:cubicBezTo>
                  <a:pt x="739869" y="53637"/>
                  <a:pt x="739695" y="52258"/>
                  <a:pt x="739695" y="51050"/>
                </a:cubicBezTo>
                <a:cubicBezTo>
                  <a:pt x="739695" y="46395"/>
                  <a:pt x="745214" y="42600"/>
                  <a:pt x="752114" y="42600"/>
                </a:cubicBezTo>
                <a:cubicBezTo>
                  <a:pt x="760564" y="42600"/>
                  <a:pt x="765219" y="47600"/>
                  <a:pt x="765219" y="56913"/>
                </a:cubicBezTo>
                <a:lnTo>
                  <a:pt x="765219" y="67434"/>
                </a:lnTo>
                <a:cubicBezTo>
                  <a:pt x="738832" y="77955"/>
                  <a:pt x="735729" y="79505"/>
                  <a:pt x="728314" y="86061"/>
                </a:cubicBezTo>
                <a:cubicBezTo>
                  <a:pt x="724519" y="89511"/>
                  <a:pt x="722103" y="95374"/>
                  <a:pt x="722103" y="101063"/>
                </a:cubicBezTo>
                <a:cubicBezTo>
                  <a:pt x="722103" y="111929"/>
                  <a:pt x="729693" y="119519"/>
                  <a:pt x="740214" y="119519"/>
                </a:cubicBezTo>
                <a:cubicBezTo>
                  <a:pt x="747801" y="119519"/>
                  <a:pt x="754872" y="115898"/>
                  <a:pt x="765393" y="106929"/>
                </a:cubicBezTo>
                <a:cubicBezTo>
                  <a:pt x="766256" y="116069"/>
                  <a:pt x="769359" y="119519"/>
                  <a:pt x="776430" y="119519"/>
                </a:cubicBezTo>
                <a:cubicBezTo>
                  <a:pt x="782293" y="119519"/>
                  <a:pt x="785916" y="117448"/>
                  <a:pt x="791951" y="110895"/>
                </a:cubicBezTo>
                <a:lnTo>
                  <a:pt x="791951" y="106411"/>
                </a:lnTo>
                <a:moveTo>
                  <a:pt x="765219" y="96582"/>
                </a:moveTo>
                <a:cubicBezTo>
                  <a:pt x="765219" y="101756"/>
                  <a:pt x="764359" y="103653"/>
                  <a:pt x="760735" y="105721"/>
                </a:cubicBezTo>
                <a:cubicBezTo>
                  <a:pt x="756424" y="108134"/>
                  <a:pt x="751769" y="109516"/>
                  <a:pt x="748145" y="109516"/>
                </a:cubicBezTo>
                <a:cubicBezTo>
                  <a:pt x="742111" y="109516"/>
                  <a:pt x="737282" y="103653"/>
                  <a:pt x="737282" y="96234"/>
                </a:cubicBezTo>
                <a:lnTo>
                  <a:pt x="737282" y="95545"/>
                </a:lnTo>
                <a:cubicBezTo>
                  <a:pt x="737453" y="85198"/>
                  <a:pt x="745043" y="78645"/>
                  <a:pt x="765219" y="71574"/>
                </a:cubicBezTo>
                <a:lnTo>
                  <a:pt x="765219" y="96582"/>
                </a:lnTo>
                <a:close/>
                <a:moveTo>
                  <a:pt x="793158" y="117792"/>
                </a:moveTo>
                <a:lnTo>
                  <a:pt x="834550" y="117792"/>
                </a:lnTo>
                <a:lnTo>
                  <a:pt x="834550" y="115206"/>
                </a:lnTo>
                <a:cubicBezTo>
                  <a:pt x="822995" y="114861"/>
                  <a:pt x="820234" y="112448"/>
                  <a:pt x="819890" y="102271"/>
                </a:cubicBezTo>
                <a:lnTo>
                  <a:pt x="819890" y="63469"/>
                </a:lnTo>
                <a:cubicBezTo>
                  <a:pt x="819890" y="57948"/>
                  <a:pt x="827134" y="49326"/>
                  <a:pt x="831963" y="49326"/>
                </a:cubicBezTo>
                <a:cubicBezTo>
                  <a:pt x="832998" y="49326"/>
                  <a:pt x="834550" y="50187"/>
                  <a:pt x="836448" y="51913"/>
                </a:cubicBezTo>
                <a:cubicBezTo>
                  <a:pt x="839034" y="54500"/>
                  <a:pt x="841103" y="55361"/>
                  <a:pt x="843345" y="55361"/>
                </a:cubicBezTo>
                <a:cubicBezTo>
                  <a:pt x="847484" y="55361"/>
                  <a:pt x="850071" y="52429"/>
                  <a:pt x="850071" y="47600"/>
                </a:cubicBezTo>
                <a:cubicBezTo>
                  <a:pt x="850071" y="41911"/>
                  <a:pt x="846450" y="38461"/>
                  <a:pt x="840587" y="38461"/>
                </a:cubicBezTo>
                <a:cubicBezTo>
                  <a:pt x="833342" y="38461"/>
                  <a:pt x="828513" y="42255"/>
                  <a:pt x="819890" y="54671"/>
                </a:cubicBezTo>
                <a:lnTo>
                  <a:pt x="819890" y="38805"/>
                </a:lnTo>
                <a:lnTo>
                  <a:pt x="819029" y="38461"/>
                </a:lnTo>
                <a:cubicBezTo>
                  <a:pt x="809371" y="42255"/>
                  <a:pt x="803161" y="44669"/>
                  <a:pt x="793503" y="47774"/>
                </a:cubicBezTo>
                <a:lnTo>
                  <a:pt x="793503" y="50532"/>
                </a:lnTo>
                <a:cubicBezTo>
                  <a:pt x="795919" y="50016"/>
                  <a:pt x="797471" y="49842"/>
                  <a:pt x="799540" y="49842"/>
                </a:cubicBezTo>
                <a:cubicBezTo>
                  <a:pt x="803850" y="49842"/>
                  <a:pt x="805403" y="52603"/>
                  <a:pt x="805403" y="60190"/>
                </a:cubicBezTo>
                <a:lnTo>
                  <a:pt x="805403" y="103306"/>
                </a:lnTo>
                <a:cubicBezTo>
                  <a:pt x="805058" y="112274"/>
                  <a:pt x="804024" y="113311"/>
                  <a:pt x="793158" y="115206"/>
                </a:cubicBezTo>
                <a:lnTo>
                  <a:pt x="793158" y="117792"/>
                </a:lnTo>
                <a:close/>
                <a:moveTo>
                  <a:pt x="893704" y="40184"/>
                </a:moveTo>
                <a:lnTo>
                  <a:pt x="876285" y="40184"/>
                </a:lnTo>
                <a:lnTo>
                  <a:pt x="876285" y="20179"/>
                </a:lnTo>
                <a:cubicBezTo>
                  <a:pt x="876285" y="18455"/>
                  <a:pt x="875941" y="17937"/>
                  <a:pt x="875078" y="17937"/>
                </a:cubicBezTo>
                <a:cubicBezTo>
                  <a:pt x="865075" y="32424"/>
                  <a:pt x="859901" y="38287"/>
                  <a:pt x="854901" y="41219"/>
                </a:cubicBezTo>
                <a:cubicBezTo>
                  <a:pt x="853004" y="42426"/>
                  <a:pt x="851967" y="43461"/>
                  <a:pt x="851967" y="44497"/>
                </a:cubicBezTo>
                <a:cubicBezTo>
                  <a:pt x="851967" y="45013"/>
                  <a:pt x="852141" y="45358"/>
                  <a:pt x="852659" y="45703"/>
                </a:cubicBezTo>
                <a:lnTo>
                  <a:pt x="861799" y="45703"/>
                </a:lnTo>
                <a:lnTo>
                  <a:pt x="861799" y="97616"/>
                </a:lnTo>
                <a:cubicBezTo>
                  <a:pt x="861799" y="112103"/>
                  <a:pt x="866972" y="119519"/>
                  <a:pt x="877149" y="119519"/>
                </a:cubicBezTo>
                <a:cubicBezTo>
                  <a:pt x="885599" y="119519"/>
                  <a:pt x="892151" y="115379"/>
                  <a:pt x="897843" y="106411"/>
                </a:cubicBezTo>
                <a:lnTo>
                  <a:pt x="895601" y="104513"/>
                </a:lnTo>
                <a:cubicBezTo>
                  <a:pt x="891807" y="108998"/>
                  <a:pt x="889049" y="110550"/>
                  <a:pt x="885254" y="110550"/>
                </a:cubicBezTo>
                <a:cubicBezTo>
                  <a:pt x="878872" y="110550"/>
                  <a:pt x="876285" y="105895"/>
                  <a:pt x="876285" y="95029"/>
                </a:cubicBezTo>
                <a:lnTo>
                  <a:pt x="876285" y="45703"/>
                </a:lnTo>
                <a:lnTo>
                  <a:pt x="893704" y="45703"/>
                </a:lnTo>
                <a:lnTo>
                  <a:pt x="893704" y="40184"/>
                </a:lnTo>
                <a:close/>
                <a:moveTo>
                  <a:pt x="986318" y="40184"/>
                </a:moveTo>
                <a:lnTo>
                  <a:pt x="968899" y="40184"/>
                </a:lnTo>
                <a:lnTo>
                  <a:pt x="968899" y="20179"/>
                </a:lnTo>
                <a:cubicBezTo>
                  <a:pt x="968899" y="18455"/>
                  <a:pt x="968554" y="17937"/>
                  <a:pt x="967691" y="17937"/>
                </a:cubicBezTo>
                <a:cubicBezTo>
                  <a:pt x="957688" y="32424"/>
                  <a:pt x="952515" y="38287"/>
                  <a:pt x="947515" y="41219"/>
                </a:cubicBezTo>
                <a:cubicBezTo>
                  <a:pt x="945617" y="42426"/>
                  <a:pt x="944581" y="43461"/>
                  <a:pt x="944581" y="44497"/>
                </a:cubicBezTo>
                <a:cubicBezTo>
                  <a:pt x="944581" y="45013"/>
                  <a:pt x="944754" y="45358"/>
                  <a:pt x="945273" y="45703"/>
                </a:cubicBezTo>
                <a:lnTo>
                  <a:pt x="954412" y="45703"/>
                </a:lnTo>
                <a:lnTo>
                  <a:pt x="954412" y="97616"/>
                </a:lnTo>
                <a:cubicBezTo>
                  <a:pt x="954412" y="112103"/>
                  <a:pt x="959586" y="119519"/>
                  <a:pt x="969762" y="119519"/>
                </a:cubicBezTo>
                <a:cubicBezTo>
                  <a:pt x="978212" y="119519"/>
                  <a:pt x="984765" y="115379"/>
                  <a:pt x="990457" y="106411"/>
                </a:cubicBezTo>
                <a:lnTo>
                  <a:pt x="988215" y="104513"/>
                </a:lnTo>
                <a:cubicBezTo>
                  <a:pt x="984420" y="108998"/>
                  <a:pt x="981662" y="110550"/>
                  <a:pt x="977867" y="110550"/>
                </a:cubicBezTo>
                <a:cubicBezTo>
                  <a:pt x="971486" y="110550"/>
                  <a:pt x="968899" y="105895"/>
                  <a:pt x="968899" y="95029"/>
                </a:cubicBezTo>
                <a:lnTo>
                  <a:pt x="968899" y="45703"/>
                </a:lnTo>
                <a:lnTo>
                  <a:pt x="986318" y="45703"/>
                </a:lnTo>
                <a:lnTo>
                  <a:pt x="986318" y="40184"/>
                </a:lnTo>
                <a:close/>
                <a:moveTo>
                  <a:pt x="1033403" y="38461"/>
                </a:moveTo>
                <a:cubicBezTo>
                  <a:pt x="1010808" y="38461"/>
                  <a:pt x="995287" y="55016"/>
                  <a:pt x="995287" y="78816"/>
                </a:cubicBezTo>
                <a:cubicBezTo>
                  <a:pt x="995287" y="102271"/>
                  <a:pt x="1011326" y="119519"/>
                  <a:pt x="1033055" y="119519"/>
                </a:cubicBezTo>
                <a:cubicBezTo>
                  <a:pt x="1054787" y="119519"/>
                  <a:pt x="1071342" y="101411"/>
                  <a:pt x="1071342" y="77437"/>
                </a:cubicBezTo>
                <a:cubicBezTo>
                  <a:pt x="1071342" y="54671"/>
                  <a:pt x="1055476" y="38461"/>
                  <a:pt x="1033403" y="38461"/>
                </a:cubicBezTo>
                <a:moveTo>
                  <a:pt x="1031161" y="43290"/>
                </a:moveTo>
                <a:cubicBezTo>
                  <a:pt x="1045647" y="43290"/>
                  <a:pt x="1055821" y="59845"/>
                  <a:pt x="1055821" y="83474"/>
                </a:cubicBezTo>
                <a:cubicBezTo>
                  <a:pt x="1055821" y="103134"/>
                  <a:pt x="1048061" y="114690"/>
                  <a:pt x="1035126" y="114690"/>
                </a:cubicBezTo>
                <a:cubicBezTo>
                  <a:pt x="1028400" y="114690"/>
                  <a:pt x="1022018" y="110550"/>
                  <a:pt x="1018397" y="103653"/>
                </a:cubicBezTo>
                <a:cubicBezTo>
                  <a:pt x="1013568" y="94684"/>
                  <a:pt x="1010808" y="82611"/>
                  <a:pt x="1010808" y="70366"/>
                </a:cubicBezTo>
                <a:cubicBezTo>
                  <a:pt x="1010808" y="53982"/>
                  <a:pt x="1018742" y="43290"/>
                  <a:pt x="1031161" y="43290"/>
                </a:cubicBezTo>
                <a:close/>
                <a:moveTo>
                  <a:pt x="1077724" y="117792"/>
                </a:moveTo>
                <a:lnTo>
                  <a:pt x="1118082" y="117792"/>
                </a:lnTo>
                <a:lnTo>
                  <a:pt x="1118082" y="115206"/>
                </a:lnTo>
                <a:lnTo>
                  <a:pt x="1114632" y="115035"/>
                </a:lnTo>
                <a:cubicBezTo>
                  <a:pt x="1107387" y="114516"/>
                  <a:pt x="1105318" y="112619"/>
                  <a:pt x="1105145" y="106240"/>
                </a:cubicBezTo>
                <a:lnTo>
                  <a:pt x="1105145" y="74505"/>
                </a:lnTo>
                <a:lnTo>
                  <a:pt x="1129292" y="106756"/>
                </a:lnTo>
                <a:cubicBezTo>
                  <a:pt x="1129982" y="107619"/>
                  <a:pt x="1130498" y="108482"/>
                  <a:pt x="1131016" y="108998"/>
                </a:cubicBezTo>
                <a:cubicBezTo>
                  <a:pt x="1132395" y="110724"/>
                  <a:pt x="1132913" y="111758"/>
                  <a:pt x="1132913" y="112619"/>
                </a:cubicBezTo>
                <a:cubicBezTo>
                  <a:pt x="1132913" y="114171"/>
                  <a:pt x="1131361" y="115206"/>
                  <a:pt x="1129292" y="115206"/>
                </a:cubicBezTo>
                <a:lnTo>
                  <a:pt x="1126013" y="115206"/>
                </a:lnTo>
                <a:lnTo>
                  <a:pt x="1126013" y="117792"/>
                </a:lnTo>
                <a:lnTo>
                  <a:pt x="1163611" y="117792"/>
                </a:lnTo>
                <a:lnTo>
                  <a:pt x="1163611" y="115206"/>
                </a:lnTo>
                <a:cubicBezTo>
                  <a:pt x="1156024" y="114690"/>
                  <a:pt x="1150677" y="111413"/>
                  <a:pt x="1143434" y="102616"/>
                </a:cubicBezTo>
                <a:lnTo>
                  <a:pt x="1117045" y="69158"/>
                </a:lnTo>
                <a:lnTo>
                  <a:pt x="1122047" y="64503"/>
                </a:lnTo>
                <a:cubicBezTo>
                  <a:pt x="1143605" y="45187"/>
                  <a:pt x="1148263" y="42426"/>
                  <a:pt x="1159300" y="42771"/>
                </a:cubicBezTo>
                <a:lnTo>
                  <a:pt x="1159300" y="40184"/>
                </a:lnTo>
                <a:lnTo>
                  <a:pt x="1124116" y="40184"/>
                </a:lnTo>
                <a:lnTo>
                  <a:pt x="1124116" y="42600"/>
                </a:lnTo>
                <a:cubicBezTo>
                  <a:pt x="1130842" y="42771"/>
                  <a:pt x="1132740" y="43461"/>
                  <a:pt x="1132740" y="45703"/>
                </a:cubicBezTo>
                <a:cubicBezTo>
                  <a:pt x="1132740" y="47255"/>
                  <a:pt x="1131187" y="49498"/>
                  <a:pt x="1128774" y="51740"/>
                </a:cubicBezTo>
                <a:lnTo>
                  <a:pt x="1105145" y="72782"/>
                </a:lnTo>
                <a:lnTo>
                  <a:pt x="1105145" y="345"/>
                </a:lnTo>
                <a:lnTo>
                  <a:pt x="1104455" y="0"/>
                </a:lnTo>
                <a:cubicBezTo>
                  <a:pt x="1097729" y="2071"/>
                  <a:pt x="1092729" y="3624"/>
                  <a:pt x="1082897" y="6211"/>
                </a:cubicBezTo>
                <a:lnTo>
                  <a:pt x="1077724" y="7589"/>
                </a:lnTo>
                <a:lnTo>
                  <a:pt x="1077724" y="10347"/>
                </a:lnTo>
                <a:cubicBezTo>
                  <a:pt x="1079966" y="10176"/>
                  <a:pt x="1081518" y="10003"/>
                  <a:pt x="1083242" y="10003"/>
                </a:cubicBezTo>
                <a:cubicBezTo>
                  <a:pt x="1089108" y="10003"/>
                  <a:pt x="1090658" y="12245"/>
                  <a:pt x="1090658" y="20524"/>
                </a:cubicBezTo>
                <a:lnTo>
                  <a:pt x="1090658" y="103653"/>
                </a:lnTo>
                <a:cubicBezTo>
                  <a:pt x="1090487" y="112792"/>
                  <a:pt x="1089968" y="113311"/>
                  <a:pt x="1077724" y="115206"/>
                </a:cubicBezTo>
                <a:lnTo>
                  <a:pt x="1077724" y="117792"/>
                </a:lnTo>
                <a:close/>
                <a:moveTo>
                  <a:pt x="1233113" y="89511"/>
                </a:moveTo>
                <a:cubicBezTo>
                  <a:pt x="1224836" y="102616"/>
                  <a:pt x="1217418" y="107619"/>
                  <a:pt x="1206381" y="107619"/>
                </a:cubicBezTo>
                <a:cubicBezTo>
                  <a:pt x="1196552" y="107619"/>
                  <a:pt x="1189136" y="102616"/>
                  <a:pt x="1184133" y="92787"/>
                </a:cubicBezTo>
                <a:cubicBezTo>
                  <a:pt x="1181028" y="86232"/>
                  <a:pt x="1179823" y="80713"/>
                  <a:pt x="1179478" y="70021"/>
                </a:cubicBezTo>
                <a:lnTo>
                  <a:pt x="1232597" y="70021"/>
                </a:lnTo>
                <a:cubicBezTo>
                  <a:pt x="1231215" y="58811"/>
                  <a:pt x="1229491" y="53811"/>
                  <a:pt x="1225181" y="48290"/>
                </a:cubicBezTo>
                <a:cubicBezTo>
                  <a:pt x="1220005" y="42082"/>
                  <a:pt x="1212073" y="38461"/>
                  <a:pt x="1203105" y="38461"/>
                </a:cubicBezTo>
                <a:cubicBezTo>
                  <a:pt x="1194481" y="38461"/>
                  <a:pt x="1186376" y="41566"/>
                  <a:pt x="1179823" y="47429"/>
                </a:cubicBezTo>
                <a:cubicBezTo>
                  <a:pt x="1171715" y="54500"/>
                  <a:pt x="1167060" y="66745"/>
                  <a:pt x="1167060" y="80887"/>
                </a:cubicBezTo>
                <a:cubicBezTo>
                  <a:pt x="1167060" y="104687"/>
                  <a:pt x="1179478" y="119519"/>
                  <a:pt x="1199310" y="119519"/>
                </a:cubicBezTo>
                <a:cubicBezTo>
                  <a:pt x="1215694" y="119519"/>
                  <a:pt x="1228628" y="109342"/>
                  <a:pt x="1235873" y="90716"/>
                </a:cubicBezTo>
                <a:lnTo>
                  <a:pt x="1233113" y="89511"/>
                </a:lnTo>
                <a:moveTo>
                  <a:pt x="1179823" y="64503"/>
                </a:moveTo>
                <a:cubicBezTo>
                  <a:pt x="1181718" y="51050"/>
                  <a:pt x="1187583" y="44669"/>
                  <a:pt x="1198102" y="44669"/>
                </a:cubicBezTo>
                <a:cubicBezTo>
                  <a:pt x="1208623" y="44669"/>
                  <a:pt x="1212762" y="49498"/>
                  <a:pt x="1215005" y="64503"/>
                </a:cubicBezTo>
                <a:lnTo>
                  <a:pt x="1179823" y="64503"/>
                </a:lnTo>
                <a:close/>
                <a:moveTo>
                  <a:pt x="1242426" y="117792"/>
                </a:moveTo>
                <a:lnTo>
                  <a:pt x="1278989" y="117792"/>
                </a:lnTo>
                <a:lnTo>
                  <a:pt x="1278989" y="115206"/>
                </a:lnTo>
                <a:cubicBezTo>
                  <a:pt x="1270365" y="114690"/>
                  <a:pt x="1267605" y="112448"/>
                  <a:pt x="1267605" y="106240"/>
                </a:cubicBezTo>
                <a:lnTo>
                  <a:pt x="1267605" y="57776"/>
                </a:lnTo>
                <a:cubicBezTo>
                  <a:pt x="1275884" y="50016"/>
                  <a:pt x="1279678" y="47945"/>
                  <a:pt x="1285371" y="47945"/>
                </a:cubicBezTo>
                <a:cubicBezTo>
                  <a:pt x="1293821" y="47945"/>
                  <a:pt x="1297960" y="53292"/>
                  <a:pt x="1297960" y="64674"/>
                </a:cubicBezTo>
                <a:lnTo>
                  <a:pt x="1297960" y="100719"/>
                </a:lnTo>
                <a:cubicBezTo>
                  <a:pt x="1297615" y="111929"/>
                  <a:pt x="1295544" y="114690"/>
                  <a:pt x="1287094" y="115206"/>
                </a:cubicBezTo>
                <a:lnTo>
                  <a:pt x="1287094" y="117792"/>
                </a:lnTo>
                <a:lnTo>
                  <a:pt x="1322968" y="117792"/>
                </a:lnTo>
                <a:lnTo>
                  <a:pt x="1322968" y="115206"/>
                </a:lnTo>
                <a:cubicBezTo>
                  <a:pt x="1314515" y="114345"/>
                  <a:pt x="1312618" y="112274"/>
                  <a:pt x="1312447" y="103824"/>
                </a:cubicBezTo>
                <a:lnTo>
                  <a:pt x="1312447" y="64329"/>
                </a:lnTo>
                <a:cubicBezTo>
                  <a:pt x="1312447" y="48119"/>
                  <a:pt x="1304857" y="38461"/>
                  <a:pt x="1292097" y="38461"/>
                </a:cubicBezTo>
                <a:cubicBezTo>
                  <a:pt x="1284163" y="38461"/>
                  <a:pt x="1278815" y="41392"/>
                  <a:pt x="1267089" y="52429"/>
                </a:cubicBezTo>
                <a:lnTo>
                  <a:pt x="1267089" y="38805"/>
                </a:lnTo>
                <a:lnTo>
                  <a:pt x="1265881" y="38461"/>
                </a:lnTo>
                <a:cubicBezTo>
                  <a:pt x="1256913" y="41737"/>
                  <a:pt x="1251049" y="43634"/>
                  <a:pt x="1242081" y="46221"/>
                </a:cubicBezTo>
                <a:lnTo>
                  <a:pt x="1242081" y="49153"/>
                </a:lnTo>
                <a:cubicBezTo>
                  <a:pt x="1243289" y="48637"/>
                  <a:pt x="1244841" y="48463"/>
                  <a:pt x="1246739" y="48463"/>
                </a:cubicBezTo>
                <a:cubicBezTo>
                  <a:pt x="1251568" y="48463"/>
                  <a:pt x="1253118" y="51050"/>
                  <a:pt x="1253118" y="59500"/>
                </a:cubicBezTo>
                <a:lnTo>
                  <a:pt x="1253118" y="102271"/>
                </a:lnTo>
                <a:cubicBezTo>
                  <a:pt x="1252947" y="112448"/>
                  <a:pt x="1251049" y="114690"/>
                  <a:pt x="1242426" y="115206"/>
                </a:cubicBezTo>
                <a:lnTo>
                  <a:pt x="1242426" y="117792"/>
                </a:lnTo>
                <a:close/>
                <a:moveTo>
                  <a:pt x="1468527" y="40184"/>
                </a:moveTo>
                <a:lnTo>
                  <a:pt x="1468527" y="42771"/>
                </a:lnTo>
                <a:cubicBezTo>
                  <a:pt x="1474390" y="43979"/>
                  <a:pt x="1476114" y="45187"/>
                  <a:pt x="1476114" y="48119"/>
                </a:cubicBezTo>
                <a:cubicBezTo>
                  <a:pt x="1476114" y="50705"/>
                  <a:pt x="1475080" y="54845"/>
                  <a:pt x="1473182" y="59500"/>
                </a:cubicBezTo>
                <a:lnTo>
                  <a:pt x="1457661" y="97787"/>
                </a:lnTo>
                <a:lnTo>
                  <a:pt x="1443174" y="59155"/>
                </a:lnTo>
                <a:cubicBezTo>
                  <a:pt x="1440243" y="51224"/>
                  <a:pt x="1440243" y="51224"/>
                  <a:pt x="1440243" y="48982"/>
                </a:cubicBezTo>
                <a:cubicBezTo>
                  <a:pt x="1440243" y="45187"/>
                  <a:pt x="1442140" y="43979"/>
                  <a:pt x="1450245" y="42771"/>
                </a:cubicBezTo>
                <a:lnTo>
                  <a:pt x="1450245" y="40184"/>
                </a:lnTo>
                <a:lnTo>
                  <a:pt x="1415235" y="40184"/>
                </a:lnTo>
                <a:lnTo>
                  <a:pt x="1415235" y="42771"/>
                </a:lnTo>
                <a:cubicBezTo>
                  <a:pt x="1421616" y="43461"/>
                  <a:pt x="1423685" y="45532"/>
                  <a:pt x="1427135" y="54671"/>
                </a:cubicBezTo>
                <a:cubicBezTo>
                  <a:pt x="1427998" y="57087"/>
                  <a:pt x="1429548" y="61398"/>
                  <a:pt x="1430585" y="64329"/>
                </a:cubicBezTo>
                <a:lnTo>
                  <a:pt x="1414890" y="98650"/>
                </a:lnTo>
                <a:lnTo>
                  <a:pt x="1397816" y="53637"/>
                </a:lnTo>
                <a:cubicBezTo>
                  <a:pt x="1397127" y="51913"/>
                  <a:pt x="1396782" y="50187"/>
                  <a:pt x="1396782" y="48463"/>
                </a:cubicBezTo>
                <a:cubicBezTo>
                  <a:pt x="1396782" y="44842"/>
                  <a:pt x="1398677" y="43461"/>
                  <a:pt x="1404714" y="42771"/>
                </a:cubicBezTo>
                <a:lnTo>
                  <a:pt x="1404714" y="40184"/>
                </a:lnTo>
                <a:lnTo>
                  <a:pt x="1373672" y="40184"/>
                </a:lnTo>
                <a:lnTo>
                  <a:pt x="1373672" y="42771"/>
                </a:lnTo>
                <a:cubicBezTo>
                  <a:pt x="1377637" y="43116"/>
                  <a:pt x="1379016" y="44842"/>
                  <a:pt x="1382811" y="53637"/>
                </a:cubicBezTo>
                <a:lnTo>
                  <a:pt x="1406095" y="112619"/>
                </a:lnTo>
                <a:cubicBezTo>
                  <a:pt x="1408164" y="117966"/>
                  <a:pt x="1409543" y="120208"/>
                  <a:pt x="1410577" y="120208"/>
                </a:cubicBezTo>
                <a:cubicBezTo>
                  <a:pt x="1411440" y="120208"/>
                  <a:pt x="1412819" y="118140"/>
                  <a:pt x="1414890" y="113482"/>
                </a:cubicBezTo>
                <a:lnTo>
                  <a:pt x="1434206" y="72090"/>
                </a:lnTo>
                <a:lnTo>
                  <a:pt x="1449901" y="112792"/>
                </a:lnTo>
                <a:cubicBezTo>
                  <a:pt x="1452488" y="119345"/>
                  <a:pt x="1452832" y="120208"/>
                  <a:pt x="1454040" y="120208"/>
                </a:cubicBezTo>
                <a:cubicBezTo>
                  <a:pt x="1455245" y="120208"/>
                  <a:pt x="1456109" y="118656"/>
                  <a:pt x="1458869" y="111758"/>
                </a:cubicBezTo>
                <a:lnTo>
                  <a:pt x="1482669" y="52084"/>
                </a:lnTo>
                <a:cubicBezTo>
                  <a:pt x="1485772" y="44842"/>
                  <a:pt x="1486290" y="43979"/>
                  <a:pt x="1489740" y="42771"/>
                </a:cubicBezTo>
                <a:lnTo>
                  <a:pt x="1489740" y="40184"/>
                </a:lnTo>
                <a:lnTo>
                  <a:pt x="1468527" y="40184"/>
                </a:lnTo>
                <a:close/>
                <a:moveTo>
                  <a:pt x="1497327" y="117792"/>
                </a:moveTo>
                <a:lnTo>
                  <a:pt x="1538201" y="117792"/>
                </a:lnTo>
                <a:lnTo>
                  <a:pt x="1538201" y="115206"/>
                </a:lnTo>
                <a:cubicBezTo>
                  <a:pt x="1526819" y="114345"/>
                  <a:pt x="1525611" y="112792"/>
                  <a:pt x="1525437" y="100203"/>
                </a:cubicBezTo>
                <a:lnTo>
                  <a:pt x="1525437" y="38976"/>
                </a:lnTo>
                <a:lnTo>
                  <a:pt x="1524748" y="38461"/>
                </a:lnTo>
                <a:lnTo>
                  <a:pt x="1498016" y="47945"/>
                </a:lnTo>
                <a:lnTo>
                  <a:pt x="1498016" y="50532"/>
                </a:lnTo>
                <a:lnTo>
                  <a:pt x="1499398" y="50361"/>
                </a:lnTo>
                <a:cubicBezTo>
                  <a:pt x="1501466" y="50016"/>
                  <a:pt x="1503535" y="49842"/>
                  <a:pt x="1505261" y="49842"/>
                </a:cubicBezTo>
                <a:cubicBezTo>
                  <a:pt x="1509401" y="49842"/>
                  <a:pt x="1510951" y="52603"/>
                  <a:pt x="1510951" y="60190"/>
                </a:cubicBezTo>
                <a:lnTo>
                  <a:pt x="1510951" y="100203"/>
                </a:lnTo>
                <a:cubicBezTo>
                  <a:pt x="1510606" y="112963"/>
                  <a:pt x="1509056" y="114690"/>
                  <a:pt x="1497327" y="115206"/>
                </a:cubicBezTo>
                <a:lnTo>
                  <a:pt x="1497327" y="117792"/>
                </a:lnTo>
                <a:moveTo>
                  <a:pt x="1516643" y="0"/>
                </a:moveTo>
                <a:cubicBezTo>
                  <a:pt x="1511987" y="0"/>
                  <a:pt x="1508019" y="3968"/>
                  <a:pt x="1508019" y="8797"/>
                </a:cubicBezTo>
                <a:cubicBezTo>
                  <a:pt x="1508019" y="13797"/>
                  <a:pt x="1511814" y="17592"/>
                  <a:pt x="1516643" y="17592"/>
                </a:cubicBezTo>
                <a:cubicBezTo>
                  <a:pt x="1521816" y="17592"/>
                  <a:pt x="1525611" y="13797"/>
                  <a:pt x="1525611" y="8797"/>
                </a:cubicBezTo>
                <a:cubicBezTo>
                  <a:pt x="1525611" y="3795"/>
                  <a:pt x="1521645" y="0"/>
                  <a:pt x="1516643" y="0"/>
                </a:cubicBezTo>
                <a:close/>
                <a:moveTo>
                  <a:pt x="1586490" y="40184"/>
                </a:moveTo>
                <a:lnTo>
                  <a:pt x="1569072" y="40184"/>
                </a:lnTo>
                <a:lnTo>
                  <a:pt x="1569072" y="20179"/>
                </a:lnTo>
                <a:cubicBezTo>
                  <a:pt x="1569072" y="18455"/>
                  <a:pt x="1568727" y="17937"/>
                  <a:pt x="1567864" y="17937"/>
                </a:cubicBezTo>
                <a:cubicBezTo>
                  <a:pt x="1557861" y="32424"/>
                  <a:pt x="1552688" y="38287"/>
                  <a:pt x="1547688" y="41219"/>
                </a:cubicBezTo>
                <a:cubicBezTo>
                  <a:pt x="1545790" y="42426"/>
                  <a:pt x="1544753" y="43461"/>
                  <a:pt x="1544753" y="44497"/>
                </a:cubicBezTo>
                <a:cubicBezTo>
                  <a:pt x="1544753" y="45013"/>
                  <a:pt x="1544927" y="45358"/>
                  <a:pt x="1545445" y="45703"/>
                </a:cubicBezTo>
                <a:lnTo>
                  <a:pt x="1554585" y="45703"/>
                </a:lnTo>
                <a:lnTo>
                  <a:pt x="1554585" y="97616"/>
                </a:lnTo>
                <a:cubicBezTo>
                  <a:pt x="1554585" y="112103"/>
                  <a:pt x="1559759" y="119519"/>
                  <a:pt x="1569935" y="119519"/>
                </a:cubicBezTo>
                <a:cubicBezTo>
                  <a:pt x="1578385" y="119519"/>
                  <a:pt x="1584938" y="115379"/>
                  <a:pt x="1590630" y="106411"/>
                </a:cubicBezTo>
                <a:lnTo>
                  <a:pt x="1588388" y="104513"/>
                </a:lnTo>
                <a:cubicBezTo>
                  <a:pt x="1584593" y="108998"/>
                  <a:pt x="1581835" y="110550"/>
                  <a:pt x="1578040" y="110550"/>
                </a:cubicBezTo>
                <a:cubicBezTo>
                  <a:pt x="1571659" y="110550"/>
                  <a:pt x="1569072" y="105895"/>
                  <a:pt x="1569072" y="95029"/>
                </a:cubicBezTo>
                <a:lnTo>
                  <a:pt x="1569072" y="45703"/>
                </a:lnTo>
                <a:lnTo>
                  <a:pt x="1586490" y="45703"/>
                </a:lnTo>
                <a:lnTo>
                  <a:pt x="1586490" y="40184"/>
                </a:lnTo>
                <a:close/>
                <a:moveTo>
                  <a:pt x="1674449" y="115206"/>
                </a:moveTo>
                <a:cubicBezTo>
                  <a:pt x="1665136" y="113656"/>
                  <a:pt x="1664273" y="112448"/>
                  <a:pt x="1664099" y="100203"/>
                </a:cubicBezTo>
                <a:lnTo>
                  <a:pt x="1664099" y="65882"/>
                </a:lnTo>
                <a:cubicBezTo>
                  <a:pt x="1664099" y="47774"/>
                  <a:pt x="1657028" y="38461"/>
                  <a:pt x="1642886" y="38461"/>
                </a:cubicBezTo>
                <a:cubicBezTo>
                  <a:pt x="1632712" y="38461"/>
                  <a:pt x="1625467" y="42600"/>
                  <a:pt x="1617536" y="52948"/>
                </a:cubicBezTo>
                <a:lnTo>
                  <a:pt x="1617536" y="518"/>
                </a:lnTo>
                <a:lnTo>
                  <a:pt x="1616672" y="0"/>
                </a:lnTo>
                <a:cubicBezTo>
                  <a:pt x="1610636" y="2071"/>
                  <a:pt x="1606325" y="3450"/>
                  <a:pt x="1596838" y="6211"/>
                </a:cubicBezTo>
                <a:lnTo>
                  <a:pt x="1592183" y="7589"/>
                </a:lnTo>
                <a:lnTo>
                  <a:pt x="1592183" y="10347"/>
                </a:lnTo>
                <a:cubicBezTo>
                  <a:pt x="1592872" y="10176"/>
                  <a:pt x="1593217" y="10176"/>
                  <a:pt x="1594251" y="10176"/>
                </a:cubicBezTo>
                <a:cubicBezTo>
                  <a:pt x="1601667" y="10176"/>
                  <a:pt x="1603049" y="11555"/>
                  <a:pt x="1603049" y="18971"/>
                </a:cubicBezTo>
                <a:lnTo>
                  <a:pt x="1603049" y="100203"/>
                </a:lnTo>
                <a:cubicBezTo>
                  <a:pt x="1602704" y="112619"/>
                  <a:pt x="1601841" y="114000"/>
                  <a:pt x="1592009" y="115206"/>
                </a:cubicBezTo>
                <a:lnTo>
                  <a:pt x="1592009" y="117792"/>
                </a:lnTo>
                <a:lnTo>
                  <a:pt x="1629262" y="117792"/>
                </a:lnTo>
                <a:lnTo>
                  <a:pt x="1629262" y="115206"/>
                </a:lnTo>
                <a:cubicBezTo>
                  <a:pt x="1619259" y="114345"/>
                  <a:pt x="1617880" y="112448"/>
                  <a:pt x="1617536" y="100203"/>
                </a:cubicBezTo>
                <a:lnTo>
                  <a:pt x="1617536" y="58640"/>
                </a:lnTo>
                <a:cubicBezTo>
                  <a:pt x="1624778" y="50705"/>
                  <a:pt x="1629951" y="47774"/>
                  <a:pt x="1636851" y="47774"/>
                </a:cubicBezTo>
                <a:cubicBezTo>
                  <a:pt x="1645301" y="47774"/>
                  <a:pt x="1649612" y="53982"/>
                  <a:pt x="1649612" y="66055"/>
                </a:cubicBezTo>
                <a:lnTo>
                  <a:pt x="1649612" y="100203"/>
                </a:lnTo>
                <a:cubicBezTo>
                  <a:pt x="1649267" y="112448"/>
                  <a:pt x="1647715" y="114345"/>
                  <a:pt x="1637886" y="115206"/>
                </a:cubicBezTo>
                <a:lnTo>
                  <a:pt x="1637886" y="117792"/>
                </a:lnTo>
                <a:lnTo>
                  <a:pt x="1674449" y="117792"/>
                </a:lnTo>
                <a:lnTo>
                  <a:pt x="1674449" y="115206"/>
                </a:lnTo>
                <a:close/>
                <a:moveTo>
                  <a:pt x="1788446" y="90890"/>
                </a:moveTo>
                <a:cubicBezTo>
                  <a:pt x="1780167" y="102961"/>
                  <a:pt x="1773959" y="107100"/>
                  <a:pt x="1764127" y="107100"/>
                </a:cubicBezTo>
                <a:cubicBezTo>
                  <a:pt x="1748262" y="107100"/>
                  <a:pt x="1737396" y="93303"/>
                  <a:pt x="1737396" y="73471"/>
                </a:cubicBezTo>
                <a:cubicBezTo>
                  <a:pt x="1737396" y="55534"/>
                  <a:pt x="1746883" y="43461"/>
                  <a:pt x="1760851" y="43461"/>
                </a:cubicBezTo>
                <a:cubicBezTo>
                  <a:pt x="1767059" y="43461"/>
                  <a:pt x="1769301" y="45187"/>
                  <a:pt x="1771027" y="51740"/>
                </a:cubicBezTo>
                <a:lnTo>
                  <a:pt x="1772062" y="55534"/>
                </a:lnTo>
                <a:cubicBezTo>
                  <a:pt x="1773441" y="60537"/>
                  <a:pt x="1776546" y="63469"/>
                  <a:pt x="1780341" y="63469"/>
                </a:cubicBezTo>
                <a:cubicBezTo>
                  <a:pt x="1784825" y="63469"/>
                  <a:pt x="1788446" y="60190"/>
                  <a:pt x="1788446" y="56224"/>
                </a:cubicBezTo>
                <a:cubicBezTo>
                  <a:pt x="1788446" y="46566"/>
                  <a:pt x="1776372" y="38461"/>
                  <a:pt x="1761885" y="38461"/>
                </a:cubicBezTo>
                <a:cubicBezTo>
                  <a:pt x="1753435" y="38461"/>
                  <a:pt x="1744641" y="41911"/>
                  <a:pt x="1737569" y="48119"/>
                </a:cubicBezTo>
                <a:cubicBezTo>
                  <a:pt x="1728946" y="55705"/>
                  <a:pt x="1724117" y="67434"/>
                  <a:pt x="1724117" y="81232"/>
                </a:cubicBezTo>
                <a:cubicBezTo>
                  <a:pt x="1724117" y="103479"/>
                  <a:pt x="1737741" y="119519"/>
                  <a:pt x="1756885" y="119519"/>
                </a:cubicBezTo>
                <a:cubicBezTo>
                  <a:pt x="1764646" y="119519"/>
                  <a:pt x="1771543" y="116758"/>
                  <a:pt x="1777754" y="111413"/>
                </a:cubicBezTo>
                <a:cubicBezTo>
                  <a:pt x="1782409" y="107445"/>
                  <a:pt x="1785685" y="102616"/>
                  <a:pt x="1790859" y="92442"/>
                </a:cubicBezTo>
                <a:lnTo>
                  <a:pt x="1788446" y="90890"/>
                </a:lnTo>
                <a:close/>
                <a:moveTo>
                  <a:pt x="1839496" y="38461"/>
                </a:moveTo>
                <a:cubicBezTo>
                  <a:pt x="1816901" y="38461"/>
                  <a:pt x="1801380" y="55016"/>
                  <a:pt x="1801380" y="78816"/>
                </a:cubicBezTo>
                <a:cubicBezTo>
                  <a:pt x="1801380" y="102271"/>
                  <a:pt x="1817420" y="119519"/>
                  <a:pt x="1839149" y="119519"/>
                </a:cubicBezTo>
                <a:cubicBezTo>
                  <a:pt x="1860880" y="119519"/>
                  <a:pt x="1877436" y="101411"/>
                  <a:pt x="1877436" y="77437"/>
                </a:cubicBezTo>
                <a:cubicBezTo>
                  <a:pt x="1877436" y="54671"/>
                  <a:pt x="1861570" y="38461"/>
                  <a:pt x="1839496" y="38461"/>
                </a:cubicBezTo>
                <a:moveTo>
                  <a:pt x="1837254" y="43290"/>
                </a:moveTo>
                <a:cubicBezTo>
                  <a:pt x="1851741" y="43290"/>
                  <a:pt x="1861914" y="59845"/>
                  <a:pt x="1861914" y="83474"/>
                </a:cubicBezTo>
                <a:cubicBezTo>
                  <a:pt x="1861914" y="103134"/>
                  <a:pt x="1854154" y="114690"/>
                  <a:pt x="1841220" y="114690"/>
                </a:cubicBezTo>
                <a:cubicBezTo>
                  <a:pt x="1834493" y="114690"/>
                  <a:pt x="1828112" y="110550"/>
                  <a:pt x="1824491" y="103653"/>
                </a:cubicBezTo>
                <a:cubicBezTo>
                  <a:pt x="1819662" y="94684"/>
                  <a:pt x="1816901" y="82611"/>
                  <a:pt x="1816901" y="70366"/>
                </a:cubicBezTo>
                <a:cubicBezTo>
                  <a:pt x="1816901" y="53982"/>
                  <a:pt x="1824835" y="43290"/>
                  <a:pt x="1837254" y="43290"/>
                </a:cubicBezTo>
                <a:close/>
                <a:moveTo>
                  <a:pt x="1885714" y="117792"/>
                </a:moveTo>
                <a:lnTo>
                  <a:pt x="1922278" y="117792"/>
                </a:lnTo>
                <a:lnTo>
                  <a:pt x="1922278" y="115206"/>
                </a:lnTo>
                <a:cubicBezTo>
                  <a:pt x="1913654" y="114690"/>
                  <a:pt x="1910893" y="112448"/>
                  <a:pt x="1910893" y="106240"/>
                </a:cubicBezTo>
                <a:lnTo>
                  <a:pt x="1910893" y="57776"/>
                </a:lnTo>
                <a:cubicBezTo>
                  <a:pt x="1919172" y="50016"/>
                  <a:pt x="1922967" y="47945"/>
                  <a:pt x="1928659" y="47945"/>
                </a:cubicBezTo>
                <a:cubicBezTo>
                  <a:pt x="1937109" y="47945"/>
                  <a:pt x="1941249" y="53292"/>
                  <a:pt x="1941249" y="64674"/>
                </a:cubicBezTo>
                <a:lnTo>
                  <a:pt x="1941249" y="100719"/>
                </a:lnTo>
                <a:cubicBezTo>
                  <a:pt x="1940904" y="111929"/>
                  <a:pt x="1938833" y="114690"/>
                  <a:pt x="1930383" y="115206"/>
                </a:cubicBezTo>
                <a:lnTo>
                  <a:pt x="1930383" y="117792"/>
                </a:lnTo>
                <a:lnTo>
                  <a:pt x="1966257" y="117792"/>
                </a:lnTo>
                <a:lnTo>
                  <a:pt x="1966257" y="115206"/>
                </a:lnTo>
                <a:cubicBezTo>
                  <a:pt x="1957804" y="114345"/>
                  <a:pt x="1955907" y="112274"/>
                  <a:pt x="1955736" y="103824"/>
                </a:cubicBezTo>
                <a:lnTo>
                  <a:pt x="1955736" y="64329"/>
                </a:lnTo>
                <a:cubicBezTo>
                  <a:pt x="1955736" y="48119"/>
                  <a:pt x="1948146" y="38461"/>
                  <a:pt x="1935386" y="38461"/>
                </a:cubicBezTo>
                <a:cubicBezTo>
                  <a:pt x="1927451" y="38461"/>
                  <a:pt x="1922104" y="41392"/>
                  <a:pt x="1910378" y="52429"/>
                </a:cubicBezTo>
                <a:lnTo>
                  <a:pt x="1910378" y="38805"/>
                </a:lnTo>
                <a:lnTo>
                  <a:pt x="1909170" y="38461"/>
                </a:lnTo>
                <a:cubicBezTo>
                  <a:pt x="1900201" y="41737"/>
                  <a:pt x="1894338" y="43634"/>
                  <a:pt x="1885370" y="46221"/>
                </a:cubicBezTo>
                <a:lnTo>
                  <a:pt x="1885370" y="49153"/>
                </a:lnTo>
                <a:cubicBezTo>
                  <a:pt x="1886578" y="48637"/>
                  <a:pt x="1888130" y="48463"/>
                  <a:pt x="1890028" y="48463"/>
                </a:cubicBezTo>
                <a:cubicBezTo>
                  <a:pt x="1894857" y="48463"/>
                  <a:pt x="1896407" y="51050"/>
                  <a:pt x="1896407" y="59500"/>
                </a:cubicBezTo>
                <a:lnTo>
                  <a:pt x="1896407" y="102271"/>
                </a:lnTo>
                <a:cubicBezTo>
                  <a:pt x="1896235" y="112448"/>
                  <a:pt x="1894338" y="114690"/>
                  <a:pt x="1885714" y="115206"/>
                </a:cubicBezTo>
                <a:lnTo>
                  <a:pt x="1885714" y="117792"/>
                </a:lnTo>
                <a:close/>
                <a:moveTo>
                  <a:pt x="2053523" y="107790"/>
                </a:moveTo>
                <a:cubicBezTo>
                  <a:pt x="2051280" y="107963"/>
                  <a:pt x="2050246" y="107963"/>
                  <a:pt x="2049554" y="107963"/>
                </a:cubicBezTo>
                <a:cubicBezTo>
                  <a:pt x="2043520" y="107963"/>
                  <a:pt x="2041967" y="106066"/>
                  <a:pt x="2041967" y="98132"/>
                </a:cubicBezTo>
                <a:lnTo>
                  <a:pt x="2041967" y="345"/>
                </a:lnTo>
                <a:lnTo>
                  <a:pt x="2041104" y="0"/>
                </a:lnTo>
                <a:cubicBezTo>
                  <a:pt x="2032999" y="2761"/>
                  <a:pt x="2027136" y="4658"/>
                  <a:pt x="2015751" y="7589"/>
                </a:cubicBezTo>
                <a:lnTo>
                  <a:pt x="2015751" y="10347"/>
                </a:lnTo>
                <a:cubicBezTo>
                  <a:pt x="2017133" y="10176"/>
                  <a:pt x="2017994" y="10176"/>
                  <a:pt x="2019546" y="10176"/>
                </a:cubicBezTo>
                <a:cubicBezTo>
                  <a:pt x="2025928" y="10176"/>
                  <a:pt x="2027480" y="11900"/>
                  <a:pt x="2027480" y="18971"/>
                </a:cubicBezTo>
                <a:lnTo>
                  <a:pt x="2027480" y="45876"/>
                </a:lnTo>
                <a:cubicBezTo>
                  <a:pt x="2020925" y="40358"/>
                  <a:pt x="2016270" y="38461"/>
                  <a:pt x="2009370" y="38461"/>
                </a:cubicBezTo>
                <a:cubicBezTo>
                  <a:pt x="1989538" y="38461"/>
                  <a:pt x="1973499" y="57948"/>
                  <a:pt x="1973499" y="82440"/>
                </a:cubicBezTo>
                <a:cubicBezTo>
                  <a:pt x="1973499" y="104513"/>
                  <a:pt x="1986262" y="119519"/>
                  <a:pt x="2005404" y="119519"/>
                </a:cubicBezTo>
                <a:cubicBezTo>
                  <a:pt x="2015062" y="119519"/>
                  <a:pt x="2021617" y="116069"/>
                  <a:pt x="2027480" y="107963"/>
                </a:cubicBezTo>
                <a:lnTo>
                  <a:pt x="2027480" y="119000"/>
                </a:lnTo>
                <a:lnTo>
                  <a:pt x="2028170" y="119519"/>
                </a:lnTo>
                <a:lnTo>
                  <a:pt x="2053523" y="110550"/>
                </a:lnTo>
                <a:lnTo>
                  <a:pt x="2053523" y="107790"/>
                </a:lnTo>
                <a:moveTo>
                  <a:pt x="2027480" y="100203"/>
                </a:moveTo>
                <a:cubicBezTo>
                  <a:pt x="2027480" y="101411"/>
                  <a:pt x="2026272" y="103479"/>
                  <a:pt x="2024549" y="105377"/>
                </a:cubicBezTo>
                <a:cubicBezTo>
                  <a:pt x="2021617" y="108827"/>
                  <a:pt x="2017133" y="110550"/>
                  <a:pt x="2012130" y="110550"/>
                </a:cubicBezTo>
                <a:cubicBezTo>
                  <a:pt x="1997643" y="110550"/>
                  <a:pt x="1988330" y="96753"/>
                  <a:pt x="1988330" y="75369"/>
                </a:cubicBezTo>
                <a:cubicBezTo>
                  <a:pt x="1988330" y="56053"/>
                  <a:pt x="1996780" y="43290"/>
                  <a:pt x="2009888" y="43290"/>
                </a:cubicBezTo>
                <a:cubicBezTo>
                  <a:pt x="2019201" y="43290"/>
                  <a:pt x="2027480" y="51395"/>
                  <a:pt x="2027480" y="60537"/>
                </a:cubicBezTo>
                <a:lnTo>
                  <a:pt x="2027480" y="100203"/>
                </a:lnTo>
                <a:close/>
                <a:moveTo>
                  <a:pt x="2057833" y="117792"/>
                </a:moveTo>
                <a:lnTo>
                  <a:pt x="2098707" y="117792"/>
                </a:lnTo>
                <a:lnTo>
                  <a:pt x="2098707" y="115206"/>
                </a:lnTo>
                <a:cubicBezTo>
                  <a:pt x="2087325" y="114345"/>
                  <a:pt x="2086117" y="112792"/>
                  <a:pt x="2085944" y="100203"/>
                </a:cubicBezTo>
                <a:lnTo>
                  <a:pt x="2085944" y="38976"/>
                </a:lnTo>
                <a:lnTo>
                  <a:pt x="2085254" y="38461"/>
                </a:lnTo>
                <a:lnTo>
                  <a:pt x="2058523" y="47945"/>
                </a:lnTo>
                <a:lnTo>
                  <a:pt x="2058523" y="50532"/>
                </a:lnTo>
                <a:lnTo>
                  <a:pt x="2059904" y="50361"/>
                </a:lnTo>
                <a:cubicBezTo>
                  <a:pt x="2061973" y="50016"/>
                  <a:pt x="2064041" y="49842"/>
                  <a:pt x="2065767" y="49842"/>
                </a:cubicBezTo>
                <a:cubicBezTo>
                  <a:pt x="2069907" y="49842"/>
                  <a:pt x="2071457" y="52603"/>
                  <a:pt x="2071457" y="60190"/>
                </a:cubicBezTo>
                <a:lnTo>
                  <a:pt x="2071457" y="100203"/>
                </a:lnTo>
                <a:cubicBezTo>
                  <a:pt x="2071112" y="112963"/>
                  <a:pt x="2069562" y="114690"/>
                  <a:pt x="2057833" y="115206"/>
                </a:cubicBezTo>
                <a:lnTo>
                  <a:pt x="2057833" y="117792"/>
                </a:lnTo>
                <a:moveTo>
                  <a:pt x="2077149" y="0"/>
                </a:moveTo>
                <a:cubicBezTo>
                  <a:pt x="2072494" y="0"/>
                  <a:pt x="2068525" y="3968"/>
                  <a:pt x="2068525" y="8797"/>
                </a:cubicBezTo>
                <a:cubicBezTo>
                  <a:pt x="2068525" y="13797"/>
                  <a:pt x="2072320" y="17592"/>
                  <a:pt x="2077149" y="17592"/>
                </a:cubicBezTo>
                <a:cubicBezTo>
                  <a:pt x="2082323" y="17592"/>
                  <a:pt x="2086117" y="13797"/>
                  <a:pt x="2086117" y="8797"/>
                </a:cubicBezTo>
                <a:cubicBezTo>
                  <a:pt x="2086117" y="3795"/>
                  <a:pt x="2082152" y="0"/>
                  <a:pt x="2077149" y="0"/>
                </a:cubicBezTo>
                <a:close/>
                <a:moveTo>
                  <a:pt x="2146996" y="40184"/>
                </a:moveTo>
                <a:lnTo>
                  <a:pt x="2129578" y="40184"/>
                </a:lnTo>
                <a:lnTo>
                  <a:pt x="2129578" y="20179"/>
                </a:lnTo>
                <a:cubicBezTo>
                  <a:pt x="2129578" y="18455"/>
                  <a:pt x="2129233" y="17937"/>
                  <a:pt x="2128370" y="17937"/>
                </a:cubicBezTo>
                <a:cubicBezTo>
                  <a:pt x="2118367" y="32424"/>
                  <a:pt x="2113194" y="38287"/>
                  <a:pt x="2108194" y="41219"/>
                </a:cubicBezTo>
                <a:cubicBezTo>
                  <a:pt x="2106296" y="42426"/>
                  <a:pt x="2105259" y="43461"/>
                  <a:pt x="2105259" y="44497"/>
                </a:cubicBezTo>
                <a:cubicBezTo>
                  <a:pt x="2105259" y="45013"/>
                  <a:pt x="2105433" y="45358"/>
                  <a:pt x="2105951" y="45703"/>
                </a:cubicBezTo>
                <a:lnTo>
                  <a:pt x="2115091" y="45703"/>
                </a:lnTo>
                <a:lnTo>
                  <a:pt x="2115091" y="97616"/>
                </a:lnTo>
                <a:cubicBezTo>
                  <a:pt x="2115091" y="112103"/>
                  <a:pt x="2120265" y="119519"/>
                  <a:pt x="2130441" y="119519"/>
                </a:cubicBezTo>
                <a:cubicBezTo>
                  <a:pt x="2138891" y="119519"/>
                  <a:pt x="2145444" y="115379"/>
                  <a:pt x="2151136" y="106411"/>
                </a:cubicBezTo>
                <a:lnTo>
                  <a:pt x="2148894" y="104513"/>
                </a:lnTo>
                <a:cubicBezTo>
                  <a:pt x="2145099" y="108998"/>
                  <a:pt x="2142341" y="110550"/>
                  <a:pt x="2138546" y="110550"/>
                </a:cubicBezTo>
                <a:cubicBezTo>
                  <a:pt x="2132165" y="110550"/>
                  <a:pt x="2129578" y="105895"/>
                  <a:pt x="2129578" y="95029"/>
                </a:cubicBezTo>
                <a:lnTo>
                  <a:pt x="2129578" y="45703"/>
                </a:lnTo>
                <a:lnTo>
                  <a:pt x="2146996" y="45703"/>
                </a:lnTo>
                <a:lnTo>
                  <a:pt x="2146996" y="40184"/>
                </a:lnTo>
                <a:close/>
                <a:moveTo>
                  <a:pt x="2153723" y="117792"/>
                </a:moveTo>
                <a:lnTo>
                  <a:pt x="2194597" y="117792"/>
                </a:lnTo>
                <a:lnTo>
                  <a:pt x="2194597" y="115206"/>
                </a:lnTo>
                <a:cubicBezTo>
                  <a:pt x="2183216" y="114345"/>
                  <a:pt x="2182008" y="112792"/>
                  <a:pt x="2181834" y="100203"/>
                </a:cubicBezTo>
                <a:lnTo>
                  <a:pt x="2181834" y="38976"/>
                </a:lnTo>
                <a:lnTo>
                  <a:pt x="2181145" y="38461"/>
                </a:lnTo>
                <a:lnTo>
                  <a:pt x="2154413" y="47945"/>
                </a:lnTo>
                <a:lnTo>
                  <a:pt x="2154413" y="50532"/>
                </a:lnTo>
                <a:lnTo>
                  <a:pt x="2155795" y="50361"/>
                </a:lnTo>
                <a:cubicBezTo>
                  <a:pt x="2157863" y="50016"/>
                  <a:pt x="2159931" y="49842"/>
                  <a:pt x="2161658" y="49842"/>
                </a:cubicBezTo>
                <a:cubicBezTo>
                  <a:pt x="2165797" y="49842"/>
                  <a:pt x="2167347" y="52603"/>
                  <a:pt x="2167347" y="60190"/>
                </a:cubicBezTo>
                <a:lnTo>
                  <a:pt x="2167347" y="100203"/>
                </a:lnTo>
                <a:cubicBezTo>
                  <a:pt x="2167002" y="112963"/>
                  <a:pt x="2165452" y="114690"/>
                  <a:pt x="2153723" y="115206"/>
                </a:cubicBezTo>
                <a:lnTo>
                  <a:pt x="2153723" y="117792"/>
                </a:lnTo>
                <a:moveTo>
                  <a:pt x="2173039" y="0"/>
                </a:moveTo>
                <a:cubicBezTo>
                  <a:pt x="2168384" y="0"/>
                  <a:pt x="2164416" y="3968"/>
                  <a:pt x="2164416" y="8797"/>
                </a:cubicBezTo>
                <a:cubicBezTo>
                  <a:pt x="2164416" y="13797"/>
                  <a:pt x="2168210" y="17592"/>
                  <a:pt x="2173039" y="17592"/>
                </a:cubicBezTo>
                <a:cubicBezTo>
                  <a:pt x="2178213" y="17592"/>
                  <a:pt x="2182008" y="13797"/>
                  <a:pt x="2182008" y="8797"/>
                </a:cubicBezTo>
                <a:cubicBezTo>
                  <a:pt x="2182008" y="3795"/>
                  <a:pt x="2178042" y="0"/>
                  <a:pt x="2173039" y="0"/>
                </a:cubicBezTo>
                <a:close/>
                <a:moveTo>
                  <a:pt x="2242026" y="38461"/>
                </a:moveTo>
                <a:cubicBezTo>
                  <a:pt x="2219432" y="38461"/>
                  <a:pt x="2203910" y="55016"/>
                  <a:pt x="2203910" y="78816"/>
                </a:cubicBezTo>
                <a:cubicBezTo>
                  <a:pt x="2203910" y="102271"/>
                  <a:pt x="2219950" y="119519"/>
                  <a:pt x="2241679" y="119519"/>
                </a:cubicBezTo>
                <a:cubicBezTo>
                  <a:pt x="2263411" y="119519"/>
                  <a:pt x="2279966" y="101411"/>
                  <a:pt x="2279966" y="77437"/>
                </a:cubicBezTo>
                <a:cubicBezTo>
                  <a:pt x="2279966" y="54671"/>
                  <a:pt x="2264100" y="38461"/>
                  <a:pt x="2242026" y="38461"/>
                </a:cubicBezTo>
                <a:moveTo>
                  <a:pt x="2239784" y="43290"/>
                </a:moveTo>
                <a:cubicBezTo>
                  <a:pt x="2254271" y="43290"/>
                  <a:pt x="2264445" y="59845"/>
                  <a:pt x="2264445" y="83474"/>
                </a:cubicBezTo>
                <a:cubicBezTo>
                  <a:pt x="2264445" y="103134"/>
                  <a:pt x="2256684" y="114690"/>
                  <a:pt x="2243750" y="114690"/>
                </a:cubicBezTo>
                <a:cubicBezTo>
                  <a:pt x="2237024" y="114690"/>
                  <a:pt x="2230642" y="110550"/>
                  <a:pt x="2227021" y="103653"/>
                </a:cubicBezTo>
                <a:cubicBezTo>
                  <a:pt x="2222192" y="94684"/>
                  <a:pt x="2219432" y="82611"/>
                  <a:pt x="2219432" y="70366"/>
                </a:cubicBezTo>
                <a:cubicBezTo>
                  <a:pt x="2219432" y="53982"/>
                  <a:pt x="2227366" y="43290"/>
                  <a:pt x="2239784" y="43290"/>
                </a:cubicBezTo>
                <a:close/>
                <a:moveTo>
                  <a:pt x="2288245" y="117792"/>
                </a:moveTo>
                <a:lnTo>
                  <a:pt x="2324808" y="117792"/>
                </a:lnTo>
                <a:lnTo>
                  <a:pt x="2324808" y="115206"/>
                </a:lnTo>
                <a:cubicBezTo>
                  <a:pt x="2316184" y="114690"/>
                  <a:pt x="2313424" y="112448"/>
                  <a:pt x="2313424" y="106240"/>
                </a:cubicBezTo>
                <a:lnTo>
                  <a:pt x="2313424" y="57776"/>
                </a:lnTo>
                <a:cubicBezTo>
                  <a:pt x="2321703" y="50016"/>
                  <a:pt x="2325497" y="47945"/>
                  <a:pt x="2331190" y="47945"/>
                </a:cubicBezTo>
                <a:cubicBezTo>
                  <a:pt x="2339640" y="47945"/>
                  <a:pt x="2343779" y="53292"/>
                  <a:pt x="2343779" y="64674"/>
                </a:cubicBezTo>
                <a:lnTo>
                  <a:pt x="2343779" y="100719"/>
                </a:lnTo>
                <a:cubicBezTo>
                  <a:pt x="2343434" y="111929"/>
                  <a:pt x="2341363" y="114690"/>
                  <a:pt x="2332913" y="115206"/>
                </a:cubicBezTo>
                <a:lnTo>
                  <a:pt x="2332913" y="117792"/>
                </a:lnTo>
                <a:lnTo>
                  <a:pt x="2368787" y="117792"/>
                </a:lnTo>
                <a:lnTo>
                  <a:pt x="2368787" y="115206"/>
                </a:lnTo>
                <a:cubicBezTo>
                  <a:pt x="2360334" y="114345"/>
                  <a:pt x="2358437" y="112274"/>
                  <a:pt x="2358266" y="103824"/>
                </a:cubicBezTo>
                <a:lnTo>
                  <a:pt x="2358266" y="64329"/>
                </a:lnTo>
                <a:cubicBezTo>
                  <a:pt x="2358266" y="48119"/>
                  <a:pt x="2350676" y="38461"/>
                  <a:pt x="2337916" y="38461"/>
                </a:cubicBezTo>
                <a:cubicBezTo>
                  <a:pt x="2329982" y="38461"/>
                  <a:pt x="2324634" y="41392"/>
                  <a:pt x="2312908" y="52429"/>
                </a:cubicBezTo>
                <a:lnTo>
                  <a:pt x="2312908" y="38805"/>
                </a:lnTo>
                <a:lnTo>
                  <a:pt x="2311700" y="38461"/>
                </a:lnTo>
                <a:cubicBezTo>
                  <a:pt x="2302732" y="41737"/>
                  <a:pt x="2296868" y="43634"/>
                  <a:pt x="2287900" y="46221"/>
                </a:cubicBezTo>
                <a:lnTo>
                  <a:pt x="2287900" y="49153"/>
                </a:lnTo>
                <a:cubicBezTo>
                  <a:pt x="2289108" y="48637"/>
                  <a:pt x="2290660" y="48463"/>
                  <a:pt x="2292558" y="48463"/>
                </a:cubicBezTo>
                <a:cubicBezTo>
                  <a:pt x="2297387" y="48463"/>
                  <a:pt x="2298937" y="51050"/>
                  <a:pt x="2298937" y="59500"/>
                </a:cubicBezTo>
                <a:lnTo>
                  <a:pt x="2298937" y="102271"/>
                </a:lnTo>
                <a:cubicBezTo>
                  <a:pt x="2298766" y="112448"/>
                  <a:pt x="2296868" y="114690"/>
                  <a:pt x="2288245" y="115206"/>
                </a:cubicBezTo>
                <a:lnTo>
                  <a:pt x="2288245" y="117792"/>
                </a:lnTo>
                <a:close/>
                <a:moveTo>
                  <a:pt x="2420351" y="117792"/>
                </a:moveTo>
                <a:lnTo>
                  <a:pt x="2461225" y="117792"/>
                </a:lnTo>
                <a:lnTo>
                  <a:pt x="2461225" y="115206"/>
                </a:lnTo>
                <a:cubicBezTo>
                  <a:pt x="2449844" y="114345"/>
                  <a:pt x="2448636" y="112792"/>
                  <a:pt x="2448462" y="100203"/>
                </a:cubicBezTo>
                <a:lnTo>
                  <a:pt x="2448462" y="38976"/>
                </a:lnTo>
                <a:lnTo>
                  <a:pt x="2447772" y="38461"/>
                </a:lnTo>
                <a:lnTo>
                  <a:pt x="2421041" y="47945"/>
                </a:lnTo>
                <a:lnTo>
                  <a:pt x="2421041" y="50532"/>
                </a:lnTo>
                <a:lnTo>
                  <a:pt x="2422422" y="50361"/>
                </a:lnTo>
                <a:cubicBezTo>
                  <a:pt x="2424491" y="50016"/>
                  <a:pt x="2426559" y="49842"/>
                  <a:pt x="2428286" y="49842"/>
                </a:cubicBezTo>
                <a:cubicBezTo>
                  <a:pt x="2432425" y="49842"/>
                  <a:pt x="2433975" y="52603"/>
                  <a:pt x="2433975" y="60190"/>
                </a:cubicBezTo>
                <a:lnTo>
                  <a:pt x="2433975" y="100203"/>
                </a:lnTo>
                <a:cubicBezTo>
                  <a:pt x="2433630" y="112963"/>
                  <a:pt x="2432080" y="114690"/>
                  <a:pt x="2420351" y="115206"/>
                </a:cubicBezTo>
                <a:lnTo>
                  <a:pt x="2420351" y="117792"/>
                </a:lnTo>
                <a:moveTo>
                  <a:pt x="2439667" y="0"/>
                </a:moveTo>
                <a:cubicBezTo>
                  <a:pt x="2435012" y="0"/>
                  <a:pt x="2431043" y="3968"/>
                  <a:pt x="2431043" y="8797"/>
                </a:cubicBezTo>
                <a:cubicBezTo>
                  <a:pt x="2431043" y="13797"/>
                  <a:pt x="2434838" y="17592"/>
                  <a:pt x="2439667" y="17592"/>
                </a:cubicBezTo>
                <a:cubicBezTo>
                  <a:pt x="2444841" y="17592"/>
                  <a:pt x="2448636" y="13797"/>
                  <a:pt x="2448636" y="8797"/>
                </a:cubicBezTo>
                <a:cubicBezTo>
                  <a:pt x="2448636" y="3795"/>
                  <a:pt x="2444670" y="0"/>
                  <a:pt x="2439667" y="0"/>
                </a:cubicBezTo>
                <a:close/>
                <a:moveTo>
                  <a:pt x="2468642" y="117792"/>
                </a:moveTo>
                <a:lnTo>
                  <a:pt x="2505205" y="117792"/>
                </a:lnTo>
                <a:lnTo>
                  <a:pt x="2505205" y="115206"/>
                </a:lnTo>
                <a:cubicBezTo>
                  <a:pt x="2496581" y="114690"/>
                  <a:pt x="2493821" y="112448"/>
                  <a:pt x="2493821" y="106240"/>
                </a:cubicBezTo>
                <a:lnTo>
                  <a:pt x="2493821" y="57776"/>
                </a:lnTo>
                <a:cubicBezTo>
                  <a:pt x="2502100" y="50016"/>
                  <a:pt x="2505895" y="47945"/>
                  <a:pt x="2511587" y="47945"/>
                </a:cubicBezTo>
                <a:cubicBezTo>
                  <a:pt x="2520037" y="47945"/>
                  <a:pt x="2524176" y="53292"/>
                  <a:pt x="2524176" y="64674"/>
                </a:cubicBezTo>
                <a:lnTo>
                  <a:pt x="2524176" y="100719"/>
                </a:lnTo>
                <a:cubicBezTo>
                  <a:pt x="2523831" y="111929"/>
                  <a:pt x="2521760" y="114690"/>
                  <a:pt x="2513310" y="115206"/>
                </a:cubicBezTo>
                <a:lnTo>
                  <a:pt x="2513310" y="117792"/>
                </a:lnTo>
                <a:lnTo>
                  <a:pt x="2549184" y="117792"/>
                </a:lnTo>
                <a:lnTo>
                  <a:pt x="2549184" y="115206"/>
                </a:lnTo>
                <a:cubicBezTo>
                  <a:pt x="2540731" y="114345"/>
                  <a:pt x="2538834" y="112274"/>
                  <a:pt x="2538663" y="103824"/>
                </a:cubicBezTo>
                <a:lnTo>
                  <a:pt x="2538663" y="64329"/>
                </a:lnTo>
                <a:cubicBezTo>
                  <a:pt x="2538663" y="48119"/>
                  <a:pt x="2531074" y="38461"/>
                  <a:pt x="2518313" y="38461"/>
                </a:cubicBezTo>
                <a:cubicBezTo>
                  <a:pt x="2510379" y="38461"/>
                  <a:pt x="2505031" y="41392"/>
                  <a:pt x="2493305" y="52429"/>
                </a:cubicBezTo>
                <a:lnTo>
                  <a:pt x="2493305" y="38805"/>
                </a:lnTo>
                <a:lnTo>
                  <a:pt x="2492097" y="38461"/>
                </a:lnTo>
                <a:cubicBezTo>
                  <a:pt x="2483129" y="41737"/>
                  <a:pt x="2477266" y="43634"/>
                  <a:pt x="2468297" y="46221"/>
                </a:cubicBezTo>
                <a:lnTo>
                  <a:pt x="2468297" y="49153"/>
                </a:lnTo>
                <a:cubicBezTo>
                  <a:pt x="2469505" y="48637"/>
                  <a:pt x="2471058" y="48463"/>
                  <a:pt x="2472955" y="48463"/>
                </a:cubicBezTo>
                <a:cubicBezTo>
                  <a:pt x="2477784" y="48463"/>
                  <a:pt x="2479334" y="51050"/>
                  <a:pt x="2479334" y="59500"/>
                </a:cubicBezTo>
                <a:lnTo>
                  <a:pt x="2479334" y="102271"/>
                </a:lnTo>
                <a:cubicBezTo>
                  <a:pt x="2479163" y="112448"/>
                  <a:pt x="2477266" y="114690"/>
                  <a:pt x="2468642" y="115206"/>
                </a:cubicBezTo>
                <a:lnTo>
                  <a:pt x="2468642" y="117792"/>
                </a:lnTo>
                <a:close/>
                <a:moveTo>
                  <a:pt x="2605060" y="40184"/>
                </a:moveTo>
                <a:lnTo>
                  <a:pt x="2583847" y="40184"/>
                </a:lnTo>
                <a:lnTo>
                  <a:pt x="2583847" y="20179"/>
                </a:lnTo>
                <a:cubicBezTo>
                  <a:pt x="2583847" y="10003"/>
                  <a:pt x="2587124" y="4829"/>
                  <a:pt x="2593679" y="4829"/>
                </a:cubicBezTo>
                <a:cubicBezTo>
                  <a:pt x="2597474" y="4829"/>
                  <a:pt x="2599716" y="6555"/>
                  <a:pt x="2602818" y="11555"/>
                </a:cubicBezTo>
                <a:cubicBezTo>
                  <a:pt x="2605579" y="16040"/>
                  <a:pt x="2607647" y="17766"/>
                  <a:pt x="2610579" y="17766"/>
                </a:cubicBezTo>
                <a:cubicBezTo>
                  <a:pt x="2614718" y="17766"/>
                  <a:pt x="2617824" y="14661"/>
                  <a:pt x="2617824" y="10695"/>
                </a:cubicBezTo>
                <a:cubicBezTo>
                  <a:pt x="2617824" y="4484"/>
                  <a:pt x="2610234" y="0"/>
                  <a:pt x="2599887" y="0"/>
                </a:cubicBezTo>
                <a:cubicBezTo>
                  <a:pt x="2589021" y="0"/>
                  <a:pt x="2580052" y="4658"/>
                  <a:pt x="2575568" y="12418"/>
                </a:cubicBezTo>
                <a:cubicBezTo>
                  <a:pt x="2571087" y="20179"/>
                  <a:pt x="2569705" y="26387"/>
                  <a:pt x="2569534" y="40184"/>
                </a:cubicBezTo>
                <a:lnTo>
                  <a:pt x="2555392" y="40184"/>
                </a:lnTo>
                <a:lnTo>
                  <a:pt x="2555392" y="45703"/>
                </a:lnTo>
                <a:lnTo>
                  <a:pt x="2569534" y="45703"/>
                </a:lnTo>
                <a:lnTo>
                  <a:pt x="2569534" y="99858"/>
                </a:lnTo>
                <a:cubicBezTo>
                  <a:pt x="2569189" y="112792"/>
                  <a:pt x="2567463" y="114690"/>
                  <a:pt x="2555218" y="115206"/>
                </a:cubicBezTo>
                <a:lnTo>
                  <a:pt x="2555218" y="117792"/>
                </a:lnTo>
                <a:lnTo>
                  <a:pt x="2600060" y="117792"/>
                </a:lnTo>
                <a:lnTo>
                  <a:pt x="2600060" y="115206"/>
                </a:lnTo>
                <a:cubicBezTo>
                  <a:pt x="2585918" y="114690"/>
                  <a:pt x="2584021" y="112792"/>
                  <a:pt x="2584021" y="99858"/>
                </a:cubicBezTo>
                <a:lnTo>
                  <a:pt x="2584021" y="45703"/>
                </a:lnTo>
                <a:lnTo>
                  <a:pt x="2605060" y="45703"/>
                </a:lnTo>
                <a:lnTo>
                  <a:pt x="2605060" y="40184"/>
                </a:lnTo>
                <a:close/>
                <a:moveTo>
                  <a:pt x="2653696" y="38461"/>
                </a:moveTo>
                <a:cubicBezTo>
                  <a:pt x="2631101" y="38461"/>
                  <a:pt x="2615580" y="55016"/>
                  <a:pt x="2615580" y="78816"/>
                </a:cubicBezTo>
                <a:cubicBezTo>
                  <a:pt x="2615580" y="102271"/>
                  <a:pt x="2631620" y="119519"/>
                  <a:pt x="2653349" y="119519"/>
                </a:cubicBezTo>
                <a:cubicBezTo>
                  <a:pt x="2675080" y="119519"/>
                  <a:pt x="2691636" y="101411"/>
                  <a:pt x="2691636" y="77437"/>
                </a:cubicBezTo>
                <a:cubicBezTo>
                  <a:pt x="2691636" y="54671"/>
                  <a:pt x="2675770" y="38461"/>
                  <a:pt x="2653696" y="38461"/>
                </a:cubicBezTo>
                <a:moveTo>
                  <a:pt x="2651454" y="43290"/>
                </a:moveTo>
                <a:cubicBezTo>
                  <a:pt x="2665941" y="43290"/>
                  <a:pt x="2676115" y="59845"/>
                  <a:pt x="2676115" y="83474"/>
                </a:cubicBezTo>
                <a:cubicBezTo>
                  <a:pt x="2676115" y="103134"/>
                  <a:pt x="2668354" y="114690"/>
                  <a:pt x="2655420" y="114690"/>
                </a:cubicBezTo>
                <a:cubicBezTo>
                  <a:pt x="2648693" y="114690"/>
                  <a:pt x="2642312" y="110550"/>
                  <a:pt x="2638691" y="103653"/>
                </a:cubicBezTo>
                <a:cubicBezTo>
                  <a:pt x="2633862" y="94684"/>
                  <a:pt x="2631101" y="82611"/>
                  <a:pt x="2631101" y="70366"/>
                </a:cubicBezTo>
                <a:cubicBezTo>
                  <a:pt x="2631101" y="53982"/>
                  <a:pt x="2639035" y="43290"/>
                  <a:pt x="2651454" y="43290"/>
                </a:cubicBezTo>
                <a:close/>
                <a:moveTo>
                  <a:pt x="2697672" y="117792"/>
                </a:moveTo>
                <a:lnTo>
                  <a:pt x="2739065" y="117792"/>
                </a:lnTo>
                <a:lnTo>
                  <a:pt x="2739065" y="115206"/>
                </a:lnTo>
                <a:cubicBezTo>
                  <a:pt x="2727509" y="114861"/>
                  <a:pt x="2724749" y="112448"/>
                  <a:pt x="2724404" y="102271"/>
                </a:cubicBezTo>
                <a:lnTo>
                  <a:pt x="2724404" y="63469"/>
                </a:lnTo>
                <a:cubicBezTo>
                  <a:pt x="2724404" y="57948"/>
                  <a:pt x="2731649" y="49326"/>
                  <a:pt x="2736478" y="49326"/>
                </a:cubicBezTo>
                <a:cubicBezTo>
                  <a:pt x="2737512" y="49326"/>
                  <a:pt x="2739065" y="50187"/>
                  <a:pt x="2740962" y="51913"/>
                </a:cubicBezTo>
                <a:cubicBezTo>
                  <a:pt x="2743549" y="54500"/>
                  <a:pt x="2745617" y="55361"/>
                  <a:pt x="2747859" y="55361"/>
                </a:cubicBezTo>
                <a:cubicBezTo>
                  <a:pt x="2751999" y="55361"/>
                  <a:pt x="2754586" y="52429"/>
                  <a:pt x="2754586" y="47600"/>
                </a:cubicBezTo>
                <a:cubicBezTo>
                  <a:pt x="2754586" y="41911"/>
                  <a:pt x="2750965" y="38461"/>
                  <a:pt x="2745101" y="38461"/>
                </a:cubicBezTo>
                <a:cubicBezTo>
                  <a:pt x="2737857" y="38461"/>
                  <a:pt x="2733028" y="42255"/>
                  <a:pt x="2724404" y="54671"/>
                </a:cubicBezTo>
                <a:lnTo>
                  <a:pt x="2724404" y="38805"/>
                </a:lnTo>
                <a:lnTo>
                  <a:pt x="2723543" y="38461"/>
                </a:lnTo>
                <a:cubicBezTo>
                  <a:pt x="2713886" y="42255"/>
                  <a:pt x="2707675" y="44669"/>
                  <a:pt x="2698017" y="47774"/>
                </a:cubicBezTo>
                <a:lnTo>
                  <a:pt x="2698017" y="50532"/>
                </a:lnTo>
                <a:cubicBezTo>
                  <a:pt x="2700433" y="50016"/>
                  <a:pt x="2701985" y="49842"/>
                  <a:pt x="2704054" y="49842"/>
                </a:cubicBezTo>
                <a:cubicBezTo>
                  <a:pt x="2708364" y="49842"/>
                  <a:pt x="2709917" y="52603"/>
                  <a:pt x="2709917" y="60190"/>
                </a:cubicBezTo>
                <a:lnTo>
                  <a:pt x="2709917" y="103306"/>
                </a:lnTo>
                <a:cubicBezTo>
                  <a:pt x="2709572" y="112274"/>
                  <a:pt x="2708538" y="113311"/>
                  <a:pt x="2697672" y="115206"/>
                </a:cubicBezTo>
                <a:lnTo>
                  <a:pt x="2697672" y="117792"/>
                </a:lnTo>
                <a:close/>
                <a:moveTo>
                  <a:pt x="2757001" y="117792"/>
                </a:moveTo>
                <a:lnTo>
                  <a:pt x="2795288" y="117792"/>
                </a:lnTo>
                <a:lnTo>
                  <a:pt x="2795288" y="115206"/>
                </a:lnTo>
                <a:cubicBezTo>
                  <a:pt x="2786493" y="115035"/>
                  <a:pt x="2783732" y="113137"/>
                  <a:pt x="2783561" y="106240"/>
                </a:cubicBezTo>
                <a:lnTo>
                  <a:pt x="2783561" y="57603"/>
                </a:lnTo>
                <a:cubicBezTo>
                  <a:pt x="2783561" y="57258"/>
                  <a:pt x="2784940" y="55534"/>
                  <a:pt x="2786148" y="54326"/>
                </a:cubicBezTo>
                <a:cubicBezTo>
                  <a:pt x="2790459" y="50361"/>
                  <a:pt x="2797874" y="47429"/>
                  <a:pt x="2803911" y="47429"/>
                </a:cubicBezTo>
                <a:cubicBezTo>
                  <a:pt x="2811498" y="47429"/>
                  <a:pt x="2815293" y="53466"/>
                  <a:pt x="2815293" y="65537"/>
                </a:cubicBezTo>
                <a:lnTo>
                  <a:pt x="2815293" y="102961"/>
                </a:lnTo>
                <a:cubicBezTo>
                  <a:pt x="2814948" y="112792"/>
                  <a:pt x="2813224" y="114690"/>
                  <a:pt x="2803566" y="115206"/>
                </a:cubicBezTo>
                <a:lnTo>
                  <a:pt x="2803566" y="117792"/>
                </a:lnTo>
                <a:lnTo>
                  <a:pt x="2842198" y="117792"/>
                </a:lnTo>
                <a:lnTo>
                  <a:pt x="2842198" y="115206"/>
                </a:lnTo>
                <a:cubicBezTo>
                  <a:pt x="2832540" y="115206"/>
                  <a:pt x="2830124" y="112448"/>
                  <a:pt x="2829780" y="101411"/>
                </a:cubicBezTo>
                <a:lnTo>
                  <a:pt x="2829780" y="57948"/>
                </a:lnTo>
                <a:cubicBezTo>
                  <a:pt x="2834953" y="50532"/>
                  <a:pt x="2840474" y="47429"/>
                  <a:pt x="2848580" y="47429"/>
                </a:cubicBezTo>
                <a:cubicBezTo>
                  <a:pt x="2858409" y="47429"/>
                  <a:pt x="2861514" y="52084"/>
                  <a:pt x="2861514" y="66400"/>
                </a:cubicBezTo>
                <a:lnTo>
                  <a:pt x="2861514" y="102790"/>
                </a:lnTo>
                <a:cubicBezTo>
                  <a:pt x="2861169" y="112963"/>
                  <a:pt x="2860135" y="114171"/>
                  <a:pt x="2850132" y="115206"/>
                </a:cubicBezTo>
                <a:lnTo>
                  <a:pt x="2850132" y="117792"/>
                </a:lnTo>
                <a:lnTo>
                  <a:pt x="2887901" y="117792"/>
                </a:lnTo>
                <a:lnTo>
                  <a:pt x="2887901" y="115206"/>
                </a:lnTo>
                <a:lnTo>
                  <a:pt x="2883417" y="114861"/>
                </a:lnTo>
                <a:cubicBezTo>
                  <a:pt x="2877898" y="114000"/>
                  <a:pt x="2876001" y="111413"/>
                  <a:pt x="2876001" y="104687"/>
                </a:cubicBezTo>
                <a:lnTo>
                  <a:pt x="2876001" y="69158"/>
                </a:lnTo>
                <a:cubicBezTo>
                  <a:pt x="2876001" y="48808"/>
                  <a:pt x="2869275" y="38461"/>
                  <a:pt x="2855996" y="38461"/>
                </a:cubicBezTo>
                <a:cubicBezTo>
                  <a:pt x="2845993" y="38461"/>
                  <a:pt x="2837196" y="42945"/>
                  <a:pt x="2827882" y="52948"/>
                </a:cubicBezTo>
                <a:cubicBezTo>
                  <a:pt x="2824780" y="43116"/>
                  <a:pt x="2818917" y="38461"/>
                  <a:pt x="2809603" y="38461"/>
                </a:cubicBezTo>
                <a:cubicBezTo>
                  <a:pt x="2801840" y="38461"/>
                  <a:pt x="2797185" y="40703"/>
                  <a:pt x="2782869" y="51740"/>
                </a:cubicBezTo>
                <a:lnTo>
                  <a:pt x="2782869" y="38805"/>
                </a:lnTo>
                <a:lnTo>
                  <a:pt x="2781664" y="38461"/>
                </a:lnTo>
                <a:cubicBezTo>
                  <a:pt x="2772522" y="41737"/>
                  <a:pt x="2766659" y="43634"/>
                  <a:pt x="2757519" y="46221"/>
                </a:cubicBezTo>
                <a:lnTo>
                  <a:pt x="2757519" y="49153"/>
                </a:lnTo>
                <a:cubicBezTo>
                  <a:pt x="2759587" y="48637"/>
                  <a:pt x="2761140" y="48463"/>
                  <a:pt x="2763037" y="48463"/>
                </a:cubicBezTo>
                <a:cubicBezTo>
                  <a:pt x="2767522" y="48463"/>
                  <a:pt x="2769074" y="51224"/>
                  <a:pt x="2769074" y="59500"/>
                </a:cubicBezTo>
                <a:lnTo>
                  <a:pt x="2769074" y="103134"/>
                </a:lnTo>
                <a:cubicBezTo>
                  <a:pt x="2768730" y="112792"/>
                  <a:pt x="2766487" y="115206"/>
                  <a:pt x="2757001" y="115206"/>
                </a:cubicBezTo>
                <a:lnTo>
                  <a:pt x="2757001" y="117792"/>
                </a:lnTo>
                <a:close/>
                <a:moveTo>
                  <a:pt x="2963266" y="106411"/>
                </a:moveTo>
                <a:cubicBezTo>
                  <a:pt x="2960334" y="108827"/>
                  <a:pt x="2958266" y="109687"/>
                  <a:pt x="2955679" y="109687"/>
                </a:cubicBezTo>
                <a:cubicBezTo>
                  <a:pt x="2951713" y="109687"/>
                  <a:pt x="2950505" y="107274"/>
                  <a:pt x="2950505" y="99684"/>
                </a:cubicBezTo>
                <a:lnTo>
                  <a:pt x="2950505" y="66055"/>
                </a:lnTo>
                <a:cubicBezTo>
                  <a:pt x="2950505" y="57087"/>
                  <a:pt x="2949642" y="52084"/>
                  <a:pt x="2947055" y="47945"/>
                </a:cubicBezTo>
                <a:cubicBezTo>
                  <a:pt x="2943260" y="41737"/>
                  <a:pt x="2935845" y="38461"/>
                  <a:pt x="2925671" y="38461"/>
                </a:cubicBezTo>
                <a:cubicBezTo>
                  <a:pt x="2909458" y="38461"/>
                  <a:pt x="2896697" y="46911"/>
                  <a:pt x="2896697" y="57776"/>
                </a:cubicBezTo>
                <a:cubicBezTo>
                  <a:pt x="2896697" y="61742"/>
                  <a:pt x="2899974" y="65192"/>
                  <a:pt x="2904113" y="65192"/>
                </a:cubicBezTo>
                <a:cubicBezTo>
                  <a:pt x="2908250" y="65192"/>
                  <a:pt x="2911874" y="61742"/>
                  <a:pt x="2911874" y="57948"/>
                </a:cubicBezTo>
                <a:cubicBezTo>
                  <a:pt x="2911874" y="57258"/>
                  <a:pt x="2911700" y="56398"/>
                  <a:pt x="2911529" y="55190"/>
                </a:cubicBezTo>
                <a:cubicBezTo>
                  <a:pt x="2911184" y="53637"/>
                  <a:pt x="2911010" y="52258"/>
                  <a:pt x="2911010" y="51050"/>
                </a:cubicBezTo>
                <a:cubicBezTo>
                  <a:pt x="2911010" y="46395"/>
                  <a:pt x="2916529" y="42600"/>
                  <a:pt x="2923429" y="42600"/>
                </a:cubicBezTo>
                <a:cubicBezTo>
                  <a:pt x="2931879" y="42600"/>
                  <a:pt x="2936534" y="47600"/>
                  <a:pt x="2936534" y="56913"/>
                </a:cubicBezTo>
                <a:lnTo>
                  <a:pt x="2936534" y="67434"/>
                </a:lnTo>
                <a:cubicBezTo>
                  <a:pt x="2910147" y="77955"/>
                  <a:pt x="2907045" y="79505"/>
                  <a:pt x="2899629" y="86061"/>
                </a:cubicBezTo>
                <a:cubicBezTo>
                  <a:pt x="2895834" y="89511"/>
                  <a:pt x="2893418" y="95374"/>
                  <a:pt x="2893418" y="101063"/>
                </a:cubicBezTo>
                <a:cubicBezTo>
                  <a:pt x="2893418" y="111929"/>
                  <a:pt x="2901008" y="119519"/>
                  <a:pt x="2911529" y="119519"/>
                </a:cubicBezTo>
                <a:cubicBezTo>
                  <a:pt x="2919116" y="119519"/>
                  <a:pt x="2926187" y="115898"/>
                  <a:pt x="2936708" y="106929"/>
                </a:cubicBezTo>
                <a:cubicBezTo>
                  <a:pt x="2937571" y="116069"/>
                  <a:pt x="2940674" y="119519"/>
                  <a:pt x="2947745" y="119519"/>
                </a:cubicBezTo>
                <a:cubicBezTo>
                  <a:pt x="2953608" y="119519"/>
                  <a:pt x="2957232" y="117448"/>
                  <a:pt x="2963266" y="110895"/>
                </a:cubicBezTo>
                <a:lnTo>
                  <a:pt x="2963266" y="106411"/>
                </a:lnTo>
                <a:moveTo>
                  <a:pt x="2936534" y="96582"/>
                </a:moveTo>
                <a:cubicBezTo>
                  <a:pt x="2936534" y="101756"/>
                  <a:pt x="2935674" y="103653"/>
                  <a:pt x="2932050" y="105721"/>
                </a:cubicBezTo>
                <a:cubicBezTo>
                  <a:pt x="2927739" y="108134"/>
                  <a:pt x="2923084" y="109516"/>
                  <a:pt x="2919460" y="109516"/>
                </a:cubicBezTo>
                <a:cubicBezTo>
                  <a:pt x="2913426" y="109516"/>
                  <a:pt x="2908597" y="103653"/>
                  <a:pt x="2908597" y="96234"/>
                </a:cubicBezTo>
                <a:lnTo>
                  <a:pt x="2908597" y="95545"/>
                </a:lnTo>
                <a:cubicBezTo>
                  <a:pt x="2908768" y="85198"/>
                  <a:pt x="2916358" y="78645"/>
                  <a:pt x="2936534" y="71574"/>
                </a:cubicBezTo>
                <a:lnTo>
                  <a:pt x="2936534" y="96582"/>
                </a:lnTo>
                <a:close/>
                <a:moveTo>
                  <a:pt x="3007589" y="40184"/>
                </a:moveTo>
                <a:lnTo>
                  <a:pt x="2990171" y="40184"/>
                </a:lnTo>
                <a:lnTo>
                  <a:pt x="2990171" y="20179"/>
                </a:lnTo>
                <a:cubicBezTo>
                  <a:pt x="2990171" y="18455"/>
                  <a:pt x="2989826" y="17937"/>
                  <a:pt x="2988963" y="17937"/>
                </a:cubicBezTo>
                <a:cubicBezTo>
                  <a:pt x="2978960" y="32424"/>
                  <a:pt x="2973786" y="38287"/>
                  <a:pt x="2968786" y="41219"/>
                </a:cubicBezTo>
                <a:cubicBezTo>
                  <a:pt x="2966889" y="42426"/>
                  <a:pt x="2965852" y="43461"/>
                  <a:pt x="2965852" y="44497"/>
                </a:cubicBezTo>
                <a:cubicBezTo>
                  <a:pt x="2965852" y="45013"/>
                  <a:pt x="2966026" y="45358"/>
                  <a:pt x="2966544" y="45703"/>
                </a:cubicBezTo>
                <a:lnTo>
                  <a:pt x="2975684" y="45703"/>
                </a:lnTo>
                <a:lnTo>
                  <a:pt x="2975684" y="97616"/>
                </a:lnTo>
                <a:cubicBezTo>
                  <a:pt x="2975684" y="112103"/>
                  <a:pt x="2980857" y="119519"/>
                  <a:pt x="2991034" y="119519"/>
                </a:cubicBezTo>
                <a:cubicBezTo>
                  <a:pt x="2999484" y="119519"/>
                  <a:pt x="3006036" y="115379"/>
                  <a:pt x="3011728" y="106411"/>
                </a:cubicBezTo>
                <a:lnTo>
                  <a:pt x="3009486" y="104513"/>
                </a:lnTo>
                <a:cubicBezTo>
                  <a:pt x="3005692" y="108998"/>
                  <a:pt x="3002934" y="110550"/>
                  <a:pt x="2999139" y="110550"/>
                </a:cubicBezTo>
                <a:cubicBezTo>
                  <a:pt x="2992757" y="110550"/>
                  <a:pt x="2990171" y="105895"/>
                  <a:pt x="2990171" y="95029"/>
                </a:cubicBezTo>
                <a:lnTo>
                  <a:pt x="2990171" y="45703"/>
                </a:lnTo>
                <a:lnTo>
                  <a:pt x="3007589" y="45703"/>
                </a:lnTo>
                <a:lnTo>
                  <a:pt x="3007589" y="40184"/>
                </a:lnTo>
                <a:close/>
                <a:moveTo>
                  <a:pt x="3014316" y="117792"/>
                </a:moveTo>
                <a:lnTo>
                  <a:pt x="3055189" y="117792"/>
                </a:lnTo>
                <a:lnTo>
                  <a:pt x="3055189" y="115206"/>
                </a:lnTo>
                <a:cubicBezTo>
                  <a:pt x="3043808" y="114345"/>
                  <a:pt x="3042600" y="112792"/>
                  <a:pt x="3042426" y="100203"/>
                </a:cubicBezTo>
                <a:lnTo>
                  <a:pt x="3042426" y="38976"/>
                </a:lnTo>
                <a:lnTo>
                  <a:pt x="3041737" y="38461"/>
                </a:lnTo>
                <a:lnTo>
                  <a:pt x="3015005" y="47945"/>
                </a:lnTo>
                <a:lnTo>
                  <a:pt x="3015005" y="50532"/>
                </a:lnTo>
                <a:lnTo>
                  <a:pt x="3016387" y="50361"/>
                </a:lnTo>
                <a:cubicBezTo>
                  <a:pt x="3018455" y="50016"/>
                  <a:pt x="3020524" y="49842"/>
                  <a:pt x="3022250" y="49842"/>
                </a:cubicBezTo>
                <a:cubicBezTo>
                  <a:pt x="3026389" y="49842"/>
                  <a:pt x="3027939" y="52603"/>
                  <a:pt x="3027939" y="60190"/>
                </a:cubicBezTo>
                <a:lnTo>
                  <a:pt x="3027939" y="100203"/>
                </a:lnTo>
                <a:cubicBezTo>
                  <a:pt x="3027595" y="112963"/>
                  <a:pt x="3026045" y="114690"/>
                  <a:pt x="3014316" y="115206"/>
                </a:cubicBezTo>
                <a:lnTo>
                  <a:pt x="3014316" y="117792"/>
                </a:lnTo>
                <a:moveTo>
                  <a:pt x="3033631" y="0"/>
                </a:moveTo>
                <a:cubicBezTo>
                  <a:pt x="3028976" y="0"/>
                  <a:pt x="3025008" y="3968"/>
                  <a:pt x="3025008" y="8797"/>
                </a:cubicBezTo>
                <a:cubicBezTo>
                  <a:pt x="3025008" y="13797"/>
                  <a:pt x="3028802" y="17592"/>
                  <a:pt x="3033631" y="17592"/>
                </a:cubicBezTo>
                <a:cubicBezTo>
                  <a:pt x="3038805" y="17592"/>
                  <a:pt x="3042600" y="13797"/>
                  <a:pt x="3042600" y="8797"/>
                </a:cubicBezTo>
                <a:cubicBezTo>
                  <a:pt x="3042600" y="3795"/>
                  <a:pt x="3038634" y="0"/>
                  <a:pt x="3033631" y="0"/>
                </a:cubicBezTo>
                <a:close/>
                <a:moveTo>
                  <a:pt x="3102619" y="38461"/>
                </a:moveTo>
                <a:cubicBezTo>
                  <a:pt x="3080024" y="38461"/>
                  <a:pt x="3064503" y="55016"/>
                  <a:pt x="3064503" y="78816"/>
                </a:cubicBezTo>
                <a:cubicBezTo>
                  <a:pt x="3064503" y="102271"/>
                  <a:pt x="3080542" y="119519"/>
                  <a:pt x="3102271" y="119519"/>
                </a:cubicBezTo>
                <a:cubicBezTo>
                  <a:pt x="3124003" y="119519"/>
                  <a:pt x="3140558" y="101411"/>
                  <a:pt x="3140558" y="77437"/>
                </a:cubicBezTo>
                <a:cubicBezTo>
                  <a:pt x="3140558" y="54671"/>
                  <a:pt x="3124692" y="38461"/>
                  <a:pt x="3102619" y="38461"/>
                </a:cubicBezTo>
                <a:moveTo>
                  <a:pt x="3100377" y="43290"/>
                </a:moveTo>
                <a:cubicBezTo>
                  <a:pt x="3114864" y="43290"/>
                  <a:pt x="3125037" y="59845"/>
                  <a:pt x="3125037" y="83474"/>
                </a:cubicBezTo>
                <a:cubicBezTo>
                  <a:pt x="3125037" y="103134"/>
                  <a:pt x="3117277" y="114690"/>
                  <a:pt x="3104342" y="114690"/>
                </a:cubicBezTo>
                <a:cubicBezTo>
                  <a:pt x="3097616" y="114690"/>
                  <a:pt x="3091234" y="110550"/>
                  <a:pt x="3087613" y="103653"/>
                </a:cubicBezTo>
                <a:cubicBezTo>
                  <a:pt x="3082784" y="94684"/>
                  <a:pt x="3080024" y="82611"/>
                  <a:pt x="3080024" y="70366"/>
                </a:cubicBezTo>
                <a:cubicBezTo>
                  <a:pt x="3080024" y="53982"/>
                  <a:pt x="3087958" y="43290"/>
                  <a:pt x="3100377" y="43290"/>
                </a:cubicBezTo>
                <a:close/>
                <a:moveTo>
                  <a:pt x="3148837" y="117792"/>
                </a:moveTo>
                <a:lnTo>
                  <a:pt x="3185400" y="117792"/>
                </a:lnTo>
                <a:lnTo>
                  <a:pt x="3185400" y="115206"/>
                </a:lnTo>
                <a:cubicBezTo>
                  <a:pt x="3176777" y="114690"/>
                  <a:pt x="3174016" y="112448"/>
                  <a:pt x="3174016" y="106240"/>
                </a:cubicBezTo>
                <a:lnTo>
                  <a:pt x="3174016" y="57776"/>
                </a:lnTo>
                <a:cubicBezTo>
                  <a:pt x="3182295" y="50016"/>
                  <a:pt x="3186090" y="47945"/>
                  <a:pt x="3191782" y="47945"/>
                </a:cubicBezTo>
                <a:cubicBezTo>
                  <a:pt x="3200232" y="47945"/>
                  <a:pt x="3204371" y="53292"/>
                  <a:pt x="3204371" y="64674"/>
                </a:cubicBezTo>
                <a:lnTo>
                  <a:pt x="3204371" y="100719"/>
                </a:lnTo>
                <a:cubicBezTo>
                  <a:pt x="3204027" y="111929"/>
                  <a:pt x="3201956" y="114690"/>
                  <a:pt x="3193506" y="115206"/>
                </a:cubicBezTo>
                <a:lnTo>
                  <a:pt x="3193506" y="117792"/>
                </a:lnTo>
                <a:lnTo>
                  <a:pt x="3229379" y="117792"/>
                </a:lnTo>
                <a:lnTo>
                  <a:pt x="3229379" y="115206"/>
                </a:lnTo>
                <a:cubicBezTo>
                  <a:pt x="3220927" y="114345"/>
                  <a:pt x="3219029" y="112274"/>
                  <a:pt x="3218858" y="103824"/>
                </a:cubicBezTo>
                <a:lnTo>
                  <a:pt x="3218858" y="64329"/>
                </a:lnTo>
                <a:cubicBezTo>
                  <a:pt x="3218858" y="48119"/>
                  <a:pt x="3211269" y="38461"/>
                  <a:pt x="3198508" y="38461"/>
                </a:cubicBezTo>
                <a:cubicBezTo>
                  <a:pt x="3190574" y="38461"/>
                  <a:pt x="3185227" y="41392"/>
                  <a:pt x="3173500" y="52429"/>
                </a:cubicBezTo>
                <a:lnTo>
                  <a:pt x="3173500" y="38805"/>
                </a:lnTo>
                <a:lnTo>
                  <a:pt x="3172292" y="38461"/>
                </a:lnTo>
                <a:cubicBezTo>
                  <a:pt x="3163324" y="41737"/>
                  <a:pt x="3157461" y="43634"/>
                  <a:pt x="3148492" y="46221"/>
                </a:cubicBezTo>
                <a:lnTo>
                  <a:pt x="3148492" y="49153"/>
                </a:lnTo>
                <a:cubicBezTo>
                  <a:pt x="3149700" y="48637"/>
                  <a:pt x="3151253" y="48463"/>
                  <a:pt x="3153150" y="48463"/>
                </a:cubicBezTo>
                <a:cubicBezTo>
                  <a:pt x="3157979" y="48463"/>
                  <a:pt x="3159529" y="51050"/>
                  <a:pt x="3159529" y="59500"/>
                </a:cubicBezTo>
                <a:lnTo>
                  <a:pt x="3159529" y="102271"/>
                </a:lnTo>
                <a:cubicBezTo>
                  <a:pt x="3159358" y="112448"/>
                  <a:pt x="3157461" y="114690"/>
                  <a:pt x="3148837" y="115206"/>
                </a:cubicBezTo>
                <a:lnTo>
                  <a:pt x="3148837" y="117792"/>
                </a:lnTo>
                <a:close/>
                <a:moveTo>
                  <a:pt x="3238519" y="148319"/>
                </a:moveTo>
                <a:cubicBezTo>
                  <a:pt x="3251282" y="139869"/>
                  <a:pt x="3256456" y="135558"/>
                  <a:pt x="3262835" y="127624"/>
                </a:cubicBezTo>
                <a:cubicBezTo>
                  <a:pt x="3275082" y="112619"/>
                  <a:pt x="3281116" y="95374"/>
                  <a:pt x="3281116" y="75195"/>
                </a:cubicBezTo>
                <a:cubicBezTo>
                  <a:pt x="3281116" y="53119"/>
                  <a:pt x="3274735" y="36390"/>
                  <a:pt x="3259558" y="18800"/>
                </a:cubicBezTo>
                <a:cubicBezTo>
                  <a:pt x="3252487" y="10521"/>
                  <a:pt x="3248003" y="6726"/>
                  <a:pt x="3239035" y="1208"/>
                </a:cubicBezTo>
                <a:lnTo>
                  <a:pt x="3236966" y="3968"/>
                </a:lnTo>
                <a:cubicBezTo>
                  <a:pt x="3250764" y="14832"/>
                  <a:pt x="3255419" y="20868"/>
                  <a:pt x="3260248" y="33803"/>
                </a:cubicBezTo>
                <a:cubicBezTo>
                  <a:pt x="3264387" y="45358"/>
                  <a:pt x="3266285" y="58295"/>
                  <a:pt x="3266285" y="75713"/>
                </a:cubicBezTo>
                <a:cubicBezTo>
                  <a:pt x="3266285" y="93821"/>
                  <a:pt x="3264043" y="107963"/>
                  <a:pt x="3259387" y="118485"/>
                </a:cubicBezTo>
                <a:cubicBezTo>
                  <a:pt x="3254729" y="129177"/>
                  <a:pt x="3249385" y="135558"/>
                  <a:pt x="3236966" y="145561"/>
                </a:cubicBezTo>
                <a:lnTo>
                  <a:pt x="3238519" y="148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034f48345415a"/>
          <a:stretch xmlns:a="http://schemas.openxmlformats.org/drawingml/2006/main"/>
        </p:blipFill>
        <p:spPr>
          <a:xfrm xmlns:a="http://schemas.openxmlformats.org/drawingml/2006/main">
            <a:off x="6139855" y="710632"/>
            <a:ext cx="5009429" cy="2697134"/>
          </a:xfrm>
          <a:prstGeom xmlns:a="http://schemas.openxmlformats.org/drawingml/2006/main" prst="rect">
            <a:avLst/>
          </a:prstGeom>
        </p:spPr>
      </p:pic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2691F-2C6E-434D-ACB7-627E3CBE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2857" y="1956201"/>
            <a:ext cx="353777" cy="39922"/>
          </a:xfrm>
          <a:custGeom xmlns:a="http://schemas.openxmlformats.org/drawingml/2006/main">
            <a:pathLst>
              <a:path w="353777" h="39922">
                <a:moveTo>
                  <a:pt x="353777" y="25750"/>
                </a:moveTo>
                <a:lnTo>
                  <a:pt x="353777" y="14106"/>
                </a:lnTo>
                <a:lnTo>
                  <a:pt x="66537" y="14106"/>
                </a:lnTo>
                <a:lnTo>
                  <a:pt x="66537" y="0"/>
                </a:lnTo>
                <a:lnTo>
                  <a:pt x="0" y="19961"/>
                </a:lnTo>
                <a:lnTo>
                  <a:pt x="66537" y="39922"/>
                </a:lnTo>
                <a:lnTo>
                  <a:pt x="66537" y="25750"/>
                </a:lnTo>
                <a:lnTo>
                  <a:pt x="353777" y="257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0AFEE-2FD8-4784-9A69-F7019106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096" y="1630436"/>
            <a:ext cx="3402963" cy="447128"/>
          </a:xfrm>
          <a:custGeom xmlns:a="http://schemas.openxmlformats.org/drawingml/2006/main">
            <a:pathLst>
              <a:path w="3402963" h="447128">
                <a:moveTo>
                  <a:pt x="0" y="70862"/>
                </a:moveTo>
                <a:cubicBezTo>
                  <a:pt x="0" y="31738"/>
                  <a:pt x="31738" y="0"/>
                  <a:pt x="70862" y="0"/>
                </a:cubicBezTo>
                <a:lnTo>
                  <a:pt x="3332101" y="0"/>
                </a:lnTo>
                <a:cubicBezTo>
                  <a:pt x="3371224" y="0"/>
                  <a:pt x="3402963" y="31738"/>
                  <a:pt x="3402963" y="70862"/>
                </a:cubicBezTo>
                <a:lnTo>
                  <a:pt x="3402963" y="376266"/>
                </a:lnTo>
                <a:cubicBezTo>
                  <a:pt x="3402963" y="415390"/>
                  <a:pt x="3371224" y="447128"/>
                  <a:pt x="3332101" y="447128"/>
                </a:cubicBezTo>
                <a:lnTo>
                  <a:pt x="70862" y="447128"/>
                </a:lnTo>
                <a:cubicBezTo>
                  <a:pt x="31738" y="447128"/>
                  <a:pt x="0" y="415390"/>
                  <a:pt x="0" y="376266"/>
                </a:cubicBezTo>
                <a:lnTo>
                  <a:pt x="0" y="70862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9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Text V">
            <a:extLst xmlns:a="http://schemas.openxmlformats.org/drawingml/2006/main">
              <a:ext uri="{FF2B5EF4-FFF2-40B4-BE49-F238E27FC236}">
                <a16:creationId xmlns:a16="http://schemas.microsoft.com/office/drawing/2014/main" id="{9F44C314-3F4D-4CE7-AEF5-0B31803B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902" y="1799809"/>
            <a:ext cx="127344" cy="125846"/>
          </a:xfrm>
          <a:custGeom xmlns:a="http://schemas.openxmlformats.org/drawingml/2006/main">
            <a:pathLst>
              <a:path w="127344" h="125846">
                <a:moveTo>
                  <a:pt x="127344" y="0"/>
                </a:moveTo>
                <a:lnTo>
                  <a:pt x="89009" y="0"/>
                </a:lnTo>
                <a:lnTo>
                  <a:pt x="89009" y="3552"/>
                </a:lnTo>
                <a:cubicBezTo>
                  <a:pt x="99296" y="4300"/>
                  <a:pt x="102660" y="6169"/>
                  <a:pt x="102660" y="11405"/>
                </a:cubicBezTo>
                <a:cubicBezTo>
                  <a:pt x="102660" y="14398"/>
                  <a:pt x="101353" y="19445"/>
                  <a:pt x="99107" y="25055"/>
                </a:cubicBezTo>
                <a:lnTo>
                  <a:pt x="71618" y="93683"/>
                </a:lnTo>
                <a:lnTo>
                  <a:pt x="43382" y="30479"/>
                </a:lnTo>
                <a:cubicBezTo>
                  <a:pt x="37213" y="16641"/>
                  <a:pt x="35715" y="12529"/>
                  <a:pt x="35715" y="9721"/>
                </a:cubicBezTo>
                <a:cubicBezTo>
                  <a:pt x="35715" y="5983"/>
                  <a:pt x="38334" y="4300"/>
                  <a:pt x="44318" y="3926"/>
                </a:cubicBezTo>
                <a:cubicBezTo>
                  <a:pt x="45254" y="3926"/>
                  <a:pt x="47311" y="3738"/>
                  <a:pt x="49742" y="3552"/>
                </a:cubicBezTo>
                <a:lnTo>
                  <a:pt x="49742" y="0"/>
                </a:lnTo>
                <a:lnTo>
                  <a:pt x="0" y="0"/>
                </a:lnTo>
                <a:lnTo>
                  <a:pt x="0" y="3552"/>
                </a:lnTo>
                <a:cubicBezTo>
                  <a:pt x="9162" y="3926"/>
                  <a:pt x="11781" y="6543"/>
                  <a:pt x="19822" y="23186"/>
                </a:cubicBezTo>
                <a:lnTo>
                  <a:pt x="65823" y="125846"/>
                </a:lnTo>
                <a:lnTo>
                  <a:pt x="68628" y="125846"/>
                </a:lnTo>
                <a:lnTo>
                  <a:pt x="110141" y="20943"/>
                </a:lnTo>
                <a:cubicBezTo>
                  <a:pt x="116313" y="6169"/>
                  <a:pt x="118367" y="4112"/>
                  <a:pt x="127344" y="3552"/>
                </a:cubicBezTo>
                <a:lnTo>
                  <a:pt x="12734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Text ARTransformer(causal)">
            <a:extLst xmlns:a="http://schemas.openxmlformats.org/drawingml/2006/main">
              <a:ext uri="{FF2B5EF4-FFF2-40B4-BE49-F238E27FC236}">
                <a16:creationId xmlns:a16="http://schemas.microsoft.com/office/drawing/2014/main" id="{DBF52CBD-5EB8-4775-8506-7C354F02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540" y="1795880"/>
            <a:ext cx="1882669" cy="160816"/>
          </a:xfrm>
          <a:custGeom xmlns:a="http://schemas.openxmlformats.org/drawingml/2006/main">
            <a:pathLst>
              <a:path w="1882669" h="160816">
                <a:moveTo>
                  <a:pt x="129213" y="124165"/>
                </a:moveTo>
                <a:cubicBezTo>
                  <a:pt x="120798" y="123606"/>
                  <a:pt x="118929" y="121734"/>
                  <a:pt x="112384" y="107898"/>
                </a:cubicBezTo>
                <a:lnTo>
                  <a:pt x="65820" y="1683"/>
                </a:lnTo>
                <a:lnTo>
                  <a:pt x="62083" y="1683"/>
                </a:lnTo>
                <a:lnTo>
                  <a:pt x="23186" y="93498"/>
                </a:lnTo>
                <a:cubicBezTo>
                  <a:pt x="11219" y="120801"/>
                  <a:pt x="8974" y="123791"/>
                  <a:pt x="0" y="124165"/>
                </a:cubicBezTo>
                <a:lnTo>
                  <a:pt x="0" y="127718"/>
                </a:lnTo>
                <a:lnTo>
                  <a:pt x="37025" y="127718"/>
                </a:lnTo>
                <a:lnTo>
                  <a:pt x="37025" y="124165"/>
                </a:lnTo>
                <a:cubicBezTo>
                  <a:pt x="28048" y="124165"/>
                  <a:pt x="24307" y="121922"/>
                  <a:pt x="24307" y="116498"/>
                </a:cubicBezTo>
                <a:cubicBezTo>
                  <a:pt x="24307" y="114256"/>
                  <a:pt x="24870" y="111636"/>
                  <a:pt x="25805" y="109205"/>
                </a:cubicBezTo>
                <a:lnTo>
                  <a:pt x="34405" y="87329"/>
                </a:lnTo>
                <a:lnTo>
                  <a:pt x="83400" y="87329"/>
                </a:lnTo>
                <a:lnTo>
                  <a:pt x="91067" y="105279"/>
                </a:lnTo>
                <a:cubicBezTo>
                  <a:pt x="93309" y="110329"/>
                  <a:pt x="94619" y="115191"/>
                  <a:pt x="94619" y="117808"/>
                </a:cubicBezTo>
                <a:cubicBezTo>
                  <a:pt x="94619" y="122482"/>
                  <a:pt x="91440" y="123980"/>
                  <a:pt x="81528" y="124165"/>
                </a:cubicBezTo>
                <a:lnTo>
                  <a:pt x="81528" y="127718"/>
                </a:lnTo>
                <a:lnTo>
                  <a:pt x="129213" y="127718"/>
                </a:lnTo>
                <a:lnTo>
                  <a:pt x="129213" y="124165"/>
                </a:lnTo>
                <a:moveTo>
                  <a:pt x="37584" y="79662"/>
                </a:moveTo>
                <a:lnTo>
                  <a:pt x="59089" y="28236"/>
                </a:lnTo>
                <a:lnTo>
                  <a:pt x="80780" y="79662"/>
                </a:lnTo>
                <a:lnTo>
                  <a:pt x="37584" y="79662"/>
                </a:lnTo>
                <a:close/>
                <a:moveTo>
                  <a:pt x="255997" y="124165"/>
                </a:moveTo>
                <a:cubicBezTo>
                  <a:pt x="248889" y="123606"/>
                  <a:pt x="245151" y="121734"/>
                  <a:pt x="239727" y="115377"/>
                </a:cubicBezTo>
                <a:lnTo>
                  <a:pt x="201207" y="68066"/>
                </a:lnTo>
                <a:cubicBezTo>
                  <a:pt x="224955" y="63392"/>
                  <a:pt x="235053" y="54042"/>
                  <a:pt x="235053" y="36839"/>
                </a:cubicBezTo>
                <a:cubicBezTo>
                  <a:pt x="235053" y="28799"/>
                  <a:pt x="232622" y="21879"/>
                  <a:pt x="227760" y="16458"/>
                </a:cubicBezTo>
                <a:cubicBezTo>
                  <a:pt x="220652" y="8791"/>
                  <a:pt x="204945" y="3929"/>
                  <a:pt x="187557" y="3929"/>
                </a:cubicBezTo>
                <a:lnTo>
                  <a:pt x="135946" y="3929"/>
                </a:lnTo>
                <a:lnTo>
                  <a:pt x="135946" y="7481"/>
                </a:lnTo>
                <a:cubicBezTo>
                  <a:pt x="149782" y="8977"/>
                  <a:pt x="151653" y="10660"/>
                  <a:pt x="151839" y="24310"/>
                </a:cubicBezTo>
                <a:lnTo>
                  <a:pt x="151839" y="105279"/>
                </a:lnTo>
                <a:cubicBezTo>
                  <a:pt x="151653" y="121175"/>
                  <a:pt x="149970" y="123044"/>
                  <a:pt x="135946" y="124165"/>
                </a:cubicBezTo>
                <a:lnTo>
                  <a:pt x="135946" y="127718"/>
                </a:lnTo>
                <a:lnTo>
                  <a:pt x="187742" y="127718"/>
                </a:lnTo>
                <a:lnTo>
                  <a:pt x="187742" y="124165"/>
                </a:lnTo>
                <a:cubicBezTo>
                  <a:pt x="173344" y="123232"/>
                  <a:pt x="171099" y="120987"/>
                  <a:pt x="170913" y="107336"/>
                </a:cubicBezTo>
                <a:lnTo>
                  <a:pt x="170913" y="70497"/>
                </a:lnTo>
                <a:lnTo>
                  <a:pt x="181385" y="70123"/>
                </a:lnTo>
                <a:lnTo>
                  <a:pt x="225888" y="127718"/>
                </a:lnTo>
                <a:lnTo>
                  <a:pt x="255997" y="127718"/>
                </a:lnTo>
                <a:lnTo>
                  <a:pt x="255997" y="124165"/>
                </a:lnTo>
                <a:moveTo>
                  <a:pt x="170913" y="17579"/>
                </a:moveTo>
                <a:cubicBezTo>
                  <a:pt x="170913" y="12343"/>
                  <a:pt x="172971" y="10845"/>
                  <a:pt x="180449" y="10845"/>
                </a:cubicBezTo>
                <a:cubicBezTo>
                  <a:pt x="203824" y="10845"/>
                  <a:pt x="214669" y="18886"/>
                  <a:pt x="214669" y="36465"/>
                </a:cubicBezTo>
                <a:cubicBezTo>
                  <a:pt x="214669" y="45816"/>
                  <a:pt x="210743" y="53668"/>
                  <a:pt x="204012" y="57221"/>
                </a:cubicBezTo>
                <a:cubicBezTo>
                  <a:pt x="195409" y="62083"/>
                  <a:pt x="188864" y="63207"/>
                  <a:pt x="170913" y="63581"/>
                </a:cubicBezTo>
                <a:lnTo>
                  <a:pt x="170913" y="17579"/>
                </a:lnTo>
                <a:close/>
                <a:moveTo>
                  <a:pt x="388015" y="124165"/>
                </a:moveTo>
                <a:cubicBezTo>
                  <a:pt x="372681" y="123418"/>
                  <a:pt x="370250" y="121175"/>
                  <a:pt x="370062" y="107336"/>
                </a:cubicBezTo>
                <a:lnTo>
                  <a:pt x="370062" y="11781"/>
                </a:lnTo>
                <a:lnTo>
                  <a:pt x="380160" y="11781"/>
                </a:lnTo>
                <a:cubicBezTo>
                  <a:pt x="401854" y="12155"/>
                  <a:pt x="405780" y="15334"/>
                  <a:pt x="409894" y="35718"/>
                </a:cubicBezTo>
                <a:lnTo>
                  <a:pt x="414380" y="35718"/>
                </a:lnTo>
                <a:lnTo>
                  <a:pt x="413258" y="3929"/>
                </a:lnTo>
                <a:lnTo>
                  <a:pt x="307794" y="3929"/>
                </a:lnTo>
                <a:lnTo>
                  <a:pt x="306673" y="35718"/>
                </a:lnTo>
                <a:lnTo>
                  <a:pt x="311158" y="35718"/>
                </a:lnTo>
                <a:cubicBezTo>
                  <a:pt x="315461" y="15334"/>
                  <a:pt x="319387" y="12155"/>
                  <a:pt x="340893" y="11781"/>
                </a:cubicBezTo>
                <a:lnTo>
                  <a:pt x="350990" y="11781"/>
                </a:lnTo>
                <a:lnTo>
                  <a:pt x="350990" y="105279"/>
                </a:lnTo>
                <a:cubicBezTo>
                  <a:pt x="350802" y="121360"/>
                  <a:pt x="349119" y="123232"/>
                  <a:pt x="333411" y="124165"/>
                </a:cubicBezTo>
                <a:lnTo>
                  <a:pt x="333411" y="127718"/>
                </a:lnTo>
                <a:lnTo>
                  <a:pt x="388015" y="127718"/>
                </a:lnTo>
                <a:lnTo>
                  <a:pt x="388015" y="124165"/>
                </a:lnTo>
                <a:close/>
                <a:moveTo>
                  <a:pt x="413071" y="127718"/>
                </a:moveTo>
                <a:lnTo>
                  <a:pt x="457951" y="127718"/>
                </a:lnTo>
                <a:lnTo>
                  <a:pt x="457951" y="124913"/>
                </a:lnTo>
                <a:cubicBezTo>
                  <a:pt x="445422" y="124539"/>
                  <a:pt x="442429" y="121922"/>
                  <a:pt x="442055" y="110889"/>
                </a:cubicBezTo>
                <a:lnTo>
                  <a:pt x="442055" y="68816"/>
                </a:lnTo>
                <a:cubicBezTo>
                  <a:pt x="442055" y="62830"/>
                  <a:pt x="449910" y="53483"/>
                  <a:pt x="455146" y="53483"/>
                </a:cubicBezTo>
                <a:cubicBezTo>
                  <a:pt x="456267" y="53483"/>
                  <a:pt x="457951" y="54416"/>
                  <a:pt x="460008" y="56287"/>
                </a:cubicBezTo>
                <a:cubicBezTo>
                  <a:pt x="462813" y="59092"/>
                  <a:pt x="465056" y="60025"/>
                  <a:pt x="467487" y="60025"/>
                </a:cubicBezTo>
                <a:cubicBezTo>
                  <a:pt x="471975" y="60025"/>
                  <a:pt x="474780" y="56847"/>
                  <a:pt x="474780" y="51611"/>
                </a:cubicBezTo>
                <a:cubicBezTo>
                  <a:pt x="474780" y="45442"/>
                  <a:pt x="470854" y="41701"/>
                  <a:pt x="464496" y="41701"/>
                </a:cubicBezTo>
                <a:cubicBezTo>
                  <a:pt x="456641" y="41701"/>
                  <a:pt x="451405" y="45816"/>
                  <a:pt x="442055" y="59278"/>
                </a:cubicBezTo>
                <a:lnTo>
                  <a:pt x="442055" y="42075"/>
                </a:lnTo>
                <a:lnTo>
                  <a:pt x="441122" y="41701"/>
                </a:lnTo>
                <a:cubicBezTo>
                  <a:pt x="430650" y="45816"/>
                  <a:pt x="423916" y="48432"/>
                  <a:pt x="413445" y="51799"/>
                </a:cubicBezTo>
                <a:lnTo>
                  <a:pt x="413445" y="54789"/>
                </a:lnTo>
                <a:cubicBezTo>
                  <a:pt x="416064" y="54230"/>
                  <a:pt x="417748" y="54042"/>
                  <a:pt x="419990" y="54042"/>
                </a:cubicBezTo>
                <a:cubicBezTo>
                  <a:pt x="424664" y="54042"/>
                  <a:pt x="426347" y="57035"/>
                  <a:pt x="426347" y="65261"/>
                </a:cubicBezTo>
                <a:lnTo>
                  <a:pt x="426347" y="112010"/>
                </a:lnTo>
                <a:cubicBezTo>
                  <a:pt x="425974" y="121734"/>
                  <a:pt x="424852" y="122858"/>
                  <a:pt x="413071" y="124913"/>
                </a:cubicBezTo>
                <a:lnTo>
                  <a:pt x="413071" y="127718"/>
                </a:lnTo>
                <a:close/>
                <a:moveTo>
                  <a:pt x="558553" y="115377"/>
                </a:moveTo>
                <a:cubicBezTo>
                  <a:pt x="555375" y="117996"/>
                  <a:pt x="553132" y="118929"/>
                  <a:pt x="550327" y="118929"/>
                </a:cubicBezTo>
                <a:cubicBezTo>
                  <a:pt x="546027" y="118929"/>
                  <a:pt x="544717" y="116313"/>
                  <a:pt x="544717" y="108084"/>
                </a:cubicBezTo>
                <a:lnTo>
                  <a:pt x="544717" y="71621"/>
                </a:lnTo>
                <a:cubicBezTo>
                  <a:pt x="544717" y="61897"/>
                  <a:pt x="543782" y="56473"/>
                  <a:pt x="540977" y="51985"/>
                </a:cubicBezTo>
                <a:cubicBezTo>
                  <a:pt x="536862" y="45254"/>
                  <a:pt x="528822" y="41701"/>
                  <a:pt x="517791" y="41701"/>
                </a:cubicBezTo>
                <a:cubicBezTo>
                  <a:pt x="500211" y="41701"/>
                  <a:pt x="486376" y="50863"/>
                  <a:pt x="486376" y="62645"/>
                </a:cubicBezTo>
                <a:cubicBezTo>
                  <a:pt x="486376" y="66945"/>
                  <a:pt x="489928" y="70685"/>
                  <a:pt x="494416" y="70685"/>
                </a:cubicBezTo>
                <a:cubicBezTo>
                  <a:pt x="498902" y="70685"/>
                  <a:pt x="502831" y="66945"/>
                  <a:pt x="502831" y="62830"/>
                </a:cubicBezTo>
                <a:cubicBezTo>
                  <a:pt x="502831" y="62083"/>
                  <a:pt x="502642" y="61150"/>
                  <a:pt x="502457" y="59840"/>
                </a:cubicBezTo>
                <a:cubicBezTo>
                  <a:pt x="502083" y="58156"/>
                  <a:pt x="501895" y="56661"/>
                  <a:pt x="501895" y="55352"/>
                </a:cubicBezTo>
                <a:cubicBezTo>
                  <a:pt x="501895" y="50304"/>
                  <a:pt x="507878" y="46190"/>
                  <a:pt x="515360" y="46190"/>
                </a:cubicBezTo>
                <a:cubicBezTo>
                  <a:pt x="524522" y="46190"/>
                  <a:pt x="529569" y="51611"/>
                  <a:pt x="529569" y="61709"/>
                </a:cubicBezTo>
                <a:lnTo>
                  <a:pt x="529569" y="73116"/>
                </a:lnTo>
                <a:cubicBezTo>
                  <a:pt x="500959" y="84524"/>
                  <a:pt x="497595" y="86205"/>
                  <a:pt x="489554" y="93312"/>
                </a:cubicBezTo>
                <a:cubicBezTo>
                  <a:pt x="485440" y="97053"/>
                  <a:pt x="482820" y="103410"/>
                  <a:pt x="482820" y="109579"/>
                </a:cubicBezTo>
                <a:cubicBezTo>
                  <a:pt x="482820" y="121360"/>
                  <a:pt x="491049" y="129589"/>
                  <a:pt x="502457" y="129589"/>
                </a:cubicBezTo>
                <a:cubicBezTo>
                  <a:pt x="510683" y="129589"/>
                  <a:pt x="518350" y="125663"/>
                  <a:pt x="529757" y="115939"/>
                </a:cubicBezTo>
                <a:cubicBezTo>
                  <a:pt x="530693" y="125849"/>
                  <a:pt x="534057" y="129589"/>
                  <a:pt x="541724" y="129589"/>
                </a:cubicBezTo>
                <a:cubicBezTo>
                  <a:pt x="548081" y="129589"/>
                  <a:pt x="552011" y="127344"/>
                  <a:pt x="558553" y="120239"/>
                </a:cubicBezTo>
                <a:lnTo>
                  <a:pt x="558553" y="115377"/>
                </a:lnTo>
                <a:moveTo>
                  <a:pt x="529569" y="104720"/>
                </a:moveTo>
                <a:cubicBezTo>
                  <a:pt x="529569" y="110329"/>
                  <a:pt x="528636" y="112387"/>
                  <a:pt x="524707" y="114629"/>
                </a:cubicBezTo>
                <a:cubicBezTo>
                  <a:pt x="520033" y="117246"/>
                  <a:pt x="514986" y="118744"/>
                  <a:pt x="511057" y="118744"/>
                </a:cubicBezTo>
                <a:cubicBezTo>
                  <a:pt x="504514" y="118744"/>
                  <a:pt x="499278" y="112387"/>
                  <a:pt x="499278" y="104343"/>
                </a:cubicBezTo>
                <a:lnTo>
                  <a:pt x="499278" y="103596"/>
                </a:lnTo>
                <a:cubicBezTo>
                  <a:pt x="499464" y="92376"/>
                  <a:pt x="507693" y="85272"/>
                  <a:pt x="529569" y="77605"/>
                </a:cubicBezTo>
                <a:lnTo>
                  <a:pt x="529569" y="104720"/>
                </a:lnTo>
                <a:close/>
                <a:moveTo>
                  <a:pt x="563789" y="127718"/>
                </a:moveTo>
                <a:lnTo>
                  <a:pt x="603433" y="127718"/>
                </a:lnTo>
                <a:lnTo>
                  <a:pt x="603433" y="124913"/>
                </a:lnTo>
                <a:cubicBezTo>
                  <a:pt x="594083" y="124353"/>
                  <a:pt x="591090" y="121922"/>
                  <a:pt x="591090" y="115191"/>
                </a:cubicBezTo>
                <a:lnTo>
                  <a:pt x="591090" y="62645"/>
                </a:lnTo>
                <a:cubicBezTo>
                  <a:pt x="600066" y="54230"/>
                  <a:pt x="604181" y="51985"/>
                  <a:pt x="610352" y="51985"/>
                </a:cubicBezTo>
                <a:cubicBezTo>
                  <a:pt x="619514" y="51985"/>
                  <a:pt x="624003" y="57783"/>
                  <a:pt x="624003" y="70123"/>
                </a:cubicBezTo>
                <a:lnTo>
                  <a:pt x="624003" y="109205"/>
                </a:lnTo>
                <a:cubicBezTo>
                  <a:pt x="623629" y="121360"/>
                  <a:pt x="621383" y="124353"/>
                  <a:pt x="612221" y="124913"/>
                </a:cubicBezTo>
                <a:lnTo>
                  <a:pt x="612221" y="127718"/>
                </a:lnTo>
                <a:lnTo>
                  <a:pt x="651118" y="127718"/>
                </a:lnTo>
                <a:lnTo>
                  <a:pt x="651118" y="124913"/>
                </a:lnTo>
                <a:cubicBezTo>
                  <a:pt x="641953" y="123980"/>
                  <a:pt x="639896" y="121734"/>
                  <a:pt x="639710" y="112572"/>
                </a:cubicBezTo>
                <a:lnTo>
                  <a:pt x="639710" y="69749"/>
                </a:lnTo>
                <a:cubicBezTo>
                  <a:pt x="639710" y="52173"/>
                  <a:pt x="631481" y="41701"/>
                  <a:pt x="617646" y="41701"/>
                </a:cubicBezTo>
                <a:cubicBezTo>
                  <a:pt x="609043" y="41701"/>
                  <a:pt x="603245" y="44880"/>
                  <a:pt x="590530" y="56847"/>
                </a:cubicBezTo>
                <a:lnTo>
                  <a:pt x="590530" y="42075"/>
                </a:lnTo>
                <a:lnTo>
                  <a:pt x="589221" y="41701"/>
                </a:lnTo>
                <a:cubicBezTo>
                  <a:pt x="579497" y="45254"/>
                  <a:pt x="573139" y="47311"/>
                  <a:pt x="563415" y="50116"/>
                </a:cubicBezTo>
                <a:lnTo>
                  <a:pt x="563415" y="53294"/>
                </a:lnTo>
                <a:cubicBezTo>
                  <a:pt x="564725" y="52735"/>
                  <a:pt x="566408" y="52547"/>
                  <a:pt x="568466" y="52547"/>
                </a:cubicBezTo>
                <a:cubicBezTo>
                  <a:pt x="573702" y="52547"/>
                  <a:pt x="575382" y="55352"/>
                  <a:pt x="575382" y="64514"/>
                </a:cubicBezTo>
                <a:lnTo>
                  <a:pt x="575382" y="110889"/>
                </a:lnTo>
                <a:cubicBezTo>
                  <a:pt x="575197" y="121922"/>
                  <a:pt x="573139" y="124353"/>
                  <a:pt x="563789" y="124913"/>
                </a:cubicBezTo>
                <a:lnTo>
                  <a:pt x="563789" y="127718"/>
                </a:lnTo>
                <a:close/>
                <a:moveTo>
                  <a:pt x="714882" y="69002"/>
                </a:moveTo>
                <a:lnTo>
                  <a:pt x="714134" y="43385"/>
                </a:lnTo>
                <a:lnTo>
                  <a:pt x="712077" y="43385"/>
                </a:lnTo>
                <a:cubicBezTo>
                  <a:pt x="711144" y="44880"/>
                  <a:pt x="710208" y="45442"/>
                  <a:pt x="709087" y="45442"/>
                </a:cubicBezTo>
                <a:cubicBezTo>
                  <a:pt x="707966" y="45442"/>
                  <a:pt x="706094" y="45068"/>
                  <a:pt x="704037" y="44132"/>
                </a:cubicBezTo>
                <a:cubicBezTo>
                  <a:pt x="699737" y="42637"/>
                  <a:pt x="695437" y="41701"/>
                  <a:pt x="690948" y="41701"/>
                </a:cubicBezTo>
                <a:cubicBezTo>
                  <a:pt x="676174" y="41701"/>
                  <a:pt x="665517" y="51425"/>
                  <a:pt x="665517" y="64887"/>
                </a:cubicBezTo>
                <a:cubicBezTo>
                  <a:pt x="665517" y="75359"/>
                  <a:pt x="671500" y="82840"/>
                  <a:pt x="687396" y="91817"/>
                </a:cubicBezTo>
                <a:lnTo>
                  <a:pt x="698241" y="97986"/>
                </a:lnTo>
                <a:cubicBezTo>
                  <a:pt x="704784" y="101727"/>
                  <a:pt x="707966" y="106215"/>
                  <a:pt x="707966" y="112010"/>
                </a:cubicBezTo>
                <a:cubicBezTo>
                  <a:pt x="707966" y="120239"/>
                  <a:pt x="701979" y="125475"/>
                  <a:pt x="692444" y="125475"/>
                </a:cubicBezTo>
                <a:cubicBezTo>
                  <a:pt x="679541" y="125475"/>
                  <a:pt x="672995" y="118370"/>
                  <a:pt x="668695" y="99296"/>
                </a:cubicBezTo>
                <a:lnTo>
                  <a:pt x="665702" y="99296"/>
                </a:lnTo>
                <a:lnTo>
                  <a:pt x="665702" y="128468"/>
                </a:lnTo>
                <a:lnTo>
                  <a:pt x="668133" y="128468"/>
                </a:lnTo>
                <a:cubicBezTo>
                  <a:pt x="669443" y="126596"/>
                  <a:pt x="670190" y="126222"/>
                  <a:pt x="672436" y="126222"/>
                </a:cubicBezTo>
                <a:cubicBezTo>
                  <a:pt x="674493" y="126222"/>
                  <a:pt x="676736" y="126596"/>
                  <a:pt x="681036" y="127718"/>
                </a:cubicBezTo>
                <a:cubicBezTo>
                  <a:pt x="686086" y="128842"/>
                  <a:pt x="690948" y="129589"/>
                  <a:pt x="694686" y="129589"/>
                </a:cubicBezTo>
                <a:cubicBezTo>
                  <a:pt x="709272" y="129589"/>
                  <a:pt x="721054" y="118744"/>
                  <a:pt x="721054" y="105653"/>
                </a:cubicBezTo>
                <a:cubicBezTo>
                  <a:pt x="721054" y="96302"/>
                  <a:pt x="716566" y="90134"/>
                  <a:pt x="705346" y="83400"/>
                </a:cubicBezTo>
                <a:lnTo>
                  <a:pt x="685150" y="71433"/>
                </a:lnTo>
                <a:cubicBezTo>
                  <a:pt x="679915" y="68254"/>
                  <a:pt x="677110" y="63766"/>
                  <a:pt x="677110" y="58719"/>
                </a:cubicBezTo>
                <a:cubicBezTo>
                  <a:pt x="677110" y="51052"/>
                  <a:pt x="682908" y="46001"/>
                  <a:pt x="691508" y="46001"/>
                </a:cubicBezTo>
                <a:cubicBezTo>
                  <a:pt x="702168" y="46001"/>
                  <a:pt x="707777" y="52173"/>
                  <a:pt x="712077" y="69002"/>
                </a:cubicBezTo>
                <a:lnTo>
                  <a:pt x="714882" y="69002"/>
                </a:lnTo>
                <a:close/>
                <a:moveTo>
                  <a:pt x="788559" y="43570"/>
                </a:moveTo>
                <a:lnTo>
                  <a:pt x="765559" y="43570"/>
                </a:lnTo>
                <a:lnTo>
                  <a:pt x="765559" y="21879"/>
                </a:lnTo>
                <a:cubicBezTo>
                  <a:pt x="765559" y="10845"/>
                  <a:pt x="769111" y="5236"/>
                  <a:pt x="776219" y="5236"/>
                </a:cubicBezTo>
                <a:cubicBezTo>
                  <a:pt x="780333" y="5236"/>
                  <a:pt x="782764" y="7108"/>
                  <a:pt x="786128" y="12529"/>
                </a:cubicBezTo>
                <a:cubicBezTo>
                  <a:pt x="789121" y="17391"/>
                  <a:pt x="791364" y="19263"/>
                  <a:pt x="794543" y="19263"/>
                </a:cubicBezTo>
                <a:cubicBezTo>
                  <a:pt x="799031" y="19263"/>
                  <a:pt x="802398" y="15896"/>
                  <a:pt x="802398" y="11596"/>
                </a:cubicBezTo>
                <a:cubicBezTo>
                  <a:pt x="802398" y="4862"/>
                  <a:pt x="794169" y="0"/>
                  <a:pt x="782950" y="0"/>
                </a:cubicBezTo>
                <a:cubicBezTo>
                  <a:pt x="771168" y="0"/>
                  <a:pt x="761444" y="5050"/>
                  <a:pt x="756582" y="13465"/>
                </a:cubicBezTo>
                <a:cubicBezTo>
                  <a:pt x="751723" y="21879"/>
                  <a:pt x="750225" y="28610"/>
                  <a:pt x="750039" y="43570"/>
                </a:cubicBezTo>
                <a:lnTo>
                  <a:pt x="734706" y="43570"/>
                </a:lnTo>
                <a:lnTo>
                  <a:pt x="734706" y="49554"/>
                </a:lnTo>
                <a:lnTo>
                  <a:pt x="750039" y="49554"/>
                </a:lnTo>
                <a:lnTo>
                  <a:pt x="750039" y="108272"/>
                </a:lnTo>
                <a:cubicBezTo>
                  <a:pt x="749666" y="122296"/>
                  <a:pt x="747794" y="124353"/>
                  <a:pt x="734517" y="124913"/>
                </a:cubicBezTo>
                <a:lnTo>
                  <a:pt x="734517" y="127718"/>
                </a:lnTo>
                <a:lnTo>
                  <a:pt x="783138" y="127718"/>
                </a:lnTo>
                <a:lnTo>
                  <a:pt x="783138" y="124913"/>
                </a:lnTo>
                <a:cubicBezTo>
                  <a:pt x="767804" y="124353"/>
                  <a:pt x="765747" y="122296"/>
                  <a:pt x="765747" y="108272"/>
                </a:cubicBezTo>
                <a:lnTo>
                  <a:pt x="765747" y="49554"/>
                </a:lnTo>
                <a:lnTo>
                  <a:pt x="788559" y="49554"/>
                </a:lnTo>
                <a:lnTo>
                  <a:pt x="788559" y="43570"/>
                </a:lnTo>
                <a:close/>
                <a:moveTo>
                  <a:pt x="841293" y="41701"/>
                </a:moveTo>
                <a:cubicBezTo>
                  <a:pt x="816795" y="41701"/>
                  <a:pt x="799966" y="59652"/>
                  <a:pt x="799966" y="85457"/>
                </a:cubicBezTo>
                <a:cubicBezTo>
                  <a:pt x="799966" y="110889"/>
                  <a:pt x="817357" y="129589"/>
                  <a:pt x="840917" y="129589"/>
                </a:cubicBezTo>
                <a:cubicBezTo>
                  <a:pt x="864479" y="129589"/>
                  <a:pt x="882430" y="109956"/>
                  <a:pt x="882430" y="83962"/>
                </a:cubicBezTo>
                <a:cubicBezTo>
                  <a:pt x="882430" y="59278"/>
                  <a:pt x="865227" y="41701"/>
                  <a:pt x="841293" y="41701"/>
                </a:cubicBezTo>
                <a:moveTo>
                  <a:pt x="838862" y="46937"/>
                </a:moveTo>
                <a:cubicBezTo>
                  <a:pt x="854570" y="46937"/>
                  <a:pt x="865601" y="64887"/>
                  <a:pt x="865601" y="90507"/>
                </a:cubicBezTo>
                <a:cubicBezTo>
                  <a:pt x="865601" y="111825"/>
                  <a:pt x="857186" y="124353"/>
                  <a:pt x="843162" y="124353"/>
                </a:cubicBezTo>
                <a:cubicBezTo>
                  <a:pt x="835869" y="124353"/>
                  <a:pt x="828950" y="119865"/>
                  <a:pt x="825024" y="112387"/>
                </a:cubicBezTo>
                <a:cubicBezTo>
                  <a:pt x="819788" y="102663"/>
                  <a:pt x="816795" y="89571"/>
                  <a:pt x="816795" y="76295"/>
                </a:cubicBezTo>
                <a:cubicBezTo>
                  <a:pt x="816795" y="58530"/>
                  <a:pt x="825398" y="46937"/>
                  <a:pt x="838862" y="46937"/>
                </a:cubicBezTo>
                <a:close/>
                <a:moveTo>
                  <a:pt x="889536" y="127718"/>
                </a:moveTo>
                <a:lnTo>
                  <a:pt x="934416" y="127718"/>
                </a:lnTo>
                <a:lnTo>
                  <a:pt x="934416" y="124913"/>
                </a:lnTo>
                <a:cubicBezTo>
                  <a:pt x="921887" y="124539"/>
                  <a:pt x="918894" y="121922"/>
                  <a:pt x="918520" y="110889"/>
                </a:cubicBezTo>
                <a:lnTo>
                  <a:pt x="918520" y="68816"/>
                </a:lnTo>
                <a:cubicBezTo>
                  <a:pt x="918520" y="62830"/>
                  <a:pt x="926375" y="53483"/>
                  <a:pt x="931611" y="53483"/>
                </a:cubicBezTo>
                <a:cubicBezTo>
                  <a:pt x="932733" y="53483"/>
                  <a:pt x="934416" y="54416"/>
                  <a:pt x="936473" y="56287"/>
                </a:cubicBezTo>
                <a:cubicBezTo>
                  <a:pt x="939278" y="59092"/>
                  <a:pt x="941521" y="60025"/>
                  <a:pt x="943952" y="60025"/>
                </a:cubicBezTo>
                <a:cubicBezTo>
                  <a:pt x="948440" y="60025"/>
                  <a:pt x="951245" y="56847"/>
                  <a:pt x="951245" y="51611"/>
                </a:cubicBezTo>
                <a:cubicBezTo>
                  <a:pt x="951245" y="45442"/>
                  <a:pt x="947319" y="41701"/>
                  <a:pt x="940962" y="41701"/>
                </a:cubicBezTo>
                <a:cubicBezTo>
                  <a:pt x="933106" y="41701"/>
                  <a:pt x="927871" y="45816"/>
                  <a:pt x="918520" y="59278"/>
                </a:cubicBezTo>
                <a:lnTo>
                  <a:pt x="918520" y="42075"/>
                </a:lnTo>
                <a:lnTo>
                  <a:pt x="917587" y="41701"/>
                </a:lnTo>
                <a:cubicBezTo>
                  <a:pt x="907116" y="45816"/>
                  <a:pt x="900382" y="48432"/>
                  <a:pt x="889910" y="51799"/>
                </a:cubicBezTo>
                <a:lnTo>
                  <a:pt x="889910" y="54789"/>
                </a:lnTo>
                <a:cubicBezTo>
                  <a:pt x="892529" y="54230"/>
                  <a:pt x="894213" y="54042"/>
                  <a:pt x="896456" y="54042"/>
                </a:cubicBezTo>
                <a:cubicBezTo>
                  <a:pt x="901129" y="54042"/>
                  <a:pt x="902813" y="57035"/>
                  <a:pt x="902813" y="65261"/>
                </a:cubicBezTo>
                <a:lnTo>
                  <a:pt x="902813" y="112010"/>
                </a:lnTo>
                <a:cubicBezTo>
                  <a:pt x="902439" y="121734"/>
                  <a:pt x="901318" y="122858"/>
                  <a:pt x="889536" y="124913"/>
                </a:cubicBezTo>
                <a:lnTo>
                  <a:pt x="889536" y="127718"/>
                </a:lnTo>
                <a:close/>
                <a:moveTo>
                  <a:pt x="955360" y="127718"/>
                </a:moveTo>
                <a:lnTo>
                  <a:pt x="996873" y="127718"/>
                </a:lnTo>
                <a:lnTo>
                  <a:pt x="996873" y="124913"/>
                </a:lnTo>
                <a:cubicBezTo>
                  <a:pt x="987337" y="124727"/>
                  <a:pt x="984344" y="122670"/>
                  <a:pt x="984159" y="115191"/>
                </a:cubicBezTo>
                <a:lnTo>
                  <a:pt x="984159" y="62456"/>
                </a:lnTo>
                <a:cubicBezTo>
                  <a:pt x="984159" y="62083"/>
                  <a:pt x="985654" y="60214"/>
                  <a:pt x="986964" y="58904"/>
                </a:cubicBezTo>
                <a:cubicBezTo>
                  <a:pt x="991637" y="54604"/>
                  <a:pt x="999678" y="51425"/>
                  <a:pt x="1006224" y="51425"/>
                </a:cubicBezTo>
                <a:cubicBezTo>
                  <a:pt x="1014450" y="51425"/>
                  <a:pt x="1018564" y="57971"/>
                  <a:pt x="1018564" y="71059"/>
                </a:cubicBezTo>
                <a:lnTo>
                  <a:pt x="1018564" y="111636"/>
                </a:lnTo>
                <a:cubicBezTo>
                  <a:pt x="1018190" y="122296"/>
                  <a:pt x="1016321" y="124353"/>
                  <a:pt x="1005850" y="124913"/>
                </a:cubicBezTo>
                <a:lnTo>
                  <a:pt x="1005850" y="127718"/>
                </a:lnTo>
                <a:lnTo>
                  <a:pt x="1047737" y="127718"/>
                </a:lnTo>
                <a:lnTo>
                  <a:pt x="1047737" y="124913"/>
                </a:lnTo>
                <a:cubicBezTo>
                  <a:pt x="1037265" y="124913"/>
                  <a:pt x="1034646" y="121922"/>
                  <a:pt x="1034272" y="109956"/>
                </a:cubicBezTo>
                <a:lnTo>
                  <a:pt x="1034272" y="62830"/>
                </a:lnTo>
                <a:cubicBezTo>
                  <a:pt x="1039881" y="54789"/>
                  <a:pt x="1045868" y="51425"/>
                  <a:pt x="1054656" y="51425"/>
                </a:cubicBezTo>
                <a:cubicBezTo>
                  <a:pt x="1065313" y="51425"/>
                  <a:pt x="1068680" y="56473"/>
                  <a:pt x="1068680" y="71995"/>
                </a:cubicBezTo>
                <a:lnTo>
                  <a:pt x="1068680" y="111451"/>
                </a:lnTo>
                <a:cubicBezTo>
                  <a:pt x="1068306" y="122482"/>
                  <a:pt x="1067185" y="123791"/>
                  <a:pt x="1056339" y="124913"/>
                </a:cubicBezTo>
                <a:lnTo>
                  <a:pt x="1056339" y="127718"/>
                </a:lnTo>
                <a:lnTo>
                  <a:pt x="1097290" y="127718"/>
                </a:lnTo>
                <a:lnTo>
                  <a:pt x="1097290" y="124913"/>
                </a:lnTo>
                <a:lnTo>
                  <a:pt x="1092428" y="124539"/>
                </a:lnTo>
                <a:cubicBezTo>
                  <a:pt x="1086445" y="123606"/>
                  <a:pt x="1084387" y="120801"/>
                  <a:pt x="1084387" y="113508"/>
                </a:cubicBezTo>
                <a:lnTo>
                  <a:pt x="1084387" y="74985"/>
                </a:lnTo>
                <a:cubicBezTo>
                  <a:pt x="1084387" y="52921"/>
                  <a:pt x="1077094" y="41701"/>
                  <a:pt x="1062697" y="41701"/>
                </a:cubicBezTo>
                <a:cubicBezTo>
                  <a:pt x="1051851" y="41701"/>
                  <a:pt x="1042312" y="46563"/>
                  <a:pt x="1032214" y="57409"/>
                </a:cubicBezTo>
                <a:cubicBezTo>
                  <a:pt x="1028850" y="46749"/>
                  <a:pt x="1022493" y="41701"/>
                  <a:pt x="1012395" y="41701"/>
                </a:cubicBezTo>
                <a:cubicBezTo>
                  <a:pt x="1003978" y="41701"/>
                  <a:pt x="998930" y="44132"/>
                  <a:pt x="983408" y="56099"/>
                </a:cubicBezTo>
                <a:lnTo>
                  <a:pt x="983408" y="42075"/>
                </a:lnTo>
                <a:lnTo>
                  <a:pt x="982102" y="41701"/>
                </a:lnTo>
                <a:cubicBezTo>
                  <a:pt x="972189" y="45254"/>
                  <a:pt x="965832" y="47311"/>
                  <a:pt x="955922" y="50116"/>
                </a:cubicBezTo>
                <a:lnTo>
                  <a:pt x="955922" y="53294"/>
                </a:lnTo>
                <a:cubicBezTo>
                  <a:pt x="958165" y="52735"/>
                  <a:pt x="959849" y="52547"/>
                  <a:pt x="961906" y="52547"/>
                </a:cubicBezTo>
                <a:cubicBezTo>
                  <a:pt x="966768" y="52547"/>
                  <a:pt x="968451" y="55540"/>
                  <a:pt x="968451" y="64514"/>
                </a:cubicBezTo>
                <a:lnTo>
                  <a:pt x="968451" y="111825"/>
                </a:lnTo>
                <a:cubicBezTo>
                  <a:pt x="968078" y="122296"/>
                  <a:pt x="965647" y="124913"/>
                  <a:pt x="955360" y="124913"/>
                </a:cubicBezTo>
                <a:lnTo>
                  <a:pt x="955360" y="127718"/>
                </a:lnTo>
                <a:close/>
                <a:moveTo>
                  <a:pt x="1172460" y="97053"/>
                </a:moveTo>
                <a:cubicBezTo>
                  <a:pt x="1163487" y="111262"/>
                  <a:pt x="1155443" y="116687"/>
                  <a:pt x="1143476" y="116687"/>
                </a:cubicBezTo>
                <a:cubicBezTo>
                  <a:pt x="1132819" y="116687"/>
                  <a:pt x="1124779" y="111262"/>
                  <a:pt x="1119354" y="100605"/>
                </a:cubicBezTo>
                <a:cubicBezTo>
                  <a:pt x="1115987" y="93498"/>
                  <a:pt x="1114681" y="87514"/>
                  <a:pt x="1114307" y="75921"/>
                </a:cubicBezTo>
                <a:lnTo>
                  <a:pt x="1171901" y="75921"/>
                </a:lnTo>
                <a:cubicBezTo>
                  <a:pt x="1170403" y="63766"/>
                  <a:pt x="1168534" y="58345"/>
                  <a:pt x="1163860" y="52358"/>
                </a:cubicBezTo>
                <a:cubicBezTo>
                  <a:pt x="1158248" y="45627"/>
                  <a:pt x="1149648" y="41701"/>
                  <a:pt x="1139924" y="41701"/>
                </a:cubicBezTo>
                <a:cubicBezTo>
                  <a:pt x="1130574" y="41701"/>
                  <a:pt x="1121785" y="45068"/>
                  <a:pt x="1114681" y="51425"/>
                </a:cubicBezTo>
                <a:cubicBezTo>
                  <a:pt x="1105890" y="59092"/>
                  <a:pt x="1100842" y="72369"/>
                  <a:pt x="1100842" y="87703"/>
                </a:cubicBezTo>
                <a:cubicBezTo>
                  <a:pt x="1100842" y="113508"/>
                  <a:pt x="1114307" y="129589"/>
                  <a:pt x="1135809" y="129589"/>
                </a:cubicBezTo>
                <a:cubicBezTo>
                  <a:pt x="1153574" y="129589"/>
                  <a:pt x="1167598" y="118556"/>
                  <a:pt x="1175453" y="98360"/>
                </a:cubicBezTo>
                <a:lnTo>
                  <a:pt x="1172460" y="97053"/>
                </a:lnTo>
                <a:moveTo>
                  <a:pt x="1114681" y="69938"/>
                </a:moveTo>
                <a:cubicBezTo>
                  <a:pt x="1116735" y="55352"/>
                  <a:pt x="1123095" y="48432"/>
                  <a:pt x="1134500" y="48432"/>
                </a:cubicBezTo>
                <a:cubicBezTo>
                  <a:pt x="1145907" y="48432"/>
                  <a:pt x="1150396" y="53668"/>
                  <a:pt x="1152827" y="69938"/>
                </a:cubicBezTo>
                <a:lnTo>
                  <a:pt x="1114681" y="69938"/>
                </a:lnTo>
                <a:close/>
                <a:moveTo>
                  <a:pt x="1181624" y="127718"/>
                </a:moveTo>
                <a:lnTo>
                  <a:pt x="1226504" y="127718"/>
                </a:lnTo>
                <a:lnTo>
                  <a:pt x="1226504" y="124913"/>
                </a:lnTo>
                <a:cubicBezTo>
                  <a:pt x="1213975" y="124539"/>
                  <a:pt x="1210982" y="121922"/>
                  <a:pt x="1210608" y="110889"/>
                </a:cubicBezTo>
                <a:lnTo>
                  <a:pt x="1210608" y="68816"/>
                </a:lnTo>
                <a:cubicBezTo>
                  <a:pt x="1210608" y="62830"/>
                  <a:pt x="1218463" y="53483"/>
                  <a:pt x="1223699" y="53483"/>
                </a:cubicBezTo>
                <a:cubicBezTo>
                  <a:pt x="1224820" y="53483"/>
                  <a:pt x="1226504" y="54416"/>
                  <a:pt x="1228561" y="56287"/>
                </a:cubicBezTo>
                <a:cubicBezTo>
                  <a:pt x="1231366" y="59092"/>
                  <a:pt x="1233609" y="60025"/>
                  <a:pt x="1236040" y="60025"/>
                </a:cubicBezTo>
                <a:cubicBezTo>
                  <a:pt x="1240528" y="60025"/>
                  <a:pt x="1243333" y="56847"/>
                  <a:pt x="1243333" y="51611"/>
                </a:cubicBezTo>
                <a:cubicBezTo>
                  <a:pt x="1243333" y="45442"/>
                  <a:pt x="1239406" y="41701"/>
                  <a:pt x="1233049" y="41701"/>
                </a:cubicBezTo>
                <a:cubicBezTo>
                  <a:pt x="1225194" y="41701"/>
                  <a:pt x="1219958" y="45816"/>
                  <a:pt x="1210608" y="59278"/>
                </a:cubicBezTo>
                <a:lnTo>
                  <a:pt x="1210608" y="42075"/>
                </a:lnTo>
                <a:lnTo>
                  <a:pt x="1209675" y="41701"/>
                </a:lnTo>
                <a:cubicBezTo>
                  <a:pt x="1199203" y="45816"/>
                  <a:pt x="1192469" y="48432"/>
                  <a:pt x="1181998" y="51799"/>
                </a:cubicBezTo>
                <a:lnTo>
                  <a:pt x="1181998" y="54789"/>
                </a:lnTo>
                <a:cubicBezTo>
                  <a:pt x="1184617" y="54230"/>
                  <a:pt x="1186300" y="54042"/>
                  <a:pt x="1188543" y="54042"/>
                </a:cubicBezTo>
                <a:cubicBezTo>
                  <a:pt x="1193217" y="54042"/>
                  <a:pt x="1194900" y="57035"/>
                  <a:pt x="1194900" y="65261"/>
                </a:cubicBezTo>
                <a:lnTo>
                  <a:pt x="1194900" y="112010"/>
                </a:lnTo>
                <a:cubicBezTo>
                  <a:pt x="1194527" y="121734"/>
                  <a:pt x="1193405" y="122858"/>
                  <a:pt x="1181624" y="124913"/>
                </a:cubicBezTo>
                <a:lnTo>
                  <a:pt x="1181624" y="127718"/>
                </a:lnTo>
                <a:close/>
                <a:moveTo>
                  <a:pt x="1344310" y="1310"/>
                </a:moveTo>
                <a:cubicBezTo>
                  <a:pt x="1330472" y="10472"/>
                  <a:pt x="1324862" y="15148"/>
                  <a:pt x="1317943" y="23748"/>
                </a:cubicBezTo>
                <a:cubicBezTo>
                  <a:pt x="1304666" y="40018"/>
                  <a:pt x="1298121" y="58719"/>
                  <a:pt x="1298121" y="80595"/>
                </a:cubicBezTo>
                <a:cubicBezTo>
                  <a:pt x="1298121" y="104531"/>
                  <a:pt x="1305040" y="122670"/>
                  <a:pt x="1321495" y="141744"/>
                </a:cubicBezTo>
                <a:cubicBezTo>
                  <a:pt x="1329162" y="150718"/>
                  <a:pt x="1334024" y="154833"/>
                  <a:pt x="1343748" y="160816"/>
                </a:cubicBezTo>
                <a:lnTo>
                  <a:pt x="1345991" y="157826"/>
                </a:lnTo>
                <a:cubicBezTo>
                  <a:pt x="1331034" y="146044"/>
                  <a:pt x="1325798" y="139313"/>
                  <a:pt x="1320748" y="125475"/>
                </a:cubicBezTo>
                <a:cubicBezTo>
                  <a:pt x="1316259" y="112946"/>
                  <a:pt x="1314202" y="98922"/>
                  <a:pt x="1314202" y="80036"/>
                </a:cubicBezTo>
                <a:cubicBezTo>
                  <a:pt x="1314202" y="60399"/>
                  <a:pt x="1316633" y="44880"/>
                  <a:pt x="1321684" y="33472"/>
                </a:cubicBezTo>
                <a:cubicBezTo>
                  <a:pt x="1326919" y="21879"/>
                  <a:pt x="1332529" y="15148"/>
                  <a:pt x="1345991" y="4303"/>
                </a:cubicBezTo>
                <a:lnTo>
                  <a:pt x="1344310" y="1310"/>
                </a:lnTo>
                <a:close/>
                <a:moveTo>
                  <a:pt x="1427337" y="98548"/>
                </a:moveTo>
                <a:cubicBezTo>
                  <a:pt x="1418360" y="111636"/>
                  <a:pt x="1411629" y="116124"/>
                  <a:pt x="1400969" y="116124"/>
                </a:cubicBezTo>
                <a:cubicBezTo>
                  <a:pt x="1383766" y="116124"/>
                  <a:pt x="1371985" y="101165"/>
                  <a:pt x="1371985" y="79662"/>
                </a:cubicBezTo>
                <a:cubicBezTo>
                  <a:pt x="1371985" y="60214"/>
                  <a:pt x="1382271" y="47123"/>
                  <a:pt x="1397417" y="47123"/>
                </a:cubicBezTo>
                <a:cubicBezTo>
                  <a:pt x="1404148" y="47123"/>
                  <a:pt x="1406579" y="48994"/>
                  <a:pt x="1408451" y="56099"/>
                </a:cubicBezTo>
                <a:lnTo>
                  <a:pt x="1409572" y="60214"/>
                </a:lnTo>
                <a:cubicBezTo>
                  <a:pt x="1411067" y="65638"/>
                  <a:pt x="1414434" y="68816"/>
                  <a:pt x="1418548" y="68816"/>
                </a:cubicBezTo>
                <a:cubicBezTo>
                  <a:pt x="1423410" y="68816"/>
                  <a:pt x="1427337" y="65261"/>
                  <a:pt x="1427337" y="60961"/>
                </a:cubicBezTo>
                <a:cubicBezTo>
                  <a:pt x="1427337" y="50490"/>
                  <a:pt x="1414246" y="41701"/>
                  <a:pt x="1398538" y="41701"/>
                </a:cubicBezTo>
                <a:cubicBezTo>
                  <a:pt x="1389376" y="41701"/>
                  <a:pt x="1379840" y="45442"/>
                  <a:pt x="1372173" y="52173"/>
                </a:cubicBezTo>
                <a:cubicBezTo>
                  <a:pt x="1362823" y="60399"/>
                  <a:pt x="1357587" y="73116"/>
                  <a:pt x="1357587" y="88076"/>
                </a:cubicBezTo>
                <a:cubicBezTo>
                  <a:pt x="1357587" y="112198"/>
                  <a:pt x="1372359" y="129589"/>
                  <a:pt x="1393117" y="129589"/>
                </a:cubicBezTo>
                <a:cubicBezTo>
                  <a:pt x="1401531" y="129589"/>
                  <a:pt x="1409010" y="126596"/>
                  <a:pt x="1415744" y="120801"/>
                </a:cubicBezTo>
                <a:cubicBezTo>
                  <a:pt x="1420791" y="116498"/>
                  <a:pt x="1424344" y="111262"/>
                  <a:pt x="1429953" y="100231"/>
                </a:cubicBezTo>
                <a:lnTo>
                  <a:pt x="1427337" y="98548"/>
                </a:lnTo>
                <a:close/>
                <a:moveTo>
                  <a:pt x="1520084" y="115377"/>
                </a:moveTo>
                <a:cubicBezTo>
                  <a:pt x="1516905" y="117996"/>
                  <a:pt x="1514663" y="118929"/>
                  <a:pt x="1511858" y="118929"/>
                </a:cubicBezTo>
                <a:cubicBezTo>
                  <a:pt x="1507558" y="118929"/>
                  <a:pt x="1506248" y="116313"/>
                  <a:pt x="1506248" y="108084"/>
                </a:cubicBezTo>
                <a:lnTo>
                  <a:pt x="1506248" y="71621"/>
                </a:lnTo>
                <a:cubicBezTo>
                  <a:pt x="1506248" y="61897"/>
                  <a:pt x="1505312" y="56473"/>
                  <a:pt x="1502507" y="51985"/>
                </a:cubicBezTo>
                <a:cubicBezTo>
                  <a:pt x="1498393" y="45254"/>
                  <a:pt x="1490352" y="41701"/>
                  <a:pt x="1479321" y="41701"/>
                </a:cubicBezTo>
                <a:cubicBezTo>
                  <a:pt x="1461742" y="41701"/>
                  <a:pt x="1447906" y="50863"/>
                  <a:pt x="1447906" y="62645"/>
                </a:cubicBezTo>
                <a:cubicBezTo>
                  <a:pt x="1447906" y="66945"/>
                  <a:pt x="1451459" y="70685"/>
                  <a:pt x="1455947" y="70685"/>
                </a:cubicBezTo>
                <a:cubicBezTo>
                  <a:pt x="1460432" y="70685"/>
                  <a:pt x="1464361" y="66945"/>
                  <a:pt x="1464361" y="62830"/>
                </a:cubicBezTo>
                <a:cubicBezTo>
                  <a:pt x="1464361" y="62083"/>
                  <a:pt x="1464173" y="61150"/>
                  <a:pt x="1463988" y="59840"/>
                </a:cubicBezTo>
                <a:cubicBezTo>
                  <a:pt x="1463614" y="58156"/>
                  <a:pt x="1463426" y="56661"/>
                  <a:pt x="1463426" y="55352"/>
                </a:cubicBezTo>
                <a:cubicBezTo>
                  <a:pt x="1463426" y="50304"/>
                  <a:pt x="1469409" y="46190"/>
                  <a:pt x="1476890" y="46190"/>
                </a:cubicBezTo>
                <a:cubicBezTo>
                  <a:pt x="1486052" y="46190"/>
                  <a:pt x="1491100" y="51611"/>
                  <a:pt x="1491100" y="61709"/>
                </a:cubicBezTo>
                <a:lnTo>
                  <a:pt x="1491100" y="73116"/>
                </a:lnTo>
                <a:cubicBezTo>
                  <a:pt x="1462490" y="84524"/>
                  <a:pt x="1459126" y="86205"/>
                  <a:pt x="1451085" y="93312"/>
                </a:cubicBezTo>
                <a:cubicBezTo>
                  <a:pt x="1446970" y="97053"/>
                  <a:pt x="1444351" y="103410"/>
                  <a:pt x="1444351" y="109579"/>
                </a:cubicBezTo>
                <a:cubicBezTo>
                  <a:pt x="1444351" y="121360"/>
                  <a:pt x="1452580" y="129589"/>
                  <a:pt x="1463988" y="129589"/>
                </a:cubicBezTo>
                <a:cubicBezTo>
                  <a:pt x="1472214" y="129589"/>
                  <a:pt x="1479881" y="125663"/>
                  <a:pt x="1491288" y="115939"/>
                </a:cubicBezTo>
                <a:cubicBezTo>
                  <a:pt x="1492224" y="125849"/>
                  <a:pt x="1495588" y="129589"/>
                  <a:pt x="1503255" y="129589"/>
                </a:cubicBezTo>
                <a:cubicBezTo>
                  <a:pt x="1509612" y="129589"/>
                  <a:pt x="1513541" y="127344"/>
                  <a:pt x="1520084" y="120239"/>
                </a:cubicBezTo>
                <a:lnTo>
                  <a:pt x="1520084" y="115377"/>
                </a:lnTo>
                <a:moveTo>
                  <a:pt x="1491100" y="104720"/>
                </a:moveTo>
                <a:cubicBezTo>
                  <a:pt x="1491100" y="110329"/>
                  <a:pt x="1490167" y="112387"/>
                  <a:pt x="1486238" y="114629"/>
                </a:cubicBezTo>
                <a:cubicBezTo>
                  <a:pt x="1481564" y="117246"/>
                  <a:pt x="1476517" y="118744"/>
                  <a:pt x="1472588" y="118744"/>
                </a:cubicBezTo>
                <a:cubicBezTo>
                  <a:pt x="1466045" y="118744"/>
                  <a:pt x="1460809" y="112387"/>
                  <a:pt x="1460809" y="104343"/>
                </a:cubicBezTo>
                <a:lnTo>
                  <a:pt x="1460809" y="103596"/>
                </a:lnTo>
                <a:cubicBezTo>
                  <a:pt x="1460994" y="92376"/>
                  <a:pt x="1469223" y="85272"/>
                  <a:pt x="1491100" y="77605"/>
                </a:cubicBezTo>
                <a:lnTo>
                  <a:pt x="1491100" y="104720"/>
                </a:lnTo>
                <a:close/>
                <a:moveTo>
                  <a:pt x="1611525" y="118370"/>
                </a:moveTo>
                <a:lnTo>
                  <a:pt x="1610592" y="118370"/>
                </a:lnTo>
                <a:cubicBezTo>
                  <a:pt x="1601427" y="117996"/>
                  <a:pt x="1600121" y="116498"/>
                  <a:pt x="1599932" y="107710"/>
                </a:cubicBezTo>
                <a:lnTo>
                  <a:pt x="1599932" y="43570"/>
                </a:lnTo>
                <a:lnTo>
                  <a:pt x="1570386" y="43570"/>
                </a:lnTo>
                <a:lnTo>
                  <a:pt x="1570386" y="46749"/>
                </a:lnTo>
                <a:cubicBezTo>
                  <a:pt x="1581982" y="47311"/>
                  <a:pt x="1584225" y="49180"/>
                  <a:pt x="1584225" y="58530"/>
                </a:cubicBezTo>
                <a:lnTo>
                  <a:pt x="1584225" y="102474"/>
                </a:lnTo>
                <a:cubicBezTo>
                  <a:pt x="1584225" y="107710"/>
                  <a:pt x="1583289" y="110329"/>
                  <a:pt x="1580672" y="112387"/>
                </a:cubicBezTo>
                <a:cubicBezTo>
                  <a:pt x="1575622" y="116498"/>
                  <a:pt x="1569827" y="118744"/>
                  <a:pt x="1564217" y="118744"/>
                </a:cubicBezTo>
                <a:cubicBezTo>
                  <a:pt x="1556924" y="118744"/>
                  <a:pt x="1550941" y="112387"/>
                  <a:pt x="1550941" y="104531"/>
                </a:cubicBezTo>
                <a:lnTo>
                  <a:pt x="1550941" y="43570"/>
                </a:lnTo>
                <a:lnTo>
                  <a:pt x="1523637" y="43570"/>
                </a:lnTo>
                <a:lnTo>
                  <a:pt x="1523637" y="46190"/>
                </a:lnTo>
                <a:cubicBezTo>
                  <a:pt x="1532428" y="46563"/>
                  <a:pt x="1535045" y="49180"/>
                  <a:pt x="1535233" y="58156"/>
                </a:cubicBezTo>
                <a:lnTo>
                  <a:pt x="1535233" y="105279"/>
                </a:lnTo>
                <a:cubicBezTo>
                  <a:pt x="1535233" y="120054"/>
                  <a:pt x="1544207" y="129589"/>
                  <a:pt x="1557857" y="129589"/>
                </a:cubicBezTo>
                <a:cubicBezTo>
                  <a:pt x="1564776" y="129589"/>
                  <a:pt x="1572069" y="126596"/>
                  <a:pt x="1577120" y="121549"/>
                </a:cubicBezTo>
                <a:lnTo>
                  <a:pt x="1585161" y="113508"/>
                </a:lnTo>
                <a:lnTo>
                  <a:pt x="1585161" y="129027"/>
                </a:lnTo>
                <a:lnTo>
                  <a:pt x="1585908" y="129401"/>
                </a:lnTo>
                <a:cubicBezTo>
                  <a:pt x="1595258" y="125663"/>
                  <a:pt x="1601989" y="123606"/>
                  <a:pt x="1611525" y="120987"/>
                </a:cubicBezTo>
                <a:lnTo>
                  <a:pt x="1611525" y="118370"/>
                </a:lnTo>
                <a:close/>
                <a:moveTo>
                  <a:pt x="1676413" y="69002"/>
                </a:moveTo>
                <a:lnTo>
                  <a:pt x="1675665" y="43385"/>
                </a:lnTo>
                <a:lnTo>
                  <a:pt x="1673608" y="43385"/>
                </a:lnTo>
                <a:cubicBezTo>
                  <a:pt x="1672675" y="44880"/>
                  <a:pt x="1671739" y="45442"/>
                  <a:pt x="1670617" y="45442"/>
                </a:cubicBezTo>
                <a:cubicBezTo>
                  <a:pt x="1669496" y="45442"/>
                  <a:pt x="1667624" y="45068"/>
                  <a:pt x="1665567" y="44132"/>
                </a:cubicBezTo>
                <a:cubicBezTo>
                  <a:pt x="1661267" y="42637"/>
                  <a:pt x="1656967" y="41701"/>
                  <a:pt x="1652479" y="41701"/>
                </a:cubicBezTo>
                <a:cubicBezTo>
                  <a:pt x="1637704" y="41701"/>
                  <a:pt x="1627047" y="51425"/>
                  <a:pt x="1627047" y="64887"/>
                </a:cubicBezTo>
                <a:cubicBezTo>
                  <a:pt x="1627047" y="75359"/>
                  <a:pt x="1633031" y="82840"/>
                  <a:pt x="1648926" y="91817"/>
                </a:cubicBezTo>
                <a:lnTo>
                  <a:pt x="1659772" y="97986"/>
                </a:lnTo>
                <a:cubicBezTo>
                  <a:pt x="1666315" y="101727"/>
                  <a:pt x="1669496" y="106215"/>
                  <a:pt x="1669496" y="112010"/>
                </a:cubicBezTo>
                <a:cubicBezTo>
                  <a:pt x="1669496" y="120239"/>
                  <a:pt x="1663510" y="125475"/>
                  <a:pt x="1653974" y="125475"/>
                </a:cubicBezTo>
                <a:cubicBezTo>
                  <a:pt x="1641071" y="125475"/>
                  <a:pt x="1634526" y="118370"/>
                  <a:pt x="1630226" y="99296"/>
                </a:cubicBezTo>
                <a:lnTo>
                  <a:pt x="1627233" y="99296"/>
                </a:lnTo>
                <a:lnTo>
                  <a:pt x="1627233" y="128468"/>
                </a:lnTo>
                <a:lnTo>
                  <a:pt x="1629664" y="128468"/>
                </a:lnTo>
                <a:cubicBezTo>
                  <a:pt x="1630973" y="126596"/>
                  <a:pt x="1631721" y="126222"/>
                  <a:pt x="1633967" y="126222"/>
                </a:cubicBezTo>
                <a:cubicBezTo>
                  <a:pt x="1636024" y="126222"/>
                  <a:pt x="1638266" y="126596"/>
                  <a:pt x="1642566" y="127718"/>
                </a:cubicBezTo>
                <a:cubicBezTo>
                  <a:pt x="1647617" y="128842"/>
                  <a:pt x="1652479" y="129589"/>
                  <a:pt x="1656217" y="129589"/>
                </a:cubicBezTo>
                <a:cubicBezTo>
                  <a:pt x="1670803" y="129589"/>
                  <a:pt x="1682584" y="118744"/>
                  <a:pt x="1682584" y="105653"/>
                </a:cubicBezTo>
                <a:cubicBezTo>
                  <a:pt x="1682584" y="96302"/>
                  <a:pt x="1678096" y="90134"/>
                  <a:pt x="1666877" y="83400"/>
                </a:cubicBezTo>
                <a:lnTo>
                  <a:pt x="1646681" y="71433"/>
                </a:lnTo>
                <a:cubicBezTo>
                  <a:pt x="1641445" y="68254"/>
                  <a:pt x="1638640" y="63766"/>
                  <a:pt x="1638640" y="58719"/>
                </a:cubicBezTo>
                <a:cubicBezTo>
                  <a:pt x="1638640" y="51052"/>
                  <a:pt x="1644438" y="46001"/>
                  <a:pt x="1653038" y="46001"/>
                </a:cubicBezTo>
                <a:cubicBezTo>
                  <a:pt x="1663698" y="46001"/>
                  <a:pt x="1669308" y="52173"/>
                  <a:pt x="1673608" y="69002"/>
                </a:cubicBezTo>
                <a:lnTo>
                  <a:pt x="1676413" y="69002"/>
                </a:lnTo>
                <a:close/>
                <a:moveTo>
                  <a:pt x="1774960" y="115377"/>
                </a:moveTo>
                <a:cubicBezTo>
                  <a:pt x="1771781" y="117996"/>
                  <a:pt x="1769538" y="118929"/>
                  <a:pt x="1766734" y="118929"/>
                </a:cubicBezTo>
                <a:cubicBezTo>
                  <a:pt x="1762434" y="118929"/>
                  <a:pt x="1761124" y="116313"/>
                  <a:pt x="1761124" y="108084"/>
                </a:cubicBezTo>
                <a:lnTo>
                  <a:pt x="1761124" y="71621"/>
                </a:lnTo>
                <a:cubicBezTo>
                  <a:pt x="1761124" y="61897"/>
                  <a:pt x="1760188" y="56473"/>
                  <a:pt x="1757383" y="51985"/>
                </a:cubicBezTo>
                <a:cubicBezTo>
                  <a:pt x="1753269" y="45254"/>
                  <a:pt x="1745228" y="41701"/>
                  <a:pt x="1734197" y="41701"/>
                </a:cubicBezTo>
                <a:cubicBezTo>
                  <a:pt x="1716618" y="41701"/>
                  <a:pt x="1702782" y="50863"/>
                  <a:pt x="1702782" y="62645"/>
                </a:cubicBezTo>
                <a:cubicBezTo>
                  <a:pt x="1702782" y="66945"/>
                  <a:pt x="1706335" y="70685"/>
                  <a:pt x="1710823" y="70685"/>
                </a:cubicBezTo>
                <a:cubicBezTo>
                  <a:pt x="1715308" y="70685"/>
                  <a:pt x="1719237" y="66945"/>
                  <a:pt x="1719237" y="62830"/>
                </a:cubicBezTo>
                <a:cubicBezTo>
                  <a:pt x="1719237" y="62083"/>
                  <a:pt x="1719049" y="61150"/>
                  <a:pt x="1718863" y="59840"/>
                </a:cubicBezTo>
                <a:cubicBezTo>
                  <a:pt x="1718490" y="58156"/>
                  <a:pt x="1718301" y="56661"/>
                  <a:pt x="1718301" y="55352"/>
                </a:cubicBezTo>
                <a:cubicBezTo>
                  <a:pt x="1718301" y="50304"/>
                  <a:pt x="1724285" y="46190"/>
                  <a:pt x="1731766" y="46190"/>
                </a:cubicBezTo>
                <a:cubicBezTo>
                  <a:pt x="1740928" y="46190"/>
                  <a:pt x="1745976" y="51611"/>
                  <a:pt x="1745976" y="61709"/>
                </a:cubicBezTo>
                <a:lnTo>
                  <a:pt x="1745976" y="73116"/>
                </a:lnTo>
                <a:cubicBezTo>
                  <a:pt x="1717365" y="84524"/>
                  <a:pt x="1714001" y="86205"/>
                  <a:pt x="1705961" y="93312"/>
                </a:cubicBezTo>
                <a:cubicBezTo>
                  <a:pt x="1701846" y="97053"/>
                  <a:pt x="1699227" y="103410"/>
                  <a:pt x="1699227" y="109579"/>
                </a:cubicBezTo>
                <a:cubicBezTo>
                  <a:pt x="1699227" y="121360"/>
                  <a:pt x="1707456" y="129589"/>
                  <a:pt x="1718863" y="129589"/>
                </a:cubicBezTo>
                <a:cubicBezTo>
                  <a:pt x="1727090" y="129589"/>
                  <a:pt x="1734756" y="125663"/>
                  <a:pt x="1746164" y="115939"/>
                </a:cubicBezTo>
                <a:cubicBezTo>
                  <a:pt x="1747100" y="125849"/>
                  <a:pt x="1750464" y="129589"/>
                  <a:pt x="1758131" y="129589"/>
                </a:cubicBezTo>
                <a:cubicBezTo>
                  <a:pt x="1764488" y="129589"/>
                  <a:pt x="1768417" y="127344"/>
                  <a:pt x="1774960" y="120239"/>
                </a:cubicBezTo>
                <a:lnTo>
                  <a:pt x="1774960" y="115377"/>
                </a:lnTo>
                <a:moveTo>
                  <a:pt x="1745976" y="104720"/>
                </a:moveTo>
                <a:cubicBezTo>
                  <a:pt x="1745976" y="110329"/>
                  <a:pt x="1745043" y="112387"/>
                  <a:pt x="1741114" y="114629"/>
                </a:cubicBezTo>
                <a:cubicBezTo>
                  <a:pt x="1736440" y="117246"/>
                  <a:pt x="1731392" y="118744"/>
                  <a:pt x="1727463" y="118744"/>
                </a:cubicBezTo>
                <a:cubicBezTo>
                  <a:pt x="1720921" y="118744"/>
                  <a:pt x="1715685" y="112387"/>
                  <a:pt x="1715685" y="104343"/>
                </a:cubicBezTo>
                <a:lnTo>
                  <a:pt x="1715685" y="103596"/>
                </a:lnTo>
                <a:cubicBezTo>
                  <a:pt x="1715870" y="92376"/>
                  <a:pt x="1724099" y="85272"/>
                  <a:pt x="1745976" y="77605"/>
                </a:cubicBezTo>
                <a:lnTo>
                  <a:pt x="1745976" y="104720"/>
                </a:lnTo>
                <a:close/>
                <a:moveTo>
                  <a:pt x="1779263" y="127718"/>
                </a:moveTo>
                <a:lnTo>
                  <a:pt x="1823392" y="127718"/>
                </a:lnTo>
                <a:lnTo>
                  <a:pt x="1823392" y="124913"/>
                </a:lnTo>
                <a:cubicBezTo>
                  <a:pt x="1811614" y="124353"/>
                  <a:pt x="1809556" y="122482"/>
                  <a:pt x="1809368" y="112010"/>
                </a:cubicBezTo>
                <a:lnTo>
                  <a:pt x="1809368" y="374"/>
                </a:lnTo>
                <a:lnTo>
                  <a:pt x="1808621" y="0"/>
                </a:lnTo>
                <a:cubicBezTo>
                  <a:pt x="1799085" y="2993"/>
                  <a:pt x="1792165" y="5050"/>
                  <a:pt x="1778889" y="8229"/>
                </a:cubicBezTo>
                <a:lnTo>
                  <a:pt x="1778889" y="11219"/>
                </a:lnTo>
                <a:lnTo>
                  <a:pt x="1780010" y="11219"/>
                </a:lnTo>
                <a:cubicBezTo>
                  <a:pt x="1782068" y="11034"/>
                  <a:pt x="1784310" y="10845"/>
                  <a:pt x="1785808" y="10845"/>
                </a:cubicBezTo>
                <a:cubicBezTo>
                  <a:pt x="1791792" y="10845"/>
                  <a:pt x="1793661" y="13465"/>
                  <a:pt x="1793661" y="22253"/>
                </a:cubicBezTo>
                <a:lnTo>
                  <a:pt x="1793661" y="111451"/>
                </a:lnTo>
                <a:cubicBezTo>
                  <a:pt x="1793475" y="121549"/>
                  <a:pt x="1790856" y="124165"/>
                  <a:pt x="1779263" y="124913"/>
                </a:cubicBezTo>
                <a:lnTo>
                  <a:pt x="1779263" y="127718"/>
                </a:lnTo>
                <a:close/>
                <a:moveTo>
                  <a:pt x="1836482" y="160816"/>
                </a:moveTo>
                <a:cubicBezTo>
                  <a:pt x="1850321" y="151654"/>
                  <a:pt x="1855931" y="146980"/>
                  <a:pt x="1862847" y="138378"/>
                </a:cubicBezTo>
                <a:cubicBezTo>
                  <a:pt x="1876126" y="122108"/>
                  <a:pt x="1882669" y="103410"/>
                  <a:pt x="1882669" y="81531"/>
                </a:cubicBezTo>
                <a:cubicBezTo>
                  <a:pt x="1882669" y="57594"/>
                  <a:pt x="1875750" y="39456"/>
                  <a:pt x="1859295" y="20384"/>
                </a:cubicBezTo>
                <a:cubicBezTo>
                  <a:pt x="1851628" y="11408"/>
                  <a:pt x="1846766" y="7293"/>
                  <a:pt x="1837042" y="1310"/>
                </a:cubicBezTo>
                <a:lnTo>
                  <a:pt x="1834799" y="4303"/>
                </a:lnTo>
                <a:cubicBezTo>
                  <a:pt x="1849759" y="16081"/>
                  <a:pt x="1854806" y="22627"/>
                  <a:pt x="1860042" y="36651"/>
                </a:cubicBezTo>
                <a:cubicBezTo>
                  <a:pt x="1864531" y="49180"/>
                  <a:pt x="1866588" y="63207"/>
                  <a:pt x="1866588" y="82093"/>
                </a:cubicBezTo>
                <a:cubicBezTo>
                  <a:pt x="1866588" y="101727"/>
                  <a:pt x="1864157" y="117060"/>
                  <a:pt x="1859109" y="128468"/>
                </a:cubicBezTo>
                <a:cubicBezTo>
                  <a:pt x="1854059" y="140061"/>
                  <a:pt x="1848264" y="146980"/>
                  <a:pt x="1834799" y="157826"/>
                </a:cubicBezTo>
                <a:lnTo>
                  <a:pt x="1836482" y="1608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69BF8-6409-4769-8AD8-347AEFE6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774" y="2655636"/>
            <a:ext cx="2930285" cy="317780"/>
          </a:xfrm>
          <a:custGeom xmlns:a="http://schemas.openxmlformats.org/drawingml/2006/main">
            <a:pathLst>
              <a:path w="2930285" h="317780">
                <a:moveTo>
                  <a:pt x="0" y="52963"/>
                </a:moveTo>
                <a:cubicBezTo>
                  <a:pt x="0" y="23687"/>
                  <a:pt x="23687" y="0"/>
                  <a:pt x="52963" y="0"/>
                </a:cubicBezTo>
                <a:lnTo>
                  <a:pt x="2877321" y="0"/>
                </a:lnTo>
                <a:cubicBezTo>
                  <a:pt x="2906597" y="0"/>
                  <a:pt x="2930285" y="23687"/>
                  <a:pt x="2930285" y="52963"/>
                </a:cubicBezTo>
                <a:lnTo>
                  <a:pt x="2930285" y="264817"/>
                </a:lnTo>
                <a:cubicBezTo>
                  <a:pt x="2930285" y="294066"/>
                  <a:pt x="2906597" y="317780"/>
                  <a:pt x="2877321" y="317780"/>
                </a:cubicBezTo>
                <a:lnTo>
                  <a:pt x="52963" y="317780"/>
                </a:lnTo>
                <a:cubicBezTo>
                  <a:pt x="23687" y="317780"/>
                  <a:pt x="0" y="294066"/>
                  <a:pt x="0" y="264817"/>
                </a:cubicBezTo>
                <a:lnTo>
                  <a:pt x="0" y="52963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9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Text wordembeddingandup-interpolation">
            <a:extLst xmlns:a="http://schemas.openxmlformats.org/drawingml/2006/main">
              <a:ext uri="{FF2B5EF4-FFF2-40B4-BE49-F238E27FC236}">
                <a16:creationId xmlns:a16="http://schemas.microsoft.com/office/drawing/2014/main" id="{775DDBCE-2E60-4E7C-B72A-2B9C464E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6973" y="2752836"/>
            <a:ext cx="2560022" cy="149635"/>
          </a:xfrm>
          <a:custGeom xmlns:a="http://schemas.openxmlformats.org/drawingml/2006/main">
            <a:pathLst>
              <a:path w="2560022" h="149635">
                <a:moveTo>
                  <a:pt x="91342" y="38696"/>
                </a:moveTo>
                <a:lnTo>
                  <a:pt x="91342" y="41187"/>
                </a:lnTo>
                <a:cubicBezTo>
                  <a:pt x="96988" y="42350"/>
                  <a:pt x="98648" y="43513"/>
                  <a:pt x="98648" y="46336"/>
                </a:cubicBezTo>
                <a:cubicBezTo>
                  <a:pt x="98648" y="48827"/>
                  <a:pt x="97652" y="52814"/>
                  <a:pt x="95825" y="57296"/>
                </a:cubicBezTo>
                <a:lnTo>
                  <a:pt x="80879" y="94165"/>
                </a:lnTo>
                <a:lnTo>
                  <a:pt x="66929" y="56964"/>
                </a:lnTo>
                <a:cubicBezTo>
                  <a:pt x="64106" y="49327"/>
                  <a:pt x="64106" y="49327"/>
                  <a:pt x="64106" y="47168"/>
                </a:cubicBezTo>
                <a:cubicBezTo>
                  <a:pt x="64106" y="43513"/>
                  <a:pt x="65933" y="42350"/>
                  <a:pt x="73738" y="41187"/>
                </a:cubicBezTo>
                <a:lnTo>
                  <a:pt x="73738" y="38696"/>
                </a:lnTo>
                <a:lnTo>
                  <a:pt x="40024" y="38696"/>
                </a:lnTo>
                <a:lnTo>
                  <a:pt x="40024" y="41187"/>
                </a:lnTo>
                <a:cubicBezTo>
                  <a:pt x="46169" y="41851"/>
                  <a:pt x="48161" y="43845"/>
                  <a:pt x="51483" y="52646"/>
                </a:cubicBezTo>
                <a:cubicBezTo>
                  <a:pt x="52314" y="54973"/>
                  <a:pt x="53807" y="59124"/>
                  <a:pt x="54805" y="61947"/>
                </a:cubicBezTo>
                <a:lnTo>
                  <a:pt x="39692" y="94997"/>
                </a:lnTo>
                <a:lnTo>
                  <a:pt x="23251" y="51650"/>
                </a:lnTo>
                <a:cubicBezTo>
                  <a:pt x="22587" y="49991"/>
                  <a:pt x="22255" y="48328"/>
                  <a:pt x="22255" y="46668"/>
                </a:cubicBezTo>
                <a:cubicBezTo>
                  <a:pt x="22255" y="43181"/>
                  <a:pt x="24079" y="41851"/>
                  <a:pt x="29892" y="41187"/>
                </a:cubicBezTo>
                <a:lnTo>
                  <a:pt x="29892" y="38696"/>
                </a:lnTo>
                <a:lnTo>
                  <a:pt x="0" y="38696"/>
                </a:lnTo>
                <a:lnTo>
                  <a:pt x="0" y="41187"/>
                </a:lnTo>
                <a:cubicBezTo>
                  <a:pt x="3819" y="41519"/>
                  <a:pt x="5147" y="43181"/>
                  <a:pt x="8801" y="51650"/>
                </a:cubicBezTo>
                <a:lnTo>
                  <a:pt x="31223" y="108448"/>
                </a:lnTo>
                <a:cubicBezTo>
                  <a:pt x="33215" y="113597"/>
                  <a:pt x="34543" y="115756"/>
                  <a:pt x="35538" y="115756"/>
                </a:cubicBezTo>
                <a:cubicBezTo>
                  <a:pt x="36370" y="115756"/>
                  <a:pt x="37698" y="113764"/>
                  <a:pt x="39692" y="109279"/>
                </a:cubicBezTo>
                <a:lnTo>
                  <a:pt x="58292" y="69420"/>
                </a:lnTo>
                <a:lnTo>
                  <a:pt x="73406" y="108615"/>
                </a:lnTo>
                <a:cubicBezTo>
                  <a:pt x="75897" y="114925"/>
                  <a:pt x="76229" y="115756"/>
                  <a:pt x="77392" y="115756"/>
                </a:cubicBezTo>
                <a:cubicBezTo>
                  <a:pt x="78553" y="115756"/>
                  <a:pt x="79384" y="114261"/>
                  <a:pt x="82042" y="107619"/>
                </a:cubicBezTo>
                <a:lnTo>
                  <a:pt x="104961" y="50155"/>
                </a:lnTo>
                <a:cubicBezTo>
                  <a:pt x="107948" y="43181"/>
                  <a:pt x="108448" y="42350"/>
                  <a:pt x="111770" y="41187"/>
                </a:cubicBezTo>
                <a:lnTo>
                  <a:pt x="111770" y="38696"/>
                </a:lnTo>
                <a:lnTo>
                  <a:pt x="91342" y="38696"/>
                </a:lnTo>
                <a:close/>
                <a:moveTo>
                  <a:pt x="159268" y="37036"/>
                </a:moveTo>
                <a:cubicBezTo>
                  <a:pt x="137510" y="37036"/>
                  <a:pt x="122564" y="52978"/>
                  <a:pt x="122564" y="75897"/>
                </a:cubicBezTo>
                <a:cubicBezTo>
                  <a:pt x="122564" y="98483"/>
                  <a:pt x="138009" y="115092"/>
                  <a:pt x="158934" y="115092"/>
                </a:cubicBezTo>
                <a:cubicBezTo>
                  <a:pt x="179860" y="115092"/>
                  <a:pt x="195802" y="97655"/>
                  <a:pt x="195802" y="74569"/>
                </a:cubicBezTo>
                <a:cubicBezTo>
                  <a:pt x="195802" y="52646"/>
                  <a:pt x="180524" y="37036"/>
                  <a:pt x="159268" y="37036"/>
                </a:cubicBezTo>
                <a:moveTo>
                  <a:pt x="157109" y="41686"/>
                </a:moveTo>
                <a:cubicBezTo>
                  <a:pt x="171059" y="41686"/>
                  <a:pt x="180856" y="57628"/>
                  <a:pt x="180856" y="80382"/>
                </a:cubicBezTo>
                <a:cubicBezTo>
                  <a:pt x="180856" y="99315"/>
                  <a:pt x="173383" y="110442"/>
                  <a:pt x="160928" y="110442"/>
                </a:cubicBezTo>
                <a:cubicBezTo>
                  <a:pt x="154451" y="110442"/>
                  <a:pt x="148305" y="106456"/>
                  <a:pt x="144819" y="99814"/>
                </a:cubicBezTo>
                <a:cubicBezTo>
                  <a:pt x="140168" y="91178"/>
                  <a:pt x="137510" y="79551"/>
                  <a:pt x="137510" y="67760"/>
                </a:cubicBezTo>
                <a:cubicBezTo>
                  <a:pt x="137510" y="51982"/>
                  <a:pt x="145150" y="41686"/>
                  <a:pt x="157109" y="41686"/>
                </a:cubicBezTo>
                <a:close/>
                <a:moveTo>
                  <a:pt x="203110" y="113430"/>
                </a:moveTo>
                <a:lnTo>
                  <a:pt x="242969" y="113430"/>
                </a:lnTo>
                <a:lnTo>
                  <a:pt x="242969" y="110939"/>
                </a:lnTo>
                <a:cubicBezTo>
                  <a:pt x="231842" y="110607"/>
                  <a:pt x="229184" y="108283"/>
                  <a:pt x="228852" y="98483"/>
                </a:cubicBezTo>
                <a:lnTo>
                  <a:pt x="228852" y="61118"/>
                </a:lnTo>
                <a:cubicBezTo>
                  <a:pt x="228852" y="55801"/>
                  <a:pt x="235828" y="47500"/>
                  <a:pt x="240478" y="47500"/>
                </a:cubicBezTo>
                <a:cubicBezTo>
                  <a:pt x="241474" y="47500"/>
                  <a:pt x="242969" y="48328"/>
                  <a:pt x="244797" y="49991"/>
                </a:cubicBezTo>
                <a:cubicBezTo>
                  <a:pt x="247288" y="52482"/>
                  <a:pt x="249279" y="53310"/>
                  <a:pt x="251438" y="53310"/>
                </a:cubicBezTo>
                <a:cubicBezTo>
                  <a:pt x="255425" y="53310"/>
                  <a:pt x="257916" y="50487"/>
                  <a:pt x="257916" y="45837"/>
                </a:cubicBezTo>
                <a:cubicBezTo>
                  <a:pt x="257916" y="40358"/>
                  <a:pt x="254429" y="37036"/>
                  <a:pt x="248783" y="37036"/>
                </a:cubicBezTo>
                <a:cubicBezTo>
                  <a:pt x="241806" y="37036"/>
                  <a:pt x="237156" y="40690"/>
                  <a:pt x="228852" y="52646"/>
                </a:cubicBezTo>
                <a:lnTo>
                  <a:pt x="228852" y="37368"/>
                </a:lnTo>
                <a:lnTo>
                  <a:pt x="228023" y="37036"/>
                </a:lnTo>
                <a:cubicBezTo>
                  <a:pt x="218723" y="40690"/>
                  <a:pt x="212742" y="43014"/>
                  <a:pt x="203442" y="46004"/>
                </a:cubicBezTo>
                <a:lnTo>
                  <a:pt x="203442" y="48660"/>
                </a:lnTo>
                <a:cubicBezTo>
                  <a:pt x="205769" y="48163"/>
                  <a:pt x="207264" y="47996"/>
                  <a:pt x="209256" y="47996"/>
                </a:cubicBezTo>
                <a:cubicBezTo>
                  <a:pt x="213406" y="47996"/>
                  <a:pt x="214902" y="50655"/>
                  <a:pt x="214902" y="57960"/>
                </a:cubicBezTo>
                <a:lnTo>
                  <a:pt x="214902" y="99479"/>
                </a:lnTo>
                <a:cubicBezTo>
                  <a:pt x="214570" y="108116"/>
                  <a:pt x="213574" y="109114"/>
                  <a:pt x="203110" y="110939"/>
                </a:cubicBezTo>
                <a:lnTo>
                  <a:pt x="203110" y="113430"/>
                </a:lnTo>
                <a:close/>
                <a:moveTo>
                  <a:pt x="341121" y="103798"/>
                </a:moveTo>
                <a:cubicBezTo>
                  <a:pt x="338961" y="103965"/>
                  <a:pt x="337966" y="103965"/>
                  <a:pt x="337299" y="103965"/>
                </a:cubicBezTo>
                <a:cubicBezTo>
                  <a:pt x="331488" y="103965"/>
                  <a:pt x="329993" y="102138"/>
                  <a:pt x="329993" y="94497"/>
                </a:cubicBezTo>
                <a:lnTo>
                  <a:pt x="329993" y="332"/>
                </a:lnTo>
                <a:lnTo>
                  <a:pt x="329162" y="0"/>
                </a:lnTo>
                <a:cubicBezTo>
                  <a:pt x="321357" y="2658"/>
                  <a:pt x="315711" y="4485"/>
                  <a:pt x="304748" y="7308"/>
                </a:cubicBezTo>
                <a:lnTo>
                  <a:pt x="304748" y="9964"/>
                </a:lnTo>
                <a:cubicBezTo>
                  <a:pt x="306079" y="9799"/>
                  <a:pt x="306907" y="9799"/>
                  <a:pt x="308403" y="9799"/>
                </a:cubicBezTo>
                <a:cubicBezTo>
                  <a:pt x="314548" y="9799"/>
                  <a:pt x="316043" y="11459"/>
                  <a:pt x="316043" y="18268"/>
                </a:cubicBezTo>
                <a:lnTo>
                  <a:pt x="316043" y="44177"/>
                </a:lnTo>
                <a:cubicBezTo>
                  <a:pt x="309730" y="38863"/>
                  <a:pt x="305248" y="37036"/>
                  <a:pt x="298603" y="37036"/>
                </a:cubicBezTo>
                <a:cubicBezTo>
                  <a:pt x="279506" y="37036"/>
                  <a:pt x="264061" y="55801"/>
                  <a:pt x="264061" y="79386"/>
                </a:cubicBezTo>
                <a:cubicBezTo>
                  <a:pt x="264061" y="100643"/>
                  <a:pt x="276351" y="115092"/>
                  <a:pt x="294784" y="115092"/>
                </a:cubicBezTo>
                <a:cubicBezTo>
                  <a:pt x="304084" y="115092"/>
                  <a:pt x="310397" y="111770"/>
                  <a:pt x="316043" y="103965"/>
                </a:cubicBezTo>
                <a:lnTo>
                  <a:pt x="316043" y="114593"/>
                </a:lnTo>
                <a:lnTo>
                  <a:pt x="316707" y="115092"/>
                </a:lnTo>
                <a:lnTo>
                  <a:pt x="341121" y="106456"/>
                </a:lnTo>
                <a:lnTo>
                  <a:pt x="341121" y="103798"/>
                </a:lnTo>
                <a:moveTo>
                  <a:pt x="316043" y="96492"/>
                </a:moveTo>
                <a:cubicBezTo>
                  <a:pt x="316043" y="97655"/>
                  <a:pt x="314880" y="99647"/>
                  <a:pt x="313220" y="101474"/>
                </a:cubicBezTo>
                <a:cubicBezTo>
                  <a:pt x="310397" y="104796"/>
                  <a:pt x="306079" y="106456"/>
                  <a:pt x="301261" y="106456"/>
                </a:cubicBezTo>
                <a:cubicBezTo>
                  <a:pt x="287311" y="106456"/>
                  <a:pt x="278343" y="93169"/>
                  <a:pt x="278343" y="72577"/>
                </a:cubicBezTo>
                <a:cubicBezTo>
                  <a:pt x="278343" y="53977"/>
                  <a:pt x="286480" y="41686"/>
                  <a:pt x="299102" y="41686"/>
                </a:cubicBezTo>
                <a:cubicBezTo>
                  <a:pt x="308071" y="41686"/>
                  <a:pt x="316043" y="49491"/>
                  <a:pt x="316043" y="58295"/>
                </a:cubicBezTo>
                <a:lnTo>
                  <a:pt x="316043" y="96492"/>
                </a:lnTo>
                <a:close/>
                <a:moveTo>
                  <a:pt x="453387" y="86196"/>
                </a:moveTo>
                <a:cubicBezTo>
                  <a:pt x="445417" y="98815"/>
                  <a:pt x="438273" y="103633"/>
                  <a:pt x="427645" y="103633"/>
                </a:cubicBezTo>
                <a:cubicBezTo>
                  <a:pt x="418180" y="103633"/>
                  <a:pt x="411039" y="98815"/>
                  <a:pt x="406222" y="89351"/>
                </a:cubicBezTo>
                <a:cubicBezTo>
                  <a:pt x="403231" y="83038"/>
                  <a:pt x="402071" y="77724"/>
                  <a:pt x="401739" y="67428"/>
                </a:cubicBezTo>
                <a:lnTo>
                  <a:pt x="452890" y="67428"/>
                </a:lnTo>
                <a:cubicBezTo>
                  <a:pt x="451560" y="56633"/>
                  <a:pt x="449900" y="51818"/>
                  <a:pt x="445749" y="46501"/>
                </a:cubicBezTo>
                <a:cubicBezTo>
                  <a:pt x="440764" y="40523"/>
                  <a:pt x="433126" y="37036"/>
                  <a:pt x="424490" y="37036"/>
                </a:cubicBezTo>
                <a:cubicBezTo>
                  <a:pt x="416186" y="37036"/>
                  <a:pt x="408381" y="40026"/>
                  <a:pt x="402071" y="45672"/>
                </a:cubicBezTo>
                <a:cubicBezTo>
                  <a:pt x="394263" y="52482"/>
                  <a:pt x="389780" y="64273"/>
                  <a:pt x="389780" y="77891"/>
                </a:cubicBezTo>
                <a:cubicBezTo>
                  <a:pt x="389780" y="100810"/>
                  <a:pt x="401739" y="115092"/>
                  <a:pt x="420836" y="115092"/>
                </a:cubicBezTo>
                <a:cubicBezTo>
                  <a:pt x="436613" y="115092"/>
                  <a:pt x="449069" y="105293"/>
                  <a:pt x="456045" y="87356"/>
                </a:cubicBezTo>
                <a:lnTo>
                  <a:pt x="453387" y="86196"/>
                </a:lnTo>
                <a:moveTo>
                  <a:pt x="402071" y="62114"/>
                </a:moveTo>
                <a:cubicBezTo>
                  <a:pt x="403895" y="49159"/>
                  <a:pt x="409544" y="43014"/>
                  <a:pt x="419673" y="43014"/>
                </a:cubicBezTo>
                <a:cubicBezTo>
                  <a:pt x="429804" y="43014"/>
                  <a:pt x="433790" y="47664"/>
                  <a:pt x="435949" y="62114"/>
                </a:cubicBezTo>
                <a:lnTo>
                  <a:pt x="402071" y="62114"/>
                </a:lnTo>
                <a:close/>
                <a:moveTo>
                  <a:pt x="463185" y="113430"/>
                </a:moveTo>
                <a:lnTo>
                  <a:pt x="500054" y="113430"/>
                </a:lnTo>
                <a:lnTo>
                  <a:pt x="500054" y="110939"/>
                </a:lnTo>
                <a:cubicBezTo>
                  <a:pt x="491585" y="110774"/>
                  <a:pt x="488927" y="108947"/>
                  <a:pt x="488762" y="102305"/>
                </a:cubicBezTo>
                <a:lnTo>
                  <a:pt x="488762" y="55469"/>
                </a:lnTo>
                <a:cubicBezTo>
                  <a:pt x="488762" y="55137"/>
                  <a:pt x="490090" y="53478"/>
                  <a:pt x="491253" y="52314"/>
                </a:cubicBezTo>
                <a:cubicBezTo>
                  <a:pt x="495404" y="48495"/>
                  <a:pt x="502545" y="45672"/>
                  <a:pt x="508359" y="45672"/>
                </a:cubicBezTo>
                <a:cubicBezTo>
                  <a:pt x="515664" y="45672"/>
                  <a:pt x="519319" y="51486"/>
                  <a:pt x="519319" y="63110"/>
                </a:cubicBezTo>
                <a:lnTo>
                  <a:pt x="519319" y="99147"/>
                </a:lnTo>
                <a:cubicBezTo>
                  <a:pt x="518987" y="108615"/>
                  <a:pt x="517327" y="110442"/>
                  <a:pt x="508027" y="110939"/>
                </a:cubicBezTo>
                <a:lnTo>
                  <a:pt x="508027" y="113430"/>
                </a:lnTo>
                <a:lnTo>
                  <a:pt x="545228" y="113430"/>
                </a:lnTo>
                <a:lnTo>
                  <a:pt x="545228" y="110939"/>
                </a:lnTo>
                <a:cubicBezTo>
                  <a:pt x="535927" y="110939"/>
                  <a:pt x="533601" y="108283"/>
                  <a:pt x="533269" y="97655"/>
                </a:cubicBezTo>
                <a:lnTo>
                  <a:pt x="533269" y="55801"/>
                </a:lnTo>
                <a:cubicBezTo>
                  <a:pt x="538251" y="48660"/>
                  <a:pt x="543568" y="45672"/>
                  <a:pt x="551373" y="45672"/>
                </a:cubicBezTo>
                <a:cubicBezTo>
                  <a:pt x="560838" y="45672"/>
                  <a:pt x="563828" y="50155"/>
                  <a:pt x="563828" y="63941"/>
                </a:cubicBezTo>
                <a:lnTo>
                  <a:pt x="563828" y="98983"/>
                </a:lnTo>
                <a:cubicBezTo>
                  <a:pt x="563496" y="108780"/>
                  <a:pt x="562500" y="109943"/>
                  <a:pt x="552868" y="110939"/>
                </a:cubicBezTo>
                <a:lnTo>
                  <a:pt x="552868" y="113430"/>
                </a:lnTo>
                <a:lnTo>
                  <a:pt x="589238" y="113430"/>
                </a:lnTo>
                <a:lnTo>
                  <a:pt x="589238" y="110939"/>
                </a:lnTo>
                <a:lnTo>
                  <a:pt x="584919" y="110607"/>
                </a:lnTo>
                <a:cubicBezTo>
                  <a:pt x="579605" y="109778"/>
                  <a:pt x="577778" y="107287"/>
                  <a:pt x="577778" y="100810"/>
                </a:cubicBezTo>
                <a:lnTo>
                  <a:pt x="577778" y="66597"/>
                </a:lnTo>
                <a:cubicBezTo>
                  <a:pt x="577778" y="47000"/>
                  <a:pt x="571301" y="37036"/>
                  <a:pt x="558514" y="37036"/>
                </a:cubicBezTo>
                <a:cubicBezTo>
                  <a:pt x="548882" y="37036"/>
                  <a:pt x="540410" y="41354"/>
                  <a:pt x="531442" y="50986"/>
                </a:cubicBezTo>
                <a:cubicBezTo>
                  <a:pt x="528454" y="41519"/>
                  <a:pt x="522808" y="37036"/>
                  <a:pt x="513840" y="37036"/>
                </a:cubicBezTo>
                <a:cubicBezTo>
                  <a:pt x="506364" y="37036"/>
                  <a:pt x="501881" y="39195"/>
                  <a:pt x="488096" y="49823"/>
                </a:cubicBezTo>
                <a:lnTo>
                  <a:pt x="488096" y="37368"/>
                </a:lnTo>
                <a:lnTo>
                  <a:pt x="486935" y="37036"/>
                </a:lnTo>
                <a:cubicBezTo>
                  <a:pt x="478132" y="40191"/>
                  <a:pt x="472486" y="42018"/>
                  <a:pt x="463685" y="44509"/>
                </a:cubicBezTo>
                <a:lnTo>
                  <a:pt x="463685" y="47332"/>
                </a:lnTo>
                <a:cubicBezTo>
                  <a:pt x="465676" y="46836"/>
                  <a:pt x="467172" y="46668"/>
                  <a:pt x="468999" y="46668"/>
                </a:cubicBezTo>
                <a:cubicBezTo>
                  <a:pt x="473317" y="46668"/>
                  <a:pt x="474812" y="49327"/>
                  <a:pt x="474812" y="57296"/>
                </a:cubicBezTo>
                <a:lnTo>
                  <a:pt x="474812" y="99315"/>
                </a:lnTo>
                <a:cubicBezTo>
                  <a:pt x="474480" y="108615"/>
                  <a:pt x="472321" y="110939"/>
                  <a:pt x="463185" y="110939"/>
                </a:cubicBezTo>
                <a:lnTo>
                  <a:pt x="463185" y="113430"/>
                </a:lnTo>
                <a:close/>
                <a:moveTo>
                  <a:pt x="615146" y="332"/>
                </a:moveTo>
                <a:lnTo>
                  <a:pt x="614314" y="0"/>
                </a:lnTo>
                <a:cubicBezTo>
                  <a:pt x="607505" y="2326"/>
                  <a:pt x="603020" y="3821"/>
                  <a:pt x="595050" y="5981"/>
                </a:cubicBezTo>
                <a:lnTo>
                  <a:pt x="590233" y="7308"/>
                </a:lnTo>
                <a:lnTo>
                  <a:pt x="590233" y="9964"/>
                </a:lnTo>
                <a:cubicBezTo>
                  <a:pt x="591229" y="9799"/>
                  <a:pt x="591728" y="9799"/>
                  <a:pt x="593056" y="9799"/>
                </a:cubicBezTo>
                <a:cubicBezTo>
                  <a:pt x="599700" y="9799"/>
                  <a:pt x="601193" y="11295"/>
                  <a:pt x="601193" y="18268"/>
                </a:cubicBezTo>
                <a:lnTo>
                  <a:pt x="601193" y="104464"/>
                </a:lnTo>
                <a:cubicBezTo>
                  <a:pt x="601193" y="109611"/>
                  <a:pt x="615146" y="115092"/>
                  <a:pt x="628597" y="115092"/>
                </a:cubicBezTo>
                <a:cubicBezTo>
                  <a:pt x="650519" y="115092"/>
                  <a:pt x="667458" y="96824"/>
                  <a:pt x="667458" y="73074"/>
                </a:cubicBezTo>
                <a:cubicBezTo>
                  <a:pt x="667458" y="52482"/>
                  <a:pt x="654838" y="37036"/>
                  <a:pt x="638229" y="37036"/>
                </a:cubicBezTo>
                <a:cubicBezTo>
                  <a:pt x="628098" y="37036"/>
                  <a:pt x="618465" y="42849"/>
                  <a:pt x="615146" y="51151"/>
                </a:cubicBezTo>
                <a:lnTo>
                  <a:pt x="615146" y="332"/>
                </a:lnTo>
                <a:moveTo>
                  <a:pt x="615146" y="59955"/>
                </a:moveTo>
                <a:cubicBezTo>
                  <a:pt x="615146" y="53478"/>
                  <a:pt x="622951" y="47500"/>
                  <a:pt x="631587" y="47500"/>
                </a:cubicBezTo>
                <a:cubicBezTo>
                  <a:pt x="636237" y="47500"/>
                  <a:pt x="640388" y="49159"/>
                  <a:pt x="643875" y="52314"/>
                </a:cubicBezTo>
                <a:cubicBezTo>
                  <a:pt x="649189" y="57464"/>
                  <a:pt x="652843" y="68756"/>
                  <a:pt x="652843" y="80714"/>
                </a:cubicBezTo>
                <a:cubicBezTo>
                  <a:pt x="652843" y="99147"/>
                  <a:pt x="644871" y="109778"/>
                  <a:pt x="631255" y="109778"/>
                </a:cubicBezTo>
                <a:cubicBezTo>
                  <a:pt x="622619" y="109778"/>
                  <a:pt x="615146" y="106124"/>
                  <a:pt x="615146" y="101806"/>
                </a:cubicBezTo>
                <a:lnTo>
                  <a:pt x="615146" y="59955"/>
                </a:lnTo>
                <a:close/>
                <a:moveTo>
                  <a:pt x="742026" y="86196"/>
                </a:moveTo>
                <a:cubicBezTo>
                  <a:pt x="734056" y="98815"/>
                  <a:pt x="726913" y="103633"/>
                  <a:pt x="716285" y="103633"/>
                </a:cubicBezTo>
                <a:cubicBezTo>
                  <a:pt x="706820" y="103633"/>
                  <a:pt x="699679" y="98815"/>
                  <a:pt x="694861" y="89351"/>
                </a:cubicBezTo>
                <a:cubicBezTo>
                  <a:pt x="691871" y="83038"/>
                  <a:pt x="690710" y="77724"/>
                  <a:pt x="690378" y="67428"/>
                </a:cubicBezTo>
                <a:lnTo>
                  <a:pt x="741530" y="67428"/>
                </a:lnTo>
                <a:cubicBezTo>
                  <a:pt x="740199" y="56633"/>
                  <a:pt x="738539" y="51818"/>
                  <a:pt x="734388" y="46501"/>
                </a:cubicBezTo>
                <a:cubicBezTo>
                  <a:pt x="729404" y="40523"/>
                  <a:pt x="721766" y="37036"/>
                  <a:pt x="713130" y="37036"/>
                </a:cubicBezTo>
                <a:cubicBezTo>
                  <a:pt x="704825" y="37036"/>
                  <a:pt x="697020" y="40026"/>
                  <a:pt x="690710" y="45672"/>
                </a:cubicBezTo>
                <a:cubicBezTo>
                  <a:pt x="682903" y="52482"/>
                  <a:pt x="678420" y="64273"/>
                  <a:pt x="678420" y="77891"/>
                </a:cubicBezTo>
                <a:cubicBezTo>
                  <a:pt x="678420" y="100810"/>
                  <a:pt x="690378" y="115092"/>
                  <a:pt x="709475" y="115092"/>
                </a:cubicBezTo>
                <a:cubicBezTo>
                  <a:pt x="725253" y="115092"/>
                  <a:pt x="737708" y="105293"/>
                  <a:pt x="744684" y="87356"/>
                </a:cubicBezTo>
                <a:lnTo>
                  <a:pt x="742026" y="86196"/>
                </a:lnTo>
                <a:moveTo>
                  <a:pt x="690710" y="62114"/>
                </a:moveTo>
                <a:cubicBezTo>
                  <a:pt x="692535" y="49159"/>
                  <a:pt x="698183" y="43014"/>
                  <a:pt x="708312" y="43014"/>
                </a:cubicBezTo>
                <a:cubicBezTo>
                  <a:pt x="718444" y="43014"/>
                  <a:pt x="722430" y="47664"/>
                  <a:pt x="724589" y="62114"/>
                </a:cubicBezTo>
                <a:lnTo>
                  <a:pt x="690710" y="62114"/>
                </a:lnTo>
                <a:close/>
                <a:moveTo>
                  <a:pt x="830712" y="103798"/>
                </a:moveTo>
                <a:cubicBezTo>
                  <a:pt x="828553" y="103965"/>
                  <a:pt x="827557" y="103965"/>
                  <a:pt x="826891" y="103965"/>
                </a:cubicBezTo>
                <a:cubicBezTo>
                  <a:pt x="821080" y="103965"/>
                  <a:pt x="819585" y="102138"/>
                  <a:pt x="819585" y="94497"/>
                </a:cubicBezTo>
                <a:lnTo>
                  <a:pt x="819585" y="332"/>
                </a:lnTo>
                <a:lnTo>
                  <a:pt x="818754" y="0"/>
                </a:lnTo>
                <a:cubicBezTo>
                  <a:pt x="810949" y="2658"/>
                  <a:pt x="805303" y="4485"/>
                  <a:pt x="794340" y="7308"/>
                </a:cubicBezTo>
                <a:lnTo>
                  <a:pt x="794340" y="9964"/>
                </a:lnTo>
                <a:cubicBezTo>
                  <a:pt x="795671" y="9799"/>
                  <a:pt x="796499" y="9799"/>
                  <a:pt x="797994" y="9799"/>
                </a:cubicBezTo>
                <a:cubicBezTo>
                  <a:pt x="804140" y="9799"/>
                  <a:pt x="805635" y="11459"/>
                  <a:pt x="805635" y="18268"/>
                </a:cubicBezTo>
                <a:lnTo>
                  <a:pt x="805635" y="44177"/>
                </a:lnTo>
                <a:cubicBezTo>
                  <a:pt x="799322" y="38863"/>
                  <a:pt x="794839" y="37036"/>
                  <a:pt x="788195" y="37036"/>
                </a:cubicBezTo>
                <a:cubicBezTo>
                  <a:pt x="769098" y="37036"/>
                  <a:pt x="753652" y="55801"/>
                  <a:pt x="753652" y="79386"/>
                </a:cubicBezTo>
                <a:cubicBezTo>
                  <a:pt x="753652" y="100643"/>
                  <a:pt x="765943" y="115092"/>
                  <a:pt x="784376" y="115092"/>
                </a:cubicBezTo>
                <a:cubicBezTo>
                  <a:pt x="793676" y="115092"/>
                  <a:pt x="799989" y="111770"/>
                  <a:pt x="805635" y="103965"/>
                </a:cubicBezTo>
                <a:lnTo>
                  <a:pt x="805635" y="114593"/>
                </a:lnTo>
                <a:lnTo>
                  <a:pt x="806299" y="115092"/>
                </a:lnTo>
                <a:lnTo>
                  <a:pt x="830712" y="106456"/>
                </a:lnTo>
                <a:lnTo>
                  <a:pt x="830712" y="103798"/>
                </a:lnTo>
                <a:moveTo>
                  <a:pt x="805635" y="96492"/>
                </a:moveTo>
                <a:cubicBezTo>
                  <a:pt x="805635" y="97655"/>
                  <a:pt x="804472" y="99647"/>
                  <a:pt x="802812" y="101474"/>
                </a:cubicBezTo>
                <a:cubicBezTo>
                  <a:pt x="799989" y="104796"/>
                  <a:pt x="795671" y="106456"/>
                  <a:pt x="790853" y="106456"/>
                </a:cubicBezTo>
                <a:cubicBezTo>
                  <a:pt x="776903" y="106456"/>
                  <a:pt x="767935" y="93169"/>
                  <a:pt x="767935" y="72577"/>
                </a:cubicBezTo>
                <a:cubicBezTo>
                  <a:pt x="767935" y="53977"/>
                  <a:pt x="776072" y="41686"/>
                  <a:pt x="788694" y="41686"/>
                </a:cubicBezTo>
                <a:cubicBezTo>
                  <a:pt x="797662" y="41686"/>
                  <a:pt x="805635" y="49491"/>
                  <a:pt x="805635" y="58295"/>
                </a:cubicBezTo>
                <a:lnTo>
                  <a:pt x="805635" y="96492"/>
                </a:lnTo>
                <a:close/>
                <a:moveTo>
                  <a:pt x="915244" y="103798"/>
                </a:moveTo>
                <a:cubicBezTo>
                  <a:pt x="913085" y="103965"/>
                  <a:pt x="912089" y="103965"/>
                  <a:pt x="911423" y="103965"/>
                </a:cubicBezTo>
                <a:cubicBezTo>
                  <a:pt x="905612" y="103965"/>
                  <a:pt x="904117" y="102138"/>
                  <a:pt x="904117" y="94497"/>
                </a:cubicBezTo>
                <a:lnTo>
                  <a:pt x="904117" y="332"/>
                </a:lnTo>
                <a:lnTo>
                  <a:pt x="903286" y="0"/>
                </a:lnTo>
                <a:cubicBezTo>
                  <a:pt x="895480" y="2658"/>
                  <a:pt x="889834" y="4485"/>
                  <a:pt x="878872" y="7308"/>
                </a:cubicBezTo>
                <a:lnTo>
                  <a:pt x="878872" y="9964"/>
                </a:lnTo>
                <a:cubicBezTo>
                  <a:pt x="880202" y="9799"/>
                  <a:pt x="881031" y="9799"/>
                  <a:pt x="882526" y="9799"/>
                </a:cubicBezTo>
                <a:cubicBezTo>
                  <a:pt x="888671" y="9799"/>
                  <a:pt x="890166" y="11459"/>
                  <a:pt x="890166" y="18268"/>
                </a:cubicBezTo>
                <a:lnTo>
                  <a:pt x="890166" y="44177"/>
                </a:lnTo>
                <a:cubicBezTo>
                  <a:pt x="883854" y="38863"/>
                  <a:pt x="879371" y="37036"/>
                  <a:pt x="872727" y="37036"/>
                </a:cubicBezTo>
                <a:cubicBezTo>
                  <a:pt x="853629" y="37036"/>
                  <a:pt x="838184" y="55801"/>
                  <a:pt x="838184" y="79386"/>
                </a:cubicBezTo>
                <a:cubicBezTo>
                  <a:pt x="838184" y="100643"/>
                  <a:pt x="850474" y="115092"/>
                  <a:pt x="868908" y="115092"/>
                </a:cubicBezTo>
                <a:cubicBezTo>
                  <a:pt x="878208" y="115092"/>
                  <a:pt x="884520" y="111770"/>
                  <a:pt x="890166" y="103965"/>
                </a:cubicBezTo>
                <a:lnTo>
                  <a:pt x="890166" y="114593"/>
                </a:lnTo>
                <a:lnTo>
                  <a:pt x="890830" y="115092"/>
                </a:lnTo>
                <a:lnTo>
                  <a:pt x="915244" y="106456"/>
                </a:lnTo>
                <a:lnTo>
                  <a:pt x="915244" y="103798"/>
                </a:lnTo>
                <a:moveTo>
                  <a:pt x="890166" y="96492"/>
                </a:moveTo>
                <a:cubicBezTo>
                  <a:pt x="890166" y="97655"/>
                  <a:pt x="889003" y="99647"/>
                  <a:pt x="887343" y="101474"/>
                </a:cubicBezTo>
                <a:cubicBezTo>
                  <a:pt x="884520" y="104796"/>
                  <a:pt x="880202" y="106456"/>
                  <a:pt x="875385" y="106456"/>
                </a:cubicBezTo>
                <a:cubicBezTo>
                  <a:pt x="861435" y="106456"/>
                  <a:pt x="852466" y="93169"/>
                  <a:pt x="852466" y="72577"/>
                </a:cubicBezTo>
                <a:cubicBezTo>
                  <a:pt x="852466" y="53977"/>
                  <a:pt x="860603" y="41686"/>
                  <a:pt x="873226" y="41686"/>
                </a:cubicBezTo>
                <a:cubicBezTo>
                  <a:pt x="882194" y="41686"/>
                  <a:pt x="890166" y="49491"/>
                  <a:pt x="890166" y="58295"/>
                </a:cubicBezTo>
                <a:lnTo>
                  <a:pt x="890166" y="96492"/>
                </a:lnTo>
                <a:close/>
                <a:moveTo>
                  <a:pt x="920890" y="113430"/>
                </a:moveTo>
                <a:lnTo>
                  <a:pt x="960250" y="113430"/>
                </a:lnTo>
                <a:lnTo>
                  <a:pt x="960250" y="110939"/>
                </a:lnTo>
                <a:cubicBezTo>
                  <a:pt x="949290" y="110110"/>
                  <a:pt x="948127" y="108615"/>
                  <a:pt x="947959" y="96492"/>
                </a:cubicBezTo>
                <a:lnTo>
                  <a:pt x="947959" y="37533"/>
                </a:lnTo>
                <a:lnTo>
                  <a:pt x="947296" y="37036"/>
                </a:lnTo>
                <a:lnTo>
                  <a:pt x="921554" y="46169"/>
                </a:lnTo>
                <a:lnTo>
                  <a:pt x="921554" y="48660"/>
                </a:lnTo>
                <a:lnTo>
                  <a:pt x="922884" y="48495"/>
                </a:lnTo>
                <a:cubicBezTo>
                  <a:pt x="924876" y="48163"/>
                  <a:pt x="926868" y="47996"/>
                  <a:pt x="928530" y="47996"/>
                </a:cubicBezTo>
                <a:cubicBezTo>
                  <a:pt x="932517" y="47996"/>
                  <a:pt x="934009" y="50655"/>
                  <a:pt x="934009" y="57960"/>
                </a:cubicBezTo>
                <a:lnTo>
                  <a:pt x="934009" y="96492"/>
                </a:lnTo>
                <a:cubicBezTo>
                  <a:pt x="933677" y="108780"/>
                  <a:pt x="932185" y="110442"/>
                  <a:pt x="920890" y="110939"/>
                </a:cubicBezTo>
                <a:lnTo>
                  <a:pt x="920890" y="113430"/>
                </a:lnTo>
                <a:moveTo>
                  <a:pt x="939490" y="0"/>
                </a:moveTo>
                <a:cubicBezTo>
                  <a:pt x="935008" y="0"/>
                  <a:pt x="931186" y="3821"/>
                  <a:pt x="931186" y="8472"/>
                </a:cubicBezTo>
                <a:cubicBezTo>
                  <a:pt x="931186" y="13286"/>
                  <a:pt x="934840" y="16941"/>
                  <a:pt x="939490" y="16941"/>
                </a:cubicBezTo>
                <a:cubicBezTo>
                  <a:pt x="944473" y="16941"/>
                  <a:pt x="948127" y="13286"/>
                  <a:pt x="948127" y="8472"/>
                </a:cubicBezTo>
                <a:cubicBezTo>
                  <a:pt x="948127" y="3654"/>
                  <a:pt x="944308" y="0"/>
                  <a:pt x="939490" y="0"/>
                </a:cubicBezTo>
                <a:close/>
                <a:moveTo>
                  <a:pt x="968885" y="113430"/>
                </a:moveTo>
                <a:lnTo>
                  <a:pt x="1004094" y="113430"/>
                </a:lnTo>
                <a:lnTo>
                  <a:pt x="1004094" y="110939"/>
                </a:lnTo>
                <a:cubicBezTo>
                  <a:pt x="995790" y="110442"/>
                  <a:pt x="993132" y="108283"/>
                  <a:pt x="993132" y="102305"/>
                </a:cubicBezTo>
                <a:lnTo>
                  <a:pt x="993132" y="55637"/>
                </a:lnTo>
                <a:cubicBezTo>
                  <a:pt x="1001104" y="48163"/>
                  <a:pt x="1004758" y="46169"/>
                  <a:pt x="1010239" y="46169"/>
                </a:cubicBezTo>
                <a:cubicBezTo>
                  <a:pt x="1018376" y="46169"/>
                  <a:pt x="1022363" y="51318"/>
                  <a:pt x="1022363" y="62279"/>
                </a:cubicBezTo>
                <a:lnTo>
                  <a:pt x="1022363" y="96988"/>
                </a:lnTo>
                <a:cubicBezTo>
                  <a:pt x="1022031" y="107784"/>
                  <a:pt x="1020036" y="110442"/>
                  <a:pt x="1011899" y="110939"/>
                </a:cubicBezTo>
                <a:lnTo>
                  <a:pt x="1011899" y="113430"/>
                </a:lnTo>
                <a:lnTo>
                  <a:pt x="1046444" y="113430"/>
                </a:lnTo>
                <a:lnTo>
                  <a:pt x="1046444" y="110939"/>
                </a:lnTo>
                <a:cubicBezTo>
                  <a:pt x="1038305" y="110110"/>
                  <a:pt x="1036478" y="108116"/>
                  <a:pt x="1036313" y="99979"/>
                </a:cubicBezTo>
                <a:lnTo>
                  <a:pt x="1036313" y="61947"/>
                </a:lnTo>
                <a:cubicBezTo>
                  <a:pt x="1036313" y="46336"/>
                  <a:pt x="1029005" y="37036"/>
                  <a:pt x="1016717" y="37036"/>
                </a:cubicBezTo>
                <a:cubicBezTo>
                  <a:pt x="1009076" y="37036"/>
                  <a:pt x="1003927" y="39859"/>
                  <a:pt x="992635" y="50487"/>
                </a:cubicBezTo>
                <a:lnTo>
                  <a:pt x="992635" y="37368"/>
                </a:lnTo>
                <a:lnTo>
                  <a:pt x="991472" y="37036"/>
                </a:lnTo>
                <a:cubicBezTo>
                  <a:pt x="982835" y="40191"/>
                  <a:pt x="977189" y="42018"/>
                  <a:pt x="968553" y="44509"/>
                </a:cubicBezTo>
                <a:lnTo>
                  <a:pt x="968553" y="47332"/>
                </a:lnTo>
                <a:cubicBezTo>
                  <a:pt x="969716" y="46836"/>
                  <a:pt x="971211" y="46668"/>
                  <a:pt x="973039" y="46668"/>
                </a:cubicBezTo>
                <a:cubicBezTo>
                  <a:pt x="977689" y="46668"/>
                  <a:pt x="979181" y="49159"/>
                  <a:pt x="979181" y="57296"/>
                </a:cubicBezTo>
                <a:lnTo>
                  <a:pt x="979181" y="98483"/>
                </a:lnTo>
                <a:cubicBezTo>
                  <a:pt x="979016" y="108283"/>
                  <a:pt x="977189" y="110442"/>
                  <a:pt x="968885" y="110939"/>
                </a:cubicBezTo>
                <a:lnTo>
                  <a:pt x="968885" y="113430"/>
                </a:lnTo>
                <a:close/>
                <a:moveTo>
                  <a:pt x="1128483" y="48992"/>
                </a:moveTo>
                <a:lnTo>
                  <a:pt x="1128483" y="42517"/>
                </a:lnTo>
                <a:lnTo>
                  <a:pt x="1115696" y="42517"/>
                </a:lnTo>
                <a:cubicBezTo>
                  <a:pt x="1112209" y="42517"/>
                  <a:pt x="1109883" y="42018"/>
                  <a:pt x="1106563" y="40855"/>
                </a:cubicBezTo>
                <a:lnTo>
                  <a:pt x="1102909" y="39527"/>
                </a:lnTo>
                <a:cubicBezTo>
                  <a:pt x="1098591" y="37867"/>
                  <a:pt x="1093940" y="37036"/>
                  <a:pt x="1089622" y="37036"/>
                </a:cubicBezTo>
                <a:cubicBezTo>
                  <a:pt x="1074177" y="37036"/>
                  <a:pt x="1061886" y="48827"/>
                  <a:pt x="1061886" y="64106"/>
                </a:cubicBezTo>
                <a:cubicBezTo>
                  <a:pt x="1061886" y="74569"/>
                  <a:pt x="1066205" y="80879"/>
                  <a:pt x="1077332" y="86360"/>
                </a:cubicBezTo>
                <a:lnTo>
                  <a:pt x="1073014" y="90346"/>
                </a:lnTo>
                <a:cubicBezTo>
                  <a:pt x="1069527" y="93669"/>
                  <a:pt x="1067535" y="95496"/>
                  <a:pt x="1067036" y="96160"/>
                </a:cubicBezTo>
                <a:cubicBezTo>
                  <a:pt x="1063549" y="99814"/>
                  <a:pt x="1062553" y="101638"/>
                  <a:pt x="1062553" y="104464"/>
                </a:cubicBezTo>
                <a:cubicBezTo>
                  <a:pt x="1062553" y="108116"/>
                  <a:pt x="1064380" y="109943"/>
                  <a:pt x="1071354" y="113265"/>
                </a:cubicBezTo>
                <a:cubicBezTo>
                  <a:pt x="1059395" y="121901"/>
                  <a:pt x="1055080" y="127383"/>
                  <a:pt x="1055080" y="133525"/>
                </a:cubicBezTo>
                <a:cubicBezTo>
                  <a:pt x="1055080" y="142329"/>
                  <a:pt x="1067867" y="149635"/>
                  <a:pt x="1083809" y="149635"/>
                </a:cubicBezTo>
                <a:cubicBezTo>
                  <a:pt x="1096264" y="149635"/>
                  <a:pt x="1109219" y="145317"/>
                  <a:pt x="1117855" y="138343"/>
                </a:cubicBezTo>
                <a:cubicBezTo>
                  <a:pt x="1124167" y="133193"/>
                  <a:pt x="1126990" y="127879"/>
                  <a:pt x="1126990" y="121569"/>
                </a:cubicBezTo>
                <a:cubicBezTo>
                  <a:pt x="1126990" y="111273"/>
                  <a:pt x="1119183" y="104464"/>
                  <a:pt x="1106895" y="103798"/>
                </a:cubicBezTo>
                <a:lnTo>
                  <a:pt x="1085471" y="102802"/>
                </a:lnTo>
                <a:cubicBezTo>
                  <a:pt x="1076503" y="102470"/>
                  <a:pt x="1072517" y="100975"/>
                  <a:pt x="1072517" y="98319"/>
                </a:cubicBezTo>
                <a:cubicBezTo>
                  <a:pt x="1072517" y="94997"/>
                  <a:pt x="1077996" y="89183"/>
                  <a:pt x="1082481" y="87855"/>
                </a:cubicBezTo>
                <a:cubicBezTo>
                  <a:pt x="1088459" y="88355"/>
                  <a:pt x="1091614" y="88687"/>
                  <a:pt x="1091949" y="88687"/>
                </a:cubicBezTo>
                <a:cubicBezTo>
                  <a:pt x="1098091" y="88687"/>
                  <a:pt x="1104736" y="86196"/>
                  <a:pt x="1109883" y="81710"/>
                </a:cubicBezTo>
                <a:cubicBezTo>
                  <a:pt x="1115364" y="77060"/>
                  <a:pt x="1117855" y="71247"/>
                  <a:pt x="1117855" y="62945"/>
                </a:cubicBezTo>
                <a:cubicBezTo>
                  <a:pt x="1117855" y="58128"/>
                  <a:pt x="1117024" y="54309"/>
                  <a:pt x="1114700" y="48992"/>
                </a:cubicBezTo>
                <a:lnTo>
                  <a:pt x="1128483" y="48992"/>
                </a:lnTo>
                <a:moveTo>
                  <a:pt x="1074841" y="113764"/>
                </a:moveTo>
                <a:cubicBezTo>
                  <a:pt x="1080489" y="114925"/>
                  <a:pt x="1093441" y="115923"/>
                  <a:pt x="1101913" y="115923"/>
                </a:cubicBezTo>
                <a:cubicBezTo>
                  <a:pt x="1116859" y="115923"/>
                  <a:pt x="1122340" y="118082"/>
                  <a:pt x="1122340" y="124060"/>
                </a:cubicBezTo>
                <a:cubicBezTo>
                  <a:pt x="1122340" y="133693"/>
                  <a:pt x="1109718" y="140170"/>
                  <a:pt x="1090950" y="140170"/>
                </a:cubicBezTo>
                <a:cubicBezTo>
                  <a:pt x="1076171" y="140170"/>
                  <a:pt x="1066704" y="135352"/>
                  <a:pt x="1066704" y="128047"/>
                </a:cubicBezTo>
                <a:cubicBezTo>
                  <a:pt x="1066704" y="124225"/>
                  <a:pt x="1068199" y="121734"/>
                  <a:pt x="1074841" y="113764"/>
                </a:cubicBezTo>
                <a:moveTo>
                  <a:pt x="1075672" y="57296"/>
                </a:moveTo>
                <a:cubicBezTo>
                  <a:pt x="1075672" y="47500"/>
                  <a:pt x="1080322" y="41686"/>
                  <a:pt x="1087962" y="41686"/>
                </a:cubicBezTo>
                <a:cubicBezTo>
                  <a:pt x="1093109" y="41686"/>
                  <a:pt x="1097427" y="44509"/>
                  <a:pt x="1100086" y="49491"/>
                </a:cubicBezTo>
                <a:cubicBezTo>
                  <a:pt x="1103241" y="55305"/>
                  <a:pt x="1105068" y="62778"/>
                  <a:pt x="1105068" y="69420"/>
                </a:cubicBezTo>
                <a:cubicBezTo>
                  <a:pt x="1105068" y="78720"/>
                  <a:pt x="1100418" y="84533"/>
                  <a:pt x="1092777" y="84533"/>
                </a:cubicBezTo>
                <a:cubicBezTo>
                  <a:pt x="1082481" y="84533"/>
                  <a:pt x="1075672" y="73738"/>
                  <a:pt x="1075672" y="57796"/>
                </a:cubicBezTo>
                <a:lnTo>
                  <a:pt x="1075672" y="57296"/>
                </a:lnTo>
                <a:close/>
                <a:moveTo>
                  <a:pt x="1252873" y="102470"/>
                </a:moveTo>
                <a:cubicBezTo>
                  <a:pt x="1250050" y="104796"/>
                  <a:pt x="1248059" y="105625"/>
                  <a:pt x="1245567" y="105625"/>
                </a:cubicBezTo>
                <a:cubicBezTo>
                  <a:pt x="1241749" y="105625"/>
                  <a:pt x="1240585" y="103301"/>
                  <a:pt x="1240585" y="95992"/>
                </a:cubicBezTo>
                <a:lnTo>
                  <a:pt x="1240585" y="63609"/>
                </a:lnTo>
                <a:cubicBezTo>
                  <a:pt x="1240585" y="54973"/>
                  <a:pt x="1239754" y="50155"/>
                  <a:pt x="1237263" y="46169"/>
                </a:cubicBezTo>
                <a:cubicBezTo>
                  <a:pt x="1233609" y="40191"/>
                  <a:pt x="1226468" y="37036"/>
                  <a:pt x="1216671" y="37036"/>
                </a:cubicBezTo>
                <a:cubicBezTo>
                  <a:pt x="1201058" y="37036"/>
                  <a:pt x="1188770" y="45173"/>
                  <a:pt x="1188770" y="55637"/>
                </a:cubicBezTo>
                <a:cubicBezTo>
                  <a:pt x="1188770" y="59456"/>
                  <a:pt x="1191925" y="62778"/>
                  <a:pt x="1195911" y="62778"/>
                </a:cubicBezTo>
                <a:cubicBezTo>
                  <a:pt x="1199895" y="62778"/>
                  <a:pt x="1203385" y="59456"/>
                  <a:pt x="1203385" y="55801"/>
                </a:cubicBezTo>
                <a:cubicBezTo>
                  <a:pt x="1203385" y="55137"/>
                  <a:pt x="1203217" y="54309"/>
                  <a:pt x="1203053" y="53146"/>
                </a:cubicBezTo>
                <a:cubicBezTo>
                  <a:pt x="1202721" y="51650"/>
                  <a:pt x="1202553" y="50323"/>
                  <a:pt x="1202553" y="49159"/>
                </a:cubicBezTo>
                <a:cubicBezTo>
                  <a:pt x="1202553" y="44677"/>
                  <a:pt x="1207867" y="41022"/>
                  <a:pt x="1214512" y="41022"/>
                </a:cubicBezTo>
                <a:cubicBezTo>
                  <a:pt x="1222649" y="41022"/>
                  <a:pt x="1227132" y="45837"/>
                  <a:pt x="1227132" y="54805"/>
                </a:cubicBezTo>
                <a:lnTo>
                  <a:pt x="1227132" y="64937"/>
                </a:lnTo>
                <a:cubicBezTo>
                  <a:pt x="1201722" y="75068"/>
                  <a:pt x="1198734" y="76561"/>
                  <a:pt x="1191593" y="82873"/>
                </a:cubicBezTo>
                <a:cubicBezTo>
                  <a:pt x="1187939" y="86196"/>
                  <a:pt x="1185613" y="91842"/>
                  <a:pt x="1185613" y="97320"/>
                </a:cubicBezTo>
                <a:cubicBezTo>
                  <a:pt x="1185613" y="107784"/>
                  <a:pt x="1192921" y="115092"/>
                  <a:pt x="1203053" y="115092"/>
                </a:cubicBezTo>
                <a:cubicBezTo>
                  <a:pt x="1210358" y="115092"/>
                  <a:pt x="1217168" y="111605"/>
                  <a:pt x="1227299" y="102969"/>
                </a:cubicBezTo>
                <a:cubicBezTo>
                  <a:pt x="1228130" y="111770"/>
                  <a:pt x="1231118" y="115092"/>
                  <a:pt x="1237927" y="115092"/>
                </a:cubicBezTo>
                <a:cubicBezTo>
                  <a:pt x="1243573" y="115092"/>
                  <a:pt x="1247063" y="113098"/>
                  <a:pt x="1252873" y="106788"/>
                </a:cubicBezTo>
                <a:lnTo>
                  <a:pt x="1252873" y="102470"/>
                </a:lnTo>
                <a:moveTo>
                  <a:pt x="1227132" y="93005"/>
                </a:moveTo>
                <a:cubicBezTo>
                  <a:pt x="1227132" y="97987"/>
                  <a:pt x="1226303" y="99814"/>
                  <a:pt x="1222814" y="101806"/>
                </a:cubicBezTo>
                <a:cubicBezTo>
                  <a:pt x="1218663" y="104130"/>
                  <a:pt x="1214180" y="105460"/>
                  <a:pt x="1210690" y="105460"/>
                </a:cubicBezTo>
                <a:cubicBezTo>
                  <a:pt x="1204880" y="105460"/>
                  <a:pt x="1200230" y="99814"/>
                  <a:pt x="1200230" y="92670"/>
                </a:cubicBezTo>
                <a:lnTo>
                  <a:pt x="1200230" y="92006"/>
                </a:lnTo>
                <a:cubicBezTo>
                  <a:pt x="1200394" y="82042"/>
                  <a:pt x="1207703" y="75732"/>
                  <a:pt x="1227132" y="68923"/>
                </a:cubicBezTo>
                <a:lnTo>
                  <a:pt x="1227132" y="93005"/>
                </a:lnTo>
                <a:close/>
                <a:moveTo>
                  <a:pt x="1257359" y="113430"/>
                </a:moveTo>
                <a:lnTo>
                  <a:pt x="1292568" y="113430"/>
                </a:lnTo>
                <a:lnTo>
                  <a:pt x="1292568" y="110939"/>
                </a:lnTo>
                <a:cubicBezTo>
                  <a:pt x="1284263" y="110442"/>
                  <a:pt x="1281605" y="108283"/>
                  <a:pt x="1281605" y="102305"/>
                </a:cubicBezTo>
                <a:lnTo>
                  <a:pt x="1281605" y="55637"/>
                </a:lnTo>
                <a:cubicBezTo>
                  <a:pt x="1289577" y="48163"/>
                  <a:pt x="1293232" y="46169"/>
                  <a:pt x="1298713" y="46169"/>
                </a:cubicBezTo>
                <a:cubicBezTo>
                  <a:pt x="1306850" y="46169"/>
                  <a:pt x="1310836" y="51318"/>
                  <a:pt x="1310836" y="62279"/>
                </a:cubicBezTo>
                <a:lnTo>
                  <a:pt x="1310836" y="96988"/>
                </a:lnTo>
                <a:cubicBezTo>
                  <a:pt x="1310504" y="107784"/>
                  <a:pt x="1308510" y="110442"/>
                  <a:pt x="1300373" y="110939"/>
                </a:cubicBezTo>
                <a:lnTo>
                  <a:pt x="1300373" y="113430"/>
                </a:lnTo>
                <a:lnTo>
                  <a:pt x="1334918" y="113430"/>
                </a:lnTo>
                <a:lnTo>
                  <a:pt x="1334918" y="110939"/>
                </a:lnTo>
                <a:cubicBezTo>
                  <a:pt x="1326778" y="110110"/>
                  <a:pt x="1324951" y="108116"/>
                  <a:pt x="1324786" y="99979"/>
                </a:cubicBezTo>
                <a:lnTo>
                  <a:pt x="1324786" y="61947"/>
                </a:lnTo>
                <a:cubicBezTo>
                  <a:pt x="1324786" y="46336"/>
                  <a:pt x="1317478" y="37036"/>
                  <a:pt x="1305190" y="37036"/>
                </a:cubicBezTo>
                <a:cubicBezTo>
                  <a:pt x="1297550" y="37036"/>
                  <a:pt x="1292400" y="39859"/>
                  <a:pt x="1281108" y="50487"/>
                </a:cubicBezTo>
                <a:lnTo>
                  <a:pt x="1281108" y="37368"/>
                </a:lnTo>
                <a:lnTo>
                  <a:pt x="1279945" y="37036"/>
                </a:lnTo>
                <a:cubicBezTo>
                  <a:pt x="1271309" y="40191"/>
                  <a:pt x="1265663" y="42018"/>
                  <a:pt x="1257027" y="44509"/>
                </a:cubicBezTo>
                <a:lnTo>
                  <a:pt x="1257027" y="47332"/>
                </a:lnTo>
                <a:cubicBezTo>
                  <a:pt x="1258190" y="46836"/>
                  <a:pt x="1259685" y="46668"/>
                  <a:pt x="1261512" y="46668"/>
                </a:cubicBezTo>
                <a:cubicBezTo>
                  <a:pt x="1266162" y="46668"/>
                  <a:pt x="1267655" y="49159"/>
                  <a:pt x="1267655" y="57296"/>
                </a:cubicBezTo>
                <a:lnTo>
                  <a:pt x="1267655" y="98483"/>
                </a:lnTo>
                <a:cubicBezTo>
                  <a:pt x="1267490" y="108283"/>
                  <a:pt x="1265663" y="110442"/>
                  <a:pt x="1257359" y="110939"/>
                </a:cubicBezTo>
                <a:lnTo>
                  <a:pt x="1257359" y="113430"/>
                </a:lnTo>
                <a:close/>
                <a:moveTo>
                  <a:pt x="1420447" y="103798"/>
                </a:moveTo>
                <a:cubicBezTo>
                  <a:pt x="1418288" y="103965"/>
                  <a:pt x="1417292" y="103965"/>
                  <a:pt x="1416625" y="103965"/>
                </a:cubicBezTo>
                <a:cubicBezTo>
                  <a:pt x="1410814" y="103965"/>
                  <a:pt x="1409319" y="102138"/>
                  <a:pt x="1409319" y="94497"/>
                </a:cubicBezTo>
                <a:lnTo>
                  <a:pt x="1409319" y="332"/>
                </a:lnTo>
                <a:lnTo>
                  <a:pt x="1408488" y="0"/>
                </a:lnTo>
                <a:cubicBezTo>
                  <a:pt x="1400683" y="2658"/>
                  <a:pt x="1395037" y="4485"/>
                  <a:pt x="1384074" y="7308"/>
                </a:cubicBezTo>
                <a:lnTo>
                  <a:pt x="1384074" y="9964"/>
                </a:lnTo>
                <a:cubicBezTo>
                  <a:pt x="1385405" y="9799"/>
                  <a:pt x="1386233" y="9799"/>
                  <a:pt x="1387729" y="9799"/>
                </a:cubicBezTo>
                <a:cubicBezTo>
                  <a:pt x="1393874" y="9799"/>
                  <a:pt x="1395369" y="11459"/>
                  <a:pt x="1395369" y="18268"/>
                </a:cubicBezTo>
                <a:lnTo>
                  <a:pt x="1395369" y="44177"/>
                </a:lnTo>
                <a:cubicBezTo>
                  <a:pt x="1389056" y="38863"/>
                  <a:pt x="1384574" y="37036"/>
                  <a:pt x="1377929" y="37036"/>
                </a:cubicBezTo>
                <a:cubicBezTo>
                  <a:pt x="1358832" y="37036"/>
                  <a:pt x="1343387" y="55801"/>
                  <a:pt x="1343387" y="79386"/>
                </a:cubicBezTo>
                <a:cubicBezTo>
                  <a:pt x="1343387" y="100643"/>
                  <a:pt x="1355677" y="115092"/>
                  <a:pt x="1374110" y="115092"/>
                </a:cubicBezTo>
                <a:cubicBezTo>
                  <a:pt x="1383410" y="115092"/>
                  <a:pt x="1389723" y="111770"/>
                  <a:pt x="1395369" y="103965"/>
                </a:cubicBezTo>
                <a:lnTo>
                  <a:pt x="1395369" y="114593"/>
                </a:lnTo>
                <a:lnTo>
                  <a:pt x="1396033" y="115092"/>
                </a:lnTo>
                <a:lnTo>
                  <a:pt x="1420447" y="106456"/>
                </a:lnTo>
                <a:lnTo>
                  <a:pt x="1420447" y="103798"/>
                </a:lnTo>
                <a:moveTo>
                  <a:pt x="1395369" y="96492"/>
                </a:moveTo>
                <a:cubicBezTo>
                  <a:pt x="1395369" y="97655"/>
                  <a:pt x="1394206" y="99647"/>
                  <a:pt x="1392546" y="101474"/>
                </a:cubicBezTo>
                <a:cubicBezTo>
                  <a:pt x="1389723" y="104796"/>
                  <a:pt x="1385405" y="106456"/>
                  <a:pt x="1380587" y="106456"/>
                </a:cubicBezTo>
                <a:cubicBezTo>
                  <a:pt x="1366637" y="106456"/>
                  <a:pt x="1357669" y="93169"/>
                  <a:pt x="1357669" y="72577"/>
                </a:cubicBezTo>
                <a:cubicBezTo>
                  <a:pt x="1357669" y="53977"/>
                  <a:pt x="1365806" y="41686"/>
                  <a:pt x="1378428" y="41686"/>
                </a:cubicBezTo>
                <a:cubicBezTo>
                  <a:pt x="1387397" y="41686"/>
                  <a:pt x="1395369" y="49491"/>
                  <a:pt x="1395369" y="58295"/>
                </a:cubicBezTo>
                <a:lnTo>
                  <a:pt x="1395369" y="96492"/>
                </a:lnTo>
                <a:close/>
                <a:moveTo>
                  <a:pt x="1545997" y="105128"/>
                </a:moveTo>
                <a:lnTo>
                  <a:pt x="1545169" y="105128"/>
                </a:lnTo>
                <a:cubicBezTo>
                  <a:pt x="1537029" y="104796"/>
                  <a:pt x="1535868" y="103466"/>
                  <a:pt x="1535701" y="95660"/>
                </a:cubicBezTo>
                <a:lnTo>
                  <a:pt x="1535701" y="38696"/>
                </a:lnTo>
                <a:lnTo>
                  <a:pt x="1509460" y="38696"/>
                </a:lnTo>
                <a:lnTo>
                  <a:pt x="1509460" y="41519"/>
                </a:lnTo>
                <a:cubicBezTo>
                  <a:pt x="1519759" y="42018"/>
                  <a:pt x="1521751" y="43678"/>
                  <a:pt x="1521751" y="51982"/>
                </a:cubicBezTo>
                <a:lnTo>
                  <a:pt x="1521751" y="91010"/>
                </a:lnTo>
                <a:cubicBezTo>
                  <a:pt x="1521751" y="95660"/>
                  <a:pt x="1520920" y="97987"/>
                  <a:pt x="1518596" y="99814"/>
                </a:cubicBezTo>
                <a:cubicBezTo>
                  <a:pt x="1514110" y="103466"/>
                  <a:pt x="1508964" y="105460"/>
                  <a:pt x="1503982" y="105460"/>
                </a:cubicBezTo>
                <a:cubicBezTo>
                  <a:pt x="1497504" y="105460"/>
                  <a:pt x="1492190" y="99814"/>
                  <a:pt x="1492190" y="92837"/>
                </a:cubicBezTo>
                <a:lnTo>
                  <a:pt x="1492190" y="38696"/>
                </a:lnTo>
                <a:lnTo>
                  <a:pt x="1467941" y="38696"/>
                </a:lnTo>
                <a:lnTo>
                  <a:pt x="1467941" y="41022"/>
                </a:lnTo>
                <a:cubicBezTo>
                  <a:pt x="1475749" y="41354"/>
                  <a:pt x="1478073" y="43678"/>
                  <a:pt x="1478240" y="51650"/>
                </a:cubicBezTo>
                <a:lnTo>
                  <a:pt x="1478240" y="93501"/>
                </a:lnTo>
                <a:cubicBezTo>
                  <a:pt x="1478240" y="106623"/>
                  <a:pt x="1486210" y="115092"/>
                  <a:pt x="1498333" y="115092"/>
                </a:cubicBezTo>
                <a:cubicBezTo>
                  <a:pt x="1504478" y="115092"/>
                  <a:pt x="1510956" y="112434"/>
                  <a:pt x="1515441" y="107951"/>
                </a:cubicBezTo>
                <a:lnTo>
                  <a:pt x="1522582" y="100810"/>
                </a:lnTo>
                <a:lnTo>
                  <a:pt x="1522582" y="114593"/>
                </a:lnTo>
                <a:lnTo>
                  <a:pt x="1523246" y="114925"/>
                </a:lnTo>
                <a:cubicBezTo>
                  <a:pt x="1531550" y="111605"/>
                  <a:pt x="1537528" y="109778"/>
                  <a:pt x="1545997" y="107452"/>
                </a:cubicBezTo>
                <a:lnTo>
                  <a:pt x="1545997" y="105128"/>
                </a:lnTo>
                <a:close/>
                <a:moveTo>
                  <a:pt x="1551811" y="149470"/>
                </a:moveTo>
                <a:lnTo>
                  <a:pt x="1592002" y="149470"/>
                </a:lnTo>
                <a:lnTo>
                  <a:pt x="1592002" y="146480"/>
                </a:lnTo>
                <a:cubicBezTo>
                  <a:pt x="1579547" y="146315"/>
                  <a:pt x="1577552" y="144653"/>
                  <a:pt x="1577388" y="134025"/>
                </a:cubicBezTo>
                <a:lnTo>
                  <a:pt x="1577388" y="107951"/>
                </a:lnTo>
                <a:cubicBezTo>
                  <a:pt x="1583366" y="113430"/>
                  <a:pt x="1587185" y="115092"/>
                  <a:pt x="1594161" y="115092"/>
                </a:cubicBezTo>
                <a:cubicBezTo>
                  <a:pt x="1613925" y="115092"/>
                  <a:pt x="1629036" y="96492"/>
                  <a:pt x="1629036" y="72410"/>
                </a:cubicBezTo>
                <a:cubicBezTo>
                  <a:pt x="1629036" y="51818"/>
                  <a:pt x="1617412" y="37036"/>
                  <a:pt x="1601302" y="37036"/>
                </a:cubicBezTo>
                <a:cubicBezTo>
                  <a:pt x="1592002" y="37036"/>
                  <a:pt x="1584694" y="41022"/>
                  <a:pt x="1577388" y="50155"/>
                </a:cubicBezTo>
                <a:lnTo>
                  <a:pt x="1577388" y="37368"/>
                </a:lnTo>
                <a:lnTo>
                  <a:pt x="1576392" y="37036"/>
                </a:lnTo>
                <a:cubicBezTo>
                  <a:pt x="1567424" y="40523"/>
                  <a:pt x="1561610" y="42682"/>
                  <a:pt x="1552475" y="45505"/>
                </a:cubicBezTo>
                <a:lnTo>
                  <a:pt x="1552475" y="48163"/>
                </a:lnTo>
                <a:cubicBezTo>
                  <a:pt x="1553970" y="47996"/>
                  <a:pt x="1554966" y="47996"/>
                  <a:pt x="1556628" y="47996"/>
                </a:cubicBezTo>
                <a:cubicBezTo>
                  <a:pt x="1562274" y="47996"/>
                  <a:pt x="1563437" y="49659"/>
                  <a:pt x="1563437" y="57464"/>
                </a:cubicBezTo>
                <a:lnTo>
                  <a:pt x="1563437" y="135188"/>
                </a:lnTo>
                <a:cubicBezTo>
                  <a:pt x="1563437" y="143989"/>
                  <a:pt x="1561610" y="145651"/>
                  <a:pt x="1551811" y="146647"/>
                </a:cubicBezTo>
                <a:lnTo>
                  <a:pt x="1551811" y="149470"/>
                </a:lnTo>
                <a:moveTo>
                  <a:pt x="1577388" y="57960"/>
                </a:moveTo>
                <a:cubicBezTo>
                  <a:pt x="1577388" y="52978"/>
                  <a:pt x="1586688" y="47000"/>
                  <a:pt x="1594326" y="47000"/>
                </a:cubicBezTo>
                <a:cubicBezTo>
                  <a:pt x="1606616" y="47000"/>
                  <a:pt x="1614753" y="59623"/>
                  <a:pt x="1614753" y="79054"/>
                </a:cubicBezTo>
                <a:cubicBezTo>
                  <a:pt x="1614753" y="97320"/>
                  <a:pt x="1606616" y="109778"/>
                  <a:pt x="1594660" y="109778"/>
                </a:cubicBezTo>
                <a:cubicBezTo>
                  <a:pt x="1586853" y="109778"/>
                  <a:pt x="1577388" y="103798"/>
                  <a:pt x="1577388" y="98815"/>
                </a:cubicBezTo>
                <a:lnTo>
                  <a:pt x="1577388" y="57960"/>
                </a:lnTo>
                <a:close/>
                <a:moveTo>
                  <a:pt x="1644785" y="70750"/>
                </a:moveTo>
                <a:lnTo>
                  <a:pt x="1644785" y="81211"/>
                </a:lnTo>
                <a:lnTo>
                  <a:pt x="1685640" y="81211"/>
                </a:lnTo>
                <a:lnTo>
                  <a:pt x="1685640" y="70750"/>
                </a:lnTo>
                <a:lnTo>
                  <a:pt x="1644785" y="70750"/>
                </a:lnTo>
                <a:close/>
                <a:moveTo>
                  <a:pt x="1698587" y="113430"/>
                </a:moveTo>
                <a:lnTo>
                  <a:pt x="1737947" y="113430"/>
                </a:lnTo>
                <a:lnTo>
                  <a:pt x="1737947" y="110939"/>
                </a:lnTo>
                <a:cubicBezTo>
                  <a:pt x="1726987" y="110110"/>
                  <a:pt x="1725824" y="108615"/>
                  <a:pt x="1725657" y="96492"/>
                </a:cubicBezTo>
                <a:lnTo>
                  <a:pt x="1725657" y="37533"/>
                </a:lnTo>
                <a:lnTo>
                  <a:pt x="1724993" y="37036"/>
                </a:lnTo>
                <a:lnTo>
                  <a:pt x="1699251" y="46169"/>
                </a:lnTo>
                <a:lnTo>
                  <a:pt x="1699251" y="48660"/>
                </a:lnTo>
                <a:lnTo>
                  <a:pt x="1700582" y="48495"/>
                </a:lnTo>
                <a:cubicBezTo>
                  <a:pt x="1702574" y="48163"/>
                  <a:pt x="1704565" y="47996"/>
                  <a:pt x="1706228" y="47996"/>
                </a:cubicBezTo>
                <a:cubicBezTo>
                  <a:pt x="1710214" y="47996"/>
                  <a:pt x="1711707" y="50655"/>
                  <a:pt x="1711707" y="57960"/>
                </a:cubicBezTo>
                <a:lnTo>
                  <a:pt x="1711707" y="96492"/>
                </a:lnTo>
                <a:cubicBezTo>
                  <a:pt x="1711375" y="108780"/>
                  <a:pt x="1709882" y="110442"/>
                  <a:pt x="1698587" y="110939"/>
                </a:cubicBezTo>
                <a:lnTo>
                  <a:pt x="1698587" y="113430"/>
                </a:lnTo>
                <a:moveTo>
                  <a:pt x="1717188" y="0"/>
                </a:moveTo>
                <a:cubicBezTo>
                  <a:pt x="1712705" y="0"/>
                  <a:pt x="1708884" y="3821"/>
                  <a:pt x="1708884" y="8472"/>
                </a:cubicBezTo>
                <a:cubicBezTo>
                  <a:pt x="1708884" y="13286"/>
                  <a:pt x="1712538" y="16941"/>
                  <a:pt x="1717188" y="16941"/>
                </a:cubicBezTo>
                <a:cubicBezTo>
                  <a:pt x="1722170" y="16941"/>
                  <a:pt x="1725824" y="13286"/>
                  <a:pt x="1725824" y="8472"/>
                </a:cubicBezTo>
                <a:cubicBezTo>
                  <a:pt x="1725824" y="3654"/>
                  <a:pt x="1722005" y="0"/>
                  <a:pt x="1717188" y="0"/>
                </a:cubicBezTo>
                <a:close/>
                <a:moveTo>
                  <a:pt x="1746583" y="113430"/>
                </a:moveTo>
                <a:lnTo>
                  <a:pt x="1781792" y="113430"/>
                </a:lnTo>
                <a:lnTo>
                  <a:pt x="1781792" y="110939"/>
                </a:lnTo>
                <a:cubicBezTo>
                  <a:pt x="1773487" y="110442"/>
                  <a:pt x="1770829" y="108283"/>
                  <a:pt x="1770829" y="102305"/>
                </a:cubicBezTo>
                <a:lnTo>
                  <a:pt x="1770829" y="55637"/>
                </a:lnTo>
                <a:cubicBezTo>
                  <a:pt x="1778801" y="48163"/>
                  <a:pt x="1782456" y="46169"/>
                  <a:pt x="1787937" y="46169"/>
                </a:cubicBezTo>
                <a:cubicBezTo>
                  <a:pt x="1796074" y="46169"/>
                  <a:pt x="1800060" y="51318"/>
                  <a:pt x="1800060" y="62279"/>
                </a:cubicBezTo>
                <a:lnTo>
                  <a:pt x="1800060" y="96988"/>
                </a:lnTo>
                <a:cubicBezTo>
                  <a:pt x="1799728" y="107784"/>
                  <a:pt x="1797734" y="110442"/>
                  <a:pt x="1789597" y="110939"/>
                </a:cubicBezTo>
                <a:lnTo>
                  <a:pt x="1789597" y="113430"/>
                </a:lnTo>
                <a:lnTo>
                  <a:pt x="1824142" y="113430"/>
                </a:lnTo>
                <a:lnTo>
                  <a:pt x="1824142" y="110939"/>
                </a:lnTo>
                <a:cubicBezTo>
                  <a:pt x="1816002" y="110110"/>
                  <a:pt x="1814175" y="108116"/>
                  <a:pt x="1814010" y="99979"/>
                </a:cubicBezTo>
                <a:lnTo>
                  <a:pt x="1814010" y="61947"/>
                </a:lnTo>
                <a:cubicBezTo>
                  <a:pt x="1814010" y="46336"/>
                  <a:pt x="1806702" y="37036"/>
                  <a:pt x="1794414" y="37036"/>
                </a:cubicBezTo>
                <a:cubicBezTo>
                  <a:pt x="1786774" y="37036"/>
                  <a:pt x="1781624" y="39859"/>
                  <a:pt x="1770332" y="50487"/>
                </a:cubicBezTo>
                <a:lnTo>
                  <a:pt x="1770332" y="37368"/>
                </a:lnTo>
                <a:lnTo>
                  <a:pt x="1769169" y="37036"/>
                </a:lnTo>
                <a:cubicBezTo>
                  <a:pt x="1760533" y="40191"/>
                  <a:pt x="1754887" y="42018"/>
                  <a:pt x="1746251" y="44509"/>
                </a:cubicBezTo>
                <a:lnTo>
                  <a:pt x="1746251" y="47332"/>
                </a:lnTo>
                <a:cubicBezTo>
                  <a:pt x="1747414" y="46836"/>
                  <a:pt x="1748909" y="46668"/>
                  <a:pt x="1750736" y="46668"/>
                </a:cubicBezTo>
                <a:cubicBezTo>
                  <a:pt x="1755386" y="46668"/>
                  <a:pt x="1756879" y="49159"/>
                  <a:pt x="1756879" y="57296"/>
                </a:cubicBezTo>
                <a:lnTo>
                  <a:pt x="1756879" y="98483"/>
                </a:lnTo>
                <a:cubicBezTo>
                  <a:pt x="1756714" y="108283"/>
                  <a:pt x="1754887" y="110442"/>
                  <a:pt x="1746583" y="110939"/>
                </a:cubicBezTo>
                <a:lnTo>
                  <a:pt x="1746583" y="113430"/>
                </a:lnTo>
                <a:close/>
                <a:moveTo>
                  <a:pt x="1870475" y="38696"/>
                </a:moveTo>
                <a:lnTo>
                  <a:pt x="1853702" y="38696"/>
                </a:lnTo>
                <a:lnTo>
                  <a:pt x="1853702" y="19432"/>
                </a:lnTo>
                <a:cubicBezTo>
                  <a:pt x="1853702" y="17772"/>
                  <a:pt x="1853370" y="17273"/>
                  <a:pt x="1852539" y="17273"/>
                </a:cubicBezTo>
                <a:cubicBezTo>
                  <a:pt x="1842907" y="31223"/>
                  <a:pt x="1837925" y="36869"/>
                  <a:pt x="1833110" y="39692"/>
                </a:cubicBezTo>
                <a:cubicBezTo>
                  <a:pt x="1831283" y="40855"/>
                  <a:pt x="1830284" y="41851"/>
                  <a:pt x="1830284" y="42849"/>
                </a:cubicBezTo>
                <a:cubicBezTo>
                  <a:pt x="1830284" y="43346"/>
                  <a:pt x="1830451" y="43678"/>
                  <a:pt x="1830951" y="44010"/>
                </a:cubicBezTo>
                <a:lnTo>
                  <a:pt x="1839752" y="44010"/>
                </a:lnTo>
                <a:lnTo>
                  <a:pt x="1839752" y="94001"/>
                </a:lnTo>
                <a:cubicBezTo>
                  <a:pt x="1839752" y="107951"/>
                  <a:pt x="1844734" y="115092"/>
                  <a:pt x="1854533" y="115092"/>
                </a:cubicBezTo>
                <a:cubicBezTo>
                  <a:pt x="1862670" y="115092"/>
                  <a:pt x="1868980" y="111106"/>
                  <a:pt x="1874462" y="102470"/>
                </a:cubicBezTo>
                <a:lnTo>
                  <a:pt x="1872302" y="100643"/>
                </a:lnTo>
                <a:cubicBezTo>
                  <a:pt x="1868648" y="104961"/>
                  <a:pt x="1865993" y="106456"/>
                  <a:pt x="1862338" y="106456"/>
                </a:cubicBezTo>
                <a:cubicBezTo>
                  <a:pt x="1856193" y="106456"/>
                  <a:pt x="1853702" y="101973"/>
                  <a:pt x="1853702" y="91510"/>
                </a:cubicBezTo>
                <a:lnTo>
                  <a:pt x="1853702" y="44010"/>
                </a:lnTo>
                <a:lnTo>
                  <a:pt x="1870475" y="44010"/>
                </a:lnTo>
                <a:lnTo>
                  <a:pt x="1870475" y="38696"/>
                </a:lnTo>
                <a:close/>
                <a:moveTo>
                  <a:pt x="1943548" y="86196"/>
                </a:moveTo>
                <a:cubicBezTo>
                  <a:pt x="1935578" y="98815"/>
                  <a:pt x="1928435" y="103633"/>
                  <a:pt x="1917806" y="103633"/>
                </a:cubicBezTo>
                <a:cubicBezTo>
                  <a:pt x="1908342" y="103633"/>
                  <a:pt x="1901200" y="98815"/>
                  <a:pt x="1896383" y="89351"/>
                </a:cubicBezTo>
                <a:cubicBezTo>
                  <a:pt x="1893393" y="83038"/>
                  <a:pt x="1892232" y="77724"/>
                  <a:pt x="1891900" y="67428"/>
                </a:cubicBezTo>
                <a:lnTo>
                  <a:pt x="1943051" y="67428"/>
                </a:lnTo>
                <a:cubicBezTo>
                  <a:pt x="1941721" y="56633"/>
                  <a:pt x="1940061" y="51818"/>
                  <a:pt x="1935910" y="46501"/>
                </a:cubicBezTo>
                <a:cubicBezTo>
                  <a:pt x="1930926" y="40523"/>
                  <a:pt x="1923288" y="37036"/>
                  <a:pt x="1914652" y="37036"/>
                </a:cubicBezTo>
                <a:cubicBezTo>
                  <a:pt x="1906347" y="37036"/>
                  <a:pt x="1898542" y="40026"/>
                  <a:pt x="1892232" y="45672"/>
                </a:cubicBezTo>
                <a:cubicBezTo>
                  <a:pt x="1884425" y="52482"/>
                  <a:pt x="1879942" y="64273"/>
                  <a:pt x="1879942" y="77891"/>
                </a:cubicBezTo>
                <a:cubicBezTo>
                  <a:pt x="1879942" y="100810"/>
                  <a:pt x="1891900" y="115092"/>
                  <a:pt x="1910997" y="115092"/>
                </a:cubicBezTo>
                <a:cubicBezTo>
                  <a:pt x="1926775" y="115092"/>
                  <a:pt x="1939230" y="105293"/>
                  <a:pt x="1946206" y="87356"/>
                </a:cubicBezTo>
                <a:lnTo>
                  <a:pt x="1943548" y="86196"/>
                </a:lnTo>
                <a:moveTo>
                  <a:pt x="1892232" y="62114"/>
                </a:moveTo>
                <a:cubicBezTo>
                  <a:pt x="1894057" y="49159"/>
                  <a:pt x="1899705" y="43014"/>
                  <a:pt x="1909834" y="43014"/>
                </a:cubicBezTo>
                <a:cubicBezTo>
                  <a:pt x="1919966" y="43014"/>
                  <a:pt x="1923952" y="47664"/>
                  <a:pt x="1926111" y="62114"/>
                </a:cubicBezTo>
                <a:lnTo>
                  <a:pt x="1892232" y="62114"/>
                </a:lnTo>
                <a:close/>
                <a:moveTo>
                  <a:pt x="1951520" y="113430"/>
                </a:moveTo>
                <a:lnTo>
                  <a:pt x="1991379" y="113430"/>
                </a:lnTo>
                <a:lnTo>
                  <a:pt x="1991379" y="110939"/>
                </a:lnTo>
                <a:cubicBezTo>
                  <a:pt x="1980252" y="110607"/>
                  <a:pt x="1977593" y="108283"/>
                  <a:pt x="1977261" y="98483"/>
                </a:cubicBezTo>
                <a:lnTo>
                  <a:pt x="1977261" y="61118"/>
                </a:lnTo>
                <a:cubicBezTo>
                  <a:pt x="1977261" y="55801"/>
                  <a:pt x="1984238" y="47500"/>
                  <a:pt x="1988888" y="47500"/>
                </a:cubicBezTo>
                <a:cubicBezTo>
                  <a:pt x="1989884" y="47500"/>
                  <a:pt x="1991379" y="48328"/>
                  <a:pt x="1993206" y="49991"/>
                </a:cubicBezTo>
                <a:cubicBezTo>
                  <a:pt x="1995697" y="52482"/>
                  <a:pt x="1997689" y="53310"/>
                  <a:pt x="1999848" y="53310"/>
                </a:cubicBezTo>
                <a:cubicBezTo>
                  <a:pt x="2003834" y="53310"/>
                  <a:pt x="2006325" y="50487"/>
                  <a:pt x="2006325" y="45837"/>
                </a:cubicBezTo>
                <a:cubicBezTo>
                  <a:pt x="2006325" y="40358"/>
                  <a:pt x="2002838" y="37036"/>
                  <a:pt x="1997192" y="37036"/>
                </a:cubicBezTo>
                <a:cubicBezTo>
                  <a:pt x="1990216" y="37036"/>
                  <a:pt x="1985566" y="40690"/>
                  <a:pt x="1977261" y="52646"/>
                </a:cubicBezTo>
                <a:lnTo>
                  <a:pt x="1977261" y="37368"/>
                </a:lnTo>
                <a:lnTo>
                  <a:pt x="1976433" y="37036"/>
                </a:lnTo>
                <a:cubicBezTo>
                  <a:pt x="1967132" y="40690"/>
                  <a:pt x="1961152" y="43014"/>
                  <a:pt x="1951852" y="46004"/>
                </a:cubicBezTo>
                <a:lnTo>
                  <a:pt x="1951852" y="48660"/>
                </a:lnTo>
                <a:cubicBezTo>
                  <a:pt x="1954178" y="48163"/>
                  <a:pt x="1955673" y="47996"/>
                  <a:pt x="1957665" y="47996"/>
                </a:cubicBezTo>
                <a:cubicBezTo>
                  <a:pt x="1961816" y="47996"/>
                  <a:pt x="1963311" y="50655"/>
                  <a:pt x="1963311" y="57960"/>
                </a:cubicBezTo>
                <a:lnTo>
                  <a:pt x="1963311" y="99479"/>
                </a:lnTo>
                <a:cubicBezTo>
                  <a:pt x="1962979" y="108116"/>
                  <a:pt x="1961983" y="109114"/>
                  <a:pt x="1951520" y="110939"/>
                </a:cubicBezTo>
                <a:lnTo>
                  <a:pt x="1951520" y="113430"/>
                </a:lnTo>
                <a:close/>
                <a:moveTo>
                  <a:pt x="2008816" y="149470"/>
                </a:moveTo>
                <a:lnTo>
                  <a:pt x="2049007" y="149470"/>
                </a:lnTo>
                <a:lnTo>
                  <a:pt x="2049007" y="146480"/>
                </a:lnTo>
                <a:cubicBezTo>
                  <a:pt x="2036552" y="146315"/>
                  <a:pt x="2034558" y="144653"/>
                  <a:pt x="2034393" y="134025"/>
                </a:cubicBezTo>
                <a:lnTo>
                  <a:pt x="2034393" y="107951"/>
                </a:lnTo>
                <a:cubicBezTo>
                  <a:pt x="2040371" y="113430"/>
                  <a:pt x="2044190" y="115092"/>
                  <a:pt x="2051166" y="115092"/>
                </a:cubicBezTo>
                <a:cubicBezTo>
                  <a:pt x="2070930" y="115092"/>
                  <a:pt x="2086041" y="96492"/>
                  <a:pt x="2086041" y="72410"/>
                </a:cubicBezTo>
                <a:cubicBezTo>
                  <a:pt x="2086041" y="51818"/>
                  <a:pt x="2074417" y="37036"/>
                  <a:pt x="2058308" y="37036"/>
                </a:cubicBezTo>
                <a:cubicBezTo>
                  <a:pt x="2049007" y="37036"/>
                  <a:pt x="2041699" y="41022"/>
                  <a:pt x="2034393" y="50155"/>
                </a:cubicBezTo>
                <a:lnTo>
                  <a:pt x="2034393" y="37368"/>
                </a:lnTo>
                <a:lnTo>
                  <a:pt x="2033397" y="37036"/>
                </a:lnTo>
                <a:cubicBezTo>
                  <a:pt x="2024429" y="40523"/>
                  <a:pt x="2018616" y="42682"/>
                  <a:pt x="2009480" y="45505"/>
                </a:cubicBezTo>
                <a:lnTo>
                  <a:pt x="2009480" y="48163"/>
                </a:lnTo>
                <a:cubicBezTo>
                  <a:pt x="2010975" y="47996"/>
                  <a:pt x="2011971" y="47996"/>
                  <a:pt x="2013634" y="47996"/>
                </a:cubicBezTo>
                <a:cubicBezTo>
                  <a:pt x="2019280" y="47996"/>
                  <a:pt x="2020443" y="49659"/>
                  <a:pt x="2020443" y="57464"/>
                </a:cubicBezTo>
                <a:lnTo>
                  <a:pt x="2020443" y="135188"/>
                </a:lnTo>
                <a:cubicBezTo>
                  <a:pt x="2020443" y="143989"/>
                  <a:pt x="2018616" y="145651"/>
                  <a:pt x="2008816" y="146647"/>
                </a:cubicBezTo>
                <a:lnTo>
                  <a:pt x="2008816" y="149470"/>
                </a:lnTo>
                <a:moveTo>
                  <a:pt x="2034393" y="57960"/>
                </a:moveTo>
                <a:cubicBezTo>
                  <a:pt x="2034393" y="52978"/>
                  <a:pt x="2043693" y="47000"/>
                  <a:pt x="2051331" y="47000"/>
                </a:cubicBezTo>
                <a:cubicBezTo>
                  <a:pt x="2063622" y="47000"/>
                  <a:pt x="2071759" y="59623"/>
                  <a:pt x="2071759" y="79054"/>
                </a:cubicBezTo>
                <a:cubicBezTo>
                  <a:pt x="2071759" y="97320"/>
                  <a:pt x="2063622" y="109778"/>
                  <a:pt x="2051666" y="109778"/>
                </a:cubicBezTo>
                <a:cubicBezTo>
                  <a:pt x="2043858" y="109778"/>
                  <a:pt x="2034393" y="103798"/>
                  <a:pt x="2034393" y="98815"/>
                </a:cubicBezTo>
                <a:lnTo>
                  <a:pt x="2034393" y="57960"/>
                </a:lnTo>
                <a:close/>
                <a:moveTo>
                  <a:pt x="2134039" y="37036"/>
                </a:moveTo>
                <a:cubicBezTo>
                  <a:pt x="2112281" y="37036"/>
                  <a:pt x="2097334" y="52978"/>
                  <a:pt x="2097334" y="75897"/>
                </a:cubicBezTo>
                <a:cubicBezTo>
                  <a:pt x="2097334" y="98483"/>
                  <a:pt x="2112780" y="115092"/>
                  <a:pt x="2133704" y="115092"/>
                </a:cubicBezTo>
                <a:cubicBezTo>
                  <a:pt x="2154631" y="115092"/>
                  <a:pt x="2170573" y="97655"/>
                  <a:pt x="2170573" y="74569"/>
                </a:cubicBezTo>
                <a:cubicBezTo>
                  <a:pt x="2170573" y="52646"/>
                  <a:pt x="2155295" y="37036"/>
                  <a:pt x="2134039" y="37036"/>
                </a:cubicBezTo>
                <a:moveTo>
                  <a:pt x="2131880" y="41686"/>
                </a:moveTo>
                <a:cubicBezTo>
                  <a:pt x="2145830" y="41686"/>
                  <a:pt x="2155627" y="57628"/>
                  <a:pt x="2155627" y="80382"/>
                </a:cubicBezTo>
                <a:cubicBezTo>
                  <a:pt x="2155627" y="99315"/>
                  <a:pt x="2148154" y="110442"/>
                  <a:pt x="2135698" y="110442"/>
                </a:cubicBezTo>
                <a:cubicBezTo>
                  <a:pt x="2129221" y="110442"/>
                  <a:pt x="2123076" y="106456"/>
                  <a:pt x="2119589" y="99814"/>
                </a:cubicBezTo>
                <a:cubicBezTo>
                  <a:pt x="2114939" y="91178"/>
                  <a:pt x="2112281" y="79551"/>
                  <a:pt x="2112281" y="67760"/>
                </a:cubicBezTo>
                <a:cubicBezTo>
                  <a:pt x="2112281" y="51982"/>
                  <a:pt x="2119921" y="41686"/>
                  <a:pt x="2131880" y="41686"/>
                </a:cubicBezTo>
                <a:close/>
                <a:moveTo>
                  <a:pt x="2180539" y="113430"/>
                </a:moveTo>
                <a:lnTo>
                  <a:pt x="2219732" y="113430"/>
                </a:lnTo>
                <a:lnTo>
                  <a:pt x="2219732" y="110939"/>
                </a:lnTo>
                <a:cubicBezTo>
                  <a:pt x="2209271" y="110442"/>
                  <a:pt x="2207444" y="108780"/>
                  <a:pt x="2207276" y="99479"/>
                </a:cubicBezTo>
                <a:lnTo>
                  <a:pt x="2207276" y="332"/>
                </a:lnTo>
                <a:lnTo>
                  <a:pt x="2206612" y="0"/>
                </a:lnTo>
                <a:cubicBezTo>
                  <a:pt x="2198143" y="2658"/>
                  <a:pt x="2191998" y="4485"/>
                  <a:pt x="2180207" y="7308"/>
                </a:cubicBezTo>
                <a:lnTo>
                  <a:pt x="2180207" y="9964"/>
                </a:lnTo>
                <a:lnTo>
                  <a:pt x="2181203" y="9964"/>
                </a:lnTo>
                <a:cubicBezTo>
                  <a:pt x="2183030" y="9799"/>
                  <a:pt x="2185022" y="9632"/>
                  <a:pt x="2186352" y="9632"/>
                </a:cubicBezTo>
                <a:cubicBezTo>
                  <a:pt x="2191666" y="9632"/>
                  <a:pt x="2193326" y="11959"/>
                  <a:pt x="2193326" y="19764"/>
                </a:cubicBezTo>
                <a:lnTo>
                  <a:pt x="2193326" y="98983"/>
                </a:lnTo>
                <a:cubicBezTo>
                  <a:pt x="2193161" y="107951"/>
                  <a:pt x="2190835" y="110275"/>
                  <a:pt x="2180539" y="110939"/>
                </a:cubicBezTo>
                <a:lnTo>
                  <a:pt x="2180539" y="113430"/>
                </a:lnTo>
                <a:close/>
                <a:moveTo>
                  <a:pt x="2298118" y="102470"/>
                </a:moveTo>
                <a:cubicBezTo>
                  <a:pt x="2295295" y="104796"/>
                  <a:pt x="2293303" y="105625"/>
                  <a:pt x="2290812" y="105625"/>
                </a:cubicBezTo>
                <a:cubicBezTo>
                  <a:pt x="2286993" y="105625"/>
                  <a:pt x="2285830" y="103301"/>
                  <a:pt x="2285830" y="95992"/>
                </a:cubicBezTo>
                <a:lnTo>
                  <a:pt x="2285830" y="63609"/>
                </a:lnTo>
                <a:cubicBezTo>
                  <a:pt x="2285830" y="54973"/>
                  <a:pt x="2284999" y="50155"/>
                  <a:pt x="2282508" y="46169"/>
                </a:cubicBezTo>
                <a:cubicBezTo>
                  <a:pt x="2278854" y="40191"/>
                  <a:pt x="2271713" y="37036"/>
                  <a:pt x="2261916" y="37036"/>
                </a:cubicBezTo>
                <a:cubicBezTo>
                  <a:pt x="2246303" y="37036"/>
                  <a:pt x="2234015" y="45173"/>
                  <a:pt x="2234015" y="55637"/>
                </a:cubicBezTo>
                <a:cubicBezTo>
                  <a:pt x="2234015" y="59456"/>
                  <a:pt x="2237170" y="62778"/>
                  <a:pt x="2241156" y="62778"/>
                </a:cubicBezTo>
                <a:cubicBezTo>
                  <a:pt x="2245140" y="62778"/>
                  <a:pt x="2248629" y="59456"/>
                  <a:pt x="2248629" y="55801"/>
                </a:cubicBezTo>
                <a:cubicBezTo>
                  <a:pt x="2248629" y="55137"/>
                  <a:pt x="2248462" y="54309"/>
                  <a:pt x="2248297" y="53146"/>
                </a:cubicBezTo>
                <a:cubicBezTo>
                  <a:pt x="2247966" y="51650"/>
                  <a:pt x="2247798" y="50323"/>
                  <a:pt x="2247798" y="49159"/>
                </a:cubicBezTo>
                <a:cubicBezTo>
                  <a:pt x="2247798" y="44677"/>
                  <a:pt x="2253112" y="41022"/>
                  <a:pt x="2259757" y="41022"/>
                </a:cubicBezTo>
                <a:cubicBezTo>
                  <a:pt x="2267894" y="41022"/>
                  <a:pt x="2272377" y="45837"/>
                  <a:pt x="2272377" y="54805"/>
                </a:cubicBezTo>
                <a:lnTo>
                  <a:pt x="2272377" y="64937"/>
                </a:lnTo>
                <a:cubicBezTo>
                  <a:pt x="2246967" y="75068"/>
                  <a:pt x="2243979" y="76561"/>
                  <a:pt x="2236838" y="82873"/>
                </a:cubicBezTo>
                <a:cubicBezTo>
                  <a:pt x="2233184" y="86196"/>
                  <a:pt x="2230858" y="91842"/>
                  <a:pt x="2230858" y="97320"/>
                </a:cubicBezTo>
                <a:cubicBezTo>
                  <a:pt x="2230858" y="107784"/>
                  <a:pt x="2238166" y="115092"/>
                  <a:pt x="2248297" y="115092"/>
                </a:cubicBezTo>
                <a:cubicBezTo>
                  <a:pt x="2255603" y="115092"/>
                  <a:pt x="2262413" y="111605"/>
                  <a:pt x="2272544" y="102969"/>
                </a:cubicBezTo>
                <a:cubicBezTo>
                  <a:pt x="2273375" y="111770"/>
                  <a:pt x="2276363" y="115092"/>
                  <a:pt x="2283172" y="115092"/>
                </a:cubicBezTo>
                <a:cubicBezTo>
                  <a:pt x="2288818" y="115092"/>
                  <a:pt x="2292308" y="113098"/>
                  <a:pt x="2298118" y="106788"/>
                </a:cubicBezTo>
                <a:lnTo>
                  <a:pt x="2298118" y="102470"/>
                </a:lnTo>
                <a:moveTo>
                  <a:pt x="2272377" y="93005"/>
                </a:moveTo>
                <a:cubicBezTo>
                  <a:pt x="2272377" y="97987"/>
                  <a:pt x="2271548" y="99814"/>
                  <a:pt x="2268059" y="101806"/>
                </a:cubicBezTo>
                <a:cubicBezTo>
                  <a:pt x="2263908" y="104130"/>
                  <a:pt x="2259425" y="105460"/>
                  <a:pt x="2255935" y="105460"/>
                </a:cubicBezTo>
                <a:cubicBezTo>
                  <a:pt x="2250125" y="105460"/>
                  <a:pt x="2245474" y="99814"/>
                  <a:pt x="2245474" y="92670"/>
                </a:cubicBezTo>
                <a:lnTo>
                  <a:pt x="2245474" y="92006"/>
                </a:lnTo>
                <a:cubicBezTo>
                  <a:pt x="2245639" y="82042"/>
                  <a:pt x="2252948" y="75732"/>
                  <a:pt x="2272377" y="68923"/>
                </a:cubicBezTo>
                <a:lnTo>
                  <a:pt x="2272377" y="93005"/>
                </a:lnTo>
                <a:close/>
                <a:moveTo>
                  <a:pt x="2341963" y="38696"/>
                </a:moveTo>
                <a:lnTo>
                  <a:pt x="2325190" y="38696"/>
                </a:lnTo>
                <a:lnTo>
                  <a:pt x="2325190" y="19432"/>
                </a:lnTo>
                <a:cubicBezTo>
                  <a:pt x="2325190" y="17772"/>
                  <a:pt x="2324858" y="17273"/>
                  <a:pt x="2324027" y="17273"/>
                </a:cubicBezTo>
                <a:cubicBezTo>
                  <a:pt x="2314395" y="31223"/>
                  <a:pt x="2309413" y="36869"/>
                  <a:pt x="2304598" y="39692"/>
                </a:cubicBezTo>
                <a:cubicBezTo>
                  <a:pt x="2302771" y="40855"/>
                  <a:pt x="2301772" y="41851"/>
                  <a:pt x="2301772" y="42849"/>
                </a:cubicBezTo>
                <a:cubicBezTo>
                  <a:pt x="2301772" y="43346"/>
                  <a:pt x="2301940" y="43678"/>
                  <a:pt x="2302439" y="44010"/>
                </a:cubicBezTo>
                <a:lnTo>
                  <a:pt x="2311240" y="44010"/>
                </a:lnTo>
                <a:lnTo>
                  <a:pt x="2311240" y="94001"/>
                </a:lnTo>
                <a:cubicBezTo>
                  <a:pt x="2311240" y="107951"/>
                  <a:pt x="2316222" y="115092"/>
                  <a:pt x="2326021" y="115092"/>
                </a:cubicBezTo>
                <a:cubicBezTo>
                  <a:pt x="2334158" y="115092"/>
                  <a:pt x="2340468" y="111106"/>
                  <a:pt x="2345950" y="102470"/>
                </a:cubicBezTo>
                <a:lnTo>
                  <a:pt x="2343791" y="100643"/>
                </a:lnTo>
                <a:cubicBezTo>
                  <a:pt x="2340136" y="104961"/>
                  <a:pt x="2337481" y="106456"/>
                  <a:pt x="2333826" y="106456"/>
                </a:cubicBezTo>
                <a:cubicBezTo>
                  <a:pt x="2327681" y="106456"/>
                  <a:pt x="2325190" y="101973"/>
                  <a:pt x="2325190" y="91510"/>
                </a:cubicBezTo>
                <a:lnTo>
                  <a:pt x="2325190" y="44010"/>
                </a:lnTo>
                <a:lnTo>
                  <a:pt x="2341963" y="44010"/>
                </a:lnTo>
                <a:lnTo>
                  <a:pt x="2341963" y="38696"/>
                </a:lnTo>
                <a:close/>
                <a:moveTo>
                  <a:pt x="2349935" y="113430"/>
                </a:moveTo>
                <a:lnTo>
                  <a:pt x="2389295" y="113430"/>
                </a:lnTo>
                <a:lnTo>
                  <a:pt x="2389295" y="110939"/>
                </a:lnTo>
                <a:cubicBezTo>
                  <a:pt x="2378334" y="110110"/>
                  <a:pt x="2377171" y="108615"/>
                  <a:pt x="2377004" y="96492"/>
                </a:cubicBezTo>
                <a:lnTo>
                  <a:pt x="2377004" y="37533"/>
                </a:lnTo>
                <a:lnTo>
                  <a:pt x="2376340" y="37036"/>
                </a:lnTo>
                <a:lnTo>
                  <a:pt x="2350599" y="46169"/>
                </a:lnTo>
                <a:lnTo>
                  <a:pt x="2350599" y="48660"/>
                </a:lnTo>
                <a:lnTo>
                  <a:pt x="2351929" y="48495"/>
                </a:lnTo>
                <a:cubicBezTo>
                  <a:pt x="2353921" y="48163"/>
                  <a:pt x="2355913" y="47996"/>
                  <a:pt x="2357575" y="47996"/>
                </a:cubicBezTo>
                <a:cubicBezTo>
                  <a:pt x="2361561" y="47996"/>
                  <a:pt x="2363054" y="50655"/>
                  <a:pt x="2363054" y="57960"/>
                </a:cubicBezTo>
                <a:lnTo>
                  <a:pt x="2363054" y="96492"/>
                </a:lnTo>
                <a:cubicBezTo>
                  <a:pt x="2362722" y="108780"/>
                  <a:pt x="2361229" y="110442"/>
                  <a:pt x="2349935" y="110939"/>
                </a:cubicBezTo>
                <a:lnTo>
                  <a:pt x="2349935" y="113430"/>
                </a:lnTo>
                <a:moveTo>
                  <a:pt x="2368535" y="0"/>
                </a:moveTo>
                <a:cubicBezTo>
                  <a:pt x="2364052" y="0"/>
                  <a:pt x="2360231" y="3821"/>
                  <a:pt x="2360231" y="8472"/>
                </a:cubicBezTo>
                <a:cubicBezTo>
                  <a:pt x="2360231" y="13286"/>
                  <a:pt x="2363885" y="16941"/>
                  <a:pt x="2368535" y="16941"/>
                </a:cubicBezTo>
                <a:cubicBezTo>
                  <a:pt x="2373517" y="16941"/>
                  <a:pt x="2377171" y="13286"/>
                  <a:pt x="2377171" y="8472"/>
                </a:cubicBezTo>
                <a:cubicBezTo>
                  <a:pt x="2377171" y="3654"/>
                  <a:pt x="2373352" y="0"/>
                  <a:pt x="2368535" y="0"/>
                </a:cubicBezTo>
                <a:close/>
                <a:moveTo>
                  <a:pt x="2436462" y="37036"/>
                </a:moveTo>
                <a:cubicBezTo>
                  <a:pt x="2414704" y="37036"/>
                  <a:pt x="2399758" y="52978"/>
                  <a:pt x="2399758" y="75897"/>
                </a:cubicBezTo>
                <a:cubicBezTo>
                  <a:pt x="2399758" y="98483"/>
                  <a:pt x="2415203" y="115092"/>
                  <a:pt x="2436128" y="115092"/>
                </a:cubicBezTo>
                <a:cubicBezTo>
                  <a:pt x="2457054" y="115092"/>
                  <a:pt x="2472997" y="97655"/>
                  <a:pt x="2472997" y="74569"/>
                </a:cubicBezTo>
                <a:cubicBezTo>
                  <a:pt x="2472997" y="52646"/>
                  <a:pt x="2457718" y="37036"/>
                  <a:pt x="2436462" y="37036"/>
                </a:cubicBezTo>
                <a:moveTo>
                  <a:pt x="2434303" y="41686"/>
                </a:moveTo>
                <a:cubicBezTo>
                  <a:pt x="2448253" y="41686"/>
                  <a:pt x="2458050" y="57628"/>
                  <a:pt x="2458050" y="80382"/>
                </a:cubicBezTo>
                <a:cubicBezTo>
                  <a:pt x="2458050" y="99315"/>
                  <a:pt x="2450577" y="110442"/>
                  <a:pt x="2438122" y="110442"/>
                </a:cubicBezTo>
                <a:cubicBezTo>
                  <a:pt x="2431645" y="110442"/>
                  <a:pt x="2425500" y="106456"/>
                  <a:pt x="2422013" y="99814"/>
                </a:cubicBezTo>
                <a:cubicBezTo>
                  <a:pt x="2417362" y="91178"/>
                  <a:pt x="2414704" y="79551"/>
                  <a:pt x="2414704" y="67760"/>
                </a:cubicBezTo>
                <a:cubicBezTo>
                  <a:pt x="2414704" y="51982"/>
                  <a:pt x="2422345" y="41686"/>
                  <a:pt x="2434303" y="41686"/>
                </a:cubicBezTo>
                <a:close/>
                <a:moveTo>
                  <a:pt x="2482463" y="113430"/>
                </a:moveTo>
                <a:lnTo>
                  <a:pt x="2517672" y="113430"/>
                </a:lnTo>
                <a:lnTo>
                  <a:pt x="2517672" y="110939"/>
                </a:lnTo>
                <a:cubicBezTo>
                  <a:pt x="2509368" y="110442"/>
                  <a:pt x="2506709" y="108283"/>
                  <a:pt x="2506709" y="102305"/>
                </a:cubicBezTo>
                <a:lnTo>
                  <a:pt x="2506709" y="55637"/>
                </a:lnTo>
                <a:cubicBezTo>
                  <a:pt x="2514682" y="48163"/>
                  <a:pt x="2518336" y="46169"/>
                  <a:pt x="2523817" y="46169"/>
                </a:cubicBezTo>
                <a:cubicBezTo>
                  <a:pt x="2531954" y="46169"/>
                  <a:pt x="2535940" y="51318"/>
                  <a:pt x="2535940" y="62279"/>
                </a:cubicBezTo>
                <a:lnTo>
                  <a:pt x="2535940" y="96988"/>
                </a:lnTo>
                <a:cubicBezTo>
                  <a:pt x="2535608" y="107784"/>
                  <a:pt x="2533614" y="110442"/>
                  <a:pt x="2525477" y="110939"/>
                </a:cubicBezTo>
                <a:lnTo>
                  <a:pt x="2525477" y="113430"/>
                </a:lnTo>
                <a:lnTo>
                  <a:pt x="2560022" y="113430"/>
                </a:lnTo>
                <a:lnTo>
                  <a:pt x="2560022" y="110939"/>
                </a:lnTo>
                <a:cubicBezTo>
                  <a:pt x="2551883" y="110110"/>
                  <a:pt x="2550055" y="108116"/>
                  <a:pt x="2549891" y="99979"/>
                </a:cubicBezTo>
                <a:lnTo>
                  <a:pt x="2549891" y="61947"/>
                </a:lnTo>
                <a:cubicBezTo>
                  <a:pt x="2549891" y="46336"/>
                  <a:pt x="2542582" y="37036"/>
                  <a:pt x="2530294" y="37036"/>
                </a:cubicBezTo>
                <a:cubicBezTo>
                  <a:pt x="2522654" y="37036"/>
                  <a:pt x="2517505" y="39859"/>
                  <a:pt x="2506213" y="50487"/>
                </a:cubicBezTo>
                <a:lnTo>
                  <a:pt x="2506213" y="37368"/>
                </a:lnTo>
                <a:lnTo>
                  <a:pt x="2505049" y="37036"/>
                </a:lnTo>
                <a:cubicBezTo>
                  <a:pt x="2496413" y="40191"/>
                  <a:pt x="2490767" y="42018"/>
                  <a:pt x="2482131" y="44509"/>
                </a:cubicBezTo>
                <a:lnTo>
                  <a:pt x="2482131" y="47332"/>
                </a:lnTo>
                <a:cubicBezTo>
                  <a:pt x="2483294" y="46836"/>
                  <a:pt x="2484789" y="46668"/>
                  <a:pt x="2486616" y="46668"/>
                </a:cubicBezTo>
                <a:cubicBezTo>
                  <a:pt x="2491266" y="46668"/>
                  <a:pt x="2492759" y="49159"/>
                  <a:pt x="2492759" y="57296"/>
                </a:cubicBezTo>
                <a:lnTo>
                  <a:pt x="2492759" y="98483"/>
                </a:lnTo>
                <a:cubicBezTo>
                  <a:pt x="2492594" y="108283"/>
                  <a:pt x="2490767" y="110442"/>
                  <a:pt x="2482463" y="110939"/>
                </a:cubicBezTo>
                <a:lnTo>
                  <a:pt x="2482463" y="1134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8BA08-89BF-4391-BABC-E8A43107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95" y="2302858"/>
            <a:ext cx="1277841" cy="543520"/>
          </a:xfrm>
          <a:custGeom xmlns:a="http://schemas.openxmlformats.org/drawingml/2006/main">
            <a:pathLst>
              <a:path w="1277841" h="543520">
                <a:moveTo>
                  <a:pt x="3194" y="0"/>
                </a:moveTo>
                <a:lnTo>
                  <a:pt x="10846" y="3260"/>
                </a:lnTo>
                <a:lnTo>
                  <a:pt x="7652" y="10912"/>
                </a:lnTo>
                <a:lnTo>
                  <a:pt x="0" y="7718"/>
                </a:lnTo>
                <a:lnTo>
                  <a:pt x="3194" y="0"/>
                </a:lnTo>
                <a:close/>
                <a:moveTo>
                  <a:pt x="18564" y="6521"/>
                </a:moveTo>
                <a:lnTo>
                  <a:pt x="26216" y="9714"/>
                </a:lnTo>
                <a:lnTo>
                  <a:pt x="22955" y="17433"/>
                </a:lnTo>
                <a:lnTo>
                  <a:pt x="15303" y="14172"/>
                </a:lnTo>
                <a:lnTo>
                  <a:pt x="18564" y="6521"/>
                </a:lnTo>
                <a:close/>
                <a:moveTo>
                  <a:pt x="33867" y="12975"/>
                </a:moveTo>
                <a:lnTo>
                  <a:pt x="41519" y="16235"/>
                </a:lnTo>
                <a:lnTo>
                  <a:pt x="38259" y="23887"/>
                </a:lnTo>
                <a:lnTo>
                  <a:pt x="30607" y="20626"/>
                </a:lnTo>
                <a:lnTo>
                  <a:pt x="33867" y="12975"/>
                </a:lnTo>
                <a:close/>
                <a:moveTo>
                  <a:pt x="49171" y="19495"/>
                </a:moveTo>
                <a:lnTo>
                  <a:pt x="56823" y="22689"/>
                </a:lnTo>
                <a:lnTo>
                  <a:pt x="53629" y="30341"/>
                </a:lnTo>
                <a:lnTo>
                  <a:pt x="45910" y="27147"/>
                </a:lnTo>
                <a:lnTo>
                  <a:pt x="49171" y="19495"/>
                </a:lnTo>
                <a:close/>
                <a:moveTo>
                  <a:pt x="64474" y="25949"/>
                </a:moveTo>
                <a:lnTo>
                  <a:pt x="72193" y="29210"/>
                </a:lnTo>
                <a:lnTo>
                  <a:pt x="68932" y="36861"/>
                </a:lnTo>
                <a:lnTo>
                  <a:pt x="61280" y="33601"/>
                </a:lnTo>
                <a:lnTo>
                  <a:pt x="64474" y="25949"/>
                </a:lnTo>
                <a:close/>
                <a:moveTo>
                  <a:pt x="79844" y="32403"/>
                </a:moveTo>
                <a:lnTo>
                  <a:pt x="87496" y="35664"/>
                </a:lnTo>
                <a:lnTo>
                  <a:pt x="84236" y="43316"/>
                </a:lnTo>
                <a:lnTo>
                  <a:pt x="76584" y="40055"/>
                </a:lnTo>
                <a:lnTo>
                  <a:pt x="79844" y="32403"/>
                </a:lnTo>
                <a:close/>
                <a:moveTo>
                  <a:pt x="95148" y="38924"/>
                </a:moveTo>
                <a:lnTo>
                  <a:pt x="102799" y="42118"/>
                </a:lnTo>
                <a:lnTo>
                  <a:pt x="99539" y="49770"/>
                </a:lnTo>
                <a:lnTo>
                  <a:pt x="91887" y="46576"/>
                </a:lnTo>
                <a:lnTo>
                  <a:pt x="95148" y="38924"/>
                </a:lnTo>
                <a:close/>
                <a:moveTo>
                  <a:pt x="110451" y="45378"/>
                </a:moveTo>
                <a:lnTo>
                  <a:pt x="118103" y="48638"/>
                </a:lnTo>
                <a:lnTo>
                  <a:pt x="114909" y="56290"/>
                </a:lnTo>
                <a:lnTo>
                  <a:pt x="107191" y="53030"/>
                </a:lnTo>
                <a:lnTo>
                  <a:pt x="110451" y="45378"/>
                </a:lnTo>
                <a:close/>
                <a:moveTo>
                  <a:pt x="125755" y="51832"/>
                </a:moveTo>
                <a:lnTo>
                  <a:pt x="133473" y="55093"/>
                </a:lnTo>
                <a:lnTo>
                  <a:pt x="130213" y="62744"/>
                </a:lnTo>
                <a:lnTo>
                  <a:pt x="122561" y="59484"/>
                </a:lnTo>
                <a:lnTo>
                  <a:pt x="125755" y="51832"/>
                </a:lnTo>
                <a:close/>
                <a:moveTo>
                  <a:pt x="141125" y="58353"/>
                </a:moveTo>
                <a:lnTo>
                  <a:pt x="148776" y="61547"/>
                </a:lnTo>
                <a:lnTo>
                  <a:pt x="145516" y="69265"/>
                </a:lnTo>
                <a:lnTo>
                  <a:pt x="137864" y="66005"/>
                </a:lnTo>
                <a:lnTo>
                  <a:pt x="141125" y="58353"/>
                </a:lnTo>
                <a:close/>
                <a:moveTo>
                  <a:pt x="156428" y="64807"/>
                </a:moveTo>
                <a:lnTo>
                  <a:pt x="164080" y="68067"/>
                </a:lnTo>
                <a:lnTo>
                  <a:pt x="160820" y="75719"/>
                </a:lnTo>
                <a:lnTo>
                  <a:pt x="153168" y="72459"/>
                </a:lnTo>
                <a:lnTo>
                  <a:pt x="156428" y="64807"/>
                </a:lnTo>
                <a:close/>
                <a:moveTo>
                  <a:pt x="171732" y="71261"/>
                </a:moveTo>
                <a:lnTo>
                  <a:pt x="179383" y="74521"/>
                </a:lnTo>
                <a:lnTo>
                  <a:pt x="176190" y="82173"/>
                </a:lnTo>
                <a:lnTo>
                  <a:pt x="168538" y="78979"/>
                </a:lnTo>
                <a:lnTo>
                  <a:pt x="171732" y="71261"/>
                </a:lnTo>
                <a:close/>
                <a:moveTo>
                  <a:pt x="187035" y="77782"/>
                </a:moveTo>
                <a:lnTo>
                  <a:pt x="194753" y="80975"/>
                </a:lnTo>
                <a:lnTo>
                  <a:pt x="191493" y="88694"/>
                </a:lnTo>
                <a:lnTo>
                  <a:pt x="183841" y="85433"/>
                </a:lnTo>
                <a:lnTo>
                  <a:pt x="187035" y="77782"/>
                </a:lnTo>
                <a:close/>
                <a:moveTo>
                  <a:pt x="202405" y="84236"/>
                </a:moveTo>
                <a:lnTo>
                  <a:pt x="210057" y="87496"/>
                </a:lnTo>
                <a:lnTo>
                  <a:pt x="206797" y="95148"/>
                </a:lnTo>
                <a:lnTo>
                  <a:pt x="199145" y="91887"/>
                </a:lnTo>
                <a:lnTo>
                  <a:pt x="202405" y="84236"/>
                </a:lnTo>
                <a:close/>
                <a:moveTo>
                  <a:pt x="217709" y="90756"/>
                </a:moveTo>
                <a:lnTo>
                  <a:pt x="225360" y="93950"/>
                </a:lnTo>
                <a:lnTo>
                  <a:pt x="222100" y="101602"/>
                </a:lnTo>
                <a:lnTo>
                  <a:pt x="214448" y="98408"/>
                </a:lnTo>
                <a:lnTo>
                  <a:pt x="217709" y="90756"/>
                </a:lnTo>
                <a:close/>
                <a:moveTo>
                  <a:pt x="233012" y="97210"/>
                </a:moveTo>
                <a:lnTo>
                  <a:pt x="240664" y="100471"/>
                </a:lnTo>
                <a:lnTo>
                  <a:pt x="237470" y="108122"/>
                </a:lnTo>
                <a:lnTo>
                  <a:pt x="229818" y="104862"/>
                </a:lnTo>
                <a:lnTo>
                  <a:pt x="233012" y="97210"/>
                </a:lnTo>
                <a:close/>
                <a:moveTo>
                  <a:pt x="248382" y="103664"/>
                </a:moveTo>
                <a:lnTo>
                  <a:pt x="256034" y="106925"/>
                </a:lnTo>
                <a:lnTo>
                  <a:pt x="252774" y="114577"/>
                </a:lnTo>
                <a:lnTo>
                  <a:pt x="245122" y="111316"/>
                </a:lnTo>
                <a:lnTo>
                  <a:pt x="248382" y="103664"/>
                </a:lnTo>
                <a:close/>
                <a:moveTo>
                  <a:pt x="263686" y="110185"/>
                </a:moveTo>
                <a:lnTo>
                  <a:pt x="271337" y="113379"/>
                </a:lnTo>
                <a:lnTo>
                  <a:pt x="268077" y="121031"/>
                </a:lnTo>
                <a:lnTo>
                  <a:pt x="260425" y="117837"/>
                </a:lnTo>
                <a:lnTo>
                  <a:pt x="263686" y="110185"/>
                </a:lnTo>
                <a:close/>
                <a:moveTo>
                  <a:pt x="278989" y="116639"/>
                </a:moveTo>
                <a:lnTo>
                  <a:pt x="286641" y="119899"/>
                </a:lnTo>
                <a:lnTo>
                  <a:pt x="283381" y="127551"/>
                </a:lnTo>
                <a:lnTo>
                  <a:pt x="275729" y="124291"/>
                </a:lnTo>
                <a:lnTo>
                  <a:pt x="278989" y="116639"/>
                </a:lnTo>
                <a:close/>
                <a:moveTo>
                  <a:pt x="294293" y="123093"/>
                </a:moveTo>
                <a:lnTo>
                  <a:pt x="301944" y="126354"/>
                </a:lnTo>
                <a:lnTo>
                  <a:pt x="298751" y="134005"/>
                </a:lnTo>
                <a:lnTo>
                  <a:pt x="291099" y="130812"/>
                </a:lnTo>
                <a:lnTo>
                  <a:pt x="294293" y="123093"/>
                </a:lnTo>
                <a:close/>
                <a:moveTo>
                  <a:pt x="309663" y="129614"/>
                </a:moveTo>
                <a:lnTo>
                  <a:pt x="317314" y="132808"/>
                </a:lnTo>
                <a:lnTo>
                  <a:pt x="314054" y="140526"/>
                </a:lnTo>
                <a:lnTo>
                  <a:pt x="306402" y="137266"/>
                </a:lnTo>
                <a:lnTo>
                  <a:pt x="309663" y="129614"/>
                </a:lnTo>
                <a:close/>
                <a:moveTo>
                  <a:pt x="324966" y="136068"/>
                </a:moveTo>
                <a:lnTo>
                  <a:pt x="332618" y="139328"/>
                </a:lnTo>
                <a:lnTo>
                  <a:pt x="329358" y="146980"/>
                </a:lnTo>
                <a:lnTo>
                  <a:pt x="321706" y="143720"/>
                </a:lnTo>
                <a:lnTo>
                  <a:pt x="324966" y="136068"/>
                </a:lnTo>
                <a:close/>
                <a:moveTo>
                  <a:pt x="340270" y="142522"/>
                </a:moveTo>
                <a:lnTo>
                  <a:pt x="347921" y="145782"/>
                </a:lnTo>
                <a:lnTo>
                  <a:pt x="344728" y="153434"/>
                </a:lnTo>
                <a:lnTo>
                  <a:pt x="337009" y="150240"/>
                </a:lnTo>
                <a:lnTo>
                  <a:pt x="340270" y="142522"/>
                </a:lnTo>
                <a:close/>
                <a:moveTo>
                  <a:pt x="355573" y="149043"/>
                </a:moveTo>
                <a:lnTo>
                  <a:pt x="363225" y="152303"/>
                </a:lnTo>
                <a:lnTo>
                  <a:pt x="360031" y="159955"/>
                </a:lnTo>
                <a:lnTo>
                  <a:pt x="352379" y="156694"/>
                </a:lnTo>
                <a:lnTo>
                  <a:pt x="355573" y="149043"/>
                </a:lnTo>
                <a:close/>
                <a:moveTo>
                  <a:pt x="370943" y="155497"/>
                </a:moveTo>
                <a:lnTo>
                  <a:pt x="378595" y="158757"/>
                </a:lnTo>
                <a:lnTo>
                  <a:pt x="375335" y="166409"/>
                </a:lnTo>
                <a:lnTo>
                  <a:pt x="367683" y="163148"/>
                </a:lnTo>
                <a:lnTo>
                  <a:pt x="370943" y="155497"/>
                </a:lnTo>
                <a:close/>
                <a:moveTo>
                  <a:pt x="386247" y="162017"/>
                </a:moveTo>
                <a:lnTo>
                  <a:pt x="393898" y="165211"/>
                </a:lnTo>
                <a:lnTo>
                  <a:pt x="390638" y="172863"/>
                </a:lnTo>
                <a:lnTo>
                  <a:pt x="382986" y="169669"/>
                </a:lnTo>
                <a:lnTo>
                  <a:pt x="386247" y="162017"/>
                </a:lnTo>
                <a:close/>
                <a:moveTo>
                  <a:pt x="401550" y="168471"/>
                </a:moveTo>
                <a:lnTo>
                  <a:pt x="409202" y="171732"/>
                </a:lnTo>
                <a:lnTo>
                  <a:pt x="406008" y="179383"/>
                </a:lnTo>
                <a:lnTo>
                  <a:pt x="398290" y="176123"/>
                </a:lnTo>
                <a:lnTo>
                  <a:pt x="401550" y="168471"/>
                </a:lnTo>
                <a:close/>
                <a:moveTo>
                  <a:pt x="416854" y="174925"/>
                </a:moveTo>
                <a:lnTo>
                  <a:pt x="424505" y="178186"/>
                </a:lnTo>
                <a:lnTo>
                  <a:pt x="421312" y="185838"/>
                </a:lnTo>
                <a:lnTo>
                  <a:pt x="413660" y="182577"/>
                </a:lnTo>
                <a:lnTo>
                  <a:pt x="416854" y="174925"/>
                </a:lnTo>
                <a:close/>
                <a:moveTo>
                  <a:pt x="432224" y="181446"/>
                </a:moveTo>
                <a:lnTo>
                  <a:pt x="439875" y="184640"/>
                </a:lnTo>
                <a:lnTo>
                  <a:pt x="436615" y="192292"/>
                </a:lnTo>
                <a:lnTo>
                  <a:pt x="428963" y="189098"/>
                </a:lnTo>
                <a:lnTo>
                  <a:pt x="432224" y="181446"/>
                </a:lnTo>
                <a:close/>
                <a:moveTo>
                  <a:pt x="447527" y="187900"/>
                </a:moveTo>
                <a:lnTo>
                  <a:pt x="455179" y="191160"/>
                </a:lnTo>
                <a:lnTo>
                  <a:pt x="451919" y="198812"/>
                </a:lnTo>
                <a:lnTo>
                  <a:pt x="444267" y="195552"/>
                </a:lnTo>
                <a:lnTo>
                  <a:pt x="447527" y="187900"/>
                </a:lnTo>
                <a:close/>
                <a:moveTo>
                  <a:pt x="462831" y="194354"/>
                </a:moveTo>
                <a:lnTo>
                  <a:pt x="470482" y="197615"/>
                </a:lnTo>
                <a:lnTo>
                  <a:pt x="467289" y="205266"/>
                </a:lnTo>
                <a:lnTo>
                  <a:pt x="459570" y="202073"/>
                </a:lnTo>
                <a:lnTo>
                  <a:pt x="462831" y="194354"/>
                </a:lnTo>
                <a:close/>
                <a:moveTo>
                  <a:pt x="478134" y="200875"/>
                </a:moveTo>
                <a:lnTo>
                  <a:pt x="485852" y="204069"/>
                </a:lnTo>
                <a:lnTo>
                  <a:pt x="482592" y="211787"/>
                </a:lnTo>
                <a:lnTo>
                  <a:pt x="474940" y="208527"/>
                </a:lnTo>
                <a:lnTo>
                  <a:pt x="478134" y="200875"/>
                </a:lnTo>
                <a:close/>
                <a:moveTo>
                  <a:pt x="493504" y="207329"/>
                </a:moveTo>
                <a:lnTo>
                  <a:pt x="501156" y="210589"/>
                </a:lnTo>
                <a:lnTo>
                  <a:pt x="497896" y="218241"/>
                </a:lnTo>
                <a:lnTo>
                  <a:pt x="490244" y="214981"/>
                </a:lnTo>
                <a:lnTo>
                  <a:pt x="493504" y="207329"/>
                </a:lnTo>
                <a:close/>
                <a:moveTo>
                  <a:pt x="508808" y="213850"/>
                </a:moveTo>
                <a:lnTo>
                  <a:pt x="516459" y="217043"/>
                </a:lnTo>
                <a:lnTo>
                  <a:pt x="513199" y="224695"/>
                </a:lnTo>
                <a:lnTo>
                  <a:pt x="505547" y="221501"/>
                </a:lnTo>
                <a:lnTo>
                  <a:pt x="508808" y="213850"/>
                </a:lnTo>
                <a:close/>
                <a:moveTo>
                  <a:pt x="524111" y="220304"/>
                </a:moveTo>
                <a:lnTo>
                  <a:pt x="531763" y="223564"/>
                </a:lnTo>
                <a:lnTo>
                  <a:pt x="528569" y="231216"/>
                </a:lnTo>
                <a:lnTo>
                  <a:pt x="520851" y="227955"/>
                </a:lnTo>
                <a:lnTo>
                  <a:pt x="524111" y="220304"/>
                </a:lnTo>
                <a:close/>
                <a:moveTo>
                  <a:pt x="539415" y="226758"/>
                </a:moveTo>
                <a:lnTo>
                  <a:pt x="547133" y="230018"/>
                </a:lnTo>
                <a:lnTo>
                  <a:pt x="543873" y="237670"/>
                </a:lnTo>
                <a:lnTo>
                  <a:pt x="536221" y="234409"/>
                </a:lnTo>
                <a:lnTo>
                  <a:pt x="539415" y="226758"/>
                </a:lnTo>
                <a:close/>
                <a:moveTo>
                  <a:pt x="554785" y="233278"/>
                </a:moveTo>
                <a:lnTo>
                  <a:pt x="562436" y="236472"/>
                </a:lnTo>
                <a:lnTo>
                  <a:pt x="559176" y="244124"/>
                </a:lnTo>
                <a:lnTo>
                  <a:pt x="551524" y="240930"/>
                </a:lnTo>
                <a:lnTo>
                  <a:pt x="554785" y="233278"/>
                </a:lnTo>
                <a:close/>
                <a:moveTo>
                  <a:pt x="570088" y="239732"/>
                </a:moveTo>
                <a:lnTo>
                  <a:pt x="577740" y="242993"/>
                </a:lnTo>
                <a:lnTo>
                  <a:pt x="574479" y="250644"/>
                </a:lnTo>
                <a:lnTo>
                  <a:pt x="566828" y="247384"/>
                </a:lnTo>
                <a:lnTo>
                  <a:pt x="570088" y="239732"/>
                </a:lnTo>
                <a:close/>
                <a:moveTo>
                  <a:pt x="585392" y="246186"/>
                </a:moveTo>
                <a:lnTo>
                  <a:pt x="593043" y="249447"/>
                </a:lnTo>
                <a:lnTo>
                  <a:pt x="589850" y="257099"/>
                </a:lnTo>
                <a:lnTo>
                  <a:pt x="582198" y="253838"/>
                </a:lnTo>
                <a:lnTo>
                  <a:pt x="585392" y="246186"/>
                </a:lnTo>
                <a:close/>
                <a:moveTo>
                  <a:pt x="600695" y="252707"/>
                </a:moveTo>
                <a:lnTo>
                  <a:pt x="608413" y="255901"/>
                </a:lnTo>
                <a:lnTo>
                  <a:pt x="605153" y="263619"/>
                </a:lnTo>
                <a:lnTo>
                  <a:pt x="597501" y="260359"/>
                </a:lnTo>
                <a:lnTo>
                  <a:pt x="600695" y="252707"/>
                </a:lnTo>
                <a:close/>
                <a:moveTo>
                  <a:pt x="616065" y="259161"/>
                </a:moveTo>
                <a:lnTo>
                  <a:pt x="623717" y="262421"/>
                </a:lnTo>
                <a:lnTo>
                  <a:pt x="620456" y="270073"/>
                </a:lnTo>
                <a:lnTo>
                  <a:pt x="612805" y="266813"/>
                </a:lnTo>
                <a:lnTo>
                  <a:pt x="616065" y="259161"/>
                </a:lnTo>
                <a:close/>
                <a:moveTo>
                  <a:pt x="631369" y="265615"/>
                </a:moveTo>
                <a:lnTo>
                  <a:pt x="639020" y="268876"/>
                </a:lnTo>
                <a:lnTo>
                  <a:pt x="635760" y="276527"/>
                </a:lnTo>
                <a:lnTo>
                  <a:pt x="628108" y="273334"/>
                </a:lnTo>
                <a:lnTo>
                  <a:pt x="631369" y="265615"/>
                </a:lnTo>
                <a:close/>
                <a:moveTo>
                  <a:pt x="646672" y="272136"/>
                </a:moveTo>
                <a:lnTo>
                  <a:pt x="654324" y="275330"/>
                </a:lnTo>
                <a:lnTo>
                  <a:pt x="651130" y="283048"/>
                </a:lnTo>
                <a:lnTo>
                  <a:pt x="643478" y="279788"/>
                </a:lnTo>
                <a:lnTo>
                  <a:pt x="646672" y="272136"/>
                </a:lnTo>
                <a:close/>
                <a:moveTo>
                  <a:pt x="662042" y="278590"/>
                </a:moveTo>
                <a:lnTo>
                  <a:pt x="669694" y="281850"/>
                </a:lnTo>
                <a:lnTo>
                  <a:pt x="666433" y="289502"/>
                </a:lnTo>
                <a:lnTo>
                  <a:pt x="658782" y="286242"/>
                </a:lnTo>
                <a:lnTo>
                  <a:pt x="662042" y="278590"/>
                </a:lnTo>
                <a:close/>
                <a:moveTo>
                  <a:pt x="677346" y="285111"/>
                </a:moveTo>
                <a:lnTo>
                  <a:pt x="684997" y="288304"/>
                </a:lnTo>
                <a:lnTo>
                  <a:pt x="681737" y="295956"/>
                </a:lnTo>
                <a:lnTo>
                  <a:pt x="674085" y="292762"/>
                </a:lnTo>
                <a:lnTo>
                  <a:pt x="677346" y="285111"/>
                </a:lnTo>
                <a:close/>
                <a:moveTo>
                  <a:pt x="692649" y="291565"/>
                </a:moveTo>
                <a:lnTo>
                  <a:pt x="700301" y="294825"/>
                </a:lnTo>
                <a:lnTo>
                  <a:pt x="697040" y="302477"/>
                </a:lnTo>
                <a:lnTo>
                  <a:pt x="689389" y="299216"/>
                </a:lnTo>
                <a:lnTo>
                  <a:pt x="692649" y="291565"/>
                </a:lnTo>
                <a:close/>
                <a:moveTo>
                  <a:pt x="707952" y="298019"/>
                </a:moveTo>
                <a:lnTo>
                  <a:pt x="715604" y="301279"/>
                </a:lnTo>
                <a:lnTo>
                  <a:pt x="712410" y="308931"/>
                </a:lnTo>
                <a:lnTo>
                  <a:pt x="704759" y="305670"/>
                </a:lnTo>
                <a:lnTo>
                  <a:pt x="707952" y="298019"/>
                </a:lnTo>
                <a:close/>
                <a:moveTo>
                  <a:pt x="723323" y="304539"/>
                </a:moveTo>
                <a:lnTo>
                  <a:pt x="730974" y="307733"/>
                </a:lnTo>
                <a:lnTo>
                  <a:pt x="727714" y="315385"/>
                </a:lnTo>
                <a:lnTo>
                  <a:pt x="720062" y="312191"/>
                </a:lnTo>
                <a:lnTo>
                  <a:pt x="723323" y="304539"/>
                </a:lnTo>
                <a:close/>
                <a:moveTo>
                  <a:pt x="738626" y="310993"/>
                </a:moveTo>
                <a:lnTo>
                  <a:pt x="746278" y="314254"/>
                </a:lnTo>
                <a:lnTo>
                  <a:pt x="743017" y="321905"/>
                </a:lnTo>
                <a:lnTo>
                  <a:pt x="735366" y="318645"/>
                </a:lnTo>
                <a:lnTo>
                  <a:pt x="738626" y="310993"/>
                </a:lnTo>
                <a:close/>
                <a:moveTo>
                  <a:pt x="753929" y="317447"/>
                </a:moveTo>
                <a:lnTo>
                  <a:pt x="761581" y="320708"/>
                </a:lnTo>
                <a:lnTo>
                  <a:pt x="758387" y="328360"/>
                </a:lnTo>
                <a:lnTo>
                  <a:pt x="750669" y="325099"/>
                </a:lnTo>
                <a:lnTo>
                  <a:pt x="753929" y="317447"/>
                </a:lnTo>
                <a:close/>
                <a:moveTo>
                  <a:pt x="769233" y="323968"/>
                </a:moveTo>
                <a:lnTo>
                  <a:pt x="776885" y="327162"/>
                </a:lnTo>
                <a:lnTo>
                  <a:pt x="773691" y="334880"/>
                </a:lnTo>
                <a:lnTo>
                  <a:pt x="766039" y="331620"/>
                </a:lnTo>
                <a:lnTo>
                  <a:pt x="769233" y="323968"/>
                </a:lnTo>
                <a:close/>
                <a:moveTo>
                  <a:pt x="784603" y="330422"/>
                </a:moveTo>
                <a:lnTo>
                  <a:pt x="792255" y="333682"/>
                </a:lnTo>
                <a:lnTo>
                  <a:pt x="788994" y="341334"/>
                </a:lnTo>
                <a:lnTo>
                  <a:pt x="781343" y="338074"/>
                </a:lnTo>
                <a:lnTo>
                  <a:pt x="784603" y="330422"/>
                </a:lnTo>
                <a:close/>
                <a:moveTo>
                  <a:pt x="799906" y="336876"/>
                </a:moveTo>
                <a:lnTo>
                  <a:pt x="807558" y="340137"/>
                </a:lnTo>
                <a:lnTo>
                  <a:pt x="804298" y="347788"/>
                </a:lnTo>
                <a:lnTo>
                  <a:pt x="796646" y="344595"/>
                </a:lnTo>
                <a:lnTo>
                  <a:pt x="799906" y="336876"/>
                </a:lnTo>
                <a:close/>
                <a:moveTo>
                  <a:pt x="815210" y="343397"/>
                </a:moveTo>
                <a:lnTo>
                  <a:pt x="822862" y="346657"/>
                </a:lnTo>
                <a:lnTo>
                  <a:pt x="819668" y="354309"/>
                </a:lnTo>
                <a:lnTo>
                  <a:pt x="811950" y="351049"/>
                </a:lnTo>
                <a:lnTo>
                  <a:pt x="815210" y="343397"/>
                </a:lnTo>
                <a:close/>
                <a:moveTo>
                  <a:pt x="830513" y="349851"/>
                </a:moveTo>
                <a:lnTo>
                  <a:pt x="838232" y="353111"/>
                </a:lnTo>
                <a:lnTo>
                  <a:pt x="834971" y="360763"/>
                </a:lnTo>
                <a:lnTo>
                  <a:pt x="827320" y="357503"/>
                </a:lnTo>
                <a:lnTo>
                  <a:pt x="830513" y="349851"/>
                </a:lnTo>
                <a:close/>
                <a:moveTo>
                  <a:pt x="845883" y="356372"/>
                </a:moveTo>
                <a:lnTo>
                  <a:pt x="853535" y="359565"/>
                </a:lnTo>
                <a:lnTo>
                  <a:pt x="850275" y="367217"/>
                </a:lnTo>
                <a:lnTo>
                  <a:pt x="842623" y="364023"/>
                </a:lnTo>
                <a:lnTo>
                  <a:pt x="845883" y="356372"/>
                </a:lnTo>
                <a:close/>
                <a:moveTo>
                  <a:pt x="861187" y="362826"/>
                </a:moveTo>
                <a:lnTo>
                  <a:pt x="868839" y="366086"/>
                </a:lnTo>
                <a:lnTo>
                  <a:pt x="865578" y="373738"/>
                </a:lnTo>
                <a:lnTo>
                  <a:pt x="857927" y="370477"/>
                </a:lnTo>
                <a:lnTo>
                  <a:pt x="861187" y="362826"/>
                </a:lnTo>
                <a:close/>
                <a:moveTo>
                  <a:pt x="876490" y="369280"/>
                </a:moveTo>
                <a:lnTo>
                  <a:pt x="884142" y="372540"/>
                </a:lnTo>
                <a:lnTo>
                  <a:pt x="880948" y="380192"/>
                </a:lnTo>
                <a:lnTo>
                  <a:pt x="873230" y="376931"/>
                </a:lnTo>
                <a:lnTo>
                  <a:pt x="876490" y="369280"/>
                </a:lnTo>
                <a:close/>
                <a:moveTo>
                  <a:pt x="891794" y="375800"/>
                </a:moveTo>
                <a:lnTo>
                  <a:pt x="899512" y="378994"/>
                </a:lnTo>
                <a:lnTo>
                  <a:pt x="896252" y="386646"/>
                </a:lnTo>
                <a:lnTo>
                  <a:pt x="888600" y="383452"/>
                </a:lnTo>
                <a:lnTo>
                  <a:pt x="891794" y="375800"/>
                </a:lnTo>
                <a:close/>
                <a:moveTo>
                  <a:pt x="907164" y="382254"/>
                </a:moveTo>
                <a:lnTo>
                  <a:pt x="914816" y="385515"/>
                </a:lnTo>
                <a:lnTo>
                  <a:pt x="911555" y="393166"/>
                </a:lnTo>
                <a:lnTo>
                  <a:pt x="903904" y="389906"/>
                </a:lnTo>
                <a:lnTo>
                  <a:pt x="907164" y="382254"/>
                </a:lnTo>
                <a:close/>
                <a:moveTo>
                  <a:pt x="922467" y="388708"/>
                </a:moveTo>
                <a:lnTo>
                  <a:pt x="930119" y="391969"/>
                </a:lnTo>
                <a:lnTo>
                  <a:pt x="926859" y="399621"/>
                </a:lnTo>
                <a:lnTo>
                  <a:pt x="919207" y="396427"/>
                </a:lnTo>
                <a:lnTo>
                  <a:pt x="922467" y="388708"/>
                </a:lnTo>
                <a:close/>
                <a:moveTo>
                  <a:pt x="937771" y="395229"/>
                </a:moveTo>
                <a:lnTo>
                  <a:pt x="945423" y="398423"/>
                </a:lnTo>
                <a:lnTo>
                  <a:pt x="942229" y="406141"/>
                </a:lnTo>
                <a:lnTo>
                  <a:pt x="934577" y="402881"/>
                </a:lnTo>
                <a:lnTo>
                  <a:pt x="937771" y="395229"/>
                </a:lnTo>
                <a:close/>
                <a:moveTo>
                  <a:pt x="953074" y="401683"/>
                </a:moveTo>
                <a:lnTo>
                  <a:pt x="960793" y="404943"/>
                </a:lnTo>
                <a:lnTo>
                  <a:pt x="957532" y="412595"/>
                </a:lnTo>
                <a:lnTo>
                  <a:pt x="949881" y="409335"/>
                </a:lnTo>
                <a:lnTo>
                  <a:pt x="953074" y="401683"/>
                </a:lnTo>
                <a:close/>
                <a:moveTo>
                  <a:pt x="968444" y="408137"/>
                </a:moveTo>
                <a:lnTo>
                  <a:pt x="976096" y="411398"/>
                </a:lnTo>
                <a:lnTo>
                  <a:pt x="972836" y="419049"/>
                </a:lnTo>
                <a:lnTo>
                  <a:pt x="965184" y="415856"/>
                </a:lnTo>
                <a:lnTo>
                  <a:pt x="968444" y="408137"/>
                </a:lnTo>
                <a:close/>
                <a:moveTo>
                  <a:pt x="983748" y="414658"/>
                </a:moveTo>
                <a:lnTo>
                  <a:pt x="991400" y="417918"/>
                </a:lnTo>
                <a:lnTo>
                  <a:pt x="988139" y="425570"/>
                </a:lnTo>
                <a:lnTo>
                  <a:pt x="980488" y="422310"/>
                </a:lnTo>
                <a:lnTo>
                  <a:pt x="983748" y="414658"/>
                </a:lnTo>
                <a:close/>
                <a:moveTo>
                  <a:pt x="999051" y="421112"/>
                </a:moveTo>
                <a:lnTo>
                  <a:pt x="1006703" y="424372"/>
                </a:lnTo>
                <a:lnTo>
                  <a:pt x="1003509" y="432024"/>
                </a:lnTo>
                <a:lnTo>
                  <a:pt x="995858" y="428764"/>
                </a:lnTo>
                <a:lnTo>
                  <a:pt x="999051" y="421112"/>
                </a:lnTo>
                <a:close/>
                <a:moveTo>
                  <a:pt x="1014355" y="427633"/>
                </a:moveTo>
                <a:lnTo>
                  <a:pt x="1022073" y="430826"/>
                </a:lnTo>
                <a:lnTo>
                  <a:pt x="1018813" y="438478"/>
                </a:lnTo>
                <a:lnTo>
                  <a:pt x="1011161" y="435284"/>
                </a:lnTo>
                <a:lnTo>
                  <a:pt x="1014355" y="427633"/>
                </a:lnTo>
                <a:close/>
                <a:moveTo>
                  <a:pt x="1029725" y="434087"/>
                </a:moveTo>
                <a:lnTo>
                  <a:pt x="1037377" y="437347"/>
                </a:lnTo>
                <a:lnTo>
                  <a:pt x="1034116" y="444985"/>
                </a:lnTo>
                <a:lnTo>
                  <a:pt x="1026465" y="441745"/>
                </a:lnTo>
                <a:lnTo>
                  <a:pt x="1029725" y="434087"/>
                </a:lnTo>
                <a:close/>
                <a:moveTo>
                  <a:pt x="1045028" y="440561"/>
                </a:moveTo>
                <a:lnTo>
                  <a:pt x="1052680" y="443801"/>
                </a:lnTo>
                <a:lnTo>
                  <a:pt x="1049420" y="451459"/>
                </a:lnTo>
                <a:lnTo>
                  <a:pt x="1041768" y="448219"/>
                </a:lnTo>
                <a:lnTo>
                  <a:pt x="1045028" y="440561"/>
                </a:lnTo>
                <a:close/>
                <a:moveTo>
                  <a:pt x="1060332" y="447041"/>
                </a:moveTo>
                <a:lnTo>
                  <a:pt x="1067984" y="450282"/>
                </a:lnTo>
                <a:lnTo>
                  <a:pt x="1064790" y="457940"/>
                </a:lnTo>
                <a:lnTo>
                  <a:pt x="1057138" y="454700"/>
                </a:lnTo>
                <a:lnTo>
                  <a:pt x="1060332" y="447041"/>
                </a:lnTo>
                <a:close/>
                <a:moveTo>
                  <a:pt x="1075702" y="453515"/>
                </a:moveTo>
                <a:lnTo>
                  <a:pt x="1083354" y="456756"/>
                </a:lnTo>
                <a:lnTo>
                  <a:pt x="1080093" y="464421"/>
                </a:lnTo>
                <a:lnTo>
                  <a:pt x="1072442" y="461180"/>
                </a:lnTo>
                <a:lnTo>
                  <a:pt x="1075702" y="453515"/>
                </a:lnTo>
                <a:close/>
                <a:moveTo>
                  <a:pt x="1091005" y="459996"/>
                </a:moveTo>
                <a:lnTo>
                  <a:pt x="1098657" y="463236"/>
                </a:lnTo>
                <a:lnTo>
                  <a:pt x="1095397" y="470895"/>
                </a:lnTo>
                <a:lnTo>
                  <a:pt x="1087745" y="467655"/>
                </a:lnTo>
                <a:lnTo>
                  <a:pt x="1091005" y="459996"/>
                </a:lnTo>
                <a:close/>
                <a:moveTo>
                  <a:pt x="1106309" y="466477"/>
                </a:moveTo>
                <a:lnTo>
                  <a:pt x="1113961" y="469717"/>
                </a:lnTo>
                <a:lnTo>
                  <a:pt x="1110767" y="477376"/>
                </a:lnTo>
                <a:lnTo>
                  <a:pt x="1103049" y="474135"/>
                </a:lnTo>
                <a:lnTo>
                  <a:pt x="1106309" y="466477"/>
                </a:lnTo>
                <a:close/>
                <a:moveTo>
                  <a:pt x="1121612" y="472951"/>
                </a:moveTo>
                <a:lnTo>
                  <a:pt x="1129264" y="476191"/>
                </a:lnTo>
                <a:lnTo>
                  <a:pt x="1126070" y="483856"/>
                </a:lnTo>
                <a:lnTo>
                  <a:pt x="1118419" y="480616"/>
                </a:lnTo>
                <a:lnTo>
                  <a:pt x="1121612" y="472951"/>
                </a:lnTo>
                <a:close/>
                <a:moveTo>
                  <a:pt x="1136982" y="479432"/>
                </a:moveTo>
                <a:lnTo>
                  <a:pt x="1144634" y="482672"/>
                </a:lnTo>
                <a:lnTo>
                  <a:pt x="1141374" y="490330"/>
                </a:lnTo>
                <a:lnTo>
                  <a:pt x="1133722" y="487090"/>
                </a:lnTo>
                <a:lnTo>
                  <a:pt x="1136982" y="479432"/>
                </a:lnTo>
                <a:close/>
                <a:moveTo>
                  <a:pt x="1152286" y="485912"/>
                </a:moveTo>
                <a:lnTo>
                  <a:pt x="1159938" y="489153"/>
                </a:lnTo>
                <a:lnTo>
                  <a:pt x="1156677" y="496811"/>
                </a:lnTo>
                <a:lnTo>
                  <a:pt x="1149026" y="493571"/>
                </a:lnTo>
                <a:lnTo>
                  <a:pt x="1152286" y="485912"/>
                </a:lnTo>
                <a:close/>
                <a:moveTo>
                  <a:pt x="1167589" y="492386"/>
                </a:moveTo>
                <a:lnTo>
                  <a:pt x="1175241" y="495627"/>
                </a:lnTo>
                <a:lnTo>
                  <a:pt x="1172047" y="503292"/>
                </a:lnTo>
                <a:lnTo>
                  <a:pt x="1164329" y="500051"/>
                </a:lnTo>
                <a:lnTo>
                  <a:pt x="1167589" y="492386"/>
                </a:lnTo>
                <a:close/>
                <a:moveTo>
                  <a:pt x="1182893" y="498867"/>
                </a:moveTo>
                <a:lnTo>
                  <a:pt x="1190545" y="502107"/>
                </a:lnTo>
                <a:lnTo>
                  <a:pt x="1187351" y="509766"/>
                </a:lnTo>
                <a:lnTo>
                  <a:pt x="1179699" y="506525"/>
                </a:lnTo>
                <a:lnTo>
                  <a:pt x="1182893" y="498867"/>
                </a:lnTo>
                <a:close/>
                <a:moveTo>
                  <a:pt x="1198263" y="505348"/>
                </a:moveTo>
                <a:lnTo>
                  <a:pt x="1205915" y="508588"/>
                </a:lnTo>
                <a:lnTo>
                  <a:pt x="1202654" y="516246"/>
                </a:lnTo>
                <a:lnTo>
                  <a:pt x="1195002" y="513006"/>
                </a:lnTo>
                <a:lnTo>
                  <a:pt x="1198263" y="505348"/>
                </a:lnTo>
                <a:close/>
                <a:moveTo>
                  <a:pt x="1213566" y="511822"/>
                </a:moveTo>
                <a:lnTo>
                  <a:pt x="1221218" y="515062"/>
                </a:lnTo>
                <a:lnTo>
                  <a:pt x="1217958" y="522727"/>
                </a:lnTo>
                <a:lnTo>
                  <a:pt x="1210306" y="519487"/>
                </a:lnTo>
                <a:lnTo>
                  <a:pt x="1213566" y="511822"/>
                </a:lnTo>
                <a:close/>
                <a:moveTo>
                  <a:pt x="1228870" y="518302"/>
                </a:moveTo>
                <a:lnTo>
                  <a:pt x="1236522" y="521543"/>
                </a:lnTo>
                <a:lnTo>
                  <a:pt x="1233328" y="529201"/>
                </a:lnTo>
                <a:lnTo>
                  <a:pt x="1225609" y="525961"/>
                </a:lnTo>
                <a:lnTo>
                  <a:pt x="1228870" y="518302"/>
                </a:lnTo>
                <a:close/>
                <a:moveTo>
                  <a:pt x="1244173" y="524783"/>
                </a:moveTo>
                <a:lnTo>
                  <a:pt x="1248831" y="526733"/>
                </a:lnTo>
                <a:lnTo>
                  <a:pt x="1245571" y="534391"/>
                </a:lnTo>
                <a:lnTo>
                  <a:pt x="1240979" y="532441"/>
                </a:lnTo>
                <a:lnTo>
                  <a:pt x="1244173" y="524783"/>
                </a:lnTo>
                <a:close/>
                <a:moveTo>
                  <a:pt x="1246236" y="515714"/>
                </a:moveTo>
                <a:lnTo>
                  <a:pt x="1277841" y="543520"/>
                </a:lnTo>
                <a:lnTo>
                  <a:pt x="1235856" y="540226"/>
                </a:lnTo>
                <a:lnTo>
                  <a:pt x="1246236" y="515714"/>
                </a:lnTo>
                <a:close/>
              </a:path>
            </a:pathLst>
          </a:custGeom>
          <a:solidFill xmlns:a="http://schemas.openxmlformats.org/drawingml/2006/main">
            <a:srgbClr val="7393B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edc165e524fd2"/>
          <a:stretch xmlns:a="http://schemas.openxmlformats.org/drawingml/2006/main"/>
        </p:blipFill>
        <p:spPr>
          <a:xfrm xmlns:a="http://schemas.openxmlformats.org/drawingml/2006/main">
            <a:off x="850823" y="999838"/>
            <a:ext cx="971654" cy="1974318"/>
          </a:xfrm>
          <a:prstGeom xmlns:a="http://schemas.openxmlformats.org/drawingml/2006/main" prst="rect">
            <a:avLst/>
          </a:prstGeom>
        </p:spPr>
      </p:pic>
      <p:pic>
        <p:nvPicPr>
          <p:cNvPr id="8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a4efef92541fb"/>
          <a:stretch xmlns:a="http://schemas.openxmlformats.org/drawingml/2006/main"/>
        </p:blipFill>
        <p:spPr>
          <a:xfrm xmlns:a="http://schemas.openxmlformats.org/drawingml/2006/main">
            <a:off x="1818960" y="1722947"/>
            <a:ext cx="86027" cy="1239803"/>
          </a:xfrm>
          <a:prstGeom xmlns:a="http://schemas.openxmlformats.org/drawingml/2006/main" prst="rect">
            <a:avLst/>
          </a:prstGeom>
        </p:spPr>
      </p:pic>
      <p:pic>
        <p:nvPicPr>
          <p:cNvPr id="8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05d671d464c73"/>
          <a:stretch xmlns:a="http://schemas.openxmlformats.org/drawingml/2006/main"/>
        </p:blipFill>
        <p:spPr>
          <a:xfrm xmlns:a="http://schemas.openxmlformats.org/drawingml/2006/main">
            <a:off x="854330" y="958037"/>
            <a:ext cx="1050657" cy="791874"/>
          </a:xfrm>
          <a:prstGeom xmlns:a="http://schemas.openxmlformats.org/drawingml/2006/main" prst="rect">
            <a:avLst/>
          </a:prstGeom>
        </p:spPr>
      </p:pic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2D222-78C6-4A57-A3FC-7AD74261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91" y="955172"/>
            <a:ext cx="1057617" cy="2023424"/>
          </a:xfrm>
          <a:custGeom xmlns:a="http://schemas.openxmlformats.org/drawingml/2006/main">
            <a:pathLst>
              <a:path w="1057617" h="2023424">
                <a:moveTo>
                  <a:pt x="87045" y="0"/>
                </a:moveTo>
                <a:lnTo>
                  <a:pt x="3526" y="40732"/>
                </a:lnTo>
                <a:lnTo>
                  <a:pt x="0" y="1269619"/>
                </a:lnTo>
                <a:lnTo>
                  <a:pt x="0" y="1269619"/>
                </a:lnTo>
                <a:lnTo>
                  <a:pt x="970568" y="2023424"/>
                </a:lnTo>
                <a:lnTo>
                  <a:pt x="1054087" y="1982692"/>
                </a:lnTo>
                <a:lnTo>
                  <a:pt x="1057617" y="753815"/>
                </a:lnTo>
                <a:lnTo>
                  <a:pt x="87045" y="0"/>
                </a:lnTo>
                <a:close/>
                <a:moveTo>
                  <a:pt x="87744" y="4895"/>
                </a:moveTo>
                <a:lnTo>
                  <a:pt x="88964" y="5200"/>
                </a:lnTo>
                <a:lnTo>
                  <a:pt x="88456" y="5448"/>
                </a:lnTo>
                <a:lnTo>
                  <a:pt x="87744" y="4895"/>
                </a:lnTo>
                <a:close/>
                <a:moveTo>
                  <a:pt x="1051742" y="753599"/>
                </a:moveTo>
                <a:lnTo>
                  <a:pt x="1054681" y="752165"/>
                </a:lnTo>
                <a:lnTo>
                  <a:pt x="1057099" y="757122"/>
                </a:lnTo>
                <a:lnTo>
                  <a:pt x="1054160" y="758556"/>
                </a:lnTo>
                <a:lnTo>
                  <a:pt x="1050662" y="1978226"/>
                </a:lnTo>
                <a:lnTo>
                  <a:pt x="971593" y="2016788"/>
                </a:lnTo>
                <a:lnTo>
                  <a:pt x="971578" y="2022033"/>
                </a:lnTo>
                <a:lnTo>
                  <a:pt x="968147" y="2019368"/>
                </a:lnTo>
                <a:lnTo>
                  <a:pt x="968154" y="2017196"/>
                </a:lnTo>
                <a:lnTo>
                  <a:pt x="3442" y="1267927"/>
                </a:lnTo>
                <a:lnTo>
                  <a:pt x="6947" y="46468"/>
                </a:lnTo>
                <a:lnTo>
                  <a:pt x="5232" y="45137"/>
                </a:lnTo>
                <a:lnTo>
                  <a:pt x="5245" y="40794"/>
                </a:lnTo>
                <a:lnTo>
                  <a:pt x="9386" y="44011"/>
                </a:lnTo>
                <a:lnTo>
                  <a:pt x="88456" y="5448"/>
                </a:lnTo>
                <a:lnTo>
                  <a:pt x="1051742" y="753599"/>
                </a:lnTo>
                <a:close/>
                <a:moveTo>
                  <a:pt x="1051171" y="1977978"/>
                </a:moveTo>
                <a:lnTo>
                  <a:pt x="1050659" y="1979126"/>
                </a:lnTo>
                <a:lnTo>
                  <a:pt x="1050662" y="1978226"/>
                </a:lnTo>
                <a:lnTo>
                  <a:pt x="1051171" y="1977978"/>
                </a:lnTo>
                <a:close/>
                <a:moveTo>
                  <a:pt x="3436" y="1270098"/>
                </a:moveTo>
                <a:lnTo>
                  <a:pt x="1727" y="1266595"/>
                </a:lnTo>
                <a:lnTo>
                  <a:pt x="3442" y="1267927"/>
                </a:lnTo>
                <a:lnTo>
                  <a:pt x="3436" y="1270098"/>
                </a:lnTo>
                <a:close/>
                <a:moveTo>
                  <a:pt x="975093" y="797117"/>
                </a:moveTo>
                <a:lnTo>
                  <a:pt x="974085" y="797608"/>
                </a:lnTo>
                <a:lnTo>
                  <a:pt x="971658" y="795724"/>
                </a:lnTo>
                <a:lnTo>
                  <a:pt x="968154" y="2017196"/>
                </a:lnTo>
                <a:lnTo>
                  <a:pt x="969158" y="2017976"/>
                </a:lnTo>
                <a:lnTo>
                  <a:pt x="971593" y="2016788"/>
                </a:lnTo>
                <a:lnTo>
                  <a:pt x="975093" y="797117"/>
                </a:lnTo>
                <a:close/>
                <a:moveTo>
                  <a:pt x="969868" y="2018528"/>
                </a:moveTo>
                <a:lnTo>
                  <a:pt x="969158" y="2017976"/>
                </a:lnTo>
                <a:lnTo>
                  <a:pt x="968659" y="2018219"/>
                </a:lnTo>
                <a:lnTo>
                  <a:pt x="969868" y="2018528"/>
                </a:lnTo>
                <a:close/>
                <a:moveTo>
                  <a:pt x="972675" y="792160"/>
                </a:moveTo>
                <a:lnTo>
                  <a:pt x="9386" y="44011"/>
                </a:lnTo>
                <a:lnTo>
                  <a:pt x="6951" y="45198"/>
                </a:lnTo>
                <a:lnTo>
                  <a:pt x="6947" y="46468"/>
                </a:lnTo>
                <a:lnTo>
                  <a:pt x="971658" y="795724"/>
                </a:lnTo>
                <a:lnTo>
                  <a:pt x="971665" y="793552"/>
                </a:lnTo>
                <a:lnTo>
                  <a:pt x="975095" y="796216"/>
                </a:lnTo>
                <a:lnTo>
                  <a:pt x="975093" y="797117"/>
                </a:lnTo>
                <a:lnTo>
                  <a:pt x="1054160" y="758556"/>
                </a:lnTo>
                <a:lnTo>
                  <a:pt x="1054168" y="755483"/>
                </a:lnTo>
                <a:lnTo>
                  <a:pt x="1051742" y="753599"/>
                </a:lnTo>
                <a:lnTo>
                  <a:pt x="972675" y="792160"/>
                </a:lnTo>
                <a:close/>
                <a:moveTo>
                  <a:pt x="973387" y="792713"/>
                </a:moveTo>
                <a:lnTo>
                  <a:pt x="972172" y="792405"/>
                </a:lnTo>
                <a:lnTo>
                  <a:pt x="972675" y="792160"/>
                </a:lnTo>
                <a:lnTo>
                  <a:pt x="973387" y="792713"/>
                </a:lnTo>
                <a:close/>
                <a:moveTo>
                  <a:pt x="1054168" y="755483"/>
                </a:moveTo>
                <a:lnTo>
                  <a:pt x="1055883" y="756815"/>
                </a:lnTo>
                <a:lnTo>
                  <a:pt x="1054175" y="753312"/>
                </a:lnTo>
                <a:lnTo>
                  <a:pt x="1054168" y="755483"/>
                </a:lnTo>
                <a:close/>
                <a:moveTo>
                  <a:pt x="6951" y="45198"/>
                </a:moveTo>
                <a:lnTo>
                  <a:pt x="6953" y="44297"/>
                </a:lnTo>
                <a:lnTo>
                  <a:pt x="6453" y="45441"/>
                </a:lnTo>
                <a:lnTo>
                  <a:pt x="6951" y="45198"/>
                </a:lnTo>
                <a:close/>
              </a:path>
            </a:pathLst>
          </a:custGeom>
          <a:solidFill xmlns:a="http://schemas.openxmlformats.org/drawingml/2006/main">
            <a:srgbClr val="404040">
              <a:alpha val="67843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ef4f88ce64cf3"/>
          <a:stretch xmlns:a="http://schemas.openxmlformats.org/drawingml/2006/main"/>
        </p:blipFill>
        <p:spPr>
          <a:xfrm xmlns:a="http://schemas.openxmlformats.org/drawingml/2006/main">
            <a:off x="214027" y="996944"/>
            <a:ext cx="972582" cy="1979156"/>
          </a:xfrm>
          <a:prstGeom xmlns:a="http://schemas.openxmlformats.org/drawingml/2006/main" prst="rect">
            <a:avLst/>
          </a:prstGeom>
        </p:spPr>
      </p:pic>
      <p:pic>
        <p:nvPicPr>
          <p:cNvPr id="8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4a6b107f74efd"/>
          <a:stretch xmlns:a="http://schemas.openxmlformats.org/drawingml/2006/main"/>
        </p:blipFill>
        <p:spPr>
          <a:xfrm xmlns:a="http://schemas.openxmlformats.org/drawingml/2006/main">
            <a:off x="217304" y="956049"/>
            <a:ext cx="1051893" cy="793169"/>
          </a:xfrm>
          <a:prstGeom xmlns:a="http://schemas.openxmlformats.org/drawingml/2006/main" prst="rect">
            <a:avLst/>
          </a:prstGeom>
        </p:spPr>
      </p:pic>
      <p:pic>
        <p:nvPicPr>
          <p:cNvPr id="8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1b6ba94f1433f"/>
          <a:stretch xmlns:a="http://schemas.openxmlformats.org/drawingml/2006/main"/>
        </p:blipFill>
        <p:spPr>
          <a:xfrm xmlns:a="http://schemas.openxmlformats.org/drawingml/2006/main">
            <a:off x="1183750" y="1709046"/>
            <a:ext cx="85022" cy="1267775"/>
          </a:xfrm>
          <a:prstGeom xmlns:a="http://schemas.openxmlformats.org/drawingml/2006/main" prst="rect">
            <a:avLst/>
          </a:prstGeom>
        </p:spPr>
      </p:pic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DE696-249E-4D73-89B8-AD7DB1B5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7" y="955938"/>
            <a:ext cx="1055170" cy="2020882"/>
          </a:xfrm>
          <a:custGeom xmlns:a="http://schemas.openxmlformats.org/drawingml/2006/main">
            <a:pathLst>
              <a:path w="1055170" h="2020882" fill="none">
                <a:moveTo>
                  <a:pt x="969298" y="2020882"/>
                </a:moveTo>
                <a:lnTo>
                  <a:pt x="1051888" y="1980598"/>
                </a:lnTo>
                <a:lnTo>
                  <a:pt x="1055170" y="753108"/>
                </a:lnTo>
                <a:moveTo>
                  <a:pt x="1055170" y="753108"/>
                </a:moveTo>
                <a:lnTo>
                  <a:pt x="85868" y="0"/>
                </a:lnTo>
                <a:lnTo>
                  <a:pt x="3277" y="40284"/>
                </a:lnTo>
                <a:moveTo>
                  <a:pt x="3277" y="40284"/>
                </a:moveTo>
                <a:lnTo>
                  <a:pt x="0" y="1267781"/>
                </a:lnTo>
                <a:lnTo>
                  <a:pt x="969298" y="2020882"/>
                </a:lnTo>
                <a:moveTo>
                  <a:pt x="969298" y="2020882"/>
                </a:moveTo>
                <a:lnTo>
                  <a:pt x="972582" y="793391"/>
                </a:lnTo>
                <a:moveTo>
                  <a:pt x="972582" y="793391"/>
                </a:moveTo>
                <a:lnTo>
                  <a:pt x="1055170" y="753108"/>
                </a:lnTo>
                <a:moveTo>
                  <a:pt x="972582" y="793391"/>
                </a:moveTo>
                <a:lnTo>
                  <a:pt x="3277" y="40284"/>
                </a:lnTo>
              </a:path>
            </a:pathLst>
          </a:custGeom>
          <a:noFill xmlns:a="http://schemas.openxmlformats.org/drawingml/2006/main"/>
          <a:ln xmlns:a="http://schemas.openxmlformats.org/drawingml/2006/main" w="5591" cap="flat">
            <a:solidFill>
              <a:srgbClr val="000000">
                <a:alpha val="30196"/>
              </a:srgbClr>
            </a:solidFill>
            <a:miter/>
          </a:ln>
        </p:spPr>
      </p:sp>
      <p:pic>
        <p:nvPicPr>
          <p:cNvPr id="8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fe51725434ea4"/>
          <a:stretch xmlns:a="http://schemas.openxmlformats.org/drawingml/2006/main"/>
        </p:blipFill>
        <p:spPr>
          <a:xfrm xmlns:a="http://schemas.openxmlformats.org/drawingml/2006/main">
            <a:off x="30204" y="844762"/>
            <a:ext cx="193564" cy="351721"/>
          </a:xfrm>
          <a:prstGeom xmlns:a="http://schemas.openxmlformats.org/drawingml/2006/main" prst="rect">
            <a:avLst/>
          </a:prstGeom>
        </p:spPr>
      </p:pic>
      <p:sp>
        <p:nvSpPr>
          <p:cNvPr id="436" name="Text Multi-scalequantization&amp;Embedding">
            <a:extLst xmlns:a="http://schemas.openxmlformats.org/drawingml/2006/main">
              <a:ext uri="{FF2B5EF4-FFF2-40B4-BE49-F238E27FC236}">
                <a16:creationId xmlns:a16="http://schemas.microsoft.com/office/drawing/2014/main" id="{5A123C82-5E3F-4075-AE38-870B378D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373" y="3251115"/>
            <a:ext cx="2745062" cy="149779"/>
          </a:xfrm>
          <a:custGeom xmlns:a="http://schemas.openxmlformats.org/drawingml/2006/main">
            <a:pathLst>
              <a:path w="2745062" h="149779">
                <a:moveTo>
                  <a:pt x="141466" y="3493"/>
                </a:moveTo>
                <a:lnTo>
                  <a:pt x="108385" y="3493"/>
                </a:lnTo>
                <a:lnTo>
                  <a:pt x="71648" y="87440"/>
                </a:lnTo>
                <a:lnTo>
                  <a:pt x="33247" y="3493"/>
                </a:lnTo>
                <a:lnTo>
                  <a:pt x="332" y="3493"/>
                </a:lnTo>
                <a:lnTo>
                  <a:pt x="332" y="6651"/>
                </a:lnTo>
                <a:cubicBezTo>
                  <a:pt x="13964" y="7315"/>
                  <a:pt x="15793" y="9144"/>
                  <a:pt x="16125" y="21611"/>
                </a:cubicBezTo>
                <a:lnTo>
                  <a:pt x="16125" y="89104"/>
                </a:lnTo>
                <a:cubicBezTo>
                  <a:pt x="15793" y="106726"/>
                  <a:pt x="13631" y="109551"/>
                  <a:pt x="0" y="110381"/>
                </a:cubicBezTo>
                <a:lnTo>
                  <a:pt x="0" y="113539"/>
                </a:lnTo>
                <a:lnTo>
                  <a:pt x="39066" y="113539"/>
                </a:lnTo>
                <a:lnTo>
                  <a:pt x="39066" y="110381"/>
                </a:lnTo>
                <a:cubicBezTo>
                  <a:pt x="26266" y="109716"/>
                  <a:pt x="23773" y="106226"/>
                  <a:pt x="23440" y="89104"/>
                </a:cubicBezTo>
                <a:lnTo>
                  <a:pt x="23440" y="22111"/>
                </a:lnTo>
                <a:lnTo>
                  <a:pt x="65164" y="113539"/>
                </a:lnTo>
                <a:lnTo>
                  <a:pt x="67493" y="113539"/>
                </a:lnTo>
                <a:lnTo>
                  <a:pt x="110049" y="18286"/>
                </a:lnTo>
                <a:lnTo>
                  <a:pt x="110049" y="93591"/>
                </a:lnTo>
                <a:cubicBezTo>
                  <a:pt x="109881" y="107722"/>
                  <a:pt x="108052" y="109551"/>
                  <a:pt x="94920" y="110381"/>
                </a:cubicBezTo>
                <a:lnTo>
                  <a:pt x="94920" y="113539"/>
                </a:lnTo>
                <a:lnTo>
                  <a:pt x="141466" y="113539"/>
                </a:lnTo>
                <a:lnTo>
                  <a:pt x="141466" y="110381"/>
                </a:lnTo>
                <a:cubicBezTo>
                  <a:pt x="129499" y="109716"/>
                  <a:pt x="127338" y="107390"/>
                  <a:pt x="127005" y="95420"/>
                </a:cubicBezTo>
                <a:lnTo>
                  <a:pt x="127005" y="21611"/>
                </a:lnTo>
                <a:cubicBezTo>
                  <a:pt x="127338" y="9641"/>
                  <a:pt x="129331" y="7480"/>
                  <a:pt x="141466" y="6651"/>
                </a:cubicBezTo>
                <a:lnTo>
                  <a:pt x="141466" y="3493"/>
                </a:lnTo>
                <a:close/>
                <a:moveTo>
                  <a:pt x="226080" y="105229"/>
                </a:moveTo>
                <a:lnTo>
                  <a:pt x="225250" y="105229"/>
                </a:lnTo>
                <a:cubicBezTo>
                  <a:pt x="217103" y="104897"/>
                  <a:pt x="215941" y="103565"/>
                  <a:pt x="215774" y="95752"/>
                </a:cubicBezTo>
                <a:lnTo>
                  <a:pt x="215774" y="38733"/>
                </a:lnTo>
                <a:lnTo>
                  <a:pt x="189508" y="38733"/>
                </a:lnTo>
                <a:lnTo>
                  <a:pt x="189508" y="41559"/>
                </a:lnTo>
                <a:cubicBezTo>
                  <a:pt x="199816" y="42059"/>
                  <a:pt x="201810" y="43720"/>
                  <a:pt x="201810" y="52032"/>
                </a:cubicBezTo>
                <a:lnTo>
                  <a:pt x="201810" y="91098"/>
                </a:lnTo>
                <a:cubicBezTo>
                  <a:pt x="201810" y="95752"/>
                  <a:pt x="200978" y="98081"/>
                  <a:pt x="198652" y="99910"/>
                </a:cubicBezTo>
                <a:cubicBezTo>
                  <a:pt x="194162" y="103565"/>
                  <a:pt x="189011" y="105561"/>
                  <a:pt x="184024" y="105561"/>
                </a:cubicBezTo>
                <a:cubicBezTo>
                  <a:pt x="177540" y="105561"/>
                  <a:pt x="172221" y="99910"/>
                  <a:pt x="172221" y="92927"/>
                </a:cubicBezTo>
                <a:lnTo>
                  <a:pt x="172221" y="38733"/>
                </a:lnTo>
                <a:lnTo>
                  <a:pt x="147949" y="38733"/>
                </a:lnTo>
                <a:lnTo>
                  <a:pt x="147949" y="41062"/>
                </a:lnTo>
                <a:cubicBezTo>
                  <a:pt x="155764" y="41394"/>
                  <a:pt x="158090" y="43720"/>
                  <a:pt x="158257" y="51700"/>
                </a:cubicBezTo>
                <a:lnTo>
                  <a:pt x="158257" y="93591"/>
                </a:lnTo>
                <a:cubicBezTo>
                  <a:pt x="158257" y="106726"/>
                  <a:pt x="166235" y="115203"/>
                  <a:pt x="178370" y="115203"/>
                </a:cubicBezTo>
                <a:cubicBezTo>
                  <a:pt x="184521" y="115203"/>
                  <a:pt x="191004" y="112542"/>
                  <a:pt x="195494" y="108055"/>
                </a:cubicBezTo>
                <a:lnTo>
                  <a:pt x="202642" y="100907"/>
                </a:lnTo>
                <a:lnTo>
                  <a:pt x="202642" y="114703"/>
                </a:lnTo>
                <a:lnTo>
                  <a:pt x="203307" y="115035"/>
                </a:lnTo>
                <a:cubicBezTo>
                  <a:pt x="211619" y="111712"/>
                  <a:pt x="217603" y="109884"/>
                  <a:pt x="226080" y="107555"/>
                </a:cubicBezTo>
                <a:lnTo>
                  <a:pt x="226080" y="105229"/>
                </a:lnTo>
                <a:close/>
                <a:moveTo>
                  <a:pt x="234393" y="113539"/>
                </a:moveTo>
                <a:lnTo>
                  <a:pt x="273623" y="113539"/>
                </a:lnTo>
                <a:lnTo>
                  <a:pt x="273623" y="111045"/>
                </a:lnTo>
                <a:cubicBezTo>
                  <a:pt x="263152" y="110548"/>
                  <a:pt x="261323" y="108884"/>
                  <a:pt x="261156" y="99575"/>
                </a:cubicBezTo>
                <a:lnTo>
                  <a:pt x="261156" y="332"/>
                </a:lnTo>
                <a:lnTo>
                  <a:pt x="260491" y="0"/>
                </a:lnTo>
                <a:cubicBezTo>
                  <a:pt x="252014" y="2661"/>
                  <a:pt x="245863" y="4490"/>
                  <a:pt x="234061" y="7315"/>
                </a:cubicBezTo>
                <a:lnTo>
                  <a:pt x="234061" y="9974"/>
                </a:lnTo>
                <a:lnTo>
                  <a:pt x="235057" y="9974"/>
                </a:lnTo>
                <a:cubicBezTo>
                  <a:pt x="236886" y="9809"/>
                  <a:pt x="238880" y="9641"/>
                  <a:pt x="240212" y="9641"/>
                </a:cubicBezTo>
                <a:cubicBezTo>
                  <a:pt x="245531" y="9641"/>
                  <a:pt x="247192" y="11970"/>
                  <a:pt x="247192" y="19783"/>
                </a:cubicBezTo>
                <a:lnTo>
                  <a:pt x="247192" y="99078"/>
                </a:lnTo>
                <a:cubicBezTo>
                  <a:pt x="247027" y="108055"/>
                  <a:pt x="244699" y="110381"/>
                  <a:pt x="234393" y="111045"/>
                </a:cubicBezTo>
                <a:lnTo>
                  <a:pt x="234393" y="113539"/>
                </a:lnTo>
                <a:close/>
                <a:moveTo>
                  <a:pt x="321001" y="38733"/>
                </a:moveTo>
                <a:lnTo>
                  <a:pt x="304211" y="38733"/>
                </a:lnTo>
                <a:lnTo>
                  <a:pt x="304211" y="19450"/>
                </a:lnTo>
                <a:cubicBezTo>
                  <a:pt x="304211" y="17789"/>
                  <a:pt x="303879" y="17289"/>
                  <a:pt x="303047" y="17289"/>
                </a:cubicBezTo>
                <a:cubicBezTo>
                  <a:pt x="293405" y="31253"/>
                  <a:pt x="288419" y="36904"/>
                  <a:pt x="283599" y="39730"/>
                </a:cubicBezTo>
                <a:cubicBezTo>
                  <a:pt x="281770" y="40894"/>
                  <a:pt x="280771" y="41891"/>
                  <a:pt x="280771" y="42891"/>
                </a:cubicBezTo>
                <a:cubicBezTo>
                  <a:pt x="280771" y="43388"/>
                  <a:pt x="280938" y="43720"/>
                  <a:pt x="281438" y="44052"/>
                </a:cubicBezTo>
                <a:lnTo>
                  <a:pt x="290247" y="44052"/>
                </a:lnTo>
                <a:lnTo>
                  <a:pt x="290247" y="94091"/>
                </a:lnTo>
                <a:cubicBezTo>
                  <a:pt x="290247" y="108055"/>
                  <a:pt x="295234" y="115203"/>
                  <a:pt x="305043" y="115203"/>
                </a:cubicBezTo>
                <a:cubicBezTo>
                  <a:pt x="313188" y="115203"/>
                  <a:pt x="319504" y="111213"/>
                  <a:pt x="324991" y="102568"/>
                </a:cubicBezTo>
                <a:lnTo>
                  <a:pt x="322829" y="100739"/>
                </a:lnTo>
                <a:cubicBezTo>
                  <a:pt x="319172" y="105062"/>
                  <a:pt x="316513" y="106558"/>
                  <a:pt x="312856" y="106558"/>
                </a:cubicBezTo>
                <a:cubicBezTo>
                  <a:pt x="306705" y="106558"/>
                  <a:pt x="304211" y="102071"/>
                  <a:pt x="304211" y="91598"/>
                </a:cubicBezTo>
                <a:lnTo>
                  <a:pt x="304211" y="44052"/>
                </a:lnTo>
                <a:lnTo>
                  <a:pt x="321001" y="44052"/>
                </a:lnTo>
                <a:lnTo>
                  <a:pt x="321001" y="38733"/>
                </a:lnTo>
                <a:close/>
                <a:moveTo>
                  <a:pt x="328980" y="113539"/>
                </a:moveTo>
                <a:lnTo>
                  <a:pt x="368378" y="113539"/>
                </a:lnTo>
                <a:lnTo>
                  <a:pt x="368378" y="111045"/>
                </a:lnTo>
                <a:cubicBezTo>
                  <a:pt x="357407" y="110216"/>
                  <a:pt x="356243" y="108719"/>
                  <a:pt x="356076" y="96584"/>
                </a:cubicBezTo>
                <a:lnTo>
                  <a:pt x="356076" y="37569"/>
                </a:lnTo>
                <a:lnTo>
                  <a:pt x="355411" y="37072"/>
                </a:lnTo>
                <a:lnTo>
                  <a:pt x="329645" y="46214"/>
                </a:lnTo>
                <a:lnTo>
                  <a:pt x="329645" y="48707"/>
                </a:lnTo>
                <a:lnTo>
                  <a:pt x="330976" y="48542"/>
                </a:lnTo>
                <a:cubicBezTo>
                  <a:pt x="332970" y="48210"/>
                  <a:pt x="334964" y="48042"/>
                  <a:pt x="336628" y="48042"/>
                </a:cubicBezTo>
                <a:cubicBezTo>
                  <a:pt x="340618" y="48042"/>
                  <a:pt x="342112" y="50703"/>
                  <a:pt x="342112" y="58016"/>
                </a:cubicBezTo>
                <a:lnTo>
                  <a:pt x="342112" y="96584"/>
                </a:lnTo>
                <a:cubicBezTo>
                  <a:pt x="341780" y="108884"/>
                  <a:pt x="340286" y="110548"/>
                  <a:pt x="328980" y="111045"/>
                </a:cubicBezTo>
                <a:lnTo>
                  <a:pt x="328980" y="113539"/>
                </a:lnTo>
                <a:moveTo>
                  <a:pt x="347599" y="0"/>
                </a:moveTo>
                <a:cubicBezTo>
                  <a:pt x="343111" y="0"/>
                  <a:pt x="339286" y="3825"/>
                  <a:pt x="339286" y="8480"/>
                </a:cubicBezTo>
                <a:cubicBezTo>
                  <a:pt x="339286" y="13299"/>
                  <a:pt x="342944" y="16957"/>
                  <a:pt x="347599" y="16957"/>
                </a:cubicBezTo>
                <a:cubicBezTo>
                  <a:pt x="352585" y="16957"/>
                  <a:pt x="356243" y="13299"/>
                  <a:pt x="356243" y="8480"/>
                </a:cubicBezTo>
                <a:cubicBezTo>
                  <a:pt x="356243" y="3658"/>
                  <a:pt x="352421" y="0"/>
                  <a:pt x="347599" y="0"/>
                </a:cubicBezTo>
                <a:close/>
                <a:moveTo>
                  <a:pt x="381552" y="70818"/>
                </a:moveTo>
                <a:lnTo>
                  <a:pt x="381552" y="81289"/>
                </a:lnTo>
                <a:lnTo>
                  <a:pt x="422446" y="81289"/>
                </a:lnTo>
                <a:lnTo>
                  <a:pt x="422446" y="70818"/>
                </a:lnTo>
                <a:lnTo>
                  <a:pt x="381552" y="70818"/>
                </a:lnTo>
                <a:close/>
                <a:moveTo>
                  <a:pt x="484921" y="61342"/>
                </a:moveTo>
                <a:lnTo>
                  <a:pt x="484256" y="38568"/>
                </a:lnTo>
                <a:lnTo>
                  <a:pt x="482427" y="38568"/>
                </a:lnTo>
                <a:cubicBezTo>
                  <a:pt x="481598" y="39897"/>
                  <a:pt x="480766" y="40397"/>
                  <a:pt x="479769" y="40397"/>
                </a:cubicBezTo>
                <a:cubicBezTo>
                  <a:pt x="478772" y="40397"/>
                  <a:pt x="477108" y="40065"/>
                  <a:pt x="475279" y="39233"/>
                </a:cubicBezTo>
                <a:cubicBezTo>
                  <a:pt x="471457" y="37904"/>
                  <a:pt x="467634" y="37072"/>
                  <a:pt x="463644" y="37072"/>
                </a:cubicBezTo>
                <a:cubicBezTo>
                  <a:pt x="450510" y="37072"/>
                  <a:pt x="441036" y="45716"/>
                  <a:pt x="441036" y="57684"/>
                </a:cubicBezTo>
                <a:cubicBezTo>
                  <a:pt x="441036" y="66993"/>
                  <a:pt x="446355" y="73644"/>
                  <a:pt x="460486" y="81624"/>
                </a:cubicBezTo>
                <a:lnTo>
                  <a:pt x="470127" y="87108"/>
                </a:lnTo>
                <a:cubicBezTo>
                  <a:pt x="475944" y="90433"/>
                  <a:pt x="478772" y="94423"/>
                  <a:pt x="478772" y="99575"/>
                </a:cubicBezTo>
                <a:cubicBezTo>
                  <a:pt x="478772" y="106890"/>
                  <a:pt x="473450" y="111545"/>
                  <a:pt x="464973" y="111545"/>
                </a:cubicBezTo>
                <a:cubicBezTo>
                  <a:pt x="453503" y="111545"/>
                  <a:pt x="447684" y="105229"/>
                  <a:pt x="443861" y="88272"/>
                </a:cubicBezTo>
                <a:lnTo>
                  <a:pt x="441201" y="88272"/>
                </a:lnTo>
                <a:lnTo>
                  <a:pt x="441201" y="114206"/>
                </a:lnTo>
                <a:lnTo>
                  <a:pt x="443362" y="114206"/>
                </a:lnTo>
                <a:cubicBezTo>
                  <a:pt x="444526" y="112542"/>
                  <a:pt x="445191" y="112210"/>
                  <a:pt x="447187" y="112210"/>
                </a:cubicBezTo>
                <a:cubicBezTo>
                  <a:pt x="449016" y="112210"/>
                  <a:pt x="451009" y="112542"/>
                  <a:pt x="454832" y="113539"/>
                </a:cubicBezTo>
                <a:cubicBezTo>
                  <a:pt x="459322" y="114538"/>
                  <a:pt x="463644" y="115203"/>
                  <a:pt x="466967" y="115203"/>
                </a:cubicBezTo>
                <a:cubicBezTo>
                  <a:pt x="479934" y="115203"/>
                  <a:pt x="490407" y="105561"/>
                  <a:pt x="490407" y="93924"/>
                </a:cubicBezTo>
                <a:cubicBezTo>
                  <a:pt x="490407" y="85611"/>
                  <a:pt x="486417" y="80127"/>
                  <a:pt x="476444" y="74141"/>
                </a:cubicBezTo>
                <a:lnTo>
                  <a:pt x="458490" y="63503"/>
                </a:lnTo>
                <a:cubicBezTo>
                  <a:pt x="453835" y="60677"/>
                  <a:pt x="451342" y="56687"/>
                  <a:pt x="451342" y="52200"/>
                </a:cubicBezTo>
                <a:cubicBezTo>
                  <a:pt x="451342" y="45384"/>
                  <a:pt x="456496" y="40894"/>
                  <a:pt x="464141" y="40894"/>
                </a:cubicBezTo>
                <a:cubicBezTo>
                  <a:pt x="473618" y="40894"/>
                  <a:pt x="478605" y="46381"/>
                  <a:pt x="482427" y="61342"/>
                </a:cubicBezTo>
                <a:lnTo>
                  <a:pt x="484921" y="61342"/>
                </a:lnTo>
                <a:close/>
                <a:moveTo>
                  <a:pt x="564050" y="87608"/>
                </a:moveTo>
                <a:cubicBezTo>
                  <a:pt x="556070" y="99243"/>
                  <a:pt x="550087" y="103233"/>
                  <a:pt x="540610" y="103233"/>
                </a:cubicBezTo>
                <a:cubicBezTo>
                  <a:pt x="525317" y="103233"/>
                  <a:pt x="514844" y="89934"/>
                  <a:pt x="514844" y="70818"/>
                </a:cubicBezTo>
                <a:cubicBezTo>
                  <a:pt x="514844" y="53529"/>
                  <a:pt x="523988" y="41891"/>
                  <a:pt x="537452" y="41891"/>
                </a:cubicBezTo>
                <a:cubicBezTo>
                  <a:pt x="543436" y="41891"/>
                  <a:pt x="545597" y="43555"/>
                  <a:pt x="547261" y="49871"/>
                </a:cubicBezTo>
                <a:lnTo>
                  <a:pt x="548258" y="53529"/>
                </a:lnTo>
                <a:cubicBezTo>
                  <a:pt x="549587" y="58351"/>
                  <a:pt x="552580" y="61177"/>
                  <a:pt x="556238" y="61177"/>
                </a:cubicBezTo>
                <a:cubicBezTo>
                  <a:pt x="560560" y="61177"/>
                  <a:pt x="564050" y="58016"/>
                  <a:pt x="564050" y="54194"/>
                </a:cubicBezTo>
                <a:cubicBezTo>
                  <a:pt x="564050" y="44884"/>
                  <a:pt x="552413" y="37072"/>
                  <a:pt x="538449" y="37072"/>
                </a:cubicBezTo>
                <a:cubicBezTo>
                  <a:pt x="530304" y="37072"/>
                  <a:pt x="521827" y="40397"/>
                  <a:pt x="515011" y="46381"/>
                </a:cubicBezTo>
                <a:cubicBezTo>
                  <a:pt x="506699" y="53694"/>
                  <a:pt x="502044" y="64999"/>
                  <a:pt x="502044" y="78298"/>
                </a:cubicBezTo>
                <a:cubicBezTo>
                  <a:pt x="502044" y="99742"/>
                  <a:pt x="515176" y="115203"/>
                  <a:pt x="533629" y="115203"/>
                </a:cubicBezTo>
                <a:cubicBezTo>
                  <a:pt x="541110" y="115203"/>
                  <a:pt x="547758" y="112542"/>
                  <a:pt x="553744" y="107390"/>
                </a:cubicBezTo>
                <a:cubicBezTo>
                  <a:pt x="558231" y="103565"/>
                  <a:pt x="561389" y="98910"/>
                  <a:pt x="566376" y="89104"/>
                </a:cubicBezTo>
                <a:lnTo>
                  <a:pt x="564050" y="87608"/>
                </a:lnTo>
                <a:close/>
                <a:moveTo>
                  <a:pt x="646169" y="102568"/>
                </a:moveTo>
                <a:cubicBezTo>
                  <a:pt x="643343" y="104897"/>
                  <a:pt x="641350" y="105726"/>
                  <a:pt x="638856" y="105726"/>
                </a:cubicBezTo>
                <a:cubicBezTo>
                  <a:pt x="635034" y="105726"/>
                  <a:pt x="633869" y="103400"/>
                  <a:pt x="633869" y="96085"/>
                </a:cubicBezTo>
                <a:lnTo>
                  <a:pt x="633869" y="63670"/>
                </a:lnTo>
                <a:cubicBezTo>
                  <a:pt x="633869" y="55026"/>
                  <a:pt x="633037" y="50204"/>
                  <a:pt x="630544" y="46214"/>
                </a:cubicBezTo>
                <a:cubicBezTo>
                  <a:pt x="626886" y="40230"/>
                  <a:pt x="619738" y="37072"/>
                  <a:pt x="609932" y="37072"/>
                </a:cubicBezTo>
                <a:cubicBezTo>
                  <a:pt x="594304" y="37072"/>
                  <a:pt x="582004" y="45217"/>
                  <a:pt x="582004" y="55690"/>
                </a:cubicBezTo>
                <a:cubicBezTo>
                  <a:pt x="582004" y="59513"/>
                  <a:pt x="585162" y="62838"/>
                  <a:pt x="589152" y="62838"/>
                </a:cubicBezTo>
                <a:cubicBezTo>
                  <a:pt x="593140" y="62838"/>
                  <a:pt x="596633" y="59513"/>
                  <a:pt x="596633" y="55855"/>
                </a:cubicBezTo>
                <a:cubicBezTo>
                  <a:pt x="596633" y="55190"/>
                  <a:pt x="596465" y="54361"/>
                  <a:pt x="596300" y="53197"/>
                </a:cubicBezTo>
                <a:cubicBezTo>
                  <a:pt x="595968" y="51700"/>
                  <a:pt x="595801" y="50371"/>
                  <a:pt x="595801" y="49207"/>
                </a:cubicBezTo>
                <a:cubicBezTo>
                  <a:pt x="595801" y="44719"/>
                  <a:pt x="601120" y="41062"/>
                  <a:pt x="607771" y="41062"/>
                </a:cubicBezTo>
                <a:cubicBezTo>
                  <a:pt x="615916" y="41062"/>
                  <a:pt x="620403" y="45881"/>
                  <a:pt x="620403" y="54858"/>
                </a:cubicBezTo>
                <a:lnTo>
                  <a:pt x="620403" y="64999"/>
                </a:lnTo>
                <a:cubicBezTo>
                  <a:pt x="594969" y="75140"/>
                  <a:pt x="591978" y="76634"/>
                  <a:pt x="584830" y="82953"/>
                </a:cubicBezTo>
                <a:cubicBezTo>
                  <a:pt x="581172" y="86278"/>
                  <a:pt x="578844" y="91930"/>
                  <a:pt x="578844" y="97414"/>
                </a:cubicBezTo>
                <a:cubicBezTo>
                  <a:pt x="578844" y="107887"/>
                  <a:pt x="586159" y="115203"/>
                  <a:pt x="596300" y="115203"/>
                </a:cubicBezTo>
                <a:cubicBezTo>
                  <a:pt x="603613" y="115203"/>
                  <a:pt x="610429" y="111712"/>
                  <a:pt x="620570" y="103068"/>
                </a:cubicBezTo>
                <a:cubicBezTo>
                  <a:pt x="621402" y="111877"/>
                  <a:pt x="624393" y="115203"/>
                  <a:pt x="631209" y="115203"/>
                </a:cubicBezTo>
                <a:cubicBezTo>
                  <a:pt x="636860" y="115203"/>
                  <a:pt x="640353" y="113207"/>
                  <a:pt x="646169" y="106890"/>
                </a:cubicBezTo>
                <a:lnTo>
                  <a:pt x="646169" y="102568"/>
                </a:lnTo>
                <a:moveTo>
                  <a:pt x="620403" y="93094"/>
                </a:moveTo>
                <a:cubicBezTo>
                  <a:pt x="620403" y="98081"/>
                  <a:pt x="619573" y="99910"/>
                  <a:pt x="616081" y="101904"/>
                </a:cubicBezTo>
                <a:cubicBezTo>
                  <a:pt x="611926" y="104230"/>
                  <a:pt x="607438" y="105561"/>
                  <a:pt x="603946" y="105561"/>
                </a:cubicBezTo>
                <a:cubicBezTo>
                  <a:pt x="598129" y="105561"/>
                  <a:pt x="593475" y="99910"/>
                  <a:pt x="593475" y="92759"/>
                </a:cubicBezTo>
                <a:lnTo>
                  <a:pt x="593475" y="92095"/>
                </a:lnTo>
                <a:cubicBezTo>
                  <a:pt x="593640" y="82121"/>
                  <a:pt x="600955" y="75805"/>
                  <a:pt x="620403" y="68989"/>
                </a:cubicBezTo>
                <a:lnTo>
                  <a:pt x="620403" y="93094"/>
                </a:lnTo>
                <a:close/>
                <a:moveTo>
                  <a:pt x="650992" y="113539"/>
                </a:moveTo>
                <a:lnTo>
                  <a:pt x="690222" y="113539"/>
                </a:lnTo>
                <a:lnTo>
                  <a:pt x="690222" y="111045"/>
                </a:lnTo>
                <a:cubicBezTo>
                  <a:pt x="679751" y="110548"/>
                  <a:pt x="677922" y="108884"/>
                  <a:pt x="677755" y="99575"/>
                </a:cubicBezTo>
                <a:lnTo>
                  <a:pt x="677755" y="332"/>
                </a:lnTo>
                <a:lnTo>
                  <a:pt x="677090" y="0"/>
                </a:lnTo>
                <a:cubicBezTo>
                  <a:pt x="668613" y="2661"/>
                  <a:pt x="662462" y="4490"/>
                  <a:pt x="650659" y="7315"/>
                </a:cubicBezTo>
                <a:lnTo>
                  <a:pt x="650659" y="9974"/>
                </a:lnTo>
                <a:lnTo>
                  <a:pt x="651656" y="9974"/>
                </a:lnTo>
                <a:cubicBezTo>
                  <a:pt x="653485" y="9809"/>
                  <a:pt x="655479" y="9641"/>
                  <a:pt x="656811" y="9641"/>
                </a:cubicBezTo>
                <a:cubicBezTo>
                  <a:pt x="662130" y="9641"/>
                  <a:pt x="663791" y="11970"/>
                  <a:pt x="663791" y="19783"/>
                </a:cubicBezTo>
                <a:lnTo>
                  <a:pt x="663791" y="99078"/>
                </a:lnTo>
                <a:cubicBezTo>
                  <a:pt x="663626" y="108055"/>
                  <a:pt x="661298" y="110381"/>
                  <a:pt x="650992" y="111045"/>
                </a:cubicBezTo>
                <a:lnTo>
                  <a:pt x="650992" y="113539"/>
                </a:lnTo>
                <a:close/>
                <a:moveTo>
                  <a:pt x="764696" y="86278"/>
                </a:moveTo>
                <a:cubicBezTo>
                  <a:pt x="756719" y="98910"/>
                  <a:pt x="749568" y="103732"/>
                  <a:pt x="738930" y="103732"/>
                </a:cubicBezTo>
                <a:cubicBezTo>
                  <a:pt x="729456" y="103732"/>
                  <a:pt x="722308" y="98910"/>
                  <a:pt x="717486" y="89436"/>
                </a:cubicBezTo>
                <a:cubicBezTo>
                  <a:pt x="714493" y="83118"/>
                  <a:pt x="713331" y="77799"/>
                  <a:pt x="712999" y="67493"/>
                </a:cubicBezTo>
                <a:lnTo>
                  <a:pt x="764199" y="67493"/>
                </a:lnTo>
                <a:cubicBezTo>
                  <a:pt x="762867" y="56687"/>
                  <a:pt x="761206" y="51868"/>
                  <a:pt x="757051" y="46546"/>
                </a:cubicBezTo>
                <a:cubicBezTo>
                  <a:pt x="752061" y="40562"/>
                  <a:pt x="744416" y="37072"/>
                  <a:pt x="735772" y="37072"/>
                </a:cubicBezTo>
                <a:cubicBezTo>
                  <a:pt x="727459" y="37072"/>
                  <a:pt x="719647" y="40065"/>
                  <a:pt x="713331" y="45716"/>
                </a:cubicBezTo>
                <a:cubicBezTo>
                  <a:pt x="705516" y="52532"/>
                  <a:pt x="701028" y="64335"/>
                  <a:pt x="701028" y="77966"/>
                </a:cubicBezTo>
                <a:cubicBezTo>
                  <a:pt x="701028" y="100907"/>
                  <a:pt x="712999" y="115203"/>
                  <a:pt x="732114" y="115203"/>
                </a:cubicBezTo>
                <a:cubicBezTo>
                  <a:pt x="747907" y="115203"/>
                  <a:pt x="760374" y="105394"/>
                  <a:pt x="767357" y="87440"/>
                </a:cubicBezTo>
                <a:lnTo>
                  <a:pt x="764696" y="86278"/>
                </a:lnTo>
                <a:moveTo>
                  <a:pt x="713331" y="62174"/>
                </a:moveTo>
                <a:cubicBezTo>
                  <a:pt x="715157" y="49207"/>
                  <a:pt x="720811" y="43056"/>
                  <a:pt x="730950" y="43056"/>
                </a:cubicBezTo>
                <a:cubicBezTo>
                  <a:pt x="741091" y="43056"/>
                  <a:pt x="745081" y="47710"/>
                  <a:pt x="747242" y="62174"/>
                </a:cubicBezTo>
                <a:lnTo>
                  <a:pt x="713331" y="62174"/>
                </a:lnTo>
                <a:close/>
                <a:moveTo>
                  <a:pt x="882393" y="42891"/>
                </a:moveTo>
                <a:cubicBezTo>
                  <a:pt x="874910" y="38568"/>
                  <a:pt x="869923" y="37072"/>
                  <a:pt x="863275" y="37072"/>
                </a:cubicBezTo>
                <a:cubicBezTo>
                  <a:pt x="842328" y="37072"/>
                  <a:pt x="826535" y="55523"/>
                  <a:pt x="826535" y="79628"/>
                </a:cubicBezTo>
                <a:cubicBezTo>
                  <a:pt x="826535" y="100407"/>
                  <a:pt x="837508" y="115203"/>
                  <a:pt x="853134" y="115203"/>
                </a:cubicBezTo>
                <a:cubicBezTo>
                  <a:pt x="862775" y="115203"/>
                  <a:pt x="871919" y="110880"/>
                  <a:pt x="879232" y="102900"/>
                </a:cubicBezTo>
                <a:lnTo>
                  <a:pt x="879232" y="134153"/>
                </a:lnTo>
                <a:cubicBezTo>
                  <a:pt x="879067" y="143463"/>
                  <a:pt x="876074" y="146123"/>
                  <a:pt x="864439" y="146788"/>
                </a:cubicBezTo>
                <a:lnTo>
                  <a:pt x="864439" y="149614"/>
                </a:lnTo>
                <a:lnTo>
                  <a:pt x="903669" y="149614"/>
                </a:lnTo>
                <a:lnTo>
                  <a:pt x="903669" y="147285"/>
                </a:lnTo>
                <a:cubicBezTo>
                  <a:pt x="894693" y="145291"/>
                  <a:pt x="893528" y="144127"/>
                  <a:pt x="893196" y="136979"/>
                </a:cubicBezTo>
                <a:lnTo>
                  <a:pt x="893196" y="37736"/>
                </a:lnTo>
                <a:lnTo>
                  <a:pt x="891367" y="37569"/>
                </a:lnTo>
                <a:lnTo>
                  <a:pt x="882393" y="42891"/>
                </a:lnTo>
                <a:moveTo>
                  <a:pt x="879232" y="92427"/>
                </a:moveTo>
                <a:cubicBezTo>
                  <a:pt x="879232" y="96417"/>
                  <a:pt x="878568" y="98578"/>
                  <a:pt x="876906" y="100075"/>
                </a:cubicBezTo>
                <a:cubicBezTo>
                  <a:pt x="873249" y="103068"/>
                  <a:pt x="867762" y="105062"/>
                  <a:pt x="862610" y="105062"/>
                </a:cubicBezTo>
                <a:cubicBezTo>
                  <a:pt x="857456" y="105062"/>
                  <a:pt x="852969" y="103400"/>
                  <a:pt x="849643" y="100242"/>
                </a:cubicBezTo>
                <a:cubicBezTo>
                  <a:pt x="844324" y="95255"/>
                  <a:pt x="840831" y="84614"/>
                  <a:pt x="840831" y="73476"/>
                </a:cubicBezTo>
                <a:cubicBezTo>
                  <a:pt x="840831" y="53861"/>
                  <a:pt x="849643" y="41726"/>
                  <a:pt x="863772" y="41726"/>
                </a:cubicBezTo>
                <a:cubicBezTo>
                  <a:pt x="874081" y="41726"/>
                  <a:pt x="879232" y="47213"/>
                  <a:pt x="879232" y="58184"/>
                </a:cubicBezTo>
                <a:lnTo>
                  <a:pt x="879232" y="92427"/>
                </a:lnTo>
                <a:close/>
                <a:moveTo>
                  <a:pt x="986621" y="105229"/>
                </a:moveTo>
                <a:lnTo>
                  <a:pt x="985791" y="105229"/>
                </a:lnTo>
                <a:cubicBezTo>
                  <a:pt x="977644" y="104897"/>
                  <a:pt x="976482" y="103565"/>
                  <a:pt x="976315" y="95752"/>
                </a:cubicBezTo>
                <a:lnTo>
                  <a:pt x="976315" y="38733"/>
                </a:lnTo>
                <a:lnTo>
                  <a:pt x="950048" y="38733"/>
                </a:lnTo>
                <a:lnTo>
                  <a:pt x="950048" y="41559"/>
                </a:lnTo>
                <a:cubicBezTo>
                  <a:pt x="960357" y="42059"/>
                  <a:pt x="962351" y="43720"/>
                  <a:pt x="962351" y="52032"/>
                </a:cubicBezTo>
                <a:lnTo>
                  <a:pt x="962351" y="91098"/>
                </a:lnTo>
                <a:cubicBezTo>
                  <a:pt x="962351" y="95752"/>
                  <a:pt x="961519" y="98081"/>
                  <a:pt x="959193" y="99910"/>
                </a:cubicBezTo>
                <a:cubicBezTo>
                  <a:pt x="954703" y="103565"/>
                  <a:pt x="949551" y="105561"/>
                  <a:pt x="944564" y="105561"/>
                </a:cubicBezTo>
                <a:cubicBezTo>
                  <a:pt x="938081" y="105561"/>
                  <a:pt x="932762" y="99910"/>
                  <a:pt x="932762" y="92927"/>
                </a:cubicBezTo>
                <a:lnTo>
                  <a:pt x="932762" y="38733"/>
                </a:lnTo>
                <a:lnTo>
                  <a:pt x="908490" y="38733"/>
                </a:lnTo>
                <a:lnTo>
                  <a:pt x="908490" y="41062"/>
                </a:lnTo>
                <a:cubicBezTo>
                  <a:pt x="916305" y="41394"/>
                  <a:pt x="918631" y="43720"/>
                  <a:pt x="918798" y="51700"/>
                </a:cubicBezTo>
                <a:lnTo>
                  <a:pt x="918798" y="93591"/>
                </a:lnTo>
                <a:cubicBezTo>
                  <a:pt x="918798" y="106726"/>
                  <a:pt x="926776" y="115203"/>
                  <a:pt x="938910" y="115203"/>
                </a:cubicBezTo>
                <a:cubicBezTo>
                  <a:pt x="945062" y="115203"/>
                  <a:pt x="951545" y="112542"/>
                  <a:pt x="956035" y="108055"/>
                </a:cubicBezTo>
                <a:lnTo>
                  <a:pt x="963183" y="100907"/>
                </a:lnTo>
                <a:lnTo>
                  <a:pt x="963183" y="114703"/>
                </a:lnTo>
                <a:lnTo>
                  <a:pt x="963847" y="115035"/>
                </a:lnTo>
                <a:cubicBezTo>
                  <a:pt x="972160" y="111712"/>
                  <a:pt x="978143" y="109884"/>
                  <a:pt x="986621" y="107555"/>
                </a:cubicBezTo>
                <a:lnTo>
                  <a:pt x="986621" y="105229"/>
                </a:lnTo>
                <a:close/>
                <a:moveTo>
                  <a:pt x="1064917" y="102568"/>
                </a:moveTo>
                <a:cubicBezTo>
                  <a:pt x="1062091" y="104897"/>
                  <a:pt x="1060097" y="105726"/>
                  <a:pt x="1057604" y="105726"/>
                </a:cubicBezTo>
                <a:cubicBezTo>
                  <a:pt x="1053781" y="105726"/>
                  <a:pt x="1052617" y="103400"/>
                  <a:pt x="1052617" y="96085"/>
                </a:cubicBezTo>
                <a:lnTo>
                  <a:pt x="1052617" y="63670"/>
                </a:lnTo>
                <a:cubicBezTo>
                  <a:pt x="1052617" y="55026"/>
                  <a:pt x="1051785" y="50204"/>
                  <a:pt x="1049292" y="46214"/>
                </a:cubicBezTo>
                <a:cubicBezTo>
                  <a:pt x="1045634" y="40230"/>
                  <a:pt x="1038486" y="37072"/>
                  <a:pt x="1028680" y="37072"/>
                </a:cubicBezTo>
                <a:cubicBezTo>
                  <a:pt x="1013052" y="37072"/>
                  <a:pt x="1000752" y="45217"/>
                  <a:pt x="1000752" y="55690"/>
                </a:cubicBezTo>
                <a:cubicBezTo>
                  <a:pt x="1000752" y="59513"/>
                  <a:pt x="1003910" y="62838"/>
                  <a:pt x="1007900" y="62838"/>
                </a:cubicBezTo>
                <a:cubicBezTo>
                  <a:pt x="1011888" y="62838"/>
                  <a:pt x="1015380" y="59513"/>
                  <a:pt x="1015380" y="55855"/>
                </a:cubicBezTo>
                <a:cubicBezTo>
                  <a:pt x="1015380" y="55190"/>
                  <a:pt x="1015213" y="54361"/>
                  <a:pt x="1015048" y="53197"/>
                </a:cubicBezTo>
                <a:cubicBezTo>
                  <a:pt x="1014716" y="51700"/>
                  <a:pt x="1014548" y="50371"/>
                  <a:pt x="1014548" y="49207"/>
                </a:cubicBezTo>
                <a:cubicBezTo>
                  <a:pt x="1014548" y="44719"/>
                  <a:pt x="1019868" y="41062"/>
                  <a:pt x="1026519" y="41062"/>
                </a:cubicBezTo>
                <a:cubicBezTo>
                  <a:pt x="1034663" y="41062"/>
                  <a:pt x="1039151" y="45881"/>
                  <a:pt x="1039151" y="54858"/>
                </a:cubicBezTo>
                <a:lnTo>
                  <a:pt x="1039151" y="64999"/>
                </a:lnTo>
                <a:cubicBezTo>
                  <a:pt x="1013717" y="75140"/>
                  <a:pt x="1010726" y="76634"/>
                  <a:pt x="1003578" y="82953"/>
                </a:cubicBezTo>
                <a:cubicBezTo>
                  <a:pt x="999920" y="86278"/>
                  <a:pt x="997592" y="91930"/>
                  <a:pt x="997592" y="97414"/>
                </a:cubicBezTo>
                <a:cubicBezTo>
                  <a:pt x="997592" y="107887"/>
                  <a:pt x="1004907" y="115203"/>
                  <a:pt x="1015048" y="115203"/>
                </a:cubicBezTo>
                <a:cubicBezTo>
                  <a:pt x="1022361" y="115203"/>
                  <a:pt x="1029177" y="111712"/>
                  <a:pt x="1039318" y="103068"/>
                </a:cubicBezTo>
                <a:cubicBezTo>
                  <a:pt x="1040150" y="111877"/>
                  <a:pt x="1043141" y="115203"/>
                  <a:pt x="1049956" y="115203"/>
                </a:cubicBezTo>
                <a:cubicBezTo>
                  <a:pt x="1055608" y="115203"/>
                  <a:pt x="1059101" y="113207"/>
                  <a:pt x="1064917" y="106890"/>
                </a:cubicBezTo>
                <a:lnTo>
                  <a:pt x="1064917" y="102568"/>
                </a:lnTo>
                <a:moveTo>
                  <a:pt x="1039151" y="93094"/>
                </a:moveTo>
                <a:cubicBezTo>
                  <a:pt x="1039151" y="98081"/>
                  <a:pt x="1038321" y="99910"/>
                  <a:pt x="1034828" y="101904"/>
                </a:cubicBezTo>
                <a:cubicBezTo>
                  <a:pt x="1030673" y="104230"/>
                  <a:pt x="1026186" y="105561"/>
                  <a:pt x="1022693" y="105561"/>
                </a:cubicBezTo>
                <a:cubicBezTo>
                  <a:pt x="1016877" y="105561"/>
                  <a:pt x="1012222" y="99910"/>
                  <a:pt x="1012222" y="92759"/>
                </a:cubicBezTo>
                <a:lnTo>
                  <a:pt x="1012222" y="92095"/>
                </a:lnTo>
                <a:cubicBezTo>
                  <a:pt x="1012387" y="82121"/>
                  <a:pt x="1019703" y="75805"/>
                  <a:pt x="1039151" y="68989"/>
                </a:cubicBezTo>
                <a:lnTo>
                  <a:pt x="1039151" y="93094"/>
                </a:lnTo>
                <a:close/>
                <a:moveTo>
                  <a:pt x="1069240" y="113539"/>
                </a:moveTo>
                <a:lnTo>
                  <a:pt x="1104483" y="113539"/>
                </a:lnTo>
                <a:lnTo>
                  <a:pt x="1104483" y="111045"/>
                </a:lnTo>
                <a:cubicBezTo>
                  <a:pt x="1096170" y="110548"/>
                  <a:pt x="1093510" y="108387"/>
                  <a:pt x="1093510" y="102403"/>
                </a:cubicBezTo>
                <a:lnTo>
                  <a:pt x="1093510" y="55690"/>
                </a:lnTo>
                <a:cubicBezTo>
                  <a:pt x="1101490" y="48210"/>
                  <a:pt x="1105147" y="46214"/>
                  <a:pt x="1110634" y="46214"/>
                </a:cubicBezTo>
                <a:cubicBezTo>
                  <a:pt x="1118779" y="46214"/>
                  <a:pt x="1122769" y="51368"/>
                  <a:pt x="1122769" y="62338"/>
                </a:cubicBezTo>
                <a:lnTo>
                  <a:pt x="1122769" y="97082"/>
                </a:lnTo>
                <a:cubicBezTo>
                  <a:pt x="1122436" y="107887"/>
                  <a:pt x="1120440" y="110548"/>
                  <a:pt x="1112295" y="111045"/>
                </a:cubicBezTo>
                <a:lnTo>
                  <a:pt x="1112295" y="113539"/>
                </a:lnTo>
                <a:lnTo>
                  <a:pt x="1146874" y="113539"/>
                </a:lnTo>
                <a:lnTo>
                  <a:pt x="1146874" y="111045"/>
                </a:lnTo>
                <a:cubicBezTo>
                  <a:pt x="1138726" y="110216"/>
                  <a:pt x="1136897" y="108220"/>
                  <a:pt x="1136733" y="100075"/>
                </a:cubicBezTo>
                <a:lnTo>
                  <a:pt x="1136733" y="62006"/>
                </a:lnTo>
                <a:cubicBezTo>
                  <a:pt x="1136733" y="46381"/>
                  <a:pt x="1129417" y="37072"/>
                  <a:pt x="1117117" y="37072"/>
                </a:cubicBezTo>
                <a:cubicBezTo>
                  <a:pt x="1109470" y="37072"/>
                  <a:pt x="1104315" y="39897"/>
                  <a:pt x="1093012" y="50536"/>
                </a:cubicBezTo>
                <a:lnTo>
                  <a:pt x="1093012" y="37404"/>
                </a:lnTo>
                <a:lnTo>
                  <a:pt x="1091848" y="37072"/>
                </a:lnTo>
                <a:cubicBezTo>
                  <a:pt x="1083204" y="40230"/>
                  <a:pt x="1077552" y="42059"/>
                  <a:pt x="1068908" y="44552"/>
                </a:cubicBezTo>
                <a:lnTo>
                  <a:pt x="1068908" y="47378"/>
                </a:lnTo>
                <a:cubicBezTo>
                  <a:pt x="1070072" y="46881"/>
                  <a:pt x="1071568" y="46713"/>
                  <a:pt x="1073397" y="46713"/>
                </a:cubicBezTo>
                <a:cubicBezTo>
                  <a:pt x="1078052" y="46713"/>
                  <a:pt x="1079546" y="49207"/>
                  <a:pt x="1079546" y="57352"/>
                </a:cubicBezTo>
                <a:lnTo>
                  <a:pt x="1079546" y="98578"/>
                </a:lnTo>
                <a:cubicBezTo>
                  <a:pt x="1079381" y="108387"/>
                  <a:pt x="1077552" y="110548"/>
                  <a:pt x="1069240" y="111045"/>
                </a:cubicBezTo>
                <a:lnTo>
                  <a:pt x="1069240" y="113539"/>
                </a:lnTo>
                <a:close/>
                <a:moveTo>
                  <a:pt x="1193085" y="38733"/>
                </a:moveTo>
                <a:lnTo>
                  <a:pt x="1176296" y="38733"/>
                </a:lnTo>
                <a:lnTo>
                  <a:pt x="1176296" y="19450"/>
                </a:lnTo>
                <a:cubicBezTo>
                  <a:pt x="1176296" y="17789"/>
                  <a:pt x="1175964" y="17289"/>
                  <a:pt x="1175132" y="17289"/>
                </a:cubicBezTo>
                <a:cubicBezTo>
                  <a:pt x="1165490" y="31253"/>
                  <a:pt x="1160503" y="36904"/>
                  <a:pt x="1155684" y="39730"/>
                </a:cubicBezTo>
                <a:cubicBezTo>
                  <a:pt x="1153855" y="40894"/>
                  <a:pt x="1152856" y="41891"/>
                  <a:pt x="1152856" y="42891"/>
                </a:cubicBezTo>
                <a:cubicBezTo>
                  <a:pt x="1152856" y="43388"/>
                  <a:pt x="1153023" y="43720"/>
                  <a:pt x="1153523" y="44052"/>
                </a:cubicBezTo>
                <a:lnTo>
                  <a:pt x="1162332" y="44052"/>
                </a:lnTo>
                <a:lnTo>
                  <a:pt x="1162332" y="94091"/>
                </a:lnTo>
                <a:cubicBezTo>
                  <a:pt x="1162332" y="108055"/>
                  <a:pt x="1167319" y="115203"/>
                  <a:pt x="1177128" y="115203"/>
                </a:cubicBezTo>
                <a:cubicBezTo>
                  <a:pt x="1185273" y="115203"/>
                  <a:pt x="1191589" y="111213"/>
                  <a:pt x="1197075" y="102568"/>
                </a:cubicBezTo>
                <a:lnTo>
                  <a:pt x="1194914" y="100739"/>
                </a:lnTo>
                <a:cubicBezTo>
                  <a:pt x="1191256" y="105062"/>
                  <a:pt x="1188598" y="106558"/>
                  <a:pt x="1184940" y="106558"/>
                </a:cubicBezTo>
                <a:cubicBezTo>
                  <a:pt x="1178789" y="106558"/>
                  <a:pt x="1176296" y="102071"/>
                  <a:pt x="1176296" y="91598"/>
                </a:cubicBezTo>
                <a:lnTo>
                  <a:pt x="1176296" y="44052"/>
                </a:lnTo>
                <a:lnTo>
                  <a:pt x="1193085" y="44052"/>
                </a:lnTo>
                <a:lnTo>
                  <a:pt x="1193085" y="38733"/>
                </a:lnTo>
                <a:close/>
                <a:moveTo>
                  <a:pt x="1201065" y="113539"/>
                </a:moveTo>
                <a:lnTo>
                  <a:pt x="1240463" y="113539"/>
                </a:lnTo>
                <a:lnTo>
                  <a:pt x="1240463" y="111045"/>
                </a:lnTo>
                <a:cubicBezTo>
                  <a:pt x="1229492" y="110216"/>
                  <a:pt x="1228328" y="108719"/>
                  <a:pt x="1228161" y="96584"/>
                </a:cubicBezTo>
                <a:lnTo>
                  <a:pt x="1228161" y="37569"/>
                </a:lnTo>
                <a:lnTo>
                  <a:pt x="1227496" y="37072"/>
                </a:lnTo>
                <a:lnTo>
                  <a:pt x="1201730" y="46214"/>
                </a:lnTo>
                <a:lnTo>
                  <a:pt x="1201730" y="48707"/>
                </a:lnTo>
                <a:lnTo>
                  <a:pt x="1203061" y="48542"/>
                </a:lnTo>
                <a:cubicBezTo>
                  <a:pt x="1205055" y="48210"/>
                  <a:pt x="1207049" y="48042"/>
                  <a:pt x="1208713" y="48042"/>
                </a:cubicBezTo>
                <a:cubicBezTo>
                  <a:pt x="1212703" y="48042"/>
                  <a:pt x="1214197" y="50703"/>
                  <a:pt x="1214197" y="58016"/>
                </a:cubicBezTo>
                <a:lnTo>
                  <a:pt x="1214197" y="96584"/>
                </a:lnTo>
                <a:cubicBezTo>
                  <a:pt x="1213865" y="108884"/>
                  <a:pt x="1212371" y="110548"/>
                  <a:pt x="1201065" y="111045"/>
                </a:cubicBezTo>
                <a:lnTo>
                  <a:pt x="1201065" y="113539"/>
                </a:lnTo>
                <a:moveTo>
                  <a:pt x="1219683" y="0"/>
                </a:moveTo>
                <a:cubicBezTo>
                  <a:pt x="1215196" y="0"/>
                  <a:pt x="1211371" y="3825"/>
                  <a:pt x="1211371" y="8480"/>
                </a:cubicBezTo>
                <a:cubicBezTo>
                  <a:pt x="1211371" y="13299"/>
                  <a:pt x="1215029" y="16957"/>
                  <a:pt x="1219683" y="16957"/>
                </a:cubicBezTo>
                <a:cubicBezTo>
                  <a:pt x="1224670" y="16957"/>
                  <a:pt x="1228328" y="13299"/>
                  <a:pt x="1228328" y="8480"/>
                </a:cubicBezTo>
                <a:cubicBezTo>
                  <a:pt x="1228328" y="3658"/>
                  <a:pt x="1224505" y="0"/>
                  <a:pt x="1219683" y="0"/>
                </a:cubicBezTo>
                <a:close/>
                <a:moveTo>
                  <a:pt x="1315603" y="91098"/>
                </a:moveTo>
                <a:lnTo>
                  <a:pt x="1312610" y="90433"/>
                </a:lnTo>
                <a:cubicBezTo>
                  <a:pt x="1309617" y="106059"/>
                  <a:pt x="1307291" y="108055"/>
                  <a:pt x="1291331" y="108552"/>
                </a:cubicBezTo>
                <a:lnTo>
                  <a:pt x="1268390" y="108552"/>
                </a:lnTo>
                <a:lnTo>
                  <a:pt x="1313110" y="41227"/>
                </a:lnTo>
                <a:lnTo>
                  <a:pt x="1313110" y="38733"/>
                </a:lnTo>
                <a:lnTo>
                  <a:pt x="1255426" y="38733"/>
                </a:lnTo>
                <a:lnTo>
                  <a:pt x="1254926" y="58351"/>
                </a:lnTo>
                <a:lnTo>
                  <a:pt x="1257919" y="58351"/>
                </a:lnTo>
                <a:cubicBezTo>
                  <a:pt x="1259248" y="46546"/>
                  <a:pt x="1261574" y="44052"/>
                  <a:pt x="1271883" y="43720"/>
                </a:cubicBezTo>
                <a:lnTo>
                  <a:pt x="1294824" y="43720"/>
                </a:lnTo>
                <a:lnTo>
                  <a:pt x="1250604" y="111045"/>
                </a:lnTo>
                <a:lnTo>
                  <a:pt x="1250604" y="113539"/>
                </a:lnTo>
                <a:lnTo>
                  <a:pt x="1313274" y="113539"/>
                </a:lnTo>
                <a:lnTo>
                  <a:pt x="1315603" y="91098"/>
                </a:lnTo>
                <a:close/>
                <a:moveTo>
                  <a:pt x="1394396" y="102568"/>
                </a:moveTo>
                <a:cubicBezTo>
                  <a:pt x="1391571" y="104897"/>
                  <a:pt x="1389577" y="105726"/>
                  <a:pt x="1387083" y="105726"/>
                </a:cubicBezTo>
                <a:cubicBezTo>
                  <a:pt x="1383261" y="105726"/>
                  <a:pt x="1382097" y="103400"/>
                  <a:pt x="1382097" y="96085"/>
                </a:cubicBezTo>
                <a:lnTo>
                  <a:pt x="1382097" y="63670"/>
                </a:lnTo>
                <a:cubicBezTo>
                  <a:pt x="1382097" y="55026"/>
                  <a:pt x="1381265" y="50204"/>
                  <a:pt x="1378771" y="46214"/>
                </a:cubicBezTo>
                <a:cubicBezTo>
                  <a:pt x="1375113" y="40230"/>
                  <a:pt x="1367965" y="37072"/>
                  <a:pt x="1358159" y="37072"/>
                </a:cubicBezTo>
                <a:cubicBezTo>
                  <a:pt x="1342531" y="37072"/>
                  <a:pt x="1330232" y="45217"/>
                  <a:pt x="1330232" y="55690"/>
                </a:cubicBezTo>
                <a:cubicBezTo>
                  <a:pt x="1330232" y="59513"/>
                  <a:pt x="1333390" y="62838"/>
                  <a:pt x="1337380" y="62838"/>
                </a:cubicBezTo>
                <a:cubicBezTo>
                  <a:pt x="1341367" y="62838"/>
                  <a:pt x="1344860" y="59513"/>
                  <a:pt x="1344860" y="55855"/>
                </a:cubicBezTo>
                <a:cubicBezTo>
                  <a:pt x="1344860" y="55190"/>
                  <a:pt x="1344693" y="54361"/>
                  <a:pt x="1344528" y="53197"/>
                </a:cubicBezTo>
                <a:cubicBezTo>
                  <a:pt x="1344195" y="51700"/>
                  <a:pt x="1344028" y="50371"/>
                  <a:pt x="1344028" y="49207"/>
                </a:cubicBezTo>
                <a:cubicBezTo>
                  <a:pt x="1344028" y="44719"/>
                  <a:pt x="1349347" y="41062"/>
                  <a:pt x="1355998" y="41062"/>
                </a:cubicBezTo>
                <a:cubicBezTo>
                  <a:pt x="1364143" y="41062"/>
                  <a:pt x="1368630" y="45881"/>
                  <a:pt x="1368630" y="54858"/>
                </a:cubicBezTo>
                <a:lnTo>
                  <a:pt x="1368630" y="64999"/>
                </a:lnTo>
                <a:cubicBezTo>
                  <a:pt x="1343196" y="75140"/>
                  <a:pt x="1340205" y="76634"/>
                  <a:pt x="1333057" y="82953"/>
                </a:cubicBezTo>
                <a:cubicBezTo>
                  <a:pt x="1329400" y="86278"/>
                  <a:pt x="1327071" y="91930"/>
                  <a:pt x="1327071" y="97414"/>
                </a:cubicBezTo>
                <a:cubicBezTo>
                  <a:pt x="1327071" y="107887"/>
                  <a:pt x="1334387" y="115203"/>
                  <a:pt x="1344528" y="115203"/>
                </a:cubicBezTo>
                <a:cubicBezTo>
                  <a:pt x="1351841" y="115203"/>
                  <a:pt x="1358656" y="111712"/>
                  <a:pt x="1368797" y="103068"/>
                </a:cubicBezTo>
                <a:cubicBezTo>
                  <a:pt x="1369629" y="111877"/>
                  <a:pt x="1372620" y="115203"/>
                  <a:pt x="1379436" y="115203"/>
                </a:cubicBezTo>
                <a:cubicBezTo>
                  <a:pt x="1385087" y="115203"/>
                  <a:pt x="1388580" y="113207"/>
                  <a:pt x="1394396" y="106890"/>
                </a:cubicBezTo>
                <a:lnTo>
                  <a:pt x="1394396" y="102568"/>
                </a:lnTo>
                <a:moveTo>
                  <a:pt x="1368630" y="93094"/>
                </a:moveTo>
                <a:cubicBezTo>
                  <a:pt x="1368630" y="98081"/>
                  <a:pt x="1367801" y="99910"/>
                  <a:pt x="1364308" y="101904"/>
                </a:cubicBezTo>
                <a:cubicBezTo>
                  <a:pt x="1360153" y="104230"/>
                  <a:pt x="1355666" y="105561"/>
                  <a:pt x="1352173" y="105561"/>
                </a:cubicBezTo>
                <a:cubicBezTo>
                  <a:pt x="1346357" y="105561"/>
                  <a:pt x="1341702" y="99910"/>
                  <a:pt x="1341702" y="92759"/>
                </a:cubicBezTo>
                <a:lnTo>
                  <a:pt x="1341702" y="92095"/>
                </a:lnTo>
                <a:cubicBezTo>
                  <a:pt x="1341867" y="82121"/>
                  <a:pt x="1349182" y="75805"/>
                  <a:pt x="1368630" y="68989"/>
                </a:cubicBezTo>
                <a:lnTo>
                  <a:pt x="1368630" y="93094"/>
                </a:lnTo>
                <a:close/>
                <a:moveTo>
                  <a:pt x="1438117" y="38733"/>
                </a:moveTo>
                <a:lnTo>
                  <a:pt x="1421328" y="38733"/>
                </a:lnTo>
                <a:lnTo>
                  <a:pt x="1421328" y="19450"/>
                </a:lnTo>
                <a:cubicBezTo>
                  <a:pt x="1421328" y="17789"/>
                  <a:pt x="1420995" y="17289"/>
                  <a:pt x="1420163" y="17289"/>
                </a:cubicBezTo>
                <a:cubicBezTo>
                  <a:pt x="1410522" y="31253"/>
                  <a:pt x="1405535" y="36904"/>
                  <a:pt x="1400716" y="39730"/>
                </a:cubicBezTo>
                <a:cubicBezTo>
                  <a:pt x="1398887" y="40894"/>
                  <a:pt x="1397887" y="41891"/>
                  <a:pt x="1397887" y="42891"/>
                </a:cubicBezTo>
                <a:cubicBezTo>
                  <a:pt x="1397887" y="43388"/>
                  <a:pt x="1398055" y="43720"/>
                  <a:pt x="1398554" y="44052"/>
                </a:cubicBezTo>
                <a:lnTo>
                  <a:pt x="1407364" y="44052"/>
                </a:lnTo>
                <a:lnTo>
                  <a:pt x="1407364" y="94091"/>
                </a:lnTo>
                <a:cubicBezTo>
                  <a:pt x="1407364" y="108055"/>
                  <a:pt x="1412351" y="115203"/>
                  <a:pt x="1422160" y="115203"/>
                </a:cubicBezTo>
                <a:cubicBezTo>
                  <a:pt x="1430304" y="115203"/>
                  <a:pt x="1436621" y="111213"/>
                  <a:pt x="1442107" y="102568"/>
                </a:cubicBezTo>
                <a:lnTo>
                  <a:pt x="1439946" y="100739"/>
                </a:lnTo>
                <a:cubicBezTo>
                  <a:pt x="1436288" y="105062"/>
                  <a:pt x="1433630" y="106558"/>
                  <a:pt x="1429972" y="106558"/>
                </a:cubicBezTo>
                <a:cubicBezTo>
                  <a:pt x="1423821" y="106558"/>
                  <a:pt x="1421328" y="102071"/>
                  <a:pt x="1421328" y="91598"/>
                </a:cubicBezTo>
                <a:lnTo>
                  <a:pt x="1421328" y="44052"/>
                </a:lnTo>
                <a:lnTo>
                  <a:pt x="1438117" y="44052"/>
                </a:lnTo>
                <a:lnTo>
                  <a:pt x="1438117" y="38733"/>
                </a:lnTo>
                <a:close/>
                <a:moveTo>
                  <a:pt x="1446096" y="113539"/>
                </a:moveTo>
                <a:lnTo>
                  <a:pt x="1485494" y="113539"/>
                </a:lnTo>
                <a:lnTo>
                  <a:pt x="1485494" y="111045"/>
                </a:lnTo>
                <a:cubicBezTo>
                  <a:pt x="1474524" y="110216"/>
                  <a:pt x="1473359" y="108719"/>
                  <a:pt x="1473192" y="96584"/>
                </a:cubicBezTo>
                <a:lnTo>
                  <a:pt x="1473192" y="37569"/>
                </a:lnTo>
                <a:lnTo>
                  <a:pt x="1472527" y="37072"/>
                </a:lnTo>
                <a:lnTo>
                  <a:pt x="1446761" y="46214"/>
                </a:lnTo>
                <a:lnTo>
                  <a:pt x="1446761" y="48707"/>
                </a:lnTo>
                <a:lnTo>
                  <a:pt x="1448093" y="48542"/>
                </a:lnTo>
                <a:cubicBezTo>
                  <a:pt x="1450086" y="48210"/>
                  <a:pt x="1452080" y="48042"/>
                  <a:pt x="1453744" y="48042"/>
                </a:cubicBezTo>
                <a:cubicBezTo>
                  <a:pt x="1457734" y="48042"/>
                  <a:pt x="1459228" y="50703"/>
                  <a:pt x="1459228" y="58016"/>
                </a:cubicBezTo>
                <a:lnTo>
                  <a:pt x="1459228" y="96584"/>
                </a:lnTo>
                <a:cubicBezTo>
                  <a:pt x="1458896" y="108884"/>
                  <a:pt x="1457402" y="110548"/>
                  <a:pt x="1446096" y="111045"/>
                </a:cubicBezTo>
                <a:lnTo>
                  <a:pt x="1446096" y="113539"/>
                </a:lnTo>
                <a:moveTo>
                  <a:pt x="1464715" y="0"/>
                </a:moveTo>
                <a:cubicBezTo>
                  <a:pt x="1460228" y="0"/>
                  <a:pt x="1456402" y="3825"/>
                  <a:pt x="1456402" y="8480"/>
                </a:cubicBezTo>
                <a:cubicBezTo>
                  <a:pt x="1456402" y="13299"/>
                  <a:pt x="1460060" y="16957"/>
                  <a:pt x="1464715" y="16957"/>
                </a:cubicBezTo>
                <a:cubicBezTo>
                  <a:pt x="1469702" y="16957"/>
                  <a:pt x="1473359" y="13299"/>
                  <a:pt x="1473359" y="8480"/>
                </a:cubicBezTo>
                <a:cubicBezTo>
                  <a:pt x="1473359" y="3658"/>
                  <a:pt x="1469537" y="0"/>
                  <a:pt x="1464715" y="0"/>
                </a:cubicBezTo>
                <a:close/>
                <a:moveTo>
                  <a:pt x="1532707" y="37072"/>
                </a:moveTo>
                <a:cubicBezTo>
                  <a:pt x="1510928" y="37072"/>
                  <a:pt x="1495967" y="53029"/>
                  <a:pt x="1495967" y="75970"/>
                </a:cubicBezTo>
                <a:cubicBezTo>
                  <a:pt x="1495967" y="98578"/>
                  <a:pt x="1511428" y="115203"/>
                  <a:pt x="1532372" y="115203"/>
                </a:cubicBezTo>
                <a:cubicBezTo>
                  <a:pt x="1553319" y="115203"/>
                  <a:pt x="1569276" y="97749"/>
                  <a:pt x="1569276" y="74641"/>
                </a:cubicBezTo>
                <a:cubicBezTo>
                  <a:pt x="1569276" y="52697"/>
                  <a:pt x="1553983" y="37072"/>
                  <a:pt x="1532707" y="37072"/>
                </a:cubicBezTo>
                <a:moveTo>
                  <a:pt x="1530546" y="41726"/>
                </a:moveTo>
                <a:cubicBezTo>
                  <a:pt x="1544509" y="41726"/>
                  <a:pt x="1554316" y="57684"/>
                  <a:pt x="1554316" y="80460"/>
                </a:cubicBezTo>
                <a:cubicBezTo>
                  <a:pt x="1554316" y="99410"/>
                  <a:pt x="1546835" y="110548"/>
                  <a:pt x="1534368" y="110548"/>
                </a:cubicBezTo>
                <a:cubicBezTo>
                  <a:pt x="1527885" y="110548"/>
                  <a:pt x="1521734" y="106558"/>
                  <a:pt x="1518243" y="99910"/>
                </a:cubicBezTo>
                <a:cubicBezTo>
                  <a:pt x="1513589" y="91265"/>
                  <a:pt x="1510928" y="79628"/>
                  <a:pt x="1510928" y="67825"/>
                </a:cubicBezTo>
                <a:cubicBezTo>
                  <a:pt x="1510928" y="52032"/>
                  <a:pt x="1518576" y="41726"/>
                  <a:pt x="1530546" y="41726"/>
                </a:cubicBezTo>
                <a:close/>
                <a:moveTo>
                  <a:pt x="1578587" y="113539"/>
                </a:moveTo>
                <a:lnTo>
                  <a:pt x="1613830" y="113539"/>
                </a:lnTo>
                <a:lnTo>
                  <a:pt x="1613830" y="111045"/>
                </a:lnTo>
                <a:cubicBezTo>
                  <a:pt x="1605517" y="110548"/>
                  <a:pt x="1602856" y="108387"/>
                  <a:pt x="1602856" y="102403"/>
                </a:cubicBezTo>
                <a:lnTo>
                  <a:pt x="1602856" y="55690"/>
                </a:lnTo>
                <a:cubicBezTo>
                  <a:pt x="1610836" y="48210"/>
                  <a:pt x="1614494" y="46214"/>
                  <a:pt x="1619981" y="46214"/>
                </a:cubicBezTo>
                <a:cubicBezTo>
                  <a:pt x="1628126" y="46214"/>
                  <a:pt x="1632116" y="51368"/>
                  <a:pt x="1632116" y="62338"/>
                </a:cubicBezTo>
                <a:lnTo>
                  <a:pt x="1632116" y="97082"/>
                </a:lnTo>
                <a:cubicBezTo>
                  <a:pt x="1631783" y="107887"/>
                  <a:pt x="1629787" y="110548"/>
                  <a:pt x="1621642" y="111045"/>
                </a:cubicBezTo>
                <a:lnTo>
                  <a:pt x="1621642" y="113539"/>
                </a:lnTo>
                <a:lnTo>
                  <a:pt x="1656220" y="113539"/>
                </a:lnTo>
                <a:lnTo>
                  <a:pt x="1656220" y="111045"/>
                </a:lnTo>
                <a:cubicBezTo>
                  <a:pt x="1648073" y="110216"/>
                  <a:pt x="1646244" y="108220"/>
                  <a:pt x="1646079" y="100075"/>
                </a:cubicBezTo>
                <a:lnTo>
                  <a:pt x="1646079" y="62006"/>
                </a:lnTo>
                <a:cubicBezTo>
                  <a:pt x="1646079" y="46381"/>
                  <a:pt x="1638764" y="37072"/>
                  <a:pt x="1626464" y="37072"/>
                </a:cubicBezTo>
                <a:cubicBezTo>
                  <a:pt x="1618816" y="37072"/>
                  <a:pt x="1613662" y="39897"/>
                  <a:pt x="1602359" y="50536"/>
                </a:cubicBezTo>
                <a:lnTo>
                  <a:pt x="1602359" y="37404"/>
                </a:lnTo>
                <a:lnTo>
                  <a:pt x="1601195" y="37072"/>
                </a:lnTo>
                <a:cubicBezTo>
                  <a:pt x="1592550" y="40230"/>
                  <a:pt x="1586899" y="42059"/>
                  <a:pt x="1578254" y="44552"/>
                </a:cubicBezTo>
                <a:lnTo>
                  <a:pt x="1578254" y="47378"/>
                </a:lnTo>
                <a:cubicBezTo>
                  <a:pt x="1579419" y="46881"/>
                  <a:pt x="1580915" y="46713"/>
                  <a:pt x="1582744" y="46713"/>
                </a:cubicBezTo>
                <a:cubicBezTo>
                  <a:pt x="1587399" y="46713"/>
                  <a:pt x="1588893" y="49207"/>
                  <a:pt x="1588893" y="57352"/>
                </a:cubicBezTo>
                <a:lnTo>
                  <a:pt x="1588893" y="98578"/>
                </a:lnTo>
                <a:cubicBezTo>
                  <a:pt x="1588728" y="108387"/>
                  <a:pt x="1586899" y="110548"/>
                  <a:pt x="1578587" y="111045"/>
                </a:cubicBezTo>
                <a:lnTo>
                  <a:pt x="1578587" y="113539"/>
                </a:lnTo>
                <a:close/>
                <a:moveTo>
                  <a:pt x="1873656" y="42723"/>
                </a:moveTo>
                <a:lnTo>
                  <a:pt x="1837748" y="42723"/>
                </a:lnTo>
                <a:lnTo>
                  <a:pt x="1837748" y="46214"/>
                </a:lnTo>
                <a:cubicBezTo>
                  <a:pt x="1846061" y="47046"/>
                  <a:pt x="1848387" y="48707"/>
                  <a:pt x="1848387" y="53694"/>
                </a:cubicBezTo>
                <a:cubicBezTo>
                  <a:pt x="1848387" y="61009"/>
                  <a:pt x="1844064" y="69654"/>
                  <a:pt x="1833259" y="83950"/>
                </a:cubicBezTo>
                <a:cubicBezTo>
                  <a:pt x="1824117" y="72480"/>
                  <a:pt x="1818630" y="64002"/>
                  <a:pt x="1811317" y="49706"/>
                </a:cubicBezTo>
                <a:cubicBezTo>
                  <a:pt x="1830268" y="40729"/>
                  <a:pt x="1837084" y="33249"/>
                  <a:pt x="1837084" y="21279"/>
                </a:cubicBezTo>
                <a:cubicBezTo>
                  <a:pt x="1837084" y="9477"/>
                  <a:pt x="1827775" y="1164"/>
                  <a:pt x="1814640" y="1164"/>
                </a:cubicBezTo>
                <a:cubicBezTo>
                  <a:pt x="1800344" y="1164"/>
                  <a:pt x="1789041" y="12470"/>
                  <a:pt x="1789041" y="26766"/>
                </a:cubicBezTo>
                <a:cubicBezTo>
                  <a:pt x="1789041" y="33082"/>
                  <a:pt x="1790371" y="38401"/>
                  <a:pt x="1794860" y="50868"/>
                </a:cubicBezTo>
                <a:lnTo>
                  <a:pt x="1788542" y="54526"/>
                </a:lnTo>
                <a:cubicBezTo>
                  <a:pt x="1770920" y="64667"/>
                  <a:pt x="1762443" y="76470"/>
                  <a:pt x="1762443" y="90433"/>
                </a:cubicBezTo>
                <a:cubicBezTo>
                  <a:pt x="1762443" y="106226"/>
                  <a:pt x="1773081" y="115700"/>
                  <a:pt x="1790870" y="115700"/>
                </a:cubicBezTo>
                <a:cubicBezTo>
                  <a:pt x="1804334" y="115700"/>
                  <a:pt x="1814308" y="111545"/>
                  <a:pt x="1826778" y="100574"/>
                </a:cubicBezTo>
                <a:cubicBezTo>
                  <a:pt x="1837249" y="111380"/>
                  <a:pt x="1845396" y="115700"/>
                  <a:pt x="1855038" y="115700"/>
                </a:cubicBezTo>
                <a:cubicBezTo>
                  <a:pt x="1865676" y="115700"/>
                  <a:pt x="1875152" y="108719"/>
                  <a:pt x="1880139" y="96917"/>
                </a:cubicBezTo>
                <a:lnTo>
                  <a:pt x="1877646" y="95088"/>
                </a:lnTo>
                <a:cubicBezTo>
                  <a:pt x="1872324" y="101736"/>
                  <a:pt x="1868669" y="103897"/>
                  <a:pt x="1862683" y="103897"/>
                </a:cubicBezTo>
                <a:cubicBezTo>
                  <a:pt x="1853374" y="103897"/>
                  <a:pt x="1844896" y="98746"/>
                  <a:pt x="1837084" y="88604"/>
                </a:cubicBezTo>
                <a:cubicBezTo>
                  <a:pt x="1844397" y="78796"/>
                  <a:pt x="1848554" y="72647"/>
                  <a:pt x="1853706" y="63670"/>
                </a:cubicBezTo>
                <a:lnTo>
                  <a:pt x="1858028" y="56022"/>
                </a:lnTo>
                <a:cubicBezTo>
                  <a:pt x="1862018" y="49207"/>
                  <a:pt x="1865344" y="47213"/>
                  <a:pt x="1873656" y="46214"/>
                </a:cubicBezTo>
                <a:lnTo>
                  <a:pt x="1873656" y="42723"/>
                </a:lnTo>
                <a:moveTo>
                  <a:pt x="1808824" y="44385"/>
                </a:moveTo>
                <a:cubicBezTo>
                  <a:pt x="1803837" y="33914"/>
                  <a:pt x="1802173" y="27595"/>
                  <a:pt x="1802173" y="20115"/>
                </a:cubicBezTo>
                <a:cubicBezTo>
                  <a:pt x="1802173" y="12135"/>
                  <a:pt x="1807327" y="6483"/>
                  <a:pt x="1814973" y="6483"/>
                </a:cubicBezTo>
                <a:cubicBezTo>
                  <a:pt x="1822620" y="6483"/>
                  <a:pt x="1828272" y="12470"/>
                  <a:pt x="1828272" y="20615"/>
                </a:cubicBezTo>
                <a:cubicBezTo>
                  <a:pt x="1828272" y="29756"/>
                  <a:pt x="1821956" y="37404"/>
                  <a:pt x="1808824" y="44385"/>
                </a:cubicBezTo>
                <a:moveTo>
                  <a:pt x="1797354" y="56522"/>
                </a:moveTo>
                <a:cubicBezTo>
                  <a:pt x="1807327" y="75473"/>
                  <a:pt x="1813146" y="84614"/>
                  <a:pt x="1822620" y="96252"/>
                </a:cubicBezTo>
                <a:cubicBezTo>
                  <a:pt x="1812647" y="104065"/>
                  <a:pt x="1806331" y="107058"/>
                  <a:pt x="1799183" y="107058"/>
                </a:cubicBezTo>
                <a:cubicBezTo>
                  <a:pt x="1787377" y="107058"/>
                  <a:pt x="1777736" y="96584"/>
                  <a:pt x="1777736" y="83618"/>
                </a:cubicBezTo>
                <a:cubicBezTo>
                  <a:pt x="1777736" y="72979"/>
                  <a:pt x="1782890" y="65831"/>
                  <a:pt x="1797354" y="56522"/>
                </a:cubicBezTo>
                <a:close/>
                <a:moveTo>
                  <a:pt x="2072973" y="85446"/>
                </a:moveTo>
                <a:lnTo>
                  <a:pt x="2068318" y="85446"/>
                </a:lnTo>
                <a:cubicBezTo>
                  <a:pt x="2060338" y="103068"/>
                  <a:pt x="2052858" y="107223"/>
                  <a:pt x="2029085" y="107390"/>
                </a:cubicBezTo>
                <a:lnTo>
                  <a:pt x="2024598" y="107390"/>
                </a:lnTo>
                <a:cubicBezTo>
                  <a:pt x="2007309" y="106890"/>
                  <a:pt x="2007142" y="106726"/>
                  <a:pt x="2007142" y="100242"/>
                </a:cubicBezTo>
                <a:lnTo>
                  <a:pt x="2007142" y="59180"/>
                </a:lnTo>
                <a:lnTo>
                  <a:pt x="2032743" y="59180"/>
                </a:lnTo>
                <a:cubicBezTo>
                  <a:pt x="2046707" y="59513"/>
                  <a:pt x="2048868" y="61509"/>
                  <a:pt x="2051029" y="75140"/>
                </a:cubicBezTo>
                <a:lnTo>
                  <a:pt x="2054852" y="75140"/>
                </a:lnTo>
                <a:lnTo>
                  <a:pt x="2054852" y="36572"/>
                </a:lnTo>
                <a:lnTo>
                  <a:pt x="2051029" y="36572"/>
                </a:lnTo>
                <a:cubicBezTo>
                  <a:pt x="2049033" y="50039"/>
                  <a:pt x="2046707" y="52032"/>
                  <a:pt x="2032743" y="52365"/>
                </a:cubicBezTo>
                <a:lnTo>
                  <a:pt x="2007142" y="52365"/>
                </a:lnTo>
                <a:lnTo>
                  <a:pt x="2007142" y="15460"/>
                </a:lnTo>
                <a:cubicBezTo>
                  <a:pt x="2007309" y="10473"/>
                  <a:pt x="2007974" y="9809"/>
                  <a:pt x="2012628" y="9809"/>
                </a:cubicBezTo>
                <a:lnTo>
                  <a:pt x="2035069" y="9809"/>
                </a:lnTo>
                <a:cubicBezTo>
                  <a:pt x="2054355" y="10141"/>
                  <a:pt x="2057677" y="12470"/>
                  <a:pt x="2060338" y="27263"/>
                </a:cubicBezTo>
                <a:lnTo>
                  <a:pt x="2064493" y="27263"/>
                </a:lnTo>
                <a:lnTo>
                  <a:pt x="2063996" y="3493"/>
                </a:lnTo>
                <a:lnTo>
                  <a:pt x="1975724" y="3493"/>
                </a:lnTo>
                <a:lnTo>
                  <a:pt x="1975724" y="6651"/>
                </a:lnTo>
                <a:cubicBezTo>
                  <a:pt x="1987859" y="7480"/>
                  <a:pt x="1989855" y="9641"/>
                  <a:pt x="1990187" y="21611"/>
                </a:cubicBezTo>
                <a:lnTo>
                  <a:pt x="1990187" y="95420"/>
                </a:lnTo>
                <a:cubicBezTo>
                  <a:pt x="1989855" y="107390"/>
                  <a:pt x="1987694" y="109716"/>
                  <a:pt x="1975724" y="110381"/>
                </a:cubicBezTo>
                <a:lnTo>
                  <a:pt x="1975724" y="113539"/>
                </a:lnTo>
                <a:lnTo>
                  <a:pt x="2065490" y="113539"/>
                </a:lnTo>
                <a:lnTo>
                  <a:pt x="2072973" y="85446"/>
                </a:lnTo>
                <a:close/>
                <a:moveTo>
                  <a:pt x="2079953" y="113539"/>
                </a:moveTo>
                <a:lnTo>
                  <a:pt x="2116858" y="113539"/>
                </a:lnTo>
                <a:lnTo>
                  <a:pt x="2116858" y="111045"/>
                </a:lnTo>
                <a:cubicBezTo>
                  <a:pt x="2108381" y="110880"/>
                  <a:pt x="2105720" y="109052"/>
                  <a:pt x="2105555" y="102403"/>
                </a:cubicBezTo>
                <a:lnTo>
                  <a:pt x="2105555" y="55523"/>
                </a:lnTo>
                <a:cubicBezTo>
                  <a:pt x="2105555" y="55190"/>
                  <a:pt x="2106884" y="53529"/>
                  <a:pt x="2108048" y="52365"/>
                </a:cubicBezTo>
                <a:cubicBezTo>
                  <a:pt x="2112203" y="48542"/>
                  <a:pt x="2119351" y="45716"/>
                  <a:pt x="2125170" y="45716"/>
                </a:cubicBezTo>
                <a:cubicBezTo>
                  <a:pt x="2132483" y="45716"/>
                  <a:pt x="2136141" y="51535"/>
                  <a:pt x="2136141" y="63170"/>
                </a:cubicBezTo>
                <a:lnTo>
                  <a:pt x="2136141" y="99243"/>
                </a:lnTo>
                <a:cubicBezTo>
                  <a:pt x="2135808" y="108719"/>
                  <a:pt x="2134147" y="110548"/>
                  <a:pt x="2124838" y="111045"/>
                </a:cubicBezTo>
                <a:lnTo>
                  <a:pt x="2124838" y="113539"/>
                </a:lnTo>
                <a:lnTo>
                  <a:pt x="2162074" y="113539"/>
                </a:lnTo>
                <a:lnTo>
                  <a:pt x="2162074" y="111045"/>
                </a:lnTo>
                <a:cubicBezTo>
                  <a:pt x="2152765" y="111045"/>
                  <a:pt x="2150437" y="108387"/>
                  <a:pt x="2150104" y="97749"/>
                </a:cubicBezTo>
                <a:lnTo>
                  <a:pt x="2150104" y="55855"/>
                </a:lnTo>
                <a:cubicBezTo>
                  <a:pt x="2155091" y="48707"/>
                  <a:pt x="2160413" y="45716"/>
                  <a:pt x="2168225" y="45716"/>
                </a:cubicBezTo>
                <a:cubicBezTo>
                  <a:pt x="2177700" y="45716"/>
                  <a:pt x="2180693" y="50204"/>
                  <a:pt x="2180693" y="64002"/>
                </a:cubicBezTo>
                <a:lnTo>
                  <a:pt x="2180693" y="99078"/>
                </a:lnTo>
                <a:cubicBezTo>
                  <a:pt x="2180360" y="108884"/>
                  <a:pt x="2179363" y="110049"/>
                  <a:pt x="2169722" y="111045"/>
                </a:cubicBezTo>
                <a:lnTo>
                  <a:pt x="2169722" y="113539"/>
                </a:lnTo>
                <a:lnTo>
                  <a:pt x="2206127" y="113539"/>
                </a:lnTo>
                <a:lnTo>
                  <a:pt x="2206127" y="111045"/>
                </a:lnTo>
                <a:lnTo>
                  <a:pt x="2201804" y="110713"/>
                </a:lnTo>
                <a:cubicBezTo>
                  <a:pt x="2196485" y="109884"/>
                  <a:pt x="2194656" y="107390"/>
                  <a:pt x="2194656" y="100907"/>
                </a:cubicBezTo>
                <a:lnTo>
                  <a:pt x="2194656" y="66661"/>
                </a:lnTo>
                <a:cubicBezTo>
                  <a:pt x="2194656" y="47046"/>
                  <a:pt x="2188173" y="37072"/>
                  <a:pt x="2175373" y="37072"/>
                </a:cubicBezTo>
                <a:cubicBezTo>
                  <a:pt x="2165732" y="37072"/>
                  <a:pt x="2157252" y="41394"/>
                  <a:pt x="2148275" y="51036"/>
                </a:cubicBezTo>
                <a:cubicBezTo>
                  <a:pt x="2145285" y="41559"/>
                  <a:pt x="2139633" y="37072"/>
                  <a:pt x="2130657" y="37072"/>
                </a:cubicBezTo>
                <a:cubicBezTo>
                  <a:pt x="2123174" y="37072"/>
                  <a:pt x="2118687" y="39233"/>
                  <a:pt x="2104888" y="49871"/>
                </a:cubicBezTo>
                <a:lnTo>
                  <a:pt x="2104888" y="37404"/>
                </a:lnTo>
                <a:lnTo>
                  <a:pt x="2103726" y="37072"/>
                </a:lnTo>
                <a:cubicBezTo>
                  <a:pt x="2094914" y="40230"/>
                  <a:pt x="2089262" y="42059"/>
                  <a:pt x="2080453" y="44552"/>
                </a:cubicBezTo>
                <a:lnTo>
                  <a:pt x="2080453" y="47378"/>
                </a:lnTo>
                <a:cubicBezTo>
                  <a:pt x="2082447" y="46881"/>
                  <a:pt x="2083943" y="46713"/>
                  <a:pt x="2085772" y="46713"/>
                </a:cubicBezTo>
                <a:cubicBezTo>
                  <a:pt x="2090094" y="46713"/>
                  <a:pt x="2091591" y="49374"/>
                  <a:pt x="2091591" y="57352"/>
                </a:cubicBezTo>
                <a:lnTo>
                  <a:pt x="2091591" y="99410"/>
                </a:lnTo>
                <a:cubicBezTo>
                  <a:pt x="2091259" y="108719"/>
                  <a:pt x="2089098" y="111045"/>
                  <a:pt x="2079953" y="111045"/>
                </a:cubicBezTo>
                <a:lnTo>
                  <a:pt x="2079953" y="113539"/>
                </a:lnTo>
                <a:close/>
                <a:moveTo>
                  <a:pt x="2232060" y="332"/>
                </a:moveTo>
                <a:lnTo>
                  <a:pt x="2231228" y="0"/>
                </a:lnTo>
                <a:cubicBezTo>
                  <a:pt x="2224413" y="2329"/>
                  <a:pt x="2219923" y="3825"/>
                  <a:pt x="2211945" y="5986"/>
                </a:cubicBezTo>
                <a:lnTo>
                  <a:pt x="2207123" y="7315"/>
                </a:lnTo>
                <a:lnTo>
                  <a:pt x="2207123" y="9974"/>
                </a:lnTo>
                <a:cubicBezTo>
                  <a:pt x="2208120" y="9809"/>
                  <a:pt x="2208620" y="9809"/>
                  <a:pt x="2209949" y="9809"/>
                </a:cubicBezTo>
                <a:cubicBezTo>
                  <a:pt x="2216600" y="9809"/>
                  <a:pt x="2218094" y="11305"/>
                  <a:pt x="2218094" y="18286"/>
                </a:cubicBezTo>
                <a:lnTo>
                  <a:pt x="2218094" y="104564"/>
                </a:lnTo>
                <a:cubicBezTo>
                  <a:pt x="2218094" y="109716"/>
                  <a:pt x="2232060" y="115203"/>
                  <a:pt x="2245524" y="115203"/>
                </a:cubicBezTo>
                <a:cubicBezTo>
                  <a:pt x="2267468" y="115203"/>
                  <a:pt x="2284422" y="96917"/>
                  <a:pt x="2284422" y="73144"/>
                </a:cubicBezTo>
                <a:cubicBezTo>
                  <a:pt x="2284422" y="52532"/>
                  <a:pt x="2271790" y="37072"/>
                  <a:pt x="2255166" y="37072"/>
                </a:cubicBezTo>
                <a:cubicBezTo>
                  <a:pt x="2245025" y="37072"/>
                  <a:pt x="2235383" y="42891"/>
                  <a:pt x="2232060" y="51200"/>
                </a:cubicBezTo>
                <a:lnTo>
                  <a:pt x="2232060" y="332"/>
                </a:lnTo>
                <a:moveTo>
                  <a:pt x="2232060" y="60012"/>
                </a:moveTo>
                <a:cubicBezTo>
                  <a:pt x="2232060" y="53529"/>
                  <a:pt x="2239873" y="47545"/>
                  <a:pt x="2248518" y="47545"/>
                </a:cubicBezTo>
                <a:cubicBezTo>
                  <a:pt x="2253172" y="47545"/>
                  <a:pt x="2257327" y="49207"/>
                  <a:pt x="2260817" y="52365"/>
                </a:cubicBezTo>
                <a:cubicBezTo>
                  <a:pt x="2266136" y="57519"/>
                  <a:pt x="2269794" y="68822"/>
                  <a:pt x="2269794" y="80792"/>
                </a:cubicBezTo>
                <a:cubicBezTo>
                  <a:pt x="2269794" y="99243"/>
                  <a:pt x="2261814" y="109884"/>
                  <a:pt x="2248185" y="109884"/>
                </a:cubicBezTo>
                <a:cubicBezTo>
                  <a:pt x="2239541" y="109884"/>
                  <a:pt x="2232060" y="106226"/>
                  <a:pt x="2232060" y="101904"/>
                </a:cubicBezTo>
                <a:lnTo>
                  <a:pt x="2232060" y="60012"/>
                </a:lnTo>
                <a:close/>
                <a:moveTo>
                  <a:pt x="2358897" y="86278"/>
                </a:moveTo>
                <a:cubicBezTo>
                  <a:pt x="2350919" y="98910"/>
                  <a:pt x="2343769" y="103732"/>
                  <a:pt x="2333130" y="103732"/>
                </a:cubicBezTo>
                <a:cubicBezTo>
                  <a:pt x="2323656" y="103732"/>
                  <a:pt x="2316508" y="98910"/>
                  <a:pt x="2311686" y="89436"/>
                </a:cubicBezTo>
                <a:cubicBezTo>
                  <a:pt x="2308693" y="83118"/>
                  <a:pt x="2307531" y="77799"/>
                  <a:pt x="2307199" y="67493"/>
                </a:cubicBezTo>
                <a:lnTo>
                  <a:pt x="2358400" y="67493"/>
                </a:lnTo>
                <a:cubicBezTo>
                  <a:pt x="2357068" y="56687"/>
                  <a:pt x="2355406" y="51868"/>
                  <a:pt x="2351252" y="46546"/>
                </a:cubicBezTo>
                <a:cubicBezTo>
                  <a:pt x="2346262" y="40562"/>
                  <a:pt x="2338617" y="37072"/>
                  <a:pt x="2329972" y="37072"/>
                </a:cubicBezTo>
                <a:cubicBezTo>
                  <a:pt x="2321660" y="37072"/>
                  <a:pt x="2313847" y="40065"/>
                  <a:pt x="2307531" y="45716"/>
                </a:cubicBezTo>
                <a:cubicBezTo>
                  <a:pt x="2299716" y="52532"/>
                  <a:pt x="2295229" y="64335"/>
                  <a:pt x="2295229" y="77966"/>
                </a:cubicBezTo>
                <a:cubicBezTo>
                  <a:pt x="2295229" y="100907"/>
                  <a:pt x="2307199" y="115203"/>
                  <a:pt x="2326315" y="115203"/>
                </a:cubicBezTo>
                <a:cubicBezTo>
                  <a:pt x="2342107" y="115203"/>
                  <a:pt x="2354574" y="105394"/>
                  <a:pt x="2361558" y="87440"/>
                </a:cubicBezTo>
                <a:lnTo>
                  <a:pt x="2358897" y="86278"/>
                </a:lnTo>
                <a:moveTo>
                  <a:pt x="2307531" y="62174"/>
                </a:moveTo>
                <a:cubicBezTo>
                  <a:pt x="2309358" y="49207"/>
                  <a:pt x="2315012" y="43056"/>
                  <a:pt x="2325150" y="43056"/>
                </a:cubicBezTo>
                <a:cubicBezTo>
                  <a:pt x="2335292" y="43056"/>
                  <a:pt x="2339282" y="47710"/>
                  <a:pt x="2341443" y="62174"/>
                </a:cubicBezTo>
                <a:lnTo>
                  <a:pt x="2307531" y="62174"/>
                </a:lnTo>
                <a:close/>
                <a:moveTo>
                  <a:pt x="2447502" y="103897"/>
                </a:moveTo>
                <a:cubicBezTo>
                  <a:pt x="2445341" y="104065"/>
                  <a:pt x="2444344" y="104065"/>
                  <a:pt x="2443677" y="104065"/>
                </a:cubicBezTo>
                <a:cubicBezTo>
                  <a:pt x="2437860" y="104065"/>
                  <a:pt x="2436364" y="102236"/>
                  <a:pt x="2436364" y="94588"/>
                </a:cubicBezTo>
                <a:lnTo>
                  <a:pt x="2436364" y="332"/>
                </a:lnTo>
                <a:lnTo>
                  <a:pt x="2435532" y="0"/>
                </a:lnTo>
                <a:cubicBezTo>
                  <a:pt x="2427719" y="2661"/>
                  <a:pt x="2422068" y="4490"/>
                  <a:pt x="2411095" y="7315"/>
                </a:cubicBezTo>
                <a:lnTo>
                  <a:pt x="2411095" y="9974"/>
                </a:lnTo>
                <a:cubicBezTo>
                  <a:pt x="2412426" y="9809"/>
                  <a:pt x="2413256" y="9809"/>
                  <a:pt x="2414752" y="9809"/>
                </a:cubicBezTo>
                <a:cubicBezTo>
                  <a:pt x="2420903" y="9809"/>
                  <a:pt x="2422400" y="11470"/>
                  <a:pt x="2422400" y="18286"/>
                </a:cubicBezTo>
                <a:lnTo>
                  <a:pt x="2422400" y="44220"/>
                </a:lnTo>
                <a:cubicBezTo>
                  <a:pt x="2416081" y="38901"/>
                  <a:pt x="2411594" y="37072"/>
                  <a:pt x="2404943" y="37072"/>
                </a:cubicBezTo>
                <a:cubicBezTo>
                  <a:pt x="2385828" y="37072"/>
                  <a:pt x="2370368" y="55855"/>
                  <a:pt x="2370368" y="79463"/>
                </a:cubicBezTo>
                <a:cubicBezTo>
                  <a:pt x="2370368" y="100739"/>
                  <a:pt x="2382670" y="115203"/>
                  <a:pt x="2401121" y="115203"/>
                </a:cubicBezTo>
                <a:cubicBezTo>
                  <a:pt x="2410430" y="115203"/>
                  <a:pt x="2416749" y="111877"/>
                  <a:pt x="2422400" y="104065"/>
                </a:cubicBezTo>
                <a:lnTo>
                  <a:pt x="2422400" y="114703"/>
                </a:lnTo>
                <a:lnTo>
                  <a:pt x="2423065" y="115203"/>
                </a:lnTo>
                <a:lnTo>
                  <a:pt x="2447502" y="106558"/>
                </a:lnTo>
                <a:lnTo>
                  <a:pt x="2447502" y="103897"/>
                </a:lnTo>
                <a:moveTo>
                  <a:pt x="2422400" y="96584"/>
                </a:moveTo>
                <a:cubicBezTo>
                  <a:pt x="2422400" y="97749"/>
                  <a:pt x="2421236" y="99742"/>
                  <a:pt x="2419574" y="101571"/>
                </a:cubicBezTo>
                <a:cubicBezTo>
                  <a:pt x="2416749" y="104897"/>
                  <a:pt x="2412426" y="106558"/>
                  <a:pt x="2407604" y="106558"/>
                </a:cubicBezTo>
                <a:cubicBezTo>
                  <a:pt x="2393641" y="106558"/>
                  <a:pt x="2384664" y="93259"/>
                  <a:pt x="2384664" y="72647"/>
                </a:cubicBezTo>
                <a:cubicBezTo>
                  <a:pt x="2384664" y="54029"/>
                  <a:pt x="2392809" y="41726"/>
                  <a:pt x="2405443" y="41726"/>
                </a:cubicBezTo>
                <a:cubicBezTo>
                  <a:pt x="2414420" y="41726"/>
                  <a:pt x="2422400" y="49539"/>
                  <a:pt x="2422400" y="58351"/>
                </a:cubicBezTo>
                <a:lnTo>
                  <a:pt x="2422400" y="96584"/>
                </a:lnTo>
                <a:close/>
                <a:moveTo>
                  <a:pt x="2531950" y="103897"/>
                </a:moveTo>
                <a:cubicBezTo>
                  <a:pt x="2529788" y="104065"/>
                  <a:pt x="2528792" y="104065"/>
                  <a:pt x="2528124" y="104065"/>
                </a:cubicBezTo>
                <a:cubicBezTo>
                  <a:pt x="2522308" y="104065"/>
                  <a:pt x="2520811" y="102236"/>
                  <a:pt x="2520811" y="94588"/>
                </a:cubicBezTo>
                <a:lnTo>
                  <a:pt x="2520811" y="332"/>
                </a:lnTo>
                <a:lnTo>
                  <a:pt x="2519980" y="0"/>
                </a:lnTo>
                <a:cubicBezTo>
                  <a:pt x="2512167" y="2661"/>
                  <a:pt x="2506515" y="4490"/>
                  <a:pt x="2495542" y="7315"/>
                </a:cubicBezTo>
                <a:lnTo>
                  <a:pt x="2495542" y="9974"/>
                </a:lnTo>
                <a:cubicBezTo>
                  <a:pt x="2496874" y="9809"/>
                  <a:pt x="2497703" y="9809"/>
                  <a:pt x="2499200" y="9809"/>
                </a:cubicBezTo>
                <a:cubicBezTo>
                  <a:pt x="2505351" y="9809"/>
                  <a:pt x="2506848" y="11470"/>
                  <a:pt x="2506848" y="18286"/>
                </a:cubicBezTo>
                <a:lnTo>
                  <a:pt x="2506848" y="44220"/>
                </a:lnTo>
                <a:cubicBezTo>
                  <a:pt x="2500529" y="38901"/>
                  <a:pt x="2496042" y="37072"/>
                  <a:pt x="2489391" y="37072"/>
                </a:cubicBezTo>
                <a:cubicBezTo>
                  <a:pt x="2470276" y="37072"/>
                  <a:pt x="2454815" y="55855"/>
                  <a:pt x="2454815" y="79463"/>
                </a:cubicBezTo>
                <a:cubicBezTo>
                  <a:pt x="2454815" y="100739"/>
                  <a:pt x="2467118" y="115203"/>
                  <a:pt x="2485569" y="115203"/>
                </a:cubicBezTo>
                <a:cubicBezTo>
                  <a:pt x="2494878" y="115203"/>
                  <a:pt x="2501196" y="111877"/>
                  <a:pt x="2506848" y="104065"/>
                </a:cubicBezTo>
                <a:lnTo>
                  <a:pt x="2506848" y="114703"/>
                </a:lnTo>
                <a:lnTo>
                  <a:pt x="2507512" y="115203"/>
                </a:lnTo>
                <a:lnTo>
                  <a:pt x="2531950" y="106558"/>
                </a:lnTo>
                <a:lnTo>
                  <a:pt x="2531950" y="103897"/>
                </a:lnTo>
                <a:moveTo>
                  <a:pt x="2506848" y="96584"/>
                </a:moveTo>
                <a:cubicBezTo>
                  <a:pt x="2506848" y="97749"/>
                  <a:pt x="2505683" y="99742"/>
                  <a:pt x="2504022" y="101571"/>
                </a:cubicBezTo>
                <a:cubicBezTo>
                  <a:pt x="2501196" y="104897"/>
                  <a:pt x="2496874" y="106558"/>
                  <a:pt x="2492052" y="106558"/>
                </a:cubicBezTo>
                <a:cubicBezTo>
                  <a:pt x="2478088" y="106558"/>
                  <a:pt x="2469111" y="93259"/>
                  <a:pt x="2469111" y="72647"/>
                </a:cubicBezTo>
                <a:cubicBezTo>
                  <a:pt x="2469111" y="54029"/>
                  <a:pt x="2477256" y="41726"/>
                  <a:pt x="2489891" y="41726"/>
                </a:cubicBezTo>
                <a:cubicBezTo>
                  <a:pt x="2498868" y="41726"/>
                  <a:pt x="2506848" y="49539"/>
                  <a:pt x="2506848" y="58351"/>
                </a:cubicBezTo>
                <a:lnTo>
                  <a:pt x="2506848" y="96584"/>
                </a:lnTo>
                <a:close/>
                <a:moveTo>
                  <a:pt x="2537434" y="113539"/>
                </a:moveTo>
                <a:lnTo>
                  <a:pt x="2576832" y="113539"/>
                </a:lnTo>
                <a:lnTo>
                  <a:pt x="2576832" y="111045"/>
                </a:lnTo>
                <a:cubicBezTo>
                  <a:pt x="2565862" y="110216"/>
                  <a:pt x="2564697" y="108719"/>
                  <a:pt x="2564530" y="96584"/>
                </a:cubicBezTo>
                <a:lnTo>
                  <a:pt x="2564530" y="37569"/>
                </a:lnTo>
                <a:lnTo>
                  <a:pt x="2563865" y="37072"/>
                </a:lnTo>
                <a:lnTo>
                  <a:pt x="2538099" y="46214"/>
                </a:lnTo>
                <a:lnTo>
                  <a:pt x="2538099" y="48707"/>
                </a:lnTo>
                <a:lnTo>
                  <a:pt x="2539431" y="48542"/>
                </a:lnTo>
                <a:cubicBezTo>
                  <a:pt x="2541424" y="48210"/>
                  <a:pt x="2543418" y="48042"/>
                  <a:pt x="2545082" y="48042"/>
                </a:cubicBezTo>
                <a:cubicBezTo>
                  <a:pt x="2549072" y="48042"/>
                  <a:pt x="2550566" y="50703"/>
                  <a:pt x="2550566" y="58016"/>
                </a:cubicBezTo>
                <a:lnTo>
                  <a:pt x="2550566" y="96584"/>
                </a:lnTo>
                <a:cubicBezTo>
                  <a:pt x="2550234" y="108884"/>
                  <a:pt x="2548740" y="110548"/>
                  <a:pt x="2537434" y="111045"/>
                </a:cubicBezTo>
                <a:lnTo>
                  <a:pt x="2537434" y="113539"/>
                </a:lnTo>
                <a:moveTo>
                  <a:pt x="2556053" y="0"/>
                </a:moveTo>
                <a:cubicBezTo>
                  <a:pt x="2551566" y="0"/>
                  <a:pt x="2547741" y="3825"/>
                  <a:pt x="2547741" y="8480"/>
                </a:cubicBezTo>
                <a:cubicBezTo>
                  <a:pt x="2547741" y="13299"/>
                  <a:pt x="2551398" y="16957"/>
                  <a:pt x="2556053" y="16957"/>
                </a:cubicBezTo>
                <a:cubicBezTo>
                  <a:pt x="2561040" y="16957"/>
                  <a:pt x="2564697" y="13299"/>
                  <a:pt x="2564697" y="8480"/>
                </a:cubicBezTo>
                <a:cubicBezTo>
                  <a:pt x="2564697" y="3658"/>
                  <a:pt x="2560875" y="0"/>
                  <a:pt x="2556053" y="0"/>
                </a:cubicBezTo>
                <a:close/>
                <a:moveTo>
                  <a:pt x="2585476" y="113539"/>
                </a:moveTo>
                <a:lnTo>
                  <a:pt x="2620719" y="113539"/>
                </a:lnTo>
                <a:lnTo>
                  <a:pt x="2620719" y="111045"/>
                </a:lnTo>
                <a:cubicBezTo>
                  <a:pt x="2612407" y="110548"/>
                  <a:pt x="2609746" y="108387"/>
                  <a:pt x="2609746" y="102403"/>
                </a:cubicBezTo>
                <a:lnTo>
                  <a:pt x="2609746" y="55690"/>
                </a:lnTo>
                <a:cubicBezTo>
                  <a:pt x="2617726" y="48210"/>
                  <a:pt x="2621384" y="46214"/>
                  <a:pt x="2626871" y="46214"/>
                </a:cubicBezTo>
                <a:cubicBezTo>
                  <a:pt x="2635015" y="46214"/>
                  <a:pt x="2639005" y="51368"/>
                  <a:pt x="2639005" y="62338"/>
                </a:cubicBezTo>
                <a:lnTo>
                  <a:pt x="2639005" y="97082"/>
                </a:lnTo>
                <a:cubicBezTo>
                  <a:pt x="2638673" y="107887"/>
                  <a:pt x="2636677" y="110548"/>
                  <a:pt x="2628532" y="111045"/>
                </a:cubicBezTo>
                <a:lnTo>
                  <a:pt x="2628532" y="113539"/>
                </a:lnTo>
                <a:lnTo>
                  <a:pt x="2663110" y="113539"/>
                </a:lnTo>
                <a:lnTo>
                  <a:pt x="2663110" y="111045"/>
                </a:lnTo>
                <a:cubicBezTo>
                  <a:pt x="2654963" y="110216"/>
                  <a:pt x="2653134" y="108220"/>
                  <a:pt x="2652969" y="100075"/>
                </a:cubicBezTo>
                <a:lnTo>
                  <a:pt x="2652969" y="62006"/>
                </a:lnTo>
                <a:cubicBezTo>
                  <a:pt x="2652969" y="46381"/>
                  <a:pt x="2645654" y="37072"/>
                  <a:pt x="2633354" y="37072"/>
                </a:cubicBezTo>
                <a:cubicBezTo>
                  <a:pt x="2625706" y="37072"/>
                  <a:pt x="2620552" y="39897"/>
                  <a:pt x="2609249" y="50536"/>
                </a:cubicBezTo>
                <a:lnTo>
                  <a:pt x="2609249" y="37404"/>
                </a:lnTo>
                <a:lnTo>
                  <a:pt x="2608085" y="37072"/>
                </a:lnTo>
                <a:cubicBezTo>
                  <a:pt x="2599440" y="40230"/>
                  <a:pt x="2593789" y="42059"/>
                  <a:pt x="2585144" y="44552"/>
                </a:cubicBezTo>
                <a:lnTo>
                  <a:pt x="2585144" y="47378"/>
                </a:lnTo>
                <a:cubicBezTo>
                  <a:pt x="2586308" y="46881"/>
                  <a:pt x="2587805" y="46713"/>
                  <a:pt x="2589634" y="46713"/>
                </a:cubicBezTo>
                <a:cubicBezTo>
                  <a:pt x="2594288" y="46713"/>
                  <a:pt x="2595782" y="49207"/>
                  <a:pt x="2595782" y="57352"/>
                </a:cubicBezTo>
                <a:lnTo>
                  <a:pt x="2595782" y="98578"/>
                </a:lnTo>
                <a:cubicBezTo>
                  <a:pt x="2595618" y="108387"/>
                  <a:pt x="2593789" y="110548"/>
                  <a:pt x="2585476" y="111045"/>
                </a:cubicBezTo>
                <a:lnTo>
                  <a:pt x="2585476" y="113539"/>
                </a:lnTo>
                <a:close/>
                <a:moveTo>
                  <a:pt x="2745062" y="49039"/>
                </a:moveTo>
                <a:lnTo>
                  <a:pt x="2745062" y="42558"/>
                </a:lnTo>
                <a:lnTo>
                  <a:pt x="2732263" y="42558"/>
                </a:lnTo>
                <a:cubicBezTo>
                  <a:pt x="2728773" y="42558"/>
                  <a:pt x="2726444" y="42059"/>
                  <a:pt x="2723121" y="40894"/>
                </a:cubicBezTo>
                <a:lnTo>
                  <a:pt x="2719463" y="39565"/>
                </a:lnTo>
                <a:cubicBezTo>
                  <a:pt x="2715141" y="37904"/>
                  <a:pt x="2710487" y="37072"/>
                  <a:pt x="2706164" y="37072"/>
                </a:cubicBezTo>
                <a:cubicBezTo>
                  <a:pt x="2690704" y="37072"/>
                  <a:pt x="2678402" y="48874"/>
                  <a:pt x="2678402" y="64167"/>
                </a:cubicBezTo>
                <a:cubicBezTo>
                  <a:pt x="2678402" y="74641"/>
                  <a:pt x="2682724" y="80957"/>
                  <a:pt x="2693862" y="86443"/>
                </a:cubicBezTo>
                <a:lnTo>
                  <a:pt x="2689540" y="90433"/>
                </a:lnTo>
                <a:cubicBezTo>
                  <a:pt x="2686049" y="93759"/>
                  <a:pt x="2684056" y="95588"/>
                  <a:pt x="2683556" y="96252"/>
                </a:cubicBezTo>
                <a:cubicBezTo>
                  <a:pt x="2680066" y="99910"/>
                  <a:pt x="2679069" y="101736"/>
                  <a:pt x="2679069" y="104564"/>
                </a:cubicBezTo>
                <a:cubicBezTo>
                  <a:pt x="2679069" y="108220"/>
                  <a:pt x="2680898" y="110049"/>
                  <a:pt x="2687878" y="113374"/>
                </a:cubicBezTo>
                <a:cubicBezTo>
                  <a:pt x="2675908" y="122019"/>
                  <a:pt x="2671588" y="127505"/>
                  <a:pt x="2671588" y="133654"/>
                </a:cubicBezTo>
                <a:cubicBezTo>
                  <a:pt x="2671588" y="142466"/>
                  <a:pt x="2684388" y="149779"/>
                  <a:pt x="2700345" y="149779"/>
                </a:cubicBezTo>
                <a:cubicBezTo>
                  <a:pt x="2712813" y="149779"/>
                  <a:pt x="2725779" y="145456"/>
                  <a:pt x="2734424" y="138476"/>
                </a:cubicBezTo>
                <a:cubicBezTo>
                  <a:pt x="2740743" y="133321"/>
                  <a:pt x="2743568" y="128002"/>
                  <a:pt x="2743568" y="121686"/>
                </a:cubicBezTo>
                <a:cubicBezTo>
                  <a:pt x="2743568" y="111380"/>
                  <a:pt x="2735753" y="104564"/>
                  <a:pt x="2723453" y="103897"/>
                </a:cubicBezTo>
                <a:lnTo>
                  <a:pt x="2702009" y="102900"/>
                </a:lnTo>
                <a:cubicBezTo>
                  <a:pt x="2693032" y="102568"/>
                  <a:pt x="2689042" y="101072"/>
                  <a:pt x="2689042" y="98413"/>
                </a:cubicBezTo>
                <a:cubicBezTo>
                  <a:pt x="2689042" y="95088"/>
                  <a:pt x="2694527" y="89269"/>
                  <a:pt x="2699016" y="87940"/>
                </a:cubicBezTo>
                <a:cubicBezTo>
                  <a:pt x="2705000" y="88440"/>
                  <a:pt x="2708158" y="88772"/>
                  <a:pt x="2708493" y="88772"/>
                </a:cubicBezTo>
                <a:cubicBezTo>
                  <a:pt x="2714641" y="88772"/>
                  <a:pt x="2721292" y="86278"/>
                  <a:pt x="2726444" y="81789"/>
                </a:cubicBezTo>
                <a:cubicBezTo>
                  <a:pt x="2731931" y="77134"/>
                  <a:pt x="2734424" y="71315"/>
                  <a:pt x="2734424" y="63006"/>
                </a:cubicBezTo>
                <a:cubicBezTo>
                  <a:pt x="2734424" y="58184"/>
                  <a:pt x="2733592" y="54361"/>
                  <a:pt x="2731266" y="49039"/>
                </a:cubicBezTo>
                <a:lnTo>
                  <a:pt x="2745062" y="49039"/>
                </a:lnTo>
                <a:moveTo>
                  <a:pt x="2691368" y="113874"/>
                </a:moveTo>
                <a:cubicBezTo>
                  <a:pt x="2697022" y="115035"/>
                  <a:pt x="2709987" y="116035"/>
                  <a:pt x="2718467" y="116035"/>
                </a:cubicBezTo>
                <a:cubicBezTo>
                  <a:pt x="2733427" y="116035"/>
                  <a:pt x="2738914" y="118196"/>
                  <a:pt x="2738914" y="124180"/>
                </a:cubicBezTo>
                <a:cubicBezTo>
                  <a:pt x="2738914" y="133821"/>
                  <a:pt x="2726279" y="140305"/>
                  <a:pt x="2707493" y="140305"/>
                </a:cubicBezTo>
                <a:cubicBezTo>
                  <a:pt x="2692700" y="140305"/>
                  <a:pt x="2683224" y="135483"/>
                  <a:pt x="2683224" y="128170"/>
                </a:cubicBezTo>
                <a:cubicBezTo>
                  <a:pt x="2683224" y="124345"/>
                  <a:pt x="2684720" y="121851"/>
                  <a:pt x="2691368" y="113874"/>
                </a:cubicBezTo>
                <a:moveTo>
                  <a:pt x="2692200" y="57352"/>
                </a:moveTo>
                <a:cubicBezTo>
                  <a:pt x="2692200" y="47545"/>
                  <a:pt x="2696855" y="41726"/>
                  <a:pt x="2704503" y="41726"/>
                </a:cubicBezTo>
                <a:cubicBezTo>
                  <a:pt x="2709655" y="41726"/>
                  <a:pt x="2713977" y="44552"/>
                  <a:pt x="2716638" y="49539"/>
                </a:cubicBezTo>
                <a:cubicBezTo>
                  <a:pt x="2719796" y="55358"/>
                  <a:pt x="2721625" y="62838"/>
                  <a:pt x="2721625" y="69486"/>
                </a:cubicBezTo>
                <a:cubicBezTo>
                  <a:pt x="2721625" y="78796"/>
                  <a:pt x="2716970" y="84614"/>
                  <a:pt x="2709322" y="84614"/>
                </a:cubicBezTo>
                <a:cubicBezTo>
                  <a:pt x="2699016" y="84614"/>
                  <a:pt x="2692200" y="73809"/>
                  <a:pt x="2692200" y="57851"/>
                </a:cubicBezTo>
                <a:lnTo>
                  <a:pt x="2692200" y="573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6871A-7DC5-40A2-8EB7-47357643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527" y="3107023"/>
            <a:ext cx="1994310" cy="66537"/>
          </a:xfrm>
          <a:custGeom xmlns:a="http://schemas.openxmlformats.org/drawingml/2006/main">
            <a:pathLst>
              <a:path w="1994310" h="66537">
                <a:moveTo>
                  <a:pt x="1927773" y="66537"/>
                </a:moveTo>
                <a:lnTo>
                  <a:pt x="1994310" y="33268"/>
                </a:lnTo>
                <a:lnTo>
                  <a:pt x="1927773" y="0"/>
                </a:lnTo>
                <a:lnTo>
                  <a:pt x="1927773" y="27446"/>
                </a:lnTo>
                <a:lnTo>
                  <a:pt x="0" y="27446"/>
                </a:lnTo>
                <a:lnTo>
                  <a:pt x="0" y="39090"/>
                </a:lnTo>
                <a:lnTo>
                  <a:pt x="1927773" y="39090"/>
                </a:lnTo>
                <a:lnTo>
                  <a:pt x="1927773" y="66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01EAE-421E-474F-AA0C-D635BA00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71" y="3107023"/>
            <a:ext cx="873496" cy="66537"/>
          </a:xfrm>
          <a:custGeom xmlns:a="http://schemas.openxmlformats.org/drawingml/2006/main">
            <a:pathLst>
              <a:path w="873496" h="66537">
                <a:moveTo>
                  <a:pt x="806959" y="66537"/>
                </a:moveTo>
                <a:lnTo>
                  <a:pt x="873496" y="33268"/>
                </a:lnTo>
                <a:lnTo>
                  <a:pt x="806959" y="0"/>
                </a:lnTo>
                <a:lnTo>
                  <a:pt x="806959" y="27446"/>
                </a:lnTo>
                <a:lnTo>
                  <a:pt x="0" y="27446"/>
                </a:lnTo>
                <a:lnTo>
                  <a:pt x="0" y="39090"/>
                </a:lnTo>
                <a:lnTo>
                  <a:pt x="806959" y="39090"/>
                </a:lnTo>
                <a:lnTo>
                  <a:pt x="806959" y="66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40245-A1DC-4EAA-A481-AE1CEAAC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3" y="2376980"/>
            <a:ext cx="984214" cy="762539"/>
          </a:xfrm>
          <a:custGeom xmlns:a="http://schemas.openxmlformats.org/drawingml/2006/main">
            <a:pathLst>
              <a:path w="984214" h="762539" fill="none">
                <a:moveTo>
                  <a:pt x="0" y="0"/>
                </a:moveTo>
                <a:lnTo>
                  <a:pt x="984214" y="762539"/>
                </a:lnTo>
              </a:path>
            </a:pathLst>
          </a:custGeom>
          <a:noFill xmlns:a="http://schemas.openxmlformats.org/drawingml/2006/main"/>
          <a:ln xmlns:a="http://schemas.openxmlformats.org/drawingml/2006/main" w="11644" cap="rnd">
            <a:solidFill>
              <a:srgbClr val="000000"/>
            </a:solidFill>
            <a:round/>
          </a:ln>
        </p:spPr>
      </p:sp>
      <p:sp>
        <p:nvSpPr>
          <p:cNvPr id="440" name="Text V">
            <a:extLst xmlns:a="http://schemas.openxmlformats.org/drawingml/2006/main">
              <a:ext uri="{FF2B5EF4-FFF2-40B4-BE49-F238E27FC236}">
                <a16:creationId xmlns:a16="http://schemas.microsoft.com/office/drawing/2014/main" id="{E7C4D8E9-3DD9-4ACF-B17B-494233A2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39" y="3254607"/>
            <a:ext cx="113207" cy="111875"/>
          </a:xfrm>
          <a:custGeom xmlns:a="http://schemas.openxmlformats.org/drawingml/2006/main">
            <a:pathLst>
              <a:path w="113207" h="111875">
                <a:moveTo>
                  <a:pt x="113207" y="0"/>
                </a:moveTo>
                <a:lnTo>
                  <a:pt x="79128" y="0"/>
                </a:lnTo>
                <a:lnTo>
                  <a:pt x="79128" y="3158"/>
                </a:lnTo>
                <a:cubicBezTo>
                  <a:pt x="88272" y="3823"/>
                  <a:pt x="91263" y="5484"/>
                  <a:pt x="91263" y="10139"/>
                </a:cubicBezTo>
                <a:cubicBezTo>
                  <a:pt x="91263" y="12799"/>
                  <a:pt x="90101" y="17287"/>
                  <a:pt x="88105" y="22273"/>
                </a:cubicBezTo>
                <a:lnTo>
                  <a:pt x="63668" y="83283"/>
                </a:lnTo>
                <a:lnTo>
                  <a:pt x="38566" y="27095"/>
                </a:lnTo>
                <a:cubicBezTo>
                  <a:pt x="33082" y="14793"/>
                  <a:pt x="31750" y="11138"/>
                  <a:pt x="31750" y="8642"/>
                </a:cubicBezTo>
                <a:cubicBezTo>
                  <a:pt x="31750" y="5319"/>
                  <a:pt x="34079" y="3823"/>
                  <a:pt x="39398" y="3490"/>
                </a:cubicBezTo>
                <a:cubicBezTo>
                  <a:pt x="40230" y="3490"/>
                  <a:pt x="42059" y="3323"/>
                  <a:pt x="44220" y="3158"/>
                </a:cubicBezTo>
                <a:lnTo>
                  <a:pt x="44220" y="0"/>
                </a:lnTo>
                <a:lnTo>
                  <a:pt x="0" y="0"/>
                </a:lnTo>
                <a:lnTo>
                  <a:pt x="0" y="3158"/>
                </a:lnTo>
                <a:cubicBezTo>
                  <a:pt x="8145" y="3490"/>
                  <a:pt x="10473" y="5816"/>
                  <a:pt x="17621" y="20612"/>
                </a:cubicBezTo>
                <a:lnTo>
                  <a:pt x="58516" y="111875"/>
                </a:lnTo>
                <a:lnTo>
                  <a:pt x="61009" y="111875"/>
                </a:lnTo>
                <a:lnTo>
                  <a:pt x="97914" y="18618"/>
                </a:lnTo>
                <a:cubicBezTo>
                  <a:pt x="103400" y="5484"/>
                  <a:pt x="105227" y="3655"/>
                  <a:pt x="113207" y="3158"/>
                </a:cubicBezTo>
                <a:lnTo>
                  <a:pt x="1132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Text AEencoding">
            <a:extLst xmlns:a="http://schemas.openxmlformats.org/drawingml/2006/main">
              <a:ext uri="{FF2B5EF4-FFF2-40B4-BE49-F238E27FC236}">
                <a16:creationId xmlns:a16="http://schemas.microsoft.com/office/drawing/2014/main" id="{7E748017-2262-465B-B978-64DC3E47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47" y="3251115"/>
            <a:ext cx="878388" cy="149779"/>
          </a:xfrm>
          <a:custGeom xmlns:a="http://schemas.openxmlformats.org/drawingml/2006/main">
            <a:pathLst>
              <a:path w="878388" h="149779">
                <a:moveTo>
                  <a:pt x="114868" y="110381"/>
                </a:moveTo>
                <a:cubicBezTo>
                  <a:pt x="107388" y="109884"/>
                  <a:pt x="105726" y="108220"/>
                  <a:pt x="99907" y="95920"/>
                </a:cubicBezTo>
                <a:lnTo>
                  <a:pt x="58513" y="1497"/>
                </a:lnTo>
                <a:lnTo>
                  <a:pt x="55190" y="1497"/>
                </a:lnTo>
                <a:lnTo>
                  <a:pt x="20612" y="83118"/>
                </a:lnTo>
                <a:cubicBezTo>
                  <a:pt x="9974" y="107390"/>
                  <a:pt x="7977" y="110049"/>
                  <a:pt x="0" y="110381"/>
                </a:cubicBezTo>
                <a:lnTo>
                  <a:pt x="0" y="113539"/>
                </a:lnTo>
                <a:lnTo>
                  <a:pt x="32914" y="113539"/>
                </a:lnTo>
                <a:lnTo>
                  <a:pt x="32914" y="110381"/>
                </a:lnTo>
                <a:cubicBezTo>
                  <a:pt x="24934" y="110381"/>
                  <a:pt x="21609" y="108387"/>
                  <a:pt x="21609" y="103565"/>
                </a:cubicBezTo>
                <a:cubicBezTo>
                  <a:pt x="21609" y="101571"/>
                  <a:pt x="22109" y="99243"/>
                  <a:pt x="22941" y="97082"/>
                </a:cubicBezTo>
                <a:lnTo>
                  <a:pt x="30586" y="77634"/>
                </a:lnTo>
                <a:lnTo>
                  <a:pt x="74141" y="77634"/>
                </a:lnTo>
                <a:lnTo>
                  <a:pt x="80957" y="93591"/>
                </a:lnTo>
                <a:cubicBezTo>
                  <a:pt x="82950" y="98081"/>
                  <a:pt x="84115" y="102403"/>
                  <a:pt x="84115" y="104729"/>
                </a:cubicBezTo>
                <a:cubicBezTo>
                  <a:pt x="84115" y="108884"/>
                  <a:pt x="81289" y="110216"/>
                  <a:pt x="72477" y="110381"/>
                </a:cubicBezTo>
                <a:lnTo>
                  <a:pt x="72477" y="113539"/>
                </a:lnTo>
                <a:lnTo>
                  <a:pt x="114868" y="113539"/>
                </a:lnTo>
                <a:lnTo>
                  <a:pt x="114868" y="110381"/>
                </a:lnTo>
                <a:moveTo>
                  <a:pt x="33412" y="70818"/>
                </a:moveTo>
                <a:lnTo>
                  <a:pt x="52530" y="25102"/>
                </a:lnTo>
                <a:lnTo>
                  <a:pt x="71812" y="70818"/>
                </a:lnTo>
                <a:lnTo>
                  <a:pt x="33412" y="70818"/>
                </a:lnTo>
                <a:close/>
                <a:moveTo>
                  <a:pt x="217935" y="85446"/>
                </a:moveTo>
                <a:lnTo>
                  <a:pt x="213281" y="85446"/>
                </a:lnTo>
                <a:cubicBezTo>
                  <a:pt x="205301" y="103068"/>
                  <a:pt x="197820" y="107223"/>
                  <a:pt x="174048" y="107390"/>
                </a:cubicBezTo>
                <a:lnTo>
                  <a:pt x="169561" y="107390"/>
                </a:lnTo>
                <a:cubicBezTo>
                  <a:pt x="152271" y="106890"/>
                  <a:pt x="152104" y="106726"/>
                  <a:pt x="152104" y="100242"/>
                </a:cubicBezTo>
                <a:lnTo>
                  <a:pt x="152104" y="59180"/>
                </a:lnTo>
                <a:lnTo>
                  <a:pt x="177705" y="59180"/>
                </a:lnTo>
                <a:cubicBezTo>
                  <a:pt x="191669" y="59513"/>
                  <a:pt x="193830" y="61509"/>
                  <a:pt x="195991" y="75140"/>
                </a:cubicBezTo>
                <a:lnTo>
                  <a:pt x="199814" y="75140"/>
                </a:lnTo>
                <a:lnTo>
                  <a:pt x="199814" y="36572"/>
                </a:lnTo>
                <a:lnTo>
                  <a:pt x="195991" y="36572"/>
                </a:lnTo>
                <a:cubicBezTo>
                  <a:pt x="193995" y="50039"/>
                  <a:pt x="191669" y="52032"/>
                  <a:pt x="177705" y="52365"/>
                </a:cubicBezTo>
                <a:lnTo>
                  <a:pt x="152104" y="52365"/>
                </a:lnTo>
                <a:lnTo>
                  <a:pt x="152104" y="15460"/>
                </a:lnTo>
                <a:cubicBezTo>
                  <a:pt x="152271" y="10473"/>
                  <a:pt x="152936" y="9809"/>
                  <a:pt x="157591" y="9809"/>
                </a:cubicBezTo>
                <a:lnTo>
                  <a:pt x="180031" y="9809"/>
                </a:lnTo>
                <a:cubicBezTo>
                  <a:pt x="199317" y="10141"/>
                  <a:pt x="202640" y="12470"/>
                  <a:pt x="205301" y="27263"/>
                </a:cubicBezTo>
                <a:lnTo>
                  <a:pt x="209456" y="27263"/>
                </a:lnTo>
                <a:lnTo>
                  <a:pt x="208958" y="3493"/>
                </a:lnTo>
                <a:lnTo>
                  <a:pt x="120686" y="3493"/>
                </a:lnTo>
                <a:lnTo>
                  <a:pt x="120686" y="6651"/>
                </a:lnTo>
                <a:cubicBezTo>
                  <a:pt x="132821" y="7480"/>
                  <a:pt x="134817" y="9641"/>
                  <a:pt x="135150" y="21611"/>
                </a:cubicBezTo>
                <a:lnTo>
                  <a:pt x="135150" y="95420"/>
                </a:lnTo>
                <a:cubicBezTo>
                  <a:pt x="134817" y="107390"/>
                  <a:pt x="132656" y="109716"/>
                  <a:pt x="120686" y="110381"/>
                </a:cubicBezTo>
                <a:lnTo>
                  <a:pt x="120686" y="113539"/>
                </a:lnTo>
                <a:lnTo>
                  <a:pt x="210452" y="113539"/>
                </a:lnTo>
                <a:lnTo>
                  <a:pt x="217935" y="85446"/>
                </a:lnTo>
                <a:close/>
                <a:moveTo>
                  <a:pt x="332969" y="86278"/>
                </a:moveTo>
                <a:cubicBezTo>
                  <a:pt x="324991" y="98910"/>
                  <a:pt x="317841" y="103732"/>
                  <a:pt x="307202" y="103732"/>
                </a:cubicBezTo>
                <a:cubicBezTo>
                  <a:pt x="297728" y="103732"/>
                  <a:pt x="290580" y="98910"/>
                  <a:pt x="285758" y="89436"/>
                </a:cubicBezTo>
                <a:cubicBezTo>
                  <a:pt x="282765" y="83118"/>
                  <a:pt x="281603" y="77799"/>
                  <a:pt x="281271" y="67493"/>
                </a:cubicBezTo>
                <a:lnTo>
                  <a:pt x="332471" y="67493"/>
                </a:lnTo>
                <a:cubicBezTo>
                  <a:pt x="331140" y="56687"/>
                  <a:pt x="329478" y="51868"/>
                  <a:pt x="325323" y="46546"/>
                </a:cubicBezTo>
                <a:cubicBezTo>
                  <a:pt x="320334" y="40562"/>
                  <a:pt x="312689" y="37072"/>
                  <a:pt x="304044" y="37072"/>
                </a:cubicBezTo>
                <a:cubicBezTo>
                  <a:pt x="295732" y="37072"/>
                  <a:pt x="287919" y="40065"/>
                  <a:pt x="281603" y="45716"/>
                </a:cubicBezTo>
                <a:cubicBezTo>
                  <a:pt x="273788" y="52532"/>
                  <a:pt x="269301" y="64335"/>
                  <a:pt x="269301" y="77966"/>
                </a:cubicBezTo>
                <a:cubicBezTo>
                  <a:pt x="269301" y="100907"/>
                  <a:pt x="281271" y="115203"/>
                  <a:pt x="300387" y="115203"/>
                </a:cubicBezTo>
                <a:cubicBezTo>
                  <a:pt x="316179" y="115203"/>
                  <a:pt x="328646" y="105394"/>
                  <a:pt x="335629" y="87440"/>
                </a:cubicBezTo>
                <a:lnTo>
                  <a:pt x="332969" y="86278"/>
                </a:lnTo>
                <a:moveTo>
                  <a:pt x="281603" y="62174"/>
                </a:moveTo>
                <a:cubicBezTo>
                  <a:pt x="283430" y="49207"/>
                  <a:pt x="289084" y="43056"/>
                  <a:pt x="299222" y="43056"/>
                </a:cubicBezTo>
                <a:cubicBezTo>
                  <a:pt x="309363" y="43056"/>
                  <a:pt x="313353" y="47710"/>
                  <a:pt x="315515" y="62174"/>
                </a:cubicBezTo>
                <a:lnTo>
                  <a:pt x="281603" y="62174"/>
                </a:lnTo>
                <a:close/>
                <a:moveTo>
                  <a:pt x="342943" y="113539"/>
                </a:moveTo>
                <a:lnTo>
                  <a:pt x="378186" y="113539"/>
                </a:lnTo>
                <a:lnTo>
                  <a:pt x="378186" y="111045"/>
                </a:lnTo>
                <a:cubicBezTo>
                  <a:pt x="369873" y="110548"/>
                  <a:pt x="367213" y="108387"/>
                  <a:pt x="367213" y="102403"/>
                </a:cubicBezTo>
                <a:lnTo>
                  <a:pt x="367213" y="55690"/>
                </a:lnTo>
                <a:cubicBezTo>
                  <a:pt x="375193" y="48210"/>
                  <a:pt x="378850" y="46214"/>
                  <a:pt x="384337" y="46214"/>
                </a:cubicBezTo>
                <a:cubicBezTo>
                  <a:pt x="392482" y="46214"/>
                  <a:pt x="396472" y="51368"/>
                  <a:pt x="396472" y="62338"/>
                </a:cubicBezTo>
                <a:lnTo>
                  <a:pt x="396472" y="97082"/>
                </a:lnTo>
                <a:cubicBezTo>
                  <a:pt x="396139" y="107887"/>
                  <a:pt x="394143" y="110548"/>
                  <a:pt x="385998" y="111045"/>
                </a:cubicBezTo>
                <a:lnTo>
                  <a:pt x="385998" y="113539"/>
                </a:lnTo>
                <a:lnTo>
                  <a:pt x="420577" y="113539"/>
                </a:lnTo>
                <a:lnTo>
                  <a:pt x="420577" y="111045"/>
                </a:lnTo>
                <a:cubicBezTo>
                  <a:pt x="412429" y="110216"/>
                  <a:pt x="410600" y="108220"/>
                  <a:pt x="410436" y="100075"/>
                </a:cubicBezTo>
                <a:lnTo>
                  <a:pt x="410436" y="62006"/>
                </a:lnTo>
                <a:cubicBezTo>
                  <a:pt x="410436" y="46381"/>
                  <a:pt x="403120" y="37072"/>
                  <a:pt x="390820" y="37072"/>
                </a:cubicBezTo>
                <a:cubicBezTo>
                  <a:pt x="383173" y="37072"/>
                  <a:pt x="378018" y="39897"/>
                  <a:pt x="366715" y="50536"/>
                </a:cubicBezTo>
                <a:lnTo>
                  <a:pt x="366715" y="37404"/>
                </a:lnTo>
                <a:lnTo>
                  <a:pt x="365551" y="37072"/>
                </a:lnTo>
                <a:cubicBezTo>
                  <a:pt x="356907" y="40230"/>
                  <a:pt x="351255" y="42059"/>
                  <a:pt x="342611" y="44552"/>
                </a:cubicBezTo>
                <a:lnTo>
                  <a:pt x="342611" y="47378"/>
                </a:lnTo>
                <a:cubicBezTo>
                  <a:pt x="343775" y="46881"/>
                  <a:pt x="345271" y="46713"/>
                  <a:pt x="347100" y="46713"/>
                </a:cubicBezTo>
                <a:cubicBezTo>
                  <a:pt x="351755" y="46713"/>
                  <a:pt x="353249" y="49207"/>
                  <a:pt x="353249" y="57352"/>
                </a:cubicBezTo>
                <a:lnTo>
                  <a:pt x="353249" y="98578"/>
                </a:lnTo>
                <a:cubicBezTo>
                  <a:pt x="353084" y="108387"/>
                  <a:pt x="351255" y="110548"/>
                  <a:pt x="342943" y="111045"/>
                </a:cubicBezTo>
                <a:lnTo>
                  <a:pt x="342943" y="113539"/>
                </a:lnTo>
                <a:close/>
                <a:moveTo>
                  <a:pt x="490561" y="87608"/>
                </a:moveTo>
                <a:cubicBezTo>
                  <a:pt x="482581" y="99243"/>
                  <a:pt x="476597" y="103233"/>
                  <a:pt x="467121" y="103233"/>
                </a:cubicBezTo>
                <a:cubicBezTo>
                  <a:pt x="451828" y="103233"/>
                  <a:pt x="441354" y="89934"/>
                  <a:pt x="441354" y="70818"/>
                </a:cubicBezTo>
                <a:cubicBezTo>
                  <a:pt x="441354" y="53529"/>
                  <a:pt x="450499" y="41891"/>
                  <a:pt x="463963" y="41891"/>
                </a:cubicBezTo>
                <a:cubicBezTo>
                  <a:pt x="469946" y="41891"/>
                  <a:pt x="472108" y="43555"/>
                  <a:pt x="473772" y="49871"/>
                </a:cubicBezTo>
                <a:lnTo>
                  <a:pt x="474768" y="53529"/>
                </a:lnTo>
                <a:cubicBezTo>
                  <a:pt x="476098" y="58351"/>
                  <a:pt x="479091" y="61177"/>
                  <a:pt x="482748" y="61177"/>
                </a:cubicBezTo>
                <a:cubicBezTo>
                  <a:pt x="487071" y="61177"/>
                  <a:pt x="490561" y="58016"/>
                  <a:pt x="490561" y="54194"/>
                </a:cubicBezTo>
                <a:cubicBezTo>
                  <a:pt x="490561" y="44884"/>
                  <a:pt x="478923" y="37072"/>
                  <a:pt x="464960" y="37072"/>
                </a:cubicBezTo>
                <a:cubicBezTo>
                  <a:pt x="456815" y="37072"/>
                  <a:pt x="448338" y="40397"/>
                  <a:pt x="441522" y="46381"/>
                </a:cubicBezTo>
                <a:cubicBezTo>
                  <a:pt x="433210" y="53694"/>
                  <a:pt x="428555" y="64999"/>
                  <a:pt x="428555" y="78298"/>
                </a:cubicBezTo>
                <a:cubicBezTo>
                  <a:pt x="428555" y="99742"/>
                  <a:pt x="441687" y="115203"/>
                  <a:pt x="460140" y="115203"/>
                </a:cubicBezTo>
                <a:cubicBezTo>
                  <a:pt x="467620" y="115203"/>
                  <a:pt x="474269" y="112542"/>
                  <a:pt x="480255" y="107390"/>
                </a:cubicBezTo>
                <a:cubicBezTo>
                  <a:pt x="484742" y="103565"/>
                  <a:pt x="487900" y="98910"/>
                  <a:pt x="492887" y="89104"/>
                </a:cubicBezTo>
                <a:lnTo>
                  <a:pt x="490561" y="87608"/>
                </a:lnTo>
                <a:close/>
                <a:moveTo>
                  <a:pt x="540765" y="37072"/>
                </a:moveTo>
                <a:cubicBezTo>
                  <a:pt x="518986" y="37072"/>
                  <a:pt x="504026" y="53029"/>
                  <a:pt x="504026" y="75970"/>
                </a:cubicBezTo>
                <a:cubicBezTo>
                  <a:pt x="504026" y="98578"/>
                  <a:pt x="519486" y="115203"/>
                  <a:pt x="540430" y="115203"/>
                </a:cubicBezTo>
                <a:cubicBezTo>
                  <a:pt x="561377" y="115203"/>
                  <a:pt x="577335" y="97749"/>
                  <a:pt x="577335" y="74641"/>
                </a:cubicBezTo>
                <a:cubicBezTo>
                  <a:pt x="577335" y="52697"/>
                  <a:pt x="562042" y="37072"/>
                  <a:pt x="540765" y="37072"/>
                </a:cubicBezTo>
                <a:moveTo>
                  <a:pt x="538604" y="41726"/>
                </a:moveTo>
                <a:cubicBezTo>
                  <a:pt x="552568" y="41726"/>
                  <a:pt x="562374" y="57684"/>
                  <a:pt x="562374" y="80460"/>
                </a:cubicBezTo>
                <a:cubicBezTo>
                  <a:pt x="562374" y="99410"/>
                  <a:pt x="554894" y="110548"/>
                  <a:pt x="542427" y="110548"/>
                </a:cubicBezTo>
                <a:cubicBezTo>
                  <a:pt x="535943" y="110548"/>
                  <a:pt x="529792" y="106558"/>
                  <a:pt x="526302" y="99910"/>
                </a:cubicBezTo>
                <a:cubicBezTo>
                  <a:pt x="521647" y="91265"/>
                  <a:pt x="518986" y="79628"/>
                  <a:pt x="518986" y="67825"/>
                </a:cubicBezTo>
                <a:cubicBezTo>
                  <a:pt x="518986" y="52032"/>
                  <a:pt x="526634" y="41726"/>
                  <a:pt x="538604" y="41726"/>
                </a:cubicBezTo>
                <a:close/>
                <a:moveTo>
                  <a:pt x="665275" y="103897"/>
                </a:moveTo>
                <a:cubicBezTo>
                  <a:pt x="663114" y="104065"/>
                  <a:pt x="662117" y="104065"/>
                  <a:pt x="661450" y="104065"/>
                </a:cubicBezTo>
                <a:cubicBezTo>
                  <a:pt x="655634" y="104065"/>
                  <a:pt x="654137" y="102236"/>
                  <a:pt x="654137" y="94588"/>
                </a:cubicBezTo>
                <a:lnTo>
                  <a:pt x="654137" y="332"/>
                </a:lnTo>
                <a:lnTo>
                  <a:pt x="653305" y="0"/>
                </a:lnTo>
                <a:cubicBezTo>
                  <a:pt x="645493" y="2661"/>
                  <a:pt x="639841" y="4490"/>
                  <a:pt x="628868" y="7315"/>
                </a:cubicBezTo>
                <a:lnTo>
                  <a:pt x="628868" y="9974"/>
                </a:lnTo>
                <a:cubicBezTo>
                  <a:pt x="630200" y="9809"/>
                  <a:pt x="631029" y="9809"/>
                  <a:pt x="632526" y="9809"/>
                </a:cubicBezTo>
                <a:cubicBezTo>
                  <a:pt x="638677" y="9809"/>
                  <a:pt x="640174" y="11470"/>
                  <a:pt x="640174" y="18286"/>
                </a:cubicBezTo>
                <a:lnTo>
                  <a:pt x="640174" y="44220"/>
                </a:lnTo>
                <a:cubicBezTo>
                  <a:pt x="633855" y="38901"/>
                  <a:pt x="629368" y="37072"/>
                  <a:pt x="622717" y="37072"/>
                </a:cubicBezTo>
                <a:cubicBezTo>
                  <a:pt x="603602" y="37072"/>
                  <a:pt x="588141" y="55855"/>
                  <a:pt x="588141" y="79463"/>
                </a:cubicBezTo>
                <a:cubicBezTo>
                  <a:pt x="588141" y="100739"/>
                  <a:pt x="600444" y="115203"/>
                  <a:pt x="618894" y="115203"/>
                </a:cubicBezTo>
                <a:cubicBezTo>
                  <a:pt x="628204" y="115203"/>
                  <a:pt x="634522" y="111877"/>
                  <a:pt x="640174" y="104065"/>
                </a:cubicBezTo>
                <a:lnTo>
                  <a:pt x="640174" y="114703"/>
                </a:lnTo>
                <a:lnTo>
                  <a:pt x="640838" y="115203"/>
                </a:lnTo>
                <a:lnTo>
                  <a:pt x="665275" y="106558"/>
                </a:lnTo>
                <a:lnTo>
                  <a:pt x="665275" y="103897"/>
                </a:lnTo>
                <a:moveTo>
                  <a:pt x="640174" y="96584"/>
                </a:moveTo>
                <a:cubicBezTo>
                  <a:pt x="640174" y="97749"/>
                  <a:pt x="639009" y="99742"/>
                  <a:pt x="637348" y="101571"/>
                </a:cubicBezTo>
                <a:cubicBezTo>
                  <a:pt x="634522" y="104897"/>
                  <a:pt x="630200" y="106558"/>
                  <a:pt x="625378" y="106558"/>
                </a:cubicBezTo>
                <a:cubicBezTo>
                  <a:pt x="611414" y="106558"/>
                  <a:pt x="602437" y="93259"/>
                  <a:pt x="602437" y="72647"/>
                </a:cubicBezTo>
                <a:cubicBezTo>
                  <a:pt x="602437" y="54029"/>
                  <a:pt x="610582" y="41726"/>
                  <a:pt x="623217" y="41726"/>
                </a:cubicBezTo>
                <a:cubicBezTo>
                  <a:pt x="632194" y="41726"/>
                  <a:pt x="640174" y="49539"/>
                  <a:pt x="640174" y="58351"/>
                </a:cubicBezTo>
                <a:lnTo>
                  <a:pt x="640174" y="96584"/>
                </a:lnTo>
                <a:close/>
                <a:moveTo>
                  <a:pt x="670760" y="113539"/>
                </a:moveTo>
                <a:lnTo>
                  <a:pt x="710158" y="113539"/>
                </a:lnTo>
                <a:lnTo>
                  <a:pt x="710158" y="111045"/>
                </a:lnTo>
                <a:cubicBezTo>
                  <a:pt x="699187" y="110216"/>
                  <a:pt x="698023" y="108719"/>
                  <a:pt x="697856" y="96584"/>
                </a:cubicBezTo>
                <a:lnTo>
                  <a:pt x="697856" y="37569"/>
                </a:lnTo>
                <a:lnTo>
                  <a:pt x="697191" y="37072"/>
                </a:lnTo>
                <a:lnTo>
                  <a:pt x="671425" y="46214"/>
                </a:lnTo>
                <a:lnTo>
                  <a:pt x="671425" y="48707"/>
                </a:lnTo>
                <a:lnTo>
                  <a:pt x="672756" y="48542"/>
                </a:lnTo>
                <a:cubicBezTo>
                  <a:pt x="674750" y="48210"/>
                  <a:pt x="676744" y="48042"/>
                  <a:pt x="678408" y="48042"/>
                </a:cubicBezTo>
                <a:cubicBezTo>
                  <a:pt x="682398" y="48042"/>
                  <a:pt x="683892" y="50703"/>
                  <a:pt x="683892" y="58016"/>
                </a:cubicBezTo>
                <a:lnTo>
                  <a:pt x="683892" y="96584"/>
                </a:lnTo>
                <a:cubicBezTo>
                  <a:pt x="683560" y="108884"/>
                  <a:pt x="682066" y="110548"/>
                  <a:pt x="670760" y="111045"/>
                </a:cubicBezTo>
                <a:lnTo>
                  <a:pt x="670760" y="113539"/>
                </a:lnTo>
                <a:moveTo>
                  <a:pt x="689378" y="0"/>
                </a:moveTo>
                <a:cubicBezTo>
                  <a:pt x="684891" y="0"/>
                  <a:pt x="681066" y="3825"/>
                  <a:pt x="681066" y="8480"/>
                </a:cubicBezTo>
                <a:cubicBezTo>
                  <a:pt x="681066" y="13299"/>
                  <a:pt x="684724" y="16957"/>
                  <a:pt x="689378" y="16957"/>
                </a:cubicBezTo>
                <a:cubicBezTo>
                  <a:pt x="694365" y="16957"/>
                  <a:pt x="698023" y="13299"/>
                  <a:pt x="698023" y="8480"/>
                </a:cubicBezTo>
                <a:cubicBezTo>
                  <a:pt x="698023" y="3658"/>
                  <a:pt x="694200" y="0"/>
                  <a:pt x="689378" y="0"/>
                </a:cubicBezTo>
                <a:close/>
                <a:moveTo>
                  <a:pt x="718802" y="113539"/>
                </a:moveTo>
                <a:lnTo>
                  <a:pt x="754045" y="113539"/>
                </a:lnTo>
                <a:lnTo>
                  <a:pt x="754045" y="111045"/>
                </a:lnTo>
                <a:cubicBezTo>
                  <a:pt x="745733" y="110548"/>
                  <a:pt x="743072" y="108387"/>
                  <a:pt x="743072" y="102403"/>
                </a:cubicBezTo>
                <a:lnTo>
                  <a:pt x="743072" y="55690"/>
                </a:lnTo>
                <a:cubicBezTo>
                  <a:pt x="751052" y="48210"/>
                  <a:pt x="754710" y="46214"/>
                  <a:pt x="760196" y="46214"/>
                </a:cubicBezTo>
                <a:cubicBezTo>
                  <a:pt x="768341" y="46214"/>
                  <a:pt x="772331" y="51368"/>
                  <a:pt x="772331" y="62338"/>
                </a:cubicBezTo>
                <a:lnTo>
                  <a:pt x="772331" y="97082"/>
                </a:lnTo>
                <a:cubicBezTo>
                  <a:pt x="771999" y="107887"/>
                  <a:pt x="770002" y="110548"/>
                  <a:pt x="761858" y="111045"/>
                </a:cubicBezTo>
                <a:lnTo>
                  <a:pt x="761858" y="113539"/>
                </a:lnTo>
                <a:lnTo>
                  <a:pt x="796436" y="113539"/>
                </a:lnTo>
                <a:lnTo>
                  <a:pt x="796436" y="111045"/>
                </a:lnTo>
                <a:cubicBezTo>
                  <a:pt x="788289" y="110216"/>
                  <a:pt x="786460" y="108220"/>
                  <a:pt x="786295" y="100075"/>
                </a:cubicBezTo>
                <a:lnTo>
                  <a:pt x="786295" y="62006"/>
                </a:lnTo>
                <a:cubicBezTo>
                  <a:pt x="786295" y="46381"/>
                  <a:pt x="778979" y="37072"/>
                  <a:pt x="766680" y="37072"/>
                </a:cubicBezTo>
                <a:cubicBezTo>
                  <a:pt x="759032" y="37072"/>
                  <a:pt x="753878" y="39897"/>
                  <a:pt x="742575" y="50536"/>
                </a:cubicBezTo>
                <a:lnTo>
                  <a:pt x="742575" y="37404"/>
                </a:lnTo>
                <a:lnTo>
                  <a:pt x="741410" y="37072"/>
                </a:lnTo>
                <a:cubicBezTo>
                  <a:pt x="732766" y="40230"/>
                  <a:pt x="727114" y="42059"/>
                  <a:pt x="718470" y="44552"/>
                </a:cubicBezTo>
                <a:lnTo>
                  <a:pt x="718470" y="47378"/>
                </a:lnTo>
                <a:cubicBezTo>
                  <a:pt x="719634" y="46881"/>
                  <a:pt x="721131" y="46713"/>
                  <a:pt x="722960" y="46713"/>
                </a:cubicBezTo>
                <a:cubicBezTo>
                  <a:pt x="727614" y="46713"/>
                  <a:pt x="729108" y="49207"/>
                  <a:pt x="729108" y="57352"/>
                </a:cubicBezTo>
                <a:lnTo>
                  <a:pt x="729108" y="98578"/>
                </a:lnTo>
                <a:cubicBezTo>
                  <a:pt x="728943" y="108387"/>
                  <a:pt x="727114" y="110548"/>
                  <a:pt x="718802" y="111045"/>
                </a:cubicBezTo>
                <a:lnTo>
                  <a:pt x="718802" y="113539"/>
                </a:lnTo>
                <a:close/>
                <a:moveTo>
                  <a:pt x="878388" y="49039"/>
                </a:moveTo>
                <a:lnTo>
                  <a:pt x="878388" y="42558"/>
                </a:lnTo>
                <a:lnTo>
                  <a:pt x="865588" y="42558"/>
                </a:lnTo>
                <a:cubicBezTo>
                  <a:pt x="862098" y="42558"/>
                  <a:pt x="859769" y="42059"/>
                  <a:pt x="856446" y="40894"/>
                </a:cubicBezTo>
                <a:lnTo>
                  <a:pt x="852789" y="39565"/>
                </a:lnTo>
                <a:cubicBezTo>
                  <a:pt x="848466" y="37904"/>
                  <a:pt x="843812" y="37072"/>
                  <a:pt x="839490" y="37072"/>
                </a:cubicBezTo>
                <a:cubicBezTo>
                  <a:pt x="824029" y="37072"/>
                  <a:pt x="811727" y="48874"/>
                  <a:pt x="811727" y="64167"/>
                </a:cubicBezTo>
                <a:cubicBezTo>
                  <a:pt x="811727" y="74641"/>
                  <a:pt x="816049" y="80957"/>
                  <a:pt x="827187" y="86443"/>
                </a:cubicBezTo>
                <a:lnTo>
                  <a:pt x="822865" y="90433"/>
                </a:lnTo>
                <a:cubicBezTo>
                  <a:pt x="819375" y="93759"/>
                  <a:pt x="817381" y="95588"/>
                  <a:pt x="816881" y="96252"/>
                </a:cubicBezTo>
                <a:cubicBezTo>
                  <a:pt x="813391" y="99910"/>
                  <a:pt x="812394" y="101736"/>
                  <a:pt x="812394" y="104564"/>
                </a:cubicBezTo>
                <a:cubicBezTo>
                  <a:pt x="812394" y="108220"/>
                  <a:pt x="814223" y="110049"/>
                  <a:pt x="821204" y="113374"/>
                </a:cubicBezTo>
                <a:cubicBezTo>
                  <a:pt x="809234" y="122019"/>
                  <a:pt x="804914" y="127505"/>
                  <a:pt x="804914" y="133654"/>
                </a:cubicBezTo>
                <a:cubicBezTo>
                  <a:pt x="804914" y="142466"/>
                  <a:pt x="817713" y="149779"/>
                  <a:pt x="833671" y="149779"/>
                </a:cubicBezTo>
                <a:cubicBezTo>
                  <a:pt x="846138" y="149779"/>
                  <a:pt x="859105" y="145456"/>
                  <a:pt x="867749" y="138476"/>
                </a:cubicBezTo>
                <a:cubicBezTo>
                  <a:pt x="874068" y="133321"/>
                  <a:pt x="876894" y="128002"/>
                  <a:pt x="876894" y="121686"/>
                </a:cubicBezTo>
                <a:cubicBezTo>
                  <a:pt x="876894" y="111380"/>
                  <a:pt x="869078" y="104564"/>
                  <a:pt x="856779" y="103897"/>
                </a:cubicBezTo>
                <a:lnTo>
                  <a:pt x="835335" y="102900"/>
                </a:lnTo>
                <a:cubicBezTo>
                  <a:pt x="826358" y="102568"/>
                  <a:pt x="822368" y="101072"/>
                  <a:pt x="822368" y="98413"/>
                </a:cubicBezTo>
                <a:cubicBezTo>
                  <a:pt x="822368" y="95088"/>
                  <a:pt x="827852" y="89269"/>
                  <a:pt x="832342" y="87940"/>
                </a:cubicBezTo>
                <a:cubicBezTo>
                  <a:pt x="838325" y="88440"/>
                  <a:pt x="841483" y="88772"/>
                  <a:pt x="841818" y="88772"/>
                </a:cubicBezTo>
                <a:cubicBezTo>
                  <a:pt x="847967" y="88772"/>
                  <a:pt x="854618" y="86278"/>
                  <a:pt x="859769" y="81789"/>
                </a:cubicBezTo>
                <a:cubicBezTo>
                  <a:pt x="865256" y="77134"/>
                  <a:pt x="867749" y="71315"/>
                  <a:pt x="867749" y="63006"/>
                </a:cubicBezTo>
                <a:cubicBezTo>
                  <a:pt x="867749" y="58184"/>
                  <a:pt x="866917" y="54361"/>
                  <a:pt x="864591" y="49039"/>
                </a:cubicBezTo>
                <a:lnTo>
                  <a:pt x="878388" y="49039"/>
                </a:lnTo>
                <a:moveTo>
                  <a:pt x="824694" y="113874"/>
                </a:moveTo>
                <a:cubicBezTo>
                  <a:pt x="830348" y="115035"/>
                  <a:pt x="843312" y="116035"/>
                  <a:pt x="851792" y="116035"/>
                </a:cubicBezTo>
                <a:cubicBezTo>
                  <a:pt x="866752" y="116035"/>
                  <a:pt x="872239" y="118196"/>
                  <a:pt x="872239" y="124180"/>
                </a:cubicBezTo>
                <a:cubicBezTo>
                  <a:pt x="872239" y="133821"/>
                  <a:pt x="859604" y="140305"/>
                  <a:pt x="840819" y="140305"/>
                </a:cubicBezTo>
                <a:cubicBezTo>
                  <a:pt x="826026" y="140305"/>
                  <a:pt x="816549" y="135483"/>
                  <a:pt x="816549" y="128170"/>
                </a:cubicBezTo>
                <a:cubicBezTo>
                  <a:pt x="816549" y="124345"/>
                  <a:pt x="818046" y="121851"/>
                  <a:pt x="824694" y="113874"/>
                </a:cubicBezTo>
                <a:moveTo>
                  <a:pt x="825526" y="57352"/>
                </a:moveTo>
                <a:cubicBezTo>
                  <a:pt x="825526" y="47545"/>
                  <a:pt x="830180" y="41726"/>
                  <a:pt x="837828" y="41726"/>
                </a:cubicBezTo>
                <a:cubicBezTo>
                  <a:pt x="842980" y="41726"/>
                  <a:pt x="847302" y="44552"/>
                  <a:pt x="849963" y="49539"/>
                </a:cubicBezTo>
                <a:cubicBezTo>
                  <a:pt x="853121" y="55358"/>
                  <a:pt x="854950" y="62838"/>
                  <a:pt x="854950" y="69486"/>
                </a:cubicBezTo>
                <a:cubicBezTo>
                  <a:pt x="854950" y="78796"/>
                  <a:pt x="850295" y="84614"/>
                  <a:pt x="842648" y="84614"/>
                </a:cubicBezTo>
                <a:cubicBezTo>
                  <a:pt x="832342" y="84614"/>
                  <a:pt x="825526" y="73809"/>
                  <a:pt x="825526" y="57851"/>
                </a:cubicBezTo>
                <a:lnTo>
                  <a:pt x="825526" y="573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182CE-22C9-470C-8809-39D796A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309" y="2962504"/>
            <a:ext cx="616997" cy="26615"/>
          </a:xfrm>
          <a:custGeom xmlns:a="http://schemas.openxmlformats.org/drawingml/2006/main">
            <a:pathLst>
              <a:path w="616997" h="26615">
                <a:moveTo>
                  <a:pt x="0" y="9149"/>
                </a:moveTo>
                <a:lnTo>
                  <a:pt x="8317" y="9149"/>
                </a:lnTo>
                <a:lnTo>
                  <a:pt x="8317" y="17466"/>
                </a:lnTo>
                <a:lnTo>
                  <a:pt x="0" y="17466"/>
                </a:lnTo>
                <a:lnTo>
                  <a:pt x="0" y="9149"/>
                </a:lnTo>
                <a:close/>
                <a:moveTo>
                  <a:pt x="16634" y="9149"/>
                </a:moveTo>
                <a:lnTo>
                  <a:pt x="24951" y="9149"/>
                </a:lnTo>
                <a:lnTo>
                  <a:pt x="24951" y="17466"/>
                </a:lnTo>
                <a:lnTo>
                  <a:pt x="16634" y="17466"/>
                </a:lnTo>
                <a:lnTo>
                  <a:pt x="16634" y="9149"/>
                </a:lnTo>
                <a:close/>
                <a:moveTo>
                  <a:pt x="33268" y="9149"/>
                </a:moveTo>
                <a:lnTo>
                  <a:pt x="41586" y="9149"/>
                </a:lnTo>
                <a:lnTo>
                  <a:pt x="41586" y="17466"/>
                </a:lnTo>
                <a:lnTo>
                  <a:pt x="33268" y="17466"/>
                </a:lnTo>
                <a:lnTo>
                  <a:pt x="33268" y="9149"/>
                </a:lnTo>
                <a:close/>
                <a:moveTo>
                  <a:pt x="49903" y="9149"/>
                </a:moveTo>
                <a:lnTo>
                  <a:pt x="58220" y="9149"/>
                </a:lnTo>
                <a:lnTo>
                  <a:pt x="58220" y="17466"/>
                </a:lnTo>
                <a:lnTo>
                  <a:pt x="49903" y="17466"/>
                </a:lnTo>
                <a:lnTo>
                  <a:pt x="49903" y="9149"/>
                </a:lnTo>
                <a:close/>
                <a:moveTo>
                  <a:pt x="66537" y="9149"/>
                </a:moveTo>
                <a:lnTo>
                  <a:pt x="74854" y="9149"/>
                </a:lnTo>
                <a:lnTo>
                  <a:pt x="74854" y="17466"/>
                </a:lnTo>
                <a:lnTo>
                  <a:pt x="66537" y="17466"/>
                </a:lnTo>
                <a:lnTo>
                  <a:pt x="66537" y="9149"/>
                </a:lnTo>
                <a:close/>
                <a:moveTo>
                  <a:pt x="83171" y="9149"/>
                </a:moveTo>
                <a:lnTo>
                  <a:pt x="91488" y="9149"/>
                </a:lnTo>
                <a:lnTo>
                  <a:pt x="91488" y="17466"/>
                </a:lnTo>
                <a:lnTo>
                  <a:pt x="83171" y="17466"/>
                </a:lnTo>
                <a:lnTo>
                  <a:pt x="83171" y="9149"/>
                </a:lnTo>
                <a:close/>
                <a:moveTo>
                  <a:pt x="99805" y="9149"/>
                </a:moveTo>
                <a:lnTo>
                  <a:pt x="108122" y="9149"/>
                </a:lnTo>
                <a:lnTo>
                  <a:pt x="108122" y="17466"/>
                </a:lnTo>
                <a:lnTo>
                  <a:pt x="99805" y="17466"/>
                </a:lnTo>
                <a:lnTo>
                  <a:pt x="99805" y="9149"/>
                </a:lnTo>
                <a:close/>
                <a:moveTo>
                  <a:pt x="116440" y="9149"/>
                </a:moveTo>
                <a:lnTo>
                  <a:pt x="124757" y="9149"/>
                </a:lnTo>
                <a:lnTo>
                  <a:pt x="124757" y="17466"/>
                </a:lnTo>
                <a:lnTo>
                  <a:pt x="116440" y="17466"/>
                </a:lnTo>
                <a:lnTo>
                  <a:pt x="116440" y="9149"/>
                </a:lnTo>
                <a:close/>
                <a:moveTo>
                  <a:pt x="133074" y="9149"/>
                </a:moveTo>
                <a:lnTo>
                  <a:pt x="141391" y="9149"/>
                </a:lnTo>
                <a:lnTo>
                  <a:pt x="141391" y="17466"/>
                </a:lnTo>
                <a:lnTo>
                  <a:pt x="133074" y="17466"/>
                </a:lnTo>
                <a:lnTo>
                  <a:pt x="133074" y="9149"/>
                </a:lnTo>
                <a:close/>
                <a:moveTo>
                  <a:pt x="149708" y="9149"/>
                </a:moveTo>
                <a:lnTo>
                  <a:pt x="158025" y="9149"/>
                </a:lnTo>
                <a:lnTo>
                  <a:pt x="158025" y="17466"/>
                </a:lnTo>
                <a:lnTo>
                  <a:pt x="149708" y="17466"/>
                </a:lnTo>
                <a:lnTo>
                  <a:pt x="149708" y="9149"/>
                </a:lnTo>
                <a:close/>
                <a:moveTo>
                  <a:pt x="166342" y="9149"/>
                </a:moveTo>
                <a:lnTo>
                  <a:pt x="174659" y="9149"/>
                </a:lnTo>
                <a:lnTo>
                  <a:pt x="174659" y="17466"/>
                </a:lnTo>
                <a:lnTo>
                  <a:pt x="166342" y="17466"/>
                </a:lnTo>
                <a:lnTo>
                  <a:pt x="166342" y="9149"/>
                </a:lnTo>
                <a:close/>
                <a:moveTo>
                  <a:pt x="182976" y="9149"/>
                </a:moveTo>
                <a:lnTo>
                  <a:pt x="191294" y="9149"/>
                </a:lnTo>
                <a:lnTo>
                  <a:pt x="191294" y="17466"/>
                </a:lnTo>
                <a:lnTo>
                  <a:pt x="182976" y="17466"/>
                </a:lnTo>
                <a:lnTo>
                  <a:pt x="182976" y="9149"/>
                </a:lnTo>
                <a:close/>
                <a:moveTo>
                  <a:pt x="199611" y="9149"/>
                </a:moveTo>
                <a:lnTo>
                  <a:pt x="207928" y="9149"/>
                </a:lnTo>
                <a:lnTo>
                  <a:pt x="207928" y="17466"/>
                </a:lnTo>
                <a:lnTo>
                  <a:pt x="199611" y="17466"/>
                </a:lnTo>
                <a:lnTo>
                  <a:pt x="199611" y="9149"/>
                </a:lnTo>
                <a:close/>
                <a:moveTo>
                  <a:pt x="216245" y="9149"/>
                </a:moveTo>
                <a:lnTo>
                  <a:pt x="224562" y="9149"/>
                </a:lnTo>
                <a:lnTo>
                  <a:pt x="224562" y="17466"/>
                </a:lnTo>
                <a:lnTo>
                  <a:pt x="216245" y="17466"/>
                </a:lnTo>
                <a:lnTo>
                  <a:pt x="216245" y="9149"/>
                </a:lnTo>
                <a:close/>
                <a:moveTo>
                  <a:pt x="232879" y="9149"/>
                </a:moveTo>
                <a:lnTo>
                  <a:pt x="241196" y="9149"/>
                </a:lnTo>
                <a:lnTo>
                  <a:pt x="241196" y="17466"/>
                </a:lnTo>
                <a:lnTo>
                  <a:pt x="232879" y="17466"/>
                </a:lnTo>
                <a:lnTo>
                  <a:pt x="232879" y="9149"/>
                </a:lnTo>
                <a:close/>
                <a:moveTo>
                  <a:pt x="249513" y="9149"/>
                </a:moveTo>
                <a:lnTo>
                  <a:pt x="257830" y="9149"/>
                </a:lnTo>
                <a:lnTo>
                  <a:pt x="257830" y="17466"/>
                </a:lnTo>
                <a:lnTo>
                  <a:pt x="249513" y="17466"/>
                </a:lnTo>
                <a:lnTo>
                  <a:pt x="249513" y="9149"/>
                </a:lnTo>
                <a:close/>
                <a:moveTo>
                  <a:pt x="266148" y="9149"/>
                </a:moveTo>
                <a:lnTo>
                  <a:pt x="274465" y="9149"/>
                </a:lnTo>
                <a:lnTo>
                  <a:pt x="274465" y="17466"/>
                </a:lnTo>
                <a:lnTo>
                  <a:pt x="266148" y="17466"/>
                </a:lnTo>
                <a:lnTo>
                  <a:pt x="266148" y="9149"/>
                </a:lnTo>
                <a:close/>
                <a:moveTo>
                  <a:pt x="282782" y="9149"/>
                </a:moveTo>
                <a:lnTo>
                  <a:pt x="291099" y="9149"/>
                </a:lnTo>
                <a:lnTo>
                  <a:pt x="291099" y="17466"/>
                </a:lnTo>
                <a:lnTo>
                  <a:pt x="282782" y="17466"/>
                </a:lnTo>
                <a:lnTo>
                  <a:pt x="282782" y="9149"/>
                </a:lnTo>
                <a:close/>
                <a:moveTo>
                  <a:pt x="299416" y="9149"/>
                </a:moveTo>
                <a:lnTo>
                  <a:pt x="307733" y="9149"/>
                </a:lnTo>
                <a:lnTo>
                  <a:pt x="307733" y="17466"/>
                </a:lnTo>
                <a:lnTo>
                  <a:pt x="299416" y="17466"/>
                </a:lnTo>
                <a:lnTo>
                  <a:pt x="299416" y="9149"/>
                </a:lnTo>
                <a:close/>
                <a:moveTo>
                  <a:pt x="316050" y="9149"/>
                </a:moveTo>
                <a:lnTo>
                  <a:pt x="324367" y="9149"/>
                </a:lnTo>
                <a:lnTo>
                  <a:pt x="324367" y="17466"/>
                </a:lnTo>
                <a:lnTo>
                  <a:pt x="316050" y="17466"/>
                </a:lnTo>
                <a:lnTo>
                  <a:pt x="316050" y="9149"/>
                </a:lnTo>
                <a:close/>
                <a:moveTo>
                  <a:pt x="332684" y="9149"/>
                </a:moveTo>
                <a:lnTo>
                  <a:pt x="341002" y="9149"/>
                </a:lnTo>
                <a:lnTo>
                  <a:pt x="341002" y="17466"/>
                </a:lnTo>
                <a:lnTo>
                  <a:pt x="332684" y="17466"/>
                </a:lnTo>
                <a:lnTo>
                  <a:pt x="332684" y="9149"/>
                </a:lnTo>
                <a:close/>
                <a:moveTo>
                  <a:pt x="349319" y="9149"/>
                </a:moveTo>
                <a:lnTo>
                  <a:pt x="357636" y="9149"/>
                </a:lnTo>
                <a:lnTo>
                  <a:pt x="357636" y="17466"/>
                </a:lnTo>
                <a:lnTo>
                  <a:pt x="349319" y="17466"/>
                </a:lnTo>
                <a:lnTo>
                  <a:pt x="349319" y="9149"/>
                </a:lnTo>
                <a:close/>
                <a:moveTo>
                  <a:pt x="365953" y="9149"/>
                </a:moveTo>
                <a:lnTo>
                  <a:pt x="374270" y="9149"/>
                </a:lnTo>
                <a:lnTo>
                  <a:pt x="374270" y="17466"/>
                </a:lnTo>
                <a:lnTo>
                  <a:pt x="365953" y="17466"/>
                </a:lnTo>
                <a:lnTo>
                  <a:pt x="365953" y="9149"/>
                </a:lnTo>
                <a:close/>
                <a:moveTo>
                  <a:pt x="382587" y="9149"/>
                </a:moveTo>
                <a:lnTo>
                  <a:pt x="390904" y="9149"/>
                </a:lnTo>
                <a:lnTo>
                  <a:pt x="390904" y="17466"/>
                </a:lnTo>
                <a:lnTo>
                  <a:pt x="382587" y="17466"/>
                </a:lnTo>
                <a:lnTo>
                  <a:pt x="382587" y="9149"/>
                </a:lnTo>
                <a:close/>
                <a:moveTo>
                  <a:pt x="399221" y="9149"/>
                </a:moveTo>
                <a:lnTo>
                  <a:pt x="407538" y="9149"/>
                </a:lnTo>
                <a:lnTo>
                  <a:pt x="407538" y="17466"/>
                </a:lnTo>
                <a:lnTo>
                  <a:pt x="399221" y="17466"/>
                </a:lnTo>
                <a:lnTo>
                  <a:pt x="399221" y="9149"/>
                </a:lnTo>
                <a:close/>
                <a:moveTo>
                  <a:pt x="415856" y="9149"/>
                </a:moveTo>
                <a:lnTo>
                  <a:pt x="424173" y="9149"/>
                </a:lnTo>
                <a:lnTo>
                  <a:pt x="424173" y="17466"/>
                </a:lnTo>
                <a:lnTo>
                  <a:pt x="415856" y="17466"/>
                </a:lnTo>
                <a:lnTo>
                  <a:pt x="415856" y="9149"/>
                </a:lnTo>
                <a:close/>
                <a:moveTo>
                  <a:pt x="432490" y="9149"/>
                </a:moveTo>
                <a:lnTo>
                  <a:pt x="440807" y="9149"/>
                </a:lnTo>
                <a:lnTo>
                  <a:pt x="440807" y="17466"/>
                </a:lnTo>
                <a:lnTo>
                  <a:pt x="432490" y="17466"/>
                </a:lnTo>
                <a:lnTo>
                  <a:pt x="432490" y="9149"/>
                </a:lnTo>
                <a:close/>
                <a:moveTo>
                  <a:pt x="449124" y="9149"/>
                </a:moveTo>
                <a:lnTo>
                  <a:pt x="457441" y="9149"/>
                </a:lnTo>
                <a:lnTo>
                  <a:pt x="457441" y="17466"/>
                </a:lnTo>
                <a:lnTo>
                  <a:pt x="449124" y="17466"/>
                </a:lnTo>
                <a:lnTo>
                  <a:pt x="449124" y="9149"/>
                </a:lnTo>
                <a:close/>
                <a:moveTo>
                  <a:pt x="465758" y="9149"/>
                </a:moveTo>
                <a:lnTo>
                  <a:pt x="474075" y="9149"/>
                </a:lnTo>
                <a:lnTo>
                  <a:pt x="474075" y="17466"/>
                </a:lnTo>
                <a:lnTo>
                  <a:pt x="465758" y="17466"/>
                </a:lnTo>
                <a:lnTo>
                  <a:pt x="465758" y="9149"/>
                </a:lnTo>
                <a:close/>
                <a:moveTo>
                  <a:pt x="482392" y="9149"/>
                </a:moveTo>
                <a:lnTo>
                  <a:pt x="490710" y="9149"/>
                </a:lnTo>
                <a:lnTo>
                  <a:pt x="490710" y="17466"/>
                </a:lnTo>
                <a:lnTo>
                  <a:pt x="482392" y="17466"/>
                </a:lnTo>
                <a:lnTo>
                  <a:pt x="482392" y="9149"/>
                </a:lnTo>
                <a:close/>
                <a:moveTo>
                  <a:pt x="499027" y="9149"/>
                </a:moveTo>
                <a:lnTo>
                  <a:pt x="507344" y="9149"/>
                </a:lnTo>
                <a:lnTo>
                  <a:pt x="507344" y="17466"/>
                </a:lnTo>
                <a:lnTo>
                  <a:pt x="499027" y="17466"/>
                </a:lnTo>
                <a:lnTo>
                  <a:pt x="499027" y="9149"/>
                </a:lnTo>
                <a:close/>
                <a:moveTo>
                  <a:pt x="515661" y="9149"/>
                </a:moveTo>
                <a:lnTo>
                  <a:pt x="523978" y="9149"/>
                </a:lnTo>
                <a:lnTo>
                  <a:pt x="523978" y="17466"/>
                </a:lnTo>
                <a:lnTo>
                  <a:pt x="515661" y="17466"/>
                </a:lnTo>
                <a:lnTo>
                  <a:pt x="515661" y="9149"/>
                </a:lnTo>
                <a:close/>
                <a:moveTo>
                  <a:pt x="532295" y="9149"/>
                </a:moveTo>
                <a:lnTo>
                  <a:pt x="540612" y="9149"/>
                </a:lnTo>
                <a:lnTo>
                  <a:pt x="540612" y="17466"/>
                </a:lnTo>
                <a:lnTo>
                  <a:pt x="532295" y="17466"/>
                </a:lnTo>
                <a:lnTo>
                  <a:pt x="532295" y="9149"/>
                </a:lnTo>
                <a:close/>
                <a:moveTo>
                  <a:pt x="548929" y="9149"/>
                </a:moveTo>
                <a:lnTo>
                  <a:pt x="557246" y="9149"/>
                </a:lnTo>
                <a:lnTo>
                  <a:pt x="557246" y="17466"/>
                </a:lnTo>
                <a:lnTo>
                  <a:pt x="548929" y="17466"/>
                </a:lnTo>
                <a:lnTo>
                  <a:pt x="548929" y="9149"/>
                </a:lnTo>
                <a:close/>
                <a:moveTo>
                  <a:pt x="565564" y="9149"/>
                </a:moveTo>
                <a:lnTo>
                  <a:pt x="573881" y="9149"/>
                </a:lnTo>
                <a:lnTo>
                  <a:pt x="573881" y="17466"/>
                </a:lnTo>
                <a:lnTo>
                  <a:pt x="565564" y="17466"/>
                </a:lnTo>
                <a:lnTo>
                  <a:pt x="565564" y="9149"/>
                </a:lnTo>
                <a:close/>
                <a:moveTo>
                  <a:pt x="582198" y="9149"/>
                </a:moveTo>
                <a:lnTo>
                  <a:pt x="583728" y="9149"/>
                </a:lnTo>
                <a:lnTo>
                  <a:pt x="583728" y="17466"/>
                </a:lnTo>
                <a:lnTo>
                  <a:pt x="582198" y="17466"/>
                </a:lnTo>
                <a:lnTo>
                  <a:pt x="582198" y="9149"/>
                </a:lnTo>
                <a:close/>
                <a:moveTo>
                  <a:pt x="577074" y="0"/>
                </a:moveTo>
                <a:lnTo>
                  <a:pt x="616997" y="13307"/>
                </a:lnTo>
                <a:lnTo>
                  <a:pt x="577074" y="26615"/>
                </a:lnTo>
                <a:lnTo>
                  <a:pt x="577074" y="0"/>
                </a:lnTo>
                <a:close/>
              </a:path>
            </a:pathLst>
          </a:custGeom>
          <a:solidFill xmlns:a="http://schemas.openxmlformats.org/drawingml/2006/main">
            <a:srgbClr val="7393B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505CF-2184-419B-9DDF-F249F262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728" y="1728112"/>
            <a:ext cx="646472" cy="26615"/>
          </a:xfrm>
          <a:custGeom xmlns:a="http://schemas.openxmlformats.org/drawingml/2006/main">
            <a:pathLst>
              <a:path w="646472" h="26615">
                <a:moveTo>
                  <a:pt x="0" y="17433"/>
                </a:moveTo>
                <a:lnTo>
                  <a:pt x="8317" y="17433"/>
                </a:lnTo>
                <a:lnTo>
                  <a:pt x="8317" y="9116"/>
                </a:lnTo>
                <a:lnTo>
                  <a:pt x="0" y="9116"/>
                </a:lnTo>
                <a:lnTo>
                  <a:pt x="0" y="17433"/>
                </a:lnTo>
                <a:close/>
                <a:moveTo>
                  <a:pt x="16634" y="17433"/>
                </a:moveTo>
                <a:lnTo>
                  <a:pt x="24951" y="17433"/>
                </a:lnTo>
                <a:lnTo>
                  <a:pt x="24951" y="9116"/>
                </a:lnTo>
                <a:lnTo>
                  <a:pt x="16634" y="9116"/>
                </a:lnTo>
                <a:lnTo>
                  <a:pt x="16634" y="17433"/>
                </a:lnTo>
                <a:close/>
                <a:moveTo>
                  <a:pt x="33268" y="17433"/>
                </a:moveTo>
                <a:lnTo>
                  <a:pt x="41586" y="17433"/>
                </a:lnTo>
                <a:lnTo>
                  <a:pt x="41586" y="9116"/>
                </a:lnTo>
                <a:lnTo>
                  <a:pt x="33268" y="9116"/>
                </a:lnTo>
                <a:lnTo>
                  <a:pt x="33268" y="17433"/>
                </a:lnTo>
                <a:close/>
                <a:moveTo>
                  <a:pt x="49903" y="17433"/>
                </a:moveTo>
                <a:lnTo>
                  <a:pt x="58220" y="17433"/>
                </a:lnTo>
                <a:lnTo>
                  <a:pt x="58220" y="9116"/>
                </a:lnTo>
                <a:lnTo>
                  <a:pt x="49903" y="9116"/>
                </a:lnTo>
                <a:lnTo>
                  <a:pt x="49903" y="17433"/>
                </a:lnTo>
                <a:close/>
                <a:moveTo>
                  <a:pt x="66537" y="17433"/>
                </a:moveTo>
                <a:lnTo>
                  <a:pt x="74854" y="17433"/>
                </a:lnTo>
                <a:lnTo>
                  <a:pt x="74854" y="9116"/>
                </a:lnTo>
                <a:lnTo>
                  <a:pt x="66537" y="9116"/>
                </a:lnTo>
                <a:lnTo>
                  <a:pt x="66537" y="17433"/>
                </a:lnTo>
                <a:close/>
                <a:moveTo>
                  <a:pt x="83171" y="17433"/>
                </a:moveTo>
                <a:lnTo>
                  <a:pt x="91488" y="17433"/>
                </a:lnTo>
                <a:lnTo>
                  <a:pt x="91488" y="9116"/>
                </a:lnTo>
                <a:lnTo>
                  <a:pt x="83171" y="9116"/>
                </a:lnTo>
                <a:lnTo>
                  <a:pt x="83171" y="17433"/>
                </a:lnTo>
                <a:close/>
                <a:moveTo>
                  <a:pt x="99805" y="17433"/>
                </a:moveTo>
                <a:lnTo>
                  <a:pt x="108122" y="17433"/>
                </a:lnTo>
                <a:lnTo>
                  <a:pt x="108122" y="9116"/>
                </a:lnTo>
                <a:lnTo>
                  <a:pt x="99805" y="9116"/>
                </a:lnTo>
                <a:lnTo>
                  <a:pt x="99805" y="17433"/>
                </a:lnTo>
                <a:close/>
                <a:moveTo>
                  <a:pt x="124757" y="17433"/>
                </a:moveTo>
                <a:lnTo>
                  <a:pt x="124757" y="9116"/>
                </a:lnTo>
                <a:lnTo>
                  <a:pt x="116440" y="9116"/>
                </a:lnTo>
                <a:lnTo>
                  <a:pt x="116440" y="17433"/>
                </a:lnTo>
                <a:lnTo>
                  <a:pt x="124757" y="17433"/>
                </a:lnTo>
                <a:close/>
                <a:moveTo>
                  <a:pt x="141391" y="17433"/>
                </a:moveTo>
                <a:lnTo>
                  <a:pt x="141391" y="9116"/>
                </a:lnTo>
                <a:lnTo>
                  <a:pt x="133074" y="9116"/>
                </a:lnTo>
                <a:lnTo>
                  <a:pt x="133074" y="17433"/>
                </a:lnTo>
                <a:lnTo>
                  <a:pt x="141391" y="17433"/>
                </a:lnTo>
                <a:close/>
                <a:moveTo>
                  <a:pt x="149708" y="17433"/>
                </a:moveTo>
                <a:lnTo>
                  <a:pt x="158025" y="17433"/>
                </a:lnTo>
                <a:lnTo>
                  <a:pt x="158025" y="9116"/>
                </a:lnTo>
                <a:lnTo>
                  <a:pt x="149708" y="9116"/>
                </a:lnTo>
                <a:lnTo>
                  <a:pt x="149708" y="17433"/>
                </a:lnTo>
                <a:close/>
                <a:moveTo>
                  <a:pt x="166342" y="17433"/>
                </a:moveTo>
                <a:lnTo>
                  <a:pt x="174659" y="17433"/>
                </a:lnTo>
                <a:lnTo>
                  <a:pt x="174659" y="9116"/>
                </a:lnTo>
                <a:lnTo>
                  <a:pt x="166342" y="9116"/>
                </a:lnTo>
                <a:lnTo>
                  <a:pt x="166342" y="17433"/>
                </a:lnTo>
                <a:close/>
                <a:moveTo>
                  <a:pt x="182976" y="17433"/>
                </a:moveTo>
                <a:lnTo>
                  <a:pt x="191294" y="17433"/>
                </a:lnTo>
                <a:lnTo>
                  <a:pt x="191294" y="9116"/>
                </a:lnTo>
                <a:lnTo>
                  <a:pt x="182976" y="9116"/>
                </a:lnTo>
                <a:lnTo>
                  <a:pt x="182976" y="17433"/>
                </a:lnTo>
                <a:close/>
                <a:moveTo>
                  <a:pt x="207928" y="17433"/>
                </a:moveTo>
                <a:lnTo>
                  <a:pt x="207928" y="9116"/>
                </a:lnTo>
                <a:lnTo>
                  <a:pt x="199611" y="9116"/>
                </a:lnTo>
                <a:lnTo>
                  <a:pt x="199611" y="17433"/>
                </a:lnTo>
                <a:lnTo>
                  <a:pt x="207928" y="17433"/>
                </a:lnTo>
                <a:close/>
                <a:moveTo>
                  <a:pt x="224562" y="17433"/>
                </a:moveTo>
                <a:lnTo>
                  <a:pt x="224562" y="9116"/>
                </a:lnTo>
                <a:lnTo>
                  <a:pt x="216245" y="9116"/>
                </a:lnTo>
                <a:lnTo>
                  <a:pt x="216245" y="17433"/>
                </a:lnTo>
                <a:lnTo>
                  <a:pt x="224562" y="17433"/>
                </a:lnTo>
                <a:close/>
                <a:moveTo>
                  <a:pt x="232879" y="17433"/>
                </a:moveTo>
                <a:lnTo>
                  <a:pt x="241196" y="17433"/>
                </a:lnTo>
                <a:lnTo>
                  <a:pt x="241196" y="9116"/>
                </a:lnTo>
                <a:lnTo>
                  <a:pt x="232879" y="9116"/>
                </a:lnTo>
                <a:lnTo>
                  <a:pt x="232879" y="17433"/>
                </a:lnTo>
                <a:close/>
                <a:moveTo>
                  <a:pt x="249513" y="17433"/>
                </a:moveTo>
                <a:lnTo>
                  <a:pt x="257830" y="17433"/>
                </a:lnTo>
                <a:lnTo>
                  <a:pt x="257830" y="9116"/>
                </a:lnTo>
                <a:lnTo>
                  <a:pt x="249513" y="9116"/>
                </a:lnTo>
                <a:lnTo>
                  <a:pt x="249513" y="17433"/>
                </a:lnTo>
                <a:close/>
                <a:moveTo>
                  <a:pt x="266148" y="17433"/>
                </a:moveTo>
                <a:lnTo>
                  <a:pt x="274465" y="17433"/>
                </a:lnTo>
                <a:lnTo>
                  <a:pt x="274465" y="9116"/>
                </a:lnTo>
                <a:lnTo>
                  <a:pt x="266148" y="9116"/>
                </a:lnTo>
                <a:lnTo>
                  <a:pt x="266148" y="17433"/>
                </a:lnTo>
                <a:close/>
                <a:moveTo>
                  <a:pt x="291099" y="17433"/>
                </a:moveTo>
                <a:lnTo>
                  <a:pt x="291099" y="9116"/>
                </a:lnTo>
                <a:lnTo>
                  <a:pt x="282782" y="9116"/>
                </a:lnTo>
                <a:lnTo>
                  <a:pt x="282782" y="17433"/>
                </a:lnTo>
                <a:lnTo>
                  <a:pt x="291099" y="17433"/>
                </a:lnTo>
                <a:close/>
                <a:moveTo>
                  <a:pt x="307733" y="17433"/>
                </a:moveTo>
                <a:lnTo>
                  <a:pt x="307733" y="9116"/>
                </a:lnTo>
                <a:lnTo>
                  <a:pt x="299416" y="9116"/>
                </a:lnTo>
                <a:lnTo>
                  <a:pt x="299416" y="17433"/>
                </a:lnTo>
                <a:lnTo>
                  <a:pt x="307733" y="17433"/>
                </a:lnTo>
                <a:close/>
                <a:moveTo>
                  <a:pt x="316050" y="17433"/>
                </a:moveTo>
                <a:lnTo>
                  <a:pt x="324367" y="17433"/>
                </a:lnTo>
                <a:lnTo>
                  <a:pt x="324367" y="9116"/>
                </a:lnTo>
                <a:lnTo>
                  <a:pt x="316050" y="9116"/>
                </a:lnTo>
                <a:lnTo>
                  <a:pt x="316050" y="17433"/>
                </a:lnTo>
                <a:close/>
                <a:moveTo>
                  <a:pt x="332684" y="17433"/>
                </a:moveTo>
                <a:lnTo>
                  <a:pt x="341002" y="17433"/>
                </a:lnTo>
                <a:lnTo>
                  <a:pt x="341002" y="9116"/>
                </a:lnTo>
                <a:lnTo>
                  <a:pt x="332684" y="9116"/>
                </a:lnTo>
                <a:lnTo>
                  <a:pt x="332684" y="17433"/>
                </a:lnTo>
                <a:close/>
                <a:moveTo>
                  <a:pt x="349319" y="17433"/>
                </a:moveTo>
                <a:lnTo>
                  <a:pt x="357636" y="17433"/>
                </a:lnTo>
                <a:lnTo>
                  <a:pt x="357636" y="9116"/>
                </a:lnTo>
                <a:lnTo>
                  <a:pt x="349319" y="9116"/>
                </a:lnTo>
                <a:lnTo>
                  <a:pt x="349319" y="17433"/>
                </a:lnTo>
                <a:close/>
                <a:moveTo>
                  <a:pt x="374270" y="17433"/>
                </a:moveTo>
                <a:lnTo>
                  <a:pt x="374270" y="9116"/>
                </a:lnTo>
                <a:lnTo>
                  <a:pt x="365953" y="9116"/>
                </a:lnTo>
                <a:lnTo>
                  <a:pt x="365953" y="17433"/>
                </a:lnTo>
                <a:lnTo>
                  <a:pt x="374270" y="17433"/>
                </a:lnTo>
                <a:close/>
                <a:moveTo>
                  <a:pt x="390904" y="17433"/>
                </a:moveTo>
                <a:lnTo>
                  <a:pt x="390904" y="9116"/>
                </a:lnTo>
                <a:lnTo>
                  <a:pt x="382587" y="9116"/>
                </a:lnTo>
                <a:lnTo>
                  <a:pt x="382587" y="17433"/>
                </a:lnTo>
                <a:lnTo>
                  <a:pt x="390904" y="17433"/>
                </a:lnTo>
                <a:close/>
                <a:moveTo>
                  <a:pt x="399221" y="17433"/>
                </a:moveTo>
                <a:lnTo>
                  <a:pt x="407538" y="17433"/>
                </a:lnTo>
                <a:lnTo>
                  <a:pt x="407538" y="9116"/>
                </a:lnTo>
                <a:lnTo>
                  <a:pt x="399221" y="9116"/>
                </a:lnTo>
                <a:lnTo>
                  <a:pt x="399221" y="17433"/>
                </a:lnTo>
                <a:close/>
                <a:moveTo>
                  <a:pt x="415856" y="17433"/>
                </a:moveTo>
                <a:lnTo>
                  <a:pt x="424173" y="17433"/>
                </a:lnTo>
                <a:lnTo>
                  <a:pt x="424173" y="9116"/>
                </a:lnTo>
                <a:lnTo>
                  <a:pt x="415856" y="9116"/>
                </a:lnTo>
                <a:lnTo>
                  <a:pt x="415856" y="17433"/>
                </a:lnTo>
                <a:close/>
                <a:moveTo>
                  <a:pt x="432490" y="17433"/>
                </a:moveTo>
                <a:lnTo>
                  <a:pt x="440807" y="17433"/>
                </a:lnTo>
                <a:lnTo>
                  <a:pt x="440807" y="9116"/>
                </a:lnTo>
                <a:lnTo>
                  <a:pt x="432490" y="9116"/>
                </a:lnTo>
                <a:lnTo>
                  <a:pt x="432490" y="17433"/>
                </a:lnTo>
                <a:close/>
                <a:moveTo>
                  <a:pt x="457441" y="17433"/>
                </a:moveTo>
                <a:lnTo>
                  <a:pt x="457441" y="9116"/>
                </a:lnTo>
                <a:lnTo>
                  <a:pt x="449124" y="9116"/>
                </a:lnTo>
                <a:lnTo>
                  <a:pt x="449124" y="17433"/>
                </a:lnTo>
                <a:lnTo>
                  <a:pt x="457441" y="17433"/>
                </a:lnTo>
                <a:close/>
                <a:moveTo>
                  <a:pt x="474075" y="17433"/>
                </a:moveTo>
                <a:lnTo>
                  <a:pt x="474075" y="9116"/>
                </a:lnTo>
                <a:lnTo>
                  <a:pt x="465758" y="9116"/>
                </a:lnTo>
                <a:lnTo>
                  <a:pt x="465758" y="17433"/>
                </a:lnTo>
                <a:lnTo>
                  <a:pt x="474075" y="17433"/>
                </a:lnTo>
                <a:close/>
                <a:moveTo>
                  <a:pt x="482392" y="17433"/>
                </a:moveTo>
                <a:lnTo>
                  <a:pt x="490710" y="17433"/>
                </a:lnTo>
                <a:lnTo>
                  <a:pt x="490710" y="9116"/>
                </a:lnTo>
                <a:lnTo>
                  <a:pt x="482392" y="9116"/>
                </a:lnTo>
                <a:lnTo>
                  <a:pt x="482392" y="17433"/>
                </a:lnTo>
                <a:close/>
                <a:moveTo>
                  <a:pt x="499027" y="17433"/>
                </a:moveTo>
                <a:lnTo>
                  <a:pt x="507344" y="17433"/>
                </a:lnTo>
                <a:lnTo>
                  <a:pt x="507344" y="9116"/>
                </a:lnTo>
                <a:lnTo>
                  <a:pt x="499027" y="9116"/>
                </a:lnTo>
                <a:lnTo>
                  <a:pt x="499027" y="17433"/>
                </a:lnTo>
                <a:close/>
                <a:moveTo>
                  <a:pt x="515661" y="17433"/>
                </a:moveTo>
                <a:lnTo>
                  <a:pt x="523978" y="17433"/>
                </a:lnTo>
                <a:lnTo>
                  <a:pt x="523978" y="9116"/>
                </a:lnTo>
                <a:lnTo>
                  <a:pt x="515661" y="9116"/>
                </a:lnTo>
                <a:lnTo>
                  <a:pt x="515661" y="17433"/>
                </a:lnTo>
                <a:close/>
                <a:moveTo>
                  <a:pt x="540612" y="17433"/>
                </a:moveTo>
                <a:lnTo>
                  <a:pt x="540612" y="9116"/>
                </a:lnTo>
                <a:lnTo>
                  <a:pt x="532295" y="9116"/>
                </a:lnTo>
                <a:lnTo>
                  <a:pt x="532295" y="17433"/>
                </a:lnTo>
                <a:lnTo>
                  <a:pt x="540612" y="17433"/>
                </a:lnTo>
                <a:close/>
                <a:moveTo>
                  <a:pt x="557246" y="17433"/>
                </a:moveTo>
                <a:lnTo>
                  <a:pt x="557246" y="9116"/>
                </a:lnTo>
                <a:lnTo>
                  <a:pt x="548929" y="9116"/>
                </a:lnTo>
                <a:lnTo>
                  <a:pt x="548929" y="17433"/>
                </a:lnTo>
                <a:lnTo>
                  <a:pt x="557246" y="17433"/>
                </a:lnTo>
                <a:close/>
                <a:moveTo>
                  <a:pt x="565564" y="17433"/>
                </a:moveTo>
                <a:lnTo>
                  <a:pt x="573881" y="17433"/>
                </a:lnTo>
                <a:lnTo>
                  <a:pt x="573881" y="9116"/>
                </a:lnTo>
                <a:lnTo>
                  <a:pt x="565564" y="9116"/>
                </a:lnTo>
                <a:lnTo>
                  <a:pt x="565564" y="17433"/>
                </a:lnTo>
                <a:close/>
                <a:moveTo>
                  <a:pt x="582198" y="17433"/>
                </a:moveTo>
                <a:lnTo>
                  <a:pt x="590515" y="17433"/>
                </a:lnTo>
                <a:lnTo>
                  <a:pt x="590515" y="9116"/>
                </a:lnTo>
                <a:lnTo>
                  <a:pt x="582198" y="9116"/>
                </a:lnTo>
                <a:lnTo>
                  <a:pt x="582198" y="17433"/>
                </a:lnTo>
                <a:close/>
                <a:moveTo>
                  <a:pt x="646472" y="13307"/>
                </a:moveTo>
                <a:lnTo>
                  <a:pt x="606550" y="0"/>
                </a:lnTo>
                <a:lnTo>
                  <a:pt x="606550" y="9116"/>
                </a:lnTo>
                <a:lnTo>
                  <a:pt x="598832" y="9116"/>
                </a:lnTo>
                <a:lnTo>
                  <a:pt x="598832" y="17433"/>
                </a:lnTo>
                <a:lnTo>
                  <a:pt x="606550" y="17433"/>
                </a:lnTo>
                <a:lnTo>
                  <a:pt x="606550" y="26615"/>
                </a:lnTo>
                <a:lnTo>
                  <a:pt x="646472" y="13307"/>
                </a:lnTo>
                <a:close/>
              </a:path>
            </a:pathLst>
          </a:custGeom>
          <a:solidFill xmlns:a="http://schemas.openxmlformats.org/drawingml/2006/main">
            <a:srgbClr val="7393B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504BF-E84F-4E31-8237-F1308DE9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075" y="3107023"/>
            <a:ext cx="805629" cy="66537"/>
          </a:xfrm>
          <a:custGeom xmlns:a="http://schemas.openxmlformats.org/drawingml/2006/main">
            <a:pathLst>
              <a:path w="805629" h="66537">
                <a:moveTo>
                  <a:pt x="739092" y="66537"/>
                </a:moveTo>
                <a:lnTo>
                  <a:pt x="805629" y="33268"/>
                </a:lnTo>
                <a:lnTo>
                  <a:pt x="739092" y="0"/>
                </a:lnTo>
                <a:lnTo>
                  <a:pt x="739092" y="27446"/>
                </a:lnTo>
                <a:lnTo>
                  <a:pt x="0" y="27446"/>
                </a:lnTo>
                <a:lnTo>
                  <a:pt x="0" y="39090"/>
                </a:lnTo>
                <a:lnTo>
                  <a:pt x="739092" y="39090"/>
                </a:lnTo>
                <a:lnTo>
                  <a:pt x="739092" y="66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ACC87-51DA-4BCE-AB2A-149CDFD2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49" y="3107023"/>
            <a:ext cx="630570" cy="66537"/>
          </a:xfrm>
          <a:custGeom xmlns:a="http://schemas.openxmlformats.org/drawingml/2006/main">
            <a:pathLst>
              <a:path w="630570" h="66537">
                <a:moveTo>
                  <a:pt x="564033" y="66537"/>
                </a:moveTo>
                <a:lnTo>
                  <a:pt x="630570" y="33268"/>
                </a:lnTo>
                <a:lnTo>
                  <a:pt x="564033" y="0"/>
                </a:lnTo>
                <a:lnTo>
                  <a:pt x="564033" y="27446"/>
                </a:lnTo>
                <a:lnTo>
                  <a:pt x="0" y="27446"/>
                </a:lnTo>
                <a:lnTo>
                  <a:pt x="0" y="39090"/>
                </a:lnTo>
                <a:lnTo>
                  <a:pt x="564033" y="39090"/>
                </a:lnTo>
                <a:lnTo>
                  <a:pt x="564033" y="66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Text Decoding">
            <a:extLst xmlns:a="http://schemas.openxmlformats.org/drawingml/2006/main">
              <a:ext uri="{FF2B5EF4-FFF2-40B4-BE49-F238E27FC236}">
                <a16:creationId xmlns:a16="http://schemas.microsoft.com/office/drawing/2014/main" id="{5BC69B3D-5BFD-4EEF-BDDB-55502753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104" y="3251115"/>
            <a:ext cx="647321" cy="149779"/>
          </a:xfrm>
          <a:custGeom xmlns:a="http://schemas.openxmlformats.org/drawingml/2006/main">
            <a:pathLst>
              <a:path w="647321" h="149779">
                <a:moveTo>
                  <a:pt x="0" y="113539"/>
                </a:moveTo>
                <a:lnTo>
                  <a:pt x="47210" y="113539"/>
                </a:lnTo>
                <a:cubicBezTo>
                  <a:pt x="66496" y="113539"/>
                  <a:pt x="83950" y="108055"/>
                  <a:pt x="94256" y="98746"/>
                </a:cubicBezTo>
                <a:cubicBezTo>
                  <a:pt x="105062" y="88937"/>
                  <a:pt x="111213" y="74141"/>
                  <a:pt x="111213" y="58016"/>
                </a:cubicBezTo>
                <a:cubicBezTo>
                  <a:pt x="111213" y="43056"/>
                  <a:pt x="106391" y="30089"/>
                  <a:pt x="97082" y="20947"/>
                </a:cubicBezTo>
                <a:cubicBezTo>
                  <a:pt x="85779" y="9477"/>
                  <a:pt x="67658" y="3493"/>
                  <a:pt x="44884" y="3493"/>
                </a:cubicBezTo>
                <a:lnTo>
                  <a:pt x="0" y="3493"/>
                </a:lnTo>
                <a:lnTo>
                  <a:pt x="0" y="6651"/>
                </a:lnTo>
                <a:cubicBezTo>
                  <a:pt x="13132" y="7815"/>
                  <a:pt x="14463" y="9144"/>
                  <a:pt x="14628" y="21611"/>
                </a:cubicBezTo>
                <a:lnTo>
                  <a:pt x="14628" y="95420"/>
                </a:lnTo>
                <a:cubicBezTo>
                  <a:pt x="14463" y="107555"/>
                  <a:pt x="12467" y="109551"/>
                  <a:pt x="0" y="110381"/>
                </a:cubicBezTo>
                <a:lnTo>
                  <a:pt x="0" y="113539"/>
                </a:lnTo>
                <a:moveTo>
                  <a:pt x="31585" y="16125"/>
                </a:moveTo>
                <a:cubicBezTo>
                  <a:pt x="31585" y="10973"/>
                  <a:pt x="33247" y="9641"/>
                  <a:pt x="40230" y="9641"/>
                </a:cubicBezTo>
                <a:cubicBezTo>
                  <a:pt x="54691" y="9641"/>
                  <a:pt x="65332" y="12302"/>
                  <a:pt x="73312" y="17954"/>
                </a:cubicBezTo>
                <a:cubicBezTo>
                  <a:pt x="86276" y="26931"/>
                  <a:pt x="93092" y="41227"/>
                  <a:pt x="93092" y="59180"/>
                </a:cubicBezTo>
                <a:cubicBezTo>
                  <a:pt x="93092" y="78796"/>
                  <a:pt x="86276" y="92759"/>
                  <a:pt x="72812" y="100574"/>
                </a:cubicBezTo>
                <a:cubicBezTo>
                  <a:pt x="64335" y="105394"/>
                  <a:pt x="54691" y="107390"/>
                  <a:pt x="40230" y="107390"/>
                </a:cubicBezTo>
                <a:cubicBezTo>
                  <a:pt x="33579" y="107390"/>
                  <a:pt x="31585" y="105894"/>
                  <a:pt x="31585" y="100574"/>
                </a:cubicBezTo>
                <a:lnTo>
                  <a:pt x="31585" y="16125"/>
                </a:lnTo>
                <a:close/>
                <a:moveTo>
                  <a:pt x="186350" y="86278"/>
                </a:moveTo>
                <a:cubicBezTo>
                  <a:pt x="178372" y="98910"/>
                  <a:pt x="171222" y="103732"/>
                  <a:pt x="160584" y="103732"/>
                </a:cubicBezTo>
                <a:cubicBezTo>
                  <a:pt x="151109" y="103732"/>
                  <a:pt x="143961" y="98910"/>
                  <a:pt x="139139" y="89436"/>
                </a:cubicBezTo>
                <a:cubicBezTo>
                  <a:pt x="136146" y="83118"/>
                  <a:pt x="134985" y="77799"/>
                  <a:pt x="134652" y="67493"/>
                </a:cubicBezTo>
                <a:lnTo>
                  <a:pt x="185853" y="67493"/>
                </a:lnTo>
                <a:cubicBezTo>
                  <a:pt x="184521" y="56687"/>
                  <a:pt x="182860" y="51868"/>
                  <a:pt x="178705" y="46546"/>
                </a:cubicBezTo>
                <a:cubicBezTo>
                  <a:pt x="173715" y="40562"/>
                  <a:pt x="166070" y="37072"/>
                  <a:pt x="157426" y="37072"/>
                </a:cubicBezTo>
                <a:cubicBezTo>
                  <a:pt x="149113" y="37072"/>
                  <a:pt x="141301" y="40065"/>
                  <a:pt x="134985" y="45716"/>
                </a:cubicBezTo>
                <a:cubicBezTo>
                  <a:pt x="127169" y="52532"/>
                  <a:pt x="122682" y="64335"/>
                  <a:pt x="122682" y="77966"/>
                </a:cubicBezTo>
                <a:cubicBezTo>
                  <a:pt x="122682" y="100907"/>
                  <a:pt x="134652" y="115203"/>
                  <a:pt x="153768" y="115203"/>
                </a:cubicBezTo>
                <a:cubicBezTo>
                  <a:pt x="169560" y="115203"/>
                  <a:pt x="182028" y="105394"/>
                  <a:pt x="189011" y="87440"/>
                </a:cubicBezTo>
                <a:lnTo>
                  <a:pt x="186350" y="86278"/>
                </a:lnTo>
                <a:moveTo>
                  <a:pt x="134985" y="62174"/>
                </a:moveTo>
                <a:cubicBezTo>
                  <a:pt x="136811" y="49207"/>
                  <a:pt x="142465" y="43056"/>
                  <a:pt x="152604" y="43056"/>
                </a:cubicBezTo>
                <a:cubicBezTo>
                  <a:pt x="162745" y="43056"/>
                  <a:pt x="166735" y="47710"/>
                  <a:pt x="168896" y="62174"/>
                </a:cubicBezTo>
                <a:lnTo>
                  <a:pt x="134985" y="62174"/>
                </a:lnTo>
                <a:close/>
                <a:moveTo>
                  <a:pt x="259494" y="87608"/>
                </a:moveTo>
                <a:cubicBezTo>
                  <a:pt x="251514" y="99243"/>
                  <a:pt x="245531" y="103233"/>
                  <a:pt x="236054" y="103233"/>
                </a:cubicBezTo>
                <a:cubicBezTo>
                  <a:pt x="220761" y="103233"/>
                  <a:pt x="210288" y="89934"/>
                  <a:pt x="210288" y="70818"/>
                </a:cubicBezTo>
                <a:cubicBezTo>
                  <a:pt x="210288" y="53529"/>
                  <a:pt x="219432" y="41891"/>
                  <a:pt x="232896" y="41891"/>
                </a:cubicBezTo>
                <a:cubicBezTo>
                  <a:pt x="238880" y="41891"/>
                  <a:pt x="241041" y="43555"/>
                  <a:pt x="242705" y="49871"/>
                </a:cubicBezTo>
                <a:lnTo>
                  <a:pt x="243702" y="53529"/>
                </a:lnTo>
                <a:cubicBezTo>
                  <a:pt x="245031" y="58351"/>
                  <a:pt x="248024" y="61177"/>
                  <a:pt x="251682" y="61177"/>
                </a:cubicBezTo>
                <a:cubicBezTo>
                  <a:pt x="256004" y="61177"/>
                  <a:pt x="259494" y="58016"/>
                  <a:pt x="259494" y="54194"/>
                </a:cubicBezTo>
                <a:cubicBezTo>
                  <a:pt x="259494" y="44884"/>
                  <a:pt x="247857" y="37072"/>
                  <a:pt x="233893" y="37072"/>
                </a:cubicBezTo>
                <a:cubicBezTo>
                  <a:pt x="225748" y="37072"/>
                  <a:pt x="217271" y="40397"/>
                  <a:pt x="210455" y="46381"/>
                </a:cubicBezTo>
                <a:cubicBezTo>
                  <a:pt x="202143" y="53694"/>
                  <a:pt x="197488" y="64999"/>
                  <a:pt x="197488" y="78298"/>
                </a:cubicBezTo>
                <a:cubicBezTo>
                  <a:pt x="197488" y="99742"/>
                  <a:pt x="210620" y="115203"/>
                  <a:pt x="229073" y="115203"/>
                </a:cubicBezTo>
                <a:cubicBezTo>
                  <a:pt x="236554" y="115203"/>
                  <a:pt x="243202" y="112542"/>
                  <a:pt x="249188" y="107390"/>
                </a:cubicBezTo>
                <a:cubicBezTo>
                  <a:pt x="253675" y="103565"/>
                  <a:pt x="256833" y="98910"/>
                  <a:pt x="261820" y="89104"/>
                </a:cubicBezTo>
                <a:lnTo>
                  <a:pt x="259494" y="87608"/>
                </a:lnTo>
                <a:close/>
                <a:moveTo>
                  <a:pt x="309698" y="37072"/>
                </a:moveTo>
                <a:cubicBezTo>
                  <a:pt x="287919" y="37072"/>
                  <a:pt x="272959" y="53029"/>
                  <a:pt x="272959" y="75970"/>
                </a:cubicBezTo>
                <a:cubicBezTo>
                  <a:pt x="272959" y="98578"/>
                  <a:pt x="288419" y="115203"/>
                  <a:pt x="309363" y="115203"/>
                </a:cubicBezTo>
                <a:cubicBezTo>
                  <a:pt x="330310" y="115203"/>
                  <a:pt x="346268" y="97749"/>
                  <a:pt x="346268" y="74641"/>
                </a:cubicBezTo>
                <a:cubicBezTo>
                  <a:pt x="346268" y="52697"/>
                  <a:pt x="330975" y="37072"/>
                  <a:pt x="309698" y="37072"/>
                </a:cubicBezTo>
                <a:moveTo>
                  <a:pt x="307537" y="41726"/>
                </a:moveTo>
                <a:cubicBezTo>
                  <a:pt x="321501" y="41726"/>
                  <a:pt x="331307" y="57684"/>
                  <a:pt x="331307" y="80460"/>
                </a:cubicBezTo>
                <a:cubicBezTo>
                  <a:pt x="331307" y="99410"/>
                  <a:pt x="323827" y="110548"/>
                  <a:pt x="311360" y="110548"/>
                </a:cubicBezTo>
                <a:cubicBezTo>
                  <a:pt x="304876" y="110548"/>
                  <a:pt x="298725" y="106558"/>
                  <a:pt x="295235" y="99910"/>
                </a:cubicBezTo>
                <a:cubicBezTo>
                  <a:pt x="290580" y="91265"/>
                  <a:pt x="287919" y="79628"/>
                  <a:pt x="287919" y="67825"/>
                </a:cubicBezTo>
                <a:cubicBezTo>
                  <a:pt x="287919" y="52032"/>
                  <a:pt x="295567" y="41726"/>
                  <a:pt x="307537" y="41726"/>
                </a:cubicBezTo>
                <a:close/>
                <a:moveTo>
                  <a:pt x="434209" y="103897"/>
                </a:moveTo>
                <a:cubicBezTo>
                  <a:pt x="432047" y="104065"/>
                  <a:pt x="431051" y="104065"/>
                  <a:pt x="430383" y="104065"/>
                </a:cubicBezTo>
                <a:cubicBezTo>
                  <a:pt x="424567" y="104065"/>
                  <a:pt x="423071" y="102236"/>
                  <a:pt x="423071" y="94588"/>
                </a:cubicBezTo>
                <a:lnTo>
                  <a:pt x="423071" y="332"/>
                </a:lnTo>
                <a:lnTo>
                  <a:pt x="422239" y="0"/>
                </a:lnTo>
                <a:cubicBezTo>
                  <a:pt x="414426" y="2661"/>
                  <a:pt x="408774" y="4490"/>
                  <a:pt x="397801" y="7315"/>
                </a:cubicBezTo>
                <a:lnTo>
                  <a:pt x="397801" y="9974"/>
                </a:lnTo>
                <a:cubicBezTo>
                  <a:pt x="399133" y="9809"/>
                  <a:pt x="399962" y="9809"/>
                  <a:pt x="401459" y="9809"/>
                </a:cubicBezTo>
                <a:cubicBezTo>
                  <a:pt x="407610" y="9809"/>
                  <a:pt x="409107" y="11470"/>
                  <a:pt x="409107" y="18286"/>
                </a:cubicBezTo>
                <a:lnTo>
                  <a:pt x="409107" y="44220"/>
                </a:lnTo>
                <a:cubicBezTo>
                  <a:pt x="402788" y="38901"/>
                  <a:pt x="398301" y="37072"/>
                  <a:pt x="391650" y="37072"/>
                </a:cubicBezTo>
                <a:cubicBezTo>
                  <a:pt x="372535" y="37072"/>
                  <a:pt x="357074" y="55855"/>
                  <a:pt x="357074" y="79463"/>
                </a:cubicBezTo>
                <a:cubicBezTo>
                  <a:pt x="357074" y="100739"/>
                  <a:pt x="369377" y="115203"/>
                  <a:pt x="387828" y="115203"/>
                </a:cubicBezTo>
                <a:cubicBezTo>
                  <a:pt x="397137" y="115203"/>
                  <a:pt x="403455" y="111877"/>
                  <a:pt x="409107" y="104065"/>
                </a:cubicBezTo>
                <a:lnTo>
                  <a:pt x="409107" y="114703"/>
                </a:lnTo>
                <a:lnTo>
                  <a:pt x="409771" y="115203"/>
                </a:lnTo>
                <a:lnTo>
                  <a:pt x="434209" y="106558"/>
                </a:lnTo>
                <a:lnTo>
                  <a:pt x="434209" y="103897"/>
                </a:lnTo>
                <a:moveTo>
                  <a:pt x="409107" y="96584"/>
                </a:moveTo>
                <a:cubicBezTo>
                  <a:pt x="409107" y="97749"/>
                  <a:pt x="407943" y="99742"/>
                  <a:pt x="406281" y="101571"/>
                </a:cubicBezTo>
                <a:cubicBezTo>
                  <a:pt x="403455" y="104897"/>
                  <a:pt x="399133" y="106558"/>
                  <a:pt x="394311" y="106558"/>
                </a:cubicBezTo>
                <a:cubicBezTo>
                  <a:pt x="380347" y="106558"/>
                  <a:pt x="371370" y="93259"/>
                  <a:pt x="371370" y="72647"/>
                </a:cubicBezTo>
                <a:cubicBezTo>
                  <a:pt x="371370" y="54029"/>
                  <a:pt x="379515" y="41726"/>
                  <a:pt x="392150" y="41726"/>
                </a:cubicBezTo>
                <a:cubicBezTo>
                  <a:pt x="401127" y="41726"/>
                  <a:pt x="409107" y="49539"/>
                  <a:pt x="409107" y="58351"/>
                </a:cubicBezTo>
                <a:lnTo>
                  <a:pt x="409107" y="96584"/>
                </a:lnTo>
                <a:close/>
                <a:moveTo>
                  <a:pt x="439694" y="113539"/>
                </a:moveTo>
                <a:lnTo>
                  <a:pt x="479091" y="113539"/>
                </a:lnTo>
                <a:lnTo>
                  <a:pt x="479091" y="111045"/>
                </a:lnTo>
                <a:cubicBezTo>
                  <a:pt x="468121" y="110216"/>
                  <a:pt x="466956" y="108719"/>
                  <a:pt x="466789" y="96584"/>
                </a:cubicBezTo>
                <a:lnTo>
                  <a:pt x="466789" y="37569"/>
                </a:lnTo>
                <a:lnTo>
                  <a:pt x="466124" y="37072"/>
                </a:lnTo>
                <a:lnTo>
                  <a:pt x="440358" y="46214"/>
                </a:lnTo>
                <a:lnTo>
                  <a:pt x="440358" y="48707"/>
                </a:lnTo>
                <a:lnTo>
                  <a:pt x="441690" y="48542"/>
                </a:lnTo>
                <a:cubicBezTo>
                  <a:pt x="443684" y="48210"/>
                  <a:pt x="445677" y="48042"/>
                  <a:pt x="447341" y="48042"/>
                </a:cubicBezTo>
                <a:cubicBezTo>
                  <a:pt x="451331" y="48042"/>
                  <a:pt x="452825" y="50703"/>
                  <a:pt x="452825" y="58016"/>
                </a:cubicBezTo>
                <a:lnTo>
                  <a:pt x="452825" y="96584"/>
                </a:lnTo>
                <a:cubicBezTo>
                  <a:pt x="452493" y="108884"/>
                  <a:pt x="450999" y="110548"/>
                  <a:pt x="439694" y="111045"/>
                </a:cubicBezTo>
                <a:lnTo>
                  <a:pt x="439694" y="113539"/>
                </a:lnTo>
                <a:moveTo>
                  <a:pt x="458312" y="0"/>
                </a:moveTo>
                <a:cubicBezTo>
                  <a:pt x="453825" y="0"/>
                  <a:pt x="450000" y="3825"/>
                  <a:pt x="450000" y="8480"/>
                </a:cubicBezTo>
                <a:cubicBezTo>
                  <a:pt x="450000" y="13299"/>
                  <a:pt x="453657" y="16957"/>
                  <a:pt x="458312" y="16957"/>
                </a:cubicBezTo>
                <a:cubicBezTo>
                  <a:pt x="463299" y="16957"/>
                  <a:pt x="466956" y="13299"/>
                  <a:pt x="466956" y="8480"/>
                </a:cubicBezTo>
                <a:cubicBezTo>
                  <a:pt x="466956" y="3658"/>
                  <a:pt x="463134" y="0"/>
                  <a:pt x="458312" y="0"/>
                </a:cubicBezTo>
                <a:close/>
                <a:moveTo>
                  <a:pt x="487735" y="113539"/>
                </a:moveTo>
                <a:lnTo>
                  <a:pt x="522978" y="113539"/>
                </a:lnTo>
                <a:lnTo>
                  <a:pt x="522978" y="111045"/>
                </a:lnTo>
                <a:cubicBezTo>
                  <a:pt x="514666" y="110548"/>
                  <a:pt x="512005" y="108387"/>
                  <a:pt x="512005" y="102403"/>
                </a:cubicBezTo>
                <a:lnTo>
                  <a:pt x="512005" y="55690"/>
                </a:lnTo>
                <a:cubicBezTo>
                  <a:pt x="519985" y="48210"/>
                  <a:pt x="523643" y="46214"/>
                  <a:pt x="529130" y="46214"/>
                </a:cubicBezTo>
                <a:cubicBezTo>
                  <a:pt x="537274" y="46214"/>
                  <a:pt x="541264" y="51368"/>
                  <a:pt x="541264" y="62338"/>
                </a:cubicBezTo>
                <a:lnTo>
                  <a:pt x="541264" y="97082"/>
                </a:lnTo>
                <a:cubicBezTo>
                  <a:pt x="540932" y="107887"/>
                  <a:pt x="538936" y="110548"/>
                  <a:pt x="530791" y="111045"/>
                </a:cubicBezTo>
                <a:lnTo>
                  <a:pt x="530791" y="113539"/>
                </a:lnTo>
                <a:lnTo>
                  <a:pt x="565369" y="113539"/>
                </a:lnTo>
                <a:lnTo>
                  <a:pt x="565369" y="111045"/>
                </a:lnTo>
                <a:cubicBezTo>
                  <a:pt x="557222" y="110216"/>
                  <a:pt x="555393" y="108220"/>
                  <a:pt x="555228" y="100075"/>
                </a:cubicBezTo>
                <a:lnTo>
                  <a:pt x="555228" y="62006"/>
                </a:lnTo>
                <a:cubicBezTo>
                  <a:pt x="555228" y="46381"/>
                  <a:pt x="547913" y="37072"/>
                  <a:pt x="535613" y="37072"/>
                </a:cubicBezTo>
                <a:cubicBezTo>
                  <a:pt x="527965" y="37072"/>
                  <a:pt x="522811" y="39897"/>
                  <a:pt x="511508" y="50536"/>
                </a:cubicBezTo>
                <a:lnTo>
                  <a:pt x="511508" y="37404"/>
                </a:lnTo>
                <a:lnTo>
                  <a:pt x="510344" y="37072"/>
                </a:lnTo>
                <a:cubicBezTo>
                  <a:pt x="501699" y="40230"/>
                  <a:pt x="496048" y="42059"/>
                  <a:pt x="487403" y="44552"/>
                </a:cubicBezTo>
                <a:lnTo>
                  <a:pt x="487403" y="47378"/>
                </a:lnTo>
                <a:cubicBezTo>
                  <a:pt x="488567" y="46881"/>
                  <a:pt x="490064" y="46713"/>
                  <a:pt x="491893" y="46713"/>
                </a:cubicBezTo>
                <a:cubicBezTo>
                  <a:pt x="496547" y="46713"/>
                  <a:pt x="498042" y="49207"/>
                  <a:pt x="498042" y="57352"/>
                </a:cubicBezTo>
                <a:lnTo>
                  <a:pt x="498042" y="98578"/>
                </a:lnTo>
                <a:cubicBezTo>
                  <a:pt x="497877" y="108387"/>
                  <a:pt x="496048" y="110548"/>
                  <a:pt x="487735" y="111045"/>
                </a:cubicBezTo>
                <a:lnTo>
                  <a:pt x="487735" y="113539"/>
                </a:lnTo>
                <a:close/>
                <a:moveTo>
                  <a:pt x="647321" y="49039"/>
                </a:moveTo>
                <a:lnTo>
                  <a:pt x="647321" y="42558"/>
                </a:lnTo>
                <a:lnTo>
                  <a:pt x="634522" y="42558"/>
                </a:lnTo>
                <a:cubicBezTo>
                  <a:pt x="631032" y="42558"/>
                  <a:pt x="628703" y="42059"/>
                  <a:pt x="625380" y="40894"/>
                </a:cubicBezTo>
                <a:lnTo>
                  <a:pt x="621722" y="39565"/>
                </a:lnTo>
                <a:cubicBezTo>
                  <a:pt x="617400" y="37904"/>
                  <a:pt x="612746" y="37072"/>
                  <a:pt x="608423" y="37072"/>
                </a:cubicBezTo>
                <a:cubicBezTo>
                  <a:pt x="592963" y="37072"/>
                  <a:pt x="580661" y="48874"/>
                  <a:pt x="580661" y="64167"/>
                </a:cubicBezTo>
                <a:cubicBezTo>
                  <a:pt x="580661" y="74641"/>
                  <a:pt x="584983" y="80957"/>
                  <a:pt x="596121" y="86443"/>
                </a:cubicBezTo>
                <a:lnTo>
                  <a:pt x="591799" y="90433"/>
                </a:lnTo>
                <a:cubicBezTo>
                  <a:pt x="588308" y="93759"/>
                  <a:pt x="586315" y="95588"/>
                  <a:pt x="585815" y="96252"/>
                </a:cubicBezTo>
                <a:cubicBezTo>
                  <a:pt x="582325" y="99910"/>
                  <a:pt x="581328" y="101736"/>
                  <a:pt x="581328" y="104564"/>
                </a:cubicBezTo>
                <a:cubicBezTo>
                  <a:pt x="581328" y="108220"/>
                  <a:pt x="583157" y="110049"/>
                  <a:pt x="590137" y="113374"/>
                </a:cubicBezTo>
                <a:cubicBezTo>
                  <a:pt x="578167" y="122019"/>
                  <a:pt x="573847" y="127505"/>
                  <a:pt x="573847" y="133654"/>
                </a:cubicBezTo>
                <a:cubicBezTo>
                  <a:pt x="573847" y="142466"/>
                  <a:pt x="586647" y="149779"/>
                  <a:pt x="602604" y="149779"/>
                </a:cubicBezTo>
                <a:cubicBezTo>
                  <a:pt x="615072" y="149779"/>
                  <a:pt x="628038" y="145456"/>
                  <a:pt x="636683" y="138476"/>
                </a:cubicBezTo>
                <a:cubicBezTo>
                  <a:pt x="643002" y="133321"/>
                  <a:pt x="645827" y="128002"/>
                  <a:pt x="645827" y="121686"/>
                </a:cubicBezTo>
                <a:cubicBezTo>
                  <a:pt x="645827" y="111380"/>
                  <a:pt x="638012" y="104564"/>
                  <a:pt x="625712" y="103897"/>
                </a:cubicBezTo>
                <a:lnTo>
                  <a:pt x="604268" y="102900"/>
                </a:lnTo>
                <a:cubicBezTo>
                  <a:pt x="595292" y="102568"/>
                  <a:pt x="591302" y="101072"/>
                  <a:pt x="591302" y="98413"/>
                </a:cubicBezTo>
                <a:cubicBezTo>
                  <a:pt x="591302" y="95088"/>
                  <a:pt x="596786" y="89269"/>
                  <a:pt x="601275" y="87940"/>
                </a:cubicBezTo>
                <a:cubicBezTo>
                  <a:pt x="607259" y="88440"/>
                  <a:pt x="610417" y="88772"/>
                  <a:pt x="610752" y="88772"/>
                </a:cubicBezTo>
                <a:cubicBezTo>
                  <a:pt x="616900" y="88772"/>
                  <a:pt x="623551" y="86278"/>
                  <a:pt x="628703" y="81789"/>
                </a:cubicBezTo>
                <a:cubicBezTo>
                  <a:pt x="634190" y="77134"/>
                  <a:pt x="636683" y="71315"/>
                  <a:pt x="636683" y="63006"/>
                </a:cubicBezTo>
                <a:cubicBezTo>
                  <a:pt x="636683" y="58184"/>
                  <a:pt x="635851" y="54361"/>
                  <a:pt x="633525" y="49039"/>
                </a:cubicBezTo>
                <a:lnTo>
                  <a:pt x="647321" y="49039"/>
                </a:lnTo>
                <a:moveTo>
                  <a:pt x="593628" y="113874"/>
                </a:moveTo>
                <a:cubicBezTo>
                  <a:pt x="599282" y="115035"/>
                  <a:pt x="612246" y="116035"/>
                  <a:pt x="620726" y="116035"/>
                </a:cubicBezTo>
                <a:cubicBezTo>
                  <a:pt x="635686" y="116035"/>
                  <a:pt x="641173" y="118196"/>
                  <a:pt x="641173" y="124180"/>
                </a:cubicBezTo>
                <a:cubicBezTo>
                  <a:pt x="641173" y="133821"/>
                  <a:pt x="628538" y="140305"/>
                  <a:pt x="609752" y="140305"/>
                </a:cubicBezTo>
                <a:cubicBezTo>
                  <a:pt x="594959" y="140305"/>
                  <a:pt x="585483" y="135483"/>
                  <a:pt x="585483" y="128170"/>
                </a:cubicBezTo>
                <a:cubicBezTo>
                  <a:pt x="585483" y="124345"/>
                  <a:pt x="586979" y="121851"/>
                  <a:pt x="593628" y="113874"/>
                </a:cubicBezTo>
                <a:moveTo>
                  <a:pt x="594460" y="57352"/>
                </a:moveTo>
                <a:cubicBezTo>
                  <a:pt x="594460" y="47545"/>
                  <a:pt x="599114" y="41726"/>
                  <a:pt x="606762" y="41726"/>
                </a:cubicBezTo>
                <a:cubicBezTo>
                  <a:pt x="611914" y="41726"/>
                  <a:pt x="616236" y="44552"/>
                  <a:pt x="618897" y="49539"/>
                </a:cubicBezTo>
                <a:cubicBezTo>
                  <a:pt x="622055" y="55358"/>
                  <a:pt x="623884" y="62838"/>
                  <a:pt x="623884" y="69486"/>
                </a:cubicBezTo>
                <a:cubicBezTo>
                  <a:pt x="623884" y="78796"/>
                  <a:pt x="619229" y="84614"/>
                  <a:pt x="611581" y="84614"/>
                </a:cubicBezTo>
                <a:cubicBezTo>
                  <a:pt x="601275" y="84614"/>
                  <a:pt x="594460" y="73809"/>
                  <a:pt x="594460" y="57851"/>
                </a:cubicBezTo>
                <a:lnTo>
                  <a:pt x="594460" y="573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B5015-22B0-49A2-88BA-40588706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687" y="27163"/>
            <a:ext cx="10" cy="3380605"/>
          </a:xfrm>
          <a:custGeom xmlns:a="http://schemas.openxmlformats.org/drawingml/2006/main">
            <a:pathLst>
              <a:path w="1" h="3380605" fill="none">
                <a:moveTo>
                  <a:pt x="0" y="0"/>
                </a:moveTo>
                <a:lnTo>
                  <a:pt x="0" y="3380605"/>
                </a:lnTo>
              </a:path>
            </a:pathLst>
          </a:custGeom>
          <a:noFill xmlns:a="http://schemas.openxmlformats.org/drawingml/2006/main"/>
          <a:ln xmlns:a="http://schemas.openxmlformats.org/drawingml/2006/main" w="9981" cap="flat">
            <a:solidFill>
              <a:srgbClr val="0D0D0D"/>
            </a:solidFill>
            <a:custDash>
              <a:ds d="800000" sp="300000"/>
              <a:ds d="100000" sp="300000"/>
            </a:custDash>
            <a:miter/>
          </a:ln>
        </p:spPr>
      </p:sp>
      <p:sp>
        <p:nvSpPr>
          <p:cNvPr id="448" name="Text Stage1:Trainingmulti-scaleVQV">
            <a:extLst xmlns:a="http://schemas.openxmlformats.org/drawingml/2006/main">
              <a:ext uri="{FF2B5EF4-FFF2-40B4-BE49-F238E27FC236}">
                <a16:creationId xmlns:a16="http://schemas.microsoft.com/office/drawing/2014/main" id="{8864FA67-F0E3-4C99-B269-BCFE9531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61" y="93713"/>
            <a:ext cx="2780189" cy="167924"/>
          </a:xfrm>
          <a:custGeom xmlns:a="http://schemas.openxmlformats.org/drawingml/2006/main">
            <a:pathLst>
              <a:path w="2780189" h="167924">
                <a:moveTo>
                  <a:pt x="83962" y="40580"/>
                </a:moveTo>
                <a:lnTo>
                  <a:pt x="83962" y="0"/>
                </a:lnTo>
                <a:lnTo>
                  <a:pt x="78352" y="0"/>
                </a:lnTo>
                <a:cubicBezTo>
                  <a:pt x="76857" y="5050"/>
                  <a:pt x="75733" y="6360"/>
                  <a:pt x="72369" y="6360"/>
                </a:cubicBezTo>
                <a:cubicBezTo>
                  <a:pt x="70685" y="6360"/>
                  <a:pt x="68440" y="5798"/>
                  <a:pt x="64514" y="4488"/>
                </a:cubicBezTo>
                <a:cubicBezTo>
                  <a:pt x="55914" y="1310"/>
                  <a:pt x="49927" y="188"/>
                  <a:pt x="42637" y="188"/>
                </a:cubicBezTo>
                <a:cubicBezTo>
                  <a:pt x="17206" y="188"/>
                  <a:pt x="1683" y="14586"/>
                  <a:pt x="1683" y="38334"/>
                </a:cubicBezTo>
                <a:cubicBezTo>
                  <a:pt x="1683" y="54604"/>
                  <a:pt x="11408" y="66385"/>
                  <a:pt x="33661" y="77043"/>
                </a:cubicBezTo>
                <a:lnTo>
                  <a:pt x="46190" y="83029"/>
                </a:lnTo>
                <a:cubicBezTo>
                  <a:pt x="62645" y="90881"/>
                  <a:pt x="67133" y="95743"/>
                  <a:pt x="67133" y="105653"/>
                </a:cubicBezTo>
                <a:cubicBezTo>
                  <a:pt x="67133" y="118556"/>
                  <a:pt x="57968" y="126784"/>
                  <a:pt x="43570" y="126784"/>
                </a:cubicBezTo>
                <a:cubicBezTo>
                  <a:pt x="32539" y="126784"/>
                  <a:pt x="23374" y="122111"/>
                  <a:pt x="16270" y="112946"/>
                </a:cubicBezTo>
                <a:cubicBezTo>
                  <a:pt x="11219" y="106027"/>
                  <a:pt x="8603" y="99858"/>
                  <a:pt x="5424" y="86767"/>
                </a:cubicBezTo>
                <a:lnTo>
                  <a:pt x="0" y="86767"/>
                </a:lnTo>
                <a:lnTo>
                  <a:pt x="0" y="132956"/>
                </a:lnTo>
                <a:lnTo>
                  <a:pt x="5424" y="132956"/>
                </a:lnTo>
                <a:cubicBezTo>
                  <a:pt x="6546" y="128094"/>
                  <a:pt x="8041" y="126596"/>
                  <a:pt x="11034" y="126596"/>
                </a:cubicBezTo>
                <a:cubicBezTo>
                  <a:pt x="12529" y="126596"/>
                  <a:pt x="14586" y="127158"/>
                  <a:pt x="18701" y="128468"/>
                </a:cubicBezTo>
                <a:cubicBezTo>
                  <a:pt x="27863" y="131647"/>
                  <a:pt x="34782" y="132956"/>
                  <a:pt x="43011" y="132956"/>
                </a:cubicBezTo>
                <a:cubicBezTo>
                  <a:pt x="70685" y="132956"/>
                  <a:pt x="89386" y="117060"/>
                  <a:pt x="89386" y="93500"/>
                </a:cubicBezTo>
                <a:cubicBezTo>
                  <a:pt x="89386" y="79474"/>
                  <a:pt x="80969" y="65449"/>
                  <a:pt x="68816" y="59466"/>
                </a:cubicBezTo>
                <a:lnTo>
                  <a:pt x="41328" y="45816"/>
                </a:lnTo>
                <a:cubicBezTo>
                  <a:pt x="26179" y="38334"/>
                  <a:pt x="22068" y="33661"/>
                  <a:pt x="22068" y="24684"/>
                </a:cubicBezTo>
                <a:cubicBezTo>
                  <a:pt x="22068" y="13091"/>
                  <a:pt x="29920" y="5986"/>
                  <a:pt x="42637" y="5986"/>
                </a:cubicBezTo>
                <a:cubicBezTo>
                  <a:pt x="51052" y="5986"/>
                  <a:pt x="58904" y="9539"/>
                  <a:pt x="65635" y="16458"/>
                </a:cubicBezTo>
                <a:cubicBezTo>
                  <a:pt x="71995" y="23001"/>
                  <a:pt x="74985" y="28425"/>
                  <a:pt x="78726" y="40580"/>
                </a:cubicBezTo>
                <a:lnTo>
                  <a:pt x="83962" y="40580"/>
                </a:lnTo>
                <a:close/>
                <a:moveTo>
                  <a:pt x="154459" y="43196"/>
                </a:moveTo>
                <a:lnTo>
                  <a:pt x="136882" y="43196"/>
                </a:lnTo>
                <a:lnTo>
                  <a:pt x="136882" y="11596"/>
                </a:lnTo>
                <a:lnTo>
                  <a:pt x="132206" y="11596"/>
                </a:lnTo>
                <a:cubicBezTo>
                  <a:pt x="120801" y="27677"/>
                  <a:pt x="113320" y="36092"/>
                  <a:pt x="101165" y="46375"/>
                </a:cubicBezTo>
                <a:lnTo>
                  <a:pt x="101165" y="51425"/>
                </a:lnTo>
                <a:lnTo>
                  <a:pt x="110889" y="51425"/>
                </a:lnTo>
                <a:lnTo>
                  <a:pt x="110889" y="112013"/>
                </a:lnTo>
                <a:cubicBezTo>
                  <a:pt x="110889" y="124165"/>
                  <a:pt x="118929" y="131647"/>
                  <a:pt x="131832" y="131647"/>
                </a:cubicBezTo>
                <a:cubicBezTo>
                  <a:pt x="144361" y="131647"/>
                  <a:pt x="151842" y="126037"/>
                  <a:pt x="159506" y="110703"/>
                </a:cubicBezTo>
                <a:lnTo>
                  <a:pt x="154833" y="108646"/>
                </a:lnTo>
                <a:cubicBezTo>
                  <a:pt x="151092" y="115751"/>
                  <a:pt x="148102" y="118370"/>
                  <a:pt x="144176" y="118370"/>
                </a:cubicBezTo>
                <a:cubicBezTo>
                  <a:pt x="138940" y="118370"/>
                  <a:pt x="136882" y="115191"/>
                  <a:pt x="136882" y="107710"/>
                </a:cubicBezTo>
                <a:lnTo>
                  <a:pt x="136882" y="51425"/>
                </a:lnTo>
                <a:lnTo>
                  <a:pt x="154459" y="51425"/>
                </a:lnTo>
                <a:lnTo>
                  <a:pt x="154459" y="43196"/>
                </a:lnTo>
                <a:close/>
                <a:moveTo>
                  <a:pt x="248143" y="117434"/>
                </a:moveTo>
                <a:lnTo>
                  <a:pt x="246274" y="119306"/>
                </a:lnTo>
                <a:cubicBezTo>
                  <a:pt x="245712" y="119865"/>
                  <a:pt x="245153" y="120054"/>
                  <a:pt x="244217" y="120054"/>
                </a:cubicBezTo>
                <a:cubicBezTo>
                  <a:pt x="241598" y="120054"/>
                  <a:pt x="240291" y="118556"/>
                  <a:pt x="240291" y="115377"/>
                </a:cubicBezTo>
                <a:lnTo>
                  <a:pt x="240291" y="66571"/>
                </a:lnTo>
                <a:cubicBezTo>
                  <a:pt x="240291" y="50678"/>
                  <a:pt x="226079" y="40954"/>
                  <a:pt x="203263" y="40954"/>
                </a:cubicBezTo>
                <a:cubicBezTo>
                  <a:pt x="182135" y="40954"/>
                  <a:pt x="167922" y="50490"/>
                  <a:pt x="167922" y="64514"/>
                </a:cubicBezTo>
                <a:cubicBezTo>
                  <a:pt x="167922" y="72369"/>
                  <a:pt x="172411" y="76857"/>
                  <a:pt x="180077" y="76857"/>
                </a:cubicBezTo>
                <a:cubicBezTo>
                  <a:pt x="187556" y="76857"/>
                  <a:pt x="192792" y="72369"/>
                  <a:pt x="192792" y="66012"/>
                </a:cubicBezTo>
                <a:cubicBezTo>
                  <a:pt x="192792" y="63392"/>
                  <a:pt x="191859" y="60961"/>
                  <a:pt x="189428" y="57971"/>
                </a:cubicBezTo>
                <a:cubicBezTo>
                  <a:pt x="187744" y="56099"/>
                  <a:pt x="187182" y="54978"/>
                  <a:pt x="187182" y="53856"/>
                </a:cubicBezTo>
                <a:cubicBezTo>
                  <a:pt x="187182" y="49930"/>
                  <a:pt x="192233" y="46937"/>
                  <a:pt x="198964" y="46937"/>
                </a:cubicBezTo>
                <a:cubicBezTo>
                  <a:pt x="209997" y="46937"/>
                  <a:pt x="214671" y="51988"/>
                  <a:pt x="214671" y="63392"/>
                </a:cubicBezTo>
                <a:lnTo>
                  <a:pt x="214671" y="77043"/>
                </a:lnTo>
                <a:cubicBezTo>
                  <a:pt x="192418" y="83776"/>
                  <a:pt x="183256" y="87329"/>
                  <a:pt x="176337" y="92191"/>
                </a:cubicBezTo>
                <a:cubicBezTo>
                  <a:pt x="168111" y="97800"/>
                  <a:pt x="164370" y="104158"/>
                  <a:pt x="164370" y="112198"/>
                </a:cubicBezTo>
                <a:cubicBezTo>
                  <a:pt x="164370" y="123606"/>
                  <a:pt x="172973" y="132020"/>
                  <a:pt x="185125" y="132020"/>
                </a:cubicBezTo>
                <a:cubicBezTo>
                  <a:pt x="195785" y="132020"/>
                  <a:pt x="204388" y="128280"/>
                  <a:pt x="214671" y="118929"/>
                </a:cubicBezTo>
                <a:cubicBezTo>
                  <a:pt x="216728" y="128468"/>
                  <a:pt x="220843" y="132020"/>
                  <a:pt x="230005" y="132020"/>
                </a:cubicBezTo>
                <a:cubicBezTo>
                  <a:pt x="238045" y="132020"/>
                  <a:pt x="243843" y="129027"/>
                  <a:pt x="250948" y="121360"/>
                </a:cubicBezTo>
                <a:lnTo>
                  <a:pt x="248143" y="117434"/>
                </a:lnTo>
                <a:moveTo>
                  <a:pt x="214486" y="110703"/>
                </a:moveTo>
                <a:cubicBezTo>
                  <a:pt x="209435" y="116501"/>
                  <a:pt x="205695" y="118744"/>
                  <a:pt x="201209" y="118744"/>
                </a:cubicBezTo>
                <a:cubicBezTo>
                  <a:pt x="195597" y="118744"/>
                  <a:pt x="191670" y="113693"/>
                  <a:pt x="191670" y="106215"/>
                </a:cubicBezTo>
                <a:cubicBezTo>
                  <a:pt x="191670" y="95369"/>
                  <a:pt x="199526" y="87514"/>
                  <a:pt x="214486" y="83588"/>
                </a:cubicBezTo>
                <a:lnTo>
                  <a:pt x="214486" y="110703"/>
                </a:lnTo>
                <a:close/>
                <a:moveTo>
                  <a:pt x="343324" y="54978"/>
                </a:moveTo>
                <a:lnTo>
                  <a:pt x="343324" y="45068"/>
                </a:lnTo>
                <a:lnTo>
                  <a:pt x="319014" y="45068"/>
                </a:lnTo>
                <a:cubicBezTo>
                  <a:pt x="310788" y="42075"/>
                  <a:pt x="305552" y="40954"/>
                  <a:pt x="298071" y="40954"/>
                </a:cubicBezTo>
                <a:cubicBezTo>
                  <a:pt x="275818" y="40954"/>
                  <a:pt x="260110" y="53294"/>
                  <a:pt x="260110" y="71059"/>
                </a:cubicBezTo>
                <a:cubicBezTo>
                  <a:pt x="260110" y="77605"/>
                  <a:pt x="262356" y="83588"/>
                  <a:pt x="266844" y="88824"/>
                </a:cubicBezTo>
                <a:cubicBezTo>
                  <a:pt x="270956" y="93500"/>
                  <a:pt x="274511" y="95932"/>
                  <a:pt x="283299" y="99484"/>
                </a:cubicBezTo>
                <a:cubicBezTo>
                  <a:pt x="268525" y="104531"/>
                  <a:pt x="261046" y="111825"/>
                  <a:pt x="261046" y="121360"/>
                </a:cubicBezTo>
                <a:cubicBezTo>
                  <a:pt x="261046" y="129027"/>
                  <a:pt x="264413" y="132394"/>
                  <a:pt x="276380" y="136694"/>
                </a:cubicBezTo>
                <a:cubicBezTo>
                  <a:pt x="264598" y="138192"/>
                  <a:pt x="258430" y="143054"/>
                  <a:pt x="258430" y="150721"/>
                </a:cubicBezTo>
                <a:cubicBezTo>
                  <a:pt x="258430" y="161566"/>
                  <a:pt x="272454" y="167924"/>
                  <a:pt x="296014" y="167924"/>
                </a:cubicBezTo>
                <a:cubicBezTo>
                  <a:pt x="327243" y="167924"/>
                  <a:pt x="343510" y="158200"/>
                  <a:pt x="343510" y="139687"/>
                </a:cubicBezTo>
                <a:cubicBezTo>
                  <a:pt x="343510" y="125289"/>
                  <a:pt x="332664" y="117249"/>
                  <a:pt x="312845" y="116875"/>
                </a:cubicBezTo>
                <a:lnTo>
                  <a:pt x="300690" y="116687"/>
                </a:lnTo>
                <a:cubicBezTo>
                  <a:pt x="284794" y="116501"/>
                  <a:pt x="281989" y="115565"/>
                  <a:pt x="281989" y="110329"/>
                </a:cubicBezTo>
                <a:cubicBezTo>
                  <a:pt x="281989" y="104531"/>
                  <a:pt x="287225" y="100605"/>
                  <a:pt x="294707" y="100605"/>
                </a:cubicBezTo>
                <a:cubicBezTo>
                  <a:pt x="311909" y="100605"/>
                  <a:pt x="312657" y="100605"/>
                  <a:pt x="318829" y="97800"/>
                </a:cubicBezTo>
                <a:cubicBezTo>
                  <a:pt x="330048" y="92938"/>
                  <a:pt x="335658" y="84898"/>
                  <a:pt x="335658" y="73305"/>
                </a:cubicBezTo>
                <a:cubicBezTo>
                  <a:pt x="335658" y="65823"/>
                  <a:pt x="333415" y="60214"/>
                  <a:pt x="328176" y="54978"/>
                </a:cubicBezTo>
                <a:lnTo>
                  <a:pt x="343324" y="54978"/>
                </a:lnTo>
                <a:moveTo>
                  <a:pt x="313778" y="139125"/>
                </a:moveTo>
                <a:cubicBezTo>
                  <a:pt x="323876" y="139125"/>
                  <a:pt x="328738" y="142118"/>
                  <a:pt x="328738" y="148475"/>
                </a:cubicBezTo>
                <a:cubicBezTo>
                  <a:pt x="328738" y="157078"/>
                  <a:pt x="318455" y="161940"/>
                  <a:pt x="299943" y="161940"/>
                </a:cubicBezTo>
                <a:cubicBezTo>
                  <a:pt x="283485" y="161940"/>
                  <a:pt x="274885" y="157637"/>
                  <a:pt x="274885" y="149411"/>
                </a:cubicBezTo>
                <a:cubicBezTo>
                  <a:pt x="274885" y="145485"/>
                  <a:pt x="276192" y="143428"/>
                  <a:pt x="281427" y="139125"/>
                </a:cubicBezTo>
                <a:lnTo>
                  <a:pt x="313778" y="139125"/>
                </a:lnTo>
                <a:moveTo>
                  <a:pt x="298071" y="46752"/>
                </a:moveTo>
                <a:cubicBezTo>
                  <a:pt x="306859" y="46752"/>
                  <a:pt x="310414" y="53856"/>
                  <a:pt x="310414" y="71247"/>
                </a:cubicBezTo>
                <a:cubicBezTo>
                  <a:pt x="310414" y="88638"/>
                  <a:pt x="307047" y="95369"/>
                  <a:pt x="298071" y="95369"/>
                </a:cubicBezTo>
                <a:cubicBezTo>
                  <a:pt x="289094" y="95369"/>
                  <a:pt x="285730" y="88824"/>
                  <a:pt x="285730" y="71247"/>
                </a:cubicBezTo>
                <a:cubicBezTo>
                  <a:pt x="285730" y="53668"/>
                  <a:pt x="289094" y="46752"/>
                  <a:pt x="298071" y="46752"/>
                </a:cubicBezTo>
                <a:close/>
                <a:moveTo>
                  <a:pt x="422984" y="106027"/>
                </a:moveTo>
                <a:cubicBezTo>
                  <a:pt x="415317" y="115191"/>
                  <a:pt x="409708" y="118556"/>
                  <a:pt x="401667" y="118556"/>
                </a:cubicBezTo>
                <a:cubicBezTo>
                  <a:pt x="394374" y="118556"/>
                  <a:pt x="388950" y="115191"/>
                  <a:pt x="385024" y="108646"/>
                </a:cubicBezTo>
                <a:cubicBezTo>
                  <a:pt x="381659" y="102663"/>
                  <a:pt x="380161" y="96491"/>
                  <a:pt x="379414" y="83588"/>
                </a:cubicBezTo>
                <a:lnTo>
                  <a:pt x="426536" y="83588"/>
                </a:lnTo>
                <a:cubicBezTo>
                  <a:pt x="425415" y="67881"/>
                  <a:pt x="422610" y="59092"/>
                  <a:pt x="416627" y="51988"/>
                </a:cubicBezTo>
                <a:cubicBezTo>
                  <a:pt x="410643" y="44694"/>
                  <a:pt x="401852" y="40954"/>
                  <a:pt x="391381" y="40954"/>
                </a:cubicBezTo>
                <a:cubicBezTo>
                  <a:pt x="368195" y="40954"/>
                  <a:pt x="352487" y="59466"/>
                  <a:pt x="352487" y="86767"/>
                </a:cubicBezTo>
                <a:cubicBezTo>
                  <a:pt x="352487" y="114070"/>
                  <a:pt x="367821" y="132020"/>
                  <a:pt x="391007" y="132020"/>
                </a:cubicBezTo>
                <a:cubicBezTo>
                  <a:pt x="406155" y="132020"/>
                  <a:pt x="415317" y="126222"/>
                  <a:pt x="427472" y="108646"/>
                </a:cubicBezTo>
                <a:lnTo>
                  <a:pt x="422984" y="106027"/>
                </a:lnTo>
                <a:moveTo>
                  <a:pt x="378478" y="76669"/>
                </a:moveTo>
                <a:cubicBezTo>
                  <a:pt x="379040" y="54230"/>
                  <a:pt x="382407" y="46752"/>
                  <a:pt x="391569" y="46752"/>
                </a:cubicBezTo>
                <a:cubicBezTo>
                  <a:pt x="400357" y="46752"/>
                  <a:pt x="403162" y="53109"/>
                  <a:pt x="403536" y="73864"/>
                </a:cubicBezTo>
                <a:lnTo>
                  <a:pt x="403536" y="76669"/>
                </a:lnTo>
                <a:lnTo>
                  <a:pt x="378478" y="76669"/>
                </a:lnTo>
                <a:close/>
                <a:moveTo>
                  <a:pt x="558180" y="124916"/>
                </a:moveTo>
                <a:cubicBezTo>
                  <a:pt x="541352" y="124727"/>
                  <a:pt x="537988" y="121737"/>
                  <a:pt x="537988" y="107336"/>
                </a:cubicBezTo>
                <a:lnTo>
                  <a:pt x="537988" y="750"/>
                </a:lnTo>
                <a:lnTo>
                  <a:pt x="534806" y="750"/>
                </a:lnTo>
                <a:lnTo>
                  <a:pt x="487683" y="21132"/>
                </a:lnTo>
                <a:lnTo>
                  <a:pt x="487683" y="25994"/>
                </a:lnTo>
                <a:cubicBezTo>
                  <a:pt x="489367" y="25432"/>
                  <a:pt x="490677" y="24872"/>
                  <a:pt x="491424" y="24499"/>
                </a:cubicBezTo>
                <a:cubicBezTo>
                  <a:pt x="496475" y="22627"/>
                  <a:pt x="501148" y="21320"/>
                  <a:pt x="503579" y="21320"/>
                </a:cubicBezTo>
                <a:cubicBezTo>
                  <a:pt x="508253" y="21320"/>
                  <a:pt x="510310" y="25432"/>
                  <a:pt x="510310" y="34223"/>
                </a:cubicBezTo>
                <a:lnTo>
                  <a:pt x="510310" y="106215"/>
                </a:lnTo>
                <a:cubicBezTo>
                  <a:pt x="510499" y="121360"/>
                  <a:pt x="506570" y="124727"/>
                  <a:pt x="488057" y="124916"/>
                </a:cubicBezTo>
                <a:lnTo>
                  <a:pt x="488057" y="129401"/>
                </a:lnTo>
                <a:lnTo>
                  <a:pt x="558180" y="129401"/>
                </a:lnTo>
                <a:lnTo>
                  <a:pt x="558180" y="124916"/>
                </a:lnTo>
                <a:close/>
                <a:moveTo>
                  <a:pt x="600628" y="100231"/>
                </a:moveTo>
                <a:cubicBezTo>
                  <a:pt x="592028" y="100231"/>
                  <a:pt x="584921" y="107336"/>
                  <a:pt x="584921" y="115939"/>
                </a:cubicBezTo>
                <a:cubicBezTo>
                  <a:pt x="584921" y="124916"/>
                  <a:pt x="591654" y="131832"/>
                  <a:pt x="600443" y="131832"/>
                </a:cubicBezTo>
                <a:cubicBezTo>
                  <a:pt x="609419" y="131832"/>
                  <a:pt x="616524" y="125101"/>
                  <a:pt x="616524" y="116313"/>
                </a:cubicBezTo>
                <a:cubicBezTo>
                  <a:pt x="616524" y="107336"/>
                  <a:pt x="609419" y="100231"/>
                  <a:pt x="600628" y="100231"/>
                </a:cubicBezTo>
                <a:moveTo>
                  <a:pt x="600628" y="41139"/>
                </a:moveTo>
                <a:cubicBezTo>
                  <a:pt x="592028" y="41139"/>
                  <a:pt x="584921" y="48247"/>
                  <a:pt x="584921" y="56661"/>
                </a:cubicBezTo>
                <a:cubicBezTo>
                  <a:pt x="584921" y="65823"/>
                  <a:pt x="591654" y="72743"/>
                  <a:pt x="600628" y="72743"/>
                </a:cubicBezTo>
                <a:cubicBezTo>
                  <a:pt x="609419" y="72743"/>
                  <a:pt x="616524" y="65638"/>
                  <a:pt x="616524" y="57035"/>
                </a:cubicBezTo>
                <a:cubicBezTo>
                  <a:pt x="616524" y="48247"/>
                  <a:pt x="609419" y="41139"/>
                  <a:pt x="600628" y="41139"/>
                </a:cubicBezTo>
                <a:close/>
                <a:moveTo>
                  <a:pt x="815676" y="124727"/>
                </a:moveTo>
                <a:cubicBezTo>
                  <a:pt x="799780" y="123980"/>
                  <a:pt x="797722" y="121922"/>
                  <a:pt x="797349" y="107525"/>
                </a:cubicBezTo>
                <a:lnTo>
                  <a:pt x="797349" y="8977"/>
                </a:lnTo>
                <a:cubicBezTo>
                  <a:pt x="820349" y="9724"/>
                  <a:pt x="830073" y="18327"/>
                  <a:pt x="833252" y="40580"/>
                </a:cubicBezTo>
                <a:lnTo>
                  <a:pt x="838673" y="40580"/>
                </a:lnTo>
                <a:lnTo>
                  <a:pt x="838300" y="2993"/>
                </a:lnTo>
                <a:lnTo>
                  <a:pt x="726104" y="2993"/>
                </a:lnTo>
                <a:lnTo>
                  <a:pt x="725542" y="40580"/>
                </a:lnTo>
                <a:lnTo>
                  <a:pt x="730966" y="40580"/>
                </a:lnTo>
                <a:cubicBezTo>
                  <a:pt x="734145" y="18327"/>
                  <a:pt x="743869" y="9724"/>
                  <a:pt x="767055" y="8977"/>
                </a:cubicBezTo>
                <a:lnTo>
                  <a:pt x="767055" y="107525"/>
                </a:lnTo>
                <a:cubicBezTo>
                  <a:pt x="766681" y="121737"/>
                  <a:pt x="764624" y="123606"/>
                  <a:pt x="748916" y="124727"/>
                </a:cubicBezTo>
                <a:lnTo>
                  <a:pt x="748916" y="129401"/>
                </a:lnTo>
                <a:lnTo>
                  <a:pt x="815676" y="129401"/>
                </a:lnTo>
                <a:lnTo>
                  <a:pt x="815676" y="124727"/>
                </a:lnTo>
                <a:close/>
                <a:moveTo>
                  <a:pt x="885050" y="124916"/>
                </a:moveTo>
                <a:cubicBezTo>
                  <a:pt x="873643" y="124353"/>
                  <a:pt x="871585" y="121922"/>
                  <a:pt x="871400" y="110141"/>
                </a:cubicBezTo>
                <a:lnTo>
                  <a:pt x="871400" y="74800"/>
                </a:lnTo>
                <a:cubicBezTo>
                  <a:pt x="871400" y="65076"/>
                  <a:pt x="876636" y="57035"/>
                  <a:pt x="882805" y="57035"/>
                </a:cubicBezTo>
                <a:cubicBezTo>
                  <a:pt x="884303" y="57035"/>
                  <a:pt x="885983" y="58345"/>
                  <a:pt x="888041" y="61335"/>
                </a:cubicBezTo>
                <a:cubicBezTo>
                  <a:pt x="891593" y="66385"/>
                  <a:pt x="894398" y="68069"/>
                  <a:pt x="899260" y="68069"/>
                </a:cubicBezTo>
                <a:cubicBezTo>
                  <a:pt x="906179" y="68069"/>
                  <a:pt x="911041" y="62833"/>
                  <a:pt x="911041" y="55725"/>
                </a:cubicBezTo>
                <a:cubicBezTo>
                  <a:pt x="911041" y="47125"/>
                  <a:pt x="904684" y="40954"/>
                  <a:pt x="895896" y="40954"/>
                </a:cubicBezTo>
                <a:cubicBezTo>
                  <a:pt x="886545" y="40954"/>
                  <a:pt x="879441" y="45816"/>
                  <a:pt x="870650" y="58530"/>
                </a:cubicBezTo>
                <a:lnTo>
                  <a:pt x="870650" y="43196"/>
                </a:lnTo>
                <a:lnTo>
                  <a:pt x="835308" y="43196"/>
                </a:lnTo>
                <a:lnTo>
                  <a:pt x="835308" y="47685"/>
                </a:lnTo>
                <a:cubicBezTo>
                  <a:pt x="843164" y="48621"/>
                  <a:pt x="845218" y="50863"/>
                  <a:pt x="845406" y="58719"/>
                </a:cubicBezTo>
                <a:lnTo>
                  <a:pt x="845406" y="113693"/>
                </a:lnTo>
                <a:cubicBezTo>
                  <a:pt x="845218" y="121549"/>
                  <a:pt x="843349" y="123606"/>
                  <a:pt x="835308" y="124916"/>
                </a:cubicBezTo>
                <a:lnTo>
                  <a:pt x="835308" y="129401"/>
                </a:lnTo>
                <a:lnTo>
                  <a:pt x="885050" y="129401"/>
                </a:lnTo>
                <a:lnTo>
                  <a:pt x="885050" y="124916"/>
                </a:lnTo>
                <a:close/>
                <a:moveTo>
                  <a:pt x="1001360" y="117434"/>
                </a:moveTo>
                <a:lnTo>
                  <a:pt x="999491" y="119306"/>
                </a:lnTo>
                <a:cubicBezTo>
                  <a:pt x="998929" y="119865"/>
                  <a:pt x="998370" y="120054"/>
                  <a:pt x="997434" y="120054"/>
                </a:cubicBezTo>
                <a:cubicBezTo>
                  <a:pt x="994815" y="120054"/>
                  <a:pt x="993508" y="118556"/>
                  <a:pt x="993508" y="115377"/>
                </a:cubicBezTo>
                <a:lnTo>
                  <a:pt x="993508" y="66571"/>
                </a:lnTo>
                <a:cubicBezTo>
                  <a:pt x="993508" y="50678"/>
                  <a:pt x="979296" y="40954"/>
                  <a:pt x="956480" y="40954"/>
                </a:cubicBezTo>
                <a:cubicBezTo>
                  <a:pt x="935352" y="40954"/>
                  <a:pt x="921139" y="50490"/>
                  <a:pt x="921139" y="64514"/>
                </a:cubicBezTo>
                <a:cubicBezTo>
                  <a:pt x="921139" y="72369"/>
                  <a:pt x="925627" y="76857"/>
                  <a:pt x="933294" y="76857"/>
                </a:cubicBezTo>
                <a:cubicBezTo>
                  <a:pt x="940773" y="76857"/>
                  <a:pt x="946009" y="72369"/>
                  <a:pt x="946009" y="66012"/>
                </a:cubicBezTo>
                <a:cubicBezTo>
                  <a:pt x="946009" y="63392"/>
                  <a:pt x="945076" y="60961"/>
                  <a:pt x="942645" y="57971"/>
                </a:cubicBezTo>
                <a:cubicBezTo>
                  <a:pt x="940961" y="56099"/>
                  <a:pt x="940399" y="54978"/>
                  <a:pt x="940399" y="53856"/>
                </a:cubicBezTo>
                <a:cubicBezTo>
                  <a:pt x="940399" y="49930"/>
                  <a:pt x="945449" y="46937"/>
                  <a:pt x="952180" y="46937"/>
                </a:cubicBezTo>
                <a:cubicBezTo>
                  <a:pt x="963214" y="46937"/>
                  <a:pt x="967888" y="51988"/>
                  <a:pt x="967888" y="63392"/>
                </a:cubicBezTo>
                <a:lnTo>
                  <a:pt x="967888" y="77043"/>
                </a:lnTo>
                <a:cubicBezTo>
                  <a:pt x="945635" y="83776"/>
                  <a:pt x="936473" y="87329"/>
                  <a:pt x="929554" y="92191"/>
                </a:cubicBezTo>
                <a:cubicBezTo>
                  <a:pt x="921327" y="97800"/>
                  <a:pt x="917587" y="104158"/>
                  <a:pt x="917587" y="112198"/>
                </a:cubicBezTo>
                <a:cubicBezTo>
                  <a:pt x="917587" y="123606"/>
                  <a:pt x="926190" y="132020"/>
                  <a:pt x="938342" y="132020"/>
                </a:cubicBezTo>
                <a:cubicBezTo>
                  <a:pt x="949002" y="132020"/>
                  <a:pt x="957605" y="128280"/>
                  <a:pt x="967888" y="118929"/>
                </a:cubicBezTo>
                <a:cubicBezTo>
                  <a:pt x="969945" y="128468"/>
                  <a:pt x="974060" y="132020"/>
                  <a:pt x="983222" y="132020"/>
                </a:cubicBezTo>
                <a:cubicBezTo>
                  <a:pt x="991262" y="132020"/>
                  <a:pt x="997060" y="129027"/>
                  <a:pt x="1004165" y="121360"/>
                </a:cubicBezTo>
                <a:lnTo>
                  <a:pt x="1001360" y="117434"/>
                </a:lnTo>
                <a:moveTo>
                  <a:pt x="967703" y="110703"/>
                </a:moveTo>
                <a:cubicBezTo>
                  <a:pt x="962652" y="116501"/>
                  <a:pt x="958911" y="118744"/>
                  <a:pt x="954426" y="118744"/>
                </a:cubicBezTo>
                <a:cubicBezTo>
                  <a:pt x="948814" y="118744"/>
                  <a:pt x="944887" y="113693"/>
                  <a:pt x="944887" y="106215"/>
                </a:cubicBezTo>
                <a:cubicBezTo>
                  <a:pt x="944887" y="95369"/>
                  <a:pt x="952743" y="87514"/>
                  <a:pt x="967703" y="83588"/>
                </a:cubicBezTo>
                <a:lnTo>
                  <a:pt x="967703" y="110703"/>
                </a:lnTo>
                <a:close/>
                <a:moveTo>
                  <a:pt x="1054654" y="124916"/>
                </a:moveTo>
                <a:cubicBezTo>
                  <a:pt x="1048296" y="124165"/>
                  <a:pt x="1045865" y="121360"/>
                  <a:pt x="1045865" y="114256"/>
                </a:cubicBezTo>
                <a:lnTo>
                  <a:pt x="1045865" y="43196"/>
                </a:lnTo>
                <a:lnTo>
                  <a:pt x="1009962" y="43196"/>
                </a:lnTo>
                <a:lnTo>
                  <a:pt x="1009962" y="47685"/>
                </a:lnTo>
                <a:cubicBezTo>
                  <a:pt x="1018191" y="49180"/>
                  <a:pt x="1019686" y="50863"/>
                  <a:pt x="1019872" y="58719"/>
                </a:cubicBezTo>
                <a:lnTo>
                  <a:pt x="1019872" y="113693"/>
                </a:lnTo>
                <a:cubicBezTo>
                  <a:pt x="1019686" y="121549"/>
                  <a:pt x="1018376" y="123044"/>
                  <a:pt x="1009962" y="124916"/>
                </a:cubicBezTo>
                <a:lnTo>
                  <a:pt x="1009962" y="129401"/>
                </a:lnTo>
                <a:lnTo>
                  <a:pt x="1054654" y="129401"/>
                </a:lnTo>
                <a:lnTo>
                  <a:pt x="1054654" y="124916"/>
                </a:lnTo>
                <a:moveTo>
                  <a:pt x="1032774" y="188"/>
                </a:moveTo>
                <a:cubicBezTo>
                  <a:pt x="1024734" y="188"/>
                  <a:pt x="1018191" y="6734"/>
                  <a:pt x="1018191" y="14586"/>
                </a:cubicBezTo>
                <a:cubicBezTo>
                  <a:pt x="1018191" y="23001"/>
                  <a:pt x="1024360" y="29172"/>
                  <a:pt x="1032589" y="29172"/>
                </a:cubicBezTo>
                <a:cubicBezTo>
                  <a:pt x="1040818" y="29172"/>
                  <a:pt x="1047175" y="23001"/>
                  <a:pt x="1047175" y="14774"/>
                </a:cubicBezTo>
                <a:cubicBezTo>
                  <a:pt x="1047175" y="6546"/>
                  <a:pt x="1040818" y="188"/>
                  <a:pt x="1032774" y="188"/>
                </a:cubicBezTo>
                <a:close/>
                <a:moveTo>
                  <a:pt x="1160305" y="124916"/>
                </a:moveTo>
                <a:cubicBezTo>
                  <a:pt x="1153389" y="124542"/>
                  <a:pt x="1150958" y="121737"/>
                  <a:pt x="1151143" y="114256"/>
                </a:cubicBezTo>
                <a:lnTo>
                  <a:pt x="1151143" y="67321"/>
                </a:lnTo>
                <a:cubicBezTo>
                  <a:pt x="1151143" y="51237"/>
                  <a:pt x="1141234" y="40954"/>
                  <a:pt x="1125900" y="40954"/>
                </a:cubicBezTo>
                <a:cubicBezTo>
                  <a:pt x="1114681" y="40954"/>
                  <a:pt x="1106078" y="46190"/>
                  <a:pt x="1099159" y="57223"/>
                </a:cubicBezTo>
                <a:lnTo>
                  <a:pt x="1099159" y="43196"/>
                </a:lnTo>
                <a:lnTo>
                  <a:pt x="1063444" y="43196"/>
                </a:lnTo>
                <a:lnTo>
                  <a:pt x="1063444" y="47685"/>
                </a:lnTo>
                <a:cubicBezTo>
                  <a:pt x="1071670" y="48994"/>
                  <a:pt x="1073168" y="50678"/>
                  <a:pt x="1073353" y="58719"/>
                </a:cubicBezTo>
                <a:lnTo>
                  <a:pt x="1073353" y="113693"/>
                </a:lnTo>
                <a:cubicBezTo>
                  <a:pt x="1073168" y="121737"/>
                  <a:pt x="1071670" y="123418"/>
                  <a:pt x="1063444" y="124916"/>
                </a:cubicBezTo>
                <a:lnTo>
                  <a:pt x="1063444" y="129401"/>
                </a:lnTo>
                <a:lnTo>
                  <a:pt x="1108509" y="129401"/>
                </a:lnTo>
                <a:lnTo>
                  <a:pt x="1108509" y="124916"/>
                </a:lnTo>
                <a:cubicBezTo>
                  <a:pt x="1101778" y="124165"/>
                  <a:pt x="1099347" y="121175"/>
                  <a:pt x="1099347" y="114256"/>
                </a:cubicBezTo>
                <a:lnTo>
                  <a:pt x="1099347" y="64328"/>
                </a:lnTo>
                <a:cubicBezTo>
                  <a:pt x="1099347" y="63766"/>
                  <a:pt x="1100654" y="61709"/>
                  <a:pt x="1102526" y="59840"/>
                </a:cubicBezTo>
                <a:cubicBezTo>
                  <a:pt x="1106640" y="55725"/>
                  <a:pt x="1111125" y="53483"/>
                  <a:pt x="1115428" y="53483"/>
                </a:cubicBezTo>
                <a:cubicBezTo>
                  <a:pt x="1121974" y="53483"/>
                  <a:pt x="1125152" y="58530"/>
                  <a:pt x="1125152" y="69002"/>
                </a:cubicBezTo>
                <a:lnTo>
                  <a:pt x="1125152" y="114256"/>
                </a:lnTo>
                <a:cubicBezTo>
                  <a:pt x="1124964" y="121360"/>
                  <a:pt x="1122533" y="124353"/>
                  <a:pt x="1116361" y="124916"/>
                </a:cubicBezTo>
                <a:lnTo>
                  <a:pt x="1116361" y="129401"/>
                </a:lnTo>
                <a:lnTo>
                  <a:pt x="1160305" y="129401"/>
                </a:lnTo>
                <a:lnTo>
                  <a:pt x="1160305" y="124916"/>
                </a:lnTo>
                <a:close/>
                <a:moveTo>
                  <a:pt x="1211169" y="124916"/>
                </a:moveTo>
                <a:cubicBezTo>
                  <a:pt x="1204812" y="124165"/>
                  <a:pt x="1202381" y="121360"/>
                  <a:pt x="1202381" y="114256"/>
                </a:cubicBezTo>
                <a:lnTo>
                  <a:pt x="1202381" y="43196"/>
                </a:lnTo>
                <a:lnTo>
                  <a:pt x="1166477" y="43196"/>
                </a:lnTo>
                <a:lnTo>
                  <a:pt x="1166477" y="47685"/>
                </a:lnTo>
                <a:cubicBezTo>
                  <a:pt x="1174706" y="49180"/>
                  <a:pt x="1176201" y="50863"/>
                  <a:pt x="1176387" y="58719"/>
                </a:cubicBezTo>
                <a:lnTo>
                  <a:pt x="1176387" y="113693"/>
                </a:lnTo>
                <a:cubicBezTo>
                  <a:pt x="1176201" y="121549"/>
                  <a:pt x="1174892" y="123044"/>
                  <a:pt x="1166477" y="124916"/>
                </a:cubicBezTo>
                <a:lnTo>
                  <a:pt x="1166477" y="129401"/>
                </a:lnTo>
                <a:lnTo>
                  <a:pt x="1211169" y="129401"/>
                </a:lnTo>
                <a:lnTo>
                  <a:pt x="1211169" y="124916"/>
                </a:lnTo>
                <a:moveTo>
                  <a:pt x="1189289" y="188"/>
                </a:moveTo>
                <a:cubicBezTo>
                  <a:pt x="1181249" y="188"/>
                  <a:pt x="1174706" y="6734"/>
                  <a:pt x="1174706" y="14586"/>
                </a:cubicBezTo>
                <a:cubicBezTo>
                  <a:pt x="1174706" y="23001"/>
                  <a:pt x="1180875" y="29172"/>
                  <a:pt x="1189104" y="29172"/>
                </a:cubicBezTo>
                <a:cubicBezTo>
                  <a:pt x="1197333" y="29172"/>
                  <a:pt x="1203690" y="23001"/>
                  <a:pt x="1203690" y="14774"/>
                </a:cubicBezTo>
                <a:cubicBezTo>
                  <a:pt x="1203690" y="6546"/>
                  <a:pt x="1197333" y="188"/>
                  <a:pt x="1189289" y="188"/>
                </a:cubicBezTo>
                <a:close/>
                <a:moveTo>
                  <a:pt x="1316260" y="124916"/>
                </a:moveTo>
                <a:cubicBezTo>
                  <a:pt x="1309343" y="124542"/>
                  <a:pt x="1306912" y="121737"/>
                  <a:pt x="1307098" y="114256"/>
                </a:cubicBezTo>
                <a:lnTo>
                  <a:pt x="1307098" y="67321"/>
                </a:lnTo>
                <a:cubicBezTo>
                  <a:pt x="1307098" y="51237"/>
                  <a:pt x="1297188" y="40954"/>
                  <a:pt x="1281854" y="40954"/>
                </a:cubicBezTo>
                <a:cubicBezTo>
                  <a:pt x="1270635" y="40954"/>
                  <a:pt x="1262032" y="46190"/>
                  <a:pt x="1255113" y="57223"/>
                </a:cubicBezTo>
                <a:lnTo>
                  <a:pt x="1255113" y="43196"/>
                </a:lnTo>
                <a:lnTo>
                  <a:pt x="1219398" y="43196"/>
                </a:lnTo>
                <a:lnTo>
                  <a:pt x="1219398" y="47685"/>
                </a:lnTo>
                <a:cubicBezTo>
                  <a:pt x="1227624" y="48994"/>
                  <a:pt x="1229122" y="50678"/>
                  <a:pt x="1229308" y="58719"/>
                </a:cubicBezTo>
                <a:lnTo>
                  <a:pt x="1229308" y="113693"/>
                </a:lnTo>
                <a:cubicBezTo>
                  <a:pt x="1229122" y="121737"/>
                  <a:pt x="1227624" y="123418"/>
                  <a:pt x="1219398" y="124916"/>
                </a:cubicBezTo>
                <a:lnTo>
                  <a:pt x="1219398" y="129401"/>
                </a:lnTo>
                <a:lnTo>
                  <a:pt x="1264463" y="129401"/>
                </a:lnTo>
                <a:lnTo>
                  <a:pt x="1264463" y="124916"/>
                </a:lnTo>
                <a:cubicBezTo>
                  <a:pt x="1257732" y="124165"/>
                  <a:pt x="1255301" y="121175"/>
                  <a:pt x="1255301" y="114256"/>
                </a:cubicBezTo>
                <a:lnTo>
                  <a:pt x="1255301" y="64328"/>
                </a:lnTo>
                <a:cubicBezTo>
                  <a:pt x="1255301" y="63766"/>
                  <a:pt x="1256608" y="61709"/>
                  <a:pt x="1258480" y="59840"/>
                </a:cubicBezTo>
                <a:cubicBezTo>
                  <a:pt x="1262594" y="55725"/>
                  <a:pt x="1267080" y="53483"/>
                  <a:pt x="1271383" y="53483"/>
                </a:cubicBezTo>
                <a:cubicBezTo>
                  <a:pt x="1277928" y="53483"/>
                  <a:pt x="1281107" y="58530"/>
                  <a:pt x="1281107" y="69002"/>
                </a:cubicBezTo>
                <a:lnTo>
                  <a:pt x="1281107" y="114256"/>
                </a:lnTo>
                <a:cubicBezTo>
                  <a:pt x="1280918" y="121360"/>
                  <a:pt x="1278487" y="124353"/>
                  <a:pt x="1272316" y="124916"/>
                </a:cubicBezTo>
                <a:lnTo>
                  <a:pt x="1272316" y="129401"/>
                </a:lnTo>
                <a:lnTo>
                  <a:pt x="1316260" y="129401"/>
                </a:lnTo>
                <a:lnTo>
                  <a:pt x="1316260" y="124916"/>
                </a:lnTo>
                <a:close/>
                <a:moveTo>
                  <a:pt x="1409572" y="54978"/>
                </a:moveTo>
                <a:lnTo>
                  <a:pt x="1409572" y="45068"/>
                </a:lnTo>
                <a:lnTo>
                  <a:pt x="1385261" y="45068"/>
                </a:lnTo>
                <a:cubicBezTo>
                  <a:pt x="1377035" y="42075"/>
                  <a:pt x="1371800" y="40954"/>
                  <a:pt x="1364318" y="40954"/>
                </a:cubicBezTo>
                <a:cubicBezTo>
                  <a:pt x="1342065" y="40954"/>
                  <a:pt x="1326358" y="53294"/>
                  <a:pt x="1326358" y="71059"/>
                </a:cubicBezTo>
                <a:cubicBezTo>
                  <a:pt x="1326358" y="77605"/>
                  <a:pt x="1328603" y="83588"/>
                  <a:pt x="1333091" y="88824"/>
                </a:cubicBezTo>
                <a:cubicBezTo>
                  <a:pt x="1337203" y="93500"/>
                  <a:pt x="1340758" y="95932"/>
                  <a:pt x="1349546" y="99484"/>
                </a:cubicBezTo>
                <a:cubicBezTo>
                  <a:pt x="1334772" y="104531"/>
                  <a:pt x="1327293" y="111825"/>
                  <a:pt x="1327293" y="121360"/>
                </a:cubicBezTo>
                <a:cubicBezTo>
                  <a:pt x="1327293" y="129027"/>
                  <a:pt x="1330660" y="132394"/>
                  <a:pt x="1342627" y="136694"/>
                </a:cubicBezTo>
                <a:cubicBezTo>
                  <a:pt x="1330846" y="138192"/>
                  <a:pt x="1324677" y="143054"/>
                  <a:pt x="1324677" y="150721"/>
                </a:cubicBezTo>
                <a:cubicBezTo>
                  <a:pt x="1324677" y="161566"/>
                  <a:pt x="1338701" y="167924"/>
                  <a:pt x="1362261" y="167924"/>
                </a:cubicBezTo>
                <a:cubicBezTo>
                  <a:pt x="1393490" y="167924"/>
                  <a:pt x="1409757" y="158200"/>
                  <a:pt x="1409757" y="139687"/>
                </a:cubicBezTo>
                <a:cubicBezTo>
                  <a:pt x="1409757" y="125289"/>
                  <a:pt x="1398912" y="117249"/>
                  <a:pt x="1379093" y="116875"/>
                </a:cubicBezTo>
                <a:lnTo>
                  <a:pt x="1366937" y="116687"/>
                </a:lnTo>
                <a:cubicBezTo>
                  <a:pt x="1351042" y="116501"/>
                  <a:pt x="1348237" y="115565"/>
                  <a:pt x="1348237" y="110329"/>
                </a:cubicBezTo>
                <a:cubicBezTo>
                  <a:pt x="1348237" y="104531"/>
                  <a:pt x="1353473" y="100605"/>
                  <a:pt x="1360954" y="100605"/>
                </a:cubicBezTo>
                <a:cubicBezTo>
                  <a:pt x="1378157" y="100605"/>
                  <a:pt x="1378904" y="100605"/>
                  <a:pt x="1385076" y="97800"/>
                </a:cubicBezTo>
                <a:cubicBezTo>
                  <a:pt x="1396295" y="92938"/>
                  <a:pt x="1401905" y="84898"/>
                  <a:pt x="1401905" y="73305"/>
                </a:cubicBezTo>
                <a:cubicBezTo>
                  <a:pt x="1401905" y="65823"/>
                  <a:pt x="1399662" y="60214"/>
                  <a:pt x="1394423" y="54978"/>
                </a:cubicBezTo>
                <a:lnTo>
                  <a:pt x="1409572" y="54978"/>
                </a:lnTo>
                <a:moveTo>
                  <a:pt x="1380026" y="139125"/>
                </a:moveTo>
                <a:cubicBezTo>
                  <a:pt x="1390124" y="139125"/>
                  <a:pt x="1394986" y="142118"/>
                  <a:pt x="1394986" y="148475"/>
                </a:cubicBezTo>
                <a:cubicBezTo>
                  <a:pt x="1394986" y="157078"/>
                  <a:pt x="1384702" y="161940"/>
                  <a:pt x="1366190" y="161940"/>
                </a:cubicBezTo>
                <a:cubicBezTo>
                  <a:pt x="1349732" y="161940"/>
                  <a:pt x="1341132" y="157637"/>
                  <a:pt x="1341132" y="149411"/>
                </a:cubicBezTo>
                <a:cubicBezTo>
                  <a:pt x="1341132" y="145485"/>
                  <a:pt x="1342439" y="143428"/>
                  <a:pt x="1347675" y="139125"/>
                </a:cubicBezTo>
                <a:lnTo>
                  <a:pt x="1380026" y="139125"/>
                </a:lnTo>
                <a:moveTo>
                  <a:pt x="1364318" y="46752"/>
                </a:moveTo>
                <a:cubicBezTo>
                  <a:pt x="1373106" y="46752"/>
                  <a:pt x="1376662" y="53856"/>
                  <a:pt x="1376662" y="71247"/>
                </a:cubicBezTo>
                <a:cubicBezTo>
                  <a:pt x="1376662" y="88638"/>
                  <a:pt x="1373295" y="95369"/>
                  <a:pt x="1364318" y="95369"/>
                </a:cubicBezTo>
                <a:cubicBezTo>
                  <a:pt x="1355342" y="95369"/>
                  <a:pt x="1351977" y="88824"/>
                  <a:pt x="1351977" y="71247"/>
                </a:cubicBezTo>
                <a:cubicBezTo>
                  <a:pt x="1351977" y="53668"/>
                  <a:pt x="1355342" y="46752"/>
                  <a:pt x="1364318" y="46752"/>
                </a:cubicBezTo>
                <a:close/>
                <a:moveTo>
                  <a:pt x="1607600" y="124916"/>
                </a:moveTo>
                <a:cubicBezTo>
                  <a:pt x="1600495" y="124727"/>
                  <a:pt x="1598064" y="121922"/>
                  <a:pt x="1598250" y="114256"/>
                </a:cubicBezTo>
                <a:lnTo>
                  <a:pt x="1598250" y="67321"/>
                </a:lnTo>
                <a:cubicBezTo>
                  <a:pt x="1598250" y="51237"/>
                  <a:pt x="1588340" y="40954"/>
                  <a:pt x="1573006" y="40954"/>
                </a:cubicBezTo>
                <a:cubicBezTo>
                  <a:pt x="1562346" y="40954"/>
                  <a:pt x="1555053" y="45254"/>
                  <a:pt x="1545517" y="57223"/>
                </a:cubicBezTo>
                <a:cubicBezTo>
                  <a:pt x="1539908" y="45442"/>
                  <a:pt x="1533362" y="40954"/>
                  <a:pt x="1521581" y="40954"/>
                </a:cubicBezTo>
                <a:cubicBezTo>
                  <a:pt x="1509614" y="40954"/>
                  <a:pt x="1501200" y="46001"/>
                  <a:pt x="1494092" y="57223"/>
                </a:cubicBezTo>
                <a:lnTo>
                  <a:pt x="1494092" y="43196"/>
                </a:lnTo>
                <a:lnTo>
                  <a:pt x="1458377" y="43196"/>
                </a:lnTo>
                <a:lnTo>
                  <a:pt x="1458377" y="47685"/>
                </a:lnTo>
                <a:cubicBezTo>
                  <a:pt x="1466232" y="48621"/>
                  <a:pt x="1468475" y="50863"/>
                  <a:pt x="1468663" y="58719"/>
                </a:cubicBezTo>
                <a:lnTo>
                  <a:pt x="1468663" y="113693"/>
                </a:lnTo>
                <a:cubicBezTo>
                  <a:pt x="1468475" y="121549"/>
                  <a:pt x="1466606" y="123606"/>
                  <a:pt x="1458377" y="124916"/>
                </a:cubicBezTo>
                <a:lnTo>
                  <a:pt x="1458377" y="129401"/>
                </a:lnTo>
                <a:lnTo>
                  <a:pt x="1503257" y="129401"/>
                </a:lnTo>
                <a:lnTo>
                  <a:pt x="1503257" y="124916"/>
                </a:lnTo>
                <a:cubicBezTo>
                  <a:pt x="1496900" y="124165"/>
                  <a:pt x="1494654" y="121549"/>
                  <a:pt x="1494654" y="114256"/>
                </a:cubicBezTo>
                <a:lnTo>
                  <a:pt x="1494654" y="64328"/>
                </a:lnTo>
                <a:cubicBezTo>
                  <a:pt x="1494654" y="63207"/>
                  <a:pt x="1497647" y="59840"/>
                  <a:pt x="1500078" y="57783"/>
                </a:cubicBezTo>
                <a:cubicBezTo>
                  <a:pt x="1504004" y="54792"/>
                  <a:pt x="1506995" y="53483"/>
                  <a:pt x="1510362" y="53483"/>
                </a:cubicBezTo>
                <a:cubicBezTo>
                  <a:pt x="1517655" y="53483"/>
                  <a:pt x="1520459" y="57783"/>
                  <a:pt x="1520459" y="69002"/>
                </a:cubicBezTo>
                <a:lnTo>
                  <a:pt x="1520459" y="114256"/>
                </a:lnTo>
                <a:cubicBezTo>
                  <a:pt x="1520648" y="121549"/>
                  <a:pt x="1518217" y="124353"/>
                  <a:pt x="1511483" y="124916"/>
                </a:cubicBezTo>
                <a:lnTo>
                  <a:pt x="1511483" y="129401"/>
                </a:lnTo>
                <a:lnTo>
                  <a:pt x="1555241" y="129401"/>
                </a:lnTo>
                <a:lnTo>
                  <a:pt x="1555241" y="124916"/>
                </a:lnTo>
                <a:cubicBezTo>
                  <a:pt x="1548884" y="124353"/>
                  <a:pt x="1546453" y="121360"/>
                  <a:pt x="1546453" y="114256"/>
                </a:cubicBezTo>
                <a:lnTo>
                  <a:pt x="1546453" y="64328"/>
                </a:lnTo>
                <a:cubicBezTo>
                  <a:pt x="1546453" y="63392"/>
                  <a:pt x="1549444" y="59840"/>
                  <a:pt x="1551875" y="57971"/>
                </a:cubicBezTo>
                <a:cubicBezTo>
                  <a:pt x="1555989" y="54792"/>
                  <a:pt x="1558982" y="53483"/>
                  <a:pt x="1562346" y="53483"/>
                </a:cubicBezTo>
                <a:cubicBezTo>
                  <a:pt x="1569454" y="53483"/>
                  <a:pt x="1572259" y="57971"/>
                  <a:pt x="1572259" y="69002"/>
                </a:cubicBezTo>
                <a:lnTo>
                  <a:pt x="1572259" y="114256"/>
                </a:lnTo>
                <a:cubicBezTo>
                  <a:pt x="1572444" y="121737"/>
                  <a:pt x="1570013" y="124542"/>
                  <a:pt x="1563094" y="124916"/>
                </a:cubicBezTo>
                <a:lnTo>
                  <a:pt x="1563094" y="129401"/>
                </a:lnTo>
                <a:lnTo>
                  <a:pt x="1607600" y="129401"/>
                </a:lnTo>
                <a:lnTo>
                  <a:pt x="1607600" y="124916"/>
                </a:lnTo>
                <a:close/>
                <a:moveTo>
                  <a:pt x="1709137" y="121360"/>
                </a:moveTo>
                <a:cubicBezTo>
                  <a:pt x="1701096" y="120987"/>
                  <a:pt x="1698854" y="118556"/>
                  <a:pt x="1698665" y="110515"/>
                </a:cubicBezTo>
                <a:lnTo>
                  <a:pt x="1698665" y="43196"/>
                </a:lnTo>
                <a:lnTo>
                  <a:pt x="1661081" y="43196"/>
                </a:lnTo>
                <a:lnTo>
                  <a:pt x="1661081" y="47685"/>
                </a:lnTo>
                <a:cubicBezTo>
                  <a:pt x="1670243" y="48247"/>
                  <a:pt x="1672486" y="50490"/>
                  <a:pt x="1672674" y="58719"/>
                </a:cubicBezTo>
                <a:lnTo>
                  <a:pt x="1672674" y="111639"/>
                </a:lnTo>
                <a:cubicBezTo>
                  <a:pt x="1666503" y="117808"/>
                  <a:pt x="1662762" y="119865"/>
                  <a:pt x="1657341" y="119865"/>
                </a:cubicBezTo>
                <a:cubicBezTo>
                  <a:pt x="1649674" y="119865"/>
                  <a:pt x="1646869" y="116124"/>
                  <a:pt x="1646869" y="106589"/>
                </a:cubicBezTo>
                <a:lnTo>
                  <a:pt x="1646869" y="43196"/>
                </a:lnTo>
                <a:lnTo>
                  <a:pt x="1611713" y="43196"/>
                </a:lnTo>
                <a:lnTo>
                  <a:pt x="1611713" y="47685"/>
                </a:lnTo>
                <a:cubicBezTo>
                  <a:pt x="1619380" y="49180"/>
                  <a:pt x="1620690" y="50863"/>
                  <a:pt x="1620875" y="58719"/>
                </a:cubicBezTo>
                <a:lnTo>
                  <a:pt x="1620875" y="105841"/>
                </a:lnTo>
                <a:cubicBezTo>
                  <a:pt x="1620875" y="122296"/>
                  <a:pt x="1630226" y="132020"/>
                  <a:pt x="1645748" y="132020"/>
                </a:cubicBezTo>
                <a:cubicBezTo>
                  <a:pt x="1655472" y="132020"/>
                  <a:pt x="1662014" y="129027"/>
                  <a:pt x="1672860" y="119680"/>
                </a:cubicBezTo>
                <a:lnTo>
                  <a:pt x="1672860" y="131832"/>
                </a:lnTo>
                <a:cubicBezTo>
                  <a:pt x="1680901" y="129027"/>
                  <a:pt x="1685389" y="128280"/>
                  <a:pt x="1697544" y="126973"/>
                </a:cubicBezTo>
                <a:lnTo>
                  <a:pt x="1709137" y="125663"/>
                </a:lnTo>
                <a:lnTo>
                  <a:pt x="1709137" y="121360"/>
                </a:lnTo>
                <a:close/>
                <a:moveTo>
                  <a:pt x="1760374" y="124916"/>
                </a:moveTo>
                <a:cubicBezTo>
                  <a:pt x="1754391" y="124916"/>
                  <a:pt x="1751398" y="121175"/>
                  <a:pt x="1751212" y="113693"/>
                </a:cubicBezTo>
                <a:lnTo>
                  <a:pt x="1751212" y="2993"/>
                </a:lnTo>
                <a:lnTo>
                  <a:pt x="1715682" y="2993"/>
                </a:lnTo>
                <a:lnTo>
                  <a:pt x="1715682" y="7481"/>
                </a:lnTo>
                <a:cubicBezTo>
                  <a:pt x="1721854" y="7667"/>
                  <a:pt x="1725033" y="11222"/>
                  <a:pt x="1725218" y="18327"/>
                </a:cubicBezTo>
                <a:lnTo>
                  <a:pt x="1725218" y="113693"/>
                </a:lnTo>
                <a:cubicBezTo>
                  <a:pt x="1725033" y="120801"/>
                  <a:pt x="1721666" y="124727"/>
                  <a:pt x="1715682" y="124916"/>
                </a:cubicBezTo>
                <a:lnTo>
                  <a:pt x="1715682" y="129401"/>
                </a:lnTo>
                <a:lnTo>
                  <a:pt x="1760374" y="129401"/>
                </a:lnTo>
                <a:lnTo>
                  <a:pt x="1760374" y="124916"/>
                </a:lnTo>
                <a:close/>
                <a:moveTo>
                  <a:pt x="1821709" y="43196"/>
                </a:moveTo>
                <a:lnTo>
                  <a:pt x="1804133" y="43196"/>
                </a:lnTo>
                <a:lnTo>
                  <a:pt x="1804133" y="11596"/>
                </a:lnTo>
                <a:lnTo>
                  <a:pt x="1799456" y="11596"/>
                </a:lnTo>
                <a:cubicBezTo>
                  <a:pt x="1788051" y="27677"/>
                  <a:pt x="1780570" y="36092"/>
                  <a:pt x="1768415" y="46375"/>
                </a:cubicBezTo>
                <a:lnTo>
                  <a:pt x="1768415" y="51425"/>
                </a:lnTo>
                <a:lnTo>
                  <a:pt x="1778139" y="51425"/>
                </a:lnTo>
                <a:lnTo>
                  <a:pt x="1778139" y="112013"/>
                </a:lnTo>
                <a:cubicBezTo>
                  <a:pt x="1778139" y="124165"/>
                  <a:pt x="1786180" y="131647"/>
                  <a:pt x="1799082" y="131647"/>
                </a:cubicBezTo>
                <a:cubicBezTo>
                  <a:pt x="1811611" y="131647"/>
                  <a:pt x="1819093" y="126037"/>
                  <a:pt x="1826757" y="110703"/>
                </a:cubicBezTo>
                <a:lnTo>
                  <a:pt x="1822083" y="108646"/>
                </a:lnTo>
                <a:cubicBezTo>
                  <a:pt x="1818342" y="115751"/>
                  <a:pt x="1815352" y="118370"/>
                  <a:pt x="1811426" y="118370"/>
                </a:cubicBezTo>
                <a:cubicBezTo>
                  <a:pt x="1806190" y="118370"/>
                  <a:pt x="1804133" y="115191"/>
                  <a:pt x="1804133" y="107710"/>
                </a:cubicBezTo>
                <a:lnTo>
                  <a:pt x="1804133" y="51425"/>
                </a:lnTo>
                <a:lnTo>
                  <a:pt x="1821709" y="51425"/>
                </a:lnTo>
                <a:lnTo>
                  <a:pt x="1821709" y="43196"/>
                </a:lnTo>
                <a:close/>
                <a:moveTo>
                  <a:pt x="1874628" y="124916"/>
                </a:moveTo>
                <a:cubicBezTo>
                  <a:pt x="1868271" y="124165"/>
                  <a:pt x="1865840" y="121360"/>
                  <a:pt x="1865840" y="114256"/>
                </a:cubicBezTo>
                <a:lnTo>
                  <a:pt x="1865840" y="43196"/>
                </a:lnTo>
                <a:lnTo>
                  <a:pt x="1829937" y="43196"/>
                </a:lnTo>
                <a:lnTo>
                  <a:pt x="1829937" y="47685"/>
                </a:lnTo>
                <a:cubicBezTo>
                  <a:pt x="1838166" y="49180"/>
                  <a:pt x="1839661" y="50863"/>
                  <a:pt x="1839846" y="58719"/>
                </a:cubicBezTo>
                <a:lnTo>
                  <a:pt x="1839846" y="113693"/>
                </a:lnTo>
                <a:cubicBezTo>
                  <a:pt x="1839661" y="121549"/>
                  <a:pt x="1838351" y="123044"/>
                  <a:pt x="1829937" y="124916"/>
                </a:cubicBezTo>
                <a:lnTo>
                  <a:pt x="1829937" y="129401"/>
                </a:lnTo>
                <a:lnTo>
                  <a:pt x="1874628" y="129401"/>
                </a:lnTo>
                <a:lnTo>
                  <a:pt x="1874628" y="124916"/>
                </a:lnTo>
                <a:moveTo>
                  <a:pt x="1852749" y="188"/>
                </a:moveTo>
                <a:cubicBezTo>
                  <a:pt x="1844708" y="188"/>
                  <a:pt x="1838166" y="6734"/>
                  <a:pt x="1838166" y="14586"/>
                </a:cubicBezTo>
                <a:cubicBezTo>
                  <a:pt x="1838166" y="23001"/>
                  <a:pt x="1844335" y="29172"/>
                  <a:pt x="1852564" y="29172"/>
                </a:cubicBezTo>
                <a:cubicBezTo>
                  <a:pt x="1860793" y="29172"/>
                  <a:pt x="1867150" y="23001"/>
                  <a:pt x="1867150" y="14774"/>
                </a:cubicBezTo>
                <a:cubicBezTo>
                  <a:pt x="1867150" y="6546"/>
                  <a:pt x="1860793" y="188"/>
                  <a:pt x="1852749" y="188"/>
                </a:cubicBezTo>
                <a:close/>
                <a:moveTo>
                  <a:pt x="1934774" y="75736"/>
                </a:moveTo>
                <a:lnTo>
                  <a:pt x="1889335" y="75736"/>
                </a:lnTo>
                <a:lnTo>
                  <a:pt x="1889335" y="97427"/>
                </a:lnTo>
                <a:lnTo>
                  <a:pt x="1934774" y="97427"/>
                </a:lnTo>
                <a:lnTo>
                  <a:pt x="1934774" y="75736"/>
                </a:lnTo>
                <a:close/>
                <a:moveTo>
                  <a:pt x="2006965" y="68443"/>
                </a:moveTo>
                <a:lnTo>
                  <a:pt x="2006965" y="41328"/>
                </a:lnTo>
                <a:lnTo>
                  <a:pt x="2002851" y="41328"/>
                </a:lnTo>
                <a:cubicBezTo>
                  <a:pt x="2001729" y="44132"/>
                  <a:pt x="2000608" y="45068"/>
                  <a:pt x="1998177" y="45068"/>
                </a:cubicBezTo>
                <a:cubicBezTo>
                  <a:pt x="1997053" y="45068"/>
                  <a:pt x="1995372" y="44694"/>
                  <a:pt x="1992379" y="43759"/>
                </a:cubicBezTo>
                <a:cubicBezTo>
                  <a:pt x="1986395" y="41701"/>
                  <a:pt x="1982093" y="40954"/>
                  <a:pt x="1977793" y="40954"/>
                </a:cubicBezTo>
                <a:cubicBezTo>
                  <a:pt x="1960775" y="40954"/>
                  <a:pt x="1948435" y="52547"/>
                  <a:pt x="1948435" y="68254"/>
                </a:cubicBezTo>
                <a:cubicBezTo>
                  <a:pt x="1948435" y="80598"/>
                  <a:pt x="1956102" y="89198"/>
                  <a:pt x="1974988" y="97238"/>
                </a:cubicBezTo>
                <a:cubicBezTo>
                  <a:pt x="1987891" y="102848"/>
                  <a:pt x="1992941" y="107525"/>
                  <a:pt x="1992941" y="113508"/>
                </a:cubicBezTo>
                <a:cubicBezTo>
                  <a:pt x="1992941" y="120801"/>
                  <a:pt x="1987328" y="125663"/>
                  <a:pt x="1978914" y="125663"/>
                </a:cubicBezTo>
                <a:cubicBezTo>
                  <a:pt x="1965826" y="125663"/>
                  <a:pt x="1957223" y="117249"/>
                  <a:pt x="1953297" y="100979"/>
                </a:cubicBezTo>
                <a:lnTo>
                  <a:pt x="1948061" y="100979"/>
                </a:lnTo>
                <a:lnTo>
                  <a:pt x="1948061" y="131832"/>
                </a:lnTo>
                <a:lnTo>
                  <a:pt x="1952735" y="131832"/>
                </a:lnTo>
                <a:cubicBezTo>
                  <a:pt x="1954792" y="127720"/>
                  <a:pt x="1955913" y="126596"/>
                  <a:pt x="1957597" y="126596"/>
                </a:cubicBezTo>
                <a:cubicBezTo>
                  <a:pt x="1958533" y="126596"/>
                  <a:pt x="1960028" y="126973"/>
                  <a:pt x="1961900" y="127720"/>
                </a:cubicBezTo>
                <a:cubicBezTo>
                  <a:pt x="1967321" y="129963"/>
                  <a:pt x="1976671" y="132020"/>
                  <a:pt x="1982093" y="132020"/>
                </a:cubicBezTo>
                <a:cubicBezTo>
                  <a:pt x="1999110" y="132020"/>
                  <a:pt x="2010891" y="120427"/>
                  <a:pt x="2010891" y="103598"/>
                </a:cubicBezTo>
                <a:cubicBezTo>
                  <a:pt x="2010891" y="90319"/>
                  <a:pt x="2003786" y="82278"/>
                  <a:pt x="1985086" y="74426"/>
                </a:cubicBezTo>
                <a:cubicBezTo>
                  <a:pt x="1972371" y="69002"/>
                  <a:pt x="1967136" y="64328"/>
                  <a:pt x="1967136" y="57971"/>
                </a:cubicBezTo>
                <a:cubicBezTo>
                  <a:pt x="1967136" y="51799"/>
                  <a:pt x="1972371" y="47125"/>
                  <a:pt x="1979476" y="47125"/>
                </a:cubicBezTo>
                <a:cubicBezTo>
                  <a:pt x="1984524" y="47125"/>
                  <a:pt x="1989386" y="49180"/>
                  <a:pt x="1993500" y="53109"/>
                </a:cubicBezTo>
                <a:cubicBezTo>
                  <a:pt x="1997426" y="56847"/>
                  <a:pt x="1999484" y="60214"/>
                  <a:pt x="2002288" y="68443"/>
                </a:cubicBezTo>
                <a:lnTo>
                  <a:pt x="2006965" y="68443"/>
                </a:lnTo>
                <a:close/>
                <a:moveTo>
                  <a:pt x="2093729" y="109020"/>
                </a:moveTo>
                <a:cubicBezTo>
                  <a:pt x="2086813" y="116875"/>
                  <a:pt x="2081951" y="119491"/>
                  <a:pt x="2074284" y="119491"/>
                </a:cubicBezTo>
                <a:cubicBezTo>
                  <a:pt x="2058014" y="119491"/>
                  <a:pt x="2047728" y="103222"/>
                  <a:pt x="2047728" y="77793"/>
                </a:cubicBezTo>
                <a:cubicBezTo>
                  <a:pt x="2047728" y="58530"/>
                  <a:pt x="2053714" y="46752"/>
                  <a:pt x="2063438" y="46752"/>
                </a:cubicBezTo>
                <a:cubicBezTo>
                  <a:pt x="2066429" y="46752"/>
                  <a:pt x="2069234" y="48247"/>
                  <a:pt x="2070355" y="50304"/>
                </a:cubicBezTo>
                <a:cubicBezTo>
                  <a:pt x="2071291" y="51988"/>
                  <a:pt x="2071291" y="51988"/>
                  <a:pt x="2071291" y="59840"/>
                </a:cubicBezTo>
                <a:cubicBezTo>
                  <a:pt x="2071479" y="69190"/>
                  <a:pt x="2074658" y="73305"/>
                  <a:pt x="2081762" y="73305"/>
                </a:cubicBezTo>
                <a:cubicBezTo>
                  <a:pt x="2089618" y="73305"/>
                  <a:pt x="2094480" y="68816"/>
                  <a:pt x="2094480" y="61523"/>
                </a:cubicBezTo>
                <a:cubicBezTo>
                  <a:pt x="2094480" y="49930"/>
                  <a:pt x="2081951" y="40954"/>
                  <a:pt x="2065493" y="40954"/>
                </a:cubicBezTo>
                <a:cubicBezTo>
                  <a:pt x="2040064" y="40954"/>
                  <a:pt x="2021363" y="60776"/>
                  <a:pt x="2021363" y="87703"/>
                </a:cubicBezTo>
                <a:cubicBezTo>
                  <a:pt x="2021363" y="113693"/>
                  <a:pt x="2038007" y="132020"/>
                  <a:pt x="2061381" y="132020"/>
                </a:cubicBezTo>
                <a:cubicBezTo>
                  <a:pt x="2075779" y="132020"/>
                  <a:pt x="2086251" y="126222"/>
                  <a:pt x="2097096" y="112387"/>
                </a:cubicBezTo>
                <a:lnTo>
                  <a:pt x="2093729" y="109020"/>
                </a:lnTo>
                <a:close/>
                <a:moveTo>
                  <a:pt x="2188163" y="117434"/>
                </a:moveTo>
                <a:lnTo>
                  <a:pt x="2186294" y="119306"/>
                </a:lnTo>
                <a:cubicBezTo>
                  <a:pt x="2185732" y="119865"/>
                  <a:pt x="2185172" y="120054"/>
                  <a:pt x="2184237" y="120054"/>
                </a:cubicBezTo>
                <a:cubicBezTo>
                  <a:pt x="2181617" y="120054"/>
                  <a:pt x="2180310" y="118556"/>
                  <a:pt x="2180310" y="115377"/>
                </a:cubicBezTo>
                <a:lnTo>
                  <a:pt x="2180310" y="66571"/>
                </a:lnTo>
                <a:cubicBezTo>
                  <a:pt x="2180310" y="50678"/>
                  <a:pt x="2166098" y="40954"/>
                  <a:pt x="2143283" y="40954"/>
                </a:cubicBezTo>
                <a:cubicBezTo>
                  <a:pt x="2122154" y="40954"/>
                  <a:pt x="2107942" y="50490"/>
                  <a:pt x="2107942" y="64514"/>
                </a:cubicBezTo>
                <a:cubicBezTo>
                  <a:pt x="2107942" y="72369"/>
                  <a:pt x="2112430" y="76857"/>
                  <a:pt x="2120097" y="76857"/>
                </a:cubicBezTo>
                <a:cubicBezTo>
                  <a:pt x="2127575" y="76857"/>
                  <a:pt x="2132811" y="72369"/>
                  <a:pt x="2132811" y="66012"/>
                </a:cubicBezTo>
                <a:cubicBezTo>
                  <a:pt x="2132811" y="63392"/>
                  <a:pt x="2131878" y="60961"/>
                  <a:pt x="2129447" y="57971"/>
                </a:cubicBezTo>
                <a:cubicBezTo>
                  <a:pt x="2127764" y="56099"/>
                  <a:pt x="2127201" y="54978"/>
                  <a:pt x="2127201" y="53856"/>
                </a:cubicBezTo>
                <a:cubicBezTo>
                  <a:pt x="2127201" y="49930"/>
                  <a:pt x="2132252" y="46937"/>
                  <a:pt x="2138983" y="46937"/>
                </a:cubicBezTo>
                <a:cubicBezTo>
                  <a:pt x="2150017" y="46937"/>
                  <a:pt x="2154690" y="51988"/>
                  <a:pt x="2154690" y="63392"/>
                </a:cubicBezTo>
                <a:lnTo>
                  <a:pt x="2154690" y="77043"/>
                </a:lnTo>
                <a:cubicBezTo>
                  <a:pt x="2132437" y="83776"/>
                  <a:pt x="2123275" y="87329"/>
                  <a:pt x="2116356" y="92191"/>
                </a:cubicBezTo>
                <a:cubicBezTo>
                  <a:pt x="2108130" y="97800"/>
                  <a:pt x="2104389" y="104158"/>
                  <a:pt x="2104389" y="112198"/>
                </a:cubicBezTo>
                <a:cubicBezTo>
                  <a:pt x="2104389" y="123606"/>
                  <a:pt x="2112992" y="132020"/>
                  <a:pt x="2125144" y="132020"/>
                </a:cubicBezTo>
                <a:cubicBezTo>
                  <a:pt x="2135804" y="132020"/>
                  <a:pt x="2144407" y="128280"/>
                  <a:pt x="2154690" y="118929"/>
                </a:cubicBezTo>
                <a:cubicBezTo>
                  <a:pt x="2156748" y="128468"/>
                  <a:pt x="2160862" y="132020"/>
                  <a:pt x="2170024" y="132020"/>
                </a:cubicBezTo>
                <a:cubicBezTo>
                  <a:pt x="2178065" y="132020"/>
                  <a:pt x="2183863" y="129027"/>
                  <a:pt x="2190968" y="121360"/>
                </a:cubicBezTo>
                <a:lnTo>
                  <a:pt x="2188163" y="117434"/>
                </a:lnTo>
                <a:moveTo>
                  <a:pt x="2154505" y="110703"/>
                </a:moveTo>
                <a:cubicBezTo>
                  <a:pt x="2149455" y="116501"/>
                  <a:pt x="2145714" y="118744"/>
                  <a:pt x="2141228" y="118744"/>
                </a:cubicBezTo>
                <a:cubicBezTo>
                  <a:pt x="2135616" y="118744"/>
                  <a:pt x="2131690" y="113693"/>
                  <a:pt x="2131690" y="106215"/>
                </a:cubicBezTo>
                <a:cubicBezTo>
                  <a:pt x="2131690" y="95369"/>
                  <a:pt x="2139545" y="87514"/>
                  <a:pt x="2154505" y="83588"/>
                </a:cubicBezTo>
                <a:lnTo>
                  <a:pt x="2154505" y="110703"/>
                </a:lnTo>
                <a:close/>
                <a:moveTo>
                  <a:pt x="2241456" y="124916"/>
                </a:moveTo>
                <a:cubicBezTo>
                  <a:pt x="2235473" y="124916"/>
                  <a:pt x="2232480" y="121175"/>
                  <a:pt x="2232294" y="113693"/>
                </a:cubicBezTo>
                <a:lnTo>
                  <a:pt x="2232294" y="2993"/>
                </a:lnTo>
                <a:lnTo>
                  <a:pt x="2196765" y="2993"/>
                </a:lnTo>
                <a:lnTo>
                  <a:pt x="2196765" y="7481"/>
                </a:lnTo>
                <a:cubicBezTo>
                  <a:pt x="2202936" y="7667"/>
                  <a:pt x="2206115" y="11222"/>
                  <a:pt x="2206300" y="18327"/>
                </a:cubicBezTo>
                <a:lnTo>
                  <a:pt x="2206300" y="113693"/>
                </a:lnTo>
                <a:cubicBezTo>
                  <a:pt x="2206115" y="120801"/>
                  <a:pt x="2202748" y="124727"/>
                  <a:pt x="2196765" y="124916"/>
                </a:cubicBezTo>
                <a:lnTo>
                  <a:pt x="2196765" y="129401"/>
                </a:lnTo>
                <a:lnTo>
                  <a:pt x="2241456" y="129401"/>
                </a:lnTo>
                <a:lnTo>
                  <a:pt x="2241456" y="124916"/>
                </a:lnTo>
                <a:close/>
                <a:moveTo>
                  <a:pt x="2321491" y="106027"/>
                </a:moveTo>
                <a:cubicBezTo>
                  <a:pt x="2313824" y="115191"/>
                  <a:pt x="2308214" y="118556"/>
                  <a:pt x="2300174" y="118556"/>
                </a:cubicBezTo>
                <a:cubicBezTo>
                  <a:pt x="2292881" y="118556"/>
                  <a:pt x="2287456" y="115191"/>
                  <a:pt x="2283530" y="108646"/>
                </a:cubicBezTo>
                <a:cubicBezTo>
                  <a:pt x="2280166" y="102663"/>
                  <a:pt x="2278668" y="96491"/>
                  <a:pt x="2277921" y="83588"/>
                </a:cubicBezTo>
                <a:lnTo>
                  <a:pt x="2325043" y="83588"/>
                </a:lnTo>
                <a:cubicBezTo>
                  <a:pt x="2323922" y="67881"/>
                  <a:pt x="2321117" y="59092"/>
                  <a:pt x="2315134" y="51988"/>
                </a:cubicBezTo>
                <a:cubicBezTo>
                  <a:pt x="2309150" y="44694"/>
                  <a:pt x="2300359" y="40954"/>
                  <a:pt x="2289887" y="40954"/>
                </a:cubicBezTo>
                <a:cubicBezTo>
                  <a:pt x="2266701" y="40954"/>
                  <a:pt x="2250994" y="59466"/>
                  <a:pt x="2250994" y="86767"/>
                </a:cubicBezTo>
                <a:cubicBezTo>
                  <a:pt x="2250994" y="114070"/>
                  <a:pt x="2266328" y="132020"/>
                  <a:pt x="2289514" y="132020"/>
                </a:cubicBezTo>
                <a:cubicBezTo>
                  <a:pt x="2304662" y="132020"/>
                  <a:pt x="2313824" y="126222"/>
                  <a:pt x="2325979" y="108646"/>
                </a:cubicBezTo>
                <a:lnTo>
                  <a:pt x="2321491" y="106027"/>
                </a:lnTo>
                <a:moveTo>
                  <a:pt x="2276985" y="76669"/>
                </a:moveTo>
                <a:cubicBezTo>
                  <a:pt x="2277547" y="54230"/>
                  <a:pt x="2280914" y="46752"/>
                  <a:pt x="2290076" y="46752"/>
                </a:cubicBezTo>
                <a:cubicBezTo>
                  <a:pt x="2298864" y="46752"/>
                  <a:pt x="2301669" y="53109"/>
                  <a:pt x="2302043" y="73864"/>
                </a:cubicBezTo>
                <a:lnTo>
                  <a:pt x="2302043" y="76669"/>
                </a:lnTo>
                <a:lnTo>
                  <a:pt x="2276985" y="76669"/>
                </a:lnTo>
                <a:close/>
                <a:moveTo>
                  <a:pt x="2500445" y="2993"/>
                </a:moveTo>
                <a:lnTo>
                  <a:pt x="2460615" y="2993"/>
                </a:lnTo>
                <a:lnTo>
                  <a:pt x="2460615" y="7667"/>
                </a:lnTo>
                <a:cubicBezTo>
                  <a:pt x="2473706" y="8417"/>
                  <a:pt x="2476697" y="9912"/>
                  <a:pt x="2476697" y="15896"/>
                </a:cubicBezTo>
                <a:cubicBezTo>
                  <a:pt x="2476697" y="18889"/>
                  <a:pt x="2476137" y="21132"/>
                  <a:pt x="2472959" y="29172"/>
                </a:cubicBezTo>
                <a:lnTo>
                  <a:pt x="2449208" y="90696"/>
                </a:lnTo>
                <a:lnTo>
                  <a:pt x="2423402" y="28236"/>
                </a:lnTo>
                <a:cubicBezTo>
                  <a:pt x="2419850" y="19637"/>
                  <a:pt x="2419102" y="17579"/>
                  <a:pt x="2419102" y="14774"/>
                </a:cubicBezTo>
                <a:cubicBezTo>
                  <a:pt x="2419102" y="10475"/>
                  <a:pt x="2421907" y="8417"/>
                  <a:pt x="2429015" y="8044"/>
                </a:cubicBezTo>
                <a:cubicBezTo>
                  <a:pt x="2429948" y="8044"/>
                  <a:pt x="2432379" y="7855"/>
                  <a:pt x="2435184" y="7667"/>
                </a:cubicBezTo>
                <a:lnTo>
                  <a:pt x="2435184" y="2993"/>
                </a:lnTo>
                <a:lnTo>
                  <a:pt x="2372353" y="2993"/>
                </a:lnTo>
                <a:lnTo>
                  <a:pt x="2372353" y="7667"/>
                </a:lnTo>
                <a:cubicBezTo>
                  <a:pt x="2381704" y="8977"/>
                  <a:pt x="2383387" y="10475"/>
                  <a:pt x="2388061" y="20758"/>
                </a:cubicBezTo>
                <a:lnTo>
                  <a:pt x="2435931" y="132768"/>
                </a:lnTo>
                <a:lnTo>
                  <a:pt x="2440982" y="132768"/>
                </a:lnTo>
                <a:lnTo>
                  <a:pt x="2483616" y="23001"/>
                </a:lnTo>
                <a:cubicBezTo>
                  <a:pt x="2488104" y="11408"/>
                  <a:pt x="2490721" y="8977"/>
                  <a:pt x="2500445" y="7667"/>
                </a:cubicBezTo>
                <a:lnTo>
                  <a:pt x="2500445" y="2993"/>
                </a:lnTo>
                <a:close/>
                <a:moveTo>
                  <a:pt x="2640131" y="151280"/>
                </a:moveTo>
                <a:cubicBezTo>
                  <a:pt x="2633774" y="153152"/>
                  <a:pt x="2631343" y="153526"/>
                  <a:pt x="2627602" y="153526"/>
                </a:cubicBezTo>
                <a:cubicBezTo>
                  <a:pt x="2618814" y="153526"/>
                  <a:pt x="2610399" y="150159"/>
                  <a:pt x="2604039" y="143802"/>
                </a:cubicBezTo>
                <a:cubicBezTo>
                  <a:pt x="2600487" y="140249"/>
                  <a:pt x="2598618" y="137444"/>
                  <a:pt x="2595251" y="130525"/>
                </a:cubicBezTo>
                <a:cubicBezTo>
                  <a:pt x="2610399" y="125663"/>
                  <a:pt x="2616942" y="121922"/>
                  <a:pt x="2624983" y="113320"/>
                </a:cubicBezTo>
                <a:cubicBezTo>
                  <a:pt x="2636390" y="101167"/>
                  <a:pt x="2642562" y="85083"/>
                  <a:pt x="2642562" y="66945"/>
                </a:cubicBezTo>
                <a:cubicBezTo>
                  <a:pt x="2642562" y="28051"/>
                  <a:pt x="2614885" y="188"/>
                  <a:pt x="2576365" y="188"/>
                </a:cubicBezTo>
                <a:cubicBezTo>
                  <a:pt x="2538031" y="188"/>
                  <a:pt x="2510168" y="28613"/>
                  <a:pt x="2510168" y="67507"/>
                </a:cubicBezTo>
                <a:cubicBezTo>
                  <a:pt x="2510168" y="84709"/>
                  <a:pt x="2515966" y="100231"/>
                  <a:pt x="2526811" y="112198"/>
                </a:cubicBezTo>
                <a:cubicBezTo>
                  <a:pt x="2534478" y="120801"/>
                  <a:pt x="2540462" y="124542"/>
                  <a:pt x="2554674" y="129778"/>
                </a:cubicBezTo>
                <a:cubicBezTo>
                  <a:pt x="2558600" y="138004"/>
                  <a:pt x="2560846" y="141556"/>
                  <a:pt x="2565146" y="145859"/>
                </a:cubicBezTo>
                <a:cubicBezTo>
                  <a:pt x="2575618" y="156331"/>
                  <a:pt x="2591325" y="162314"/>
                  <a:pt x="2607780" y="162314"/>
                </a:cubicBezTo>
                <a:cubicBezTo>
                  <a:pt x="2619188" y="162314"/>
                  <a:pt x="2627414" y="160631"/>
                  <a:pt x="2641252" y="155769"/>
                </a:cubicBezTo>
                <a:lnTo>
                  <a:pt x="2640131" y="151280"/>
                </a:lnTo>
                <a:moveTo>
                  <a:pt x="2576553" y="6360"/>
                </a:moveTo>
                <a:cubicBezTo>
                  <a:pt x="2597497" y="6360"/>
                  <a:pt x="2609464" y="28799"/>
                  <a:pt x="2609464" y="67881"/>
                </a:cubicBezTo>
                <a:cubicBezTo>
                  <a:pt x="2609464" y="106215"/>
                  <a:pt x="2598056" y="126784"/>
                  <a:pt x="2576365" y="126784"/>
                </a:cubicBezTo>
                <a:cubicBezTo>
                  <a:pt x="2554674" y="126784"/>
                  <a:pt x="2543267" y="106403"/>
                  <a:pt x="2543267" y="67507"/>
                </a:cubicBezTo>
                <a:cubicBezTo>
                  <a:pt x="2543267" y="28236"/>
                  <a:pt x="2555233" y="6360"/>
                  <a:pt x="2576553" y="6360"/>
                </a:cubicBezTo>
                <a:close/>
                <a:moveTo>
                  <a:pt x="2780189" y="2993"/>
                </a:moveTo>
                <a:lnTo>
                  <a:pt x="2740360" y="2993"/>
                </a:lnTo>
                <a:lnTo>
                  <a:pt x="2740360" y="7667"/>
                </a:lnTo>
                <a:cubicBezTo>
                  <a:pt x="2753451" y="8417"/>
                  <a:pt x="2756441" y="9912"/>
                  <a:pt x="2756441" y="15896"/>
                </a:cubicBezTo>
                <a:cubicBezTo>
                  <a:pt x="2756441" y="18889"/>
                  <a:pt x="2755882" y="21132"/>
                  <a:pt x="2752703" y="29172"/>
                </a:cubicBezTo>
                <a:lnTo>
                  <a:pt x="2728952" y="90696"/>
                </a:lnTo>
                <a:lnTo>
                  <a:pt x="2703147" y="28236"/>
                </a:lnTo>
                <a:cubicBezTo>
                  <a:pt x="2699594" y="19637"/>
                  <a:pt x="2698847" y="17579"/>
                  <a:pt x="2698847" y="14774"/>
                </a:cubicBezTo>
                <a:cubicBezTo>
                  <a:pt x="2698847" y="10475"/>
                  <a:pt x="2701652" y="8417"/>
                  <a:pt x="2708759" y="8044"/>
                </a:cubicBezTo>
                <a:cubicBezTo>
                  <a:pt x="2709692" y="8044"/>
                  <a:pt x="2712123" y="7855"/>
                  <a:pt x="2714928" y="7667"/>
                </a:cubicBezTo>
                <a:lnTo>
                  <a:pt x="2714928" y="2993"/>
                </a:lnTo>
                <a:lnTo>
                  <a:pt x="2652098" y="2993"/>
                </a:lnTo>
                <a:lnTo>
                  <a:pt x="2652098" y="7667"/>
                </a:lnTo>
                <a:cubicBezTo>
                  <a:pt x="2661448" y="8977"/>
                  <a:pt x="2663132" y="10475"/>
                  <a:pt x="2667806" y="20758"/>
                </a:cubicBezTo>
                <a:lnTo>
                  <a:pt x="2715676" y="132768"/>
                </a:lnTo>
                <a:lnTo>
                  <a:pt x="2720726" y="132768"/>
                </a:lnTo>
                <a:lnTo>
                  <a:pt x="2763361" y="23001"/>
                </a:lnTo>
                <a:cubicBezTo>
                  <a:pt x="2767849" y="11408"/>
                  <a:pt x="2770465" y="8977"/>
                  <a:pt x="2780189" y="7667"/>
                </a:cubicBezTo>
                <a:lnTo>
                  <a:pt x="2780189" y="29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Text AEonimages">
            <a:extLst xmlns:a="http://schemas.openxmlformats.org/drawingml/2006/main">
              <a:ext uri="{FF2B5EF4-FFF2-40B4-BE49-F238E27FC236}">
                <a16:creationId xmlns:a16="http://schemas.microsoft.com/office/drawing/2014/main" id="{7F274390-67CB-4B81-955D-94DBFE97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077" y="93902"/>
            <a:ext cx="1092988" cy="167735"/>
          </a:xfrm>
          <a:custGeom xmlns:a="http://schemas.openxmlformats.org/drawingml/2006/main">
            <a:pathLst>
              <a:path w="1092988" h="167735">
                <a:moveTo>
                  <a:pt x="127158" y="124539"/>
                </a:moveTo>
                <a:cubicBezTo>
                  <a:pt x="118929" y="124539"/>
                  <a:pt x="116872" y="121922"/>
                  <a:pt x="106774" y="98548"/>
                </a:cubicBezTo>
                <a:lnTo>
                  <a:pt x="65076" y="188"/>
                </a:lnTo>
                <a:lnTo>
                  <a:pt x="59840" y="188"/>
                </a:lnTo>
                <a:lnTo>
                  <a:pt x="18327" y="102660"/>
                </a:lnTo>
                <a:cubicBezTo>
                  <a:pt x="11219" y="120239"/>
                  <a:pt x="8977" y="122855"/>
                  <a:pt x="0" y="124539"/>
                </a:cubicBezTo>
                <a:lnTo>
                  <a:pt x="0" y="129213"/>
                </a:lnTo>
                <a:lnTo>
                  <a:pt x="37961" y="129213"/>
                </a:lnTo>
                <a:lnTo>
                  <a:pt x="37961" y="124539"/>
                </a:lnTo>
                <a:cubicBezTo>
                  <a:pt x="26741" y="123791"/>
                  <a:pt x="22627" y="121734"/>
                  <a:pt x="22627" y="116872"/>
                </a:cubicBezTo>
                <a:cubicBezTo>
                  <a:pt x="22627" y="114441"/>
                  <a:pt x="23937" y="109953"/>
                  <a:pt x="28051" y="99855"/>
                </a:cubicBezTo>
                <a:lnTo>
                  <a:pt x="30856" y="92376"/>
                </a:lnTo>
                <a:lnTo>
                  <a:pt x="72928" y="92376"/>
                </a:lnTo>
                <a:cubicBezTo>
                  <a:pt x="79288" y="107148"/>
                  <a:pt x="81531" y="113693"/>
                  <a:pt x="81531" y="117808"/>
                </a:cubicBezTo>
                <a:cubicBezTo>
                  <a:pt x="81531" y="121922"/>
                  <a:pt x="79100" y="123603"/>
                  <a:pt x="72554" y="123977"/>
                </a:cubicBezTo>
                <a:cubicBezTo>
                  <a:pt x="71621" y="124165"/>
                  <a:pt x="69190" y="124353"/>
                  <a:pt x="66571" y="124539"/>
                </a:cubicBezTo>
                <a:lnTo>
                  <a:pt x="66571" y="129213"/>
                </a:lnTo>
                <a:lnTo>
                  <a:pt x="127158" y="129213"/>
                </a:lnTo>
                <a:lnTo>
                  <a:pt x="127158" y="124539"/>
                </a:lnTo>
                <a:moveTo>
                  <a:pt x="33661" y="85083"/>
                </a:moveTo>
                <a:lnTo>
                  <a:pt x="51237" y="39644"/>
                </a:lnTo>
                <a:lnTo>
                  <a:pt x="70123" y="85083"/>
                </a:lnTo>
                <a:lnTo>
                  <a:pt x="33661" y="85083"/>
                </a:lnTo>
                <a:close/>
                <a:moveTo>
                  <a:pt x="135572" y="7479"/>
                </a:moveTo>
                <a:cubicBezTo>
                  <a:pt x="148101" y="8041"/>
                  <a:pt x="151654" y="11034"/>
                  <a:pt x="152028" y="20758"/>
                </a:cubicBezTo>
                <a:lnTo>
                  <a:pt x="152028" y="111262"/>
                </a:lnTo>
                <a:cubicBezTo>
                  <a:pt x="151654" y="121172"/>
                  <a:pt x="149037" y="123418"/>
                  <a:pt x="135572" y="124539"/>
                </a:cubicBezTo>
                <a:lnTo>
                  <a:pt x="135572" y="129213"/>
                </a:lnTo>
                <a:lnTo>
                  <a:pt x="244966" y="129213"/>
                </a:lnTo>
                <a:lnTo>
                  <a:pt x="252444" y="90319"/>
                </a:lnTo>
                <a:lnTo>
                  <a:pt x="247209" y="90319"/>
                </a:lnTo>
                <a:cubicBezTo>
                  <a:pt x="241414" y="102848"/>
                  <a:pt x="237673" y="108084"/>
                  <a:pt x="230942" y="113505"/>
                </a:cubicBezTo>
                <a:cubicBezTo>
                  <a:pt x="222339" y="120424"/>
                  <a:pt x="212241" y="123418"/>
                  <a:pt x="197843" y="123418"/>
                </a:cubicBezTo>
                <a:cubicBezTo>
                  <a:pt x="185688" y="123418"/>
                  <a:pt x="182321" y="120987"/>
                  <a:pt x="182321" y="112946"/>
                </a:cubicBezTo>
                <a:lnTo>
                  <a:pt x="182321" y="67692"/>
                </a:lnTo>
                <a:cubicBezTo>
                  <a:pt x="202705" y="67692"/>
                  <a:pt x="210372" y="74985"/>
                  <a:pt x="212615" y="96676"/>
                </a:cubicBezTo>
                <a:lnTo>
                  <a:pt x="217477" y="96676"/>
                </a:lnTo>
                <a:lnTo>
                  <a:pt x="217477" y="33472"/>
                </a:lnTo>
                <a:lnTo>
                  <a:pt x="212615" y="33472"/>
                </a:lnTo>
                <a:cubicBezTo>
                  <a:pt x="209810" y="54789"/>
                  <a:pt x="202517" y="61520"/>
                  <a:pt x="182321" y="61335"/>
                </a:cubicBezTo>
                <a:lnTo>
                  <a:pt x="182321" y="17953"/>
                </a:lnTo>
                <a:cubicBezTo>
                  <a:pt x="182321" y="10845"/>
                  <a:pt x="184752" y="9162"/>
                  <a:pt x="194476" y="9162"/>
                </a:cubicBezTo>
                <a:cubicBezTo>
                  <a:pt x="224956" y="9162"/>
                  <a:pt x="234120" y="15522"/>
                  <a:pt x="238794" y="40392"/>
                </a:cubicBezTo>
                <a:lnTo>
                  <a:pt x="243468" y="40392"/>
                </a:lnTo>
                <a:lnTo>
                  <a:pt x="243468" y="2805"/>
                </a:lnTo>
                <a:lnTo>
                  <a:pt x="135572" y="2805"/>
                </a:lnTo>
                <a:lnTo>
                  <a:pt x="135572" y="7479"/>
                </a:lnTo>
                <a:close/>
                <a:moveTo>
                  <a:pt x="350991" y="40765"/>
                </a:moveTo>
                <a:cubicBezTo>
                  <a:pt x="327054" y="40765"/>
                  <a:pt x="308730" y="60399"/>
                  <a:pt x="308730" y="85831"/>
                </a:cubicBezTo>
                <a:cubicBezTo>
                  <a:pt x="308730" y="112572"/>
                  <a:pt x="326307" y="131832"/>
                  <a:pt x="350991" y="131832"/>
                </a:cubicBezTo>
                <a:cubicBezTo>
                  <a:pt x="375301" y="131832"/>
                  <a:pt x="393066" y="112572"/>
                  <a:pt x="393066" y="86393"/>
                </a:cubicBezTo>
                <a:cubicBezTo>
                  <a:pt x="393066" y="60025"/>
                  <a:pt x="375113" y="40765"/>
                  <a:pt x="350991" y="40765"/>
                </a:cubicBezTo>
                <a:moveTo>
                  <a:pt x="351179" y="46563"/>
                </a:moveTo>
                <a:cubicBezTo>
                  <a:pt x="362025" y="46563"/>
                  <a:pt x="365577" y="56847"/>
                  <a:pt x="365577" y="87514"/>
                </a:cubicBezTo>
                <a:cubicBezTo>
                  <a:pt x="365577" y="116313"/>
                  <a:pt x="361836" y="126034"/>
                  <a:pt x="350991" y="126034"/>
                </a:cubicBezTo>
                <a:cubicBezTo>
                  <a:pt x="339957" y="126034"/>
                  <a:pt x="336219" y="116498"/>
                  <a:pt x="336219" y="89009"/>
                </a:cubicBezTo>
                <a:cubicBezTo>
                  <a:pt x="336219" y="56285"/>
                  <a:pt x="339583" y="46563"/>
                  <a:pt x="351179" y="46563"/>
                </a:cubicBezTo>
                <a:close/>
                <a:moveTo>
                  <a:pt x="498342" y="124727"/>
                </a:moveTo>
                <a:cubicBezTo>
                  <a:pt x="491426" y="124353"/>
                  <a:pt x="488995" y="121549"/>
                  <a:pt x="489180" y="114067"/>
                </a:cubicBezTo>
                <a:lnTo>
                  <a:pt x="489180" y="67133"/>
                </a:lnTo>
                <a:cubicBezTo>
                  <a:pt x="489180" y="51049"/>
                  <a:pt x="479270" y="40765"/>
                  <a:pt x="463937" y="40765"/>
                </a:cubicBezTo>
                <a:cubicBezTo>
                  <a:pt x="452717" y="40765"/>
                  <a:pt x="444115" y="46001"/>
                  <a:pt x="437195" y="57035"/>
                </a:cubicBezTo>
                <a:lnTo>
                  <a:pt x="437195" y="43008"/>
                </a:lnTo>
                <a:lnTo>
                  <a:pt x="401480" y="43008"/>
                </a:lnTo>
                <a:lnTo>
                  <a:pt x="401480" y="47496"/>
                </a:lnTo>
                <a:cubicBezTo>
                  <a:pt x="409706" y="48806"/>
                  <a:pt x="411204" y="50490"/>
                  <a:pt x="411390" y="58530"/>
                </a:cubicBezTo>
                <a:lnTo>
                  <a:pt x="411390" y="113505"/>
                </a:lnTo>
                <a:cubicBezTo>
                  <a:pt x="411204" y="121549"/>
                  <a:pt x="409706" y="123229"/>
                  <a:pt x="401480" y="124727"/>
                </a:cubicBezTo>
                <a:lnTo>
                  <a:pt x="401480" y="129213"/>
                </a:lnTo>
                <a:lnTo>
                  <a:pt x="446546" y="129213"/>
                </a:lnTo>
                <a:lnTo>
                  <a:pt x="446546" y="124727"/>
                </a:lnTo>
                <a:cubicBezTo>
                  <a:pt x="439815" y="123977"/>
                  <a:pt x="437384" y="120987"/>
                  <a:pt x="437384" y="114067"/>
                </a:cubicBezTo>
                <a:lnTo>
                  <a:pt x="437384" y="64140"/>
                </a:lnTo>
                <a:cubicBezTo>
                  <a:pt x="437384" y="63578"/>
                  <a:pt x="438690" y="61520"/>
                  <a:pt x="440562" y="59652"/>
                </a:cubicBezTo>
                <a:cubicBezTo>
                  <a:pt x="444677" y="55537"/>
                  <a:pt x="449162" y="53294"/>
                  <a:pt x="453465" y="53294"/>
                </a:cubicBezTo>
                <a:cubicBezTo>
                  <a:pt x="460011" y="53294"/>
                  <a:pt x="463189" y="58342"/>
                  <a:pt x="463189" y="68814"/>
                </a:cubicBezTo>
                <a:lnTo>
                  <a:pt x="463189" y="114067"/>
                </a:lnTo>
                <a:cubicBezTo>
                  <a:pt x="463001" y="121172"/>
                  <a:pt x="460570" y="124165"/>
                  <a:pt x="454398" y="124727"/>
                </a:cubicBezTo>
                <a:lnTo>
                  <a:pt x="454398" y="129213"/>
                </a:lnTo>
                <a:lnTo>
                  <a:pt x="498342" y="129213"/>
                </a:lnTo>
                <a:lnTo>
                  <a:pt x="498342" y="124727"/>
                </a:lnTo>
                <a:close/>
                <a:moveTo>
                  <a:pt x="595955" y="124727"/>
                </a:moveTo>
                <a:cubicBezTo>
                  <a:pt x="589597" y="123977"/>
                  <a:pt x="587166" y="121172"/>
                  <a:pt x="587166" y="114067"/>
                </a:cubicBezTo>
                <a:lnTo>
                  <a:pt x="587166" y="43008"/>
                </a:lnTo>
                <a:lnTo>
                  <a:pt x="551263" y="43008"/>
                </a:lnTo>
                <a:lnTo>
                  <a:pt x="551263" y="47496"/>
                </a:lnTo>
                <a:cubicBezTo>
                  <a:pt x="559492" y="48992"/>
                  <a:pt x="560987" y="50675"/>
                  <a:pt x="561173" y="58530"/>
                </a:cubicBezTo>
                <a:lnTo>
                  <a:pt x="561173" y="113505"/>
                </a:lnTo>
                <a:cubicBezTo>
                  <a:pt x="560987" y="121360"/>
                  <a:pt x="559677" y="122855"/>
                  <a:pt x="551263" y="124727"/>
                </a:cubicBezTo>
                <a:lnTo>
                  <a:pt x="551263" y="129213"/>
                </a:lnTo>
                <a:lnTo>
                  <a:pt x="595955" y="129213"/>
                </a:lnTo>
                <a:lnTo>
                  <a:pt x="595955" y="124727"/>
                </a:lnTo>
                <a:moveTo>
                  <a:pt x="574075" y="0"/>
                </a:moveTo>
                <a:cubicBezTo>
                  <a:pt x="566035" y="0"/>
                  <a:pt x="559492" y="6546"/>
                  <a:pt x="559492" y="14398"/>
                </a:cubicBezTo>
                <a:cubicBezTo>
                  <a:pt x="559492" y="22812"/>
                  <a:pt x="565661" y="28984"/>
                  <a:pt x="573890" y="28984"/>
                </a:cubicBezTo>
                <a:cubicBezTo>
                  <a:pt x="582119" y="28984"/>
                  <a:pt x="588476" y="22812"/>
                  <a:pt x="588476" y="14586"/>
                </a:cubicBezTo>
                <a:cubicBezTo>
                  <a:pt x="588476" y="6357"/>
                  <a:pt x="582119" y="0"/>
                  <a:pt x="574075" y="0"/>
                </a:cubicBezTo>
                <a:close/>
                <a:moveTo>
                  <a:pt x="752471" y="124727"/>
                </a:moveTo>
                <a:cubicBezTo>
                  <a:pt x="745366" y="124539"/>
                  <a:pt x="742935" y="121734"/>
                  <a:pt x="743120" y="114067"/>
                </a:cubicBezTo>
                <a:lnTo>
                  <a:pt x="743120" y="67133"/>
                </a:lnTo>
                <a:cubicBezTo>
                  <a:pt x="743120" y="51049"/>
                  <a:pt x="733211" y="40765"/>
                  <a:pt x="717877" y="40765"/>
                </a:cubicBezTo>
                <a:cubicBezTo>
                  <a:pt x="707217" y="40765"/>
                  <a:pt x="699924" y="45065"/>
                  <a:pt x="690388" y="57035"/>
                </a:cubicBezTo>
                <a:cubicBezTo>
                  <a:pt x="684779" y="45254"/>
                  <a:pt x="678233" y="40765"/>
                  <a:pt x="666452" y="40765"/>
                </a:cubicBezTo>
                <a:cubicBezTo>
                  <a:pt x="654485" y="40765"/>
                  <a:pt x="646070" y="45813"/>
                  <a:pt x="638963" y="57035"/>
                </a:cubicBezTo>
                <a:lnTo>
                  <a:pt x="638963" y="43008"/>
                </a:lnTo>
                <a:lnTo>
                  <a:pt x="603248" y="43008"/>
                </a:lnTo>
                <a:lnTo>
                  <a:pt x="603248" y="47496"/>
                </a:lnTo>
                <a:cubicBezTo>
                  <a:pt x="611103" y="48432"/>
                  <a:pt x="613346" y="50675"/>
                  <a:pt x="613534" y="58530"/>
                </a:cubicBezTo>
                <a:lnTo>
                  <a:pt x="613534" y="113505"/>
                </a:lnTo>
                <a:cubicBezTo>
                  <a:pt x="613346" y="121360"/>
                  <a:pt x="611477" y="123418"/>
                  <a:pt x="603248" y="124727"/>
                </a:cubicBezTo>
                <a:lnTo>
                  <a:pt x="603248" y="129213"/>
                </a:lnTo>
                <a:lnTo>
                  <a:pt x="648128" y="129213"/>
                </a:lnTo>
                <a:lnTo>
                  <a:pt x="648128" y="124727"/>
                </a:lnTo>
                <a:cubicBezTo>
                  <a:pt x="641770" y="123977"/>
                  <a:pt x="639525" y="121360"/>
                  <a:pt x="639525" y="114067"/>
                </a:cubicBezTo>
                <a:lnTo>
                  <a:pt x="639525" y="64140"/>
                </a:lnTo>
                <a:cubicBezTo>
                  <a:pt x="639525" y="63018"/>
                  <a:pt x="642518" y="59652"/>
                  <a:pt x="644949" y="57594"/>
                </a:cubicBezTo>
                <a:cubicBezTo>
                  <a:pt x="648875" y="54604"/>
                  <a:pt x="651866" y="53294"/>
                  <a:pt x="655232" y="53294"/>
                </a:cubicBezTo>
                <a:cubicBezTo>
                  <a:pt x="662526" y="53294"/>
                  <a:pt x="665330" y="57594"/>
                  <a:pt x="665330" y="68814"/>
                </a:cubicBezTo>
                <a:lnTo>
                  <a:pt x="665330" y="114067"/>
                </a:lnTo>
                <a:cubicBezTo>
                  <a:pt x="665519" y="121360"/>
                  <a:pt x="663088" y="124165"/>
                  <a:pt x="656354" y="124727"/>
                </a:cubicBezTo>
                <a:lnTo>
                  <a:pt x="656354" y="129213"/>
                </a:lnTo>
                <a:lnTo>
                  <a:pt x="700112" y="129213"/>
                </a:lnTo>
                <a:lnTo>
                  <a:pt x="700112" y="124727"/>
                </a:lnTo>
                <a:cubicBezTo>
                  <a:pt x="693755" y="124165"/>
                  <a:pt x="691324" y="121172"/>
                  <a:pt x="691324" y="114067"/>
                </a:cubicBezTo>
                <a:lnTo>
                  <a:pt x="691324" y="64140"/>
                </a:lnTo>
                <a:cubicBezTo>
                  <a:pt x="691324" y="63204"/>
                  <a:pt x="694314" y="59652"/>
                  <a:pt x="696745" y="57783"/>
                </a:cubicBezTo>
                <a:cubicBezTo>
                  <a:pt x="700860" y="54604"/>
                  <a:pt x="703853" y="53294"/>
                  <a:pt x="707217" y="53294"/>
                </a:cubicBezTo>
                <a:cubicBezTo>
                  <a:pt x="714325" y="53294"/>
                  <a:pt x="717130" y="57783"/>
                  <a:pt x="717130" y="68814"/>
                </a:cubicBezTo>
                <a:lnTo>
                  <a:pt x="717130" y="114067"/>
                </a:lnTo>
                <a:cubicBezTo>
                  <a:pt x="717315" y="121549"/>
                  <a:pt x="714884" y="124353"/>
                  <a:pt x="707965" y="124727"/>
                </a:cubicBezTo>
                <a:lnTo>
                  <a:pt x="707965" y="129213"/>
                </a:lnTo>
                <a:lnTo>
                  <a:pt x="752471" y="129213"/>
                </a:lnTo>
                <a:lnTo>
                  <a:pt x="752471" y="124727"/>
                </a:lnTo>
                <a:close/>
                <a:moveTo>
                  <a:pt x="842789" y="117246"/>
                </a:moveTo>
                <a:lnTo>
                  <a:pt x="840920" y="119118"/>
                </a:lnTo>
                <a:cubicBezTo>
                  <a:pt x="840358" y="119677"/>
                  <a:pt x="839799" y="119865"/>
                  <a:pt x="838863" y="119865"/>
                </a:cubicBezTo>
                <a:cubicBezTo>
                  <a:pt x="836243" y="119865"/>
                  <a:pt x="834937" y="118367"/>
                  <a:pt x="834937" y="115189"/>
                </a:cubicBezTo>
                <a:lnTo>
                  <a:pt x="834937" y="66383"/>
                </a:lnTo>
                <a:cubicBezTo>
                  <a:pt x="834937" y="50490"/>
                  <a:pt x="820724" y="40765"/>
                  <a:pt x="797909" y="40765"/>
                </a:cubicBezTo>
                <a:cubicBezTo>
                  <a:pt x="776780" y="40765"/>
                  <a:pt x="762568" y="50301"/>
                  <a:pt x="762568" y="64325"/>
                </a:cubicBezTo>
                <a:cubicBezTo>
                  <a:pt x="762568" y="72180"/>
                  <a:pt x="767056" y="76669"/>
                  <a:pt x="774723" y="76669"/>
                </a:cubicBezTo>
                <a:cubicBezTo>
                  <a:pt x="782201" y="76669"/>
                  <a:pt x="787437" y="72180"/>
                  <a:pt x="787437" y="65823"/>
                </a:cubicBezTo>
                <a:cubicBezTo>
                  <a:pt x="787437" y="63204"/>
                  <a:pt x="786504" y="60773"/>
                  <a:pt x="784073" y="57783"/>
                </a:cubicBezTo>
                <a:cubicBezTo>
                  <a:pt x="782390" y="55911"/>
                  <a:pt x="781828" y="54789"/>
                  <a:pt x="781828" y="53668"/>
                </a:cubicBezTo>
                <a:cubicBezTo>
                  <a:pt x="781828" y="49742"/>
                  <a:pt x="786878" y="46749"/>
                  <a:pt x="793609" y="46749"/>
                </a:cubicBezTo>
                <a:cubicBezTo>
                  <a:pt x="804643" y="46749"/>
                  <a:pt x="809317" y="51799"/>
                  <a:pt x="809317" y="63204"/>
                </a:cubicBezTo>
                <a:lnTo>
                  <a:pt x="809317" y="76854"/>
                </a:lnTo>
                <a:cubicBezTo>
                  <a:pt x="787063" y="83588"/>
                  <a:pt x="777901" y="87140"/>
                  <a:pt x="770982" y="92003"/>
                </a:cubicBezTo>
                <a:cubicBezTo>
                  <a:pt x="762756" y="97612"/>
                  <a:pt x="759015" y="103969"/>
                  <a:pt x="759015" y="112010"/>
                </a:cubicBezTo>
                <a:cubicBezTo>
                  <a:pt x="759015" y="123418"/>
                  <a:pt x="767618" y="131832"/>
                  <a:pt x="779770" y="131832"/>
                </a:cubicBezTo>
                <a:cubicBezTo>
                  <a:pt x="790430" y="131832"/>
                  <a:pt x="799033" y="128091"/>
                  <a:pt x="809317" y="118741"/>
                </a:cubicBezTo>
                <a:cubicBezTo>
                  <a:pt x="811374" y="128280"/>
                  <a:pt x="815488" y="131832"/>
                  <a:pt x="824650" y="131832"/>
                </a:cubicBezTo>
                <a:cubicBezTo>
                  <a:pt x="832691" y="131832"/>
                  <a:pt x="838489" y="128839"/>
                  <a:pt x="845594" y="121172"/>
                </a:cubicBezTo>
                <a:lnTo>
                  <a:pt x="842789" y="117246"/>
                </a:lnTo>
                <a:moveTo>
                  <a:pt x="809131" y="110515"/>
                </a:moveTo>
                <a:cubicBezTo>
                  <a:pt x="804081" y="116313"/>
                  <a:pt x="800340" y="118556"/>
                  <a:pt x="795855" y="118556"/>
                </a:cubicBezTo>
                <a:cubicBezTo>
                  <a:pt x="790242" y="118556"/>
                  <a:pt x="786316" y="113505"/>
                  <a:pt x="786316" y="106027"/>
                </a:cubicBezTo>
                <a:cubicBezTo>
                  <a:pt x="786316" y="95181"/>
                  <a:pt x="794171" y="87326"/>
                  <a:pt x="809131" y="83400"/>
                </a:cubicBezTo>
                <a:lnTo>
                  <a:pt x="809131" y="110515"/>
                </a:lnTo>
                <a:close/>
                <a:moveTo>
                  <a:pt x="938530" y="54789"/>
                </a:moveTo>
                <a:lnTo>
                  <a:pt x="938530" y="44880"/>
                </a:lnTo>
                <a:lnTo>
                  <a:pt x="914220" y="44880"/>
                </a:lnTo>
                <a:cubicBezTo>
                  <a:pt x="905994" y="41887"/>
                  <a:pt x="900758" y="40765"/>
                  <a:pt x="893277" y="40765"/>
                </a:cubicBezTo>
                <a:cubicBezTo>
                  <a:pt x="871024" y="40765"/>
                  <a:pt x="855316" y="53106"/>
                  <a:pt x="855316" y="70871"/>
                </a:cubicBezTo>
                <a:cubicBezTo>
                  <a:pt x="855316" y="77416"/>
                  <a:pt x="857562" y="83400"/>
                  <a:pt x="862050" y="88636"/>
                </a:cubicBezTo>
                <a:cubicBezTo>
                  <a:pt x="866162" y="93312"/>
                  <a:pt x="869717" y="95743"/>
                  <a:pt x="878505" y="99296"/>
                </a:cubicBezTo>
                <a:cubicBezTo>
                  <a:pt x="863731" y="104343"/>
                  <a:pt x="856252" y="111636"/>
                  <a:pt x="856252" y="121172"/>
                </a:cubicBezTo>
                <a:cubicBezTo>
                  <a:pt x="856252" y="128839"/>
                  <a:pt x="859619" y="132206"/>
                  <a:pt x="871586" y="136506"/>
                </a:cubicBezTo>
                <a:cubicBezTo>
                  <a:pt x="859804" y="138004"/>
                  <a:pt x="853635" y="142866"/>
                  <a:pt x="853635" y="150533"/>
                </a:cubicBezTo>
                <a:cubicBezTo>
                  <a:pt x="853635" y="161378"/>
                  <a:pt x="867660" y="167735"/>
                  <a:pt x="891219" y="167735"/>
                </a:cubicBezTo>
                <a:cubicBezTo>
                  <a:pt x="922449" y="167735"/>
                  <a:pt x="938716" y="158011"/>
                  <a:pt x="938716" y="139499"/>
                </a:cubicBezTo>
                <a:cubicBezTo>
                  <a:pt x="938716" y="125101"/>
                  <a:pt x="927870" y="117060"/>
                  <a:pt x="908051" y="116687"/>
                </a:cubicBezTo>
                <a:lnTo>
                  <a:pt x="895896" y="116498"/>
                </a:lnTo>
                <a:cubicBezTo>
                  <a:pt x="880000" y="116313"/>
                  <a:pt x="877195" y="115377"/>
                  <a:pt x="877195" y="110141"/>
                </a:cubicBezTo>
                <a:cubicBezTo>
                  <a:pt x="877195" y="104343"/>
                  <a:pt x="882431" y="100417"/>
                  <a:pt x="889913" y="100417"/>
                </a:cubicBezTo>
                <a:cubicBezTo>
                  <a:pt x="907115" y="100417"/>
                  <a:pt x="907863" y="100417"/>
                  <a:pt x="914035" y="97612"/>
                </a:cubicBezTo>
                <a:cubicBezTo>
                  <a:pt x="925254" y="92750"/>
                  <a:pt x="930863" y="84709"/>
                  <a:pt x="930863" y="73116"/>
                </a:cubicBezTo>
                <a:cubicBezTo>
                  <a:pt x="930863" y="65635"/>
                  <a:pt x="928621" y="60025"/>
                  <a:pt x="923382" y="54789"/>
                </a:cubicBezTo>
                <a:lnTo>
                  <a:pt x="938530" y="54789"/>
                </a:lnTo>
                <a:moveTo>
                  <a:pt x="908984" y="138937"/>
                </a:moveTo>
                <a:cubicBezTo>
                  <a:pt x="919082" y="138937"/>
                  <a:pt x="923944" y="141930"/>
                  <a:pt x="923944" y="148287"/>
                </a:cubicBezTo>
                <a:cubicBezTo>
                  <a:pt x="923944" y="156890"/>
                  <a:pt x="913661" y="161752"/>
                  <a:pt x="895148" y="161752"/>
                </a:cubicBezTo>
                <a:cubicBezTo>
                  <a:pt x="878690" y="161752"/>
                  <a:pt x="870091" y="157449"/>
                  <a:pt x="870091" y="149223"/>
                </a:cubicBezTo>
                <a:cubicBezTo>
                  <a:pt x="870091" y="145297"/>
                  <a:pt x="871397" y="143240"/>
                  <a:pt x="876633" y="138937"/>
                </a:cubicBezTo>
                <a:lnTo>
                  <a:pt x="908984" y="138937"/>
                </a:lnTo>
                <a:moveTo>
                  <a:pt x="893277" y="46563"/>
                </a:moveTo>
                <a:cubicBezTo>
                  <a:pt x="902065" y="46563"/>
                  <a:pt x="905620" y="53668"/>
                  <a:pt x="905620" y="71059"/>
                </a:cubicBezTo>
                <a:cubicBezTo>
                  <a:pt x="905620" y="88450"/>
                  <a:pt x="902253" y="95181"/>
                  <a:pt x="893277" y="95181"/>
                </a:cubicBezTo>
                <a:cubicBezTo>
                  <a:pt x="884300" y="95181"/>
                  <a:pt x="880936" y="88636"/>
                  <a:pt x="880936" y="71059"/>
                </a:cubicBezTo>
                <a:cubicBezTo>
                  <a:pt x="880936" y="53480"/>
                  <a:pt x="884300" y="46563"/>
                  <a:pt x="893277" y="46563"/>
                </a:cubicBezTo>
                <a:close/>
                <a:moveTo>
                  <a:pt x="1017629" y="105838"/>
                </a:moveTo>
                <a:cubicBezTo>
                  <a:pt x="1009962" y="115003"/>
                  <a:pt x="1004353" y="118367"/>
                  <a:pt x="996312" y="118367"/>
                </a:cubicBezTo>
                <a:cubicBezTo>
                  <a:pt x="989019" y="118367"/>
                  <a:pt x="983595" y="115003"/>
                  <a:pt x="979669" y="108458"/>
                </a:cubicBezTo>
                <a:cubicBezTo>
                  <a:pt x="976305" y="102474"/>
                  <a:pt x="974807" y="96302"/>
                  <a:pt x="974059" y="83400"/>
                </a:cubicBezTo>
                <a:lnTo>
                  <a:pt x="1021182" y="83400"/>
                </a:lnTo>
                <a:cubicBezTo>
                  <a:pt x="1020060" y="67692"/>
                  <a:pt x="1017256" y="58904"/>
                  <a:pt x="1011272" y="51799"/>
                </a:cubicBezTo>
                <a:cubicBezTo>
                  <a:pt x="1005289" y="44506"/>
                  <a:pt x="996498" y="40765"/>
                  <a:pt x="986026" y="40765"/>
                </a:cubicBezTo>
                <a:cubicBezTo>
                  <a:pt x="962840" y="40765"/>
                  <a:pt x="947132" y="59278"/>
                  <a:pt x="947132" y="86578"/>
                </a:cubicBezTo>
                <a:cubicBezTo>
                  <a:pt x="947132" y="113882"/>
                  <a:pt x="962466" y="131832"/>
                  <a:pt x="985652" y="131832"/>
                </a:cubicBezTo>
                <a:cubicBezTo>
                  <a:pt x="1000800" y="131832"/>
                  <a:pt x="1009962" y="126034"/>
                  <a:pt x="1022118" y="108458"/>
                </a:cubicBezTo>
                <a:lnTo>
                  <a:pt x="1017629" y="105838"/>
                </a:lnTo>
                <a:moveTo>
                  <a:pt x="973123" y="76480"/>
                </a:moveTo>
                <a:cubicBezTo>
                  <a:pt x="973685" y="54042"/>
                  <a:pt x="977052" y="46563"/>
                  <a:pt x="986214" y="46563"/>
                </a:cubicBezTo>
                <a:cubicBezTo>
                  <a:pt x="995002" y="46563"/>
                  <a:pt x="997807" y="52921"/>
                  <a:pt x="998181" y="73676"/>
                </a:cubicBezTo>
                <a:lnTo>
                  <a:pt x="998181" y="76480"/>
                </a:lnTo>
                <a:lnTo>
                  <a:pt x="973123" y="76480"/>
                </a:lnTo>
                <a:close/>
                <a:moveTo>
                  <a:pt x="1089062" y="68254"/>
                </a:moveTo>
                <a:lnTo>
                  <a:pt x="1089062" y="41139"/>
                </a:lnTo>
                <a:lnTo>
                  <a:pt x="1084947" y="41139"/>
                </a:lnTo>
                <a:cubicBezTo>
                  <a:pt x="1083826" y="43944"/>
                  <a:pt x="1082705" y="44880"/>
                  <a:pt x="1080274" y="44880"/>
                </a:cubicBezTo>
                <a:cubicBezTo>
                  <a:pt x="1079149" y="44880"/>
                  <a:pt x="1077469" y="44506"/>
                  <a:pt x="1074476" y="43570"/>
                </a:cubicBezTo>
                <a:cubicBezTo>
                  <a:pt x="1068492" y="41513"/>
                  <a:pt x="1064189" y="40765"/>
                  <a:pt x="1059889" y="40765"/>
                </a:cubicBezTo>
                <a:cubicBezTo>
                  <a:pt x="1042872" y="40765"/>
                  <a:pt x="1030532" y="52358"/>
                  <a:pt x="1030532" y="68066"/>
                </a:cubicBezTo>
                <a:cubicBezTo>
                  <a:pt x="1030532" y="80409"/>
                  <a:pt x="1038198" y="89009"/>
                  <a:pt x="1057085" y="97050"/>
                </a:cubicBezTo>
                <a:cubicBezTo>
                  <a:pt x="1069987" y="102660"/>
                  <a:pt x="1075038" y="107336"/>
                  <a:pt x="1075038" y="113320"/>
                </a:cubicBezTo>
                <a:cubicBezTo>
                  <a:pt x="1075038" y="120613"/>
                  <a:pt x="1069425" y="125475"/>
                  <a:pt x="1061011" y="125475"/>
                </a:cubicBezTo>
                <a:cubicBezTo>
                  <a:pt x="1047923" y="125475"/>
                  <a:pt x="1039320" y="117060"/>
                  <a:pt x="1035394" y="100791"/>
                </a:cubicBezTo>
                <a:lnTo>
                  <a:pt x="1030158" y="100791"/>
                </a:lnTo>
                <a:lnTo>
                  <a:pt x="1030158" y="131644"/>
                </a:lnTo>
                <a:lnTo>
                  <a:pt x="1034832" y="131644"/>
                </a:lnTo>
                <a:cubicBezTo>
                  <a:pt x="1036889" y="127532"/>
                  <a:pt x="1038010" y="126408"/>
                  <a:pt x="1039694" y="126408"/>
                </a:cubicBezTo>
                <a:cubicBezTo>
                  <a:pt x="1040629" y="126408"/>
                  <a:pt x="1042125" y="126784"/>
                  <a:pt x="1043996" y="127532"/>
                </a:cubicBezTo>
                <a:cubicBezTo>
                  <a:pt x="1049418" y="129775"/>
                  <a:pt x="1058768" y="131832"/>
                  <a:pt x="1064189" y="131832"/>
                </a:cubicBezTo>
                <a:cubicBezTo>
                  <a:pt x="1081207" y="131832"/>
                  <a:pt x="1092988" y="120239"/>
                  <a:pt x="1092988" y="103410"/>
                </a:cubicBezTo>
                <a:cubicBezTo>
                  <a:pt x="1092988" y="90131"/>
                  <a:pt x="1085883" y="82090"/>
                  <a:pt x="1067182" y="74238"/>
                </a:cubicBezTo>
                <a:cubicBezTo>
                  <a:pt x="1054468" y="68814"/>
                  <a:pt x="1049232" y="64140"/>
                  <a:pt x="1049232" y="57783"/>
                </a:cubicBezTo>
                <a:cubicBezTo>
                  <a:pt x="1049232" y="51611"/>
                  <a:pt x="1054468" y="46937"/>
                  <a:pt x="1061573" y="46937"/>
                </a:cubicBezTo>
                <a:cubicBezTo>
                  <a:pt x="1066620" y="46937"/>
                  <a:pt x="1071482" y="48992"/>
                  <a:pt x="1075597" y="52921"/>
                </a:cubicBezTo>
                <a:cubicBezTo>
                  <a:pt x="1079523" y="56658"/>
                  <a:pt x="1081580" y="60025"/>
                  <a:pt x="1084385" y="68254"/>
                </a:cubicBezTo>
                <a:lnTo>
                  <a:pt x="1089062" y="682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Text (toprovidethegroundtruthfortrainingStage2)">
            <a:extLst xmlns:a="http://schemas.openxmlformats.org/drawingml/2006/main">
              <a:ext uri="{FF2B5EF4-FFF2-40B4-BE49-F238E27FC236}">
                <a16:creationId xmlns:a16="http://schemas.microsoft.com/office/drawing/2014/main" id="{4D2973A4-E63E-4E6F-A5E1-0F68950B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787" y="341450"/>
            <a:ext cx="3633390" cy="168483"/>
          </a:xfrm>
          <a:custGeom xmlns:a="http://schemas.openxmlformats.org/drawingml/2006/main">
            <a:pathLst>
              <a:path w="3633390" h="168483">
                <a:moveTo>
                  <a:pt x="46190" y="1310"/>
                </a:moveTo>
                <a:cubicBezTo>
                  <a:pt x="32351" y="10472"/>
                  <a:pt x="26741" y="15148"/>
                  <a:pt x="19822" y="23748"/>
                </a:cubicBezTo>
                <a:cubicBezTo>
                  <a:pt x="6546" y="40018"/>
                  <a:pt x="0" y="58719"/>
                  <a:pt x="0" y="80595"/>
                </a:cubicBezTo>
                <a:cubicBezTo>
                  <a:pt x="0" y="104531"/>
                  <a:pt x="6919" y="122670"/>
                  <a:pt x="23374" y="141744"/>
                </a:cubicBezTo>
                <a:cubicBezTo>
                  <a:pt x="31041" y="150718"/>
                  <a:pt x="35903" y="154833"/>
                  <a:pt x="45627" y="160816"/>
                </a:cubicBezTo>
                <a:lnTo>
                  <a:pt x="47870" y="157826"/>
                </a:lnTo>
                <a:cubicBezTo>
                  <a:pt x="32913" y="146044"/>
                  <a:pt x="27677" y="139313"/>
                  <a:pt x="22627" y="125475"/>
                </a:cubicBezTo>
                <a:cubicBezTo>
                  <a:pt x="18139" y="112946"/>
                  <a:pt x="16081" y="98922"/>
                  <a:pt x="16081" y="80036"/>
                </a:cubicBezTo>
                <a:cubicBezTo>
                  <a:pt x="16081" y="60399"/>
                  <a:pt x="18512" y="44880"/>
                  <a:pt x="23563" y="33472"/>
                </a:cubicBezTo>
                <a:cubicBezTo>
                  <a:pt x="28799" y="21879"/>
                  <a:pt x="34408" y="15148"/>
                  <a:pt x="47870" y="4303"/>
                </a:cubicBezTo>
                <a:lnTo>
                  <a:pt x="46190" y="1310"/>
                </a:lnTo>
                <a:close/>
                <a:moveTo>
                  <a:pt x="134521" y="43570"/>
                </a:moveTo>
                <a:lnTo>
                  <a:pt x="115635" y="43570"/>
                </a:lnTo>
                <a:lnTo>
                  <a:pt x="115635" y="21879"/>
                </a:lnTo>
                <a:cubicBezTo>
                  <a:pt x="115635" y="20010"/>
                  <a:pt x="115262" y="19448"/>
                  <a:pt x="114326" y="19448"/>
                </a:cubicBezTo>
                <a:cubicBezTo>
                  <a:pt x="103480" y="35156"/>
                  <a:pt x="97871" y="41513"/>
                  <a:pt x="92449" y="44692"/>
                </a:cubicBezTo>
                <a:cubicBezTo>
                  <a:pt x="90392" y="46001"/>
                  <a:pt x="89268" y="47123"/>
                  <a:pt x="89268" y="48247"/>
                </a:cubicBezTo>
                <a:cubicBezTo>
                  <a:pt x="89268" y="48806"/>
                  <a:pt x="89456" y="49180"/>
                  <a:pt x="90018" y="49554"/>
                </a:cubicBezTo>
                <a:lnTo>
                  <a:pt x="99928" y="49554"/>
                </a:lnTo>
                <a:lnTo>
                  <a:pt x="99928" y="105841"/>
                </a:lnTo>
                <a:cubicBezTo>
                  <a:pt x="99928" y="121549"/>
                  <a:pt x="105537" y="129589"/>
                  <a:pt x="116571" y="129589"/>
                </a:cubicBezTo>
                <a:cubicBezTo>
                  <a:pt x="125733" y="129589"/>
                  <a:pt x="132838" y="125101"/>
                  <a:pt x="139010" y="115377"/>
                </a:cubicBezTo>
                <a:lnTo>
                  <a:pt x="136579" y="113320"/>
                </a:lnTo>
                <a:cubicBezTo>
                  <a:pt x="132464" y="118182"/>
                  <a:pt x="129474" y="119865"/>
                  <a:pt x="125359" y="119865"/>
                </a:cubicBezTo>
                <a:cubicBezTo>
                  <a:pt x="118440" y="119865"/>
                  <a:pt x="115635" y="114818"/>
                  <a:pt x="115635" y="103036"/>
                </a:cubicBezTo>
                <a:lnTo>
                  <a:pt x="115635" y="49554"/>
                </a:lnTo>
                <a:lnTo>
                  <a:pt x="134521" y="49554"/>
                </a:lnTo>
                <a:lnTo>
                  <a:pt x="134521" y="43570"/>
                </a:lnTo>
                <a:close/>
                <a:moveTo>
                  <a:pt x="186134" y="41701"/>
                </a:moveTo>
                <a:cubicBezTo>
                  <a:pt x="161635" y="41701"/>
                  <a:pt x="144806" y="59652"/>
                  <a:pt x="144806" y="85457"/>
                </a:cubicBezTo>
                <a:cubicBezTo>
                  <a:pt x="144806" y="110889"/>
                  <a:pt x="162197" y="129589"/>
                  <a:pt x="185757" y="129589"/>
                </a:cubicBezTo>
                <a:cubicBezTo>
                  <a:pt x="209320" y="129589"/>
                  <a:pt x="227270" y="109956"/>
                  <a:pt x="227270" y="83962"/>
                </a:cubicBezTo>
                <a:cubicBezTo>
                  <a:pt x="227270" y="59278"/>
                  <a:pt x="210068" y="41701"/>
                  <a:pt x="186134" y="41701"/>
                </a:cubicBezTo>
                <a:moveTo>
                  <a:pt x="183703" y="46937"/>
                </a:moveTo>
                <a:cubicBezTo>
                  <a:pt x="199410" y="46937"/>
                  <a:pt x="210441" y="64887"/>
                  <a:pt x="210441" y="90507"/>
                </a:cubicBezTo>
                <a:cubicBezTo>
                  <a:pt x="210441" y="111825"/>
                  <a:pt x="202027" y="124353"/>
                  <a:pt x="188003" y="124353"/>
                </a:cubicBezTo>
                <a:cubicBezTo>
                  <a:pt x="180710" y="124353"/>
                  <a:pt x="173790" y="119865"/>
                  <a:pt x="169864" y="112387"/>
                </a:cubicBezTo>
                <a:cubicBezTo>
                  <a:pt x="164628" y="102663"/>
                  <a:pt x="161635" y="89571"/>
                  <a:pt x="161635" y="76295"/>
                </a:cubicBezTo>
                <a:cubicBezTo>
                  <a:pt x="161635" y="58530"/>
                  <a:pt x="170238" y="46937"/>
                  <a:pt x="183703" y="46937"/>
                </a:cubicBezTo>
                <a:close/>
                <a:moveTo>
                  <a:pt x="279069" y="168297"/>
                </a:moveTo>
                <a:lnTo>
                  <a:pt x="324322" y="168297"/>
                </a:lnTo>
                <a:lnTo>
                  <a:pt x="324322" y="164931"/>
                </a:lnTo>
                <a:cubicBezTo>
                  <a:pt x="310298" y="164745"/>
                  <a:pt x="308053" y="162873"/>
                  <a:pt x="307867" y="150906"/>
                </a:cubicBezTo>
                <a:lnTo>
                  <a:pt x="307867" y="121549"/>
                </a:lnTo>
                <a:cubicBezTo>
                  <a:pt x="314598" y="127718"/>
                  <a:pt x="318898" y="129589"/>
                  <a:pt x="326753" y="129589"/>
                </a:cubicBezTo>
                <a:cubicBezTo>
                  <a:pt x="349006" y="129589"/>
                  <a:pt x="366021" y="108646"/>
                  <a:pt x="366021" y="81531"/>
                </a:cubicBezTo>
                <a:cubicBezTo>
                  <a:pt x="366021" y="58345"/>
                  <a:pt x="352933" y="41701"/>
                  <a:pt x="334794" y="41701"/>
                </a:cubicBezTo>
                <a:cubicBezTo>
                  <a:pt x="324322" y="41701"/>
                  <a:pt x="316093" y="46190"/>
                  <a:pt x="307867" y="56473"/>
                </a:cubicBezTo>
                <a:lnTo>
                  <a:pt x="307867" y="42075"/>
                </a:lnTo>
                <a:lnTo>
                  <a:pt x="306746" y="41701"/>
                </a:lnTo>
                <a:cubicBezTo>
                  <a:pt x="296648" y="45627"/>
                  <a:pt x="290102" y="48058"/>
                  <a:pt x="279816" y="51237"/>
                </a:cubicBezTo>
                <a:lnTo>
                  <a:pt x="279816" y="54230"/>
                </a:lnTo>
                <a:cubicBezTo>
                  <a:pt x="281500" y="54042"/>
                  <a:pt x="282621" y="54042"/>
                  <a:pt x="284493" y="54042"/>
                </a:cubicBezTo>
                <a:cubicBezTo>
                  <a:pt x="290850" y="54042"/>
                  <a:pt x="292160" y="55914"/>
                  <a:pt x="292160" y="64702"/>
                </a:cubicBezTo>
                <a:lnTo>
                  <a:pt x="292160" y="152216"/>
                </a:lnTo>
                <a:cubicBezTo>
                  <a:pt x="292160" y="162126"/>
                  <a:pt x="290102" y="163998"/>
                  <a:pt x="279069" y="165119"/>
                </a:cubicBezTo>
                <a:lnTo>
                  <a:pt x="279069" y="168297"/>
                </a:lnTo>
                <a:moveTo>
                  <a:pt x="307867" y="65261"/>
                </a:moveTo>
                <a:cubicBezTo>
                  <a:pt x="307867" y="59652"/>
                  <a:pt x="318339" y="52921"/>
                  <a:pt x="326939" y="52921"/>
                </a:cubicBezTo>
                <a:cubicBezTo>
                  <a:pt x="340777" y="52921"/>
                  <a:pt x="349939" y="67133"/>
                  <a:pt x="349939" y="89012"/>
                </a:cubicBezTo>
                <a:cubicBezTo>
                  <a:pt x="349939" y="109579"/>
                  <a:pt x="340777" y="123606"/>
                  <a:pt x="327315" y="123606"/>
                </a:cubicBezTo>
                <a:cubicBezTo>
                  <a:pt x="318524" y="123606"/>
                  <a:pt x="307867" y="116872"/>
                  <a:pt x="307867" y="111262"/>
                </a:cubicBezTo>
                <a:lnTo>
                  <a:pt x="307867" y="65261"/>
                </a:lnTo>
                <a:close/>
                <a:moveTo>
                  <a:pt x="373127" y="127718"/>
                </a:moveTo>
                <a:lnTo>
                  <a:pt x="418007" y="127718"/>
                </a:lnTo>
                <a:lnTo>
                  <a:pt x="418007" y="124913"/>
                </a:lnTo>
                <a:cubicBezTo>
                  <a:pt x="405478" y="124539"/>
                  <a:pt x="402485" y="121922"/>
                  <a:pt x="402111" y="110889"/>
                </a:cubicBezTo>
                <a:lnTo>
                  <a:pt x="402111" y="68816"/>
                </a:lnTo>
                <a:cubicBezTo>
                  <a:pt x="402111" y="62830"/>
                  <a:pt x="409966" y="53483"/>
                  <a:pt x="415202" y="53483"/>
                </a:cubicBezTo>
                <a:cubicBezTo>
                  <a:pt x="416324" y="53483"/>
                  <a:pt x="418007" y="54416"/>
                  <a:pt x="420064" y="56287"/>
                </a:cubicBezTo>
                <a:cubicBezTo>
                  <a:pt x="422869" y="59092"/>
                  <a:pt x="425112" y="60025"/>
                  <a:pt x="427543" y="60025"/>
                </a:cubicBezTo>
                <a:cubicBezTo>
                  <a:pt x="432031" y="60025"/>
                  <a:pt x="434836" y="56847"/>
                  <a:pt x="434836" y="51611"/>
                </a:cubicBezTo>
                <a:cubicBezTo>
                  <a:pt x="434836" y="45442"/>
                  <a:pt x="430910" y="41701"/>
                  <a:pt x="424553" y="41701"/>
                </a:cubicBezTo>
                <a:cubicBezTo>
                  <a:pt x="416697" y="41701"/>
                  <a:pt x="411462" y="45816"/>
                  <a:pt x="402111" y="59278"/>
                </a:cubicBezTo>
                <a:lnTo>
                  <a:pt x="402111" y="42075"/>
                </a:lnTo>
                <a:lnTo>
                  <a:pt x="401178" y="41701"/>
                </a:lnTo>
                <a:cubicBezTo>
                  <a:pt x="390707" y="45816"/>
                  <a:pt x="383973" y="48432"/>
                  <a:pt x="373501" y="51799"/>
                </a:cubicBezTo>
                <a:lnTo>
                  <a:pt x="373501" y="54789"/>
                </a:lnTo>
                <a:cubicBezTo>
                  <a:pt x="376120" y="54230"/>
                  <a:pt x="377804" y="54042"/>
                  <a:pt x="380047" y="54042"/>
                </a:cubicBezTo>
                <a:cubicBezTo>
                  <a:pt x="384720" y="54042"/>
                  <a:pt x="386404" y="57035"/>
                  <a:pt x="386404" y="65261"/>
                </a:cubicBezTo>
                <a:lnTo>
                  <a:pt x="386404" y="112010"/>
                </a:lnTo>
                <a:cubicBezTo>
                  <a:pt x="386030" y="121734"/>
                  <a:pt x="384909" y="122858"/>
                  <a:pt x="373127" y="124913"/>
                </a:cubicBezTo>
                <a:lnTo>
                  <a:pt x="373127" y="127718"/>
                </a:lnTo>
                <a:close/>
                <a:moveTo>
                  <a:pt x="481212" y="41701"/>
                </a:moveTo>
                <a:cubicBezTo>
                  <a:pt x="456714" y="41701"/>
                  <a:pt x="439885" y="59652"/>
                  <a:pt x="439885" y="85457"/>
                </a:cubicBezTo>
                <a:cubicBezTo>
                  <a:pt x="439885" y="110889"/>
                  <a:pt x="457276" y="129589"/>
                  <a:pt x="480836" y="129589"/>
                </a:cubicBezTo>
                <a:cubicBezTo>
                  <a:pt x="504399" y="129589"/>
                  <a:pt x="522349" y="109956"/>
                  <a:pt x="522349" y="83962"/>
                </a:cubicBezTo>
                <a:cubicBezTo>
                  <a:pt x="522349" y="59278"/>
                  <a:pt x="505146" y="41701"/>
                  <a:pt x="481212" y="41701"/>
                </a:cubicBezTo>
                <a:moveTo>
                  <a:pt x="478781" y="46937"/>
                </a:moveTo>
                <a:cubicBezTo>
                  <a:pt x="494489" y="46937"/>
                  <a:pt x="505520" y="64887"/>
                  <a:pt x="505520" y="90507"/>
                </a:cubicBezTo>
                <a:cubicBezTo>
                  <a:pt x="505520" y="111825"/>
                  <a:pt x="497105" y="124353"/>
                  <a:pt x="483081" y="124353"/>
                </a:cubicBezTo>
                <a:cubicBezTo>
                  <a:pt x="475788" y="124353"/>
                  <a:pt x="468869" y="119865"/>
                  <a:pt x="464943" y="112387"/>
                </a:cubicBezTo>
                <a:cubicBezTo>
                  <a:pt x="459707" y="102663"/>
                  <a:pt x="456714" y="89571"/>
                  <a:pt x="456714" y="76295"/>
                </a:cubicBezTo>
                <a:cubicBezTo>
                  <a:pt x="456714" y="58530"/>
                  <a:pt x="465317" y="46937"/>
                  <a:pt x="478781" y="46937"/>
                </a:cubicBezTo>
                <a:close/>
                <a:moveTo>
                  <a:pt x="617717" y="43570"/>
                </a:moveTo>
                <a:lnTo>
                  <a:pt x="591726" y="43570"/>
                </a:lnTo>
                <a:lnTo>
                  <a:pt x="591726" y="46375"/>
                </a:lnTo>
                <a:cubicBezTo>
                  <a:pt x="597710" y="46937"/>
                  <a:pt x="600514" y="48806"/>
                  <a:pt x="600514" y="52358"/>
                </a:cubicBezTo>
                <a:cubicBezTo>
                  <a:pt x="600514" y="54230"/>
                  <a:pt x="600141" y="56099"/>
                  <a:pt x="599393" y="57971"/>
                </a:cubicBezTo>
                <a:lnTo>
                  <a:pt x="580881" y="106400"/>
                </a:lnTo>
                <a:lnTo>
                  <a:pt x="561806" y="58530"/>
                </a:lnTo>
                <a:cubicBezTo>
                  <a:pt x="560685" y="55914"/>
                  <a:pt x="560123" y="53294"/>
                  <a:pt x="560123" y="51611"/>
                </a:cubicBezTo>
                <a:cubicBezTo>
                  <a:pt x="560123" y="48247"/>
                  <a:pt x="562180" y="46937"/>
                  <a:pt x="568725" y="46375"/>
                </a:cubicBezTo>
                <a:lnTo>
                  <a:pt x="568725" y="43570"/>
                </a:lnTo>
                <a:lnTo>
                  <a:pt x="532075" y="43570"/>
                </a:lnTo>
                <a:lnTo>
                  <a:pt x="532075" y="46375"/>
                </a:lnTo>
                <a:cubicBezTo>
                  <a:pt x="539179" y="46749"/>
                  <a:pt x="540489" y="48621"/>
                  <a:pt x="549089" y="67881"/>
                </a:cubicBezTo>
                <a:lnTo>
                  <a:pt x="571530" y="121549"/>
                </a:lnTo>
                <a:cubicBezTo>
                  <a:pt x="571904" y="122670"/>
                  <a:pt x="572463" y="123980"/>
                  <a:pt x="573025" y="125475"/>
                </a:cubicBezTo>
                <a:cubicBezTo>
                  <a:pt x="573588" y="126970"/>
                  <a:pt x="574147" y="128280"/>
                  <a:pt x="574709" y="129216"/>
                </a:cubicBezTo>
                <a:cubicBezTo>
                  <a:pt x="575083" y="129963"/>
                  <a:pt x="575830" y="130337"/>
                  <a:pt x="576392" y="130337"/>
                </a:cubicBezTo>
                <a:cubicBezTo>
                  <a:pt x="577514" y="130337"/>
                  <a:pt x="578823" y="127906"/>
                  <a:pt x="581628" y="120987"/>
                </a:cubicBezTo>
                <a:lnTo>
                  <a:pt x="605562" y="60961"/>
                </a:lnTo>
                <a:cubicBezTo>
                  <a:pt x="610986" y="48247"/>
                  <a:pt x="612107" y="46937"/>
                  <a:pt x="617717" y="46375"/>
                </a:cubicBezTo>
                <a:lnTo>
                  <a:pt x="617717" y="43570"/>
                </a:lnTo>
                <a:close/>
                <a:moveTo>
                  <a:pt x="625571" y="127718"/>
                </a:moveTo>
                <a:lnTo>
                  <a:pt x="669889" y="127718"/>
                </a:lnTo>
                <a:lnTo>
                  <a:pt x="669889" y="124913"/>
                </a:lnTo>
                <a:cubicBezTo>
                  <a:pt x="657548" y="123980"/>
                  <a:pt x="656239" y="122296"/>
                  <a:pt x="656050" y="108646"/>
                </a:cubicBezTo>
                <a:lnTo>
                  <a:pt x="656050" y="42261"/>
                </a:lnTo>
                <a:lnTo>
                  <a:pt x="655303" y="41701"/>
                </a:lnTo>
                <a:lnTo>
                  <a:pt x="626319" y="51985"/>
                </a:lnTo>
                <a:lnTo>
                  <a:pt x="626319" y="54789"/>
                </a:lnTo>
                <a:lnTo>
                  <a:pt x="627817" y="54604"/>
                </a:lnTo>
                <a:cubicBezTo>
                  <a:pt x="630060" y="54230"/>
                  <a:pt x="632302" y="54042"/>
                  <a:pt x="634174" y="54042"/>
                </a:cubicBezTo>
                <a:cubicBezTo>
                  <a:pt x="638662" y="54042"/>
                  <a:pt x="640343" y="57035"/>
                  <a:pt x="640343" y="65261"/>
                </a:cubicBezTo>
                <a:lnTo>
                  <a:pt x="640343" y="108646"/>
                </a:lnTo>
                <a:cubicBezTo>
                  <a:pt x="639969" y="122482"/>
                  <a:pt x="638288" y="124353"/>
                  <a:pt x="625571" y="124913"/>
                </a:cubicBezTo>
                <a:lnTo>
                  <a:pt x="625571" y="127718"/>
                </a:lnTo>
                <a:moveTo>
                  <a:pt x="646515" y="0"/>
                </a:moveTo>
                <a:cubicBezTo>
                  <a:pt x="641467" y="0"/>
                  <a:pt x="637164" y="4303"/>
                  <a:pt x="637164" y="9539"/>
                </a:cubicBezTo>
                <a:cubicBezTo>
                  <a:pt x="637164" y="14960"/>
                  <a:pt x="641279" y="19074"/>
                  <a:pt x="646515" y="19074"/>
                </a:cubicBezTo>
                <a:cubicBezTo>
                  <a:pt x="652124" y="19074"/>
                  <a:pt x="656239" y="14960"/>
                  <a:pt x="656239" y="9539"/>
                </a:cubicBezTo>
                <a:cubicBezTo>
                  <a:pt x="656239" y="4114"/>
                  <a:pt x="651939" y="0"/>
                  <a:pt x="646515" y="0"/>
                </a:cubicBezTo>
                <a:close/>
                <a:moveTo>
                  <a:pt x="766941" y="116872"/>
                </a:moveTo>
                <a:cubicBezTo>
                  <a:pt x="764510" y="117060"/>
                  <a:pt x="763389" y="117060"/>
                  <a:pt x="762638" y="117060"/>
                </a:cubicBezTo>
                <a:cubicBezTo>
                  <a:pt x="756095" y="117060"/>
                  <a:pt x="754412" y="115003"/>
                  <a:pt x="754412" y="106400"/>
                </a:cubicBezTo>
                <a:lnTo>
                  <a:pt x="754412" y="374"/>
                </a:lnTo>
                <a:lnTo>
                  <a:pt x="753476" y="0"/>
                </a:lnTo>
                <a:cubicBezTo>
                  <a:pt x="744688" y="2993"/>
                  <a:pt x="738331" y="5050"/>
                  <a:pt x="725987" y="8229"/>
                </a:cubicBezTo>
                <a:lnTo>
                  <a:pt x="725987" y="11219"/>
                </a:lnTo>
                <a:cubicBezTo>
                  <a:pt x="727485" y="11034"/>
                  <a:pt x="728418" y="11034"/>
                  <a:pt x="730102" y="11034"/>
                </a:cubicBezTo>
                <a:cubicBezTo>
                  <a:pt x="737021" y="11034"/>
                  <a:pt x="738704" y="12903"/>
                  <a:pt x="738704" y="20570"/>
                </a:cubicBezTo>
                <a:lnTo>
                  <a:pt x="738704" y="49742"/>
                </a:lnTo>
                <a:cubicBezTo>
                  <a:pt x="731597" y="43759"/>
                  <a:pt x="726549" y="41701"/>
                  <a:pt x="719068" y="41701"/>
                </a:cubicBezTo>
                <a:cubicBezTo>
                  <a:pt x="697565" y="41701"/>
                  <a:pt x="680174" y="62830"/>
                  <a:pt x="680174" y="89386"/>
                </a:cubicBezTo>
                <a:cubicBezTo>
                  <a:pt x="680174" y="113320"/>
                  <a:pt x="694013" y="129589"/>
                  <a:pt x="714768" y="129589"/>
                </a:cubicBezTo>
                <a:cubicBezTo>
                  <a:pt x="725240" y="129589"/>
                  <a:pt x="732347" y="125849"/>
                  <a:pt x="738704" y="117060"/>
                </a:cubicBezTo>
                <a:lnTo>
                  <a:pt x="738704" y="129027"/>
                </a:lnTo>
                <a:lnTo>
                  <a:pt x="739452" y="129589"/>
                </a:lnTo>
                <a:lnTo>
                  <a:pt x="766941" y="119865"/>
                </a:lnTo>
                <a:lnTo>
                  <a:pt x="766941" y="116872"/>
                </a:lnTo>
                <a:moveTo>
                  <a:pt x="738704" y="108646"/>
                </a:moveTo>
                <a:cubicBezTo>
                  <a:pt x="738704" y="109956"/>
                  <a:pt x="737395" y="112198"/>
                  <a:pt x="735526" y="114256"/>
                </a:cubicBezTo>
                <a:cubicBezTo>
                  <a:pt x="732347" y="117996"/>
                  <a:pt x="727485" y="119865"/>
                  <a:pt x="722061" y="119865"/>
                </a:cubicBezTo>
                <a:cubicBezTo>
                  <a:pt x="706354" y="119865"/>
                  <a:pt x="696256" y="104905"/>
                  <a:pt x="696256" y="81719"/>
                </a:cubicBezTo>
                <a:cubicBezTo>
                  <a:pt x="696256" y="60776"/>
                  <a:pt x="705418" y="46937"/>
                  <a:pt x="719630" y="46937"/>
                </a:cubicBezTo>
                <a:cubicBezTo>
                  <a:pt x="729728" y="46937"/>
                  <a:pt x="738704" y="55725"/>
                  <a:pt x="738704" y="65638"/>
                </a:cubicBezTo>
                <a:lnTo>
                  <a:pt x="738704" y="108646"/>
                </a:lnTo>
                <a:close/>
                <a:moveTo>
                  <a:pt x="843981" y="97053"/>
                </a:moveTo>
                <a:cubicBezTo>
                  <a:pt x="835008" y="111262"/>
                  <a:pt x="826964" y="116687"/>
                  <a:pt x="814997" y="116687"/>
                </a:cubicBezTo>
                <a:cubicBezTo>
                  <a:pt x="804340" y="116687"/>
                  <a:pt x="796300" y="111262"/>
                  <a:pt x="790875" y="100605"/>
                </a:cubicBezTo>
                <a:cubicBezTo>
                  <a:pt x="787509" y="93498"/>
                  <a:pt x="786202" y="87514"/>
                  <a:pt x="785828" y="75921"/>
                </a:cubicBezTo>
                <a:lnTo>
                  <a:pt x="843422" y="75921"/>
                </a:lnTo>
                <a:cubicBezTo>
                  <a:pt x="841924" y="63766"/>
                  <a:pt x="840055" y="58345"/>
                  <a:pt x="835382" y="52358"/>
                </a:cubicBezTo>
                <a:cubicBezTo>
                  <a:pt x="829769" y="45627"/>
                  <a:pt x="821169" y="41701"/>
                  <a:pt x="811445" y="41701"/>
                </a:cubicBezTo>
                <a:cubicBezTo>
                  <a:pt x="802095" y="41701"/>
                  <a:pt x="793306" y="45068"/>
                  <a:pt x="786202" y="51425"/>
                </a:cubicBezTo>
                <a:cubicBezTo>
                  <a:pt x="777411" y="59092"/>
                  <a:pt x="772363" y="72369"/>
                  <a:pt x="772363" y="87703"/>
                </a:cubicBezTo>
                <a:cubicBezTo>
                  <a:pt x="772363" y="113508"/>
                  <a:pt x="785828" y="129589"/>
                  <a:pt x="807331" y="129589"/>
                </a:cubicBezTo>
                <a:cubicBezTo>
                  <a:pt x="825095" y="129589"/>
                  <a:pt x="839119" y="118556"/>
                  <a:pt x="846975" y="98360"/>
                </a:cubicBezTo>
                <a:lnTo>
                  <a:pt x="843981" y="97053"/>
                </a:lnTo>
                <a:moveTo>
                  <a:pt x="786202" y="69938"/>
                </a:moveTo>
                <a:cubicBezTo>
                  <a:pt x="788256" y="55352"/>
                  <a:pt x="794616" y="48432"/>
                  <a:pt x="806021" y="48432"/>
                </a:cubicBezTo>
                <a:cubicBezTo>
                  <a:pt x="817428" y="48432"/>
                  <a:pt x="821917" y="53668"/>
                  <a:pt x="824348" y="69938"/>
                </a:cubicBezTo>
                <a:lnTo>
                  <a:pt x="786202" y="69938"/>
                </a:lnTo>
                <a:close/>
                <a:moveTo>
                  <a:pt x="939910" y="43570"/>
                </a:moveTo>
                <a:lnTo>
                  <a:pt x="921024" y="43570"/>
                </a:lnTo>
                <a:lnTo>
                  <a:pt x="921024" y="21879"/>
                </a:lnTo>
                <a:cubicBezTo>
                  <a:pt x="921024" y="20010"/>
                  <a:pt x="920650" y="19448"/>
                  <a:pt x="919714" y="19448"/>
                </a:cubicBezTo>
                <a:cubicBezTo>
                  <a:pt x="908869" y="35156"/>
                  <a:pt x="903259" y="41513"/>
                  <a:pt x="897838" y="44692"/>
                </a:cubicBezTo>
                <a:cubicBezTo>
                  <a:pt x="895780" y="46001"/>
                  <a:pt x="894656" y="47123"/>
                  <a:pt x="894656" y="48247"/>
                </a:cubicBezTo>
                <a:cubicBezTo>
                  <a:pt x="894656" y="48806"/>
                  <a:pt x="894845" y="49180"/>
                  <a:pt x="895407" y="49554"/>
                </a:cubicBezTo>
                <a:lnTo>
                  <a:pt x="905316" y="49554"/>
                </a:lnTo>
                <a:lnTo>
                  <a:pt x="905316" y="105841"/>
                </a:lnTo>
                <a:cubicBezTo>
                  <a:pt x="905316" y="121549"/>
                  <a:pt x="910926" y="129589"/>
                  <a:pt x="921960" y="129589"/>
                </a:cubicBezTo>
                <a:cubicBezTo>
                  <a:pt x="931122" y="129589"/>
                  <a:pt x="938226" y="125101"/>
                  <a:pt x="944398" y="115377"/>
                </a:cubicBezTo>
                <a:lnTo>
                  <a:pt x="941967" y="113320"/>
                </a:lnTo>
                <a:cubicBezTo>
                  <a:pt x="937853" y="118182"/>
                  <a:pt x="934862" y="119865"/>
                  <a:pt x="930748" y="119865"/>
                </a:cubicBezTo>
                <a:cubicBezTo>
                  <a:pt x="923829" y="119865"/>
                  <a:pt x="921024" y="114818"/>
                  <a:pt x="921024" y="103036"/>
                </a:cubicBezTo>
                <a:lnTo>
                  <a:pt x="921024" y="49554"/>
                </a:lnTo>
                <a:lnTo>
                  <a:pt x="939910" y="49554"/>
                </a:lnTo>
                <a:lnTo>
                  <a:pt x="939910" y="43570"/>
                </a:lnTo>
                <a:close/>
                <a:moveTo>
                  <a:pt x="1035841" y="124913"/>
                </a:moveTo>
                <a:cubicBezTo>
                  <a:pt x="1025743" y="123232"/>
                  <a:pt x="1024807" y="121922"/>
                  <a:pt x="1024619" y="108646"/>
                </a:cubicBezTo>
                <a:lnTo>
                  <a:pt x="1024619" y="71433"/>
                </a:lnTo>
                <a:cubicBezTo>
                  <a:pt x="1024619" y="51799"/>
                  <a:pt x="1016952" y="41701"/>
                  <a:pt x="1001618" y="41701"/>
                </a:cubicBezTo>
                <a:cubicBezTo>
                  <a:pt x="990587" y="41701"/>
                  <a:pt x="982732" y="46190"/>
                  <a:pt x="974132" y="57409"/>
                </a:cubicBezTo>
                <a:lnTo>
                  <a:pt x="974132" y="562"/>
                </a:lnTo>
                <a:lnTo>
                  <a:pt x="973196" y="0"/>
                </a:lnTo>
                <a:cubicBezTo>
                  <a:pt x="966650" y="2246"/>
                  <a:pt x="961977" y="3741"/>
                  <a:pt x="951691" y="6734"/>
                </a:cubicBezTo>
                <a:lnTo>
                  <a:pt x="946643" y="8229"/>
                </a:lnTo>
                <a:lnTo>
                  <a:pt x="946643" y="11219"/>
                </a:lnTo>
                <a:cubicBezTo>
                  <a:pt x="947391" y="11034"/>
                  <a:pt x="947764" y="11034"/>
                  <a:pt x="948886" y="11034"/>
                </a:cubicBezTo>
                <a:cubicBezTo>
                  <a:pt x="956926" y="11034"/>
                  <a:pt x="958424" y="12529"/>
                  <a:pt x="958424" y="20570"/>
                </a:cubicBezTo>
                <a:lnTo>
                  <a:pt x="958424" y="108646"/>
                </a:lnTo>
                <a:cubicBezTo>
                  <a:pt x="958051" y="122108"/>
                  <a:pt x="957115" y="123606"/>
                  <a:pt x="946455" y="124913"/>
                </a:cubicBezTo>
                <a:lnTo>
                  <a:pt x="946455" y="127718"/>
                </a:lnTo>
                <a:lnTo>
                  <a:pt x="986846" y="127718"/>
                </a:lnTo>
                <a:lnTo>
                  <a:pt x="986846" y="124913"/>
                </a:lnTo>
                <a:cubicBezTo>
                  <a:pt x="976001" y="123980"/>
                  <a:pt x="974506" y="121922"/>
                  <a:pt x="974132" y="108646"/>
                </a:cubicBezTo>
                <a:lnTo>
                  <a:pt x="974132" y="63581"/>
                </a:lnTo>
                <a:cubicBezTo>
                  <a:pt x="981984" y="54978"/>
                  <a:pt x="987594" y="51799"/>
                  <a:pt x="995075" y="51799"/>
                </a:cubicBezTo>
                <a:cubicBezTo>
                  <a:pt x="1004237" y="51799"/>
                  <a:pt x="1008911" y="58530"/>
                  <a:pt x="1008911" y="71621"/>
                </a:cubicBezTo>
                <a:lnTo>
                  <a:pt x="1008911" y="108646"/>
                </a:lnTo>
                <a:cubicBezTo>
                  <a:pt x="1008537" y="121922"/>
                  <a:pt x="1006854" y="123980"/>
                  <a:pt x="996197" y="124913"/>
                </a:cubicBezTo>
                <a:lnTo>
                  <a:pt x="996197" y="127718"/>
                </a:lnTo>
                <a:lnTo>
                  <a:pt x="1035841" y="127718"/>
                </a:lnTo>
                <a:lnTo>
                  <a:pt x="1035841" y="124913"/>
                </a:lnTo>
                <a:close/>
                <a:moveTo>
                  <a:pt x="1115125" y="97053"/>
                </a:moveTo>
                <a:cubicBezTo>
                  <a:pt x="1106151" y="111262"/>
                  <a:pt x="1098108" y="116687"/>
                  <a:pt x="1086141" y="116687"/>
                </a:cubicBezTo>
                <a:cubicBezTo>
                  <a:pt x="1075484" y="116687"/>
                  <a:pt x="1067443" y="111262"/>
                  <a:pt x="1062019" y="100605"/>
                </a:cubicBezTo>
                <a:cubicBezTo>
                  <a:pt x="1058652" y="93498"/>
                  <a:pt x="1057345" y="87514"/>
                  <a:pt x="1056971" y="75921"/>
                </a:cubicBezTo>
                <a:lnTo>
                  <a:pt x="1114566" y="75921"/>
                </a:lnTo>
                <a:cubicBezTo>
                  <a:pt x="1113068" y="63766"/>
                  <a:pt x="1111199" y="58345"/>
                  <a:pt x="1106525" y="52358"/>
                </a:cubicBezTo>
                <a:cubicBezTo>
                  <a:pt x="1100912" y="45627"/>
                  <a:pt x="1092312" y="41701"/>
                  <a:pt x="1082588" y="41701"/>
                </a:cubicBezTo>
                <a:cubicBezTo>
                  <a:pt x="1073238" y="41701"/>
                  <a:pt x="1064450" y="45068"/>
                  <a:pt x="1057345" y="51425"/>
                </a:cubicBezTo>
                <a:cubicBezTo>
                  <a:pt x="1048554" y="59092"/>
                  <a:pt x="1043506" y="72369"/>
                  <a:pt x="1043506" y="87703"/>
                </a:cubicBezTo>
                <a:cubicBezTo>
                  <a:pt x="1043506" y="113508"/>
                  <a:pt x="1056971" y="129589"/>
                  <a:pt x="1078474" y="129589"/>
                </a:cubicBezTo>
                <a:cubicBezTo>
                  <a:pt x="1096239" y="129589"/>
                  <a:pt x="1110263" y="118556"/>
                  <a:pt x="1118118" y="98360"/>
                </a:cubicBezTo>
                <a:lnTo>
                  <a:pt x="1115125" y="97053"/>
                </a:lnTo>
                <a:moveTo>
                  <a:pt x="1057345" y="69938"/>
                </a:moveTo>
                <a:cubicBezTo>
                  <a:pt x="1059399" y="55352"/>
                  <a:pt x="1065759" y="48432"/>
                  <a:pt x="1077164" y="48432"/>
                </a:cubicBezTo>
                <a:cubicBezTo>
                  <a:pt x="1088572" y="48432"/>
                  <a:pt x="1093060" y="53668"/>
                  <a:pt x="1095491" y="69938"/>
                </a:cubicBezTo>
                <a:lnTo>
                  <a:pt x="1057345" y="69938"/>
                </a:lnTo>
                <a:close/>
                <a:moveTo>
                  <a:pt x="1252940" y="55163"/>
                </a:moveTo>
                <a:lnTo>
                  <a:pt x="1252940" y="47873"/>
                </a:lnTo>
                <a:lnTo>
                  <a:pt x="1238542" y="47873"/>
                </a:lnTo>
                <a:cubicBezTo>
                  <a:pt x="1234616" y="47873"/>
                  <a:pt x="1231996" y="47311"/>
                  <a:pt x="1228258" y="46001"/>
                </a:cubicBezTo>
                <a:lnTo>
                  <a:pt x="1224144" y="44506"/>
                </a:lnTo>
                <a:cubicBezTo>
                  <a:pt x="1219282" y="42637"/>
                  <a:pt x="1214046" y="41701"/>
                  <a:pt x="1209184" y="41701"/>
                </a:cubicBezTo>
                <a:cubicBezTo>
                  <a:pt x="1191793" y="41701"/>
                  <a:pt x="1177954" y="54978"/>
                  <a:pt x="1177954" y="72180"/>
                </a:cubicBezTo>
                <a:cubicBezTo>
                  <a:pt x="1177954" y="83962"/>
                  <a:pt x="1182816" y="91067"/>
                  <a:pt x="1195345" y="97238"/>
                </a:cubicBezTo>
                <a:lnTo>
                  <a:pt x="1190483" y="101727"/>
                </a:lnTo>
                <a:cubicBezTo>
                  <a:pt x="1186557" y="105467"/>
                  <a:pt x="1184314" y="107525"/>
                  <a:pt x="1183752" y="108272"/>
                </a:cubicBezTo>
                <a:cubicBezTo>
                  <a:pt x="1179826" y="112387"/>
                  <a:pt x="1178705" y="114441"/>
                  <a:pt x="1178705" y="117622"/>
                </a:cubicBezTo>
                <a:cubicBezTo>
                  <a:pt x="1178705" y="121734"/>
                  <a:pt x="1180762" y="123791"/>
                  <a:pt x="1188614" y="127532"/>
                </a:cubicBezTo>
                <a:cubicBezTo>
                  <a:pt x="1175150" y="137256"/>
                  <a:pt x="1170290" y="143428"/>
                  <a:pt x="1170290" y="150344"/>
                </a:cubicBezTo>
                <a:cubicBezTo>
                  <a:pt x="1170290" y="160257"/>
                  <a:pt x="1184688" y="168483"/>
                  <a:pt x="1202638" y="168483"/>
                </a:cubicBezTo>
                <a:cubicBezTo>
                  <a:pt x="1216662" y="168483"/>
                  <a:pt x="1231249" y="163621"/>
                  <a:pt x="1240973" y="155769"/>
                </a:cubicBezTo>
                <a:cubicBezTo>
                  <a:pt x="1248080" y="149971"/>
                  <a:pt x="1251259" y="143987"/>
                  <a:pt x="1251259" y="136882"/>
                </a:cubicBezTo>
                <a:cubicBezTo>
                  <a:pt x="1251259" y="125289"/>
                  <a:pt x="1242468" y="117622"/>
                  <a:pt x="1228632" y="116872"/>
                </a:cubicBezTo>
                <a:lnTo>
                  <a:pt x="1204510" y="115751"/>
                </a:lnTo>
                <a:cubicBezTo>
                  <a:pt x="1194412" y="115377"/>
                  <a:pt x="1189924" y="113693"/>
                  <a:pt x="1189924" y="110703"/>
                </a:cubicBezTo>
                <a:cubicBezTo>
                  <a:pt x="1189924" y="106962"/>
                  <a:pt x="1196093" y="100417"/>
                  <a:pt x="1201143" y="98922"/>
                </a:cubicBezTo>
                <a:cubicBezTo>
                  <a:pt x="1207874" y="99484"/>
                  <a:pt x="1211427" y="99858"/>
                  <a:pt x="1211803" y="99858"/>
                </a:cubicBezTo>
                <a:cubicBezTo>
                  <a:pt x="1218720" y="99858"/>
                  <a:pt x="1226201" y="97053"/>
                  <a:pt x="1231996" y="92002"/>
                </a:cubicBezTo>
                <a:cubicBezTo>
                  <a:pt x="1238168" y="86767"/>
                  <a:pt x="1240973" y="80221"/>
                  <a:pt x="1240973" y="70874"/>
                </a:cubicBezTo>
                <a:cubicBezTo>
                  <a:pt x="1240973" y="65449"/>
                  <a:pt x="1240037" y="61150"/>
                  <a:pt x="1237420" y="55163"/>
                </a:cubicBezTo>
                <a:lnTo>
                  <a:pt x="1252940" y="55163"/>
                </a:lnTo>
                <a:moveTo>
                  <a:pt x="1192541" y="128094"/>
                </a:moveTo>
                <a:cubicBezTo>
                  <a:pt x="1198901" y="129401"/>
                  <a:pt x="1213484" y="130525"/>
                  <a:pt x="1223023" y="130525"/>
                </a:cubicBezTo>
                <a:cubicBezTo>
                  <a:pt x="1239851" y="130525"/>
                  <a:pt x="1246023" y="132956"/>
                  <a:pt x="1246023" y="139687"/>
                </a:cubicBezTo>
                <a:cubicBezTo>
                  <a:pt x="1246023" y="150533"/>
                  <a:pt x="1231811" y="157826"/>
                  <a:pt x="1210679" y="157826"/>
                </a:cubicBezTo>
                <a:cubicBezTo>
                  <a:pt x="1194039" y="157826"/>
                  <a:pt x="1183378" y="152402"/>
                  <a:pt x="1183378" y="144175"/>
                </a:cubicBezTo>
                <a:cubicBezTo>
                  <a:pt x="1183378" y="139873"/>
                  <a:pt x="1185062" y="137068"/>
                  <a:pt x="1192541" y="128094"/>
                </a:cubicBezTo>
                <a:moveTo>
                  <a:pt x="1193476" y="64514"/>
                </a:moveTo>
                <a:cubicBezTo>
                  <a:pt x="1193476" y="53483"/>
                  <a:pt x="1198712" y="46937"/>
                  <a:pt x="1207315" y="46937"/>
                </a:cubicBezTo>
                <a:cubicBezTo>
                  <a:pt x="1213110" y="46937"/>
                  <a:pt x="1217972" y="50116"/>
                  <a:pt x="1220965" y="55725"/>
                </a:cubicBezTo>
                <a:cubicBezTo>
                  <a:pt x="1224518" y="62271"/>
                  <a:pt x="1226575" y="70685"/>
                  <a:pt x="1226575" y="78164"/>
                </a:cubicBezTo>
                <a:cubicBezTo>
                  <a:pt x="1226575" y="88636"/>
                  <a:pt x="1221339" y="95181"/>
                  <a:pt x="1212736" y="95181"/>
                </a:cubicBezTo>
                <a:cubicBezTo>
                  <a:pt x="1201143" y="95181"/>
                  <a:pt x="1193476" y="83026"/>
                  <a:pt x="1193476" y="65076"/>
                </a:cubicBezTo>
                <a:lnTo>
                  <a:pt x="1193476" y="64514"/>
                </a:lnTo>
                <a:close/>
                <a:moveTo>
                  <a:pt x="1260046" y="127718"/>
                </a:moveTo>
                <a:lnTo>
                  <a:pt x="1304926" y="127718"/>
                </a:lnTo>
                <a:lnTo>
                  <a:pt x="1304926" y="124913"/>
                </a:lnTo>
                <a:cubicBezTo>
                  <a:pt x="1292397" y="124539"/>
                  <a:pt x="1289404" y="121922"/>
                  <a:pt x="1289030" y="110889"/>
                </a:cubicBezTo>
                <a:lnTo>
                  <a:pt x="1289030" y="68816"/>
                </a:lnTo>
                <a:cubicBezTo>
                  <a:pt x="1289030" y="62830"/>
                  <a:pt x="1296885" y="53483"/>
                  <a:pt x="1302121" y="53483"/>
                </a:cubicBezTo>
                <a:cubicBezTo>
                  <a:pt x="1303243" y="53483"/>
                  <a:pt x="1304926" y="54416"/>
                  <a:pt x="1306983" y="56287"/>
                </a:cubicBezTo>
                <a:cubicBezTo>
                  <a:pt x="1309788" y="59092"/>
                  <a:pt x="1312031" y="60025"/>
                  <a:pt x="1314462" y="60025"/>
                </a:cubicBezTo>
                <a:cubicBezTo>
                  <a:pt x="1318950" y="60025"/>
                  <a:pt x="1321755" y="56847"/>
                  <a:pt x="1321755" y="51611"/>
                </a:cubicBezTo>
                <a:cubicBezTo>
                  <a:pt x="1321755" y="45442"/>
                  <a:pt x="1317829" y="41701"/>
                  <a:pt x="1311472" y="41701"/>
                </a:cubicBezTo>
                <a:cubicBezTo>
                  <a:pt x="1303616" y="41701"/>
                  <a:pt x="1298380" y="45816"/>
                  <a:pt x="1289030" y="59278"/>
                </a:cubicBezTo>
                <a:lnTo>
                  <a:pt x="1289030" y="42075"/>
                </a:lnTo>
                <a:lnTo>
                  <a:pt x="1288097" y="41701"/>
                </a:lnTo>
                <a:cubicBezTo>
                  <a:pt x="1277625" y="45816"/>
                  <a:pt x="1270892" y="48432"/>
                  <a:pt x="1260420" y="51799"/>
                </a:cubicBezTo>
                <a:lnTo>
                  <a:pt x="1260420" y="54789"/>
                </a:lnTo>
                <a:cubicBezTo>
                  <a:pt x="1263039" y="54230"/>
                  <a:pt x="1264723" y="54042"/>
                  <a:pt x="1266965" y="54042"/>
                </a:cubicBezTo>
                <a:cubicBezTo>
                  <a:pt x="1271639" y="54042"/>
                  <a:pt x="1273323" y="57035"/>
                  <a:pt x="1273323" y="65261"/>
                </a:cubicBezTo>
                <a:lnTo>
                  <a:pt x="1273323" y="112010"/>
                </a:lnTo>
                <a:cubicBezTo>
                  <a:pt x="1272949" y="121734"/>
                  <a:pt x="1271827" y="122858"/>
                  <a:pt x="1260046" y="124913"/>
                </a:cubicBezTo>
                <a:lnTo>
                  <a:pt x="1260046" y="127718"/>
                </a:lnTo>
                <a:close/>
                <a:moveTo>
                  <a:pt x="1368131" y="41701"/>
                </a:moveTo>
                <a:cubicBezTo>
                  <a:pt x="1343633" y="41701"/>
                  <a:pt x="1326804" y="59652"/>
                  <a:pt x="1326804" y="85457"/>
                </a:cubicBezTo>
                <a:cubicBezTo>
                  <a:pt x="1326804" y="110889"/>
                  <a:pt x="1344195" y="129589"/>
                  <a:pt x="1367755" y="129589"/>
                </a:cubicBezTo>
                <a:cubicBezTo>
                  <a:pt x="1391317" y="129589"/>
                  <a:pt x="1409268" y="109956"/>
                  <a:pt x="1409268" y="83962"/>
                </a:cubicBezTo>
                <a:cubicBezTo>
                  <a:pt x="1409268" y="59278"/>
                  <a:pt x="1392065" y="41701"/>
                  <a:pt x="1368131" y="41701"/>
                </a:cubicBezTo>
                <a:moveTo>
                  <a:pt x="1365700" y="46937"/>
                </a:moveTo>
                <a:cubicBezTo>
                  <a:pt x="1381408" y="46937"/>
                  <a:pt x="1392439" y="64887"/>
                  <a:pt x="1392439" y="90507"/>
                </a:cubicBezTo>
                <a:cubicBezTo>
                  <a:pt x="1392439" y="111825"/>
                  <a:pt x="1384024" y="124353"/>
                  <a:pt x="1370000" y="124353"/>
                </a:cubicBezTo>
                <a:cubicBezTo>
                  <a:pt x="1362707" y="124353"/>
                  <a:pt x="1355788" y="119865"/>
                  <a:pt x="1351862" y="112387"/>
                </a:cubicBezTo>
                <a:cubicBezTo>
                  <a:pt x="1346626" y="102663"/>
                  <a:pt x="1343633" y="89571"/>
                  <a:pt x="1343633" y="76295"/>
                </a:cubicBezTo>
                <a:cubicBezTo>
                  <a:pt x="1343633" y="58530"/>
                  <a:pt x="1352236" y="46937"/>
                  <a:pt x="1365700" y="46937"/>
                </a:cubicBezTo>
                <a:close/>
                <a:moveTo>
                  <a:pt x="1505010" y="118370"/>
                </a:moveTo>
                <a:lnTo>
                  <a:pt x="1504077" y="118370"/>
                </a:lnTo>
                <a:cubicBezTo>
                  <a:pt x="1494912" y="117996"/>
                  <a:pt x="1493605" y="116498"/>
                  <a:pt x="1493417" y="107710"/>
                </a:cubicBezTo>
                <a:lnTo>
                  <a:pt x="1493417" y="43570"/>
                </a:lnTo>
                <a:lnTo>
                  <a:pt x="1463871" y="43570"/>
                </a:lnTo>
                <a:lnTo>
                  <a:pt x="1463871" y="46749"/>
                </a:lnTo>
                <a:cubicBezTo>
                  <a:pt x="1475467" y="47311"/>
                  <a:pt x="1477709" y="49180"/>
                  <a:pt x="1477709" y="58530"/>
                </a:cubicBezTo>
                <a:lnTo>
                  <a:pt x="1477709" y="102474"/>
                </a:lnTo>
                <a:cubicBezTo>
                  <a:pt x="1477709" y="107710"/>
                  <a:pt x="1476774" y="110329"/>
                  <a:pt x="1474157" y="112387"/>
                </a:cubicBezTo>
                <a:cubicBezTo>
                  <a:pt x="1469107" y="116498"/>
                  <a:pt x="1463312" y="118744"/>
                  <a:pt x="1457702" y="118744"/>
                </a:cubicBezTo>
                <a:cubicBezTo>
                  <a:pt x="1450409" y="118744"/>
                  <a:pt x="1444425" y="112387"/>
                  <a:pt x="1444425" y="104531"/>
                </a:cubicBezTo>
                <a:lnTo>
                  <a:pt x="1444425" y="43570"/>
                </a:lnTo>
                <a:lnTo>
                  <a:pt x="1417122" y="43570"/>
                </a:lnTo>
                <a:lnTo>
                  <a:pt x="1417122" y="46190"/>
                </a:lnTo>
                <a:cubicBezTo>
                  <a:pt x="1425913" y="46563"/>
                  <a:pt x="1428530" y="49180"/>
                  <a:pt x="1428718" y="58156"/>
                </a:cubicBezTo>
                <a:lnTo>
                  <a:pt x="1428718" y="105279"/>
                </a:lnTo>
                <a:cubicBezTo>
                  <a:pt x="1428718" y="120054"/>
                  <a:pt x="1437692" y="129589"/>
                  <a:pt x="1451342" y="129589"/>
                </a:cubicBezTo>
                <a:cubicBezTo>
                  <a:pt x="1458261" y="129589"/>
                  <a:pt x="1465554" y="126596"/>
                  <a:pt x="1470605" y="121549"/>
                </a:cubicBezTo>
                <a:lnTo>
                  <a:pt x="1478645" y="113508"/>
                </a:lnTo>
                <a:lnTo>
                  <a:pt x="1478645" y="129027"/>
                </a:lnTo>
                <a:lnTo>
                  <a:pt x="1479393" y="129401"/>
                </a:lnTo>
                <a:cubicBezTo>
                  <a:pt x="1488743" y="125663"/>
                  <a:pt x="1495474" y="123606"/>
                  <a:pt x="1505010" y="120987"/>
                </a:cubicBezTo>
                <a:lnTo>
                  <a:pt x="1505010" y="118370"/>
                </a:lnTo>
                <a:close/>
                <a:moveTo>
                  <a:pt x="1512864" y="127718"/>
                </a:moveTo>
                <a:lnTo>
                  <a:pt x="1552508" y="127718"/>
                </a:lnTo>
                <a:lnTo>
                  <a:pt x="1552508" y="124913"/>
                </a:lnTo>
                <a:cubicBezTo>
                  <a:pt x="1543158" y="124353"/>
                  <a:pt x="1540165" y="121922"/>
                  <a:pt x="1540165" y="115191"/>
                </a:cubicBezTo>
                <a:lnTo>
                  <a:pt x="1540165" y="62645"/>
                </a:lnTo>
                <a:cubicBezTo>
                  <a:pt x="1549141" y="54230"/>
                  <a:pt x="1553256" y="51985"/>
                  <a:pt x="1559428" y="51985"/>
                </a:cubicBezTo>
                <a:cubicBezTo>
                  <a:pt x="1568590" y="51985"/>
                  <a:pt x="1573078" y="57783"/>
                  <a:pt x="1573078" y="70123"/>
                </a:cubicBezTo>
                <a:lnTo>
                  <a:pt x="1573078" y="109205"/>
                </a:lnTo>
                <a:cubicBezTo>
                  <a:pt x="1572704" y="121360"/>
                  <a:pt x="1570458" y="124353"/>
                  <a:pt x="1561296" y="124913"/>
                </a:cubicBezTo>
                <a:lnTo>
                  <a:pt x="1561296" y="127718"/>
                </a:lnTo>
                <a:lnTo>
                  <a:pt x="1600193" y="127718"/>
                </a:lnTo>
                <a:lnTo>
                  <a:pt x="1600193" y="124913"/>
                </a:lnTo>
                <a:cubicBezTo>
                  <a:pt x="1591028" y="123980"/>
                  <a:pt x="1588971" y="121734"/>
                  <a:pt x="1588785" y="112572"/>
                </a:cubicBezTo>
                <a:lnTo>
                  <a:pt x="1588785" y="69749"/>
                </a:lnTo>
                <a:cubicBezTo>
                  <a:pt x="1588785" y="52173"/>
                  <a:pt x="1580556" y="41701"/>
                  <a:pt x="1566721" y="41701"/>
                </a:cubicBezTo>
                <a:cubicBezTo>
                  <a:pt x="1558118" y="41701"/>
                  <a:pt x="1552320" y="44880"/>
                  <a:pt x="1539605" y="56847"/>
                </a:cubicBezTo>
                <a:lnTo>
                  <a:pt x="1539605" y="42075"/>
                </a:lnTo>
                <a:lnTo>
                  <a:pt x="1538296" y="41701"/>
                </a:lnTo>
                <a:cubicBezTo>
                  <a:pt x="1528572" y="45254"/>
                  <a:pt x="1522214" y="47311"/>
                  <a:pt x="1512490" y="50116"/>
                </a:cubicBezTo>
                <a:lnTo>
                  <a:pt x="1512490" y="53294"/>
                </a:lnTo>
                <a:cubicBezTo>
                  <a:pt x="1513800" y="52735"/>
                  <a:pt x="1515484" y="52547"/>
                  <a:pt x="1517541" y="52547"/>
                </a:cubicBezTo>
                <a:cubicBezTo>
                  <a:pt x="1522777" y="52547"/>
                  <a:pt x="1524457" y="55352"/>
                  <a:pt x="1524457" y="64514"/>
                </a:cubicBezTo>
                <a:lnTo>
                  <a:pt x="1524457" y="110889"/>
                </a:lnTo>
                <a:cubicBezTo>
                  <a:pt x="1524272" y="121922"/>
                  <a:pt x="1522214" y="124353"/>
                  <a:pt x="1512864" y="124913"/>
                </a:cubicBezTo>
                <a:lnTo>
                  <a:pt x="1512864" y="127718"/>
                </a:lnTo>
                <a:close/>
                <a:moveTo>
                  <a:pt x="1695373" y="116872"/>
                </a:moveTo>
                <a:cubicBezTo>
                  <a:pt x="1692942" y="117060"/>
                  <a:pt x="1691820" y="117060"/>
                  <a:pt x="1691070" y="117060"/>
                </a:cubicBezTo>
                <a:cubicBezTo>
                  <a:pt x="1684527" y="117060"/>
                  <a:pt x="1682844" y="115003"/>
                  <a:pt x="1682844" y="106400"/>
                </a:cubicBezTo>
                <a:lnTo>
                  <a:pt x="1682844" y="374"/>
                </a:lnTo>
                <a:lnTo>
                  <a:pt x="1681908" y="0"/>
                </a:lnTo>
                <a:cubicBezTo>
                  <a:pt x="1673120" y="2993"/>
                  <a:pt x="1666763" y="5050"/>
                  <a:pt x="1654419" y="8229"/>
                </a:cubicBezTo>
                <a:lnTo>
                  <a:pt x="1654419" y="11219"/>
                </a:lnTo>
                <a:cubicBezTo>
                  <a:pt x="1655917" y="11034"/>
                  <a:pt x="1656850" y="11034"/>
                  <a:pt x="1658534" y="11034"/>
                </a:cubicBezTo>
                <a:cubicBezTo>
                  <a:pt x="1665453" y="11034"/>
                  <a:pt x="1667136" y="12903"/>
                  <a:pt x="1667136" y="20570"/>
                </a:cubicBezTo>
                <a:lnTo>
                  <a:pt x="1667136" y="49742"/>
                </a:lnTo>
                <a:cubicBezTo>
                  <a:pt x="1660029" y="43759"/>
                  <a:pt x="1654981" y="41701"/>
                  <a:pt x="1647500" y="41701"/>
                </a:cubicBezTo>
                <a:cubicBezTo>
                  <a:pt x="1625997" y="41701"/>
                  <a:pt x="1608606" y="62830"/>
                  <a:pt x="1608606" y="89386"/>
                </a:cubicBezTo>
                <a:cubicBezTo>
                  <a:pt x="1608606" y="113320"/>
                  <a:pt x="1622445" y="129589"/>
                  <a:pt x="1643200" y="129589"/>
                </a:cubicBezTo>
                <a:cubicBezTo>
                  <a:pt x="1653672" y="129589"/>
                  <a:pt x="1660779" y="125849"/>
                  <a:pt x="1667136" y="117060"/>
                </a:cubicBezTo>
                <a:lnTo>
                  <a:pt x="1667136" y="129027"/>
                </a:lnTo>
                <a:lnTo>
                  <a:pt x="1667884" y="129589"/>
                </a:lnTo>
                <a:lnTo>
                  <a:pt x="1695373" y="119865"/>
                </a:lnTo>
                <a:lnTo>
                  <a:pt x="1695373" y="116872"/>
                </a:lnTo>
                <a:moveTo>
                  <a:pt x="1667136" y="108646"/>
                </a:moveTo>
                <a:cubicBezTo>
                  <a:pt x="1667136" y="109956"/>
                  <a:pt x="1665827" y="112198"/>
                  <a:pt x="1663958" y="114256"/>
                </a:cubicBezTo>
                <a:cubicBezTo>
                  <a:pt x="1660779" y="117996"/>
                  <a:pt x="1655917" y="119865"/>
                  <a:pt x="1650493" y="119865"/>
                </a:cubicBezTo>
                <a:cubicBezTo>
                  <a:pt x="1634785" y="119865"/>
                  <a:pt x="1624688" y="104905"/>
                  <a:pt x="1624688" y="81719"/>
                </a:cubicBezTo>
                <a:cubicBezTo>
                  <a:pt x="1624688" y="60776"/>
                  <a:pt x="1633850" y="46937"/>
                  <a:pt x="1648062" y="46937"/>
                </a:cubicBezTo>
                <a:cubicBezTo>
                  <a:pt x="1658160" y="46937"/>
                  <a:pt x="1667136" y="55725"/>
                  <a:pt x="1667136" y="65638"/>
                </a:cubicBezTo>
                <a:lnTo>
                  <a:pt x="1667136" y="108646"/>
                </a:lnTo>
                <a:close/>
                <a:moveTo>
                  <a:pt x="1786812" y="43570"/>
                </a:moveTo>
                <a:lnTo>
                  <a:pt x="1767926" y="43570"/>
                </a:lnTo>
                <a:lnTo>
                  <a:pt x="1767926" y="21879"/>
                </a:lnTo>
                <a:cubicBezTo>
                  <a:pt x="1767926" y="20010"/>
                  <a:pt x="1767552" y="19448"/>
                  <a:pt x="1766616" y="19448"/>
                </a:cubicBezTo>
                <a:cubicBezTo>
                  <a:pt x="1755771" y="35156"/>
                  <a:pt x="1750161" y="41513"/>
                  <a:pt x="1744740" y="44692"/>
                </a:cubicBezTo>
                <a:cubicBezTo>
                  <a:pt x="1742683" y="46001"/>
                  <a:pt x="1741558" y="47123"/>
                  <a:pt x="1741558" y="48247"/>
                </a:cubicBezTo>
                <a:cubicBezTo>
                  <a:pt x="1741558" y="48806"/>
                  <a:pt x="1741747" y="49180"/>
                  <a:pt x="1742309" y="49554"/>
                </a:cubicBezTo>
                <a:lnTo>
                  <a:pt x="1752218" y="49554"/>
                </a:lnTo>
                <a:lnTo>
                  <a:pt x="1752218" y="105841"/>
                </a:lnTo>
                <a:cubicBezTo>
                  <a:pt x="1752218" y="121549"/>
                  <a:pt x="1757828" y="129589"/>
                  <a:pt x="1768862" y="129589"/>
                </a:cubicBezTo>
                <a:cubicBezTo>
                  <a:pt x="1778024" y="129589"/>
                  <a:pt x="1785129" y="125101"/>
                  <a:pt x="1791300" y="115377"/>
                </a:cubicBezTo>
                <a:lnTo>
                  <a:pt x="1788869" y="113320"/>
                </a:lnTo>
                <a:cubicBezTo>
                  <a:pt x="1784755" y="118182"/>
                  <a:pt x="1781765" y="119865"/>
                  <a:pt x="1777650" y="119865"/>
                </a:cubicBezTo>
                <a:cubicBezTo>
                  <a:pt x="1770731" y="119865"/>
                  <a:pt x="1767926" y="114818"/>
                  <a:pt x="1767926" y="103036"/>
                </a:cubicBezTo>
                <a:lnTo>
                  <a:pt x="1767926" y="49554"/>
                </a:lnTo>
                <a:lnTo>
                  <a:pt x="1786812" y="49554"/>
                </a:lnTo>
                <a:lnTo>
                  <a:pt x="1786812" y="43570"/>
                </a:lnTo>
                <a:close/>
                <a:moveTo>
                  <a:pt x="1792609" y="127718"/>
                </a:moveTo>
                <a:lnTo>
                  <a:pt x="1837489" y="127718"/>
                </a:lnTo>
                <a:lnTo>
                  <a:pt x="1837489" y="124913"/>
                </a:lnTo>
                <a:cubicBezTo>
                  <a:pt x="1824960" y="124539"/>
                  <a:pt x="1821967" y="121922"/>
                  <a:pt x="1821593" y="110889"/>
                </a:cubicBezTo>
                <a:lnTo>
                  <a:pt x="1821593" y="68816"/>
                </a:lnTo>
                <a:cubicBezTo>
                  <a:pt x="1821593" y="62830"/>
                  <a:pt x="1829448" y="53483"/>
                  <a:pt x="1834684" y="53483"/>
                </a:cubicBezTo>
                <a:cubicBezTo>
                  <a:pt x="1835806" y="53483"/>
                  <a:pt x="1837489" y="54416"/>
                  <a:pt x="1839546" y="56287"/>
                </a:cubicBezTo>
                <a:cubicBezTo>
                  <a:pt x="1842351" y="59092"/>
                  <a:pt x="1844594" y="60025"/>
                  <a:pt x="1847025" y="60025"/>
                </a:cubicBezTo>
                <a:cubicBezTo>
                  <a:pt x="1851513" y="60025"/>
                  <a:pt x="1854318" y="56847"/>
                  <a:pt x="1854318" y="51611"/>
                </a:cubicBezTo>
                <a:cubicBezTo>
                  <a:pt x="1854318" y="45442"/>
                  <a:pt x="1850392" y="41701"/>
                  <a:pt x="1844035" y="41701"/>
                </a:cubicBezTo>
                <a:cubicBezTo>
                  <a:pt x="1836179" y="41701"/>
                  <a:pt x="1830944" y="45816"/>
                  <a:pt x="1821593" y="59278"/>
                </a:cubicBezTo>
                <a:lnTo>
                  <a:pt x="1821593" y="42075"/>
                </a:lnTo>
                <a:lnTo>
                  <a:pt x="1820660" y="41701"/>
                </a:lnTo>
                <a:cubicBezTo>
                  <a:pt x="1810189" y="45816"/>
                  <a:pt x="1803455" y="48432"/>
                  <a:pt x="1792983" y="51799"/>
                </a:cubicBezTo>
                <a:lnTo>
                  <a:pt x="1792983" y="54789"/>
                </a:lnTo>
                <a:cubicBezTo>
                  <a:pt x="1795602" y="54230"/>
                  <a:pt x="1797286" y="54042"/>
                  <a:pt x="1799529" y="54042"/>
                </a:cubicBezTo>
                <a:cubicBezTo>
                  <a:pt x="1804202" y="54042"/>
                  <a:pt x="1805886" y="57035"/>
                  <a:pt x="1805886" y="65261"/>
                </a:cubicBezTo>
                <a:lnTo>
                  <a:pt x="1805886" y="112010"/>
                </a:lnTo>
                <a:cubicBezTo>
                  <a:pt x="1805512" y="121734"/>
                  <a:pt x="1804391" y="122858"/>
                  <a:pt x="1792609" y="124913"/>
                </a:cubicBezTo>
                <a:lnTo>
                  <a:pt x="1792609" y="127718"/>
                </a:lnTo>
                <a:close/>
                <a:moveTo>
                  <a:pt x="1943514" y="118370"/>
                </a:moveTo>
                <a:lnTo>
                  <a:pt x="1942581" y="118370"/>
                </a:lnTo>
                <a:cubicBezTo>
                  <a:pt x="1933416" y="117996"/>
                  <a:pt x="1932110" y="116498"/>
                  <a:pt x="1931921" y="107710"/>
                </a:cubicBezTo>
                <a:lnTo>
                  <a:pt x="1931921" y="43570"/>
                </a:lnTo>
                <a:lnTo>
                  <a:pt x="1902375" y="43570"/>
                </a:lnTo>
                <a:lnTo>
                  <a:pt x="1902375" y="46749"/>
                </a:lnTo>
                <a:cubicBezTo>
                  <a:pt x="1913971" y="47311"/>
                  <a:pt x="1916214" y="49180"/>
                  <a:pt x="1916214" y="58530"/>
                </a:cubicBezTo>
                <a:lnTo>
                  <a:pt x="1916214" y="102474"/>
                </a:lnTo>
                <a:cubicBezTo>
                  <a:pt x="1916214" y="107710"/>
                  <a:pt x="1915278" y="110329"/>
                  <a:pt x="1912661" y="112387"/>
                </a:cubicBezTo>
                <a:cubicBezTo>
                  <a:pt x="1907611" y="116498"/>
                  <a:pt x="1901816" y="118744"/>
                  <a:pt x="1896206" y="118744"/>
                </a:cubicBezTo>
                <a:cubicBezTo>
                  <a:pt x="1888913" y="118744"/>
                  <a:pt x="1882930" y="112387"/>
                  <a:pt x="1882930" y="104531"/>
                </a:cubicBezTo>
                <a:lnTo>
                  <a:pt x="1882930" y="43570"/>
                </a:lnTo>
                <a:lnTo>
                  <a:pt x="1855626" y="43570"/>
                </a:lnTo>
                <a:lnTo>
                  <a:pt x="1855626" y="46190"/>
                </a:lnTo>
                <a:cubicBezTo>
                  <a:pt x="1864417" y="46563"/>
                  <a:pt x="1867034" y="49180"/>
                  <a:pt x="1867222" y="58156"/>
                </a:cubicBezTo>
                <a:lnTo>
                  <a:pt x="1867222" y="105279"/>
                </a:lnTo>
                <a:cubicBezTo>
                  <a:pt x="1867222" y="120054"/>
                  <a:pt x="1876196" y="129589"/>
                  <a:pt x="1889846" y="129589"/>
                </a:cubicBezTo>
                <a:cubicBezTo>
                  <a:pt x="1896766" y="129589"/>
                  <a:pt x="1904059" y="126596"/>
                  <a:pt x="1909109" y="121549"/>
                </a:cubicBezTo>
                <a:lnTo>
                  <a:pt x="1917150" y="113508"/>
                </a:lnTo>
                <a:lnTo>
                  <a:pt x="1917150" y="129027"/>
                </a:lnTo>
                <a:lnTo>
                  <a:pt x="1917897" y="129401"/>
                </a:lnTo>
                <a:cubicBezTo>
                  <a:pt x="1927248" y="125663"/>
                  <a:pt x="1933979" y="123606"/>
                  <a:pt x="1943514" y="120987"/>
                </a:cubicBezTo>
                <a:lnTo>
                  <a:pt x="1943514" y="118370"/>
                </a:lnTo>
                <a:close/>
                <a:moveTo>
                  <a:pt x="1995686" y="43570"/>
                </a:moveTo>
                <a:lnTo>
                  <a:pt x="1976800" y="43570"/>
                </a:lnTo>
                <a:lnTo>
                  <a:pt x="1976800" y="21879"/>
                </a:lnTo>
                <a:cubicBezTo>
                  <a:pt x="1976800" y="20010"/>
                  <a:pt x="1976426" y="19448"/>
                  <a:pt x="1975490" y="19448"/>
                </a:cubicBezTo>
                <a:cubicBezTo>
                  <a:pt x="1964645" y="35156"/>
                  <a:pt x="1959035" y="41513"/>
                  <a:pt x="1953614" y="44692"/>
                </a:cubicBezTo>
                <a:cubicBezTo>
                  <a:pt x="1951557" y="46001"/>
                  <a:pt x="1950433" y="47123"/>
                  <a:pt x="1950433" y="48247"/>
                </a:cubicBezTo>
                <a:cubicBezTo>
                  <a:pt x="1950433" y="48806"/>
                  <a:pt x="1950621" y="49180"/>
                  <a:pt x="1951183" y="49554"/>
                </a:cubicBezTo>
                <a:lnTo>
                  <a:pt x="1961093" y="49554"/>
                </a:lnTo>
                <a:lnTo>
                  <a:pt x="1961093" y="105841"/>
                </a:lnTo>
                <a:cubicBezTo>
                  <a:pt x="1961093" y="121549"/>
                  <a:pt x="1966702" y="129589"/>
                  <a:pt x="1977736" y="129589"/>
                </a:cubicBezTo>
                <a:cubicBezTo>
                  <a:pt x="1986898" y="129589"/>
                  <a:pt x="1994003" y="125101"/>
                  <a:pt x="2000174" y="115377"/>
                </a:cubicBezTo>
                <a:lnTo>
                  <a:pt x="1997743" y="113320"/>
                </a:lnTo>
                <a:cubicBezTo>
                  <a:pt x="1993629" y="118182"/>
                  <a:pt x="1990639" y="119865"/>
                  <a:pt x="1986524" y="119865"/>
                </a:cubicBezTo>
                <a:cubicBezTo>
                  <a:pt x="1979605" y="119865"/>
                  <a:pt x="1976800" y="114818"/>
                  <a:pt x="1976800" y="103036"/>
                </a:cubicBezTo>
                <a:lnTo>
                  <a:pt x="1976800" y="49554"/>
                </a:lnTo>
                <a:lnTo>
                  <a:pt x="1995686" y="49554"/>
                </a:lnTo>
                <a:lnTo>
                  <a:pt x="1995686" y="43570"/>
                </a:lnTo>
                <a:close/>
                <a:moveTo>
                  <a:pt x="2091617" y="124913"/>
                </a:moveTo>
                <a:cubicBezTo>
                  <a:pt x="2081519" y="123232"/>
                  <a:pt x="2080583" y="121922"/>
                  <a:pt x="2080395" y="108646"/>
                </a:cubicBezTo>
                <a:lnTo>
                  <a:pt x="2080395" y="71433"/>
                </a:lnTo>
                <a:cubicBezTo>
                  <a:pt x="2080395" y="51799"/>
                  <a:pt x="2072728" y="41701"/>
                  <a:pt x="2057394" y="41701"/>
                </a:cubicBezTo>
                <a:cubicBezTo>
                  <a:pt x="2046363" y="41701"/>
                  <a:pt x="2038508" y="46190"/>
                  <a:pt x="2029908" y="57409"/>
                </a:cubicBezTo>
                <a:lnTo>
                  <a:pt x="2029908" y="562"/>
                </a:lnTo>
                <a:lnTo>
                  <a:pt x="2028972" y="0"/>
                </a:lnTo>
                <a:cubicBezTo>
                  <a:pt x="2022427" y="2246"/>
                  <a:pt x="2017753" y="3741"/>
                  <a:pt x="2007467" y="6734"/>
                </a:cubicBezTo>
                <a:lnTo>
                  <a:pt x="2002419" y="8229"/>
                </a:lnTo>
                <a:lnTo>
                  <a:pt x="2002419" y="11219"/>
                </a:lnTo>
                <a:cubicBezTo>
                  <a:pt x="2003167" y="11034"/>
                  <a:pt x="2003541" y="11034"/>
                  <a:pt x="2004662" y="11034"/>
                </a:cubicBezTo>
                <a:cubicBezTo>
                  <a:pt x="2012703" y="11034"/>
                  <a:pt x="2014201" y="12529"/>
                  <a:pt x="2014201" y="20570"/>
                </a:cubicBezTo>
                <a:lnTo>
                  <a:pt x="2014201" y="108646"/>
                </a:lnTo>
                <a:cubicBezTo>
                  <a:pt x="2013827" y="122108"/>
                  <a:pt x="2012891" y="123606"/>
                  <a:pt x="2002231" y="124913"/>
                </a:cubicBezTo>
                <a:lnTo>
                  <a:pt x="2002231" y="127718"/>
                </a:lnTo>
                <a:lnTo>
                  <a:pt x="2042622" y="127718"/>
                </a:lnTo>
                <a:lnTo>
                  <a:pt x="2042622" y="124913"/>
                </a:lnTo>
                <a:cubicBezTo>
                  <a:pt x="2031777" y="123980"/>
                  <a:pt x="2030282" y="121922"/>
                  <a:pt x="2029908" y="108646"/>
                </a:cubicBezTo>
                <a:lnTo>
                  <a:pt x="2029908" y="63581"/>
                </a:lnTo>
                <a:cubicBezTo>
                  <a:pt x="2037760" y="54978"/>
                  <a:pt x="2043370" y="51799"/>
                  <a:pt x="2050851" y="51799"/>
                </a:cubicBezTo>
                <a:cubicBezTo>
                  <a:pt x="2060013" y="51799"/>
                  <a:pt x="2064687" y="58530"/>
                  <a:pt x="2064687" y="71621"/>
                </a:cubicBezTo>
                <a:lnTo>
                  <a:pt x="2064687" y="108646"/>
                </a:lnTo>
                <a:cubicBezTo>
                  <a:pt x="2064313" y="121922"/>
                  <a:pt x="2062630" y="123980"/>
                  <a:pt x="2051973" y="124913"/>
                </a:cubicBezTo>
                <a:lnTo>
                  <a:pt x="2051973" y="127718"/>
                </a:lnTo>
                <a:lnTo>
                  <a:pt x="2091617" y="127718"/>
                </a:lnTo>
                <a:lnTo>
                  <a:pt x="2091617" y="124913"/>
                </a:lnTo>
                <a:close/>
                <a:moveTo>
                  <a:pt x="2195585" y="43570"/>
                </a:moveTo>
                <a:lnTo>
                  <a:pt x="2172584" y="43570"/>
                </a:lnTo>
                <a:lnTo>
                  <a:pt x="2172584" y="21879"/>
                </a:lnTo>
                <a:cubicBezTo>
                  <a:pt x="2172584" y="10845"/>
                  <a:pt x="2176136" y="5236"/>
                  <a:pt x="2183244" y="5236"/>
                </a:cubicBezTo>
                <a:cubicBezTo>
                  <a:pt x="2187359" y="5236"/>
                  <a:pt x="2189790" y="7108"/>
                  <a:pt x="2193154" y="12529"/>
                </a:cubicBezTo>
                <a:cubicBezTo>
                  <a:pt x="2196147" y="17391"/>
                  <a:pt x="2198389" y="19263"/>
                  <a:pt x="2201568" y="19263"/>
                </a:cubicBezTo>
                <a:cubicBezTo>
                  <a:pt x="2206056" y="19263"/>
                  <a:pt x="2209423" y="15896"/>
                  <a:pt x="2209423" y="11596"/>
                </a:cubicBezTo>
                <a:cubicBezTo>
                  <a:pt x="2209423" y="4862"/>
                  <a:pt x="2201194" y="0"/>
                  <a:pt x="2189975" y="0"/>
                </a:cubicBezTo>
                <a:cubicBezTo>
                  <a:pt x="2178194" y="0"/>
                  <a:pt x="2168470" y="5050"/>
                  <a:pt x="2163607" y="13465"/>
                </a:cubicBezTo>
                <a:cubicBezTo>
                  <a:pt x="2158748" y="21879"/>
                  <a:pt x="2157250" y="28610"/>
                  <a:pt x="2157065" y="43570"/>
                </a:cubicBezTo>
                <a:lnTo>
                  <a:pt x="2141731" y="43570"/>
                </a:lnTo>
                <a:lnTo>
                  <a:pt x="2141731" y="49554"/>
                </a:lnTo>
                <a:lnTo>
                  <a:pt x="2157065" y="49554"/>
                </a:lnTo>
                <a:lnTo>
                  <a:pt x="2157065" y="108272"/>
                </a:lnTo>
                <a:cubicBezTo>
                  <a:pt x="2156691" y="122296"/>
                  <a:pt x="2154819" y="124353"/>
                  <a:pt x="2141543" y="124913"/>
                </a:cubicBezTo>
                <a:lnTo>
                  <a:pt x="2141543" y="127718"/>
                </a:lnTo>
                <a:lnTo>
                  <a:pt x="2190163" y="127718"/>
                </a:lnTo>
                <a:lnTo>
                  <a:pt x="2190163" y="124913"/>
                </a:lnTo>
                <a:cubicBezTo>
                  <a:pt x="2174830" y="124353"/>
                  <a:pt x="2172772" y="122296"/>
                  <a:pt x="2172772" y="108272"/>
                </a:cubicBezTo>
                <a:lnTo>
                  <a:pt x="2172772" y="49554"/>
                </a:lnTo>
                <a:lnTo>
                  <a:pt x="2195585" y="49554"/>
                </a:lnTo>
                <a:lnTo>
                  <a:pt x="2195585" y="43570"/>
                </a:lnTo>
                <a:close/>
                <a:moveTo>
                  <a:pt x="2246823" y="41701"/>
                </a:moveTo>
                <a:cubicBezTo>
                  <a:pt x="2222324" y="41701"/>
                  <a:pt x="2205495" y="59652"/>
                  <a:pt x="2205495" y="85457"/>
                </a:cubicBezTo>
                <a:cubicBezTo>
                  <a:pt x="2205495" y="110889"/>
                  <a:pt x="2222886" y="129589"/>
                  <a:pt x="2246446" y="129589"/>
                </a:cubicBezTo>
                <a:cubicBezTo>
                  <a:pt x="2270009" y="129589"/>
                  <a:pt x="2287959" y="109956"/>
                  <a:pt x="2287959" y="83962"/>
                </a:cubicBezTo>
                <a:cubicBezTo>
                  <a:pt x="2287959" y="59278"/>
                  <a:pt x="2270757" y="41701"/>
                  <a:pt x="2246823" y="41701"/>
                </a:cubicBezTo>
                <a:moveTo>
                  <a:pt x="2244392" y="46937"/>
                </a:moveTo>
                <a:cubicBezTo>
                  <a:pt x="2260099" y="46937"/>
                  <a:pt x="2271130" y="64887"/>
                  <a:pt x="2271130" y="90507"/>
                </a:cubicBezTo>
                <a:cubicBezTo>
                  <a:pt x="2271130" y="111825"/>
                  <a:pt x="2262716" y="124353"/>
                  <a:pt x="2248692" y="124353"/>
                </a:cubicBezTo>
                <a:cubicBezTo>
                  <a:pt x="2241399" y="124353"/>
                  <a:pt x="2234479" y="119865"/>
                  <a:pt x="2230553" y="112387"/>
                </a:cubicBezTo>
                <a:cubicBezTo>
                  <a:pt x="2225317" y="102663"/>
                  <a:pt x="2222324" y="89571"/>
                  <a:pt x="2222324" y="76295"/>
                </a:cubicBezTo>
                <a:cubicBezTo>
                  <a:pt x="2222324" y="58530"/>
                  <a:pt x="2230927" y="46937"/>
                  <a:pt x="2244392" y="46937"/>
                </a:cubicBezTo>
                <a:close/>
                <a:moveTo>
                  <a:pt x="2295066" y="127718"/>
                </a:moveTo>
                <a:lnTo>
                  <a:pt x="2339946" y="127718"/>
                </a:lnTo>
                <a:lnTo>
                  <a:pt x="2339946" y="124913"/>
                </a:lnTo>
                <a:cubicBezTo>
                  <a:pt x="2327417" y="124539"/>
                  <a:pt x="2324424" y="121922"/>
                  <a:pt x="2324050" y="110889"/>
                </a:cubicBezTo>
                <a:lnTo>
                  <a:pt x="2324050" y="68816"/>
                </a:lnTo>
                <a:cubicBezTo>
                  <a:pt x="2324050" y="62830"/>
                  <a:pt x="2331905" y="53483"/>
                  <a:pt x="2337141" y="53483"/>
                </a:cubicBezTo>
                <a:cubicBezTo>
                  <a:pt x="2338262" y="53483"/>
                  <a:pt x="2339946" y="54416"/>
                  <a:pt x="2342003" y="56287"/>
                </a:cubicBezTo>
                <a:cubicBezTo>
                  <a:pt x="2344808" y="59092"/>
                  <a:pt x="2347051" y="60025"/>
                  <a:pt x="2349482" y="60025"/>
                </a:cubicBezTo>
                <a:cubicBezTo>
                  <a:pt x="2353970" y="60025"/>
                  <a:pt x="2356775" y="56847"/>
                  <a:pt x="2356775" y="51611"/>
                </a:cubicBezTo>
                <a:cubicBezTo>
                  <a:pt x="2356775" y="45442"/>
                  <a:pt x="2352849" y="41701"/>
                  <a:pt x="2346491" y="41701"/>
                </a:cubicBezTo>
                <a:cubicBezTo>
                  <a:pt x="2338636" y="41701"/>
                  <a:pt x="2333400" y="45816"/>
                  <a:pt x="2324050" y="59278"/>
                </a:cubicBezTo>
                <a:lnTo>
                  <a:pt x="2324050" y="42075"/>
                </a:lnTo>
                <a:lnTo>
                  <a:pt x="2323117" y="41701"/>
                </a:lnTo>
                <a:cubicBezTo>
                  <a:pt x="2312645" y="45816"/>
                  <a:pt x="2305912" y="48432"/>
                  <a:pt x="2295440" y="51799"/>
                </a:cubicBezTo>
                <a:lnTo>
                  <a:pt x="2295440" y="54789"/>
                </a:lnTo>
                <a:cubicBezTo>
                  <a:pt x="2298059" y="54230"/>
                  <a:pt x="2299743" y="54042"/>
                  <a:pt x="2301985" y="54042"/>
                </a:cubicBezTo>
                <a:cubicBezTo>
                  <a:pt x="2306659" y="54042"/>
                  <a:pt x="2308343" y="57035"/>
                  <a:pt x="2308343" y="65261"/>
                </a:cubicBezTo>
                <a:lnTo>
                  <a:pt x="2308343" y="112010"/>
                </a:lnTo>
                <a:cubicBezTo>
                  <a:pt x="2307969" y="121734"/>
                  <a:pt x="2306847" y="122858"/>
                  <a:pt x="2295066" y="124913"/>
                </a:cubicBezTo>
                <a:lnTo>
                  <a:pt x="2295066" y="127718"/>
                </a:lnTo>
                <a:close/>
                <a:moveTo>
                  <a:pt x="2448776" y="43570"/>
                </a:moveTo>
                <a:lnTo>
                  <a:pt x="2429890" y="43570"/>
                </a:lnTo>
                <a:lnTo>
                  <a:pt x="2429890" y="21879"/>
                </a:lnTo>
                <a:cubicBezTo>
                  <a:pt x="2429890" y="20010"/>
                  <a:pt x="2429516" y="19448"/>
                  <a:pt x="2428580" y="19448"/>
                </a:cubicBezTo>
                <a:cubicBezTo>
                  <a:pt x="2417735" y="35156"/>
                  <a:pt x="2412125" y="41513"/>
                  <a:pt x="2406704" y="44692"/>
                </a:cubicBezTo>
                <a:cubicBezTo>
                  <a:pt x="2404646" y="46001"/>
                  <a:pt x="2403522" y="47123"/>
                  <a:pt x="2403522" y="48247"/>
                </a:cubicBezTo>
                <a:cubicBezTo>
                  <a:pt x="2403522" y="48806"/>
                  <a:pt x="2403711" y="49180"/>
                  <a:pt x="2404273" y="49554"/>
                </a:cubicBezTo>
                <a:lnTo>
                  <a:pt x="2414182" y="49554"/>
                </a:lnTo>
                <a:lnTo>
                  <a:pt x="2414182" y="105841"/>
                </a:lnTo>
                <a:cubicBezTo>
                  <a:pt x="2414182" y="121549"/>
                  <a:pt x="2419792" y="129589"/>
                  <a:pt x="2430826" y="129589"/>
                </a:cubicBezTo>
                <a:cubicBezTo>
                  <a:pt x="2439988" y="129589"/>
                  <a:pt x="2447092" y="125101"/>
                  <a:pt x="2453264" y="115377"/>
                </a:cubicBezTo>
                <a:lnTo>
                  <a:pt x="2450833" y="113320"/>
                </a:lnTo>
                <a:cubicBezTo>
                  <a:pt x="2446719" y="118182"/>
                  <a:pt x="2443728" y="119865"/>
                  <a:pt x="2439614" y="119865"/>
                </a:cubicBezTo>
                <a:cubicBezTo>
                  <a:pt x="2432695" y="119865"/>
                  <a:pt x="2429890" y="114818"/>
                  <a:pt x="2429890" y="103036"/>
                </a:cubicBezTo>
                <a:lnTo>
                  <a:pt x="2429890" y="49554"/>
                </a:lnTo>
                <a:lnTo>
                  <a:pt x="2448776" y="49554"/>
                </a:lnTo>
                <a:lnTo>
                  <a:pt x="2448776" y="43570"/>
                </a:lnTo>
                <a:close/>
                <a:moveTo>
                  <a:pt x="2454573" y="127718"/>
                </a:moveTo>
                <a:lnTo>
                  <a:pt x="2499453" y="127718"/>
                </a:lnTo>
                <a:lnTo>
                  <a:pt x="2499453" y="124913"/>
                </a:lnTo>
                <a:cubicBezTo>
                  <a:pt x="2486924" y="124539"/>
                  <a:pt x="2483931" y="121922"/>
                  <a:pt x="2483557" y="110889"/>
                </a:cubicBezTo>
                <a:lnTo>
                  <a:pt x="2483557" y="68816"/>
                </a:lnTo>
                <a:cubicBezTo>
                  <a:pt x="2483557" y="62830"/>
                  <a:pt x="2491412" y="53483"/>
                  <a:pt x="2496648" y="53483"/>
                </a:cubicBezTo>
                <a:cubicBezTo>
                  <a:pt x="2497769" y="53483"/>
                  <a:pt x="2499453" y="54416"/>
                  <a:pt x="2501510" y="56287"/>
                </a:cubicBezTo>
                <a:cubicBezTo>
                  <a:pt x="2504315" y="59092"/>
                  <a:pt x="2506558" y="60025"/>
                  <a:pt x="2508989" y="60025"/>
                </a:cubicBezTo>
                <a:cubicBezTo>
                  <a:pt x="2513477" y="60025"/>
                  <a:pt x="2516282" y="56847"/>
                  <a:pt x="2516282" y="51611"/>
                </a:cubicBezTo>
                <a:cubicBezTo>
                  <a:pt x="2516282" y="45442"/>
                  <a:pt x="2512355" y="41701"/>
                  <a:pt x="2505998" y="41701"/>
                </a:cubicBezTo>
                <a:cubicBezTo>
                  <a:pt x="2498143" y="41701"/>
                  <a:pt x="2492907" y="45816"/>
                  <a:pt x="2483557" y="59278"/>
                </a:cubicBezTo>
                <a:lnTo>
                  <a:pt x="2483557" y="42075"/>
                </a:lnTo>
                <a:lnTo>
                  <a:pt x="2482624" y="41701"/>
                </a:lnTo>
                <a:cubicBezTo>
                  <a:pt x="2472152" y="45816"/>
                  <a:pt x="2465418" y="48432"/>
                  <a:pt x="2454947" y="51799"/>
                </a:cubicBezTo>
                <a:lnTo>
                  <a:pt x="2454947" y="54789"/>
                </a:lnTo>
                <a:cubicBezTo>
                  <a:pt x="2457566" y="54230"/>
                  <a:pt x="2459249" y="54042"/>
                  <a:pt x="2461492" y="54042"/>
                </a:cubicBezTo>
                <a:cubicBezTo>
                  <a:pt x="2466166" y="54042"/>
                  <a:pt x="2467849" y="57035"/>
                  <a:pt x="2467849" y="65261"/>
                </a:cubicBezTo>
                <a:lnTo>
                  <a:pt x="2467849" y="112010"/>
                </a:lnTo>
                <a:cubicBezTo>
                  <a:pt x="2467476" y="121734"/>
                  <a:pt x="2466354" y="122858"/>
                  <a:pt x="2454573" y="124913"/>
                </a:cubicBezTo>
                <a:lnTo>
                  <a:pt x="2454573" y="127718"/>
                </a:lnTo>
                <a:close/>
                <a:moveTo>
                  <a:pt x="2598559" y="115377"/>
                </a:moveTo>
                <a:cubicBezTo>
                  <a:pt x="2595380" y="117996"/>
                  <a:pt x="2593137" y="118929"/>
                  <a:pt x="2590332" y="118929"/>
                </a:cubicBezTo>
                <a:cubicBezTo>
                  <a:pt x="2586033" y="118929"/>
                  <a:pt x="2584723" y="116313"/>
                  <a:pt x="2584723" y="108084"/>
                </a:cubicBezTo>
                <a:lnTo>
                  <a:pt x="2584723" y="71621"/>
                </a:lnTo>
                <a:cubicBezTo>
                  <a:pt x="2584723" y="61897"/>
                  <a:pt x="2583787" y="56473"/>
                  <a:pt x="2580982" y="51985"/>
                </a:cubicBezTo>
                <a:cubicBezTo>
                  <a:pt x="2576868" y="45254"/>
                  <a:pt x="2568827" y="41701"/>
                  <a:pt x="2557796" y="41701"/>
                </a:cubicBezTo>
                <a:cubicBezTo>
                  <a:pt x="2540217" y="41701"/>
                  <a:pt x="2526381" y="50863"/>
                  <a:pt x="2526381" y="62645"/>
                </a:cubicBezTo>
                <a:cubicBezTo>
                  <a:pt x="2526381" y="66945"/>
                  <a:pt x="2529933" y="70685"/>
                  <a:pt x="2534422" y="70685"/>
                </a:cubicBezTo>
                <a:cubicBezTo>
                  <a:pt x="2538907" y="70685"/>
                  <a:pt x="2542836" y="66945"/>
                  <a:pt x="2542836" y="62830"/>
                </a:cubicBezTo>
                <a:cubicBezTo>
                  <a:pt x="2542836" y="62083"/>
                  <a:pt x="2542648" y="61150"/>
                  <a:pt x="2542462" y="59840"/>
                </a:cubicBezTo>
                <a:cubicBezTo>
                  <a:pt x="2542089" y="58156"/>
                  <a:pt x="2541900" y="56661"/>
                  <a:pt x="2541900" y="55352"/>
                </a:cubicBezTo>
                <a:cubicBezTo>
                  <a:pt x="2541900" y="50304"/>
                  <a:pt x="2547884" y="46190"/>
                  <a:pt x="2555365" y="46190"/>
                </a:cubicBezTo>
                <a:cubicBezTo>
                  <a:pt x="2564527" y="46190"/>
                  <a:pt x="2569575" y="51611"/>
                  <a:pt x="2569575" y="61709"/>
                </a:cubicBezTo>
                <a:lnTo>
                  <a:pt x="2569575" y="73116"/>
                </a:lnTo>
                <a:cubicBezTo>
                  <a:pt x="2540964" y="84524"/>
                  <a:pt x="2537600" y="86205"/>
                  <a:pt x="2529560" y="93312"/>
                </a:cubicBezTo>
                <a:cubicBezTo>
                  <a:pt x="2525445" y="97053"/>
                  <a:pt x="2522826" y="103410"/>
                  <a:pt x="2522826" y="109579"/>
                </a:cubicBezTo>
                <a:cubicBezTo>
                  <a:pt x="2522826" y="121360"/>
                  <a:pt x="2531055" y="129589"/>
                  <a:pt x="2542462" y="129589"/>
                </a:cubicBezTo>
                <a:cubicBezTo>
                  <a:pt x="2550688" y="129589"/>
                  <a:pt x="2558355" y="125663"/>
                  <a:pt x="2569763" y="115939"/>
                </a:cubicBezTo>
                <a:cubicBezTo>
                  <a:pt x="2570699" y="125849"/>
                  <a:pt x="2574063" y="129589"/>
                  <a:pt x="2581730" y="129589"/>
                </a:cubicBezTo>
                <a:cubicBezTo>
                  <a:pt x="2588087" y="129589"/>
                  <a:pt x="2592016" y="127344"/>
                  <a:pt x="2598559" y="120239"/>
                </a:cubicBezTo>
                <a:lnTo>
                  <a:pt x="2598559" y="115377"/>
                </a:lnTo>
                <a:moveTo>
                  <a:pt x="2569575" y="104720"/>
                </a:moveTo>
                <a:cubicBezTo>
                  <a:pt x="2569575" y="110329"/>
                  <a:pt x="2568642" y="112387"/>
                  <a:pt x="2564713" y="114629"/>
                </a:cubicBezTo>
                <a:cubicBezTo>
                  <a:pt x="2560039" y="117246"/>
                  <a:pt x="2554991" y="118744"/>
                  <a:pt x="2551062" y="118744"/>
                </a:cubicBezTo>
                <a:cubicBezTo>
                  <a:pt x="2544520" y="118744"/>
                  <a:pt x="2539284" y="112387"/>
                  <a:pt x="2539284" y="104343"/>
                </a:cubicBezTo>
                <a:lnTo>
                  <a:pt x="2539284" y="103596"/>
                </a:lnTo>
                <a:cubicBezTo>
                  <a:pt x="2539469" y="92376"/>
                  <a:pt x="2547698" y="85272"/>
                  <a:pt x="2569575" y="77605"/>
                </a:cubicBezTo>
                <a:lnTo>
                  <a:pt x="2569575" y="104720"/>
                </a:lnTo>
                <a:close/>
                <a:moveTo>
                  <a:pt x="2601925" y="127718"/>
                </a:moveTo>
                <a:lnTo>
                  <a:pt x="2646243" y="127718"/>
                </a:lnTo>
                <a:lnTo>
                  <a:pt x="2646243" y="124913"/>
                </a:lnTo>
                <a:cubicBezTo>
                  <a:pt x="2633903" y="123980"/>
                  <a:pt x="2632593" y="122296"/>
                  <a:pt x="2632405" y="108646"/>
                </a:cubicBezTo>
                <a:lnTo>
                  <a:pt x="2632405" y="42261"/>
                </a:lnTo>
                <a:lnTo>
                  <a:pt x="2631657" y="41701"/>
                </a:lnTo>
                <a:lnTo>
                  <a:pt x="2602673" y="51985"/>
                </a:lnTo>
                <a:lnTo>
                  <a:pt x="2602673" y="54789"/>
                </a:lnTo>
                <a:lnTo>
                  <a:pt x="2604171" y="54604"/>
                </a:lnTo>
                <a:cubicBezTo>
                  <a:pt x="2606414" y="54230"/>
                  <a:pt x="2608656" y="54042"/>
                  <a:pt x="2610528" y="54042"/>
                </a:cubicBezTo>
                <a:cubicBezTo>
                  <a:pt x="2615016" y="54042"/>
                  <a:pt x="2616697" y="57035"/>
                  <a:pt x="2616697" y="65261"/>
                </a:cubicBezTo>
                <a:lnTo>
                  <a:pt x="2616697" y="108646"/>
                </a:lnTo>
                <a:cubicBezTo>
                  <a:pt x="2616323" y="122482"/>
                  <a:pt x="2614643" y="124353"/>
                  <a:pt x="2601925" y="124913"/>
                </a:cubicBezTo>
                <a:lnTo>
                  <a:pt x="2601925" y="127718"/>
                </a:lnTo>
                <a:moveTo>
                  <a:pt x="2622869" y="0"/>
                </a:moveTo>
                <a:cubicBezTo>
                  <a:pt x="2617821" y="0"/>
                  <a:pt x="2613518" y="4303"/>
                  <a:pt x="2613518" y="9539"/>
                </a:cubicBezTo>
                <a:cubicBezTo>
                  <a:pt x="2613518" y="14960"/>
                  <a:pt x="2617633" y="19074"/>
                  <a:pt x="2622869" y="19074"/>
                </a:cubicBezTo>
                <a:cubicBezTo>
                  <a:pt x="2628478" y="19074"/>
                  <a:pt x="2632593" y="14960"/>
                  <a:pt x="2632593" y="9539"/>
                </a:cubicBezTo>
                <a:cubicBezTo>
                  <a:pt x="2632593" y="4114"/>
                  <a:pt x="2628293" y="0"/>
                  <a:pt x="2622869" y="0"/>
                </a:cubicBezTo>
                <a:close/>
                <a:moveTo>
                  <a:pt x="2654845" y="127718"/>
                </a:moveTo>
                <a:lnTo>
                  <a:pt x="2694489" y="127718"/>
                </a:lnTo>
                <a:lnTo>
                  <a:pt x="2694489" y="124913"/>
                </a:lnTo>
                <a:cubicBezTo>
                  <a:pt x="2685138" y="124353"/>
                  <a:pt x="2682145" y="121922"/>
                  <a:pt x="2682145" y="115191"/>
                </a:cubicBezTo>
                <a:lnTo>
                  <a:pt x="2682145" y="62645"/>
                </a:lnTo>
                <a:cubicBezTo>
                  <a:pt x="2691122" y="54230"/>
                  <a:pt x="2695236" y="51985"/>
                  <a:pt x="2701408" y="51985"/>
                </a:cubicBezTo>
                <a:cubicBezTo>
                  <a:pt x="2710570" y="51985"/>
                  <a:pt x="2715058" y="57783"/>
                  <a:pt x="2715058" y="70123"/>
                </a:cubicBezTo>
                <a:lnTo>
                  <a:pt x="2715058" y="109205"/>
                </a:lnTo>
                <a:cubicBezTo>
                  <a:pt x="2714684" y="121360"/>
                  <a:pt x="2712439" y="124353"/>
                  <a:pt x="2703277" y="124913"/>
                </a:cubicBezTo>
                <a:lnTo>
                  <a:pt x="2703277" y="127718"/>
                </a:lnTo>
                <a:lnTo>
                  <a:pt x="2742173" y="127718"/>
                </a:lnTo>
                <a:lnTo>
                  <a:pt x="2742173" y="124913"/>
                </a:lnTo>
                <a:cubicBezTo>
                  <a:pt x="2733008" y="123980"/>
                  <a:pt x="2730951" y="121734"/>
                  <a:pt x="2730766" y="112572"/>
                </a:cubicBezTo>
                <a:lnTo>
                  <a:pt x="2730766" y="69749"/>
                </a:lnTo>
                <a:cubicBezTo>
                  <a:pt x="2730766" y="52173"/>
                  <a:pt x="2722537" y="41701"/>
                  <a:pt x="2708701" y="41701"/>
                </a:cubicBezTo>
                <a:cubicBezTo>
                  <a:pt x="2700098" y="41701"/>
                  <a:pt x="2694300" y="44880"/>
                  <a:pt x="2681586" y="56847"/>
                </a:cubicBezTo>
                <a:lnTo>
                  <a:pt x="2681586" y="42075"/>
                </a:lnTo>
                <a:lnTo>
                  <a:pt x="2680276" y="41701"/>
                </a:lnTo>
                <a:cubicBezTo>
                  <a:pt x="2670552" y="45254"/>
                  <a:pt x="2664195" y="47311"/>
                  <a:pt x="2654471" y="50116"/>
                </a:cubicBezTo>
                <a:lnTo>
                  <a:pt x="2654471" y="53294"/>
                </a:lnTo>
                <a:cubicBezTo>
                  <a:pt x="2655780" y="52735"/>
                  <a:pt x="2657464" y="52547"/>
                  <a:pt x="2659521" y="52547"/>
                </a:cubicBezTo>
                <a:cubicBezTo>
                  <a:pt x="2664757" y="52547"/>
                  <a:pt x="2666438" y="55352"/>
                  <a:pt x="2666438" y="64514"/>
                </a:cubicBezTo>
                <a:lnTo>
                  <a:pt x="2666438" y="110889"/>
                </a:lnTo>
                <a:cubicBezTo>
                  <a:pt x="2666252" y="121922"/>
                  <a:pt x="2664195" y="124353"/>
                  <a:pt x="2654845" y="124913"/>
                </a:cubicBezTo>
                <a:lnTo>
                  <a:pt x="2654845" y="127718"/>
                </a:lnTo>
                <a:close/>
                <a:moveTo>
                  <a:pt x="2748530" y="127718"/>
                </a:moveTo>
                <a:lnTo>
                  <a:pt x="2792848" y="127718"/>
                </a:lnTo>
                <a:lnTo>
                  <a:pt x="2792848" y="124913"/>
                </a:lnTo>
                <a:cubicBezTo>
                  <a:pt x="2780507" y="123980"/>
                  <a:pt x="2779197" y="122296"/>
                  <a:pt x="2779009" y="108646"/>
                </a:cubicBezTo>
                <a:lnTo>
                  <a:pt x="2779009" y="42261"/>
                </a:lnTo>
                <a:lnTo>
                  <a:pt x="2778261" y="41701"/>
                </a:lnTo>
                <a:lnTo>
                  <a:pt x="2749277" y="51985"/>
                </a:lnTo>
                <a:lnTo>
                  <a:pt x="2749277" y="54789"/>
                </a:lnTo>
                <a:lnTo>
                  <a:pt x="2750775" y="54604"/>
                </a:lnTo>
                <a:cubicBezTo>
                  <a:pt x="2753018" y="54230"/>
                  <a:pt x="2755261" y="54042"/>
                  <a:pt x="2757132" y="54042"/>
                </a:cubicBezTo>
                <a:cubicBezTo>
                  <a:pt x="2761621" y="54042"/>
                  <a:pt x="2763301" y="57035"/>
                  <a:pt x="2763301" y="65261"/>
                </a:cubicBezTo>
                <a:lnTo>
                  <a:pt x="2763301" y="108646"/>
                </a:lnTo>
                <a:cubicBezTo>
                  <a:pt x="2762928" y="122482"/>
                  <a:pt x="2761247" y="124353"/>
                  <a:pt x="2748530" y="124913"/>
                </a:cubicBezTo>
                <a:lnTo>
                  <a:pt x="2748530" y="127718"/>
                </a:lnTo>
                <a:moveTo>
                  <a:pt x="2769473" y="0"/>
                </a:moveTo>
                <a:cubicBezTo>
                  <a:pt x="2764426" y="0"/>
                  <a:pt x="2760123" y="4303"/>
                  <a:pt x="2760123" y="9539"/>
                </a:cubicBezTo>
                <a:cubicBezTo>
                  <a:pt x="2760123" y="14960"/>
                  <a:pt x="2764237" y="19074"/>
                  <a:pt x="2769473" y="19074"/>
                </a:cubicBezTo>
                <a:cubicBezTo>
                  <a:pt x="2775083" y="19074"/>
                  <a:pt x="2779197" y="14960"/>
                  <a:pt x="2779197" y="9539"/>
                </a:cubicBezTo>
                <a:cubicBezTo>
                  <a:pt x="2779197" y="4114"/>
                  <a:pt x="2774897" y="0"/>
                  <a:pt x="2769473" y="0"/>
                </a:cubicBezTo>
                <a:close/>
                <a:moveTo>
                  <a:pt x="2801449" y="127718"/>
                </a:moveTo>
                <a:lnTo>
                  <a:pt x="2841093" y="127718"/>
                </a:lnTo>
                <a:lnTo>
                  <a:pt x="2841093" y="124913"/>
                </a:lnTo>
                <a:cubicBezTo>
                  <a:pt x="2831743" y="124353"/>
                  <a:pt x="2828750" y="121922"/>
                  <a:pt x="2828750" y="115191"/>
                </a:cubicBezTo>
                <a:lnTo>
                  <a:pt x="2828750" y="62645"/>
                </a:lnTo>
                <a:cubicBezTo>
                  <a:pt x="2837726" y="54230"/>
                  <a:pt x="2841841" y="51985"/>
                  <a:pt x="2848012" y="51985"/>
                </a:cubicBezTo>
                <a:cubicBezTo>
                  <a:pt x="2857174" y="51985"/>
                  <a:pt x="2861663" y="57783"/>
                  <a:pt x="2861663" y="70123"/>
                </a:cubicBezTo>
                <a:lnTo>
                  <a:pt x="2861663" y="109205"/>
                </a:lnTo>
                <a:cubicBezTo>
                  <a:pt x="2861289" y="121360"/>
                  <a:pt x="2859043" y="124353"/>
                  <a:pt x="2849881" y="124913"/>
                </a:cubicBezTo>
                <a:lnTo>
                  <a:pt x="2849881" y="127718"/>
                </a:lnTo>
                <a:lnTo>
                  <a:pt x="2888778" y="127718"/>
                </a:lnTo>
                <a:lnTo>
                  <a:pt x="2888778" y="124913"/>
                </a:lnTo>
                <a:cubicBezTo>
                  <a:pt x="2879613" y="123980"/>
                  <a:pt x="2877556" y="121734"/>
                  <a:pt x="2877370" y="112572"/>
                </a:cubicBezTo>
                <a:lnTo>
                  <a:pt x="2877370" y="69749"/>
                </a:lnTo>
                <a:cubicBezTo>
                  <a:pt x="2877370" y="52173"/>
                  <a:pt x="2869141" y="41701"/>
                  <a:pt x="2855305" y="41701"/>
                </a:cubicBezTo>
                <a:cubicBezTo>
                  <a:pt x="2846703" y="41701"/>
                  <a:pt x="2840905" y="44880"/>
                  <a:pt x="2828190" y="56847"/>
                </a:cubicBezTo>
                <a:lnTo>
                  <a:pt x="2828190" y="42075"/>
                </a:lnTo>
                <a:lnTo>
                  <a:pt x="2826881" y="41701"/>
                </a:lnTo>
                <a:cubicBezTo>
                  <a:pt x="2817156" y="45254"/>
                  <a:pt x="2810799" y="47311"/>
                  <a:pt x="2801075" y="50116"/>
                </a:cubicBezTo>
                <a:lnTo>
                  <a:pt x="2801075" y="53294"/>
                </a:lnTo>
                <a:cubicBezTo>
                  <a:pt x="2802385" y="52735"/>
                  <a:pt x="2804068" y="52547"/>
                  <a:pt x="2806126" y="52547"/>
                </a:cubicBezTo>
                <a:cubicBezTo>
                  <a:pt x="2811361" y="52547"/>
                  <a:pt x="2813042" y="55352"/>
                  <a:pt x="2813042" y="64514"/>
                </a:cubicBezTo>
                <a:lnTo>
                  <a:pt x="2813042" y="110889"/>
                </a:lnTo>
                <a:cubicBezTo>
                  <a:pt x="2812857" y="121922"/>
                  <a:pt x="2810799" y="124353"/>
                  <a:pt x="2801449" y="124913"/>
                </a:cubicBezTo>
                <a:lnTo>
                  <a:pt x="2801449" y="127718"/>
                </a:lnTo>
                <a:close/>
                <a:moveTo>
                  <a:pt x="2980028" y="55163"/>
                </a:moveTo>
                <a:lnTo>
                  <a:pt x="2980028" y="47873"/>
                </a:lnTo>
                <a:lnTo>
                  <a:pt x="2965630" y="47873"/>
                </a:lnTo>
                <a:cubicBezTo>
                  <a:pt x="2961704" y="47873"/>
                  <a:pt x="2959085" y="47311"/>
                  <a:pt x="2955347" y="46001"/>
                </a:cubicBezTo>
                <a:lnTo>
                  <a:pt x="2951233" y="44506"/>
                </a:lnTo>
                <a:cubicBezTo>
                  <a:pt x="2946371" y="42637"/>
                  <a:pt x="2941135" y="41701"/>
                  <a:pt x="2936273" y="41701"/>
                </a:cubicBezTo>
                <a:cubicBezTo>
                  <a:pt x="2918882" y="41701"/>
                  <a:pt x="2905043" y="54978"/>
                  <a:pt x="2905043" y="72180"/>
                </a:cubicBezTo>
                <a:cubicBezTo>
                  <a:pt x="2905043" y="83962"/>
                  <a:pt x="2909905" y="91067"/>
                  <a:pt x="2922434" y="97238"/>
                </a:cubicBezTo>
                <a:lnTo>
                  <a:pt x="2917572" y="101727"/>
                </a:lnTo>
                <a:cubicBezTo>
                  <a:pt x="2913646" y="105467"/>
                  <a:pt x="2911403" y="107525"/>
                  <a:pt x="2910841" y="108272"/>
                </a:cubicBezTo>
                <a:cubicBezTo>
                  <a:pt x="2906915" y="112387"/>
                  <a:pt x="2905793" y="114441"/>
                  <a:pt x="2905793" y="117622"/>
                </a:cubicBezTo>
                <a:cubicBezTo>
                  <a:pt x="2905793" y="121734"/>
                  <a:pt x="2907851" y="123791"/>
                  <a:pt x="2915703" y="127532"/>
                </a:cubicBezTo>
                <a:cubicBezTo>
                  <a:pt x="2902238" y="137256"/>
                  <a:pt x="2897379" y="143428"/>
                  <a:pt x="2897379" y="150344"/>
                </a:cubicBezTo>
                <a:cubicBezTo>
                  <a:pt x="2897379" y="160257"/>
                  <a:pt x="2911777" y="168483"/>
                  <a:pt x="2929727" y="168483"/>
                </a:cubicBezTo>
                <a:cubicBezTo>
                  <a:pt x="2943751" y="168483"/>
                  <a:pt x="2958337" y="163621"/>
                  <a:pt x="2968062" y="155769"/>
                </a:cubicBezTo>
                <a:cubicBezTo>
                  <a:pt x="2975169" y="149971"/>
                  <a:pt x="2978348" y="143987"/>
                  <a:pt x="2978348" y="136882"/>
                </a:cubicBezTo>
                <a:cubicBezTo>
                  <a:pt x="2978348" y="125289"/>
                  <a:pt x="2969557" y="117622"/>
                  <a:pt x="2955721" y="116872"/>
                </a:cubicBezTo>
                <a:lnTo>
                  <a:pt x="2931599" y="115751"/>
                </a:lnTo>
                <a:cubicBezTo>
                  <a:pt x="2921501" y="115377"/>
                  <a:pt x="2917013" y="113693"/>
                  <a:pt x="2917013" y="110703"/>
                </a:cubicBezTo>
                <a:cubicBezTo>
                  <a:pt x="2917013" y="106962"/>
                  <a:pt x="2923182" y="100417"/>
                  <a:pt x="2928232" y="98922"/>
                </a:cubicBezTo>
                <a:cubicBezTo>
                  <a:pt x="2934963" y="99484"/>
                  <a:pt x="2938515" y="99858"/>
                  <a:pt x="2938892" y="99858"/>
                </a:cubicBezTo>
                <a:cubicBezTo>
                  <a:pt x="2945808" y="99858"/>
                  <a:pt x="2953290" y="97053"/>
                  <a:pt x="2959085" y="92002"/>
                </a:cubicBezTo>
                <a:cubicBezTo>
                  <a:pt x="2965257" y="86767"/>
                  <a:pt x="2968062" y="80221"/>
                  <a:pt x="2968062" y="70874"/>
                </a:cubicBezTo>
                <a:cubicBezTo>
                  <a:pt x="2968062" y="65449"/>
                  <a:pt x="2967126" y="61150"/>
                  <a:pt x="2964509" y="55163"/>
                </a:cubicBezTo>
                <a:lnTo>
                  <a:pt x="2980028" y="55163"/>
                </a:lnTo>
                <a:moveTo>
                  <a:pt x="2919629" y="128094"/>
                </a:moveTo>
                <a:cubicBezTo>
                  <a:pt x="2925989" y="129401"/>
                  <a:pt x="2940573" y="130525"/>
                  <a:pt x="2950111" y="130525"/>
                </a:cubicBezTo>
                <a:cubicBezTo>
                  <a:pt x="2966940" y="130525"/>
                  <a:pt x="2973112" y="132956"/>
                  <a:pt x="2973112" y="139687"/>
                </a:cubicBezTo>
                <a:cubicBezTo>
                  <a:pt x="2973112" y="150533"/>
                  <a:pt x="2958899" y="157826"/>
                  <a:pt x="2937768" y="157826"/>
                </a:cubicBezTo>
                <a:cubicBezTo>
                  <a:pt x="2921127" y="157826"/>
                  <a:pt x="2910467" y="152402"/>
                  <a:pt x="2910467" y="144175"/>
                </a:cubicBezTo>
                <a:cubicBezTo>
                  <a:pt x="2910467" y="139873"/>
                  <a:pt x="2912151" y="137068"/>
                  <a:pt x="2919629" y="128094"/>
                </a:cubicBezTo>
                <a:moveTo>
                  <a:pt x="2920565" y="64514"/>
                </a:moveTo>
                <a:cubicBezTo>
                  <a:pt x="2920565" y="53483"/>
                  <a:pt x="2925801" y="46937"/>
                  <a:pt x="2934404" y="46937"/>
                </a:cubicBezTo>
                <a:cubicBezTo>
                  <a:pt x="2940199" y="46937"/>
                  <a:pt x="2945061" y="50116"/>
                  <a:pt x="2948054" y="55725"/>
                </a:cubicBezTo>
                <a:cubicBezTo>
                  <a:pt x="2951606" y="62271"/>
                  <a:pt x="2953664" y="70685"/>
                  <a:pt x="2953664" y="78164"/>
                </a:cubicBezTo>
                <a:cubicBezTo>
                  <a:pt x="2953664" y="88636"/>
                  <a:pt x="2948428" y="95181"/>
                  <a:pt x="2939825" y="95181"/>
                </a:cubicBezTo>
                <a:cubicBezTo>
                  <a:pt x="2928232" y="95181"/>
                  <a:pt x="2920565" y="83026"/>
                  <a:pt x="2920565" y="65076"/>
                </a:cubicBezTo>
                <a:lnTo>
                  <a:pt x="2920565" y="64514"/>
                </a:lnTo>
                <a:close/>
                <a:moveTo>
                  <a:pt x="3109804" y="1310"/>
                </a:moveTo>
                <a:lnTo>
                  <a:pt x="3105878" y="1310"/>
                </a:lnTo>
                <a:cubicBezTo>
                  <a:pt x="3105130" y="5424"/>
                  <a:pt x="3103073" y="7667"/>
                  <a:pt x="3099894" y="7667"/>
                </a:cubicBezTo>
                <a:cubicBezTo>
                  <a:pt x="3098023" y="7667"/>
                  <a:pt x="3094844" y="6919"/>
                  <a:pt x="3091665" y="5424"/>
                </a:cubicBezTo>
                <a:cubicBezTo>
                  <a:pt x="3084746" y="2805"/>
                  <a:pt x="3077827" y="1310"/>
                  <a:pt x="3071658" y="1310"/>
                </a:cubicBezTo>
                <a:cubicBezTo>
                  <a:pt x="3063803" y="1310"/>
                  <a:pt x="3055577" y="4488"/>
                  <a:pt x="3049405" y="9912"/>
                </a:cubicBezTo>
                <a:cubicBezTo>
                  <a:pt x="3042859" y="15708"/>
                  <a:pt x="3039495" y="23563"/>
                  <a:pt x="3039495" y="33287"/>
                </a:cubicBezTo>
                <a:cubicBezTo>
                  <a:pt x="3039495" y="48247"/>
                  <a:pt x="3047721" y="58719"/>
                  <a:pt x="3068665" y="69749"/>
                </a:cubicBezTo>
                <a:cubicBezTo>
                  <a:pt x="3082130" y="77043"/>
                  <a:pt x="3091854" y="84524"/>
                  <a:pt x="3096527" y="91629"/>
                </a:cubicBezTo>
                <a:cubicBezTo>
                  <a:pt x="3098211" y="94060"/>
                  <a:pt x="3099147" y="97986"/>
                  <a:pt x="3099147" y="102663"/>
                </a:cubicBezTo>
                <a:cubicBezTo>
                  <a:pt x="3099147" y="115003"/>
                  <a:pt x="3089797" y="123606"/>
                  <a:pt x="3076146" y="123606"/>
                </a:cubicBezTo>
                <a:cubicBezTo>
                  <a:pt x="3059314" y="123606"/>
                  <a:pt x="3047721" y="113320"/>
                  <a:pt x="3038371" y="90507"/>
                </a:cubicBezTo>
                <a:lnTo>
                  <a:pt x="3034071" y="90507"/>
                </a:lnTo>
                <a:lnTo>
                  <a:pt x="3039681" y="130149"/>
                </a:lnTo>
                <a:lnTo>
                  <a:pt x="3043795" y="130149"/>
                </a:lnTo>
                <a:cubicBezTo>
                  <a:pt x="3043981" y="126596"/>
                  <a:pt x="3046226" y="123980"/>
                  <a:pt x="3049031" y="123980"/>
                </a:cubicBezTo>
                <a:cubicBezTo>
                  <a:pt x="3051088" y="123980"/>
                  <a:pt x="3054267" y="124727"/>
                  <a:pt x="3057819" y="126037"/>
                </a:cubicBezTo>
                <a:cubicBezTo>
                  <a:pt x="3064924" y="128842"/>
                  <a:pt x="3072591" y="130337"/>
                  <a:pt x="3079884" y="130337"/>
                </a:cubicBezTo>
                <a:cubicBezTo>
                  <a:pt x="3101578" y="130337"/>
                  <a:pt x="3118033" y="115565"/>
                  <a:pt x="3118033" y="96117"/>
                </a:cubicBezTo>
                <a:cubicBezTo>
                  <a:pt x="3118033" y="80783"/>
                  <a:pt x="3107747" y="68816"/>
                  <a:pt x="3083063" y="55352"/>
                </a:cubicBezTo>
                <a:cubicBezTo>
                  <a:pt x="3063429" y="44692"/>
                  <a:pt x="3055577" y="36465"/>
                  <a:pt x="3055577" y="26179"/>
                </a:cubicBezTo>
                <a:cubicBezTo>
                  <a:pt x="3055577" y="15896"/>
                  <a:pt x="3063429" y="8977"/>
                  <a:pt x="3075022" y="8977"/>
                </a:cubicBezTo>
                <a:cubicBezTo>
                  <a:pt x="3083439" y="8977"/>
                  <a:pt x="3091292" y="12529"/>
                  <a:pt x="3097837" y="19263"/>
                </a:cubicBezTo>
                <a:cubicBezTo>
                  <a:pt x="3103632" y="25246"/>
                  <a:pt x="3106252" y="30108"/>
                  <a:pt x="3109245" y="41139"/>
                </a:cubicBezTo>
                <a:lnTo>
                  <a:pt x="3113918" y="41139"/>
                </a:lnTo>
                <a:lnTo>
                  <a:pt x="3109804" y="1310"/>
                </a:lnTo>
                <a:close/>
                <a:moveTo>
                  <a:pt x="3177871" y="43570"/>
                </a:moveTo>
                <a:lnTo>
                  <a:pt x="3158984" y="43570"/>
                </a:lnTo>
                <a:lnTo>
                  <a:pt x="3158984" y="21879"/>
                </a:lnTo>
                <a:cubicBezTo>
                  <a:pt x="3158984" y="20010"/>
                  <a:pt x="3158611" y="19448"/>
                  <a:pt x="3157675" y="19448"/>
                </a:cubicBezTo>
                <a:cubicBezTo>
                  <a:pt x="3146829" y="35156"/>
                  <a:pt x="3141220" y="41513"/>
                  <a:pt x="3135798" y="44692"/>
                </a:cubicBezTo>
                <a:cubicBezTo>
                  <a:pt x="3133741" y="46001"/>
                  <a:pt x="3132617" y="47123"/>
                  <a:pt x="3132617" y="48247"/>
                </a:cubicBezTo>
                <a:cubicBezTo>
                  <a:pt x="3132617" y="48806"/>
                  <a:pt x="3132805" y="49180"/>
                  <a:pt x="3133367" y="49554"/>
                </a:cubicBezTo>
                <a:lnTo>
                  <a:pt x="3143277" y="49554"/>
                </a:lnTo>
                <a:lnTo>
                  <a:pt x="3143277" y="105841"/>
                </a:lnTo>
                <a:cubicBezTo>
                  <a:pt x="3143277" y="121549"/>
                  <a:pt x="3148886" y="129589"/>
                  <a:pt x="3159920" y="129589"/>
                </a:cubicBezTo>
                <a:cubicBezTo>
                  <a:pt x="3169082" y="129589"/>
                  <a:pt x="3176187" y="125101"/>
                  <a:pt x="3182359" y="115377"/>
                </a:cubicBezTo>
                <a:lnTo>
                  <a:pt x="3179928" y="113320"/>
                </a:lnTo>
                <a:cubicBezTo>
                  <a:pt x="3175813" y="118182"/>
                  <a:pt x="3172823" y="119865"/>
                  <a:pt x="3168708" y="119865"/>
                </a:cubicBezTo>
                <a:cubicBezTo>
                  <a:pt x="3161789" y="119865"/>
                  <a:pt x="3158984" y="114818"/>
                  <a:pt x="3158984" y="103036"/>
                </a:cubicBezTo>
                <a:lnTo>
                  <a:pt x="3158984" y="49554"/>
                </a:lnTo>
                <a:lnTo>
                  <a:pt x="3177871" y="49554"/>
                </a:lnTo>
                <a:lnTo>
                  <a:pt x="3177871" y="43570"/>
                </a:lnTo>
                <a:close/>
                <a:moveTo>
                  <a:pt x="3264822" y="115377"/>
                </a:moveTo>
                <a:cubicBezTo>
                  <a:pt x="3261644" y="117996"/>
                  <a:pt x="3259401" y="118929"/>
                  <a:pt x="3256596" y="118929"/>
                </a:cubicBezTo>
                <a:cubicBezTo>
                  <a:pt x="3252296" y="118929"/>
                  <a:pt x="3250986" y="116313"/>
                  <a:pt x="3250986" y="108084"/>
                </a:cubicBezTo>
                <a:lnTo>
                  <a:pt x="3250986" y="71621"/>
                </a:lnTo>
                <a:cubicBezTo>
                  <a:pt x="3250986" y="61897"/>
                  <a:pt x="3250051" y="56473"/>
                  <a:pt x="3247246" y="51985"/>
                </a:cubicBezTo>
                <a:cubicBezTo>
                  <a:pt x="3243131" y="45254"/>
                  <a:pt x="3235091" y="41701"/>
                  <a:pt x="3224060" y="41701"/>
                </a:cubicBezTo>
                <a:cubicBezTo>
                  <a:pt x="3206480" y="41701"/>
                  <a:pt x="3192645" y="50863"/>
                  <a:pt x="3192645" y="62645"/>
                </a:cubicBezTo>
                <a:cubicBezTo>
                  <a:pt x="3192645" y="66945"/>
                  <a:pt x="3196197" y="70685"/>
                  <a:pt x="3200685" y="70685"/>
                </a:cubicBezTo>
                <a:cubicBezTo>
                  <a:pt x="3205171" y="70685"/>
                  <a:pt x="3209100" y="66945"/>
                  <a:pt x="3209100" y="62830"/>
                </a:cubicBezTo>
                <a:cubicBezTo>
                  <a:pt x="3209100" y="62083"/>
                  <a:pt x="3208911" y="61150"/>
                  <a:pt x="3208726" y="59840"/>
                </a:cubicBezTo>
                <a:cubicBezTo>
                  <a:pt x="3208352" y="58156"/>
                  <a:pt x="3208164" y="56661"/>
                  <a:pt x="3208164" y="55352"/>
                </a:cubicBezTo>
                <a:cubicBezTo>
                  <a:pt x="3208164" y="50304"/>
                  <a:pt x="3214147" y="46190"/>
                  <a:pt x="3221629" y="46190"/>
                </a:cubicBezTo>
                <a:cubicBezTo>
                  <a:pt x="3230791" y="46190"/>
                  <a:pt x="3235838" y="51611"/>
                  <a:pt x="3235838" y="61709"/>
                </a:cubicBezTo>
                <a:lnTo>
                  <a:pt x="3235838" y="73116"/>
                </a:lnTo>
                <a:cubicBezTo>
                  <a:pt x="3207228" y="84524"/>
                  <a:pt x="3203864" y="86205"/>
                  <a:pt x="3195823" y="93312"/>
                </a:cubicBezTo>
                <a:cubicBezTo>
                  <a:pt x="3191709" y="97053"/>
                  <a:pt x="3189089" y="103410"/>
                  <a:pt x="3189089" y="109579"/>
                </a:cubicBezTo>
                <a:cubicBezTo>
                  <a:pt x="3189089" y="121360"/>
                  <a:pt x="3197318" y="129589"/>
                  <a:pt x="3208726" y="129589"/>
                </a:cubicBezTo>
                <a:cubicBezTo>
                  <a:pt x="3216952" y="129589"/>
                  <a:pt x="3224619" y="125663"/>
                  <a:pt x="3236026" y="115939"/>
                </a:cubicBezTo>
                <a:cubicBezTo>
                  <a:pt x="3236962" y="125849"/>
                  <a:pt x="3240326" y="129589"/>
                  <a:pt x="3247993" y="129589"/>
                </a:cubicBezTo>
                <a:cubicBezTo>
                  <a:pt x="3254350" y="129589"/>
                  <a:pt x="3258280" y="127344"/>
                  <a:pt x="3264822" y="120239"/>
                </a:cubicBezTo>
                <a:lnTo>
                  <a:pt x="3264822" y="115377"/>
                </a:lnTo>
                <a:moveTo>
                  <a:pt x="3235838" y="104720"/>
                </a:moveTo>
                <a:cubicBezTo>
                  <a:pt x="3235838" y="110329"/>
                  <a:pt x="3234905" y="112387"/>
                  <a:pt x="3230976" y="114629"/>
                </a:cubicBezTo>
                <a:cubicBezTo>
                  <a:pt x="3226302" y="117246"/>
                  <a:pt x="3221255" y="118744"/>
                  <a:pt x="3217326" y="118744"/>
                </a:cubicBezTo>
                <a:cubicBezTo>
                  <a:pt x="3210783" y="118744"/>
                  <a:pt x="3205547" y="112387"/>
                  <a:pt x="3205547" y="104343"/>
                </a:cubicBezTo>
                <a:lnTo>
                  <a:pt x="3205547" y="103596"/>
                </a:lnTo>
                <a:cubicBezTo>
                  <a:pt x="3205733" y="92376"/>
                  <a:pt x="3213962" y="85272"/>
                  <a:pt x="3235838" y="77605"/>
                </a:cubicBezTo>
                <a:lnTo>
                  <a:pt x="3235838" y="104720"/>
                </a:lnTo>
                <a:close/>
                <a:moveTo>
                  <a:pt x="3353084" y="55163"/>
                </a:moveTo>
                <a:lnTo>
                  <a:pt x="3353084" y="47873"/>
                </a:lnTo>
                <a:lnTo>
                  <a:pt x="3338687" y="47873"/>
                </a:lnTo>
                <a:cubicBezTo>
                  <a:pt x="3334760" y="47873"/>
                  <a:pt x="3332141" y="47311"/>
                  <a:pt x="3328403" y="46001"/>
                </a:cubicBezTo>
                <a:lnTo>
                  <a:pt x="3324289" y="44506"/>
                </a:lnTo>
                <a:cubicBezTo>
                  <a:pt x="3319427" y="42637"/>
                  <a:pt x="3314191" y="41701"/>
                  <a:pt x="3309329" y="41701"/>
                </a:cubicBezTo>
                <a:cubicBezTo>
                  <a:pt x="3291938" y="41701"/>
                  <a:pt x="3278099" y="54978"/>
                  <a:pt x="3278099" y="72180"/>
                </a:cubicBezTo>
                <a:cubicBezTo>
                  <a:pt x="3278099" y="83962"/>
                  <a:pt x="3282961" y="91067"/>
                  <a:pt x="3295490" y="97238"/>
                </a:cubicBezTo>
                <a:lnTo>
                  <a:pt x="3290628" y="101727"/>
                </a:lnTo>
                <a:cubicBezTo>
                  <a:pt x="3286702" y="105467"/>
                  <a:pt x="3284459" y="107525"/>
                  <a:pt x="3283897" y="108272"/>
                </a:cubicBezTo>
                <a:cubicBezTo>
                  <a:pt x="3279971" y="112387"/>
                  <a:pt x="3278850" y="114441"/>
                  <a:pt x="3278850" y="117622"/>
                </a:cubicBezTo>
                <a:cubicBezTo>
                  <a:pt x="3278850" y="121734"/>
                  <a:pt x="3280907" y="123791"/>
                  <a:pt x="3288759" y="127532"/>
                </a:cubicBezTo>
                <a:cubicBezTo>
                  <a:pt x="3275294" y="137256"/>
                  <a:pt x="3270435" y="143428"/>
                  <a:pt x="3270435" y="150344"/>
                </a:cubicBezTo>
                <a:cubicBezTo>
                  <a:pt x="3270435" y="160257"/>
                  <a:pt x="3284833" y="168483"/>
                  <a:pt x="3302783" y="168483"/>
                </a:cubicBezTo>
                <a:cubicBezTo>
                  <a:pt x="3316807" y="168483"/>
                  <a:pt x="3331393" y="163621"/>
                  <a:pt x="3341118" y="155769"/>
                </a:cubicBezTo>
                <a:cubicBezTo>
                  <a:pt x="3348225" y="149971"/>
                  <a:pt x="3351404" y="143987"/>
                  <a:pt x="3351404" y="136882"/>
                </a:cubicBezTo>
                <a:cubicBezTo>
                  <a:pt x="3351404" y="125289"/>
                  <a:pt x="3342613" y="117622"/>
                  <a:pt x="3328777" y="116872"/>
                </a:cubicBezTo>
                <a:lnTo>
                  <a:pt x="3304655" y="115751"/>
                </a:lnTo>
                <a:cubicBezTo>
                  <a:pt x="3294557" y="115377"/>
                  <a:pt x="3290069" y="113693"/>
                  <a:pt x="3290069" y="110703"/>
                </a:cubicBezTo>
                <a:cubicBezTo>
                  <a:pt x="3290069" y="106962"/>
                  <a:pt x="3296238" y="100417"/>
                  <a:pt x="3301288" y="98922"/>
                </a:cubicBezTo>
                <a:cubicBezTo>
                  <a:pt x="3308019" y="99484"/>
                  <a:pt x="3311571" y="99858"/>
                  <a:pt x="3311948" y="99858"/>
                </a:cubicBezTo>
                <a:cubicBezTo>
                  <a:pt x="3318865" y="99858"/>
                  <a:pt x="3326346" y="97053"/>
                  <a:pt x="3332141" y="92002"/>
                </a:cubicBezTo>
                <a:cubicBezTo>
                  <a:pt x="3338313" y="86767"/>
                  <a:pt x="3341118" y="80221"/>
                  <a:pt x="3341118" y="70874"/>
                </a:cubicBezTo>
                <a:cubicBezTo>
                  <a:pt x="3341118" y="65449"/>
                  <a:pt x="3340182" y="61150"/>
                  <a:pt x="3337565" y="55163"/>
                </a:cubicBezTo>
                <a:lnTo>
                  <a:pt x="3353084" y="55163"/>
                </a:lnTo>
                <a:moveTo>
                  <a:pt x="3292685" y="128094"/>
                </a:moveTo>
                <a:cubicBezTo>
                  <a:pt x="3299045" y="129401"/>
                  <a:pt x="3313629" y="130525"/>
                  <a:pt x="3323167" y="130525"/>
                </a:cubicBezTo>
                <a:cubicBezTo>
                  <a:pt x="3339996" y="130525"/>
                  <a:pt x="3346168" y="132956"/>
                  <a:pt x="3346168" y="139687"/>
                </a:cubicBezTo>
                <a:cubicBezTo>
                  <a:pt x="3346168" y="150533"/>
                  <a:pt x="3331956" y="157826"/>
                  <a:pt x="3310824" y="157826"/>
                </a:cubicBezTo>
                <a:cubicBezTo>
                  <a:pt x="3294183" y="157826"/>
                  <a:pt x="3283523" y="152402"/>
                  <a:pt x="3283523" y="144175"/>
                </a:cubicBezTo>
                <a:cubicBezTo>
                  <a:pt x="3283523" y="139873"/>
                  <a:pt x="3285207" y="137068"/>
                  <a:pt x="3292685" y="128094"/>
                </a:cubicBezTo>
                <a:moveTo>
                  <a:pt x="3293621" y="64514"/>
                </a:moveTo>
                <a:cubicBezTo>
                  <a:pt x="3293621" y="53483"/>
                  <a:pt x="3298857" y="46937"/>
                  <a:pt x="3307460" y="46937"/>
                </a:cubicBezTo>
                <a:cubicBezTo>
                  <a:pt x="3313255" y="46937"/>
                  <a:pt x="3318117" y="50116"/>
                  <a:pt x="3321110" y="55725"/>
                </a:cubicBezTo>
                <a:cubicBezTo>
                  <a:pt x="3324662" y="62271"/>
                  <a:pt x="3326720" y="70685"/>
                  <a:pt x="3326720" y="78164"/>
                </a:cubicBezTo>
                <a:cubicBezTo>
                  <a:pt x="3326720" y="88636"/>
                  <a:pt x="3321484" y="95181"/>
                  <a:pt x="3312881" y="95181"/>
                </a:cubicBezTo>
                <a:cubicBezTo>
                  <a:pt x="3301288" y="95181"/>
                  <a:pt x="3293621" y="83026"/>
                  <a:pt x="3293621" y="65076"/>
                </a:cubicBezTo>
                <a:lnTo>
                  <a:pt x="3293621" y="64514"/>
                </a:lnTo>
                <a:close/>
                <a:moveTo>
                  <a:pt x="3436111" y="97053"/>
                </a:moveTo>
                <a:cubicBezTo>
                  <a:pt x="3427137" y="111262"/>
                  <a:pt x="3419093" y="116687"/>
                  <a:pt x="3407127" y="116687"/>
                </a:cubicBezTo>
                <a:cubicBezTo>
                  <a:pt x="3396469" y="116687"/>
                  <a:pt x="3388429" y="111262"/>
                  <a:pt x="3383005" y="100605"/>
                </a:cubicBezTo>
                <a:cubicBezTo>
                  <a:pt x="3379638" y="93498"/>
                  <a:pt x="3378331" y="87514"/>
                  <a:pt x="3377957" y="75921"/>
                </a:cubicBezTo>
                <a:lnTo>
                  <a:pt x="3435551" y="75921"/>
                </a:lnTo>
                <a:cubicBezTo>
                  <a:pt x="3434053" y="63766"/>
                  <a:pt x="3432184" y="58345"/>
                  <a:pt x="3427511" y="52358"/>
                </a:cubicBezTo>
                <a:cubicBezTo>
                  <a:pt x="3421898" y="45627"/>
                  <a:pt x="3413298" y="41701"/>
                  <a:pt x="3403574" y="41701"/>
                </a:cubicBezTo>
                <a:cubicBezTo>
                  <a:pt x="3394224" y="41701"/>
                  <a:pt x="3385436" y="45068"/>
                  <a:pt x="3378331" y="51425"/>
                </a:cubicBezTo>
                <a:cubicBezTo>
                  <a:pt x="3369540" y="59092"/>
                  <a:pt x="3364492" y="72369"/>
                  <a:pt x="3364492" y="87703"/>
                </a:cubicBezTo>
                <a:cubicBezTo>
                  <a:pt x="3364492" y="113508"/>
                  <a:pt x="3377957" y="129589"/>
                  <a:pt x="3399460" y="129589"/>
                </a:cubicBezTo>
                <a:cubicBezTo>
                  <a:pt x="3417224" y="129589"/>
                  <a:pt x="3431249" y="118556"/>
                  <a:pt x="3439104" y="98360"/>
                </a:cubicBezTo>
                <a:lnTo>
                  <a:pt x="3436111" y="97053"/>
                </a:lnTo>
                <a:moveTo>
                  <a:pt x="3378331" y="69938"/>
                </a:moveTo>
                <a:cubicBezTo>
                  <a:pt x="3380385" y="55352"/>
                  <a:pt x="3386745" y="48432"/>
                  <a:pt x="3398150" y="48432"/>
                </a:cubicBezTo>
                <a:cubicBezTo>
                  <a:pt x="3409558" y="48432"/>
                  <a:pt x="3414046" y="53668"/>
                  <a:pt x="3416477" y="69938"/>
                </a:cubicBezTo>
                <a:lnTo>
                  <a:pt x="3378331" y="69938"/>
                </a:lnTo>
                <a:close/>
                <a:moveTo>
                  <a:pt x="3574861" y="102100"/>
                </a:moveTo>
                <a:lnTo>
                  <a:pt x="3572430" y="101165"/>
                </a:lnTo>
                <a:cubicBezTo>
                  <a:pt x="3565511" y="112010"/>
                  <a:pt x="3563454" y="113320"/>
                  <a:pt x="3554666" y="113508"/>
                </a:cubicBezTo>
                <a:lnTo>
                  <a:pt x="3509974" y="113508"/>
                </a:lnTo>
                <a:lnTo>
                  <a:pt x="3541389" y="80595"/>
                </a:lnTo>
                <a:cubicBezTo>
                  <a:pt x="3558032" y="63207"/>
                  <a:pt x="3565326" y="48994"/>
                  <a:pt x="3565326" y="34408"/>
                </a:cubicBezTo>
                <a:cubicBezTo>
                  <a:pt x="3565326" y="15708"/>
                  <a:pt x="3550177" y="1310"/>
                  <a:pt x="3530732" y="1310"/>
                </a:cubicBezTo>
                <a:cubicBezTo>
                  <a:pt x="3520446" y="1310"/>
                  <a:pt x="3510722" y="5424"/>
                  <a:pt x="3503802" y="12903"/>
                </a:cubicBezTo>
                <a:cubicBezTo>
                  <a:pt x="3497819" y="19263"/>
                  <a:pt x="3495014" y="25246"/>
                  <a:pt x="3491835" y="38523"/>
                </a:cubicBezTo>
                <a:lnTo>
                  <a:pt x="3495762" y="39456"/>
                </a:lnTo>
                <a:cubicBezTo>
                  <a:pt x="3503243" y="21132"/>
                  <a:pt x="3509788" y="15148"/>
                  <a:pt x="3522877" y="15148"/>
                </a:cubicBezTo>
                <a:cubicBezTo>
                  <a:pt x="3538773" y="15148"/>
                  <a:pt x="3549244" y="25805"/>
                  <a:pt x="3549244" y="41513"/>
                </a:cubicBezTo>
                <a:cubicBezTo>
                  <a:pt x="3549244" y="56287"/>
                  <a:pt x="3540641" y="73490"/>
                  <a:pt x="3524934" y="90134"/>
                </a:cubicBezTo>
                <a:lnTo>
                  <a:pt x="3491650" y="125475"/>
                </a:lnTo>
                <a:lnTo>
                  <a:pt x="3491650" y="127718"/>
                </a:lnTo>
                <a:lnTo>
                  <a:pt x="3564578" y="127718"/>
                </a:lnTo>
                <a:lnTo>
                  <a:pt x="3574861" y="102100"/>
                </a:lnTo>
                <a:close/>
                <a:moveTo>
                  <a:pt x="3587204" y="160816"/>
                </a:moveTo>
                <a:cubicBezTo>
                  <a:pt x="3601042" y="151654"/>
                  <a:pt x="3606652" y="146980"/>
                  <a:pt x="3613568" y="138378"/>
                </a:cubicBezTo>
                <a:cubicBezTo>
                  <a:pt x="3626848" y="122108"/>
                  <a:pt x="3633390" y="103410"/>
                  <a:pt x="3633390" y="81531"/>
                </a:cubicBezTo>
                <a:cubicBezTo>
                  <a:pt x="3633390" y="57594"/>
                  <a:pt x="3626471" y="39456"/>
                  <a:pt x="3610016" y="20384"/>
                </a:cubicBezTo>
                <a:cubicBezTo>
                  <a:pt x="3602349" y="11408"/>
                  <a:pt x="3597487" y="7293"/>
                  <a:pt x="3587763" y="1310"/>
                </a:cubicBezTo>
                <a:lnTo>
                  <a:pt x="3585520" y="4303"/>
                </a:lnTo>
                <a:cubicBezTo>
                  <a:pt x="3600480" y="16081"/>
                  <a:pt x="3605528" y="22627"/>
                  <a:pt x="3610764" y="36651"/>
                </a:cubicBezTo>
                <a:cubicBezTo>
                  <a:pt x="3615252" y="49180"/>
                  <a:pt x="3617309" y="63207"/>
                  <a:pt x="3617309" y="82093"/>
                </a:cubicBezTo>
                <a:cubicBezTo>
                  <a:pt x="3617309" y="101727"/>
                  <a:pt x="3614878" y="117060"/>
                  <a:pt x="3609830" y="128468"/>
                </a:cubicBezTo>
                <a:cubicBezTo>
                  <a:pt x="3604780" y="140061"/>
                  <a:pt x="3598985" y="146980"/>
                  <a:pt x="3585520" y="157826"/>
                </a:cubicBezTo>
                <a:lnTo>
                  <a:pt x="3587204" y="1608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D085E-897B-43AE-91E8-E2C7057A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56" y="950429"/>
            <a:ext cx="649733" cy="26615"/>
          </a:xfrm>
          <a:custGeom xmlns:a="http://schemas.openxmlformats.org/drawingml/2006/main">
            <a:pathLst>
              <a:path w="649733" h="26615">
                <a:moveTo>
                  <a:pt x="0" y="9116"/>
                </a:moveTo>
                <a:lnTo>
                  <a:pt x="8317" y="9116"/>
                </a:lnTo>
                <a:lnTo>
                  <a:pt x="8317" y="17433"/>
                </a:lnTo>
                <a:lnTo>
                  <a:pt x="0" y="17433"/>
                </a:lnTo>
                <a:lnTo>
                  <a:pt x="0" y="9116"/>
                </a:lnTo>
                <a:close/>
                <a:moveTo>
                  <a:pt x="16634" y="9116"/>
                </a:moveTo>
                <a:lnTo>
                  <a:pt x="24951" y="9116"/>
                </a:lnTo>
                <a:lnTo>
                  <a:pt x="24951" y="17433"/>
                </a:lnTo>
                <a:lnTo>
                  <a:pt x="16634" y="17433"/>
                </a:lnTo>
                <a:lnTo>
                  <a:pt x="16634" y="9116"/>
                </a:lnTo>
                <a:close/>
                <a:moveTo>
                  <a:pt x="33268" y="9116"/>
                </a:moveTo>
                <a:lnTo>
                  <a:pt x="41586" y="9116"/>
                </a:lnTo>
                <a:lnTo>
                  <a:pt x="41586" y="17433"/>
                </a:lnTo>
                <a:lnTo>
                  <a:pt x="33268" y="17433"/>
                </a:lnTo>
                <a:lnTo>
                  <a:pt x="33268" y="9116"/>
                </a:lnTo>
                <a:close/>
                <a:moveTo>
                  <a:pt x="49903" y="9116"/>
                </a:moveTo>
                <a:lnTo>
                  <a:pt x="58220" y="9116"/>
                </a:lnTo>
                <a:lnTo>
                  <a:pt x="58220" y="17433"/>
                </a:lnTo>
                <a:lnTo>
                  <a:pt x="49903" y="17433"/>
                </a:lnTo>
                <a:lnTo>
                  <a:pt x="49903" y="9116"/>
                </a:lnTo>
                <a:close/>
                <a:moveTo>
                  <a:pt x="66537" y="9116"/>
                </a:moveTo>
                <a:lnTo>
                  <a:pt x="74854" y="9116"/>
                </a:lnTo>
                <a:lnTo>
                  <a:pt x="74854" y="17433"/>
                </a:lnTo>
                <a:lnTo>
                  <a:pt x="66537" y="17433"/>
                </a:lnTo>
                <a:lnTo>
                  <a:pt x="66537" y="9116"/>
                </a:lnTo>
                <a:close/>
                <a:moveTo>
                  <a:pt x="83171" y="9116"/>
                </a:moveTo>
                <a:lnTo>
                  <a:pt x="91488" y="9116"/>
                </a:lnTo>
                <a:lnTo>
                  <a:pt x="91488" y="17433"/>
                </a:lnTo>
                <a:lnTo>
                  <a:pt x="83171" y="17433"/>
                </a:lnTo>
                <a:lnTo>
                  <a:pt x="83171" y="9116"/>
                </a:lnTo>
                <a:close/>
                <a:moveTo>
                  <a:pt x="99805" y="9116"/>
                </a:moveTo>
                <a:lnTo>
                  <a:pt x="108122" y="9116"/>
                </a:lnTo>
                <a:lnTo>
                  <a:pt x="108122" y="17433"/>
                </a:lnTo>
                <a:lnTo>
                  <a:pt x="99805" y="17433"/>
                </a:lnTo>
                <a:lnTo>
                  <a:pt x="99805" y="9116"/>
                </a:lnTo>
                <a:close/>
                <a:moveTo>
                  <a:pt x="116440" y="9116"/>
                </a:moveTo>
                <a:lnTo>
                  <a:pt x="124757" y="9116"/>
                </a:lnTo>
                <a:lnTo>
                  <a:pt x="124757" y="17433"/>
                </a:lnTo>
                <a:lnTo>
                  <a:pt x="116440" y="17433"/>
                </a:lnTo>
                <a:lnTo>
                  <a:pt x="116440" y="9116"/>
                </a:lnTo>
                <a:close/>
                <a:moveTo>
                  <a:pt x="133074" y="9116"/>
                </a:moveTo>
                <a:lnTo>
                  <a:pt x="141391" y="9116"/>
                </a:lnTo>
                <a:lnTo>
                  <a:pt x="141391" y="17433"/>
                </a:lnTo>
                <a:lnTo>
                  <a:pt x="133074" y="17433"/>
                </a:lnTo>
                <a:lnTo>
                  <a:pt x="133074" y="9116"/>
                </a:lnTo>
                <a:close/>
                <a:moveTo>
                  <a:pt x="149708" y="9116"/>
                </a:moveTo>
                <a:lnTo>
                  <a:pt x="158025" y="9116"/>
                </a:lnTo>
                <a:lnTo>
                  <a:pt x="158025" y="17433"/>
                </a:lnTo>
                <a:lnTo>
                  <a:pt x="149708" y="17433"/>
                </a:lnTo>
                <a:lnTo>
                  <a:pt x="149708" y="9116"/>
                </a:lnTo>
                <a:close/>
                <a:moveTo>
                  <a:pt x="166342" y="9116"/>
                </a:moveTo>
                <a:lnTo>
                  <a:pt x="174659" y="9116"/>
                </a:lnTo>
                <a:lnTo>
                  <a:pt x="174659" y="17433"/>
                </a:lnTo>
                <a:lnTo>
                  <a:pt x="166342" y="17433"/>
                </a:lnTo>
                <a:lnTo>
                  <a:pt x="166342" y="9116"/>
                </a:lnTo>
                <a:close/>
                <a:moveTo>
                  <a:pt x="182976" y="9116"/>
                </a:moveTo>
                <a:lnTo>
                  <a:pt x="191294" y="9116"/>
                </a:lnTo>
                <a:lnTo>
                  <a:pt x="191294" y="17433"/>
                </a:lnTo>
                <a:lnTo>
                  <a:pt x="182976" y="17433"/>
                </a:lnTo>
                <a:lnTo>
                  <a:pt x="182976" y="9116"/>
                </a:lnTo>
                <a:close/>
                <a:moveTo>
                  <a:pt x="199611" y="9116"/>
                </a:moveTo>
                <a:lnTo>
                  <a:pt x="207928" y="9116"/>
                </a:lnTo>
                <a:lnTo>
                  <a:pt x="207928" y="17433"/>
                </a:lnTo>
                <a:lnTo>
                  <a:pt x="199611" y="17433"/>
                </a:lnTo>
                <a:lnTo>
                  <a:pt x="199611" y="9116"/>
                </a:lnTo>
                <a:close/>
                <a:moveTo>
                  <a:pt x="216245" y="9116"/>
                </a:moveTo>
                <a:lnTo>
                  <a:pt x="224562" y="9116"/>
                </a:lnTo>
                <a:lnTo>
                  <a:pt x="224562" y="17433"/>
                </a:lnTo>
                <a:lnTo>
                  <a:pt x="216245" y="17433"/>
                </a:lnTo>
                <a:lnTo>
                  <a:pt x="216245" y="9116"/>
                </a:lnTo>
                <a:close/>
                <a:moveTo>
                  <a:pt x="232879" y="9116"/>
                </a:moveTo>
                <a:lnTo>
                  <a:pt x="241196" y="9116"/>
                </a:lnTo>
                <a:lnTo>
                  <a:pt x="241196" y="17433"/>
                </a:lnTo>
                <a:lnTo>
                  <a:pt x="232879" y="17433"/>
                </a:lnTo>
                <a:lnTo>
                  <a:pt x="232879" y="9116"/>
                </a:lnTo>
                <a:close/>
                <a:moveTo>
                  <a:pt x="249513" y="9116"/>
                </a:moveTo>
                <a:lnTo>
                  <a:pt x="257830" y="9116"/>
                </a:lnTo>
                <a:lnTo>
                  <a:pt x="257830" y="17433"/>
                </a:lnTo>
                <a:lnTo>
                  <a:pt x="249513" y="17433"/>
                </a:lnTo>
                <a:lnTo>
                  <a:pt x="249513" y="9116"/>
                </a:lnTo>
                <a:close/>
                <a:moveTo>
                  <a:pt x="266148" y="9116"/>
                </a:moveTo>
                <a:lnTo>
                  <a:pt x="274465" y="9116"/>
                </a:lnTo>
                <a:lnTo>
                  <a:pt x="274465" y="17433"/>
                </a:lnTo>
                <a:lnTo>
                  <a:pt x="266148" y="17433"/>
                </a:lnTo>
                <a:lnTo>
                  <a:pt x="266148" y="9116"/>
                </a:lnTo>
                <a:close/>
                <a:moveTo>
                  <a:pt x="282782" y="9116"/>
                </a:moveTo>
                <a:lnTo>
                  <a:pt x="291099" y="9116"/>
                </a:lnTo>
                <a:lnTo>
                  <a:pt x="291099" y="17433"/>
                </a:lnTo>
                <a:lnTo>
                  <a:pt x="282782" y="17433"/>
                </a:lnTo>
                <a:lnTo>
                  <a:pt x="282782" y="9116"/>
                </a:lnTo>
                <a:close/>
                <a:moveTo>
                  <a:pt x="299416" y="9116"/>
                </a:moveTo>
                <a:lnTo>
                  <a:pt x="307733" y="9116"/>
                </a:lnTo>
                <a:lnTo>
                  <a:pt x="307733" y="17433"/>
                </a:lnTo>
                <a:lnTo>
                  <a:pt x="299416" y="17433"/>
                </a:lnTo>
                <a:lnTo>
                  <a:pt x="299416" y="9116"/>
                </a:lnTo>
                <a:close/>
                <a:moveTo>
                  <a:pt x="316050" y="9116"/>
                </a:moveTo>
                <a:lnTo>
                  <a:pt x="324367" y="9116"/>
                </a:lnTo>
                <a:lnTo>
                  <a:pt x="324367" y="17433"/>
                </a:lnTo>
                <a:lnTo>
                  <a:pt x="316050" y="17433"/>
                </a:lnTo>
                <a:lnTo>
                  <a:pt x="316050" y="9116"/>
                </a:lnTo>
                <a:close/>
                <a:moveTo>
                  <a:pt x="332684" y="9116"/>
                </a:moveTo>
                <a:lnTo>
                  <a:pt x="341002" y="9116"/>
                </a:lnTo>
                <a:lnTo>
                  <a:pt x="341002" y="17433"/>
                </a:lnTo>
                <a:lnTo>
                  <a:pt x="332684" y="17433"/>
                </a:lnTo>
                <a:lnTo>
                  <a:pt x="332684" y="9116"/>
                </a:lnTo>
                <a:close/>
                <a:moveTo>
                  <a:pt x="349319" y="9116"/>
                </a:moveTo>
                <a:lnTo>
                  <a:pt x="357636" y="9116"/>
                </a:lnTo>
                <a:lnTo>
                  <a:pt x="357636" y="17433"/>
                </a:lnTo>
                <a:lnTo>
                  <a:pt x="349319" y="17433"/>
                </a:lnTo>
                <a:lnTo>
                  <a:pt x="349319" y="9116"/>
                </a:lnTo>
                <a:close/>
                <a:moveTo>
                  <a:pt x="365953" y="9116"/>
                </a:moveTo>
                <a:lnTo>
                  <a:pt x="374270" y="9116"/>
                </a:lnTo>
                <a:lnTo>
                  <a:pt x="374270" y="17433"/>
                </a:lnTo>
                <a:lnTo>
                  <a:pt x="365953" y="17433"/>
                </a:lnTo>
                <a:lnTo>
                  <a:pt x="365953" y="9116"/>
                </a:lnTo>
                <a:close/>
                <a:moveTo>
                  <a:pt x="382587" y="9116"/>
                </a:moveTo>
                <a:lnTo>
                  <a:pt x="390904" y="9116"/>
                </a:lnTo>
                <a:lnTo>
                  <a:pt x="390904" y="17433"/>
                </a:lnTo>
                <a:lnTo>
                  <a:pt x="382587" y="17433"/>
                </a:lnTo>
                <a:lnTo>
                  <a:pt x="382587" y="9116"/>
                </a:lnTo>
                <a:close/>
                <a:moveTo>
                  <a:pt x="399221" y="9116"/>
                </a:moveTo>
                <a:lnTo>
                  <a:pt x="407538" y="9116"/>
                </a:lnTo>
                <a:lnTo>
                  <a:pt x="407538" y="17433"/>
                </a:lnTo>
                <a:lnTo>
                  <a:pt x="399221" y="17433"/>
                </a:lnTo>
                <a:lnTo>
                  <a:pt x="399221" y="9116"/>
                </a:lnTo>
                <a:close/>
                <a:moveTo>
                  <a:pt x="415856" y="9116"/>
                </a:moveTo>
                <a:lnTo>
                  <a:pt x="424173" y="9116"/>
                </a:lnTo>
                <a:lnTo>
                  <a:pt x="424173" y="17433"/>
                </a:lnTo>
                <a:lnTo>
                  <a:pt x="415856" y="17433"/>
                </a:lnTo>
                <a:lnTo>
                  <a:pt x="415856" y="9116"/>
                </a:lnTo>
                <a:close/>
                <a:moveTo>
                  <a:pt x="432490" y="9116"/>
                </a:moveTo>
                <a:lnTo>
                  <a:pt x="440807" y="9116"/>
                </a:lnTo>
                <a:lnTo>
                  <a:pt x="440807" y="17433"/>
                </a:lnTo>
                <a:lnTo>
                  <a:pt x="432490" y="17433"/>
                </a:lnTo>
                <a:lnTo>
                  <a:pt x="432490" y="9116"/>
                </a:lnTo>
                <a:close/>
                <a:moveTo>
                  <a:pt x="449124" y="9116"/>
                </a:moveTo>
                <a:lnTo>
                  <a:pt x="457441" y="9116"/>
                </a:lnTo>
                <a:lnTo>
                  <a:pt x="457441" y="17433"/>
                </a:lnTo>
                <a:lnTo>
                  <a:pt x="449124" y="17433"/>
                </a:lnTo>
                <a:lnTo>
                  <a:pt x="449124" y="9116"/>
                </a:lnTo>
                <a:close/>
                <a:moveTo>
                  <a:pt x="465758" y="9116"/>
                </a:moveTo>
                <a:lnTo>
                  <a:pt x="474075" y="9116"/>
                </a:lnTo>
                <a:lnTo>
                  <a:pt x="474075" y="17433"/>
                </a:lnTo>
                <a:lnTo>
                  <a:pt x="465758" y="17433"/>
                </a:lnTo>
                <a:lnTo>
                  <a:pt x="465758" y="9116"/>
                </a:lnTo>
                <a:close/>
                <a:moveTo>
                  <a:pt x="482392" y="9116"/>
                </a:moveTo>
                <a:lnTo>
                  <a:pt x="490710" y="9116"/>
                </a:lnTo>
                <a:lnTo>
                  <a:pt x="490710" y="17433"/>
                </a:lnTo>
                <a:lnTo>
                  <a:pt x="482392" y="17433"/>
                </a:lnTo>
                <a:lnTo>
                  <a:pt x="482392" y="9116"/>
                </a:lnTo>
                <a:close/>
                <a:moveTo>
                  <a:pt x="499027" y="9116"/>
                </a:moveTo>
                <a:lnTo>
                  <a:pt x="507344" y="9116"/>
                </a:lnTo>
                <a:lnTo>
                  <a:pt x="507344" y="17433"/>
                </a:lnTo>
                <a:lnTo>
                  <a:pt x="499027" y="17433"/>
                </a:lnTo>
                <a:lnTo>
                  <a:pt x="499027" y="9116"/>
                </a:lnTo>
                <a:close/>
                <a:moveTo>
                  <a:pt x="515661" y="9116"/>
                </a:moveTo>
                <a:lnTo>
                  <a:pt x="523978" y="9116"/>
                </a:lnTo>
                <a:lnTo>
                  <a:pt x="523978" y="17433"/>
                </a:lnTo>
                <a:lnTo>
                  <a:pt x="515661" y="17433"/>
                </a:lnTo>
                <a:lnTo>
                  <a:pt x="515661" y="9116"/>
                </a:lnTo>
                <a:close/>
                <a:moveTo>
                  <a:pt x="532295" y="9116"/>
                </a:moveTo>
                <a:lnTo>
                  <a:pt x="540612" y="9116"/>
                </a:lnTo>
                <a:lnTo>
                  <a:pt x="540612" y="17499"/>
                </a:lnTo>
                <a:lnTo>
                  <a:pt x="532295" y="17433"/>
                </a:lnTo>
                <a:lnTo>
                  <a:pt x="532295" y="9116"/>
                </a:lnTo>
                <a:close/>
                <a:moveTo>
                  <a:pt x="548929" y="9116"/>
                </a:moveTo>
                <a:lnTo>
                  <a:pt x="557246" y="9116"/>
                </a:lnTo>
                <a:lnTo>
                  <a:pt x="557246" y="17499"/>
                </a:lnTo>
                <a:lnTo>
                  <a:pt x="548929" y="17499"/>
                </a:lnTo>
                <a:lnTo>
                  <a:pt x="548929" y="9116"/>
                </a:lnTo>
                <a:close/>
                <a:moveTo>
                  <a:pt x="565564" y="9116"/>
                </a:moveTo>
                <a:lnTo>
                  <a:pt x="573881" y="9116"/>
                </a:lnTo>
                <a:lnTo>
                  <a:pt x="573881" y="17499"/>
                </a:lnTo>
                <a:lnTo>
                  <a:pt x="565564" y="17499"/>
                </a:lnTo>
                <a:lnTo>
                  <a:pt x="565564" y="9116"/>
                </a:lnTo>
                <a:close/>
                <a:moveTo>
                  <a:pt x="582198" y="9182"/>
                </a:moveTo>
                <a:lnTo>
                  <a:pt x="590515" y="9182"/>
                </a:lnTo>
                <a:lnTo>
                  <a:pt x="590515" y="17499"/>
                </a:lnTo>
                <a:lnTo>
                  <a:pt x="582198" y="17499"/>
                </a:lnTo>
                <a:lnTo>
                  <a:pt x="582198" y="9182"/>
                </a:lnTo>
                <a:close/>
                <a:moveTo>
                  <a:pt x="598832" y="9182"/>
                </a:moveTo>
                <a:lnTo>
                  <a:pt x="607149" y="9182"/>
                </a:lnTo>
                <a:lnTo>
                  <a:pt x="607149" y="17499"/>
                </a:lnTo>
                <a:lnTo>
                  <a:pt x="598832" y="17499"/>
                </a:lnTo>
                <a:lnTo>
                  <a:pt x="598832" y="9182"/>
                </a:lnTo>
                <a:close/>
                <a:moveTo>
                  <a:pt x="615466" y="9182"/>
                </a:moveTo>
                <a:lnTo>
                  <a:pt x="616464" y="9182"/>
                </a:lnTo>
                <a:lnTo>
                  <a:pt x="616464" y="17499"/>
                </a:lnTo>
                <a:lnTo>
                  <a:pt x="615466" y="17499"/>
                </a:lnTo>
                <a:lnTo>
                  <a:pt x="615466" y="9182"/>
                </a:lnTo>
                <a:close/>
                <a:moveTo>
                  <a:pt x="609811" y="0"/>
                </a:moveTo>
                <a:lnTo>
                  <a:pt x="649733" y="13307"/>
                </a:lnTo>
                <a:lnTo>
                  <a:pt x="609811" y="26615"/>
                </a:lnTo>
                <a:lnTo>
                  <a:pt x="609811" y="0"/>
                </a:lnTo>
                <a:close/>
              </a:path>
            </a:pathLst>
          </a:custGeom>
          <a:solidFill xmlns:a="http://schemas.openxmlformats.org/drawingml/2006/main">
            <a:srgbClr val="7393B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9C01E-A875-46BA-83D4-CC7F9B57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466" y="2962844"/>
            <a:ext cx="508541" cy="26615"/>
          </a:xfrm>
          <a:custGeom xmlns:a="http://schemas.openxmlformats.org/drawingml/2006/main">
            <a:pathLst>
              <a:path w="508541" h="26615">
                <a:moveTo>
                  <a:pt x="0" y="8809"/>
                </a:moveTo>
                <a:lnTo>
                  <a:pt x="0" y="17127"/>
                </a:lnTo>
                <a:lnTo>
                  <a:pt x="8317" y="17133"/>
                </a:lnTo>
                <a:lnTo>
                  <a:pt x="8317" y="8816"/>
                </a:lnTo>
                <a:lnTo>
                  <a:pt x="0" y="8809"/>
                </a:lnTo>
                <a:close/>
                <a:moveTo>
                  <a:pt x="16634" y="17140"/>
                </a:moveTo>
                <a:lnTo>
                  <a:pt x="24951" y="17147"/>
                </a:lnTo>
                <a:lnTo>
                  <a:pt x="24951" y="8829"/>
                </a:lnTo>
                <a:lnTo>
                  <a:pt x="16634" y="8823"/>
                </a:lnTo>
                <a:lnTo>
                  <a:pt x="16634" y="17140"/>
                </a:lnTo>
                <a:close/>
                <a:moveTo>
                  <a:pt x="33268" y="17147"/>
                </a:moveTo>
                <a:lnTo>
                  <a:pt x="41586" y="17153"/>
                </a:lnTo>
                <a:lnTo>
                  <a:pt x="41586" y="8836"/>
                </a:lnTo>
                <a:lnTo>
                  <a:pt x="33268" y="8829"/>
                </a:lnTo>
                <a:lnTo>
                  <a:pt x="33268" y="17147"/>
                </a:lnTo>
                <a:close/>
                <a:moveTo>
                  <a:pt x="49903" y="17160"/>
                </a:moveTo>
                <a:lnTo>
                  <a:pt x="58220" y="17167"/>
                </a:lnTo>
                <a:lnTo>
                  <a:pt x="58220" y="8849"/>
                </a:lnTo>
                <a:lnTo>
                  <a:pt x="49903" y="8843"/>
                </a:lnTo>
                <a:lnTo>
                  <a:pt x="49903" y="17160"/>
                </a:lnTo>
                <a:close/>
                <a:moveTo>
                  <a:pt x="66537" y="17173"/>
                </a:moveTo>
                <a:lnTo>
                  <a:pt x="74854" y="17180"/>
                </a:lnTo>
                <a:lnTo>
                  <a:pt x="74854" y="8863"/>
                </a:lnTo>
                <a:lnTo>
                  <a:pt x="66537" y="8856"/>
                </a:lnTo>
                <a:lnTo>
                  <a:pt x="66537" y="17173"/>
                </a:lnTo>
                <a:close/>
                <a:moveTo>
                  <a:pt x="83171" y="17186"/>
                </a:moveTo>
                <a:lnTo>
                  <a:pt x="91488" y="17193"/>
                </a:lnTo>
                <a:lnTo>
                  <a:pt x="91488" y="8876"/>
                </a:lnTo>
                <a:lnTo>
                  <a:pt x="83171" y="8869"/>
                </a:lnTo>
                <a:lnTo>
                  <a:pt x="83171" y="17186"/>
                </a:lnTo>
                <a:close/>
                <a:moveTo>
                  <a:pt x="99805" y="17200"/>
                </a:moveTo>
                <a:lnTo>
                  <a:pt x="108122" y="17206"/>
                </a:lnTo>
                <a:lnTo>
                  <a:pt x="108122" y="8889"/>
                </a:lnTo>
                <a:lnTo>
                  <a:pt x="99805" y="8883"/>
                </a:lnTo>
                <a:lnTo>
                  <a:pt x="99805" y="17200"/>
                </a:lnTo>
                <a:close/>
                <a:moveTo>
                  <a:pt x="116440" y="17213"/>
                </a:moveTo>
                <a:lnTo>
                  <a:pt x="124757" y="17220"/>
                </a:lnTo>
                <a:lnTo>
                  <a:pt x="124757" y="8903"/>
                </a:lnTo>
                <a:lnTo>
                  <a:pt x="116440" y="8896"/>
                </a:lnTo>
                <a:lnTo>
                  <a:pt x="116440" y="17213"/>
                </a:lnTo>
                <a:close/>
                <a:moveTo>
                  <a:pt x="133074" y="17220"/>
                </a:moveTo>
                <a:lnTo>
                  <a:pt x="141391" y="17226"/>
                </a:lnTo>
                <a:lnTo>
                  <a:pt x="141391" y="8909"/>
                </a:lnTo>
                <a:lnTo>
                  <a:pt x="133074" y="8903"/>
                </a:lnTo>
                <a:lnTo>
                  <a:pt x="133074" y="17220"/>
                </a:lnTo>
                <a:close/>
                <a:moveTo>
                  <a:pt x="149708" y="17233"/>
                </a:moveTo>
                <a:lnTo>
                  <a:pt x="158025" y="17240"/>
                </a:lnTo>
                <a:lnTo>
                  <a:pt x="158025" y="8923"/>
                </a:lnTo>
                <a:lnTo>
                  <a:pt x="149708" y="8916"/>
                </a:lnTo>
                <a:lnTo>
                  <a:pt x="149708" y="17233"/>
                </a:lnTo>
                <a:close/>
                <a:moveTo>
                  <a:pt x="166342" y="17246"/>
                </a:moveTo>
                <a:lnTo>
                  <a:pt x="174659" y="17253"/>
                </a:lnTo>
                <a:lnTo>
                  <a:pt x="174659" y="8936"/>
                </a:lnTo>
                <a:lnTo>
                  <a:pt x="166342" y="8929"/>
                </a:lnTo>
                <a:lnTo>
                  <a:pt x="166342" y="17246"/>
                </a:lnTo>
                <a:close/>
                <a:moveTo>
                  <a:pt x="182976" y="17260"/>
                </a:moveTo>
                <a:lnTo>
                  <a:pt x="191294" y="17266"/>
                </a:lnTo>
                <a:lnTo>
                  <a:pt x="191294" y="8949"/>
                </a:lnTo>
                <a:lnTo>
                  <a:pt x="182976" y="8943"/>
                </a:lnTo>
                <a:lnTo>
                  <a:pt x="182976" y="17260"/>
                </a:lnTo>
                <a:close/>
                <a:moveTo>
                  <a:pt x="199611" y="17273"/>
                </a:moveTo>
                <a:lnTo>
                  <a:pt x="207928" y="17280"/>
                </a:lnTo>
                <a:lnTo>
                  <a:pt x="207928" y="8963"/>
                </a:lnTo>
                <a:lnTo>
                  <a:pt x="199611" y="8956"/>
                </a:lnTo>
                <a:lnTo>
                  <a:pt x="199611" y="17273"/>
                </a:lnTo>
                <a:close/>
                <a:moveTo>
                  <a:pt x="216245" y="17286"/>
                </a:moveTo>
                <a:lnTo>
                  <a:pt x="224562" y="17286"/>
                </a:lnTo>
                <a:lnTo>
                  <a:pt x="224562" y="8969"/>
                </a:lnTo>
                <a:lnTo>
                  <a:pt x="216245" y="8969"/>
                </a:lnTo>
                <a:lnTo>
                  <a:pt x="216245" y="17286"/>
                </a:lnTo>
                <a:close/>
                <a:moveTo>
                  <a:pt x="232879" y="17293"/>
                </a:moveTo>
                <a:lnTo>
                  <a:pt x="241196" y="17300"/>
                </a:lnTo>
                <a:lnTo>
                  <a:pt x="241196" y="8982"/>
                </a:lnTo>
                <a:lnTo>
                  <a:pt x="232879" y="8976"/>
                </a:lnTo>
                <a:lnTo>
                  <a:pt x="232879" y="17293"/>
                </a:lnTo>
                <a:close/>
                <a:moveTo>
                  <a:pt x="249513" y="17306"/>
                </a:moveTo>
                <a:lnTo>
                  <a:pt x="257830" y="17313"/>
                </a:lnTo>
                <a:lnTo>
                  <a:pt x="257830" y="8996"/>
                </a:lnTo>
                <a:lnTo>
                  <a:pt x="249513" y="8989"/>
                </a:lnTo>
                <a:lnTo>
                  <a:pt x="249513" y="17306"/>
                </a:lnTo>
                <a:close/>
                <a:moveTo>
                  <a:pt x="266148" y="17320"/>
                </a:moveTo>
                <a:lnTo>
                  <a:pt x="274465" y="17326"/>
                </a:lnTo>
                <a:lnTo>
                  <a:pt x="274465" y="9009"/>
                </a:lnTo>
                <a:lnTo>
                  <a:pt x="266148" y="9002"/>
                </a:lnTo>
                <a:lnTo>
                  <a:pt x="266148" y="17320"/>
                </a:lnTo>
                <a:close/>
                <a:moveTo>
                  <a:pt x="282782" y="17333"/>
                </a:moveTo>
                <a:lnTo>
                  <a:pt x="291099" y="17340"/>
                </a:lnTo>
                <a:lnTo>
                  <a:pt x="291099" y="9022"/>
                </a:lnTo>
                <a:lnTo>
                  <a:pt x="282782" y="9016"/>
                </a:lnTo>
                <a:lnTo>
                  <a:pt x="282782" y="17333"/>
                </a:lnTo>
                <a:close/>
                <a:moveTo>
                  <a:pt x="299416" y="17346"/>
                </a:moveTo>
                <a:lnTo>
                  <a:pt x="307733" y="17353"/>
                </a:lnTo>
                <a:lnTo>
                  <a:pt x="307733" y="9036"/>
                </a:lnTo>
                <a:lnTo>
                  <a:pt x="299416" y="9029"/>
                </a:lnTo>
                <a:lnTo>
                  <a:pt x="299416" y="17346"/>
                </a:lnTo>
                <a:close/>
                <a:moveTo>
                  <a:pt x="316050" y="17353"/>
                </a:moveTo>
                <a:lnTo>
                  <a:pt x="324367" y="17359"/>
                </a:lnTo>
                <a:lnTo>
                  <a:pt x="324367" y="9042"/>
                </a:lnTo>
                <a:lnTo>
                  <a:pt x="316050" y="9036"/>
                </a:lnTo>
                <a:lnTo>
                  <a:pt x="316050" y="17353"/>
                </a:lnTo>
                <a:close/>
                <a:moveTo>
                  <a:pt x="332684" y="17366"/>
                </a:moveTo>
                <a:lnTo>
                  <a:pt x="341002" y="17373"/>
                </a:lnTo>
                <a:lnTo>
                  <a:pt x="341002" y="9056"/>
                </a:lnTo>
                <a:lnTo>
                  <a:pt x="332684" y="9049"/>
                </a:lnTo>
                <a:lnTo>
                  <a:pt x="332684" y="17366"/>
                </a:lnTo>
                <a:close/>
                <a:moveTo>
                  <a:pt x="349319" y="17379"/>
                </a:moveTo>
                <a:lnTo>
                  <a:pt x="357636" y="17386"/>
                </a:lnTo>
                <a:lnTo>
                  <a:pt x="357636" y="9069"/>
                </a:lnTo>
                <a:lnTo>
                  <a:pt x="349319" y="9062"/>
                </a:lnTo>
                <a:lnTo>
                  <a:pt x="349319" y="17379"/>
                </a:lnTo>
                <a:close/>
                <a:moveTo>
                  <a:pt x="365953" y="17393"/>
                </a:moveTo>
                <a:lnTo>
                  <a:pt x="374270" y="17399"/>
                </a:lnTo>
                <a:lnTo>
                  <a:pt x="374270" y="9082"/>
                </a:lnTo>
                <a:lnTo>
                  <a:pt x="365953" y="9076"/>
                </a:lnTo>
                <a:lnTo>
                  <a:pt x="365953" y="17393"/>
                </a:lnTo>
                <a:close/>
                <a:moveTo>
                  <a:pt x="382587" y="17406"/>
                </a:moveTo>
                <a:lnTo>
                  <a:pt x="390904" y="17413"/>
                </a:lnTo>
                <a:lnTo>
                  <a:pt x="390904" y="9096"/>
                </a:lnTo>
                <a:lnTo>
                  <a:pt x="382587" y="9089"/>
                </a:lnTo>
                <a:lnTo>
                  <a:pt x="382587" y="17406"/>
                </a:lnTo>
                <a:close/>
                <a:moveTo>
                  <a:pt x="399221" y="17419"/>
                </a:moveTo>
                <a:lnTo>
                  <a:pt x="407538" y="17419"/>
                </a:lnTo>
                <a:lnTo>
                  <a:pt x="407538" y="9109"/>
                </a:lnTo>
                <a:lnTo>
                  <a:pt x="399221" y="9102"/>
                </a:lnTo>
                <a:lnTo>
                  <a:pt x="399221" y="17419"/>
                </a:lnTo>
                <a:close/>
                <a:moveTo>
                  <a:pt x="415856" y="17426"/>
                </a:moveTo>
                <a:lnTo>
                  <a:pt x="424173" y="17433"/>
                </a:lnTo>
                <a:lnTo>
                  <a:pt x="424173" y="9116"/>
                </a:lnTo>
                <a:lnTo>
                  <a:pt x="415856" y="9109"/>
                </a:lnTo>
                <a:lnTo>
                  <a:pt x="415856" y="17426"/>
                </a:lnTo>
                <a:close/>
                <a:moveTo>
                  <a:pt x="432490" y="17439"/>
                </a:moveTo>
                <a:lnTo>
                  <a:pt x="440807" y="17446"/>
                </a:lnTo>
                <a:lnTo>
                  <a:pt x="440807" y="9129"/>
                </a:lnTo>
                <a:lnTo>
                  <a:pt x="432490" y="9122"/>
                </a:lnTo>
                <a:lnTo>
                  <a:pt x="432490" y="17439"/>
                </a:lnTo>
                <a:close/>
                <a:moveTo>
                  <a:pt x="449124" y="17453"/>
                </a:moveTo>
                <a:lnTo>
                  <a:pt x="457441" y="17459"/>
                </a:lnTo>
                <a:lnTo>
                  <a:pt x="457441" y="9142"/>
                </a:lnTo>
                <a:lnTo>
                  <a:pt x="449124" y="9136"/>
                </a:lnTo>
                <a:lnTo>
                  <a:pt x="449124" y="17453"/>
                </a:lnTo>
                <a:close/>
                <a:moveTo>
                  <a:pt x="468619" y="9151"/>
                </a:moveTo>
                <a:lnTo>
                  <a:pt x="465758" y="9149"/>
                </a:lnTo>
                <a:lnTo>
                  <a:pt x="465758" y="17466"/>
                </a:lnTo>
                <a:lnTo>
                  <a:pt x="468619" y="17468"/>
                </a:lnTo>
                <a:lnTo>
                  <a:pt x="468619" y="26615"/>
                </a:lnTo>
                <a:lnTo>
                  <a:pt x="508541" y="13341"/>
                </a:lnTo>
                <a:lnTo>
                  <a:pt x="468619" y="0"/>
                </a:lnTo>
                <a:lnTo>
                  <a:pt x="468619" y="9151"/>
                </a:lnTo>
                <a:close/>
              </a:path>
            </a:pathLst>
          </a:custGeom>
          <a:solidFill xmlns:a="http://schemas.openxmlformats.org/drawingml/2006/main">
            <a:srgbClr val="7393B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b5689309d43cd"/>
          <a:stretch xmlns:a="http://schemas.openxmlformats.org/drawingml/2006/main"/>
        </p:blipFill>
        <p:spPr>
          <a:xfrm xmlns:a="http://schemas.openxmlformats.org/drawingml/2006/main">
            <a:off x="672416" y="849559"/>
            <a:ext cx="186663" cy="345326"/>
          </a:xfrm>
          <a:prstGeom xmlns:a="http://schemas.openxmlformats.org/drawingml/2006/main" prst="rect">
            <a:avLst/>
          </a:prstGeom>
        </p:spPr>
      </p:pic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E3AFC-2BF6-4F3C-942C-92892FED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451" y="1707885"/>
            <a:ext cx="427965" cy="1027396"/>
          </a:xfrm>
          <a:custGeom xmlns:a="http://schemas.openxmlformats.org/drawingml/2006/main">
            <a:pathLst>
              <a:path w="427965" h="1027396">
                <a:moveTo>
                  <a:pt x="3194" y="10846"/>
                </a:moveTo>
                <a:lnTo>
                  <a:pt x="10912" y="7718"/>
                </a:lnTo>
                <a:lnTo>
                  <a:pt x="7718" y="0"/>
                </a:lnTo>
                <a:lnTo>
                  <a:pt x="0" y="3194"/>
                </a:lnTo>
                <a:lnTo>
                  <a:pt x="3194" y="10846"/>
                </a:lnTo>
                <a:close/>
                <a:moveTo>
                  <a:pt x="9581" y="26216"/>
                </a:moveTo>
                <a:lnTo>
                  <a:pt x="17233" y="23088"/>
                </a:lnTo>
                <a:lnTo>
                  <a:pt x="14039" y="15370"/>
                </a:lnTo>
                <a:lnTo>
                  <a:pt x="6388" y="18564"/>
                </a:lnTo>
                <a:lnTo>
                  <a:pt x="9581" y="26216"/>
                </a:lnTo>
                <a:close/>
                <a:moveTo>
                  <a:pt x="15902" y="41586"/>
                </a:moveTo>
                <a:lnTo>
                  <a:pt x="23621" y="38458"/>
                </a:lnTo>
                <a:lnTo>
                  <a:pt x="20427" y="30740"/>
                </a:lnTo>
                <a:lnTo>
                  <a:pt x="12709" y="33934"/>
                </a:lnTo>
                <a:lnTo>
                  <a:pt x="15902" y="41586"/>
                </a:lnTo>
                <a:close/>
                <a:moveTo>
                  <a:pt x="22290" y="56956"/>
                </a:moveTo>
                <a:lnTo>
                  <a:pt x="29942" y="53828"/>
                </a:lnTo>
                <a:lnTo>
                  <a:pt x="26748" y="46110"/>
                </a:lnTo>
                <a:lnTo>
                  <a:pt x="19096" y="49304"/>
                </a:lnTo>
                <a:lnTo>
                  <a:pt x="22290" y="56956"/>
                </a:lnTo>
                <a:close/>
                <a:moveTo>
                  <a:pt x="28611" y="72392"/>
                </a:moveTo>
                <a:lnTo>
                  <a:pt x="36329" y="69198"/>
                </a:lnTo>
                <a:lnTo>
                  <a:pt x="33135" y="61480"/>
                </a:lnTo>
                <a:lnTo>
                  <a:pt x="25417" y="64674"/>
                </a:lnTo>
                <a:lnTo>
                  <a:pt x="28611" y="72392"/>
                </a:lnTo>
                <a:close/>
                <a:moveTo>
                  <a:pt x="34998" y="87762"/>
                </a:moveTo>
                <a:lnTo>
                  <a:pt x="42650" y="84568"/>
                </a:lnTo>
                <a:lnTo>
                  <a:pt x="39456" y="76850"/>
                </a:lnTo>
                <a:lnTo>
                  <a:pt x="31805" y="80044"/>
                </a:lnTo>
                <a:lnTo>
                  <a:pt x="34998" y="87762"/>
                </a:lnTo>
                <a:close/>
                <a:moveTo>
                  <a:pt x="41319" y="103132"/>
                </a:moveTo>
                <a:lnTo>
                  <a:pt x="49038" y="99938"/>
                </a:lnTo>
                <a:lnTo>
                  <a:pt x="45844" y="92220"/>
                </a:lnTo>
                <a:lnTo>
                  <a:pt x="38126" y="95414"/>
                </a:lnTo>
                <a:lnTo>
                  <a:pt x="41319" y="103132"/>
                </a:lnTo>
                <a:close/>
                <a:moveTo>
                  <a:pt x="47707" y="118502"/>
                </a:moveTo>
                <a:lnTo>
                  <a:pt x="55359" y="115308"/>
                </a:lnTo>
                <a:lnTo>
                  <a:pt x="52165" y="107590"/>
                </a:lnTo>
                <a:lnTo>
                  <a:pt x="44513" y="110784"/>
                </a:lnTo>
                <a:lnTo>
                  <a:pt x="47707" y="118502"/>
                </a:lnTo>
                <a:close/>
                <a:moveTo>
                  <a:pt x="54028" y="133872"/>
                </a:moveTo>
                <a:lnTo>
                  <a:pt x="61746" y="130678"/>
                </a:lnTo>
                <a:lnTo>
                  <a:pt x="58552" y="122960"/>
                </a:lnTo>
                <a:lnTo>
                  <a:pt x="50834" y="126154"/>
                </a:lnTo>
                <a:lnTo>
                  <a:pt x="54028" y="133872"/>
                </a:lnTo>
                <a:close/>
                <a:moveTo>
                  <a:pt x="60415" y="149242"/>
                </a:moveTo>
                <a:lnTo>
                  <a:pt x="68067" y="146048"/>
                </a:lnTo>
                <a:lnTo>
                  <a:pt x="64873" y="138330"/>
                </a:lnTo>
                <a:lnTo>
                  <a:pt x="57222" y="141524"/>
                </a:lnTo>
                <a:lnTo>
                  <a:pt x="60415" y="149242"/>
                </a:lnTo>
                <a:close/>
                <a:moveTo>
                  <a:pt x="66736" y="164612"/>
                </a:moveTo>
                <a:lnTo>
                  <a:pt x="74455" y="161418"/>
                </a:lnTo>
                <a:lnTo>
                  <a:pt x="71261" y="153700"/>
                </a:lnTo>
                <a:lnTo>
                  <a:pt x="63543" y="156894"/>
                </a:lnTo>
                <a:lnTo>
                  <a:pt x="66736" y="164612"/>
                </a:lnTo>
                <a:close/>
                <a:moveTo>
                  <a:pt x="73124" y="179982"/>
                </a:moveTo>
                <a:lnTo>
                  <a:pt x="80776" y="176789"/>
                </a:lnTo>
                <a:lnTo>
                  <a:pt x="77649" y="169070"/>
                </a:lnTo>
                <a:lnTo>
                  <a:pt x="69930" y="172264"/>
                </a:lnTo>
                <a:lnTo>
                  <a:pt x="73124" y="179982"/>
                </a:lnTo>
                <a:close/>
                <a:moveTo>
                  <a:pt x="79445" y="195352"/>
                </a:moveTo>
                <a:lnTo>
                  <a:pt x="87163" y="192159"/>
                </a:lnTo>
                <a:lnTo>
                  <a:pt x="83970" y="184440"/>
                </a:lnTo>
                <a:lnTo>
                  <a:pt x="76318" y="187634"/>
                </a:lnTo>
                <a:lnTo>
                  <a:pt x="79445" y="195352"/>
                </a:lnTo>
                <a:close/>
                <a:moveTo>
                  <a:pt x="85833" y="210722"/>
                </a:moveTo>
                <a:lnTo>
                  <a:pt x="93484" y="207529"/>
                </a:lnTo>
                <a:lnTo>
                  <a:pt x="90357" y="199877"/>
                </a:lnTo>
                <a:lnTo>
                  <a:pt x="82639" y="203004"/>
                </a:lnTo>
                <a:lnTo>
                  <a:pt x="85833" y="210722"/>
                </a:lnTo>
                <a:close/>
                <a:moveTo>
                  <a:pt x="92154" y="226092"/>
                </a:moveTo>
                <a:lnTo>
                  <a:pt x="99872" y="222899"/>
                </a:lnTo>
                <a:lnTo>
                  <a:pt x="96678" y="215247"/>
                </a:lnTo>
                <a:lnTo>
                  <a:pt x="89026" y="218374"/>
                </a:lnTo>
                <a:lnTo>
                  <a:pt x="92154" y="226092"/>
                </a:lnTo>
                <a:close/>
                <a:moveTo>
                  <a:pt x="98541" y="241462"/>
                </a:moveTo>
                <a:lnTo>
                  <a:pt x="106193" y="238269"/>
                </a:lnTo>
                <a:lnTo>
                  <a:pt x="103066" y="230617"/>
                </a:lnTo>
                <a:lnTo>
                  <a:pt x="95347" y="233744"/>
                </a:lnTo>
                <a:lnTo>
                  <a:pt x="98541" y="241462"/>
                </a:lnTo>
                <a:close/>
                <a:moveTo>
                  <a:pt x="104862" y="256832"/>
                </a:moveTo>
                <a:lnTo>
                  <a:pt x="112580" y="253639"/>
                </a:lnTo>
                <a:lnTo>
                  <a:pt x="109387" y="245987"/>
                </a:lnTo>
                <a:lnTo>
                  <a:pt x="101735" y="249114"/>
                </a:lnTo>
                <a:lnTo>
                  <a:pt x="104862" y="256832"/>
                </a:lnTo>
                <a:close/>
                <a:moveTo>
                  <a:pt x="111250" y="272202"/>
                </a:moveTo>
                <a:lnTo>
                  <a:pt x="118901" y="269009"/>
                </a:lnTo>
                <a:lnTo>
                  <a:pt x="115774" y="261357"/>
                </a:lnTo>
                <a:lnTo>
                  <a:pt x="108056" y="264484"/>
                </a:lnTo>
                <a:lnTo>
                  <a:pt x="111250" y="272202"/>
                </a:lnTo>
                <a:close/>
                <a:moveTo>
                  <a:pt x="117571" y="287572"/>
                </a:moveTo>
                <a:lnTo>
                  <a:pt x="125289" y="284379"/>
                </a:lnTo>
                <a:lnTo>
                  <a:pt x="122095" y="276727"/>
                </a:lnTo>
                <a:lnTo>
                  <a:pt x="114443" y="279854"/>
                </a:lnTo>
                <a:lnTo>
                  <a:pt x="117571" y="287572"/>
                </a:lnTo>
                <a:close/>
                <a:moveTo>
                  <a:pt x="123958" y="302942"/>
                </a:moveTo>
                <a:lnTo>
                  <a:pt x="131610" y="299749"/>
                </a:lnTo>
                <a:lnTo>
                  <a:pt x="128483" y="292097"/>
                </a:lnTo>
                <a:lnTo>
                  <a:pt x="120764" y="295224"/>
                </a:lnTo>
                <a:lnTo>
                  <a:pt x="123958" y="302942"/>
                </a:lnTo>
                <a:close/>
                <a:moveTo>
                  <a:pt x="130279" y="318312"/>
                </a:moveTo>
                <a:lnTo>
                  <a:pt x="137998" y="315119"/>
                </a:lnTo>
                <a:lnTo>
                  <a:pt x="134804" y="307467"/>
                </a:lnTo>
                <a:lnTo>
                  <a:pt x="127152" y="310594"/>
                </a:lnTo>
                <a:lnTo>
                  <a:pt x="130279" y="318312"/>
                </a:lnTo>
                <a:close/>
                <a:moveTo>
                  <a:pt x="136667" y="333682"/>
                </a:moveTo>
                <a:lnTo>
                  <a:pt x="144319" y="330489"/>
                </a:lnTo>
                <a:lnTo>
                  <a:pt x="141191" y="322837"/>
                </a:lnTo>
                <a:lnTo>
                  <a:pt x="133473" y="326031"/>
                </a:lnTo>
                <a:lnTo>
                  <a:pt x="136667" y="333682"/>
                </a:lnTo>
                <a:close/>
                <a:moveTo>
                  <a:pt x="143054" y="349053"/>
                </a:moveTo>
                <a:lnTo>
                  <a:pt x="150706" y="345859"/>
                </a:lnTo>
                <a:lnTo>
                  <a:pt x="147512" y="338207"/>
                </a:lnTo>
                <a:lnTo>
                  <a:pt x="139861" y="341401"/>
                </a:lnTo>
                <a:lnTo>
                  <a:pt x="143054" y="349053"/>
                </a:lnTo>
                <a:close/>
                <a:moveTo>
                  <a:pt x="149375" y="364423"/>
                </a:moveTo>
                <a:lnTo>
                  <a:pt x="157094" y="361229"/>
                </a:lnTo>
                <a:lnTo>
                  <a:pt x="153900" y="353577"/>
                </a:lnTo>
                <a:lnTo>
                  <a:pt x="146182" y="356771"/>
                </a:lnTo>
                <a:lnTo>
                  <a:pt x="149375" y="364423"/>
                </a:lnTo>
                <a:close/>
                <a:moveTo>
                  <a:pt x="155763" y="379793"/>
                </a:moveTo>
                <a:lnTo>
                  <a:pt x="163415" y="376599"/>
                </a:lnTo>
                <a:lnTo>
                  <a:pt x="160221" y="368947"/>
                </a:lnTo>
                <a:lnTo>
                  <a:pt x="152569" y="372141"/>
                </a:lnTo>
                <a:lnTo>
                  <a:pt x="155763" y="379793"/>
                </a:lnTo>
                <a:close/>
                <a:moveTo>
                  <a:pt x="162084" y="395163"/>
                </a:moveTo>
                <a:lnTo>
                  <a:pt x="169802" y="391969"/>
                </a:lnTo>
                <a:lnTo>
                  <a:pt x="166608" y="384317"/>
                </a:lnTo>
                <a:lnTo>
                  <a:pt x="158890" y="387511"/>
                </a:lnTo>
                <a:lnTo>
                  <a:pt x="162084" y="395163"/>
                </a:lnTo>
                <a:close/>
                <a:moveTo>
                  <a:pt x="168471" y="410533"/>
                </a:moveTo>
                <a:lnTo>
                  <a:pt x="176123" y="407339"/>
                </a:lnTo>
                <a:lnTo>
                  <a:pt x="172929" y="399687"/>
                </a:lnTo>
                <a:lnTo>
                  <a:pt x="165278" y="402881"/>
                </a:lnTo>
                <a:lnTo>
                  <a:pt x="168471" y="410533"/>
                </a:lnTo>
                <a:close/>
                <a:moveTo>
                  <a:pt x="174792" y="425903"/>
                </a:moveTo>
                <a:lnTo>
                  <a:pt x="182511" y="422709"/>
                </a:lnTo>
                <a:lnTo>
                  <a:pt x="179317" y="415057"/>
                </a:lnTo>
                <a:lnTo>
                  <a:pt x="171599" y="418251"/>
                </a:lnTo>
                <a:lnTo>
                  <a:pt x="174792" y="425903"/>
                </a:lnTo>
                <a:close/>
                <a:moveTo>
                  <a:pt x="181180" y="441273"/>
                </a:moveTo>
                <a:lnTo>
                  <a:pt x="188832" y="438079"/>
                </a:lnTo>
                <a:lnTo>
                  <a:pt x="185638" y="430427"/>
                </a:lnTo>
                <a:lnTo>
                  <a:pt x="177986" y="433621"/>
                </a:lnTo>
                <a:lnTo>
                  <a:pt x="181180" y="441273"/>
                </a:lnTo>
                <a:close/>
                <a:moveTo>
                  <a:pt x="187501" y="456643"/>
                </a:moveTo>
                <a:lnTo>
                  <a:pt x="195219" y="453515"/>
                </a:lnTo>
                <a:lnTo>
                  <a:pt x="192025" y="445797"/>
                </a:lnTo>
                <a:lnTo>
                  <a:pt x="184307" y="448991"/>
                </a:lnTo>
                <a:lnTo>
                  <a:pt x="187501" y="456643"/>
                </a:lnTo>
                <a:close/>
                <a:moveTo>
                  <a:pt x="193888" y="472013"/>
                </a:moveTo>
                <a:lnTo>
                  <a:pt x="201540" y="468885"/>
                </a:lnTo>
                <a:lnTo>
                  <a:pt x="198346" y="461167"/>
                </a:lnTo>
                <a:lnTo>
                  <a:pt x="190695" y="464361"/>
                </a:lnTo>
                <a:lnTo>
                  <a:pt x="193888" y="472013"/>
                </a:lnTo>
                <a:close/>
                <a:moveTo>
                  <a:pt x="207928" y="484255"/>
                </a:moveTo>
                <a:lnTo>
                  <a:pt x="204734" y="476537"/>
                </a:lnTo>
                <a:lnTo>
                  <a:pt x="197016" y="479731"/>
                </a:lnTo>
                <a:lnTo>
                  <a:pt x="200209" y="487383"/>
                </a:lnTo>
                <a:lnTo>
                  <a:pt x="207928" y="484255"/>
                </a:lnTo>
                <a:close/>
                <a:moveTo>
                  <a:pt x="214249" y="499625"/>
                </a:moveTo>
                <a:lnTo>
                  <a:pt x="211055" y="491907"/>
                </a:lnTo>
                <a:lnTo>
                  <a:pt x="203403" y="495101"/>
                </a:lnTo>
                <a:lnTo>
                  <a:pt x="206597" y="502753"/>
                </a:lnTo>
                <a:lnTo>
                  <a:pt x="214249" y="499625"/>
                </a:lnTo>
                <a:close/>
                <a:moveTo>
                  <a:pt x="212918" y="518123"/>
                </a:moveTo>
                <a:lnTo>
                  <a:pt x="220636" y="514996"/>
                </a:lnTo>
                <a:lnTo>
                  <a:pt x="217443" y="507277"/>
                </a:lnTo>
                <a:lnTo>
                  <a:pt x="209724" y="510471"/>
                </a:lnTo>
                <a:lnTo>
                  <a:pt x="212918" y="518123"/>
                </a:lnTo>
                <a:close/>
                <a:moveTo>
                  <a:pt x="219306" y="533493"/>
                </a:moveTo>
                <a:lnTo>
                  <a:pt x="226957" y="530366"/>
                </a:lnTo>
                <a:lnTo>
                  <a:pt x="223830" y="522647"/>
                </a:lnTo>
                <a:lnTo>
                  <a:pt x="216112" y="525841"/>
                </a:lnTo>
                <a:lnTo>
                  <a:pt x="219306" y="533493"/>
                </a:lnTo>
                <a:close/>
                <a:moveTo>
                  <a:pt x="225627" y="548863"/>
                </a:moveTo>
                <a:lnTo>
                  <a:pt x="233345" y="545736"/>
                </a:lnTo>
                <a:lnTo>
                  <a:pt x="230151" y="538017"/>
                </a:lnTo>
                <a:lnTo>
                  <a:pt x="222499" y="541211"/>
                </a:lnTo>
                <a:lnTo>
                  <a:pt x="225627" y="548863"/>
                </a:lnTo>
                <a:close/>
                <a:moveTo>
                  <a:pt x="232014" y="564233"/>
                </a:moveTo>
                <a:lnTo>
                  <a:pt x="239666" y="561106"/>
                </a:lnTo>
                <a:lnTo>
                  <a:pt x="236539" y="553387"/>
                </a:lnTo>
                <a:lnTo>
                  <a:pt x="228820" y="556581"/>
                </a:lnTo>
                <a:lnTo>
                  <a:pt x="232014" y="564233"/>
                </a:lnTo>
                <a:close/>
                <a:moveTo>
                  <a:pt x="238335" y="579669"/>
                </a:moveTo>
                <a:lnTo>
                  <a:pt x="246053" y="576476"/>
                </a:lnTo>
                <a:lnTo>
                  <a:pt x="242860" y="568757"/>
                </a:lnTo>
                <a:lnTo>
                  <a:pt x="235208" y="571951"/>
                </a:lnTo>
                <a:lnTo>
                  <a:pt x="238335" y="579669"/>
                </a:lnTo>
                <a:close/>
                <a:moveTo>
                  <a:pt x="244723" y="595039"/>
                </a:moveTo>
                <a:lnTo>
                  <a:pt x="252374" y="591846"/>
                </a:lnTo>
                <a:lnTo>
                  <a:pt x="249247" y="584127"/>
                </a:lnTo>
                <a:lnTo>
                  <a:pt x="241529" y="587321"/>
                </a:lnTo>
                <a:lnTo>
                  <a:pt x="244723" y="595039"/>
                </a:lnTo>
                <a:close/>
                <a:moveTo>
                  <a:pt x="251044" y="610409"/>
                </a:moveTo>
                <a:lnTo>
                  <a:pt x="258762" y="607216"/>
                </a:lnTo>
                <a:lnTo>
                  <a:pt x="255568" y="599497"/>
                </a:lnTo>
                <a:lnTo>
                  <a:pt x="247916" y="602691"/>
                </a:lnTo>
                <a:lnTo>
                  <a:pt x="251044" y="610409"/>
                </a:lnTo>
                <a:close/>
                <a:moveTo>
                  <a:pt x="257431" y="625779"/>
                </a:moveTo>
                <a:lnTo>
                  <a:pt x="265083" y="622586"/>
                </a:lnTo>
                <a:lnTo>
                  <a:pt x="261956" y="614867"/>
                </a:lnTo>
                <a:lnTo>
                  <a:pt x="254237" y="618061"/>
                </a:lnTo>
                <a:lnTo>
                  <a:pt x="257431" y="625779"/>
                </a:lnTo>
                <a:close/>
                <a:moveTo>
                  <a:pt x="263752" y="641149"/>
                </a:moveTo>
                <a:lnTo>
                  <a:pt x="271471" y="637956"/>
                </a:lnTo>
                <a:lnTo>
                  <a:pt x="268277" y="630237"/>
                </a:lnTo>
                <a:lnTo>
                  <a:pt x="260625" y="633431"/>
                </a:lnTo>
                <a:lnTo>
                  <a:pt x="263752" y="641149"/>
                </a:lnTo>
                <a:close/>
                <a:moveTo>
                  <a:pt x="270140" y="656519"/>
                </a:moveTo>
                <a:lnTo>
                  <a:pt x="277792" y="653326"/>
                </a:lnTo>
                <a:lnTo>
                  <a:pt x="274664" y="645607"/>
                </a:lnTo>
                <a:lnTo>
                  <a:pt x="266946" y="648801"/>
                </a:lnTo>
                <a:lnTo>
                  <a:pt x="270140" y="656519"/>
                </a:lnTo>
                <a:close/>
                <a:moveTo>
                  <a:pt x="276461" y="671889"/>
                </a:moveTo>
                <a:lnTo>
                  <a:pt x="284179" y="668696"/>
                </a:lnTo>
                <a:lnTo>
                  <a:pt x="280985" y="660977"/>
                </a:lnTo>
                <a:lnTo>
                  <a:pt x="273334" y="664171"/>
                </a:lnTo>
                <a:lnTo>
                  <a:pt x="276461" y="671889"/>
                </a:lnTo>
                <a:close/>
                <a:moveTo>
                  <a:pt x="282848" y="687260"/>
                </a:moveTo>
                <a:lnTo>
                  <a:pt x="290567" y="684066"/>
                </a:lnTo>
                <a:lnTo>
                  <a:pt x="287373" y="676347"/>
                </a:lnTo>
                <a:lnTo>
                  <a:pt x="279655" y="679541"/>
                </a:lnTo>
                <a:lnTo>
                  <a:pt x="282848" y="687260"/>
                </a:lnTo>
                <a:close/>
                <a:moveTo>
                  <a:pt x="289236" y="702630"/>
                </a:moveTo>
                <a:lnTo>
                  <a:pt x="296888" y="699436"/>
                </a:lnTo>
                <a:lnTo>
                  <a:pt x="293694" y="691717"/>
                </a:lnTo>
                <a:lnTo>
                  <a:pt x="286042" y="694911"/>
                </a:lnTo>
                <a:lnTo>
                  <a:pt x="289236" y="702630"/>
                </a:lnTo>
                <a:close/>
                <a:moveTo>
                  <a:pt x="295557" y="718000"/>
                </a:moveTo>
                <a:lnTo>
                  <a:pt x="303275" y="714806"/>
                </a:lnTo>
                <a:lnTo>
                  <a:pt x="300081" y="707154"/>
                </a:lnTo>
                <a:lnTo>
                  <a:pt x="292363" y="710281"/>
                </a:lnTo>
                <a:lnTo>
                  <a:pt x="295557" y="718000"/>
                </a:lnTo>
                <a:close/>
                <a:moveTo>
                  <a:pt x="301944" y="733370"/>
                </a:moveTo>
                <a:lnTo>
                  <a:pt x="309596" y="730176"/>
                </a:lnTo>
                <a:lnTo>
                  <a:pt x="306402" y="722524"/>
                </a:lnTo>
                <a:lnTo>
                  <a:pt x="298751" y="725651"/>
                </a:lnTo>
                <a:lnTo>
                  <a:pt x="301944" y="733370"/>
                </a:lnTo>
                <a:close/>
                <a:moveTo>
                  <a:pt x="315984" y="745546"/>
                </a:moveTo>
                <a:lnTo>
                  <a:pt x="312790" y="737894"/>
                </a:lnTo>
                <a:lnTo>
                  <a:pt x="305072" y="741021"/>
                </a:lnTo>
                <a:lnTo>
                  <a:pt x="308265" y="748740"/>
                </a:lnTo>
                <a:lnTo>
                  <a:pt x="315984" y="745546"/>
                </a:lnTo>
                <a:close/>
                <a:moveTo>
                  <a:pt x="322305" y="760916"/>
                </a:moveTo>
                <a:lnTo>
                  <a:pt x="319111" y="753264"/>
                </a:lnTo>
                <a:lnTo>
                  <a:pt x="311459" y="756391"/>
                </a:lnTo>
                <a:lnTo>
                  <a:pt x="314653" y="764110"/>
                </a:lnTo>
                <a:lnTo>
                  <a:pt x="322305" y="760916"/>
                </a:lnTo>
                <a:close/>
                <a:moveTo>
                  <a:pt x="320974" y="779480"/>
                </a:moveTo>
                <a:lnTo>
                  <a:pt x="328692" y="776286"/>
                </a:lnTo>
                <a:lnTo>
                  <a:pt x="325498" y="768634"/>
                </a:lnTo>
                <a:lnTo>
                  <a:pt x="317780" y="771761"/>
                </a:lnTo>
                <a:lnTo>
                  <a:pt x="320974" y="779480"/>
                </a:lnTo>
                <a:close/>
                <a:moveTo>
                  <a:pt x="327361" y="794850"/>
                </a:moveTo>
                <a:lnTo>
                  <a:pt x="335013" y="791656"/>
                </a:lnTo>
                <a:lnTo>
                  <a:pt x="331819" y="784004"/>
                </a:lnTo>
                <a:lnTo>
                  <a:pt x="324168" y="787131"/>
                </a:lnTo>
                <a:lnTo>
                  <a:pt x="327361" y="794850"/>
                </a:lnTo>
                <a:close/>
                <a:moveTo>
                  <a:pt x="333682" y="810220"/>
                </a:moveTo>
                <a:lnTo>
                  <a:pt x="341401" y="807026"/>
                </a:lnTo>
                <a:lnTo>
                  <a:pt x="338207" y="799374"/>
                </a:lnTo>
                <a:lnTo>
                  <a:pt x="330489" y="802501"/>
                </a:lnTo>
                <a:lnTo>
                  <a:pt x="333682" y="810220"/>
                </a:lnTo>
                <a:close/>
                <a:moveTo>
                  <a:pt x="340070" y="825590"/>
                </a:moveTo>
                <a:lnTo>
                  <a:pt x="347722" y="822396"/>
                </a:lnTo>
                <a:lnTo>
                  <a:pt x="344528" y="814744"/>
                </a:lnTo>
                <a:lnTo>
                  <a:pt x="336876" y="817938"/>
                </a:lnTo>
                <a:lnTo>
                  <a:pt x="340070" y="825590"/>
                </a:lnTo>
                <a:close/>
                <a:moveTo>
                  <a:pt x="346391" y="840960"/>
                </a:moveTo>
                <a:lnTo>
                  <a:pt x="354109" y="837766"/>
                </a:lnTo>
                <a:lnTo>
                  <a:pt x="350916" y="830114"/>
                </a:lnTo>
                <a:lnTo>
                  <a:pt x="343197" y="833308"/>
                </a:lnTo>
                <a:lnTo>
                  <a:pt x="346391" y="840960"/>
                </a:lnTo>
                <a:close/>
                <a:moveTo>
                  <a:pt x="352779" y="856330"/>
                </a:moveTo>
                <a:lnTo>
                  <a:pt x="360430" y="853136"/>
                </a:lnTo>
                <a:lnTo>
                  <a:pt x="357303" y="845484"/>
                </a:lnTo>
                <a:lnTo>
                  <a:pt x="349585" y="848678"/>
                </a:lnTo>
                <a:lnTo>
                  <a:pt x="352779" y="856330"/>
                </a:lnTo>
                <a:close/>
                <a:moveTo>
                  <a:pt x="359100" y="871700"/>
                </a:moveTo>
                <a:lnTo>
                  <a:pt x="366818" y="868506"/>
                </a:lnTo>
                <a:lnTo>
                  <a:pt x="363624" y="860854"/>
                </a:lnTo>
                <a:lnTo>
                  <a:pt x="355972" y="864048"/>
                </a:lnTo>
                <a:lnTo>
                  <a:pt x="359100" y="871700"/>
                </a:lnTo>
                <a:close/>
                <a:moveTo>
                  <a:pt x="365487" y="887070"/>
                </a:moveTo>
                <a:lnTo>
                  <a:pt x="373139" y="883876"/>
                </a:lnTo>
                <a:lnTo>
                  <a:pt x="370012" y="876224"/>
                </a:lnTo>
                <a:lnTo>
                  <a:pt x="362293" y="879418"/>
                </a:lnTo>
                <a:lnTo>
                  <a:pt x="365487" y="887070"/>
                </a:lnTo>
                <a:close/>
                <a:moveTo>
                  <a:pt x="371808" y="902440"/>
                </a:moveTo>
                <a:lnTo>
                  <a:pt x="379526" y="899246"/>
                </a:lnTo>
                <a:lnTo>
                  <a:pt x="376333" y="891594"/>
                </a:lnTo>
                <a:lnTo>
                  <a:pt x="368681" y="894788"/>
                </a:lnTo>
                <a:lnTo>
                  <a:pt x="371808" y="902440"/>
                </a:lnTo>
                <a:close/>
                <a:moveTo>
                  <a:pt x="378196" y="917810"/>
                </a:moveTo>
                <a:lnTo>
                  <a:pt x="385847" y="914616"/>
                </a:lnTo>
                <a:lnTo>
                  <a:pt x="382720" y="906964"/>
                </a:lnTo>
                <a:lnTo>
                  <a:pt x="375002" y="910158"/>
                </a:lnTo>
                <a:lnTo>
                  <a:pt x="378196" y="917810"/>
                </a:lnTo>
                <a:close/>
                <a:moveTo>
                  <a:pt x="384517" y="933180"/>
                </a:moveTo>
                <a:lnTo>
                  <a:pt x="392235" y="929986"/>
                </a:lnTo>
                <a:lnTo>
                  <a:pt x="389041" y="922334"/>
                </a:lnTo>
                <a:lnTo>
                  <a:pt x="381389" y="925528"/>
                </a:lnTo>
                <a:lnTo>
                  <a:pt x="384517" y="933180"/>
                </a:lnTo>
                <a:close/>
                <a:moveTo>
                  <a:pt x="390904" y="948550"/>
                </a:moveTo>
                <a:lnTo>
                  <a:pt x="398556" y="945423"/>
                </a:lnTo>
                <a:lnTo>
                  <a:pt x="395429" y="937704"/>
                </a:lnTo>
                <a:lnTo>
                  <a:pt x="387710" y="940898"/>
                </a:lnTo>
                <a:lnTo>
                  <a:pt x="390904" y="948550"/>
                </a:lnTo>
                <a:close/>
                <a:moveTo>
                  <a:pt x="397225" y="963920"/>
                </a:moveTo>
                <a:lnTo>
                  <a:pt x="404943" y="960793"/>
                </a:lnTo>
                <a:lnTo>
                  <a:pt x="401750" y="953074"/>
                </a:lnTo>
                <a:lnTo>
                  <a:pt x="394098" y="956268"/>
                </a:lnTo>
                <a:lnTo>
                  <a:pt x="397225" y="963920"/>
                </a:lnTo>
                <a:close/>
                <a:moveTo>
                  <a:pt x="403613" y="979290"/>
                </a:moveTo>
                <a:lnTo>
                  <a:pt x="411265" y="976163"/>
                </a:lnTo>
                <a:lnTo>
                  <a:pt x="408137" y="968444"/>
                </a:lnTo>
                <a:lnTo>
                  <a:pt x="400419" y="971638"/>
                </a:lnTo>
                <a:lnTo>
                  <a:pt x="403613" y="979290"/>
                </a:lnTo>
                <a:close/>
                <a:moveTo>
                  <a:pt x="425038" y="985411"/>
                </a:moveTo>
                <a:lnTo>
                  <a:pt x="416568" y="988914"/>
                </a:lnTo>
                <a:lnTo>
                  <a:pt x="414458" y="983814"/>
                </a:lnTo>
                <a:lnTo>
                  <a:pt x="406807" y="987008"/>
                </a:lnTo>
                <a:lnTo>
                  <a:pt x="408884" y="992091"/>
                </a:lnTo>
                <a:lnTo>
                  <a:pt x="400419" y="995591"/>
                </a:lnTo>
                <a:lnTo>
                  <a:pt x="427965" y="1027396"/>
                </a:lnTo>
                <a:lnTo>
                  <a:pt x="425038" y="985411"/>
                </a:lnTo>
                <a:close/>
              </a:path>
            </a:pathLst>
          </a:custGeom>
          <a:solidFill xmlns:a="http://schemas.openxmlformats.org/drawingml/2006/main">
            <a:srgbClr val="7393B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4CD1A6-277F-40AF-9E72-EAA31539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455" y="1704159"/>
            <a:ext cx="598699" cy="26615"/>
          </a:xfrm>
          <a:custGeom xmlns:a="http://schemas.openxmlformats.org/drawingml/2006/main">
            <a:pathLst>
              <a:path w="598699" h="26615">
                <a:moveTo>
                  <a:pt x="0" y="9116"/>
                </a:moveTo>
                <a:lnTo>
                  <a:pt x="8317" y="9116"/>
                </a:lnTo>
                <a:lnTo>
                  <a:pt x="8317" y="17433"/>
                </a:lnTo>
                <a:lnTo>
                  <a:pt x="0" y="17433"/>
                </a:lnTo>
                <a:lnTo>
                  <a:pt x="0" y="9116"/>
                </a:lnTo>
                <a:close/>
                <a:moveTo>
                  <a:pt x="16634" y="9116"/>
                </a:moveTo>
                <a:lnTo>
                  <a:pt x="24951" y="9116"/>
                </a:lnTo>
                <a:lnTo>
                  <a:pt x="24951" y="17433"/>
                </a:lnTo>
                <a:lnTo>
                  <a:pt x="16634" y="17433"/>
                </a:lnTo>
                <a:lnTo>
                  <a:pt x="16634" y="9116"/>
                </a:lnTo>
                <a:close/>
                <a:moveTo>
                  <a:pt x="33268" y="9116"/>
                </a:moveTo>
                <a:lnTo>
                  <a:pt x="41586" y="9116"/>
                </a:lnTo>
                <a:lnTo>
                  <a:pt x="41586" y="17433"/>
                </a:lnTo>
                <a:lnTo>
                  <a:pt x="33268" y="17433"/>
                </a:lnTo>
                <a:lnTo>
                  <a:pt x="33268" y="9116"/>
                </a:lnTo>
                <a:close/>
                <a:moveTo>
                  <a:pt x="49903" y="9116"/>
                </a:moveTo>
                <a:lnTo>
                  <a:pt x="58220" y="9116"/>
                </a:lnTo>
                <a:lnTo>
                  <a:pt x="58220" y="17433"/>
                </a:lnTo>
                <a:lnTo>
                  <a:pt x="49903" y="17433"/>
                </a:lnTo>
                <a:lnTo>
                  <a:pt x="49903" y="9116"/>
                </a:lnTo>
                <a:close/>
                <a:moveTo>
                  <a:pt x="66537" y="9116"/>
                </a:moveTo>
                <a:lnTo>
                  <a:pt x="74854" y="9116"/>
                </a:lnTo>
                <a:lnTo>
                  <a:pt x="74854" y="17433"/>
                </a:lnTo>
                <a:lnTo>
                  <a:pt x="66537" y="17433"/>
                </a:lnTo>
                <a:lnTo>
                  <a:pt x="66537" y="9116"/>
                </a:lnTo>
                <a:close/>
                <a:moveTo>
                  <a:pt x="83171" y="9116"/>
                </a:moveTo>
                <a:lnTo>
                  <a:pt x="91488" y="9116"/>
                </a:lnTo>
                <a:lnTo>
                  <a:pt x="91488" y="17433"/>
                </a:lnTo>
                <a:lnTo>
                  <a:pt x="83171" y="17433"/>
                </a:lnTo>
                <a:lnTo>
                  <a:pt x="83171" y="9116"/>
                </a:lnTo>
                <a:close/>
                <a:moveTo>
                  <a:pt x="99805" y="9116"/>
                </a:moveTo>
                <a:lnTo>
                  <a:pt x="108122" y="9116"/>
                </a:lnTo>
                <a:lnTo>
                  <a:pt x="108122" y="17433"/>
                </a:lnTo>
                <a:lnTo>
                  <a:pt x="99805" y="17433"/>
                </a:lnTo>
                <a:lnTo>
                  <a:pt x="99805" y="9116"/>
                </a:lnTo>
                <a:close/>
                <a:moveTo>
                  <a:pt x="116440" y="9116"/>
                </a:moveTo>
                <a:lnTo>
                  <a:pt x="124757" y="9116"/>
                </a:lnTo>
                <a:lnTo>
                  <a:pt x="124757" y="17433"/>
                </a:lnTo>
                <a:lnTo>
                  <a:pt x="116440" y="17433"/>
                </a:lnTo>
                <a:lnTo>
                  <a:pt x="116440" y="9116"/>
                </a:lnTo>
                <a:close/>
                <a:moveTo>
                  <a:pt x="133074" y="9116"/>
                </a:moveTo>
                <a:lnTo>
                  <a:pt x="141391" y="9116"/>
                </a:lnTo>
                <a:lnTo>
                  <a:pt x="141391" y="17433"/>
                </a:lnTo>
                <a:lnTo>
                  <a:pt x="133074" y="17433"/>
                </a:lnTo>
                <a:lnTo>
                  <a:pt x="133074" y="9116"/>
                </a:lnTo>
                <a:close/>
                <a:moveTo>
                  <a:pt x="149708" y="9116"/>
                </a:moveTo>
                <a:lnTo>
                  <a:pt x="158025" y="9116"/>
                </a:lnTo>
                <a:lnTo>
                  <a:pt x="158025" y="17433"/>
                </a:lnTo>
                <a:lnTo>
                  <a:pt x="149708" y="17433"/>
                </a:lnTo>
                <a:lnTo>
                  <a:pt x="149708" y="9116"/>
                </a:lnTo>
                <a:close/>
                <a:moveTo>
                  <a:pt x="166342" y="9116"/>
                </a:moveTo>
                <a:lnTo>
                  <a:pt x="174659" y="9116"/>
                </a:lnTo>
                <a:lnTo>
                  <a:pt x="174659" y="17433"/>
                </a:lnTo>
                <a:lnTo>
                  <a:pt x="166342" y="17433"/>
                </a:lnTo>
                <a:lnTo>
                  <a:pt x="166342" y="9116"/>
                </a:lnTo>
                <a:close/>
                <a:moveTo>
                  <a:pt x="182976" y="9116"/>
                </a:moveTo>
                <a:lnTo>
                  <a:pt x="191294" y="9116"/>
                </a:lnTo>
                <a:lnTo>
                  <a:pt x="191294" y="17433"/>
                </a:lnTo>
                <a:lnTo>
                  <a:pt x="182976" y="17433"/>
                </a:lnTo>
                <a:lnTo>
                  <a:pt x="182976" y="9116"/>
                </a:lnTo>
                <a:close/>
                <a:moveTo>
                  <a:pt x="199611" y="9116"/>
                </a:moveTo>
                <a:lnTo>
                  <a:pt x="207928" y="9116"/>
                </a:lnTo>
                <a:lnTo>
                  <a:pt x="207928" y="17433"/>
                </a:lnTo>
                <a:lnTo>
                  <a:pt x="199611" y="17433"/>
                </a:lnTo>
                <a:lnTo>
                  <a:pt x="199611" y="9116"/>
                </a:lnTo>
                <a:close/>
                <a:moveTo>
                  <a:pt x="216245" y="9116"/>
                </a:moveTo>
                <a:lnTo>
                  <a:pt x="224562" y="9116"/>
                </a:lnTo>
                <a:lnTo>
                  <a:pt x="224562" y="17433"/>
                </a:lnTo>
                <a:lnTo>
                  <a:pt x="216245" y="17433"/>
                </a:lnTo>
                <a:lnTo>
                  <a:pt x="216245" y="9116"/>
                </a:lnTo>
                <a:close/>
                <a:moveTo>
                  <a:pt x="232879" y="9116"/>
                </a:moveTo>
                <a:lnTo>
                  <a:pt x="241196" y="9116"/>
                </a:lnTo>
                <a:lnTo>
                  <a:pt x="241196" y="17433"/>
                </a:lnTo>
                <a:lnTo>
                  <a:pt x="232879" y="17433"/>
                </a:lnTo>
                <a:lnTo>
                  <a:pt x="232879" y="9116"/>
                </a:lnTo>
                <a:close/>
                <a:moveTo>
                  <a:pt x="249513" y="9116"/>
                </a:moveTo>
                <a:lnTo>
                  <a:pt x="257830" y="9116"/>
                </a:lnTo>
                <a:lnTo>
                  <a:pt x="257830" y="17433"/>
                </a:lnTo>
                <a:lnTo>
                  <a:pt x="249513" y="17433"/>
                </a:lnTo>
                <a:lnTo>
                  <a:pt x="249513" y="9116"/>
                </a:lnTo>
                <a:close/>
                <a:moveTo>
                  <a:pt x="266148" y="9116"/>
                </a:moveTo>
                <a:lnTo>
                  <a:pt x="274465" y="9116"/>
                </a:lnTo>
                <a:lnTo>
                  <a:pt x="274465" y="17433"/>
                </a:lnTo>
                <a:lnTo>
                  <a:pt x="266148" y="17433"/>
                </a:lnTo>
                <a:lnTo>
                  <a:pt x="266148" y="9116"/>
                </a:lnTo>
                <a:close/>
                <a:moveTo>
                  <a:pt x="282782" y="9116"/>
                </a:moveTo>
                <a:lnTo>
                  <a:pt x="291099" y="9116"/>
                </a:lnTo>
                <a:lnTo>
                  <a:pt x="291099" y="17433"/>
                </a:lnTo>
                <a:lnTo>
                  <a:pt x="282782" y="17433"/>
                </a:lnTo>
                <a:lnTo>
                  <a:pt x="282782" y="9116"/>
                </a:lnTo>
                <a:close/>
                <a:moveTo>
                  <a:pt x="299416" y="9116"/>
                </a:moveTo>
                <a:lnTo>
                  <a:pt x="307733" y="9116"/>
                </a:lnTo>
                <a:lnTo>
                  <a:pt x="307733" y="17433"/>
                </a:lnTo>
                <a:lnTo>
                  <a:pt x="299416" y="17433"/>
                </a:lnTo>
                <a:lnTo>
                  <a:pt x="299416" y="9116"/>
                </a:lnTo>
                <a:close/>
                <a:moveTo>
                  <a:pt x="316050" y="9116"/>
                </a:moveTo>
                <a:lnTo>
                  <a:pt x="324367" y="9116"/>
                </a:lnTo>
                <a:lnTo>
                  <a:pt x="324367" y="17433"/>
                </a:lnTo>
                <a:lnTo>
                  <a:pt x="316050" y="17433"/>
                </a:lnTo>
                <a:lnTo>
                  <a:pt x="316050" y="9116"/>
                </a:lnTo>
                <a:close/>
                <a:moveTo>
                  <a:pt x="332684" y="9116"/>
                </a:moveTo>
                <a:lnTo>
                  <a:pt x="341002" y="9116"/>
                </a:lnTo>
                <a:lnTo>
                  <a:pt x="341002" y="17433"/>
                </a:lnTo>
                <a:lnTo>
                  <a:pt x="332684" y="17433"/>
                </a:lnTo>
                <a:lnTo>
                  <a:pt x="332684" y="9116"/>
                </a:lnTo>
                <a:close/>
                <a:moveTo>
                  <a:pt x="349319" y="9116"/>
                </a:moveTo>
                <a:lnTo>
                  <a:pt x="357636" y="9116"/>
                </a:lnTo>
                <a:lnTo>
                  <a:pt x="357636" y="17433"/>
                </a:lnTo>
                <a:lnTo>
                  <a:pt x="349319" y="17433"/>
                </a:lnTo>
                <a:lnTo>
                  <a:pt x="349319" y="9116"/>
                </a:lnTo>
                <a:close/>
                <a:moveTo>
                  <a:pt x="365953" y="9116"/>
                </a:moveTo>
                <a:lnTo>
                  <a:pt x="374270" y="9116"/>
                </a:lnTo>
                <a:lnTo>
                  <a:pt x="374270" y="17433"/>
                </a:lnTo>
                <a:lnTo>
                  <a:pt x="365953" y="17433"/>
                </a:lnTo>
                <a:lnTo>
                  <a:pt x="365953" y="9116"/>
                </a:lnTo>
                <a:close/>
                <a:moveTo>
                  <a:pt x="382587" y="9116"/>
                </a:moveTo>
                <a:lnTo>
                  <a:pt x="390904" y="9116"/>
                </a:lnTo>
                <a:lnTo>
                  <a:pt x="390904" y="17433"/>
                </a:lnTo>
                <a:lnTo>
                  <a:pt x="382587" y="17433"/>
                </a:lnTo>
                <a:lnTo>
                  <a:pt x="382587" y="9116"/>
                </a:lnTo>
                <a:close/>
                <a:moveTo>
                  <a:pt x="399221" y="9116"/>
                </a:moveTo>
                <a:lnTo>
                  <a:pt x="407538" y="9116"/>
                </a:lnTo>
                <a:lnTo>
                  <a:pt x="407538" y="17433"/>
                </a:lnTo>
                <a:lnTo>
                  <a:pt x="399221" y="17433"/>
                </a:lnTo>
                <a:lnTo>
                  <a:pt x="399221" y="9116"/>
                </a:lnTo>
                <a:close/>
                <a:moveTo>
                  <a:pt x="415856" y="9116"/>
                </a:moveTo>
                <a:lnTo>
                  <a:pt x="424173" y="9116"/>
                </a:lnTo>
                <a:lnTo>
                  <a:pt x="424173" y="17433"/>
                </a:lnTo>
                <a:lnTo>
                  <a:pt x="415856" y="17433"/>
                </a:lnTo>
                <a:lnTo>
                  <a:pt x="415856" y="9116"/>
                </a:lnTo>
                <a:close/>
                <a:moveTo>
                  <a:pt x="432490" y="9116"/>
                </a:moveTo>
                <a:lnTo>
                  <a:pt x="440807" y="9116"/>
                </a:lnTo>
                <a:lnTo>
                  <a:pt x="440807" y="17433"/>
                </a:lnTo>
                <a:lnTo>
                  <a:pt x="432490" y="17433"/>
                </a:lnTo>
                <a:lnTo>
                  <a:pt x="432490" y="9116"/>
                </a:lnTo>
                <a:close/>
                <a:moveTo>
                  <a:pt x="449124" y="9116"/>
                </a:moveTo>
                <a:lnTo>
                  <a:pt x="457441" y="9116"/>
                </a:lnTo>
                <a:lnTo>
                  <a:pt x="457441" y="17433"/>
                </a:lnTo>
                <a:lnTo>
                  <a:pt x="449124" y="17433"/>
                </a:lnTo>
                <a:lnTo>
                  <a:pt x="449124" y="9116"/>
                </a:lnTo>
                <a:close/>
                <a:moveTo>
                  <a:pt x="465758" y="9116"/>
                </a:moveTo>
                <a:lnTo>
                  <a:pt x="474075" y="9182"/>
                </a:lnTo>
                <a:lnTo>
                  <a:pt x="474075" y="17433"/>
                </a:lnTo>
                <a:lnTo>
                  <a:pt x="465758" y="17433"/>
                </a:lnTo>
                <a:lnTo>
                  <a:pt x="465758" y="9116"/>
                </a:lnTo>
                <a:close/>
                <a:moveTo>
                  <a:pt x="482392" y="9182"/>
                </a:moveTo>
                <a:lnTo>
                  <a:pt x="490710" y="9182"/>
                </a:lnTo>
                <a:lnTo>
                  <a:pt x="490710" y="17433"/>
                </a:lnTo>
                <a:lnTo>
                  <a:pt x="482392" y="17433"/>
                </a:lnTo>
                <a:lnTo>
                  <a:pt x="482392" y="9182"/>
                </a:lnTo>
                <a:close/>
                <a:moveTo>
                  <a:pt x="499027" y="9182"/>
                </a:moveTo>
                <a:lnTo>
                  <a:pt x="507344" y="9182"/>
                </a:lnTo>
                <a:lnTo>
                  <a:pt x="507344" y="17433"/>
                </a:lnTo>
                <a:lnTo>
                  <a:pt x="499027" y="17433"/>
                </a:lnTo>
                <a:lnTo>
                  <a:pt x="499027" y="9182"/>
                </a:lnTo>
                <a:close/>
                <a:moveTo>
                  <a:pt x="515661" y="9182"/>
                </a:moveTo>
                <a:lnTo>
                  <a:pt x="523978" y="9182"/>
                </a:lnTo>
                <a:lnTo>
                  <a:pt x="523978" y="17433"/>
                </a:lnTo>
                <a:lnTo>
                  <a:pt x="515661" y="17433"/>
                </a:lnTo>
                <a:lnTo>
                  <a:pt x="515661" y="9182"/>
                </a:lnTo>
                <a:close/>
                <a:moveTo>
                  <a:pt x="532295" y="9182"/>
                </a:moveTo>
                <a:lnTo>
                  <a:pt x="540612" y="9182"/>
                </a:lnTo>
                <a:lnTo>
                  <a:pt x="540612" y="17433"/>
                </a:lnTo>
                <a:lnTo>
                  <a:pt x="532295" y="17433"/>
                </a:lnTo>
                <a:lnTo>
                  <a:pt x="532295" y="9182"/>
                </a:lnTo>
                <a:close/>
                <a:moveTo>
                  <a:pt x="548929" y="9182"/>
                </a:moveTo>
                <a:lnTo>
                  <a:pt x="557246" y="9182"/>
                </a:lnTo>
                <a:lnTo>
                  <a:pt x="557246" y="17433"/>
                </a:lnTo>
                <a:lnTo>
                  <a:pt x="548929" y="17433"/>
                </a:lnTo>
                <a:lnTo>
                  <a:pt x="548929" y="9182"/>
                </a:lnTo>
                <a:close/>
                <a:moveTo>
                  <a:pt x="558777" y="0"/>
                </a:moveTo>
                <a:lnTo>
                  <a:pt x="598699" y="13307"/>
                </a:lnTo>
                <a:lnTo>
                  <a:pt x="558777" y="26615"/>
                </a:lnTo>
                <a:lnTo>
                  <a:pt x="558777" y="0"/>
                </a:lnTo>
                <a:close/>
              </a:path>
            </a:pathLst>
          </a:custGeom>
          <a:solidFill xmlns:a="http://schemas.openxmlformats.org/drawingml/2006/main">
            <a:srgbClr val="7393B1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772125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2026-09-05T09:15:22.8000000Z</dcterms:created>
  <dcterms:modified xsi:type="dcterms:W3CDTF">2026-09-05T09:15:22.8000000Z</dcterms:modified>
</coreProperties>
</file>